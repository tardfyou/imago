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444742298342ea" /><Relationship Type="http://schemas.openxmlformats.org/officeDocument/2006/relationships/extended-properties" Target="/docProps/app.xml" Id="Rae09af3276844005" /><Relationship Type="http://schemas.openxmlformats.org/officeDocument/2006/relationships/officeDocument" Target="/ppt/presentation.xml" Id="Rce82924459f84d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96266feca4459b"/>
  </p:sldMasterIdLst>
  <p:notesMasterIdLst>
    <p:notesMasterId xmlns:r="http://schemas.openxmlformats.org/officeDocument/2006/relationships" r:id="Rda37c6a626e54f9c"/>
  </p:notesMasterIdLst>
  <p:sldIdLst>
    <p:sldId xmlns:r="http://schemas.openxmlformats.org/officeDocument/2006/relationships" id="256" r:id="R19bb2dd65e1c4a8f"/>
  </p:sldIdLst>
  <p:sldSz cx="14516100" cy="28860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c0c4b10d194ab0" /><Relationship Type="http://schemas.openxmlformats.org/officeDocument/2006/relationships/slideMaster" Target="/ppt/slideMasters/slideMaster1.xml" Id="R0196266feca4459b" /><Relationship Type="http://schemas.openxmlformats.org/officeDocument/2006/relationships/notesMaster" Target="/ppt/notesMasters/notesMaster1.xml" Id="Rda37c6a626e54f9c" /><Relationship Type="http://schemas.openxmlformats.org/officeDocument/2006/relationships/presProps" Target="/ppt/presProps.xml" Id="R26e2f9f37e0d4b5c" /><Relationship Type="http://schemas.openxmlformats.org/officeDocument/2006/relationships/tableStyles" Target="/ppt/tableStyles.xml" Id="R0c305844227f4279" /><Relationship Type="http://schemas.openxmlformats.org/officeDocument/2006/relationships/slide" Target="/ppt/slides/slide1.xml" Id="R19bb2dd65e1c4a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c184feb06f46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602026669d4885" /><Relationship Type="http://schemas.openxmlformats.org/officeDocument/2006/relationships/notesMaster" Target="/ppt/notesMasters/notesMaster1.xml" Id="R6653363665a145b0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素材ID：SEC-073</ns1:t>
            </ns1:r>
          </ns1:p>
          <ns1:p>
            <ns1:r>
              <ns1:t>论文：Logic Gone Astray: A Security Analysis Framework for the Control Plane Protocols of 5G Basebands</ns1:t>
            </ns1:r>
          </ns1:p>
          <ns1:p>
            <ns1:r>
              <ns1:t>会议：USENIX Security 2024</ns1:t>
            </ns1:r>
          </ns1:p>
          <ns1:p>
            <ns1:r>
              <ns1:t>奖项：Distinguished Paper Award</ns1:t>
            </ns1:r>
          </ns1:p>
          <ns1:p>
            <ns1:r>
              <ns1:t>图号：Figure 2，PDF第7页</ns1:t>
            </ns1:r>
          </ns1:p>
          <ns1:p>
            <ns1:r>
              <ns1:t>类型：方法细节</ns1:t>
            </ns1:r>
          </ns1:p>
          <ns1:p>
            <ns1:r>
              <ns1:t>借鉴点：多个FSM和网络轨迹沿迭代流程串联，数据库反例、模型验证及细化同时出现，可用于形式模型发现与测试。</ns1:t>
            </ns1:r>
          </ns1:p>
          <ns1:p>
            <ns1:r>
              <ns1:t>论文URL：https://www.usenix.org/system/files/usenixsecurity24-tu.pdf</ns1:t>
            </ns1:r>
          </ns1:p>
          <ns1:p>
            <ns1:r>
              <ns1:t>官方获奖URL：https://www.usenix.org/conference/usenixsecurity24/presentation/tu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010007a31f49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a7f1b7dd8b45ac" /><Relationship Type="http://schemas.openxmlformats.org/officeDocument/2006/relationships/slideLayout" Target="/ppt/slideLayouts/slideLayout1.xml" Id="Re2221c6dc8fd4e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221c6dc8fd4e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3763a963d463b" /><Relationship Type="http://schemas.openxmlformats.org/officeDocument/2006/relationships/image" Target="/ppt/media/image.png" Id="R7bcd5469cd9f45d8" /><Relationship Type="http://schemas.openxmlformats.org/officeDocument/2006/relationships/image" Target="/ppt/media/image2.png" Id="R6fce6c35626f465b" /><Relationship Type="http://schemas.openxmlformats.org/officeDocument/2006/relationships/notesSlide" Target="/ppt/notesSlides/notesSlide1.xml" Id="Rf42cf7e4ee904c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633396-0B5A-4E04-AF98-0052621B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3930" y="1263240"/>
            <a:ext cx="398370" cy="181556"/>
          </a:xfrm>
          <a:custGeom xmlns:a="http://schemas.openxmlformats.org/drawingml/2006/main">
            <a:pathLst>
              <a:path w="398370" h="181556">
                <a:moveTo>
                  <a:pt x="0" y="118949"/>
                </a:moveTo>
                <a:lnTo>
                  <a:pt x="234" y="60382"/>
                </a:lnTo>
                <a:lnTo>
                  <a:pt x="287210" y="61495"/>
                </a:lnTo>
                <a:lnTo>
                  <a:pt x="287445" y="0"/>
                </a:lnTo>
                <a:lnTo>
                  <a:pt x="398370" y="91188"/>
                </a:lnTo>
                <a:lnTo>
                  <a:pt x="286742" y="181556"/>
                </a:lnTo>
                <a:lnTo>
                  <a:pt x="286976" y="120061"/>
                </a:lnTo>
                <a:lnTo>
                  <a:pt x="0" y="118949"/>
                </a:ln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2D3DBF-6AB0-4D65-AE1F-73DB924D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3930" y="1263240"/>
            <a:ext cx="398370" cy="181556"/>
          </a:xfrm>
          <a:custGeom xmlns:a="http://schemas.openxmlformats.org/drawingml/2006/main">
            <a:pathLst>
              <a:path w="398370" h="181556" fill="none">
                <a:moveTo>
                  <a:pt x="0" y="118949"/>
                </a:moveTo>
                <a:lnTo>
                  <a:pt x="234" y="60382"/>
                </a:lnTo>
                <a:lnTo>
                  <a:pt x="287210" y="61495"/>
                </a:lnTo>
                <a:lnTo>
                  <a:pt x="287445" y="0"/>
                </a:lnTo>
                <a:lnTo>
                  <a:pt x="398370" y="91188"/>
                </a:lnTo>
                <a:lnTo>
                  <a:pt x="286742" y="181556"/>
                </a:lnTo>
                <a:lnTo>
                  <a:pt x="286976" y="120061"/>
                </a:lnTo>
                <a:lnTo>
                  <a:pt x="0" y="1189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999999"/>
            </a:solidFill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73BDBF-1AEF-414D-B331-B92395DA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412" y="80606"/>
            <a:ext cx="6067492" cy="2711630"/>
          </a:xfrm>
          <a:custGeom xmlns:a="http://schemas.openxmlformats.org/drawingml/2006/main">
            <a:pathLst>
              <a:path w="6067492" h="2711630">
                <a:moveTo>
                  <a:pt x="122990" y="35140"/>
                </a:moveTo>
                <a:lnTo>
                  <a:pt x="122990" y="0"/>
                </a:lnTo>
                <a:lnTo>
                  <a:pt x="17570" y="0"/>
                </a:lnTo>
                <a:lnTo>
                  <a:pt x="17570" y="35140"/>
                </a:lnTo>
                <a:lnTo>
                  <a:pt x="122990" y="35140"/>
                </a:lnTo>
                <a:close/>
                <a:moveTo>
                  <a:pt x="1388027" y="35140"/>
                </a:moveTo>
                <a:lnTo>
                  <a:pt x="1388027" y="0"/>
                </a:lnTo>
                <a:lnTo>
                  <a:pt x="1282607" y="0"/>
                </a:lnTo>
                <a:lnTo>
                  <a:pt x="1282607" y="35140"/>
                </a:lnTo>
                <a:lnTo>
                  <a:pt x="1388027" y="35140"/>
                </a:lnTo>
                <a:close/>
                <a:moveTo>
                  <a:pt x="1177187" y="35140"/>
                </a:moveTo>
                <a:lnTo>
                  <a:pt x="1177187" y="0"/>
                </a:lnTo>
                <a:lnTo>
                  <a:pt x="1071767" y="0"/>
                </a:lnTo>
                <a:lnTo>
                  <a:pt x="1071767" y="35140"/>
                </a:lnTo>
                <a:lnTo>
                  <a:pt x="1177187" y="35140"/>
                </a:lnTo>
                <a:close/>
                <a:moveTo>
                  <a:pt x="966348" y="0"/>
                </a:moveTo>
                <a:lnTo>
                  <a:pt x="860928" y="0"/>
                </a:lnTo>
                <a:lnTo>
                  <a:pt x="860928" y="35140"/>
                </a:lnTo>
                <a:lnTo>
                  <a:pt x="966348" y="35140"/>
                </a:lnTo>
                <a:lnTo>
                  <a:pt x="966348" y="0"/>
                </a:lnTo>
                <a:close/>
                <a:moveTo>
                  <a:pt x="755508" y="0"/>
                </a:moveTo>
                <a:lnTo>
                  <a:pt x="650088" y="0"/>
                </a:lnTo>
                <a:lnTo>
                  <a:pt x="650088" y="35140"/>
                </a:lnTo>
                <a:lnTo>
                  <a:pt x="755508" y="35140"/>
                </a:lnTo>
                <a:lnTo>
                  <a:pt x="755508" y="0"/>
                </a:lnTo>
                <a:close/>
                <a:moveTo>
                  <a:pt x="544669" y="35140"/>
                </a:moveTo>
                <a:lnTo>
                  <a:pt x="544669" y="0"/>
                </a:lnTo>
                <a:lnTo>
                  <a:pt x="439249" y="0"/>
                </a:lnTo>
                <a:lnTo>
                  <a:pt x="439249" y="35140"/>
                </a:lnTo>
                <a:lnTo>
                  <a:pt x="544669" y="35140"/>
                </a:lnTo>
                <a:close/>
                <a:moveTo>
                  <a:pt x="333829" y="35140"/>
                </a:moveTo>
                <a:lnTo>
                  <a:pt x="333829" y="0"/>
                </a:lnTo>
                <a:lnTo>
                  <a:pt x="228409" y="0"/>
                </a:lnTo>
                <a:lnTo>
                  <a:pt x="228409" y="35140"/>
                </a:lnTo>
                <a:lnTo>
                  <a:pt x="333829" y="35140"/>
                </a:lnTo>
                <a:close/>
                <a:moveTo>
                  <a:pt x="1598866" y="35140"/>
                </a:moveTo>
                <a:lnTo>
                  <a:pt x="1598866" y="0"/>
                </a:lnTo>
                <a:lnTo>
                  <a:pt x="1493446" y="0"/>
                </a:lnTo>
                <a:lnTo>
                  <a:pt x="1493446" y="35140"/>
                </a:lnTo>
                <a:lnTo>
                  <a:pt x="1598866" y="35140"/>
                </a:lnTo>
                <a:close/>
                <a:moveTo>
                  <a:pt x="0" y="40997"/>
                </a:moveTo>
                <a:lnTo>
                  <a:pt x="0" y="146416"/>
                </a:lnTo>
                <a:lnTo>
                  <a:pt x="35140" y="146416"/>
                </a:lnTo>
                <a:lnTo>
                  <a:pt x="35140" y="40997"/>
                </a:lnTo>
                <a:lnTo>
                  <a:pt x="0" y="40997"/>
                </a:lnTo>
                <a:close/>
                <a:moveTo>
                  <a:pt x="0" y="251836"/>
                </a:moveTo>
                <a:lnTo>
                  <a:pt x="0" y="357256"/>
                </a:lnTo>
                <a:lnTo>
                  <a:pt x="35140" y="357256"/>
                </a:lnTo>
                <a:lnTo>
                  <a:pt x="35140" y="251836"/>
                </a:lnTo>
                <a:lnTo>
                  <a:pt x="0" y="251836"/>
                </a:lnTo>
                <a:close/>
                <a:moveTo>
                  <a:pt x="35140" y="462676"/>
                </a:moveTo>
                <a:lnTo>
                  <a:pt x="0" y="462676"/>
                </a:lnTo>
                <a:lnTo>
                  <a:pt x="0" y="568095"/>
                </a:lnTo>
                <a:lnTo>
                  <a:pt x="35140" y="568095"/>
                </a:lnTo>
                <a:lnTo>
                  <a:pt x="35140" y="462676"/>
                </a:lnTo>
                <a:close/>
                <a:moveTo>
                  <a:pt x="35140" y="673515"/>
                </a:moveTo>
                <a:lnTo>
                  <a:pt x="0" y="673515"/>
                </a:lnTo>
                <a:lnTo>
                  <a:pt x="0" y="778935"/>
                </a:lnTo>
                <a:lnTo>
                  <a:pt x="35140" y="778935"/>
                </a:lnTo>
                <a:lnTo>
                  <a:pt x="35140" y="673515"/>
                </a:lnTo>
                <a:close/>
                <a:moveTo>
                  <a:pt x="35140" y="884355"/>
                </a:moveTo>
                <a:lnTo>
                  <a:pt x="0" y="884355"/>
                </a:lnTo>
                <a:lnTo>
                  <a:pt x="0" y="989774"/>
                </a:lnTo>
                <a:lnTo>
                  <a:pt x="35140" y="989774"/>
                </a:lnTo>
                <a:lnTo>
                  <a:pt x="35140" y="884355"/>
                </a:lnTo>
                <a:close/>
                <a:moveTo>
                  <a:pt x="0" y="1095194"/>
                </a:moveTo>
                <a:lnTo>
                  <a:pt x="0" y="1200614"/>
                </a:lnTo>
                <a:lnTo>
                  <a:pt x="35140" y="1200614"/>
                </a:lnTo>
                <a:lnTo>
                  <a:pt x="35140" y="1095194"/>
                </a:lnTo>
                <a:lnTo>
                  <a:pt x="0" y="1095194"/>
                </a:lnTo>
                <a:close/>
                <a:moveTo>
                  <a:pt x="0" y="1306034"/>
                </a:moveTo>
                <a:lnTo>
                  <a:pt x="0" y="1411453"/>
                </a:lnTo>
                <a:lnTo>
                  <a:pt x="35140" y="1411453"/>
                </a:lnTo>
                <a:lnTo>
                  <a:pt x="35140" y="1306034"/>
                </a:lnTo>
                <a:lnTo>
                  <a:pt x="0" y="1306034"/>
                </a:lnTo>
                <a:close/>
                <a:moveTo>
                  <a:pt x="35140" y="1516873"/>
                </a:moveTo>
                <a:lnTo>
                  <a:pt x="0" y="1516873"/>
                </a:lnTo>
                <a:lnTo>
                  <a:pt x="0" y="1622293"/>
                </a:lnTo>
                <a:lnTo>
                  <a:pt x="35140" y="1622293"/>
                </a:lnTo>
                <a:lnTo>
                  <a:pt x="35140" y="1516873"/>
                </a:lnTo>
                <a:close/>
                <a:moveTo>
                  <a:pt x="0" y="1727713"/>
                </a:moveTo>
                <a:lnTo>
                  <a:pt x="0" y="1833132"/>
                </a:lnTo>
                <a:lnTo>
                  <a:pt x="35140" y="1833132"/>
                </a:lnTo>
                <a:lnTo>
                  <a:pt x="35140" y="1727713"/>
                </a:lnTo>
                <a:lnTo>
                  <a:pt x="0" y="1727713"/>
                </a:lnTo>
                <a:close/>
                <a:moveTo>
                  <a:pt x="0" y="1938552"/>
                </a:moveTo>
                <a:lnTo>
                  <a:pt x="0" y="2043972"/>
                </a:lnTo>
                <a:lnTo>
                  <a:pt x="35140" y="2043972"/>
                </a:lnTo>
                <a:lnTo>
                  <a:pt x="35140" y="1938552"/>
                </a:lnTo>
                <a:lnTo>
                  <a:pt x="0" y="1938552"/>
                </a:lnTo>
                <a:close/>
                <a:moveTo>
                  <a:pt x="35140" y="2149391"/>
                </a:moveTo>
                <a:lnTo>
                  <a:pt x="0" y="2149391"/>
                </a:lnTo>
                <a:lnTo>
                  <a:pt x="0" y="2254811"/>
                </a:lnTo>
                <a:lnTo>
                  <a:pt x="35140" y="2254811"/>
                </a:lnTo>
                <a:lnTo>
                  <a:pt x="35140" y="2149391"/>
                </a:lnTo>
                <a:close/>
                <a:moveTo>
                  <a:pt x="0" y="2360231"/>
                </a:moveTo>
                <a:lnTo>
                  <a:pt x="0" y="2465651"/>
                </a:lnTo>
                <a:lnTo>
                  <a:pt x="35140" y="2465651"/>
                </a:lnTo>
                <a:lnTo>
                  <a:pt x="35140" y="2360231"/>
                </a:lnTo>
                <a:lnTo>
                  <a:pt x="0" y="2360231"/>
                </a:lnTo>
                <a:close/>
                <a:moveTo>
                  <a:pt x="0" y="2571070"/>
                </a:moveTo>
                <a:lnTo>
                  <a:pt x="0" y="2676490"/>
                </a:lnTo>
                <a:lnTo>
                  <a:pt x="35140" y="2676490"/>
                </a:lnTo>
                <a:lnTo>
                  <a:pt x="35140" y="2571070"/>
                </a:lnTo>
                <a:lnTo>
                  <a:pt x="0" y="2571070"/>
                </a:lnTo>
                <a:close/>
                <a:moveTo>
                  <a:pt x="316259" y="2676490"/>
                </a:moveTo>
                <a:lnTo>
                  <a:pt x="316259" y="2711630"/>
                </a:lnTo>
                <a:lnTo>
                  <a:pt x="421679" y="2711630"/>
                </a:lnTo>
                <a:lnTo>
                  <a:pt x="421679" y="2676490"/>
                </a:lnTo>
                <a:lnTo>
                  <a:pt x="316259" y="2676490"/>
                </a:lnTo>
                <a:close/>
                <a:moveTo>
                  <a:pt x="527099" y="2676490"/>
                </a:moveTo>
                <a:lnTo>
                  <a:pt x="527099" y="2711630"/>
                </a:lnTo>
                <a:lnTo>
                  <a:pt x="632518" y="2711630"/>
                </a:lnTo>
                <a:lnTo>
                  <a:pt x="632518" y="2676490"/>
                </a:lnTo>
                <a:lnTo>
                  <a:pt x="527099" y="2676490"/>
                </a:lnTo>
                <a:close/>
                <a:moveTo>
                  <a:pt x="737938" y="2676490"/>
                </a:moveTo>
                <a:lnTo>
                  <a:pt x="737938" y="2711630"/>
                </a:lnTo>
                <a:lnTo>
                  <a:pt x="843358" y="2711630"/>
                </a:lnTo>
                <a:lnTo>
                  <a:pt x="843358" y="2676490"/>
                </a:lnTo>
                <a:lnTo>
                  <a:pt x="737938" y="2676490"/>
                </a:lnTo>
                <a:close/>
                <a:moveTo>
                  <a:pt x="948778" y="2711630"/>
                </a:moveTo>
                <a:lnTo>
                  <a:pt x="1054197" y="2711630"/>
                </a:lnTo>
                <a:lnTo>
                  <a:pt x="1054197" y="2676490"/>
                </a:lnTo>
                <a:lnTo>
                  <a:pt x="948778" y="2676490"/>
                </a:lnTo>
                <a:lnTo>
                  <a:pt x="948778" y="2711630"/>
                </a:lnTo>
                <a:close/>
                <a:moveTo>
                  <a:pt x="1159617" y="2711630"/>
                </a:moveTo>
                <a:lnTo>
                  <a:pt x="1265037" y="2711630"/>
                </a:lnTo>
                <a:lnTo>
                  <a:pt x="1265037" y="2676490"/>
                </a:lnTo>
                <a:lnTo>
                  <a:pt x="1159617" y="2676490"/>
                </a:lnTo>
                <a:lnTo>
                  <a:pt x="1159617" y="2711630"/>
                </a:lnTo>
                <a:close/>
                <a:moveTo>
                  <a:pt x="1370457" y="2676490"/>
                </a:moveTo>
                <a:lnTo>
                  <a:pt x="1370457" y="2711630"/>
                </a:lnTo>
                <a:lnTo>
                  <a:pt x="1475876" y="2711630"/>
                </a:lnTo>
                <a:lnTo>
                  <a:pt x="1475876" y="2676490"/>
                </a:lnTo>
                <a:lnTo>
                  <a:pt x="1370457" y="2676490"/>
                </a:lnTo>
                <a:close/>
                <a:moveTo>
                  <a:pt x="105420" y="2676490"/>
                </a:moveTo>
                <a:lnTo>
                  <a:pt x="105420" y="2711630"/>
                </a:lnTo>
                <a:lnTo>
                  <a:pt x="210839" y="2711630"/>
                </a:lnTo>
                <a:lnTo>
                  <a:pt x="210839" y="2676490"/>
                </a:lnTo>
                <a:lnTo>
                  <a:pt x="105420" y="2676490"/>
                </a:lnTo>
                <a:close/>
                <a:moveTo>
                  <a:pt x="4550619" y="35140"/>
                </a:moveTo>
                <a:lnTo>
                  <a:pt x="4550619" y="0"/>
                </a:lnTo>
                <a:lnTo>
                  <a:pt x="4445199" y="0"/>
                </a:lnTo>
                <a:lnTo>
                  <a:pt x="4445199" y="35140"/>
                </a:lnTo>
                <a:lnTo>
                  <a:pt x="4550619" y="35140"/>
                </a:lnTo>
                <a:close/>
                <a:moveTo>
                  <a:pt x="1809706" y="0"/>
                </a:moveTo>
                <a:lnTo>
                  <a:pt x="1704286" y="0"/>
                </a:lnTo>
                <a:lnTo>
                  <a:pt x="1704286" y="35140"/>
                </a:lnTo>
                <a:lnTo>
                  <a:pt x="1809706" y="35140"/>
                </a:lnTo>
                <a:lnTo>
                  <a:pt x="1809706" y="0"/>
                </a:lnTo>
                <a:close/>
                <a:moveTo>
                  <a:pt x="4339780" y="0"/>
                </a:moveTo>
                <a:lnTo>
                  <a:pt x="4234360" y="0"/>
                </a:lnTo>
                <a:lnTo>
                  <a:pt x="4234360" y="35140"/>
                </a:lnTo>
                <a:lnTo>
                  <a:pt x="4339780" y="35140"/>
                </a:lnTo>
                <a:lnTo>
                  <a:pt x="4339780" y="0"/>
                </a:lnTo>
                <a:close/>
                <a:moveTo>
                  <a:pt x="2020545" y="35140"/>
                </a:moveTo>
                <a:lnTo>
                  <a:pt x="2020545" y="0"/>
                </a:lnTo>
                <a:lnTo>
                  <a:pt x="1915125" y="0"/>
                </a:lnTo>
                <a:lnTo>
                  <a:pt x="1915125" y="35140"/>
                </a:lnTo>
                <a:lnTo>
                  <a:pt x="2020545" y="35140"/>
                </a:lnTo>
                <a:close/>
                <a:moveTo>
                  <a:pt x="4128940" y="35140"/>
                </a:moveTo>
                <a:lnTo>
                  <a:pt x="4128940" y="0"/>
                </a:lnTo>
                <a:lnTo>
                  <a:pt x="4023520" y="0"/>
                </a:lnTo>
                <a:lnTo>
                  <a:pt x="4023520" y="35140"/>
                </a:lnTo>
                <a:lnTo>
                  <a:pt x="4128940" y="35140"/>
                </a:lnTo>
                <a:close/>
                <a:moveTo>
                  <a:pt x="2231385" y="35140"/>
                </a:moveTo>
                <a:lnTo>
                  <a:pt x="2231385" y="0"/>
                </a:lnTo>
                <a:lnTo>
                  <a:pt x="2125965" y="0"/>
                </a:lnTo>
                <a:lnTo>
                  <a:pt x="2125965" y="35140"/>
                </a:lnTo>
                <a:lnTo>
                  <a:pt x="2231385" y="35140"/>
                </a:lnTo>
                <a:close/>
                <a:moveTo>
                  <a:pt x="3918101" y="0"/>
                </a:moveTo>
                <a:lnTo>
                  <a:pt x="3812681" y="0"/>
                </a:lnTo>
                <a:lnTo>
                  <a:pt x="3812681" y="35140"/>
                </a:lnTo>
                <a:lnTo>
                  <a:pt x="3918101" y="35140"/>
                </a:lnTo>
                <a:lnTo>
                  <a:pt x="3918101" y="0"/>
                </a:lnTo>
                <a:close/>
                <a:moveTo>
                  <a:pt x="2442224" y="0"/>
                </a:moveTo>
                <a:lnTo>
                  <a:pt x="2336804" y="0"/>
                </a:lnTo>
                <a:lnTo>
                  <a:pt x="2336804" y="35140"/>
                </a:lnTo>
                <a:lnTo>
                  <a:pt x="2442224" y="35140"/>
                </a:lnTo>
                <a:lnTo>
                  <a:pt x="2442224" y="0"/>
                </a:lnTo>
                <a:close/>
                <a:moveTo>
                  <a:pt x="3707261" y="35140"/>
                </a:moveTo>
                <a:lnTo>
                  <a:pt x="3707261" y="0"/>
                </a:lnTo>
                <a:lnTo>
                  <a:pt x="3601841" y="0"/>
                </a:lnTo>
                <a:lnTo>
                  <a:pt x="3601841" y="35140"/>
                </a:lnTo>
                <a:lnTo>
                  <a:pt x="3707261" y="35140"/>
                </a:lnTo>
                <a:close/>
                <a:moveTo>
                  <a:pt x="2653064" y="0"/>
                </a:moveTo>
                <a:lnTo>
                  <a:pt x="2547644" y="0"/>
                </a:lnTo>
                <a:lnTo>
                  <a:pt x="2547644" y="35140"/>
                </a:lnTo>
                <a:lnTo>
                  <a:pt x="2653064" y="35140"/>
                </a:lnTo>
                <a:lnTo>
                  <a:pt x="2653064" y="0"/>
                </a:lnTo>
                <a:close/>
                <a:moveTo>
                  <a:pt x="3496422" y="0"/>
                </a:moveTo>
                <a:lnTo>
                  <a:pt x="3391002" y="0"/>
                </a:lnTo>
                <a:lnTo>
                  <a:pt x="3391002" y="35140"/>
                </a:lnTo>
                <a:lnTo>
                  <a:pt x="3496422" y="35140"/>
                </a:lnTo>
                <a:lnTo>
                  <a:pt x="3496422" y="0"/>
                </a:lnTo>
                <a:close/>
                <a:moveTo>
                  <a:pt x="2863903" y="35140"/>
                </a:moveTo>
                <a:lnTo>
                  <a:pt x="2863903" y="0"/>
                </a:lnTo>
                <a:lnTo>
                  <a:pt x="2758483" y="0"/>
                </a:lnTo>
                <a:lnTo>
                  <a:pt x="2758483" y="35140"/>
                </a:lnTo>
                <a:lnTo>
                  <a:pt x="2863903" y="35140"/>
                </a:lnTo>
                <a:close/>
                <a:moveTo>
                  <a:pt x="3285582" y="0"/>
                </a:moveTo>
                <a:lnTo>
                  <a:pt x="3180162" y="0"/>
                </a:lnTo>
                <a:lnTo>
                  <a:pt x="3180162" y="35140"/>
                </a:lnTo>
                <a:lnTo>
                  <a:pt x="3285582" y="35140"/>
                </a:lnTo>
                <a:lnTo>
                  <a:pt x="3285582" y="0"/>
                </a:lnTo>
                <a:close/>
                <a:moveTo>
                  <a:pt x="3074743" y="0"/>
                </a:moveTo>
                <a:lnTo>
                  <a:pt x="2969323" y="0"/>
                </a:lnTo>
                <a:lnTo>
                  <a:pt x="2969323" y="35140"/>
                </a:lnTo>
                <a:lnTo>
                  <a:pt x="3074743" y="35140"/>
                </a:lnTo>
                <a:lnTo>
                  <a:pt x="3074743" y="0"/>
                </a:lnTo>
                <a:close/>
                <a:moveTo>
                  <a:pt x="3057173" y="2676490"/>
                </a:moveTo>
                <a:lnTo>
                  <a:pt x="3057173" y="2711630"/>
                </a:lnTo>
                <a:lnTo>
                  <a:pt x="3162592" y="2711630"/>
                </a:lnTo>
                <a:lnTo>
                  <a:pt x="3162592" y="2676490"/>
                </a:lnTo>
                <a:lnTo>
                  <a:pt x="3057173" y="2676490"/>
                </a:lnTo>
                <a:close/>
                <a:moveTo>
                  <a:pt x="2846333" y="2676490"/>
                </a:moveTo>
                <a:lnTo>
                  <a:pt x="2846333" y="2711630"/>
                </a:lnTo>
                <a:lnTo>
                  <a:pt x="2951753" y="2711630"/>
                </a:lnTo>
                <a:lnTo>
                  <a:pt x="2951753" y="2676490"/>
                </a:lnTo>
                <a:lnTo>
                  <a:pt x="2846333" y="2676490"/>
                </a:lnTo>
                <a:close/>
                <a:moveTo>
                  <a:pt x="3268012" y="2676490"/>
                </a:moveTo>
                <a:lnTo>
                  <a:pt x="3268012" y="2711630"/>
                </a:lnTo>
                <a:lnTo>
                  <a:pt x="3373432" y="2711630"/>
                </a:lnTo>
                <a:lnTo>
                  <a:pt x="3373432" y="2676490"/>
                </a:lnTo>
                <a:lnTo>
                  <a:pt x="3268012" y="2676490"/>
                </a:lnTo>
                <a:close/>
                <a:moveTo>
                  <a:pt x="2635494" y="2711630"/>
                </a:moveTo>
                <a:lnTo>
                  <a:pt x="2740913" y="2711630"/>
                </a:lnTo>
                <a:lnTo>
                  <a:pt x="2740913" y="2676490"/>
                </a:lnTo>
                <a:lnTo>
                  <a:pt x="2635494" y="2676490"/>
                </a:lnTo>
                <a:lnTo>
                  <a:pt x="2635494" y="2711630"/>
                </a:lnTo>
                <a:close/>
                <a:moveTo>
                  <a:pt x="3478852" y="2711630"/>
                </a:moveTo>
                <a:lnTo>
                  <a:pt x="3584271" y="2711630"/>
                </a:lnTo>
                <a:lnTo>
                  <a:pt x="3584271" y="2676490"/>
                </a:lnTo>
                <a:lnTo>
                  <a:pt x="3478852" y="2676490"/>
                </a:lnTo>
                <a:lnTo>
                  <a:pt x="3478852" y="2711630"/>
                </a:lnTo>
                <a:close/>
                <a:moveTo>
                  <a:pt x="2424654" y="2676490"/>
                </a:moveTo>
                <a:lnTo>
                  <a:pt x="2424654" y="2711630"/>
                </a:lnTo>
                <a:lnTo>
                  <a:pt x="2530074" y="2711630"/>
                </a:lnTo>
                <a:lnTo>
                  <a:pt x="2530074" y="2676490"/>
                </a:lnTo>
                <a:lnTo>
                  <a:pt x="2424654" y="2676490"/>
                </a:lnTo>
                <a:close/>
                <a:moveTo>
                  <a:pt x="3689691" y="2676490"/>
                </a:moveTo>
                <a:lnTo>
                  <a:pt x="3689691" y="2711630"/>
                </a:lnTo>
                <a:lnTo>
                  <a:pt x="3795111" y="2711630"/>
                </a:lnTo>
                <a:lnTo>
                  <a:pt x="3795111" y="2676490"/>
                </a:lnTo>
                <a:lnTo>
                  <a:pt x="3689691" y="2676490"/>
                </a:lnTo>
                <a:close/>
                <a:moveTo>
                  <a:pt x="2213815" y="2676490"/>
                </a:moveTo>
                <a:lnTo>
                  <a:pt x="2213815" y="2711630"/>
                </a:lnTo>
                <a:lnTo>
                  <a:pt x="2319234" y="2711630"/>
                </a:lnTo>
                <a:lnTo>
                  <a:pt x="2319234" y="2676490"/>
                </a:lnTo>
                <a:lnTo>
                  <a:pt x="2213815" y="2676490"/>
                </a:lnTo>
                <a:close/>
                <a:moveTo>
                  <a:pt x="3900531" y="2711630"/>
                </a:moveTo>
                <a:lnTo>
                  <a:pt x="4005950" y="2711630"/>
                </a:lnTo>
                <a:lnTo>
                  <a:pt x="4005950" y="2676490"/>
                </a:lnTo>
                <a:lnTo>
                  <a:pt x="3900531" y="2676490"/>
                </a:lnTo>
                <a:lnTo>
                  <a:pt x="3900531" y="2711630"/>
                </a:lnTo>
                <a:close/>
                <a:moveTo>
                  <a:pt x="2002975" y="2711630"/>
                </a:moveTo>
                <a:lnTo>
                  <a:pt x="2108395" y="2711630"/>
                </a:lnTo>
                <a:lnTo>
                  <a:pt x="2108395" y="2676490"/>
                </a:lnTo>
                <a:lnTo>
                  <a:pt x="2002975" y="2676490"/>
                </a:lnTo>
                <a:lnTo>
                  <a:pt x="2002975" y="2711630"/>
                </a:lnTo>
                <a:close/>
                <a:moveTo>
                  <a:pt x="4111370" y="2676490"/>
                </a:moveTo>
                <a:lnTo>
                  <a:pt x="4111370" y="2711630"/>
                </a:lnTo>
                <a:lnTo>
                  <a:pt x="4216790" y="2711630"/>
                </a:lnTo>
                <a:lnTo>
                  <a:pt x="4216790" y="2676490"/>
                </a:lnTo>
                <a:lnTo>
                  <a:pt x="4111370" y="2676490"/>
                </a:lnTo>
                <a:close/>
                <a:moveTo>
                  <a:pt x="1792136" y="2676490"/>
                </a:moveTo>
                <a:lnTo>
                  <a:pt x="1792136" y="2711630"/>
                </a:lnTo>
                <a:lnTo>
                  <a:pt x="1897555" y="2711630"/>
                </a:lnTo>
                <a:lnTo>
                  <a:pt x="1897555" y="2676490"/>
                </a:lnTo>
                <a:lnTo>
                  <a:pt x="1792136" y="2676490"/>
                </a:lnTo>
                <a:close/>
                <a:moveTo>
                  <a:pt x="4322210" y="2676490"/>
                </a:moveTo>
                <a:lnTo>
                  <a:pt x="4322210" y="2711630"/>
                </a:lnTo>
                <a:lnTo>
                  <a:pt x="4427629" y="2711630"/>
                </a:lnTo>
                <a:lnTo>
                  <a:pt x="4427629" y="2676490"/>
                </a:lnTo>
                <a:lnTo>
                  <a:pt x="4322210" y="2676490"/>
                </a:lnTo>
                <a:close/>
                <a:moveTo>
                  <a:pt x="1581296" y="2711630"/>
                </a:moveTo>
                <a:lnTo>
                  <a:pt x="1686716" y="2711630"/>
                </a:lnTo>
                <a:lnTo>
                  <a:pt x="1686716" y="2676490"/>
                </a:lnTo>
                <a:lnTo>
                  <a:pt x="1581296" y="2676490"/>
                </a:lnTo>
                <a:lnTo>
                  <a:pt x="1581296" y="2711630"/>
                </a:lnTo>
                <a:close/>
                <a:moveTo>
                  <a:pt x="4761459" y="0"/>
                </a:moveTo>
                <a:lnTo>
                  <a:pt x="4656039" y="0"/>
                </a:lnTo>
                <a:lnTo>
                  <a:pt x="4656039" y="35140"/>
                </a:lnTo>
                <a:lnTo>
                  <a:pt x="4761459" y="35140"/>
                </a:lnTo>
                <a:lnTo>
                  <a:pt x="4761459" y="0"/>
                </a:lnTo>
                <a:close/>
                <a:moveTo>
                  <a:pt x="4972298" y="35140"/>
                </a:moveTo>
                <a:lnTo>
                  <a:pt x="4972298" y="0"/>
                </a:lnTo>
                <a:lnTo>
                  <a:pt x="4866878" y="0"/>
                </a:lnTo>
                <a:lnTo>
                  <a:pt x="4866878" y="35140"/>
                </a:lnTo>
                <a:lnTo>
                  <a:pt x="4972298" y="35140"/>
                </a:lnTo>
                <a:close/>
                <a:moveTo>
                  <a:pt x="5183138" y="0"/>
                </a:moveTo>
                <a:lnTo>
                  <a:pt x="5077718" y="0"/>
                </a:lnTo>
                <a:lnTo>
                  <a:pt x="5077718" y="35140"/>
                </a:lnTo>
                <a:lnTo>
                  <a:pt x="5183138" y="35140"/>
                </a:lnTo>
                <a:lnTo>
                  <a:pt x="5183138" y="0"/>
                </a:lnTo>
                <a:close/>
                <a:moveTo>
                  <a:pt x="5393977" y="0"/>
                </a:moveTo>
                <a:lnTo>
                  <a:pt x="5288557" y="0"/>
                </a:lnTo>
                <a:lnTo>
                  <a:pt x="5288557" y="35140"/>
                </a:lnTo>
                <a:lnTo>
                  <a:pt x="5393977" y="35140"/>
                </a:lnTo>
                <a:lnTo>
                  <a:pt x="5393977" y="0"/>
                </a:lnTo>
                <a:close/>
                <a:moveTo>
                  <a:pt x="5604817" y="35140"/>
                </a:moveTo>
                <a:lnTo>
                  <a:pt x="5604817" y="0"/>
                </a:lnTo>
                <a:lnTo>
                  <a:pt x="5499397" y="0"/>
                </a:lnTo>
                <a:lnTo>
                  <a:pt x="5499397" y="35140"/>
                </a:lnTo>
                <a:lnTo>
                  <a:pt x="5604817" y="35140"/>
                </a:lnTo>
                <a:close/>
                <a:moveTo>
                  <a:pt x="5815656" y="0"/>
                </a:moveTo>
                <a:lnTo>
                  <a:pt x="5710236" y="0"/>
                </a:lnTo>
                <a:lnTo>
                  <a:pt x="5710236" y="35140"/>
                </a:lnTo>
                <a:lnTo>
                  <a:pt x="5815656" y="35140"/>
                </a:lnTo>
                <a:lnTo>
                  <a:pt x="5815656" y="0"/>
                </a:lnTo>
                <a:close/>
                <a:moveTo>
                  <a:pt x="6026495" y="0"/>
                </a:moveTo>
                <a:lnTo>
                  <a:pt x="5921076" y="0"/>
                </a:lnTo>
                <a:lnTo>
                  <a:pt x="5921076" y="35140"/>
                </a:lnTo>
                <a:lnTo>
                  <a:pt x="6026495" y="35140"/>
                </a:lnTo>
                <a:lnTo>
                  <a:pt x="6026495" y="0"/>
                </a:lnTo>
                <a:close/>
                <a:moveTo>
                  <a:pt x="6032352" y="204983"/>
                </a:moveTo>
                <a:lnTo>
                  <a:pt x="6067492" y="204983"/>
                </a:lnTo>
                <a:lnTo>
                  <a:pt x="6067492" y="99563"/>
                </a:lnTo>
                <a:lnTo>
                  <a:pt x="6032352" y="99563"/>
                </a:lnTo>
                <a:lnTo>
                  <a:pt x="6032352" y="204983"/>
                </a:lnTo>
                <a:close/>
                <a:moveTo>
                  <a:pt x="6032352" y="415822"/>
                </a:moveTo>
                <a:lnTo>
                  <a:pt x="6067492" y="415822"/>
                </a:lnTo>
                <a:lnTo>
                  <a:pt x="6067492" y="310403"/>
                </a:lnTo>
                <a:lnTo>
                  <a:pt x="6032352" y="310403"/>
                </a:lnTo>
                <a:lnTo>
                  <a:pt x="6032352" y="415822"/>
                </a:lnTo>
                <a:close/>
                <a:moveTo>
                  <a:pt x="6032352" y="626662"/>
                </a:moveTo>
                <a:lnTo>
                  <a:pt x="6067492" y="626662"/>
                </a:lnTo>
                <a:lnTo>
                  <a:pt x="6067492" y="521242"/>
                </a:lnTo>
                <a:lnTo>
                  <a:pt x="6032352" y="521242"/>
                </a:lnTo>
                <a:lnTo>
                  <a:pt x="6032352" y="626662"/>
                </a:lnTo>
                <a:close/>
                <a:moveTo>
                  <a:pt x="6067492" y="837501"/>
                </a:moveTo>
                <a:lnTo>
                  <a:pt x="6067492" y="732082"/>
                </a:lnTo>
                <a:lnTo>
                  <a:pt x="6032352" y="732082"/>
                </a:lnTo>
                <a:lnTo>
                  <a:pt x="6032352" y="837501"/>
                </a:lnTo>
                <a:lnTo>
                  <a:pt x="6067492" y="837501"/>
                </a:lnTo>
                <a:close/>
                <a:moveTo>
                  <a:pt x="6067492" y="1048341"/>
                </a:moveTo>
                <a:lnTo>
                  <a:pt x="6067492" y="942921"/>
                </a:lnTo>
                <a:lnTo>
                  <a:pt x="6032352" y="942921"/>
                </a:lnTo>
                <a:lnTo>
                  <a:pt x="6032352" y="1048341"/>
                </a:lnTo>
                <a:lnTo>
                  <a:pt x="6067492" y="1048341"/>
                </a:lnTo>
                <a:close/>
                <a:moveTo>
                  <a:pt x="6032352" y="1259180"/>
                </a:moveTo>
                <a:lnTo>
                  <a:pt x="6067492" y="1259180"/>
                </a:lnTo>
                <a:lnTo>
                  <a:pt x="6067492" y="1153761"/>
                </a:lnTo>
                <a:lnTo>
                  <a:pt x="6032352" y="1153761"/>
                </a:lnTo>
                <a:lnTo>
                  <a:pt x="6032352" y="1259180"/>
                </a:lnTo>
                <a:close/>
                <a:moveTo>
                  <a:pt x="6032352" y="1470020"/>
                </a:moveTo>
                <a:lnTo>
                  <a:pt x="6067492" y="1470020"/>
                </a:lnTo>
                <a:lnTo>
                  <a:pt x="6067492" y="1364600"/>
                </a:lnTo>
                <a:lnTo>
                  <a:pt x="6032352" y="1364600"/>
                </a:lnTo>
                <a:lnTo>
                  <a:pt x="6032352" y="1470020"/>
                </a:lnTo>
                <a:close/>
                <a:moveTo>
                  <a:pt x="6032352" y="1680859"/>
                </a:moveTo>
                <a:lnTo>
                  <a:pt x="6067492" y="1680859"/>
                </a:lnTo>
                <a:lnTo>
                  <a:pt x="6067492" y="1575440"/>
                </a:lnTo>
                <a:lnTo>
                  <a:pt x="6032352" y="1575440"/>
                </a:lnTo>
                <a:lnTo>
                  <a:pt x="6032352" y="1680859"/>
                </a:lnTo>
                <a:close/>
                <a:moveTo>
                  <a:pt x="6067492" y="1891699"/>
                </a:moveTo>
                <a:lnTo>
                  <a:pt x="6067492" y="1786279"/>
                </a:lnTo>
                <a:lnTo>
                  <a:pt x="6032352" y="1786279"/>
                </a:lnTo>
                <a:lnTo>
                  <a:pt x="6032352" y="1891699"/>
                </a:lnTo>
                <a:lnTo>
                  <a:pt x="6067492" y="1891699"/>
                </a:lnTo>
                <a:close/>
                <a:moveTo>
                  <a:pt x="6067492" y="2102538"/>
                </a:moveTo>
                <a:lnTo>
                  <a:pt x="6067492" y="1997119"/>
                </a:lnTo>
                <a:lnTo>
                  <a:pt x="6032352" y="1997119"/>
                </a:lnTo>
                <a:lnTo>
                  <a:pt x="6032352" y="2102538"/>
                </a:lnTo>
                <a:lnTo>
                  <a:pt x="6067492" y="2102538"/>
                </a:lnTo>
                <a:close/>
                <a:moveTo>
                  <a:pt x="6032352" y="2313378"/>
                </a:moveTo>
                <a:lnTo>
                  <a:pt x="6067492" y="2313378"/>
                </a:lnTo>
                <a:lnTo>
                  <a:pt x="6067492" y="2207958"/>
                </a:lnTo>
                <a:lnTo>
                  <a:pt x="6032352" y="2207958"/>
                </a:lnTo>
                <a:lnTo>
                  <a:pt x="6032352" y="2313378"/>
                </a:lnTo>
                <a:close/>
                <a:moveTo>
                  <a:pt x="6032352" y="2524217"/>
                </a:moveTo>
                <a:lnTo>
                  <a:pt x="6067492" y="2524217"/>
                </a:lnTo>
                <a:lnTo>
                  <a:pt x="6067492" y="2418798"/>
                </a:lnTo>
                <a:lnTo>
                  <a:pt x="6032352" y="2418798"/>
                </a:lnTo>
                <a:lnTo>
                  <a:pt x="6032352" y="2524217"/>
                </a:lnTo>
                <a:close/>
                <a:moveTo>
                  <a:pt x="6032352" y="2676490"/>
                </a:moveTo>
                <a:lnTo>
                  <a:pt x="6008926" y="2676490"/>
                </a:lnTo>
                <a:lnTo>
                  <a:pt x="6008926" y="2711630"/>
                </a:lnTo>
                <a:lnTo>
                  <a:pt x="6067492" y="2711630"/>
                </a:lnTo>
                <a:lnTo>
                  <a:pt x="6067492" y="2629637"/>
                </a:lnTo>
                <a:lnTo>
                  <a:pt x="6032352" y="2629637"/>
                </a:lnTo>
                <a:lnTo>
                  <a:pt x="6032352" y="2676490"/>
                </a:lnTo>
                <a:close/>
                <a:moveTo>
                  <a:pt x="5798086" y="2711630"/>
                </a:moveTo>
                <a:lnTo>
                  <a:pt x="5903506" y="2711630"/>
                </a:lnTo>
                <a:lnTo>
                  <a:pt x="5903506" y="2676490"/>
                </a:lnTo>
                <a:lnTo>
                  <a:pt x="5798086" y="2676490"/>
                </a:lnTo>
                <a:lnTo>
                  <a:pt x="5798086" y="2711630"/>
                </a:lnTo>
                <a:close/>
                <a:moveTo>
                  <a:pt x="5587247" y="2676490"/>
                </a:moveTo>
                <a:lnTo>
                  <a:pt x="5587247" y="2711630"/>
                </a:lnTo>
                <a:lnTo>
                  <a:pt x="5692666" y="2711630"/>
                </a:lnTo>
                <a:lnTo>
                  <a:pt x="5692666" y="2676490"/>
                </a:lnTo>
                <a:lnTo>
                  <a:pt x="5587247" y="2676490"/>
                </a:lnTo>
                <a:close/>
                <a:moveTo>
                  <a:pt x="5376407" y="2711630"/>
                </a:moveTo>
                <a:lnTo>
                  <a:pt x="5481827" y="2711630"/>
                </a:lnTo>
                <a:lnTo>
                  <a:pt x="5481827" y="2676490"/>
                </a:lnTo>
                <a:lnTo>
                  <a:pt x="5376407" y="2676490"/>
                </a:lnTo>
                <a:lnTo>
                  <a:pt x="5376407" y="2711630"/>
                </a:lnTo>
                <a:close/>
                <a:moveTo>
                  <a:pt x="5165568" y="2711630"/>
                </a:moveTo>
                <a:lnTo>
                  <a:pt x="5270987" y="2711630"/>
                </a:lnTo>
                <a:lnTo>
                  <a:pt x="5270987" y="2676490"/>
                </a:lnTo>
                <a:lnTo>
                  <a:pt x="5165568" y="2676490"/>
                </a:lnTo>
                <a:lnTo>
                  <a:pt x="5165568" y="2711630"/>
                </a:lnTo>
                <a:close/>
                <a:moveTo>
                  <a:pt x="4954728" y="2676490"/>
                </a:moveTo>
                <a:lnTo>
                  <a:pt x="4954728" y="2711630"/>
                </a:lnTo>
                <a:lnTo>
                  <a:pt x="5060148" y="2711630"/>
                </a:lnTo>
                <a:lnTo>
                  <a:pt x="5060148" y="2676490"/>
                </a:lnTo>
                <a:lnTo>
                  <a:pt x="4954728" y="2676490"/>
                </a:lnTo>
                <a:close/>
                <a:moveTo>
                  <a:pt x="4743889" y="2711630"/>
                </a:moveTo>
                <a:lnTo>
                  <a:pt x="4849308" y="2711630"/>
                </a:lnTo>
                <a:lnTo>
                  <a:pt x="4849308" y="2676490"/>
                </a:lnTo>
                <a:lnTo>
                  <a:pt x="4743889" y="2676490"/>
                </a:lnTo>
                <a:lnTo>
                  <a:pt x="4743889" y="2711630"/>
                </a:lnTo>
                <a:close/>
                <a:moveTo>
                  <a:pt x="4533049" y="2711630"/>
                </a:moveTo>
                <a:lnTo>
                  <a:pt x="4638469" y="2711630"/>
                </a:lnTo>
                <a:lnTo>
                  <a:pt x="4638469" y="2676490"/>
                </a:lnTo>
                <a:lnTo>
                  <a:pt x="4533049" y="2676490"/>
                </a:lnTo>
                <a:lnTo>
                  <a:pt x="4533049" y="2711630"/>
                </a:lnTo>
                <a:close/>
              </a:path>
            </a:pathLst>
          </a:custGeom>
          <a:solidFill xmlns:a="http://schemas.openxmlformats.org/drawingml/2006/main">
            <a:srgbClr val="4D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B65140-62B8-4235-88A1-F5D91898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" y="2124578"/>
            <a:ext cx="1598866" cy="661802"/>
          </a:xfrm>
          <a:custGeom xmlns:a="http://schemas.openxmlformats.org/drawingml/2006/main">
            <a:pathLst>
              <a:path w="1598866" h="661802">
                <a:moveTo>
                  <a:pt x="114205" y="17570"/>
                </a:moveTo>
                <a:lnTo>
                  <a:pt x="166915" y="17570"/>
                </a:lnTo>
                <a:lnTo>
                  <a:pt x="166915" y="0"/>
                </a:lnTo>
                <a:lnTo>
                  <a:pt x="114205" y="0"/>
                </a:lnTo>
                <a:lnTo>
                  <a:pt x="114205" y="17570"/>
                </a:lnTo>
                <a:close/>
                <a:moveTo>
                  <a:pt x="219624" y="17570"/>
                </a:moveTo>
                <a:lnTo>
                  <a:pt x="272334" y="17570"/>
                </a:lnTo>
                <a:lnTo>
                  <a:pt x="272334" y="0"/>
                </a:lnTo>
                <a:lnTo>
                  <a:pt x="219624" y="0"/>
                </a:lnTo>
                <a:lnTo>
                  <a:pt x="219624" y="17570"/>
                </a:lnTo>
                <a:close/>
                <a:moveTo>
                  <a:pt x="325044" y="17570"/>
                </a:moveTo>
                <a:lnTo>
                  <a:pt x="377754" y="17570"/>
                </a:lnTo>
                <a:lnTo>
                  <a:pt x="377754" y="0"/>
                </a:lnTo>
                <a:lnTo>
                  <a:pt x="325044" y="0"/>
                </a:lnTo>
                <a:lnTo>
                  <a:pt x="325044" y="17570"/>
                </a:lnTo>
                <a:close/>
                <a:moveTo>
                  <a:pt x="17570" y="17570"/>
                </a:moveTo>
                <a:lnTo>
                  <a:pt x="61495" y="17570"/>
                </a:lnTo>
                <a:lnTo>
                  <a:pt x="61495" y="0"/>
                </a:lnTo>
                <a:lnTo>
                  <a:pt x="0" y="0"/>
                </a:lnTo>
                <a:lnTo>
                  <a:pt x="0" y="32212"/>
                </a:lnTo>
                <a:lnTo>
                  <a:pt x="17570" y="32212"/>
                </a:lnTo>
                <a:lnTo>
                  <a:pt x="17570" y="17570"/>
                </a:lnTo>
                <a:close/>
                <a:moveTo>
                  <a:pt x="17570" y="137631"/>
                </a:moveTo>
                <a:lnTo>
                  <a:pt x="17570" y="84921"/>
                </a:lnTo>
                <a:lnTo>
                  <a:pt x="0" y="84921"/>
                </a:lnTo>
                <a:lnTo>
                  <a:pt x="0" y="137631"/>
                </a:lnTo>
                <a:lnTo>
                  <a:pt x="17570" y="137631"/>
                </a:lnTo>
                <a:close/>
                <a:moveTo>
                  <a:pt x="17570" y="190341"/>
                </a:moveTo>
                <a:lnTo>
                  <a:pt x="0" y="190341"/>
                </a:lnTo>
                <a:lnTo>
                  <a:pt x="0" y="243051"/>
                </a:lnTo>
                <a:lnTo>
                  <a:pt x="17570" y="243051"/>
                </a:lnTo>
                <a:lnTo>
                  <a:pt x="17570" y="190341"/>
                </a:lnTo>
                <a:close/>
                <a:moveTo>
                  <a:pt x="17570" y="295761"/>
                </a:moveTo>
                <a:lnTo>
                  <a:pt x="0" y="295761"/>
                </a:lnTo>
                <a:lnTo>
                  <a:pt x="0" y="348471"/>
                </a:lnTo>
                <a:lnTo>
                  <a:pt x="17570" y="348471"/>
                </a:lnTo>
                <a:lnTo>
                  <a:pt x="17570" y="295761"/>
                </a:lnTo>
                <a:close/>
                <a:moveTo>
                  <a:pt x="17570" y="453891"/>
                </a:moveTo>
                <a:lnTo>
                  <a:pt x="17570" y="401181"/>
                </a:lnTo>
                <a:lnTo>
                  <a:pt x="0" y="401181"/>
                </a:lnTo>
                <a:lnTo>
                  <a:pt x="0" y="453891"/>
                </a:lnTo>
                <a:lnTo>
                  <a:pt x="17570" y="453891"/>
                </a:lnTo>
                <a:close/>
                <a:moveTo>
                  <a:pt x="17570" y="506600"/>
                </a:moveTo>
                <a:lnTo>
                  <a:pt x="0" y="506600"/>
                </a:lnTo>
                <a:lnTo>
                  <a:pt x="0" y="559310"/>
                </a:lnTo>
                <a:lnTo>
                  <a:pt x="17570" y="559310"/>
                </a:lnTo>
                <a:lnTo>
                  <a:pt x="17570" y="506600"/>
                </a:lnTo>
                <a:close/>
                <a:moveTo>
                  <a:pt x="17570" y="644232"/>
                </a:moveTo>
                <a:lnTo>
                  <a:pt x="17570" y="612020"/>
                </a:lnTo>
                <a:lnTo>
                  <a:pt x="0" y="612020"/>
                </a:lnTo>
                <a:lnTo>
                  <a:pt x="0" y="661802"/>
                </a:lnTo>
                <a:lnTo>
                  <a:pt x="20498" y="661802"/>
                </a:lnTo>
                <a:lnTo>
                  <a:pt x="20498" y="644232"/>
                </a:lnTo>
                <a:lnTo>
                  <a:pt x="17570" y="644232"/>
                </a:lnTo>
                <a:close/>
                <a:moveTo>
                  <a:pt x="125918" y="644232"/>
                </a:moveTo>
                <a:lnTo>
                  <a:pt x="73208" y="644232"/>
                </a:lnTo>
                <a:lnTo>
                  <a:pt x="73208" y="661802"/>
                </a:lnTo>
                <a:lnTo>
                  <a:pt x="125918" y="661802"/>
                </a:lnTo>
                <a:lnTo>
                  <a:pt x="125918" y="644232"/>
                </a:lnTo>
                <a:close/>
                <a:moveTo>
                  <a:pt x="231338" y="644232"/>
                </a:moveTo>
                <a:lnTo>
                  <a:pt x="178628" y="644232"/>
                </a:lnTo>
                <a:lnTo>
                  <a:pt x="178628" y="661802"/>
                </a:lnTo>
                <a:lnTo>
                  <a:pt x="231338" y="661802"/>
                </a:lnTo>
                <a:lnTo>
                  <a:pt x="231338" y="644232"/>
                </a:lnTo>
                <a:close/>
                <a:moveTo>
                  <a:pt x="284048" y="644232"/>
                </a:moveTo>
                <a:lnTo>
                  <a:pt x="284048" y="661802"/>
                </a:lnTo>
                <a:lnTo>
                  <a:pt x="336758" y="661802"/>
                </a:lnTo>
                <a:lnTo>
                  <a:pt x="336758" y="644232"/>
                </a:lnTo>
                <a:lnTo>
                  <a:pt x="284048" y="644232"/>
                </a:lnTo>
                <a:close/>
                <a:moveTo>
                  <a:pt x="483174" y="17570"/>
                </a:moveTo>
                <a:lnTo>
                  <a:pt x="483174" y="0"/>
                </a:lnTo>
                <a:lnTo>
                  <a:pt x="430464" y="0"/>
                </a:lnTo>
                <a:lnTo>
                  <a:pt x="430464" y="17570"/>
                </a:lnTo>
                <a:lnTo>
                  <a:pt x="483174" y="17570"/>
                </a:lnTo>
                <a:close/>
                <a:moveTo>
                  <a:pt x="535884" y="17570"/>
                </a:moveTo>
                <a:lnTo>
                  <a:pt x="588594" y="17570"/>
                </a:lnTo>
                <a:lnTo>
                  <a:pt x="588594" y="0"/>
                </a:lnTo>
                <a:lnTo>
                  <a:pt x="535884" y="0"/>
                </a:lnTo>
                <a:lnTo>
                  <a:pt x="535884" y="17570"/>
                </a:lnTo>
                <a:close/>
                <a:moveTo>
                  <a:pt x="694013" y="17570"/>
                </a:moveTo>
                <a:lnTo>
                  <a:pt x="694013" y="0"/>
                </a:lnTo>
                <a:lnTo>
                  <a:pt x="641303" y="0"/>
                </a:lnTo>
                <a:lnTo>
                  <a:pt x="641303" y="17570"/>
                </a:lnTo>
                <a:lnTo>
                  <a:pt x="694013" y="17570"/>
                </a:lnTo>
                <a:close/>
                <a:moveTo>
                  <a:pt x="799433" y="17570"/>
                </a:moveTo>
                <a:lnTo>
                  <a:pt x="799433" y="0"/>
                </a:lnTo>
                <a:lnTo>
                  <a:pt x="746723" y="0"/>
                </a:lnTo>
                <a:lnTo>
                  <a:pt x="746723" y="17570"/>
                </a:lnTo>
                <a:lnTo>
                  <a:pt x="799433" y="17570"/>
                </a:lnTo>
                <a:close/>
                <a:moveTo>
                  <a:pt x="852143" y="17570"/>
                </a:moveTo>
                <a:lnTo>
                  <a:pt x="904853" y="17570"/>
                </a:lnTo>
                <a:lnTo>
                  <a:pt x="904853" y="0"/>
                </a:lnTo>
                <a:lnTo>
                  <a:pt x="852143" y="0"/>
                </a:lnTo>
                <a:lnTo>
                  <a:pt x="852143" y="17570"/>
                </a:lnTo>
                <a:close/>
                <a:moveTo>
                  <a:pt x="1010273" y="17570"/>
                </a:moveTo>
                <a:lnTo>
                  <a:pt x="1010273" y="0"/>
                </a:lnTo>
                <a:lnTo>
                  <a:pt x="957563" y="0"/>
                </a:lnTo>
                <a:lnTo>
                  <a:pt x="957563" y="17570"/>
                </a:lnTo>
                <a:lnTo>
                  <a:pt x="1010273" y="17570"/>
                </a:lnTo>
                <a:close/>
                <a:moveTo>
                  <a:pt x="1115692" y="17570"/>
                </a:moveTo>
                <a:lnTo>
                  <a:pt x="1115692" y="0"/>
                </a:lnTo>
                <a:lnTo>
                  <a:pt x="1062982" y="0"/>
                </a:lnTo>
                <a:lnTo>
                  <a:pt x="1062982" y="17570"/>
                </a:lnTo>
                <a:lnTo>
                  <a:pt x="1115692" y="17570"/>
                </a:lnTo>
                <a:close/>
                <a:moveTo>
                  <a:pt x="442177" y="644232"/>
                </a:moveTo>
                <a:lnTo>
                  <a:pt x="389467" y="644232"/>
                </a:lnTo>
                <a:lnTo>
                  <a:pt x="389467" y="661802"/>
                </a:lnTo>
                <a:lnTo>
                  <a:pt x="442177" y="661802"/>
                </a:lnTo>
                <a:lnTo>
                  <a:pt x="442177" y="644232"/>
                </a:lnTo>
                <a:close/>
                <a:moveTo>
                  <a:pt x="547597" y="644232"/>
                </a:moveTo>
                <a:lnTo>
                  <a:pt x="494887" y="644232"/>
                </a:lnTo>
                <a:lnTo>
                  <a:pt x="494887" y="661802"/>
                </a:lnTo>
                <a:lnTo>
                  <a:pt x="547597" y="661802"/>
                </a:lnTo>
                <a:lnTo>
                  <a:pt x="547597" y="644232"/>
                </a:lnTo>
                <a:close/>
                <a:moveTo>
                  <a:pt x="653017" y="644232"/>
                </a:moveTo>
                <a:lnTo>
                  <a:pt x="600307" y="644232"/>
                </a:lnTo>
                <a:lnTo>
                  <a:pt x="600307" y="661802"/>
                </a:lnTo>
                <a:lnTo>
                  <a:pt x="653017" y="661802"/>
                </a:lnTo>
                <a:lnTo>
                  <a:pt x="653017" y="644232"/>
                </a:lnTo>
                <a:close/>
                <a:moveTo>
                  <a:pt x="705727" y="644232"/>
                </a:moveTo>
                <a:lnTo>
                  <a:pt x="705727" y="661802"/>
                </a:lnTo>
                <a:lnTo>
                  <a:pt x="758437" y="661802"/>
                </a:lnTo>
                <a:lnTo>
                  <a:pt x="758437" y="644232"/>
                </a:lnTo>
                <a:lnTo>
                  <a:pt x="705727" y="644232"/>
                </a:lnTo>
                <a:close/>
                <a:moveTo>
                  <a:pt x="811146" y="644232"/>
                </a:moveTo>
                <a:lnTo>
                  <a:pt x="811146" y="661802"/>
                </a:lnTo>
                <a:lnTo>
                  <a:pt x="863856" y="661802"/>
                </a:lnTo>
                <a:lnTo>
                  <a:pt x="863856" y="644232"/>
                </a:lnTo>
                <a:lnTo>
                  <a:pt x="811146" y="644232"/>
                </a:lnTo>
                <a:close/>
                <a:moveTo>
                  <a:pt x="969276" y="644232"/>
                </a:moveTo>
                <a:lnTo>
                  <a:pt x="916566" y="644232"/>
                </a:lnTo>
                <a:lnTo>
                  <a:pt x="916566" y="661802"/>
                </a:lnTo>
                <a:lnTo>
                  <a:pt x="969276" y="661802"/>
                </a:lnTo>
                <a:lnTo>
                  <a:pt x="969276" y="644232"/>
                </a:lnTo>
                <a:close/>
                <a:moveTo>
                  <a:pt x="1021986" y="644232"/>
                </a:moveTo>
                <a:lnTo>
                  <a:pt x="1021986" y="661802"/>
                </a:lnTo>
                <a:lnTo>
                  <a:pt x="1074696" y="661802"/>
                </a:lnTo>
                <a:lnTo>
                  <a:pt x="1074696" y="644232"/>
                </a:lnTo>
                <a:lnTo>
                  <a:pt x="1021986" y="644232"/>
                </a:lnTo>
                <a:close/>
                <a:moveTo>
                  <a:pt x="1127406" y="644232"/>
                </a:moveTo>
                <a:lnTo>
                  <a:pt x="1127406" y="661802"/>
                </a:lnTo>
                <a:lnTo>
                  <a:pt x="1180115" y="661802"/>
                </a:lnTo>
                <a:lnTo>
                  <a:pt x="1180115" y="644232"/>
                </a:lnTo>
                <a:lnTo>
                  <a:pt x="1127406" y="644232"/>
                </a:lnTo>
                <a:close/>
                <a:moveTo>
                  <a:pt x="1168402" y="17570"/>
                </a:moveTo>
                <a:lnTo>
                  <a:pt x="1221112" y="17570"/>
                </a:lnTo>
                <a:lnTo>
                  <a:pt x="1221112" y="0"/>
                </a:lnTo>
                <a:lnTo>
                  <a:pt x="1168402" y="0"/>
                </a:lnTo>
                <a:lnTo>
                  <a:pt x="1168402" y="17570"/>
                </a:lnTo>
                <a:close/>
                <a:moveTo>
                  <a:pt x="1326532" y="17570"/>
                </a:moveTo>
                <a:lnTo>
                  <a:pt x="1326532" y="0"/>
                </a:lnTo>
                <a:lnTo>
                  <a:pt x="1273822" y="0"/>
                </a:lnTo>
                <a:lnTo>
                  <a:pt x="1273822" y="17570"/>
                </a:lnTo>
                <a:lnTo>
                  <a:pt x="1326532" y="17570"/>
                </a:lnTo>
                <a:close/>
                <a:moveTo>
                  <a:pt x="1431952" y="17570"/>
                </a:moveTo>
                <a:lnTo>
                  <a:pt x="1431952" y="0"/>
                </a:lnTo>
                <a:lnTo>
                  <a:pt x="1379242" y="0"/>
                </a:lnTo>
                <a:lnTo>
                  <a:pt x="1379242" y="17570"/>
                </a:lnTo>
                <a:lnTo>
                  <a:pt x="1431952" y="17570"/>
                </a:lnTo>
                <a:close/>
                <a:moveTo>
                  <a:pt x="1484661" y="17570"/>
                </a:moveTo>
                <a:lnTo>
                  <a:pt x="1537371" y="17570"/>
                </a:lnTo>
                <a:lnTo>
                  <a:pt x="1537371" y="0"/>
                </a:lnTo>
                <a:lnTo>
                  <a:pt x="1484661" y="0"/>
                </a:lnTo>
                <a:lnTo>
                  <a:pt x="1484661" y="17570"/>
                </a:lnTo>
                <a:close/>
                <a:moveTo>
                  <a:pt x="1581296" y="61495"/>
                </a:moveTo>
                <a:lnTo>
                  <a:pt x="1598866" y="61495"/>
                </a:lnTo>
                <a:lnTo>
                  <a:pt x="1598866" y="8785"/>
                </a:lnTo>
                <a:lnTo>
                  <a:pt x="1581296" y="8785"/>
                </a:lnTo>
                <a:lnTo>
                  <a:pt x="1581296" y="61495"/>
                </a:lnTo>
                <a:close/>
                <a:moveTo>
                  <a:pt x="1581296" y="166915"/>
                </a:moveTo>
                <a:lnTo>
                  <a:pt x="1598866" y="166915"/>
                </a:lnTo>
                <a:lnTo>
                  <a:pt x="1598866" y="114205"/>
                </a:lnTo>
                <a:lnTo>
                  <a:pt x="1581296" y="114205"/>
                </a:lnTo>
                <a:lnTo>
                  <a:pt x="1581296" y="166915"/>
                </a:lnTo>
                <a:close/>
                <a:moveTo>
                  <a:pt x="1581296" y="219624"/>
                </a:moveTo>
                <a:lnTo>
                  <a:pt x="1581296" y="272334"/>
                </a:lnTo>
                <a:lnTo>
                  <a:pt x="1598866" y="272334"/>
                </a:lnTo>
                <a:lnTo>
                  <a:pt x="1598866" y="219624"/>
                </a:lnTo>
                <a:lnTo>
                  <a:pt x="1581296" y="219624"/>
                </a:lnTo>
                <a:close/>
                <a:moveTo>
                  <a:pt x="1581296" y="377754"/>
                </a:moveTo>
                <a:lnTo>
                  <a:pt x="1598866" y="377754"/>
                </a:lnTo>
                <a:lnTo>
                  <a:pt x="1598866" y="325044"/>
                </a:lnTo>
                <a:lnTo>
                  <a:pt x="1581296" y="325044"/>
                </a:lnTo>
                <a:lnTo>
                  <a:pt x="1581296" y="377754"/>
                </a:lnTo>
                <a:close/>
                <a:moveTo>
                  <a:pt x="1581296" y="483174"/>
                </a:moveTo>
                <a:lnTo>
                  <a:pt x="1598866" y="483174"/>
                </a:lnTo>
                <a:lnTo>
                  <a:pt x="1598866" y="430464"/>
                </a:lnTo>
                <a:lnTo>
                  <a:pt x="1581296" y="430464"/>
                </a:lnTo>
                <a:lnTo>
                  <a:pt x="1581296" y="483174"/>
                </a:lnTo>
                <a:close/>
                <a:moveTo>
                  <a:pt x="1581296" y="535884"/>
                </a:moveTo>
                <a:lnTo>
                  <a:pt x="1581296" y="588594"/>
                </a:lnTo>
                <a:lnTo>
                  <a:pt x="1598866" y="588594"/>
                </a:lnTo>
                <a:lnTo>
                  <a:pt x="1598866" y="535884"/>
                </a:lnTo>
                <a:lnTo>
                  <a:pt x="1581296" y="535884"/>
                </a:lnTo>
                <a:close/>
                <a:moveTo>
                  <a:pt x="1581296" y="644232"/>
                </a:moveTo>
                <a:lnTo>
                  <a:pt x="1549085" y="644232"/>
                </a:lnTo>
                <a:lnTo>
                  <a:pt x="1549085" y="661802"/>
                </a:lnTo>
                <a:lnTo>
                  <a:pt x="1598866" y="661802"/>
                </a:lnTo>
                <a:lnTo>
                  <a:pt x="1598866" y="641303"/>
                </a:lnTo>
                <a:lnTo>
                  <a:pt x="1581296" y="641303"/>
                </a:lnTo>
                <a:lnTo>
                  <a:pt x="1581296" y="644232"/>
                </a:lnTo>
                <a:close/>
                <a:moveTo>
                  <a:pt x="1285535" y="644232"/>
                </a:moveTo>
                <a:lnTo>
                  <a:pt x="1232825" y="644232"/>
                </a:lnTo>
                <a:lnTo>
                  <a:pt x="1232825" y="661802"/>
                </a:lnTo>
                <a:lnTo>
                  <a:pt x="1285535" y="661802"/>
                </a:lnTo>
                <a:lnTo>
                  <a:pt x="1285535" y="644232"/>
                </a:lnTo>
                <a:close/>
                <a:moveTo>
                  <a:pt x="1338245" y="644232"/>
                </a:moveTo>
                <a:lnTo>
                  <a:pt x="1338245" y="661802"/>
                </a:lnTo>
                <a:lnTo>
                  <a:pt x="1390955" y="661802"/>
                </a:lnTo>
                <a:lnTo>
                  <a:pt x="1390955" y="644232"/>
                </a:lnTo>
                <a:lnTo>
                  <a:pt x="1338245" y="644232"/>
                </a:lnTo>
                <a:close/>
                <a:moveTo>
                  <a:pt x="1443665" y="644232"/>
                </a:moveTo>
                <a:lnTo>
                  <a:pt x="1443665" y="661802"/>
                </a:lnTo>
                <a:lnTo>
                  <a:pt x="1496375" y="661802"/>
                </a:lnTo>
                <a:lnTo>
                  <a:pt x="1496375" y="644232"/>
                </a:lnTo>
                <a:lnTo>
                  <a:pt x="1443665" y="644232"/>
                </a:lnTo>
                <a:close/>
              </a:path>
            </a:pathLst>
          </a:custGeom>
          <a:solidFill xmlns:a="http://schemas.openxmlformats.org/drawingml/2006/main">
            <a:srgbClr val="6161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42D608-193C-42DB-88BD-73CE60D5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362" y="1123032"/>
            <a:ext cx="157544" cy="59"/>
          </a:xfrm>
          <a:custGeom xmlns:a="http://schemas.openxmlformats.org/drawingml/2006/main">
            <a:pathLst>
              <a:path w="157544" h="59" fill="none">
                <a:moveTo>
                  <a:pt x="0" y="0"/>
                </a:moveTo>
                <a:lnTo>
                  <a:pt x="157544" y="59"/>
                </a:lnTo>
              </a:path>
            </a:pathLst>
          </a:custGeom>
          <a:noFill xmlns:a="http://schemas.openxmlformats.org/drawingml/2006/main"/>
          <a:ln xmlns:a="http://schemas.openxmlformats.org/drawingml/2006/main" w="17570" cap="flat">
            <a:solidFill>
              <a:srgbClr val="000000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7B703D-1531-4CE0-A77C-D755F376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7670" y="1096735"/>
            <a:ext cx="52768" cy="52710"/>
          </a:xfrm>
          <a:custGeom xmlns:a="http://schemas.openxmlformats.org/drawingml/2006/main">
            <a:pathLst>
              <a:path w="52768" h="52710">
                <a:moveTo>
                  <a:pt x="52768" y="26355"/>
                </a:moveTo>
                <a:lnTo>
                  <a:pt x="0" y="52710"/>
                </a:lnTo>
                <a:lnTo>
                  <a:pt x="13236" y="26355"/>
                </a:lnTo>
                <a:lnTo>
                  <a:pt x="59" y="0"/>
                </a:lnTo>
                <a:lnTo>
                  <a:pt x="52768" y="263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EC8E1F-D74F-4C82-927A-F8A82CE1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7670" y="1096735"/>
            <a:ext cx="52768" cy="52710"/>
          </a:xfrm>
          <a:custGeom xmlns:a="http://schemas.openxmlformats.org/drawingml/2006/main">
            <a:pathLst>
              <a:path w="52768" h="52710" fill="none">
                <a:moveTo>
                  <a:pt x="52768" y="26355"/>
                </a:moveTo>
                <a:lnTo>
                  <a:pt x="0" y="52710"/>
                </a:lnTo>
                <a:lnTo>
                  <a:pt x="13236" y="26355"/>
                </a:lnTo>
                <a:lnTo>
                  <a:pt x="59" y="0"/>
                </a:lnTo>
                <a:lnTo>
                  <a:pt x="52768" y="263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0" cap="flat">
            <a:solidFill>
              <a:srgbClr val="000000"/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C40108-98B0-4A0B-9822-5B1C2CC5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081" y="616431"/>
            <a:ext cx="2438066" cy="1013201"/>
          </a:xfrm>
          <a:custGeom xmlns:a="http://schemas.openxmlformats.org/drawingml/2006/main">
            <a:pathLst>
              <a:path w="2438066" h="1013201">
                <a:moveTo>
                  <a:pt x="61495" y="17570"/>
                </a:moveTo>
                <a:lnTo>
                  <a:pt x="61495" y="0"/>
                </a:lnTo>
                <a:lnTo>
                  <a:pt x="8785" y="0"/>
                </a:lnTo>
                <a:lnTo>
                  <a:pt x="8785" y="17570"/>
                </a:lnTo>
                <a:lnTo>
                  <a:pt x="61495" y="17570"/>
                </a:lnTo>
                <a:close/>
                <a:moveTo>
                  <a:pt x="166915" y="17570"/>
                </a:moveTo>
                <a:lnTo>
                  <a:pt x="166915" y="0"/>
                </a:lnTo>
                <a:lnTo>
                  <a:pt x="114205" y="0"/>
                </a:lnTo>
                <a:lnTo>
                  <a:pt x="114205" y="17570"/>
                </a:lnTo>
                <a:lnTo>
                  <a:pt x="166915" y="17570"/>
                </a:lnTo>
                <a:close/>
                <a:moveTo>
                  <a:pt x="272334" y="17570"/>
                </a:moveTo>
                <a:lnTo>
                  <a:pt x="272334" y="0"/>
                </a:lnTo>
                <a:lnTo>
                  <a:pt x="219624" y="0"/>
                </a:lnTo>
                <a:lnTo>
                  <a:pt x="219624" y="17570"/>
                </a:lnTo>
                <a:lnTo>
                  <a:pt x="272334" y="17570"/>
                </a:lnTo>
                <a:close/>
                <a:moveTo>
                  <a:pt x="377754" y="17570"/>
                </a:moveTo>
                <a:lnTo>
                  <a:pt x="377754" y="0"/>
                </a:lnTo>
                <a:lnTo>
                  <a:pt x="325044" y="0"/>
                </a:lnTo>
                <a:lnTo>
                  <a:pt x="325044" y="17570"/>
                </a:lnTo>
                <a:lnTo>
                  <a:pt x="377754" y="17570"/>
                </a:lnTo>
                <a:close/>
                <a:moveTo>
                  <a:pt x="483174" y="17570"/>
                </a:moveTo>
                <a:lnTo>
                  <a:pt x="483174" y="0"/>
                </a:lnTo>
                <a:lnTo>
                  <a:pt x="430464" y="0"/>
                </a:lnTo>
                <a:lnTo>
                  <a:pt x="430464" y="17570"/>
                </a:lnTo>
                <a:lnTo>
                  <a:pt x="483174" y="17570"/>
                </a:lnTo>
                <a:close/>
                <a:moveTo>
                  <a:pt x="588594" y="17570"/>
                </a:moveTo>
                <a:lnTo>
                  <a:pt x="588594" y="0"/>
                </a:lnTo>
                <a:lnTo>
                  <a:pt x="535884" y="0"/>
                </a:lnTo>
                <a:lnTo>
                  <a:pt x="535884" y="17570"/>
                </a:lnTo>
                <a:lnTo>
                  <a:pt x="588594" y="17570"/>
                </a:lnTo>
                <a:close/>
                <a:moveTo>
                  <a:pt x="17570" y="41465"/>
                </a:moveTo>
                <a:lnTo>
                  <a:pt x="0" y="41465"/>
                </a:lnTo>
                <a:lnTo>
                  <a:pt x="0" y="94175"/>
                </a:lnTo>
                <a:lnTo>
                  <a:pt x="17570" y="94175"/>
                </a:lnTo>
                <a:lnTo>
                  <a:pt x="17570" y="41465"/>
                </a:lnTo>
                <a:close/>
                <a:moveTo>
                  <a:pt x="17570" y="146885"/>
                </a:moveTo>
                <a:lnTo>
                  <a:pt x="0" y="146885"/>
                </a:lnTo>
                <a:lnTo>
                  <a:pt x="0" y="199594"/>
                </a:lnTo>
                <a:lnTo>
                  <a:pt x="17570" y="199594"/>
                </a:lnTo>
                <a:lnTo>
                  <a:pt x="17570" y="146885"/>
                </a:lnTo>
                <a:close/>
                <a:moveTo>
                  <a:pt x="17570" y="252304"/>
                </a:moveTo>
                <a:lnTo>
                  <a:pt x="0" y="252304"/>
                </a:lnTo>
                <a:lnTo>
                  <a:pt x="0" y="305014"/>
                </a:lnTo>
                <a:lnTo>
                  <a:pt x="17570" y="305014"/>
                </a:lnTo>
                <a:lnTo>
                  <a:pt x="17570" y="252304"/>
                </a:lnTo>
                <a:close/>
                <a:moveTo>
                  <a:pt x="17570" y="357724"/>
                </a:moveTo>
                <a:lnTo>
                  <a:pt x="0" y="357724"/>
                </a:lnTo>
                <a:lnTo>
                  <a:pt x="0" y="410434"/>
                </a:lnTo>
                <a:lnTo>
                  <a:pt x="17570" y="410434"/>
                </a:lnTo>
                <a:lnTo>
                  <a:pt x="17570" y="357724"/>
                </a:lnTo>
                <a:close/>
                <a:moveTo>
                  <a:pt x="17570" y="463144"/>
                </a:moveTo>
                <a:lnTo>
                  <a:pt x="0" y="463144"/>
                </a:lnTo>
                <a:lnTo>
                  <a:pt x="0" y="515854"/>
                </a:lnTo>
                <a:lnTo>
                  <a:pt x="17570" y="515854"/>
                </a:lnTo>
                <a:lnTo>
                  <a:pt x="17570" y="463144"/>
                </a:lnTo>
                <a:close/>
                <a:moveTo>
                  <a:pt x="17570" y="568564"/>
                </a:moveTo>
                <a:lnTo>
                  <a:pt x="0" y="568564"/>
                </a:lnTo>
                <a:lnTo>
                  <a:pt x="0" y="621273"/>
                </a:lnTo>
                <a:lnTo>
                  <a:pt x="17570" y="621273"/>
                </a:lnTo>
                <a:lnTo>
                  <a:pt x="17570" y="568564"/>
                </a:lnTo>
                <a:close/>
                <a:moveTo>
                  <a:pt x="17570" y="673983"/>
                </a:moveTo>
                <a:lnTo>
                  <a:pt x="0" y="673983"/>
                </a:lnTo>
                <a:lnTo>
                  <a:pt x="0" y="726693"/>
                </a:lnTo>
                <a:lnTo>
                  <a:pt x="17570" y="726693"/>
                </a:lnTo>
                <a:lnTo>
                  <a:pt x="17570" y="673983"/>
                </a:lnTo>
                <a:close/>
                <a:moveTo>
                  <a:pt x="17570" y="779403"/>
                </a:moveTo>
                <a:lnTo>
                  <a:pt x="0" y="779403"/>
                </a:lnTo>
                <a:lnTo>
                  <a:pt x="0" y="832113"/>
                </a:lnTo>
                <a:lnTo>
                  <a:pt x="17570" y="832113"/>
                </a:lnTo>
                <a:lnTo>
                  <a:pt x="17570" y="779403"/>
                </a:lnTo>
                <a:close/>
                <a:moveTo>
                  <a:pt x="17570" y="884823"/>
                </a:moveTo>
                <a:lnTo>
                  <a:pt x="0" y="884823"/>
                </a:lnTo>
                <a:lnTo>
                  <a:pt x="0" y="937533"/>
                </a:lnTo>
                <a:lnTo>
                  <a:pt x="17570" y="937533"/>
                </a:lnTo>
                <a:lnTo>
                  <a:pt x="17570" y="884823"/>
                </a:lnTo>
                <a:close/>
                <a:moveTo>
                  <a:pt x="17570" y="995631"/>
                </a:moveTo>
                <a:lnTo>
                  <a:pt x="17570" y="990243"/>
                </a:lnTo>
                <a:lnTo>
                  <a:pt x="0" y="990243"/>
                </a:lnTo>
                <a:lnTo>
                  <a:pt x="0" y="1013201"/>
                </a:lnTo>
                <a:lnTo>
                  <a:pt x="47322" y="1013201"/>
                </a:lnTo>
                <a:lnTo>
                  <a:pt x="47322" y="995631"/>
                </a:lnTo>
                <a:lnTo>
                  <a:pt x="17570" y="995631"/>
                </a:lnTo>
                <a:close/>
                <a:moveTo>
                  <a:pt x="100032" y="995631"/>
                </a:moveTo>
                <a:lnTo>
                  <a:pt x="100032" y="1013201"/>
                </a:lnTo>
                <a:lnTo>
                  <a:pt x="152741" y="1013201"/>
                </a:lnTo>
                <a:lnTo>
                  <a:pt x="152741" y="995631"/>
                </a:lnTo>
                <a:lnTo>
                  <a:pt x="100032" y="995631"/>
                </a:lnTo>
                <a:close/>
                <a:moveTo>
                  <a:pt x="205451" y="995631"/>
                </a:moveTo>
                <a:lnTo>
                  <a:pt x="205451" y="1013201"/>
                </a:lnTo>
                <a:lnTo>
                  <a:pt x="258161" y="1013201"/>
                </a:lnTo>
                <a:lnTo>
                  <a:pt x="258161" y="995631"/>
                </a:lnTo>
                <a:lnTo>
                  <a:pt x="205451" y="995631"/>
                </a:lnTo>
                <a:close/>
                <a:moveTo>
                  <a:pt x="310871" y="995631"/>
                </a:moveTo>
                <a:lnTo>
                  <a:pt x="310871" y="1013201"/>
                </a:lnTo>
                <a:lnTo>
                  <a:pt x="363581" y="1013201"/>
                </a:lnTo>
                <a:lnTo>
                  <a:pt x="363581" y="995631"/>
                </a:lnTo>
                <a:lnTo>
                  <a:pt x="310871" y="995631"/>
                </a:lnTo>
                <a:close/>
                <a:moveTo>
                  <a:pt x="416291" y="995631"/>
                </a:moveTo>
                <a:lnTo>
                  <a:pt x="416291" y="1013201"/>
                </a:lnTo>
                <a:lnTo>
                  <a:pt x="469001" y="1013201"/>
                </a:lnTo>
                <a:lnTo>
                  <a:pt x="469001" y="995631"/>
                </a:lnTo>
                <a:lnTo>
                  <a:pt x="416291" y="995631"/>
                </a:lnTo>
                <a:close/>
                <a:moveTo>
                  <a:pt x="521711" y="995631"/>
                </a:moveTo>
                <a:lnTo>
                  <a:pt x="521711" y="1013201"/>
                </a:lnTo>
                <a:lnTo>
                  <a:pt x="574420" y="1013201"/>
                </a:lnTo>
                <a:lnTo>
                  <a:pt x="574420" y="995631"/>
                </a:lnTo>
                <a:lnTo>
                  <a:pt x="521711" y="995631"/>
                </a:lnTo>
                <a:close/>
                <a:moveTo>
                  <a:pt x="627130" y="995631"/>
                </a:moveTo>
                <a:lnTo>
                  <a:pt x="627130" y="1013201"/>
                </a:lnTo>
                <a:lnTo>
                  <a:pt x="679840" y="1013201"/>
                </a:lnTo>
                <a:lnTo>
                  <a:pt x="679840" y="995631"/>
                </a:lnTo>
                <a:lnTo>
                  <a:pt x="627130" y="995631"/>
                </a:lnTo>
                <a:close/>
                <a:moveTo>
                  <a:pt x="694013" y="17570"/>
                </a:moveTo>
                <a:lnTo>
                  <a:pt x="694013" y="0"/>
                </a:lnTo>
                <a:lnTo>
                  <a:pt x="641304" y="0"/>
                </a:lnTo>
                <a:lnTo>
                  <a:pt x="641304" y="17570"/>
                </a:lnTo>
                <a:lnTo>
                  <a:pt x="694013" y="17570"/>
                </a:lnTo>
                <a:close/>
                <a:moveTo>
                  <a:pt x="799433" y="17570"/>
                </a:moveTo>
                <a:lnTo>
                  <a:pt x="799433" y="0"/>
                </a:lnTo>
                <a:lnTo>
                  <a:pt x="746723" y="0"/>
                </a:lnTo>
                <a:lnTo>
                  <a:pt x="746723" y="17570"/>
                </a:lnTo>
                <a:lnTo>
                  <a:pt x="799433" y="17570"/>
                </a:lnTo>
                <a:close/>
                <a:moveTo>
                  <a:pt x="904853" y="17570"/>
                </a:moveTo>
                <a:lnTo>
                  <a:pt x="904853" y="0"/>
                </a:lnTo>
                <a:lnTo>
                  <a:pt x="852143" y="0"/>
                </a:lnTo>
                <a:lnTo>
                  <a:pt x="852143" y="17570"/>
                </a:lnTo>
                <a:lnTo>
                  <a:pt x="904853" y="17570"/>
                </a:lnTo>
                <a:close/>
                <a:moveTo>
                  <a:pt x="1010273" y="17570"/>
                </a:moveTo>
                <a:lnTo>
                  <a:pt x="1010273" y="0"/>
                </a:lnTo>
                <a:lnTo>
                  <a:pt x="957563" y="0"/>
                </a:lnTo>
                <a:lnTo>
                  <a:pt x="957563" y="17570"/>
                </a:lnTo>
                <a:lnTo>
                  <a:pt x="1010273" y="17570"/>
                </a:lnTo>
                <a:close/>
                <a:moveTo>
                  <a:pt x="1115692" y="17570"/>
                </a:moveTo>
                <a:lnTo>
                  <a:pt x="1115692" y="0"/>
                </a:lnTo>
                <a:lnTo>
                  <a:pt x="1062983" y="0"/>
                </a:lnTo>
                <a:lnTo>
                  <a:pt x="1062983" y="17570"/>
                </a:lnTo>
                <a:lnTo>
                  <a:pt x="1115692" y="17570"/>
                </a:lnTo>
                <a:close/>
                <a:moveTo>
                  <a:pt x="1221112" y="17570"/>
                </a:moveTo>
                <a:lnTo>
                  <a:pt x="1221112" y="0"/>
                </a:lnTo>
                <a:lnTo>
                  <a:pt x="1168402" y="0"/>
                </a:lnTo>
                <a:lnTo>
                  <a:pt x="1168402" y="17570"/>
                </a:lnTo>
                <a:lnTo>
                  <a:pt x="1221112" y="17570"/>
                </a:lnTo>
                <a:close/>
                <a:moveTo>
                  <a:pt x="1326532" y="17570"/>
                </a:moveTo>
                <a:lnTo>
                  <a:pt x="1326532" y="0"/>
                </a:lnTo>
                <a:lnTo>
                  <a:pt x="1273822" y="0"/>
                </a:lnTo>
                <a:lnTo>
                  <a:pt x="1273822" y="17570"/>
                </a:lnTo>
                <a:lnTo>
                  <a:pt x="1326532" y="17570"/>
                </a:lnTo>
                <a:close/>
                <a:moveTo>
                  <a:pt x="1431952" y="17570"/>
                </a:moveTo>
                <a:lnTo>
                  <a:pt x="1431952" y="0"/>
                </a:lnTo>
                <a:lnTo>
                  <a:pt x="1379242" y="0"/>
                </a:lnTo>
                <a:lnTo>
                  <a:pt x="1379242" y="17570"/>
                </a:lnTo>
                <a:lnTo>
                  <a:pt x="1431952" y="17570"/>
                </a:lnTo>
                <a:close/>
                <a:moveTo>
                  <a:pt x="1537371" y="0"/>
                </a:moveTo>
                <a:lnTo>
                  <a:pt x="1484662" y="0"/>
                </a:lnTo>
                <a:lnTo>
                  <a:pt x="1484662" y="17570"/>
                </a:lnTo>
                <a:lnTo>
                  <a:pt x="1537371" y="17570"/>
                </a:lnTo>
                <a:lnTo>
                  <a:pt x="1537371" y="0"/>
                </a:lnTo>
                <a:close/>
                <a:moveTo>
                  <a:pt x="1642791" y="0"/>
                </a:moveTo>
                <a:lnTo>
                  <a:pt x="1590081" y="0"/>
                </a:lnTo>
                <a:lnTo>
                  <a:pt x="1590081" y="17570"/>
                </a:lnTo>
                <a:lnTo>
                  <a:pt x="1642791" y="17570"/>
                </a:lnTo>
                <a:lnTo>
                  <a:pt x="1642791" y="0"/>
                </a:lnTo>
                <a:close/>
                <a:moveTo>
                  <a:pt x="1748211" y="17570"/>
                </a:moveTo>
                <a:lnTo>
                  <a:pt x="1748211" y="0"/>
                </a:lnTo>
                <a:lnTo>
                  <a:pt x="1695501" y="0"/>
                </a:lnTo>
                <a:lnTo>
                  <a:pt x="1695501" y="17570"/>
                </a:lnTo>
                <a:lnTo>
                  <a:pt x="1748211" y="17570"/>
                </a:lnTo>
                <a:close/>
                <a:moveTo>
                  <a:pt x="1853631" y="17570"/>
                </a:moveTo>
                <a:lnTo>
                  <a:pt x="1853631" y="0"/>
                </a:lnTo>
                <a:lnTo>
                  <a:pt x="1800921" y="0"/>
                </a:lnTo>
                <a:lnTo>
                  <a:pt x="1800921" y="17570"/>
                </a:lnTo>
                <a:lnTo>
                  <a:pt x="1853631" y="17570"/>
                </a:lnTo>
                <a:close/>
                <a:moveTo>
                  <a:pt x="732550" y="995631"/>
                </a:moveTo>
                <a:lnTo>
                  <a:pt x="732550" y="1013201"/>
                </a:lnTo>
                <a:lnTo>
                  <a:pt x="785260" y="1013201"/>
                </a:lnTo>
                <a:lnTo>
                  <a:pt x="785260" y="995631"/>
                </a:lnTo>
                <a:lnTo>
                  <a:pt x="732550" y="995631"/>
                </a:lnTo>
                <a:close/>
                <a:moveTo>
                  <a:pt x="837970" y="995631"/>
                </a:moveTo>
                <a:lnTo>
                  <a:pt x="837970" y="1013201"/>
                </a:lnTo>
                <a:lnTo>
                  <a:pt x="890680" y="1013201"/>
                </a:lnTo>
                <a:lnTo>
                  <a:pt x="890680" y="995631"/>
                </a:lnTo>
                <a:lnTo>
                  <a:pt x="837970" y="995631"/>
                </a:lnTo>
                <a:close/>
                <a:moveTo>
                  <a:pt x="943390" y="995631"/>
                </a:moveTo>
                <a:lnTo>
                  <a:pt x="943390" y="1013201"/>
                </a:lnTo>
                <a:lnTo>
                  <a:pt x="996099" y="1013201"/>
                </a:lnTo>
                <a:lnTo>
                  <a:pt x="996099" y="995631"/>
                </a:lnTo>
                <a:lnTo>
                  <a:pt x="943390" y="995631"/>
                </a:lnTo>
                <a:close/>
                <a:moveTo>
                  <a:pt x="1048809" y="995631"/>
                </a:moveTo>
                <a:lnTo>
                  <a:pt x="1048809" y="1013201"/>
                </a:lnTo>
                <a:lnTo>
                  <a:pt x="1101519" y="1013201"/>
                </a:lnTo>
                <a:lnTo>
                  <a:pt x="1101519" y="995631"/>
                </a:lnTo>
                <a:lnTo>
                  <a:pt x="1048809" y="995631"/>
                </a:lnTo>
                <a:close/>
                <a:moveTo>
                  <a:pt x="1154229" y="995631"/>
                </a:moveTo>
                <a:lnTo>
                  <a:pt x="1154229" y="1013201"/>
                </a:lnTo>
                <a:lnTo>
                  <a:pt x="1206939" y="1013201"/>
                </a:lnTo>
                <a:lnTo>
                  <a:pt x="1206939" y="995631"/>
                </a:lnTo>
                <a:lnTo>
                  <a:pt x="1154229" y="995631"/>
                </a:lnTo>
                <a:close/>
                <a:moveTo>
                  <a:pt x="1259649" y="995631"/>
                </a:moveTo>
                <a:lnTo>
                  <a:pt x="1259649" y="1013201"/>
                </a:lnTo>
                <a:lnTo>
                  <a:pt x="1312359" y="1013201"/>
                </a:lnTo>
                <a:lnTo>
                  <a:pt x="1312359" y="995631"/>
                </a:lnTo>
                <a:lnTo>
                  <a:pt x="1259649" y="995631"/>
                </a:lnTo>
                <a:close/>
                <a:moveTo>
                  <a:pt x="1365069" y="995631"/>
                </a:moveTo>
                <a:lnTo>
                  <a:pt x="1365069" y="1013201"/>
                </a:lnTo>
                <a:lnTo>
                  <a:pt x="1417778" y="1013201"/>
                </a:lnTo>
                <a:lnTo>
                  <a:pt x="1417778" y="995631"/>
                </a:lnTo>
                <a:lnTo>
                  <a:pt x="1365069" y="995631"/>
                </a:lnTo>
                <a:close/>
                <a:moveTo>
                  <a:pt x="1470488" y="995631"/>
                </a:moveTo>
                <a:lnTo>
                  <a:pt x="1470488" y="1013201"/>
                </a:lnTo>
                <a:lnTo>
                  <a:pt x="1523198" y="1013201"/>
                </a:lnTo>
                <a:lnTo>
                  <a:pt x="1523198" y="995631"/>
                </a:lnTo>
                <a:lnTo>
                  <a:pt x="1470488" y="995631"/>
                </a:lnTo>
                <a:close/>
                <a:moveTo>
                  <a:pt x="1575908" y="995631"/>
                </a:moveTo>
                <a:lnTo>
                  <a:pt x="1575908" y="1013201"/>
                </a:lnTo>
                <a:lnTo>
                  <a:pt x="1628618" y="1013201"/>
                </a:lnTo>
                <a:lnTo>
                  <a:pt x="1628618" y="995631"/>
                </a:lnTo>
                <a:lnTo>
                  <a:pt x="1575908" y="995631"/>
                </a:lnTo>
                <a:close/>
                <a:moveTo>
                  <a:pt x="1681328" y="995631"/>
                </a:moveTo>
                <a:lnTo>
                  <a:pt x="1681328" y="1013201"/>
                </a:lnTo>
                <a:lnTo>
                  <a:pt x="1734038" y="1013201"/>
                </a:lnTo>
                <a:lnTo>
                  <a:pt x="1734038" y="995631"/>
                </a:lnTo>
                <a:lnTo>
                  <a:pt x="1681328" y="995631"/>
                </a:lnTo>
                <a:close/>
                <a:moveTo>
                  <a:pt x="1786748" y="995631"/>
                </a:moveTo>
                <a:lnTo>
                  <a:pt x="1786748" y="1013201"/>
                </a:lnTo>
                <a:lnTo>
                  <a:pt x="1839457" y="1013201"/>
                </a:lnTo>
                <a:lnTo>
                  <a:pt x="1839457" y="995631"/>
                </a:lnTo>
                <a:lnTo>
                  <a:pt x="1786748" y="995631"/>
                </a:lnTo>
                <a:close/>
                <a:moveTo>
                  <a:pt x="1959050" y="17570"/>
                </a:moveTo>
                <a:lnTo>
                  <a:pt x="1959050" y="0"/>
                </a:lnTo>
                <a:lnTo>
                  <a:pt x="1906341" y="0"/>
                </a:lnTo>
                <a:lnTo>
                  <a:pt x="1906341" y="17570"/>
                </a:lnTo>
                <a:lnTo>
                  <a:pt x="1959050" y="17570"/>
                </a:lnTo>
                <a:close/>
                <a:moveTo>
                  <a:pt x="2064470" y="17570"/>
                </a:moveTo>
                <a:lnTo>
                  <a:pt x="2064470" y="0"/>
                </a:lnTo>
                <a:lnTo>
                  <a:pt x="2011760" y="0"/>
                </a:lnTo>
                <a:lnTo>
                  <a:pt x="2011760" y="17570"/>
                </a:lnTo>
                <a:lnTo>
                  <a:pt x="2064470" y="17570"/>
                </a:lnTo>
                <a:close/>
                <a:moveTo>
                  <a:pt x="2169890" y="0"/>
                </a:moveTo>
                <a:lnTo>
                  <a:pt x="2117180" y="0"/>
                </a:lnTo>
                <a:lnTo>
                  <a:pt x="2117180" y="17570"/>
                </a:lnTo>
                <a:lnTo>
                  <a:pt x="2169890" y="17570"/>
                </a:lnTo>
                <a:lnTo>
                  <a:pt x="2169890" y="0"/>
                </a:lnTo>
                <a:close/>
                <a:moveTo>
                  <a:pt x="2275310" y="0"/>
                </a:moveTo>
                <a:lnTo>
                  <a:pt x="2222600" y="0"/>
                </a:lnTo>
                <a:lnTo>
                  <a:pt x="2222600" y="17570"/>
                </a:lnTo>
                <a:lnTo>
                  <a:pt x="2275310" y="17570"/>
                </a:lnTo>
                <a:lnTo>
                  <a:pt x="2275310" y="0"/>
                </a:lnTo>
                <a:close/>
                <a:moveTo>
                  <a:pt x="2380729" y="17570"/>
                </a:moveTo>
                <a:lnTo>
                  <a:pt x="2380729" y="0"/>
                </a:lnTo>
                <a:lnTo>
                  <a:pt x="2328019" y="0"/>
                </a:lnTo>
                <a:lnTo>
                  <a:pt x="2328019" y="17570"/>
                </a:lnTo>
                <a:lnTo>
                  <a:pt x="2380729" y="17570"/>
                </a:lnTo>
                <a:close/>
                <a:moveTo>
                  <a:pt x="2420496" y="65653"/>
                </a:moveTo>
                <a:lnTo>
                  <a:pt x="2438066" y="65653"/>
                </a:lnTo>
                <a:lnTo>
                  <a:pt x="2438066" y="12943"/>
                </a:lnTo>
                <a:lnTo>
                  <a:pt x="2420496" y="12943"/>
                </a:lnTo>
                <a:lnTo>
                  <a:pt x="2420496" y="65653"/>
                </a:lnTo>
                <a:close/>
                <a:moveTo>
                  <a:pt x="2420496" y="171073"/>
                </a:moveTo>
                <a:lnTo>
                  <a:pt x="2438066" y="171073"/>
                </a:lnTo>
                <a:lnTo>
                  <a:pt x="2438066" y="118363"/>
                </a:lnTo>
                <a:lnTo>
                  <a:pt x="2420496" y="118363"/>
                </a:lnTo>
                <a:lnTo>
                  <a:pt x="2420496" y="171073"/>
                </a:lnTo>
                <a:close/>
                <a:moveTo>
                  <a:pt x="2420496" y="276493"/>
                </a:moveTo>
                <a:lnTo>
                  <a:pt x="2438066" y="276493"/>
                </a:lnTo>
                <a:lnTo>
                  <a:pt x="2438066" y="223783"/>
                </a:lnTo>
                <a:lnTo>
                  <a:pt x="2420496" y="223783"/>
                </a:lnTo>
                <a:lnTo>
                  <a:pt x="2420496" y="276493"/>
                </a:lnTo>
                <a:close/>
                <a:moveTo>
                  <a:pt x="2420496" y="381912"/>
                </a:moveTo>
                <a:lnTo>
                  <a:pt x="2438066" y="381912"/>
                </a:lnTo>
                <a:lnTo>
                  <a:pt x="2438066" y="329202"/>
                </a:lnTo>
                <a:lnTo>
                  <a:pt x="2420496" y="329202"/>
                </a:lnTo>
                <a:lnTo>
                  <a:pt x="2420496" y="381912"/>
                </a:lnTo>
                <a:close/>
                <a:moveTo>
                  <a:pt x="2420496" y="487332"/>
                </a:moveTo>
                <a:lnTo>
                  <a:pt x="2438066" y="487332"/>
                </a:lnTo>
                <a:lnTo>
                  <a:pt x="2438066" y="434622"/>
                </a:lnTo>
                <a:lnTo>
                  <a:pt x="2420496" y="434622"/>
                </a:lnTo>
                <a:lnTo>
                  <a:pt x="2420496" y="487332"/>
                </a:lnTo>
                <a:close/>
                <a:moveTo>
                  <a:pt x="2420496" y="592752"/>
                </a:moveTo>
                <a:lnTo>
                  <a:pt x="2438066" y="592752"/>
                </a:lnTo>
                <a:lnTo>
                  <a:pt x="2438066" y="540042"/>
                </a:lnTo>
                <a:lnTo>
                  <a:pt x="2420496" y="540042"/>
                </a:lnTo>
                <a:lnTo>
                  <a:pt x="2420496" y="592752"/>
                </a:lnTo>
                <a:close/>
                <a:moveTo>
                  <a:pt x="2420496" y="698172"/>
                </a:moveTo>
                <a:lnTo>
                  <a:pt x="2438066" y="698172"/>
                </a:lnTo>
                <a:lnTo>
                  <a:pt x="2438066" y="645462"/>
                </a:lnTo>
                <a:lnTo>
                  <a:pt x="2420496" y="645462"/>
                </a:lnTo>
                <a:lnTo>
                  <a:pt x="2420496" y="698172"/>
                </a:lnTo>
                <a:close/>
                <a:moveTo>
                  <a:pt x="2420496" y="803591"/>
                </a:moveTo>
                <a:lnTo>
                  <a:pt x="2438066" y="803591"/>
                </a:lnTo>
                <a:lnTo>
                  <a:pt x="2438066" y="750881"/>
                </a:lnTo>
                <a:lnTo>
                  <a:pt x="2420496" y="750881"/>
                </a:lnTo>
                <a:lnTo>
                  <a:pt x="2420496" y="803591"/>
                </a:lnTo>
                <a:close/>
                <a:moveTo>
                  <a:pt x="2420496" y="909011"/>
                </a:moveTo>
                <a:lnTo>
                  <a:pt x="2438066" y="909011"/>
                </a:lnTo>
                <a:lnTo>
                  <a:pt x="2438066" y="856301"/>
                </a:lnTo>
                <a:lnTo>
                  <a:pt x="2420496" y="856301"/>
                </a:lnTo>
                <a:lnTo>
                  <a:pt x="2420496" y="909011"/>
                </a:lnTo>
                <a:close/>
                <a:moveTo>
                  <a:pt x="2420496" y="995631"/>
                </a:moveTo>
                <a:lnTo>
                  <a:pt x="2419266" y="995631"/>
                </a:lnTo>
                <a:lnTo>
                  <a:pt x="2419266" y="1013201"/>
                </a:lnTo>
                <a:lnTo>
                  <a:pt x="2438066" y="1013201"/>
                </a:lnTo>
                <a:lnTo>
                  <a:pt x="2438066" y="961721"/>
                </a:lnTo>
                <a:lnTo>
                  <a:pt x="2420496" y="961721"/>
                </a:lnTo>
                <a:lnTo>
                  <a:pt x="2420496" y="995631"/>
                </a:lnTo>
                <a:close/>
                <a:moveTo>
                  <a:pt x="1892167" y="995631"/>
                </a:moveTo>
                <a:lnTo>
                  <a:pt x="1892167" y="1013201"/>
                </a:lnTo>
                <a:lnTo>
                  <a:pt x="1944877" y="1013201"/>
                </a:lnTo>
                <a:lnTo>
                  <a:pt x="1944877" y="995631"/>
                </a:lnTo>
                <a:lnTo>
                  <a:pt x="1892167" y="995631"/>
                </a:lnTo>
                <a:close/>
                <a:moveTo>
                  <a:pt x="1997587" y="995631"/>
                </a:moveTo>
                <a:lnTo>
                  <a:pt x="1997587" y="1013201"/>
                </a:lnTo>
                <a:lnTo>
                  <a:pt x="2050297" y="1013201"/>
                </a:lnTo>
                <a:lnTo>
                  <a:pt x="2050297" y="995631"/>
                </a:lnTo>
                <a:lnTo>
                  <a:pt x="1997587" y="995631"/>
                </a:lnTo>
                <a:close/>
                <a:moveTo>
                  <a:pt x="2103007" y="995631"/>
                </a:moveTo>
                <a:lnTo>
                  <a:pt x="2103007" y="1013201"/>
                </a:lnTo>
                <a:lnTo>
                  <a:pt x="2155717" y="1013201"/>
                </a:lnTo>
                <a:lnTo>
                  <a:pt x="2155717" y="995631"/>
                </a:lnTo>
                <a:lnTo>
                  <a:pt x="2103007" y="995631"/>
                </a:lnTo>
                <a:close/>
                <a:moveTo>
                  <a:pt x="2208427" y="1013201"/>
                </a:moveTo>
                <a:lnTo>
                  <a:pt x="2261136" y="1013201"/>
                </a:lnTo>
                <a:lnTo>
                  <a:pt x="2261136" y="995631"/>
                </a:lnTo>
                <a:lnTo>
                  <a:pt x="2208427" y="995631"/>
                </a:lnTo>
                <a:lnTo>
                  <a:pt x="2208427" y="1013201"/>
                </a:lnTo>
                <a:close/>
                <a:moveTo>
                  <a:pt x="2313846" y="1013201"/>
                </a:moveTo>
                <a:lnTo>
                  <a:pt x="2366556" y="1013201"/>
                </a:lnTo>
                <a:lnTo>
                  <a:pt x="2366556" y="995631"/>
                </a:lnTo>
                <a:lnTo>
                  <a:pt x="2313846" y="995631"/>
                </a:lnTo>
                <a:lnTo>
                  <a:pt x="2313846" y="1013201"/>
                </a:lnTo>
                <a:close/>
              </a:path>
            </a:pathLst>
          </a:custGeom>
          <a:solidFill xmlns:a="http://schemas.openxmlformats.org/drawingml/2006/main">
            <a:srgbClr val="6161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386EB7-6D6D-4A3F-912B-C417FFEC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968" y="947508"/>
            <a:ext cx="446453" cy="276961"/>
          </a:xfrm>
          <a:custGeom xmlns:a="http://schemas.openxmlformats.org/drawingml/2006/main">
            <a:pathLst>
              <a:path w="446453" h="276961" fill="none">
                <a:moveTo>
                  <a:pt x="0" y="276961"/>
                </a:moveTo>
                <a:lnTo>
                  <a:pt x="4464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F3F34B-4FEF-4320-A563-F04A4F2B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917" y="931343"/>
            <a:ext cx="45623" cy="39005"/>
          </a:xfrm>
          <a:custGeom xmlns:a="http://schemas.openxmlformats.org/drawingml/2006/main">
            <a:pathLst>
              <a:path w="45623" h="39005">
                <a:moveTo>
                  <a:pt x="45623" y="0"/>
                </a:moveTo>
                <a:lnTo>
                  <a:pt x="21611" y="39005"/>
                </a:lnTo>
                <a:lnTo>
                  <a:pt x="19503" y="16164"/>
                </a:lnTo>
                <a:lnTo>
                  <a:pt x="0" y="4158"/>
                </a:lnTo>
                <a:lnTo>
                  <a:pt x="4562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7A965A-29AA-49B5-9186-1FCBBE54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917" y="931343"/>
            <a:ext cx="45623" cy="39005"/>
          </a:xfrm>
          <a:custGeom xmlns:a="http://schemas.openxmlformats.org/drawingml/2006/main">
            <a:pathLst>
              <a:path w="45623" h="39005" fill="none">
                <a:moveTo>
                  <a:pt x="45623" y="0"/>
                </a:moveTo>
                <a:lnTo>
                  <a:pt x="21611" y="39005"/>
                </a:lnTo>
                <a:lnTo>
                  <a:pt x="19503" y="16164"/>
                </a:lnTo>
                <a:lnTo>
                  <a:pt x="0" y="4158"/>
                </a:lnTo>
                <a:lnTo>
                  <a:pt x="4562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A8D90A-C549-4A67-B1E0-002CA7E3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006" y="1181598"/>
            <a:ext cx="292833" cy="292833"/>
          </a:xfrm>
          <a:custGeom xmlns:a="http://schemas.openxmlformats.org/drawingml/2006/main">
            <a:pathLst>
              <a:path w="292833" h="292833">
                <a:moveTo>
                  <a:pt x="292833" y="146416"/>
                </a:moveTo>
                <a:cubicBezTo>
                  <a:pt x="292833" y="151212"/>
                  <a:pt x="292598" y="155995"/>
                  <a:pt x="292128" y="160768"/>
                </a:cubicBezTo>
                <a:cubicBezTo>
                  <a:pt x="291658" y="165540"/>
                  <a:pt x="290955" y="170278"/>
                  <a:pt x="290019" y="174981"/>
                </a:cubicBezTo>
                <a:cubicBezTo>
                  <a:pt x="289084" y="179684"/>
                  <a:pt x="287920" y="184330"/>
                  <a:pt x="286528" y="188919"/>
                </a:cubicBezTo>
                <a:cubicBezTo>
                  <a:pt x="285136" y="193507"/>
                  <a:pt x="283522" y="198017"/>
                  <a:pt x="281687" y="202447"/>
                </a:cubicBezTo>
                <a:cubicBezTo>
                  <a:pt x="279852" y="206878"/>
                  <a:pt x="277805" y="211207"/>
                  <a:pt x="275544" y="215436"/>
                </a:cubicBezTo>
                <a:cubicBezTo>
                  <a:pt x="273284" y="219665"/>
                  <a:pt x="270821" y="223774"/>
                  <a:pt x="268157" y="227761"/>
                </a:cubicBezTo>
                <a:cubicBezTo>
                  <a:pt x="265493" y="231748"/>
                  <a:pt x="262640" y="235595"/>
                  <a:pt x="259598" y="239302"/>
                </a:cubicBezTo>
                <a:cubicBezTo>
                  <a:pt x="256556" y="243009"/>
                  <a:pt x="253339" y="246557"/>
                  <a:pt x="249948" y="249948"/>
                </a:cubicBezTo>
                <a:cubicBezTo>
                  <a:pt x="246557" y="253339"/>
                  <a:pt x="243009" y="256555"/>
                  <a:pt x="239302" y="259598"/>
                </a:cubicBezTo>
                <a:cubicBezTo>
                  <a:pt x="235595" y="262640"/>
                  <a:pt x="231748" y="265493"/>
                  <a:pt x="227761" y="268157"/>
                </a:cubicBezTo>
                <a:cubicBezTo>
                  <a:pt x="223774" y="270821"/>
                  <a:pt x="219665" y="273283"/>
                  <a:pt x="215436" y="275544"/>
                </a:cubicBezTo>
                <a:cubicBezTo>
                  <a:pt x="211207" y="277804"/>
                  <a:pt x="206878" y="279852"/>
                  <a:pt x="202447" y="281687"/>
                </a:cubicBezTo>
                <a:cubicBezTo>
                  <a:pt x="198017" y="283522"/>
                  <a:pt x="193508" y="285136"/>
                  <a:pt x="188919" y="286528"/>
                </a:cubicBezTo>
                <a:cubicBezTo>
                  <a:pt x="184330" y="287920"/>
                  <a:pt x="179684" y="289084"/>
                  <a:pt x="174981" y="290019"/>
                </a:cubicBezTo>
                <a:cubicBezTo>
                  <a:pt x="170277" y="290955"/>
                  <a:pt x="165540" y="291658"/>
                  <a:pt x="160768" y="292128"/>
                </a:cubicBezTo>
                <a:cubicBezTo>
                  <a:pt x="155995" y="292598"/>
                  <a:pt x="151212" y="292833"/>
                  <a:pt x="146416" y="292833"/>
                </a:cubicBezTo>
                <a:cubicBezTo>
                  <a:pt x="141621" y="292833"/>
                  <a:pt x="136837" y="292598"/>
                  <a:pt x="132065" y="292128"/>
                </a:cubicBezTo>
                <a:cubicBezTo>
                  <a:pt x="127293" y="291658"/>
                  <a:pt x="122555" y="290955"/>
                  <a:pt x="117852" y="290019"/>
                </a:cubicBezTo>
                <a:cubicBezTo>
                  <a:pt x="113149" y="289084"/>
                  <a:pt x="108503" y="287920"/>
                  <a:pt x="103914" y="286528"/>
                </a:cubicBezTo>
                <a:cubicBezTo>
                  <a:pt x="99325" y="285136"/>
                  <a:pt x="94815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9" y="270821"/>
                  <a:pt x="65072" y="268157"/>
                </a:cubicBezTo>
                <a:cubicBezTo>
                  <a:pt x="61085" y="265493"/>
                  <a:pt x="57238" y="262640"/>
                  <a:pt x="53531" y="259598"/>
                </a:cubicBezTo>
                <a:cubicBezTo>
                  <a:pt x="49824" y="256555"/>
                  <a:pt x="46275" y="253339"/>
                  <a:pt x="42884" y="249948"/>
                </a:cubicBezTo>
                <a:cubicBezTo>
                  <a:pt x="39494" y="246557"/>
                  <a:pt x="36277" y="243009"/>
                  <a:pt x="33235" y="239302"/>
                </a:cubicBezTo>
                <a:cubicBezTo>
                  <a:pt x="30193" y="235595"/>
                  <a:pt x="27340" y="231748"/>
                  <a:pt x="24676" y="227761"/>
                </a:cubicBezTo>
                <a:cubicBezTo>
                  <a:pt x="22011" y="223774"/>
                  <a:pt x="19549" y="219665"/>
                  <a:pt x="17289" y="215436"/>
                </a:cubicBezTo>
                <a:cubicBezTo>
                  <a:pt x="15028" y="211207"/>
                  <a:pt x="12980" y="206878"/>
                  <a:pt x="11145" y="202447"/>
                </a:cubicBezTo>
                <a:cubicBezTo>
                  <a:pt x="9310" y="198017"/>
                  <a:pt x="7697" y="193507"/>
                  <a:pt x="6305" y="188919"/>
                </a:cubicBezTo>
                <a:cubicBezTo>
                  <a:pt x="4913" y="184330"/>
                  <a:pt x="3749" y="179684"/>
                  <a:pt x="2813" y="174981"/>
                </a:cubicBezTo>
                <a:cubicBezTo>
                  <a:pt x="1878" y="170278"/>
                  <a:pt x="1175" y="165540"/>
                  <a:pt x="705" y="160768"/>
                </a:cubicBezTo>
                <a:cubicBezTo>
                  <a:pt x="235" y="155995"/>
                  <a:pt x="0" y="151212"/>
                  <a:pt x="0" y="146416"/>
                </a:cubicBezTo>
                <a:cubicBezTo>
                  <a:pt x="0" y="141621"/>
                  <a:pt x="235" y="136837"/>
                  <a:pt x="705" y="132065"/>
                </a:cubicBezTo>
                <a:cubicBezTo>
                  <a:pt x="1175" y="127293"/>
                  <a:pt x="1878" y="122555"/>
                  <a:pt x="2813" y="117852"/>
                </a:cubicBezTo>
                <a:cubicBezTo>
                  <a:pt x="3749" y="113149"/>
                  <a:pt x="4913" y="108503"/>
                  <a:pt x="6305" y="103914"/>
                </a:cubicBezTo>
                <a:cubicBezTo>
                  <a:pt x="7697" y="99325"/>
                  <a:pt x="9310" y="94815"/>
                  <a:pt x="11145" y="90385"/>
                </a:cubicBezTo>
                <a:cubicBezTo>
                  <a:pt x="12980" y="85955"/>
                  <a:pt x="15028" y="81625"/>
                  <a:pt x="17289" y="77396"/>
                </a:cubicBezTo>
                <a:cubicBezTo>
                  <a:pt x="19549" y="73167"/>
                  <a:pt x="22011" y="69059"/>
                  <a:pt x="24676" y="65072"/>
                </a:cubicBezTo>
                <a:cubicBezTo>
                  <a:pt x="27340" y="61085"/>
                  <a:pt x="30193" y="57238"/>
                  <a:pt x="33235" y="53531"/>
                </a:cubicBezTo>
                <a:cubicBezTo>
                  <a:pt x="36277" y="49824"/>
                  <a:pt x="39494" y="46275"/>
                  <a:pt x="42884" y="42884"/>
                </a:cubicBezTo>
                <a:cubicBezTo>
                  <a:pt x="46275" y="39494"/>
                  <a:pt x="49824" y="36277"/>
                  <a:pt x="53531" y="33235"/>
                </a:cubicBezTo>
                <a:cubicBezTo>
                  <a:pt x="57238" y="30193"/>
                  <a:pt x="61085" y="27340"/>
                  <a:pt x="65072" y="24676"/>
                </a:cubicBezTo>
                <a:cubicBezTo>
                  <a:pt x="69059" y="22011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5" y="11145"/>
                </a:cubicBezTo>
                <a:cubicBezTo>
                  <a:pt x="94815" y="9310"/>
                  <a:pt x="99325" y="7697"/>
                  <a:pt x="103914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3" y="1175"/>
                  <a:pt x="132065" y="705"/>
                </a:cubicBezTo>
                <a:cubicBezTo>
                  <a:pt x="136837" y="235"/>
                  <a:pt x="141621" y="0"/>
                  <a:pt x="146416" y="0"/>
                </a:cubicBezTo>
                <a:cubicBezTo>
                  <a:pt x="151212" y="0"/>
                  <a:pt x="155995" y="235"/>
                  <a:pt x="160768" y="705"/>
                </a:cubicBezTo>
                <a:cubicBezTo>
                  <a:pt x="165540" y="1175"/>
                  <a:pt x="170277" y="1878"/>
                  <a:pt x="174981" y="2813"/>
                </a:cubicBezTo>
                <a:cubicBezTo>
                  <a:pt x="179684" y="3749"/>
                  <a:pt x="184330" y="4913"/>
                  <a:pt x="188919" y="6305"/>
                </a:cubicBezTo>
                <a:cubicBezTo>
                  <a:pt x="193508" y="7697"/>
                  <a:pt x="198017" y="9310"/>
                  <a:pt x="202447" y="11145"/>
                </a:cubicBezTo>
                <a:cubicBezTo>
                  <a:pt x="206878" y="12980"/>
                  <a:pt x="211207" y="15028"/>
                  <a:pt x="215436" y="17289"/>
                </a:cubicBezTo>
                <a:cubicBezTo>
                  <a:pt x="219665" y="19549"/>
                  <a:pt x="223774" y="22011"/>
                  <a:pt x="227761" y="24676"/>
                </a:cubicBezTo>
                <a:cubicBezTo>
                  <a:pt x="231748" y="27340"/>
                  <a:pt x="235595" y="30193"/>
                  <a:pt x="239302" y="33235"/>
                </a:cubicBezTo>
                <a:cubicBezTo>
                  <a:pt x="243009" y="36277"/>
                  <a:pt x="246557" y="39494"/>
                  <a:pt x="249948" y="42884"/>
                </a:cubicBezTo>
                <a:cubicBezTo>
                  <a:pt x="253339" y="46275"/>
                  <a:pt x="256556" y="49824"/>
                  <a:pt x="259598" y="53531"/>
                </a:cubicBezTo>
                <a:cubicBezTo>
                  <a:pt x="262640" y="57238"/>
                  <a:pt x="265493" y="61085"/>
                  <a:pt x="268157" y="65072"/>
                </a:cubicBezTo>
                <a:cubicBezTo>
                  <a:pt x="270821" y="69059"/>
                  <a:pt x="273284" y="73167"/>
                  <a:pt x="275544" y="77396"/>
                </a:cubicBezTo>
                <a:cubicBezTo>
                  <a:pt x="277805" y="81625"/>
                  <a:pt x="279852" y="85955"/>
                  <a:pt x="281687" y="90385"/>
                </a:cubicBezTo>
                <a:cubicBezTo>
                  <a:pt x="283522" y="94815"/>
                  <a:pt x="285136" y="99325"/>
                  <a:pt x="286528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5" y="122555"/>
                  <a:pt x="291658" y="127293"/>
                  <a:pt x="292128" y="132065"/>
                </a:cubicBezTo>
                <a:cubicBezTo>
                  <a:pt x="292598" y="136837"/>
                  <a:pt x="292833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8CF2EE-8483-4E96-AA60-3932CE75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006" y="1181598"/>
            <a:ext cx="292833" cy="292833"/>
          </a:xfrm>
          <a:custGeom xmlns:a="http://schemas.openxmlformats.org/drawingml/2006/main">
            <a:pathLst>
              <a:path w="292833" h="292833" fill="none">
                <a:moveTo>
                  <a:pt x="292833" y="146416"/>
                </a:moveTo>
                <a:cubicBezTo>
                  <a:pt x="292833" y="151212"/>
                  <a:pt x="292598" y="155995"/>
                  <a:pt x="292128" y="160768"/>
                </a:cubicBezTo>
                <a:cubicBezTo>
                  <a:pt x="291658" y="165540"/>
                  <a:pt x="290955" y="170278"/>
                  <a:pt x="290019" y="174981"/>
                </a:cubicBezTo>
                <a:cubicBezTo>
                  <a:pt x="289084" y="179684"/>
                  <a:pt x="287920" y="184330"/>
                  <a:pt x="286528" y="188919"/>
                </a:cubicBezTo>
                <a:cubicBezTo>
                  <a:pt x="285136" y="193507"/>
                  <a:pt x="283522" y="198017"/>
                  <a:pt x="281687" y="202447"/>
                </a:cubicBezTo>
                <a:cubicBezTo>
                  <a:pt x="279852" y="206878"/>
                  <a:pt x="277805" y="211207"/>
                  <a:pt x="275544" y="215436"/>
                </a:cubicBezTo>
                <a:cubicBezTo>
                  <a:pt x="273284" y="219665"/>
                  <a:pt x="270821" y="223774"/>
                  <a:pt x="268157" y="227761"/>
                </a:cubicBezTo>
                <a:cubicBezTo>
                  <a:pt x="265493" y="231748"/>
                  <a:pt x="262640" y="235595"/>
                  <a:pt x="259598" y="239302"/>
                </a:cubicBezTo>
                <a:cubicBezTo>
                  <a:pt x="256556" y="243009"/>
                  <a:pt x="253339" y="246557"/>
                  <a:pt x="249948" y="249948"/>
                </a:cubicBezTo>
                <a:cubicBezTo>
                  <a:pt x="246557" y="253339"/>
                  <a:pt x="243009" y="256555"/>
                  <a:pt x="239302" y="259598"/>
                </a:cubicBezTo>
                <a:cubicBezTo>
                  <a:pt x="235595" y="262640"/>
                  <a:pt x="231748" y="265493"/>
                  <a:pt x="227761" y="268157"/>
                </a:cubicBezTo>
                <a:cubicBezTo>
                  <a:pt x="223774" y="270821"/>
                  <a:pt x="219665" y="273283"/>
                  <a:pt x="215436" y="275544"/>
                </a:cubicBezTo>
                <a:cubicBezTo>
                  <a:pt x="211207" y="277804"/>
                  <a:pt x="206878" y="279852"/>
                  <a:pt x="202447" y="281687"/>
                </a:cubicBezTo>
                <a:cubicBezTo>
                  <a:pt x="198017" y="283522"/>
                  <a:pt x="193508" y="285136"/>
                  <a:pt x="188919" y="286528"/>
                </a:cubicBezTo>
                <a:cubicBezTo>
                  <a:pt x="184330" y="287920"/>
                  <a:pt x="179684" y="289084"/>
                  <a:pt x="174981" y="290019"/>
                </a:cubicBezTo>
                <a:cubicBezTo>
                  <a:pt x="170277" y="290955"/>
                  <a:pt x="165540" y="291658"/>
                  <a:pt x="160768" y="292128"/>
                </a:cubicBezTo>
                <a:cubicBezTo>
                  <a:pt x="155995" y="292598"/>
                  <a:pt x="151212" y="292833"/>
                  <a:pt x="146416" y="292833"/>
                </a:cubicBezTo>
                <a:cubicBezTo>
                  <a:pt x="141621" y="292833"/>
                  <a:pt x="136837" y="292598"/>
                  <a:pt x="132065" y="292128"/>
                </a:cubicBezTo>
                <a:cubicBezTo>
                  <a:pt x="127293" y="291658"/>
                  <a:pt x="122555" y="290955"/>
                  <a:pt x="117852" y="290019"/>
                </a:cubicBezTo>
                <a:cubicBezTo>
                  <a:pt x="113149" y="289084"/>
                  <a:pt x="108503" y="287920"/>
                  <a:pt x="103914" y="286528"/>
                </a:cubicBezTo>
                <a:cubicBezTo>
                  <a:pt x="99325" y="285136"/>
                  <a:pt x="94815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9" y="270821"/>
                  <a:pt x="65072" y="268157"/>
                </a:cubicBezTo>
                <a:cubicBezTo>
                  <a:pt x="61085" y="265493"/>
                  <a:pt x="57238" y="262640"/>
                  <a:pt x="53531" y="259598"/>
                </a:cubicBezTo>
                <a:cubicBezTo>
                  <a:pt x="49824" y="256555"/>
                  <a:pt x="46275" y="253339"/>
                  <a:pt x="42884" y="249948"/>
                </a:cubicBezTo>
                <a:cubicBezTo>
                  <a:pt x="39494" y="246557"/>
                  <a:pt x="36277" y="243009"/>
                  <a:pt x="33235" y="239302"/>
                </a:cubicBezTo>
                <a:cubicBezTo>
                  <a:pt x="30193" y="235595"/>
                  <a:pt x="27340" y="231748"/>
                  <a:pt x="24676" y="227761"/>
                </a:cubicBezTo>
                <a:cubicBezTo>
                  <a:pt x="22011" y="223774"/>
                  <a:pt x="19549" y="219665"/>
                  <a:pt x="17289" y="215436"/>
                </a:cubicBezTo>
                <a:cubicBezTo>
                  <a:pt x="15028" y="211207"/>
                  <a:pt x="12980" y="206878"/>
                  <a:pt x="11145" y="202447"/>
                </a:cubicBezTo>
                <a:cubicBezTo>
                  <a:pt x="9310" y="198017"/>
                  <a:pt x="7697" y="193507"/>
                  <a:pt x="6305" y="188919"/>
                </a:cubicBezTo>
                <a:cubicBezTo>
                  <a:pt x="4913" y="184330"/>
                  <a:pt x="3749" y="179684"/>
                  <a:pt x="2813" y="174981"/>
                </a:cubicBezTo>
                <a:cubicBezTo>
                  <a:pt x="1878" y="170278"/>
                  <a:pt x="1175" y="165540"/>
                  <a:pt x="705" y="160768"/>
                </a:cubicBezTo>
                <a:cubicBezTo>
                  <a:pt x="235" y="155995"/>
                  <a:pt x="0" y="151212"/>
                  <a:pt x="0" y="146416"/>
                </a:cubicBezTo>
                <a:cubicBezTo>
                  <a:pt x="0" y="141621"/>
                  <a:pt x="235" y="136837"/>
                  <a:pt x="705" y="132065"/>
                </a:cubicBezTo>
                <a:cubicBezTo>
                  <a:pt x="1175" y="127293"/>
                  <a:pt x="1878" y="122555"/>
                  <a:pt x="2813" y="117852"/>
                </a:cubicBezTo>
                <a:cubicBezTo>
                  <a:pt x="3749" y="113149"/>
                  <a:pt x="4913" y="108503"/>
                  <a:pt x="6305" y="103914"/>
                </a:cubicBezTo>
                <a:cubicBezTo>
                  <a:pt x="7697" y="99325"/>
                  <a:pt x="9310" y="94815"/>
                  <a:pt x="11145" y="90385"/>
                </a:cubicBezTo>
                <a:cubicBezTo>
                  <a:pt x="12980" y="85955"/>
                  <a:pt x="15028" y="81625"/>
                  <a:pt x="17289" y="77396"/>
                </a:cubicBezTo>
                <a:cubicBezTo>
                  <a:pt x="19549" y="73167"/>
                  <a:pt x="22011" y="69059"/>
                  <a:pt x="24676" y="65072"/>
                </a:cubicBezTo>
                <a:cubicBezTo>
                  <a:pt x="27340" y="61085"/>
                  <a:pt x="30193" y="57238"/>
                  <a:pt x="33235" y="53531"/>
                </a:cubicBezTo>
                <a:cubicBezTo>
                  <a:pt x="36277" y="49824"/>
                  <a:pt x="39494" y="46275"/>
                  <a:pt x="42884" y="42884"/>
                </a:cubicBezTo>
                <a:cubicBezTo>
                  <a:pt x="46275" y="39494"/>
                  <a:pt x="49824" y="36277"/>
                  <a:pt x="53531" y="33235"/>
                </a:cubicBezTo>
                <a:cubicBezTo>
                  <a:pt x="57238" y="30193"/>
                  <a:pt x="61085" y="27340"/>
                  <a:pt x="65072" y="24676"/>
                </a:cubicBezTo>
                <a:cubicBezTo>
                  <a:pt x="69059" y="22011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5" y="11145"/>
                </a:cubicBezTo>
                <a:cubicBezTo>
                  <a:pt x="94815" y="9310"/>
                  <a:pt x="99325" y="7697"/>
                  <a:pt x="103914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3" y="1175"/>
                  <a:pt x="132065" y="705"/>
                </a:cubicBezTo>
                <a:cubicBezTo>
                  <a:pt x="136837" y="235"/>
                  <a:pt x="141621" y="0"/>
                  <a:pt x="146416" y="0"/>
                </a:cubicBezTo>
                <a:cubicBezTo>
                  <a:pt x="151212" y="0"/>
                  <a:pt x="155995" y="235"/>
                  <a:pt x="160768" y="705"/>
                </a:cubicBezTo>
                <a:cubicBezTo>
                  <a:pt x="165540" y="1175"/>
                  <a:pt x="170277" y="1878"/>
                  <a:pt x="174981" y="2813"/>
                </a:cubicBezTo>
                <a:cubicBezTo>
                  <a:pt x="179684" y="3749"/>
                  <a:pt x="184330" y="4913"/>
                  <a:pt x="188919" y="6305"/>
                </a:cubicBezTo>
                <a:cubicBezTo>
                  <a:pt x="193508" y="7697"/>
                  <a:pt x="198017" y="9310"/>
                  <a:pt x="202447" y="11145"/>
                </a:cubicBezTo>
                <a:cubicBezTo>
                  <a:pt x="206878" y="12980"/>
                  <a:pt x="211207" y="15028"/>
                  <a:pt x="215436" y="17289"/>
                </a:cubicBezTo>
                <a:cubicBezTo>
                  <a:pt x="219665" y="19549"/>
                  <a:pt x="223774" y="22011"/>
                  <a:pt x="227761" y="24676"/>
                </a:cubicBezTo>
                <a:cubicBezTo>
                  <a:pt x="231748" y="27340"/>
                  <a:pt x="235595" y="30193"/>
                  <a:pt x="239302" y="33235"/>
                </a:cubicBezTo>
                <a:cubicBezTo>
                  <a:pt x="243009" y="36277"/>
                  <a:pt x="246557" y="39494"/>
                  <a:pt x="249948" y="42884"/>
                </a:cubicBezTo>
                <a:cubicBezTo>
                  <a:pt x="253339" y="46275"/>
                  <a:pt x="256556" y="49824"/>
                  <a:pt x="259598" y="53531"/>
                </a:cubicBezTo>
                <a:cubicBezTo>
                  <a:pt x="262640" y="57238"/>
                  <a:pt x="265493" y="61085"/>
                  <a:pt x="268157" y="65072"/>
                </a:cubicBezTo>
                <a:cubicBezTo>
                  <a:pt x="270821" y="69059"/>
                  <a:pt x="273284" y="73167"/>
                  <a:pt x="275544" y="77396"/>
                </a:cubicBezTo>
                <a:cubicBezTo>
                  <a:pt x="277805" y="81625"/>
                  <a:pt x="279852" y="85955"/>
                  <a:pt x="281687" y="90385"/>
                </a:cubicBezTo>
                <a:cubicBezTo>
                  <a:pt x="283522" y="94815"/>
                  <a:pt x="285136" y="99325"/>
                  <a:pt x="286528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5" y="122555"/>
                  <a:pt x="291658" y="127293"/>
                  <a:pt x="292128" y="132065"/>
                </a:cubicBezTo>
                <a:cubicBezTo>
                  <a:pt x="292598" y="136837"/>
                  <a:pt x="292833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14" name="Text s">
            <a:extLst xmlns:a="http://schemas.openxmlformats.org/drawingml/2006/main">
              <a:ext uri="{FF2B5EF4-FFF2-40B4-BE49-F238E27FC236}">
                <a16:creationId xmlns:a16="http://schemas.microsoft.com/office/drawing/2014/main" id="{790F5FF0-B4B1-4C85-A612-2808047A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756" y="1282867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1">
            <a:extLst xmlns:a="http://schemas.openxmlformats.org/drawingml/2006/main">
              <a:ext uri="{FF2B5EF4-FFF2-40B4-BE49-F238E27FC236}">
                <a16:creationId xmlns:a16="http://schemas.microsoft.com/office/drawing/2014/main" id="{E30BD9DD-8702-4815-B581-1048BF74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836" y="1306839"/>
            <a:ext cx="40712" cy="105515"/>
          </a:xfrm>
          <a:custGeom xmlns:a="http://schemas.openxmlformats.org/drawingml/2006/main">
            <a:pathLst>
              <a:path w="40712" h="105515">
                <a:moveTo>
                  <a:pt x="0" y="12275"/>
                </a:moveTo>
                <a:lnTo>
                  <a:pt x="25159" y="0"/>
                </a:lnTo>
                <a:lnTo>
                  <a:pt x="27675" y="0"/>
                </a:lnTo>
                <a:lnTo>
                  <a:pt x="27675" y="87294"/>
                </a:lnTo>
                <a:cubicBezTo>
                  <a:pt x="27675" y="93088"/>
                  <a:pt x="27916" y="96697"/>
                  <a:pt x="28399" y="98120"/>
                </a:cubicBezTo>
                <a:cubicBezTo>
                  <a:pt x="28882" y="99543"/>
                  <a:pt x="29886" y="100636"/>
                  <a:pt x="31411" y="101398"/>
                </a:cubicBezTo>
                <a:cubicBezTo>
                  <a:pt x="32935" y="102161"/>
                  <a:pt x="36036" y="102593"/>
                  <a:pt x="40712" y="102695"/>
                </a:cubicBezTo>
                <a:lnTo>
                  <a:pt x="40712" y="105515"/>
                </a:lnTo>
                <a:lnTo>
                  <a:pt x="1830" y="105515"/>
                </a:lnTo>
                <a:lnTo>
                  <a:pt x="1830" y="102695"/>
                </a:lnTo>
                <a:cubicBezTo>
                  <a:pt x="6709" y="102593"/>
                  <a:pt x="9860" y="102174"/>
                  <a:pt x="11283" y="101437"/>
                </a:cubicBezTo>
                <a:cubicBezTo>
                  <a:pt x="12707" y="100700"/>
                  <a:pt x="13698" y="99708"/>
                  <a:pt x="14257" y="98463"/>
                </a:cubicBezTo>
                <a:cubicBezTo>
                  <a:pt x="14816" y="97218"/>
                  <a:pt x="15095" y="93495"/>
                  <a:pt x="15095" y="87294"/>
                </a:cubicBezTo>
                <a:lnTo>
                  <a:pt x="15095" y="31487"/>
                </a:lnTo>
                <a:cubicBezTo>
                  <a:pt x="15095" y="23965"/>
                  <a:pt x="14841" y="19136"/>
                  <a:pt x="14333" y="17001"/>
                </a:cubicBezTo>
                <a:cubicBezTo>
                  <a:pt x="13977" y="15375"/>
                  <a:pt x="13329" y="14181"/>
                  <a:pt x="12389" y="13418"/>
                </a:cubicBezTo>
                <a:cubicBezTo>
                  <a:pt x="11449" y="12656"/>
                  <a:pt x="10318" y="12275"/>
                  <a:pt x="8996" y="12275"/>
                </a:cubicBezTo>
                <a:cubicBezTo>
                  <a:pt x="7116" y="12275"/>
                  <a:pt x="4498" y="13062"/>
                  <a:pt x="1144" y="14638"/>
                </a:cubicBezTo>
                <a:lnTo>
                  <a:pt x="0" y="122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7DDDF2-58DD-4E44-A392-137C3F43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34" y="1181598"/>
            <a:ext cx="292833" cy="292833"/>
          </a:xfrm>
          <a:custGeom xmlns:a="http://schemas.openxmlformats.org/drawingml/2006/main">
            <a:pathLst>
              <a:path w="292833" h="292833">
                <a:moveTo>
                  <a:pt x="292833" y="146416"/>
                </a:moveTo>
                <a:cubicBezTo>
                  <a:pt x="292833" y="151212"/>
                  <a:pt x="292598" y="155995"/>
                  <a:pt x="292128" y="160768"/>
                </a:cubicBezTo>
                <a:cubicBezTo>
                  <a:pt x="291657" y="165540"/>
                  <a:pt x="290955" y="170278"/>
                  <a:pt x="290019" y="174981"/>
                </a:cubicBezTo>
                <a:cubicBezTo>
                  <a:pt x="289084" y="179684"/>
                  <a:pt x="287920" y="184330"/>
                  <a:pt x="286528" y="188919"/>
                </a:cubicBezTo>
                <a:cubicBezTo>
                  <a:pt x="285136" y="193507"/>
                  <a:pt x="283522" y="198017"/>
                  <a:pt x="281687" y="202447"/>
                </a:cubicBezTo>
                <a:cubicBezTo>
                  <a:pt x="279852" y="206878"/>
                  <a:pt x="277804" y="211207"/>
                  <a:pt x="275544" y="215436"/>
                </a:cubicBezTo>
                <a:cubicBezTo>
                  <a:pt x="273283" y="219665"/>
                  <a:pt x="270821" y="223774"/>
                  <a:pt x="268157" y="227761"/>
                </a:cubicBezTo>
                <a:cubicBezTo>
                  <a:pt x="265493" y="231748"/>
                  <a:pt x="262640" y="235595"/>
                  <a:pt x="259598" y="239302"/>
                </a:cubicBezTo>
                <a:cubicBezTo>
                  <a:pt x="256555" y="243009"/>
                  <a:pt x="253339" y="246557"/>
                  <a:pt x="249948" y="249948"/>
                </a:cubicBezTo>
                <a:cubicBezTo>
                  <a:pt x="246557" y="253339"/>
                  <a:pt x="243009" y="256555"/>
                  <a:pt x="239302" y="259598"/>
                </a:cubicBezTo>
                <a:cubicBezTo>
                  <a:pt x="235595" y="262640"/>
                  <a:pt x="231748" y="265493"/>
                  <a:pt x="227761" y="268157"/>
                </a:cubicBezTo>
                <a:cubicBezTo>
                  <a:pt x="223774" y="270821"/>
                  <a:pt x="219665" y="273283"/>
                  <a:pt x="215436" y="275544"/>
                </a:cubicBezTo>
                <a:cubicBezTo>
                  <a:pt x="211207" y="277804"/>
                  <a:pt x="206877" y="279852"/>
                  <a:pt x="202447" y="281687"/>
                </a:cubicBezTo>
                <a:cubicBezTo>
                  <a:pt x="198017" y="283522"/>
                  <a:pt x="193508" y="285136"/>
                  <a:pt x="188919" y="286528"/>
                </a:cubicBezTo>
                <a:cubicBezTo>
                  <a:pt x="184330" y="287920"/>
                  <a:pt x="179684" y="289084"/>
                  <a:pt x="174981" y="290019"/>
                </a:cubicBezTo>
                <a:cubicBezTo>
                  <a:pt x="170277" y="290955"/>
                  <a:pt x="165540" y="291658"/>
                  <a:pt x="160768" y="292128"/>
                </a:cubicBezTo>
                <a:cubicBezTo>
                  <a:pt x="155995" y="292598"/>
                  <a:pt x="151212" y="292833"/>
                  <a:pt x="146416" y="292833"/>
                </a:cubicBezTo>
                <a:cubicBezTo>
                  <a:pt x="141621" y="292833"/>
                  <a:pt x="136837" y="292598"/>
                  <a:pt x="132065" y="292128"/>
                </a:cubicBezTo>
                <a:cubicBezTo>
                  <a:pt x="127293" y="291658"/>
                  <a:pt x="122555" y="290955"/>
                  <a:pt x="117852" y="290019"/>
                </a:cubicBezTo>
                <a:cubicBezTo>
                  <a:pt x="113149" y="289084"/>
                  <a:pt x="108503" y="287920"/>
                  <a:pt x="103914" y="286528"/>
                </a:cubicBezTo>
                <a:cubicBezTo>
                  <a:pt x="99325" y="285136"/>
                  <a:pt x="94815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9" y="270821"/>
                  <a:pt x="65072" y="268157"/>
                </a:cubicBezTo>
                <a:cubicBezTo>
                  <a:pt x="61084" y="265493"/>
                  <a:pt x="57237" y="262640"/>
                  <a:pt x="53531" y="259598"/>
                </a:cubicBezTo>
                <a:cubicBezTo>
                  <a:pt x="49824" y="256555"/>
                  <a:pt x="46275" y="253339"/>
                  <a:pt x="42884" y="249948"/>
                </a:cubicBezTo>
                <a:cubicBezTo>
                  <a:pt x="39493" y="246557"/>
                  <a:pt x="36277" y="243009"/>
                  <a:pt x="33235" y="239302"/>
                </a:cubicBezTo>
                <a:cubicBezTo>
                  <a:pt x="30193" y="235595"/>
                  <a:pt x="27339" y="231748"/>
                  <a:pt x="24675" y="227761"/>
                </a:cubicBezTo>
                <a:cubicBezTo>
                  <a:pt x="22011" y="223774"/>
                  <a:pt x="19549" y="219665"/>
                  <a:pt x="17289" y="215436"/>
                </a:cubicBezTo>
                <a:cubicBezTo>
                  <a:pt x="15028" y="211207"/>
                  <a:pt x="12980" y="206878"/>
                  <a:pt x="11145" y="202447"/>
                </a:cubicBezTo>
                <a:cubicBezTo>
                  <a:pt x="9310" y="198017"/>
                  <a:pt x="7697" y="193507"/>
                  <a:pt x="6305" y="188919"/>
                </a:cubicBezTo>
                <a:cubicBezTo>
                  <a:pt x="4913" y="184330"/>
                  <a:pt x="3749" y="179684"/>
                  <a:pt x="2813" y="174981"/>
                </a:cubicBezTo>
                <a:cubicBezTo>
                  <a:pt x="1878" y="170278"/>
                  <a:pt x="1175" y="165540"/>
                  <a:pt x="705" y="160768"/>
                </a:cubicBezTo>
                <a:cubicBezTo>
                  <a:pt x="235" y="155995"/>
                  <a:pt x="0" y="151212"/>
                  <a:pt x="0" y="146416"/>
                </a:cubicBezTo>
                <a:cubicBezTo>
                  <a:pt x="0" y="141621"/>
                  <a:pt x="235" y="136837"/>
                  <a:pt x="705" y="132065"/>
                </a:cubicBezTo>
                <a:cubicBezTo>
                  <a:pt x="1175" y="127293"/>
                  <a:pt x="1878" y="122555"/>
                  <a:pt x="2813" y="117852"/>
                </a:cubicBezTo>
                <a:cubicBezTo>
                  <a:pt x="3749" y="113149"/>
                  <a:pt x="4913" y="108503"/>
                  <a:pt x="6305" y="103914"/>
                </a:cubicBezTo>
                <a:cubicBezTo>
                  <a:pt x="7697" y="99325"/>
                  <a:pt x="9310" y="94815"/>
                  <a:pt x="11145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9" y="73167"/>
                  <a:pt x="22011" y="69059"/>
                  <a:pt x="24675" y="65072"/>
                </a:cubicBezTo>
                <a:cubicBezTo>
                  <a:pt x="27339" y="61085"/>
                  <a:pt x="30193" y="57238"/>
                  <a:pt x="33235" y="53531"/>
                </a:cubicBezTo>
                <a:cubicBezTo>
                  <a:pt x="36277" y="49824"/>
                  <a:pt x="39493" y="46275"/>
                  <a:pt x="42884" y="42884"/>
                </a:cubicBezTo>
                <a:cubicBezTo>
                  <a:pt x="46275" y="39494"/>
                  <a:pt x="49824" y="36277"/>
                  <a:pt x="53531" y="33235"/>
                </a:cubicBezTo>
                <a:cubicBezTo>
                  <a:pt x="57237" y="30193"/>
                  <a:pt x="61084" y="27340"/>
                  <a:pt x="65072" y="24676"/>
                </a:cubicBezTo>
                <a:cubicBezTo>
                  <a:pt x="69059" y="22011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5" y="11145"/>
                </a:cubicBezTo>
                <a:cubicBezTo>
                  <a:pt x="94815" y="9310"/>
                  <a:pt x="99325" y="7697"/>
                  <a:pt x="103914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3" y="1175"/>
                  <a:pt x="132065" y="705"/>
                </a:cubicBezTo>
                <a:cubicBezTo>
                  <a:pt x="136837" y="235"/>
                  <a:pt x="141621" y="0"/>
                  <a:pt x="146416" y="0"/>
                </a:cubicBezTo>
                <a:cubicBezTo>
                  <a:pt x="151212" y="0"/>
                  <a:pt x="155995" y="235"/>
                  <a:pt x="160767" y="705"/>
                </a:cubicBezTo>
                <a:cubicBezTo>
                  <a:pt x="165540" y="1175"/>
                  <a:pt x="170277" y="1878"/>
                  <a:pt x="174981" y="2813"/>
                </a:cubicBezTo>
                <a:cubicBezTo>
                  <a:pt x="179684" y="3749"/>
                  <a:pt x="184330" y="4913"/>
                  <a:pt x="188919" y="6305"/>
                </a:cubicBezTo>
                <a:cubicBezTo>
                  <a:pt x="193507" y="7697"/>
                  <a:pt x="198017" y="9310"/>
                  <a:pt x="202447" y="11145"/>
                </a:cubicBezTo>
                <a:cubicBezTo>
                  <a:pt x="206877" y="12980"/>
                  <a:pt x="211207" y="15028"/>
                  <a:pt x="215436" y="17289"/>
                </a:cubicBezTo>
                <a:cubicBezTo>
                  <a:pt x="219665" y="19549"/>
                  <a:pt x="223773" y="22011"/>
                  <a:pt x="227760" y="24676"/>
                </a:cubicBezTo>
                <a:cubicBezTo>
                  <a:pt x="231748" y="27340"/>
                  <a:pt x="235595" y="30193"/>
                  <a:pt x="239302" y="33235"/>
                </a:cubicBezTo>
                <a:cubicBezTo>
                  <a:pt x="243009" y="36277"/>
                  <a:pt x="246557" y="39494"/>
                  <a:pt x="249948" y="42884"/>
                </a:cubicBezTo>
                <a:cubicBezTo>
                  <a:pt x="253339" y="46275"/>
                  <a:pt x="256555" y="49824"/>
                  <a:pt x="259597" y="53531"/>
                </a:cubicBezTo>
                <a:cubicBezTo>
                  <a:pt x="262640" y="57238"/>
                  <a:pt x="265493" y="61085"/>
                  <a:pt x="268157" y="65072"/>
                </a:cubicBezTo>
                <a:cubicBezTo>
                  <a:pt x="270821" y="69059"/>
                  <a:pt x="273283" y="73167"/>
                  <a:pt x="275544" y="77396"/>
                </a:cubicBezTo>
                <a:cubicBezTo>
                  <a:pt x="277804" y="81625"/>
                  <a:pt x="279852" y="85955"/>
                  <a:pt x="281687" y="90385"/>
                </a:cubicBezTo>
                <a:cubicBezTo>
                  <a:pt x="283522" y="94815"/>
                  <a:pt x="285136" y="99325"/>
                  <a:pt x="286528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5" y="122555"/>
                  <a:pt x="291657" y="127293"/>
                  <a:pt x="292127" y="132065"/>
                </a:cubicBezTo>
                <a:cubicBezTo>
                  <a:pt x="292598" y="136837"/>
                  <a:pt x="292833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D746E7-B991-46B7-9322-978C3ED1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34" y="1181598"/>
            <a:ext cx="292833" cy="292833"/>
          </a:xfrm>
          <a:custGeom xmlns:a="http://schemas.openxmlformats.org/drawingml/2006/main">
            <a:pathLst>
              <a:path w="292833" h="292833" fill="none">
                <a:moveTo>
                  <a:pt x="292833" y="146416"/>
                </a:moveTo>
                <a:cubicBezTo>
                  <a:pt x="292833" y="151212"/>
                  <a:pt x="292598" y="155995"/>
                  <a:pt x="292128" y="160768"/>
                </a:cubicBezTo>
                <a:cubicBezTo>
                  <a:pt x="291657" y="165540"/>
                  <a:pt x="290955" y="170278"/>
                  <a:pt x="290019" y="174981"/>
                </a:cubicBezTo>
                <a:cubicBezTo>
                  <a:pt x="289084" y="179684"/>
                  <a:pt x="287920" y="184330"/>
                  <a:pt x="286528" y="188919"/>
                </a:cubicBezTo>
                <a:cubicBezTo>
                  <a:pt x="285136" y="193507"/>
                  <a:pt x="283522" y="198017"/>
                  <a:pt x="281687" y="202447"/>
                </a:cubicBezTo>
                <a:cubicBezTo>
                  <a:pt x="279852" y="206878"/>
                  <a:pt x="277804" y="211207"/>
                  <a:pt x="275544" y="215436"/>
                </a:cubicBezTo>
                <a:cubicBezTo>
                  <a:pt x="273283" y="219665"/>
                  <a:pt x="270821" y="223774"/>
                  <a:pt x="268157" y="227761"/>
                </a:cubicBezTo>
                <a:cubicBezTo>
                  <a:pt x="265493" y="231748"/>
                  <a:pt x="262640" y="235595"/>
                  <a:pt x="259598" y="239302"/>
                </a:cubicBezTo>
                <a:cubicBezTo>
                  <a:pt x="256555" y="243009"/>
                  <a:pt x="253339" y="246557"/>
                  <a:pt x="249948" y="249948"/>
                </a:cubicBezTo>
                <a:cubicBezTo>
                  <a:pt x="246557" y="253339"/>
                  <a:pt x="243009" y="256555"/>
                  <a:pt x="239302" y="259598"/>
                </a:cubicBezTo>
                <a:cubicBezTo>
                  <a:pt x="235595" y="262640"/>
                  <a:pt x="231748" y="265493"/>
                  <a:pt x="227761" y="268157"/>
                </a:cubicBezTo>
                <a:cubicBezTo>
                  <a:pt x="223774" y="270821"/>
                  <a:pt x="219665" y="273283"/>
                  <a:pt x="215436" y="275544"/>
                </a:cubicBezTo>
                <a:cubicBezTo>
                  <a:pt x="211207" y="277804"/>
                  <a:pt x="206877" y="279852"/>
                  <a:pt x="202447" y="281687"/>
                </a:cubicBezTo>
                <a:cubicBezTo>
                  <a:pt x="198017" y="283522"/>
                  <a:pt x="193508" y="285136"/>
                  <a:pt x="188919" y="286528"/>
                </a:cubicBezTo>
                <a:cubicBezTo>
                  <a:pt x="184330" y="287920"/>
                  <a:pt x="179684" y="289084"/>
                  <a:pt x="174981" y="290019"/>
                </a:cubicBezTo>
                <a:cubicBezTo>
                  <a:pt x="170277" y="290955"/>
                  <a:pt x="165540" y="291658"/>
                  <a:pt x="160768" y="292128"/>
                </a:cubicBezTo>
                <a:cubicBezTo>
                  <a:pt x="155995" y="292598"/>
                  <a:pt x="151212" y="292833"/>
                  <a:pt x="146416" y="292833"/>
                </a:cubicBezTo>
                <a:cubicBezTo>
                  <a:pt x="141621" y="292833"/>
                  <a:pt x="136837" y="292598"/>
                  <a:pt x="132065" y="292128"/>
                </a:cubicBezTo>
                <a:cubicBezTo>
                  <a:pt x="127293" y="291658"/>
                  <a:pt x="122555" y="290955"/>
                  <a:pt x="117852" y="290019"/>
                </a:cubicBezTo>
                <a:cubicBezTo>
                  <a:pt x="113149" y="289084"/>
                  <a:pt x="108503" y="287920"/>
                  <a:pt x="103914" y="286528"/>
                </a:cubicBezTo>
                <a:cubicBezTo>
                  <a:pt x="99325" y="285136"/>
                  <a:pt x="94815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9" y="270821"/>
                  <a:pt x="65072" y="268157"/>
                </a:cubicBezTo>
                <a:cubicBezTo>
                  <a:pt x="61084" y="265493"/>
                  <a:pt x="57237" y="262640"/>
                  <a:pt x="53531" y="259598"/>
                </a:cubicBezTo>
                <a:cubicBezTo>
                  <a:pt x="49824" y="256555"/>
                  <a:pt x="46275" y="253339"/>
                  <a:pt x="42884" y="249948"/>
                </a:cubicBezTo>
                <a:cubicBezTo>
                  <a:pt x="39493" y="246557"/>
                  <a:pt x="36277" y="243009"/>
                  <a:pt x="33235" y="239302"/>
                </a:cubicBezTo>
                <a:cubicBezTo>
                  <a:pt x="30193" y="235595"/>
                  <a:pt x="27339" y="231748"/>
                  <a:pt x="24675" y="227761"/>
                </a:cubicBezTo>
                <a:cubicBezTo>
                  <a:pt x="22011" y="223774"/>
                  <a:pt x="19549" y="219665"/>
                  <a:pt x="17289" y="215436"/>
                </a:cubicBezTo>
                <a:cubicBezTo>
                  <a:pt x="15028" y="211207"/>
                  <a:pt x="12980" y="206878"/>
                  <a:pt x="11145" y="202447"/>
                </a:cubicBezTo>
                <a:cubicBezTo>
                  <a:pt x="9310" y="198017"/>
                  <a:pt x="7697" y="193507"/>
                  <a:pt x="6305" y="188919"/>
                </a:cubicBezTo>
                <a:cubicBezTo>
                  <a:pt x="4913" y="184330"/>
                  <a:pt x="3749" y="179684"/>
                  <a:pt x="2813" y="174981"/>
                </a:cubicBezTo>
                <a:cubicBezTo>
                  <a:pt x="1878" y="170278"/>
                  <a:pt x="1175" y="165540"/>
                  <a:pt x="705" y="160768"/>
                </a:cubicBezTo>
                <a:cubicBezTo>
                  <a:pt x="235" y="155995"/>
                  <a:pt x="0" y="151212"/>
                  <a:pt x="0" y="146416"/>
                </a:cubicBezTo>
                <a:cubicBezTo>
                  <a:pt x="0" y="141621"/>
                  <a:pt x="235" y="136837"/>
                  <a:pt x="705" y="132065"/>
                </a:cubicBezTo>
                <a:cubicBezTo>
                  <a:pt x="1175" y="127293"/>
                  <a:pt x="1878" y="122555"/>
                  <a:pt x="2813" y="117852"/>
                </a:cubicBezTo>
                <a:cubicBezTo>
                  <a:pt x="3749" y="113149"/>
                  <a:pt x="4913" y="108503"/>
                  <a:pt x="6305" y="103914"/>
                </a:cubicBezTo>
                <a:cubicBezTo>
                  <a:pt x="7697" y="99325"/>
                  <a:pt x="9310" y="94815"/>
                  <a:pt x="11145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9" y="73167"/>
                  <a:pt x="22011" y="69059"/>
                  <a:pt x="24675" y="65072"/>
                </a:cubicBezTo>
                <a:cubicBezTo>
                  <a:pt x="27339" y="61085"/>
                  <a:pt x="30193" y="57238"/>
                  <a:pt x="33235" y="53531"/>
                </a:cubicBezTo>
                <a:cubicBezTo>
                  <a:pt x="36277" y="49824"/>
                  <a:pt x="39493" y="46275"/>
                  <a:pt x="42884" y="42884"/>
                </a:cubicBezTo>
                <a:cubicBezTo>
                  <a:pt x="46275" y="39494"/>
                  <a:pt x="49824" y="36277"/>
                  <a:pt x="53531" y="33235"/>
                </a:cubicBezTo>
                <a:cubicBezTo>
                  <a:pt x="57237" y="30193"/>
                  <a:pt x="61084" y="27340"/>
                  <a:pt x="65072" y="24676"/>
                </a:cubicBezTo>
                <a:cubicBezTo>
                  <a:pt x="69059" y="22011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5" y="11145"/>
                </a:cubicBezTo>
                <a:cubicBezTo>
                  <a:pt x="94815" y="9310"/>
                  <a:pt x="99325" y="7697"/>
                  <a:pt x="103914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3" y="1175"/>
                  <a:pt x="132065" y="705"/>
                </a:cubicBezTo>
                <a:cubicBezTo>
                  <a:pt x="136837" y="235"/>
                  <a:pt x="141621" y="0"/>
                  <a:pt x="146416" y="0"/>
                </a:cubicBezTo>
                <a:cubicBezTo>
                  <a:pt x="151212" y="0"/>
                  <a:pt x="155995" y="235"/>
                  <a:pt x="160767" y="705"/>
                </a:cubicBezTo>
                <a:cubicBezTo>
                  <a:pt x="165540" y="1175"/>
                  <a:pt x="170277" y="1878"/>
                  <a:pt x="174981" y="2813"/>
                </a:cubicBezTo>
                <a:cubicBezTo>
                  <a:pt x="179684" y="3749"/>
                  <a:pt x="184330" y="4913"/>
                  <a:pt x="188919" y="6305"/>
                </a:cubicBezTo>
                <a:cubicBezTo>
                  <a:pt x="193507" y="7697"/>
                  <a:pt x="198017" y="9310"/>
                  <a:pt x="202447" y="11145"/>
                </a:cubicBezTo>
                <a:cubicBezTo>
                  <a:pt x="206877" y="12980"/>
                  <a:pt x="211207" y="15028"/>
                  <a:pt x="215436" y="17289"/>
                </a:cubicBezTo>
                <a:cubicBezTo>
                  <a:pt x="219665" y="19549"/>
                  <a:pt x="223773" y="22011"/>
                  <a:pt x="227760" y="24676"/>
                </a:cubicBezTo>
                <a:cubicBezTo>
                  <a:pt x="231748" y="27340"/>
                  <a:pt x="235595" y="30193"/>
                  <a:pt x="239302" y="33235"/>
                </a:cubicBezTo>
                <a:cubicBezTo>
                  <a:pt x="243009" y="36277"/>
                  <a:pt x="246557" y="39494"/>
                  <a:pt x="249948" y="42884"/>
                </a:cubicBezTo>
                <a:cubicBezTo>
                  <a:pt x="253339" y="46275"/>
                  <a:pt x="256555" y="49824"/>
                  <a:pt x="259597" y="53531"/>
                </a:cubicBezTo>
                <a:cubicBezTo>
                  <a:pt x="262640" y="57238"/>
                  <a:pt x="265493" y="61085"/>
                  <a:pt x="268157" y="65072"/>
                </a:cubicBezTo>
                <a:cubicBezTo>
                  <a:pt x="270821" y="69059"/>
                  <a:pt x="273283" y="73167"/>
                  <a:pt x="275544" y="77396"/>
                </a:cubicBezTo>
                <a:cubicBezTo>
                  <a:pt x="277804" y="81625"/>
                  <a:pt x="279852" y="85955"/>
                  <a:pt x="281687" y="90385"/>
                </a:cubicBezTo>
                <a:cubicBezTo>
                  <a:pt x="283522" y="94815"/>
                  <a:pt x="285136" y="99325"/>
                  <a:pt x="286528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5" y="122555"/>
                  <a:pt x="291657" y="127293"/>
                  <a:pt x="292127" y="132065"/>
                </a:cubicBezTo>
                <a:cubicBezTo>
                  <a:pt x="292598" y="136837"/>
                  <a:pt x="292833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18" name="Text s">
            <a:extLst xmlns:a="http://schemas.openxmlformats.org/drawingml/2006/main">
              <a:ext uri="{FF2B5EF4-FFF2-40B4-BE49-F238E27FC236}">
                <a16:creationId xmlns:a16="http://schemas.microsoft.com/office/drawing/2014/main" id="{536CE9B6-5EBF-45CE-AAD4-663BE055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984" y="1282867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2">
            <a:extLst xmlns:a="http://schemas.openxmlformats.org/drawingml/2006/main">
              <a:ext uri="{FF2B5EF4-FFF2-40B4-BE49-F238E27FC236}">
                <a16:creationId xmlns:a16="http://schemas.microsoft.com/office/drawing/2014/main" id="{8BC47BA4-EA13-46A2-8B69-B4FB1E06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121" y="1306839"/>
            <a:ext cx="68234" cy="105515"/>
          </a:xfrm>
          <a:custGeom xmlns:a="http://schemas.openxmlformats.org/drawingml/2006/main">
            <a:pathLst>
              <a:path w="68234" h="105515">
                <a:moveTo>
                  <a:pt x="68234" y="85541"/>
                </a:moveTo>
                <a:lnTo>
                  <a:pt x="60992" y="105515"/>
                </a:lnTo>
                <a:lnTo>
                  <a:pt x="0" y="105515"/>
                </a:lnTo>
                <a:lnTo>
                  <a:pt x="0" y="102690"/>
                </a:lnTo>
                <a:cubicBezTo>
                  <a:pt x="17942" y="86297"/>
                  <a:pt x="30572" y="72908"/>
                  <a:pt x="37891" y="62523"/>
                </a:cubicBezTo>
                <a:cubicBezTo>
                  <a:pt x="45210" y="52137"/>
                  <a:pt x="48869" y="42642"/>
                  <a:pt x="48869" y="34039"/>
                </a:cubicBezTo>
                <a:cubicBezTo>
                  <a:pt x="48869" y="27472"/>
                  <a:pt x="46862" y="22077"/>
                  <a:pt x="42847" y="17852"/>
                </a:cubicBezTo>
                <a:cubicBezTo>
                  <a:pt x="38831" y="13625"/>
                  <a:pt x="34028" y="11512"/>
                  <a:pt x="28437" y="11512"/>
                </a:cubicBezTo>
                <a:cubicBezTo>
                  <a:pt x="23355" y="11512"/>
                  <a:pt x="18793" y="13005"/>
                  <a:pt x="14752" y="15991"/>
                </a:cubicBezTo>
                <a:cubicBezTo>
                  <a:pt x="10712" y="18977"/>
                  <a:pt x="7726" y="23355"/>
                  <a:pt x="5794" y="29123"/>
                </a:cubicBezTo>
                <a:lnTo>
                  <a:pt x="2973" y="29123"/>
                </a:lnTo>
                <a:cubicBezTo>
                  <a:pt x="4244" y="19744"/>
                  <a:pt x="7510" y="12546"/>
                  <a:pt x="12770" y="7529"/>
                </a:cubicBezTo>
                <a:cubicBezTo>
                  <a:pt x="18031" y="2510"/>
                  <a:pt x="24600" y="0"/>
                  <a:pt x="32478" y="0"/>
                </a:cubicBezTo>
                <a:cubicBezTo>
                  <a:pt x="40864" y="0"/>
                  <a:pt x="47866" y="2694"/>
                  <a:pt x="53482" y="8081"/>
                </a:cubicBezTo>
                <a:cubicBezTo>
                  <a:pt x="59098" y="13469"/>
                  <a:pt x="61906" y="19822"/>
                  <a:pt x="61906" y="27141"/>
                </a:cubicBezTo>
                <a:cubicBezTo>
                  <a:pt x="61906" y="32376"/>
                  <a:pt x="60687" y="37611"/>
                  <a:pt x="58247" y="42847"/>
                </a:cubicBezTo>
                <a:cubicBezTo>
                  <a:pt x="54486" y="51080"/>
                  <a:pt x="48387" y="59797"/>
                  <a:pt x="39949" y="68997"/>
                </a:cubicBezTo>
                <a:cubicBezTo>
                  <a:pt x="27294" y="82821"/>
                  <a:pt x="19390" y="91157"/>
                  <a:pt x="16239" y="94003"/>
                </a:cubicBezTo>
                <a:lnTo>
                  <a:pt x="43228" y="94003"/>
                </a:lnTo>
                <a:cubicBezTo>
                  <a:pt x="48717" y="94003"/>
                  <a:pt x="52567" y="93798"/>
                  <a:pt x="54778" y="93389"/>
                </a:cubicBezTo>
                <a:cubicBezTo>
                  <a:pt x="56989" y="92977"/>
                  <a:pt x="58984" y="92143"/>
                  <a:pt x="60763" y="90887"/>
                </a:cubicBezTo>
                <a:cubicBezTo>
                  <a:pt x="62542" y="89631"/>
                  <a:pt x="64092" y="87848"/>
                  <a:pt x="65413" y="85541"/>
                </a:cubicBezTo>
                <a:lnTo>
                  <a:pt x="68234" y="855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26B8F7-D757-4660-B2EF-24BE32E5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838" y="1328014"/>
            <a:ext cx="355089" cy="10"/>
          </a:xfrm>
          <a:custGeom xmlns:a="http://schemas.openxmlformats.org/drawingml/2006/main">
            <a:pathLst>
              <a:path w="355089" h="1" fill="none">
                <a:moveTo>
                  <a:pt x="0" y="0"/>
                </a:moveTo>
                <a:lnTo>
                  <a:pt x="355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A941F6-09F7-4056-9C1B-B5390F4C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678" y="1307516"/>
            <a:ext cx="40997" cy="40997"/>
          </a:xfrm>
          <a:custGeom xmlns:a="http://schemas.openxmlformats.org/drawingml/2006/main">
            <a:pathLst>
              <a:path w="40997" h="40997">
                <a:moveTo>
                  <a:pt x="40997" y="20498"/>
                </a:moveTo>
                <a:lnTo>
                  <a:pt x="0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785EE4-C5F8-48E4-A193-7AFD3510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678" y="1307516"/>
            <a:ext cx="40997" cy="40997"/>
          </a:xfrm>
          <a:custGeom xmlns:a="http://schemas.openxmlformats.org/drawingml/2006/main">
            <a:pathLst>
              <a:path w="40997" h="40997" fill="none">
                <a:moveTo>
                  <a:pt x="40997" y="20498"/>
                </a:moveTo>
                <a:lnTo>
                  <a:pt x="0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BEAFBD-7D1E-4FAF-938C-39B4C46E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319" y="1181598"/>
            <a:ext cx="292833" cy="292833"/>
          </a:xfrm>
          <a:custGeom xmlns:a="http://schemas.openxmlformats.org/drawingml/2006/main">
            <a:pathLst>
              <a:path w="292833" h="292833">
                <a:moveTo>
                  <a:pt x="292833" y="146416"/>
                </a:moveTo>
                <a:cubicBezTo>
                  <a:pt x="292833" y="151212"/>
                  <a:pt x="292598" y="155995"/>
                  <a:pt x="292127" y="160768"/>
                </a:cubicBezTo>
                <a:cubicBezTo>
                  <a:pt x="291658" y="165540"/>
                  <a:pt x="290955" y="170278"/>
                  <a:pt x="290019" y="174981"/>
                </a:cubicBezTo>
                <a:cubicBezTo>
                  <a:pt x="289084" y="179684"/>
                  <a:pt x="287920" y="184330"/>
                  <a:pt x="286528" y="188919"/>
                </a:cubicBezTo>
                <a:cubicBezTo>
                  <a:pt x="285136" y="193507"/>
                  <a:pt x="283522" y="198017"/>
                  <a:pt x="281687" y="202447"/>
                </a:cubicBezTo>
                <a:cubicBezTo>
                  <a:pt x="279852" y="206878"/>
                  <a:pt x="277804" y="211207"/>
                  <a:pt x="275544" y="215436"/>
                </a:cubicBezTo>
                <a:cubicBezTo>
                  <a:pt x="273283" y="219665"/>
                  <a:pt x="270821" y="223774"/>
                  <a:pt x="268157" y="227761"/>
                </a:cubicBezTo>
                <a:cubicBezTo>
                  <a:pt x="265493" y="231748"/>
                  <a:pt x="262640" y="235595"/>
                  <a:pt x="259598" y="239302"/>
                </a:cubicBezTo>
                <a:cubicBezTo>
                  <a:pt x="256555" y="243009"/>
                  <a:pt x="253339" y="246557"/>
                  <a:pt x="249948" y="249948"/>
                </a:cubicBezTo>
                <a:cubicBezTo>
                  <a:pt x="246557" y="253339"/>
                  <a:pt x="243009" y="256555"/>
                  <a:pt x="239302" y="259598"/>
                </a:cubicBezTo>
                <a:cubicBezTo>
                  <a:pt x="235595" y="262640"/>
                  <a:pt x="231748" y="265493"/>
                  <a:pt x="227761" y="268157"/>
                </a:cubicBezTo>
                <a:cubicBezTo>
                  <a:pt x="223774" y="270821"/>
                  <a:pt x="219665" y="273283"/>
                  <a:pt x="215436" y="275544"/>
                </a:cubicBezTo>
                <a:cubicBezTo>
                  <a:pt x="211207" y="277804"/>
                  <a:pt x="206877" y="279852"/>
                  <a:pt x="202447" y="281687"/>
                </a:cubicBezTo>
                <a:cubicBezTo>
                  <a:pt x="198017" y="283522"/>
                  <a:pt x="193507" y="285136"/>
                  <a:pt x="188919" y="286528"/>
                </a:cubicBezTo>
                <a:cubicBezTo>
                  <a:pt x="184330" y="287920"/>
                  <a:pt x="179684" y="289084"/>
                  <a:pt x="174980" y="290019"/>
                </a:cubicBezTo>
                <a:cubicBezTo>
                  <a:pt x="170277" y="290955"/>
                  <a:pt x="165540" y="291658"/>
                  <a:pt x="160768" y="292128"/>
                </a:cubicBezTo>
                <a:cubicBezTo>
                  <a:pt x="155995" y="292598"/>
                  <a:pt x="151212" y="292833"/>
                  <a:pt x="146416" y="292833"/>
                </a:cubicBezTo>
                <a:cubicBezTo>
                  <a:pt x="141621" y="292833"/>
                  <a:pt x="136837" y="292598"/>
                  <a:pt x="132065" y="292128"/>
                </a:cubicBezTo>
                <a:cubicBezTo>
                  <a:pt x="127293" y="291658"/>
                  <a:pt x="122555" y="290955"/>
                  <a:pt x="117852" y="290019"/>
                </a:cubicBezTo>
                <a:cubicBezTo>
                  <a:pt x="113148" y="289084"/>
                  <a:pt x="108503" y="287920"/>
                  <a:pt x="103914" y="286528"/>
                </a:cubicBezTo>
                <a:cubicBezTo>
                  <a:pt x="99325" y="285136"/>
                  <a:pt x="94815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9" y="270821"/>
                  <a:pt x="65071" y="268157"/>
                </a:cubicBezTo>
                <a:cubicBezTo>
                  <a:pt x="61084" y="265493"/>
                  <a:pt x="57237" y="262640"/>
                  <a:pt x="53531" y="259598"/>
                </a:cubicBezTo>
                <a:cubicBezTo>
                  <a:pt x="49824" y="256555"/>
                  <a:pt x="46275" y="253339"/>
                  <a:pt x="42884" y="249948"/>
                </a:cubicBezTo>
                <a:cubicBezTo>
                  <a:pt x="39493" y="246557"/>
                  <a:pt x="36277" y="243009"/>
                  <a:pt x="33235" y="239302"/>
                </a:cubicBezTo>
                <a:cubicBezTo>
                  <a:pt x="30193" y="235595"/>
                  <a:pt x="27339" y="231748"/>
                  <a:pt x="24675" y="227761"/>
                </a:cubicBezTo>
                <a:cubicBezTo>
                  <a:pt x="22011" y="223774"/>
                  <a:pt x="19549" y="219665"/>
                  <a:pt x="17288" y="215436"/>
                </a:cubicBezTo>
                <a:cubicBezTo>
                  <a:pt x="15028" y="211207"/>
                  <a:pt x="12980" y="206878"/>
                  <a:pt x="11145" y="202447"/>
                </a:cubicBezTo>
                <a:cubicBezTo>
                  <a:pt x="9310" y="198017"/>
                  <a:pt x="7696" y="193507"/>
                  <a:pt x="6304" y="188919"/>
                </a:cubicBezTo>
                <a:cubicBezTo>
                  <a:pt x="4912" y="184330"/>
                  <a:pt x="3749" y="179684"/>
                  <a:pt x="2813" y="174981"/>
                </a:cubicBezTo>
                <a:cubicBezTo>
                  <a:pt x="1878" y="170278"/>
                  <a:pt x="1175" y="165540"/>
                  <a:pt x="705" y="160768"/>
                </a:cubicBezTo>
                <a:cubicBezTo>
                  <a:pt x="235" y="155995"/>
                  <a:pt x="0" y="151212"/>
                  <a:pt x="0" y="146416"/>
                </a:cubicBezTo>
                <a:cubicBezTo>
                  <a:pt x="0" y="141621"/>
                  <a:pt x="235" y="136837"/>
                  <a:pt x="705" y="132065"/>
                </a:cubicBezTo>
                <a:cubicBezTo>
                  <a:pt x="1175" y="127293"/>
                  <a:pt x="1878" y="122555"/>
                  <a:pt x="2813" y="117852"/>
                </a:cubicBezTo>
                <a:cubicBezTo>
                  <a:pt x="3749" y="113149"/>
                  <a:pt x="4912" y="108503"/>
                  <a:pt x="6304" y="103914"/>
                </a:cubicBezTo>
                <a:cubicBezTo>
                  <a:pt x="7696" y="99325"/>
                  <a:pt x="9310" y="94815"/>
                  <a:pt x="11145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9" y="73167"/>
                  <a:pt x="22011" y="69059"/>
                  <a:pt x="24675" y="65072"/>
                </a:cubicBezTo>
                <a:cubicBezTo>
                  <a:pt x="27339" y="61085"/>
                  <a:pt x="30193" y="57238"/>
                  <a:pt x="33235" y="53531"/>
                </a:cubicBezTo>
                <a:cubicBezTo>
                  <a:pt x="36277" y="49824"/>
                  <a:pt x="39493" y="46275"/>
                  <a:pt x="42884" y="42884"/>
                </a:cubicBezTo>
                <a:cubicBezTo>
                  <a:pt x="46275" y="39494"/>
                  <a:pt x="49824" y="36277"/>
                  <a:pt x="53531" y="33235"/>
                </a:cubicBezTo>
                <a:cubicBezTo>
                  <a:pt x="57237" y="30193"/>
                  <a:pt x="61084" y="27340"/>
                  <a:pt x="65071" y="24676"/>
                </a:cubicBezTo>
                <a:cubicBezTo>
                  <a:pt x="69059" y="22011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5" y="11145"/>
                </a:cubicBezTo>
                <a:cubicBezTo>
                  <a:pt x="94815" y="9310"/>
                  <a:pt x="99325" y="7697"/>
                  <a:pt x="103914" y="6305"/>
                </a:cubicBezTo>
                <a:cubicBezTo>
                  <a:pt x="108503" y="4913"/>
                  <a:pt x="113148" y="3749"/>
                  <a:pt x="117852" y="2813"/>
                </a:cubicBezTo>
                <a:cubicBezTo>
                  <a:pt x="122555" y="1878"/>
                  <a:pt x="127293" y="1175"/>
                  <a:pt x="132065" y="705"/>
                </a:cubicBezTo>
                <a:cubicBezTo>
                  <a:pt x="136837" y="235"/>
                  <a:pt x="141621" y="0"/>
                  <a:pt x="146416" y="0"/>
                </a:cubicBezTo>
                <a:cubicBezTo>
                  <a:pt x="151212" y="0"/>
                  <a:pt x="155995" y="235"/>
                  <a:pt x="160768" y="705"/>
                </a:cubicBezTo>
                <a:cubicBezTo>
                  <a:pt x="165540" y="1175"/>
                  <a:pt x="170277" y="1878"/>
                  <a:pt x="174980" y="2813"/>
                </a:cubicBezTo>
                <a:cubicBezTo>
                  <a:pt x="179684" y="3749"/>
                  <a:pt x="184330" y="4913"/>
                  <a:pt x="188919" y="6305"/>
                </a:cubicBezTo>
                <a:cubicBezTo>
                  <a:pt x="193507" y="7697"/>
                  <a:pt x="198017" y="9310"/>
                  <a:pt x="202447" y="11145"/>
                </a:cubicBezTo>
                <a:cubicBezTo>
                  <a:pt x="206877" y="12980"/>
                  <a:pt x="211207" y="15028"/>
                  <a:pt x="215436" y="17289"/>
                </a:cubicBezTo>
                <a:cubicBezTo>
                  <a:pt x="219665" y="19549"/>
                  <a:pt x="223774" y="22011"/>
                  <a:pt x="227760" y="24676"/>
                </a:cubicBezTo>
                <a:cubicBezTo>
                  <a:pt x="231748" y="27340"/>
                  <a:pt x="235595" y="30193"/>
                  <a:pt x="239302" y="33235"/>
                </a:cubicBezTo>
                <a:cubicBezTo>
                  <a:pt x="243009" y="36277"/>
                  <a:pt x="246557" y="39494"/>
                  <a:pt x="249948" y="42884"/>
                </a:cubicBezTo>
                <a:cubicBezTo>
                  <a:pt x="253339" y="46275"/>
                  <a:pt x="256555" y="49824"/>
                  <a:pt x="259598" y="53531"/>
                </a:cubicBezTo>
                <a:cubicBezTo>
                  <a:pt x="262640" y="57238"/>
                  <a:pt x="265493" y="61085"/>
                  <a:pt x="268157" y="65072"/>
                </a:cubicBezTo>
                <a:cubicBezTo>
                  <a:pt x="270821" y="69059"/>
                  <a:pt x="273283" y="73167"/>
                  <a:pt x="275544" y="77396"/>
                </a:cubicBezTo>
                <a:cubicBezTo>
                  <a:pt x="277804" y="81625"/>
                  <a:pt x="279852" y="85955"/>
                  <a:pt x="281687" y="90385"/>
                </a:cubicBezTo>
                <a:cubicBezTo>
                  <a:pt x="283522" y="94815"/>
                  <a:pt x="285136" y="99325"/>
                  <a:pt x="286528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5" y="122555"/>
                  <a:pt x="291658" y="127293"/>
                  <a:pt x="292127" y="132065"/>
                </a:cubicBezTo>
                <a:cubicBezTo>
                  <a:pt x="292598" y="136837"/>
                  <a:pt x="292833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7B1475-374A-4F63-AE32-99AA3C58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319" y="1181598"/>
            <a:ext cx="292833" cy="292833"/>
          </a:xfrm>
          <a:custGeom xmlns:a="http://schemas.openxmlformats.org/drawingml/2006/main">
            <a:pathLst>
              <a:path w="292833" h="292833" fill="none">
                <a:moveTo>
                  <a:pt x="292833" y="146416"/>
                </a:moveTo>
                <a:cubicBezTo>
                  <a:pt x="292833" y="151212"/>
                  <a:pt x="292598" y="155995"/>
                  <a:pt x="292127" y="160768"/>
                </a:cubicBezTo>
                <a:cubicBezTo>
                  <a:pt x="291658" y="165540"/>
                  <a:pt x="290955" y="170278"/>
                  <a:pt x="290019" y="174981"/>
                </a:cubicBezTo>
                <a:cubicBezTo>
                  <a:pt x="289084" y="179684"/>
                  <a:pt x="287920" y="184330"/>
                  <a:pt x="286528" y="188919"/>
                </a:cubicBezTo>
                <a:cubicBezTo>
                  <a:pt x="285136" y="193507"/>
                  <a:pt x="283522" y="198017"/>
                  <a:pt x="281687" y="202447"/>
                </a:cubicBezTo>
                <a:cubicBezTo>
                  <a:pt x="279852" y="206878"/>
                  <a:pt x="277804" y="211207"/>
                  <a:pt x="275544" y="215436"/>
                </a:cubicBezTo>
                <a:cubicBezTo>
                  <a:pt x="273283" y="219665"/>
                  <a:pt x="270821" y="223774"/>
                  <a:pt x="268157" y="227761"/>
                </a:cubicBezTo>
                <a:cubicBezTo>
                  <a:pt x="265493" y="231748"/>
                  <a:pt x="262640" y="235595"/>
                  <a:pt x="259598" y="239302"/>
                </a:cubicBezTo>
                <a:cubicBezTo>
                  <a:pt x="256555" y="243009"/>
                  <a:pt x="253339" y="246557"/>
                  <a:pt x="249948" y="249948"/>
                </a:cubicBezTo>
                <a:cubicBezTo>
                  <a:pt x="246557" y="253339"/>
                  <a:pt x="243009" y="256555"/>
                  <a:pt x="239302" y="259598"/>
                </a:cubicBezTo>
                <a:cubicBezTo>
                  <a:pt x="235595" y="262640"/>
                  <a:pt x="231748" y="265493"/>
                  <a:pt x="227761" y="268157"/>
                </a:cubicBezTo>
                <a:cubicBezTo>
                  <a:pt x="223774" y="270821"/>
                  <a:pt x="219665" y="273283"/>
                  <a:pt x="215436" y="275544"/>
                </a:cubicBezTo>
                <a:cubicBezTo>
                  <a:pt x="211207" y="277804"/>
                  <a:pt x="206877" y="279852"/>
                  <a:pt x="202447" y="281687"/>
                </a:cubicBezTo>
                <a:cubicBezTo>
                  <a:pt x="198017" y="283522"/>
                  <a:pt x="193507" y="285136"/>
                  <a:pt x="188919" y="286528"/>
                </a:cubicBezTo>
                <a:cubicBezTo>
                  <a:pt x="184330" y="287920"/>
                  <a:pt x="179684" y="289084"/>
                  <a:pt x="174980" y="290019"/>
                </a:cubicBezTo>
                <a:cubicBezTo>
                  <a:pt x="170277" y="290955"/>
                  <a:pt x="165540" y="291658"/>
                  <a:pt x="160768" y="292128"/>
                </a:cubicBezTo>
                <a:cubicBezTo>
                  <a:pt x="155995" y="292598"/>
                  <a:pt x="151212" y="292833"/>
                  <a:pt x="146416" y="292833"/>
                </a:cubicBezTo>
                <a:cubicBezTo>
                  <a:pt x="141621" y="292833"/>
                  <a:pt x="136837" y="292598"/>
                  <a:pt x="132065" y="292128"/>
                </a:cubicBezTo>
                <a:cubicBezTo>
                  <a:pt x="127293" y="291658"/>
                  <a:pt x="122555" y="290955"/>
                  <a:pt x="117852" y="290019"/>
                </a:cubicBezTo>
                <a:cubicBezTo>
                  <a:pt x="113148" y="289084"/>
                  <a:pt x="108503" y="287920"/>
                  <a:pt x="103914" y="286528"/>
                </a:cubicBezTo>
                <a:cubicBezTo>
                  <a:pt x="99325" y="285136"/>
                  <a:pt x="94815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9" y="270821"/>
                  <a:pt x="65071" y="268157"/>
                </a:cubicBezTo>
                <a:cubicBezTo>
                  <a:pt x="61084" y="265493"/>
                  <a:pt x="57237" y="262640"/>
                  <a:pt x="53531" y="259598"/>
                </a:cubicBezTo>
                <a:cubicBezTo>
                  <a:pt x="49824" y="256555"/>
                  <a:pt x="46275" y="253339"/>
                  <a:pt x="42884" y="249948"/>
                </a:cubicBezTo>
                <a:cubicBezTo>
                  <a:pt x="39493" y="246557"/>
                  <a:pt x="36277" y="243009"/>
                  <a:pt x="33235" y="239302"/>
                </a:cubicBezTo>
                <a:cubicBezTo>
                  <a:pt x="30193" y="235595"/>
                  <a:pt x="27339" y="231748"/>
                  <a:pt x="24675" y="227761"/>
                </a:cubicBezTo>
                <a:cubicBezTo>
                  <a:pt x="22011" y="223774"/>
                  <a:pt x="19549" y="219665"/>
                  <a:pt x="17288" y="215436"/>
                </a:cubicBezTo>
                <a:cubicBezTo>
                  <a:pt x="15028" y="211207"/>
                  <a:pt x="12980" y="206878"/>
                  <a:pt x="11145" y="202447"/>
                </a:cubicBezTo>
                <a:cubicBezTo>
                  <a:pt x="9310" y="198017"/>
                  <a:pt x="7696" y="193507"/>
                  <a:pt x="6304" y="188919"/>
                </a:cubicBezTo>
                <a:cubicBezTo>
                  <a:pt x="4912" y="184330"/>
                  <a:pt x="3749" y="179684"/>
                  <a:pt x="2813" y="174981"/>
                </a:cubicBezTo>
                <a:cubicBezTo>
                  <a:pt x="1878" y="170278"/>
                  <a:pt x="1175" y="165540"/>
                  <a:pt x="705" y="160768"/>
                </a:cubicBezTo>
                <a:cubicBezTo>
                  <a:pt x="235" y="155995"/>
                  <a:pt x="0" y="151212"/>
                  <a:pt x="0" y="146416"/>
                </a:cubicBezTo>
                <a:cubicBezTo>
                  <a:pt x="0" y="141621"/>
                  <a:pt x="235" y="136837"/>
                  <a:pt x="705" y="132065"/>
                </a:cubicBezTo>
                <a:cubicBezTo>
                  <a:pt x="1175" y="127293"/>
                  <a:pt x="1878" y="122555"/>
                  <a:pt x="2813" y="117852"/>
                </a:cubicBezTo>
                <a:cubicBezTo>
                  <a:pt x="3749" y="113149"/>
                  <a:pt x="4912" y="108503"/>
                  <a:pt x="6304" y="103914"/>
                </a:cubicBezTo>
                <a:cubicBezTo>
                  <a:pt x="7696" y="99325"/>
                  <a:pt x="9310" y="94815"/>
                  <a:pt x="11145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9" y="73167"/>
                  <a:pt x="22011" y="69059"/>
                  <a:pt x="24675" y="65072"/>
                </a:cubicBezTo>
                <a:cubicBezTo>
                  <a:pt x="27339" y="61085"/>
                  <a:pt x="30193" y="57238"/>
                  <a:pt x="33235" y="53531"/>
                </a:cubicBezTo>
                <a:cubicBezTo>
                  <a:pt x="36277" y="49824"/>
                  <a:pt x="39493" y="46275"/>
                  <a:pt x="42884" y="42884"/>
                </a:cubicBezTo>
                <a:cubicBezTo>
                  <a:pt x="46275" y="39494"/>
                  <a:pt x="49824" y="36277"/>
                  <a:pt x="53531" y="33235"/>
                </a:cubicBezTo>
                <a:cubicBezTo>
                  <a:pt x="57237" y="30193"/>
                  <a:pt x="61084" y="27340"/>
                  <a:pt x="65071" y="24676"/>
                </a:cubicBezTo>
                <a:cubicBezTo>
                  <a:pt x="69059" y="22011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5" y="11145"/>
                </a:cubicBezTo>
                <a:cubicBezTo>
                  <a:pt x="94815" y="9310"/>
                  <a:pt x="99325" y="7697"/>
                  <a:pt x="103914" y="6305"/>
                </a:cubicBezTo>
                <a:cubicBezTo>
                  <a:pt x="108503" y="4913"/>
                  <a:pt x="113148" y="3749"/>
                  <a:pt x="117852" y="2813"/>
                </a:cubicBezTo>
                <a:cubicBezTo>
                  <a:pt x="122555" y="1878"/>
                  <a:pt x="127293" y="1175"/>
                  <a:pt x="132065" y="705"/>
                </a:cubicBezTo>
                <a:cubicBezTo>
                  <a:pt x="136837" y="235"/>
                  <a:pt x="141621" y="0"/>
                  <a:pt x="146416" y="0"/>
                </a:cubicBezTo>
                <a:cubicBezTo>
                  <a:pt x="151212" y="0"/>
                  <a:pt x="155995" y="235"/>
                  <a:pt x="160768" y="705"/>
                </a:cubicBezTo>
                <a:cubicBezTo>
                  <a:pt x="165540" y="1175"/>
                  <a:pt x="170277" y="1878"/>
                  <a:pt x="174980" y="2813"/>
                </a:cubicBezTo>
                <a:cubicBezTo>
                  <a:pt x="179684" y="3749"/>
                  <a:pt x="184330" y="4913"/>
                  <a:pt x="188919" y="6305"/>
                </a:cubicBezTo>
                <a:cubicBezTo>
                  <a:pt x="193507" y="7697"/>
                  <a:pt x="198017" y="9310"/>
                  <a:pt x="202447" y="11145"/>
                </a:cubicBezTo>
                <a:cubicBezTo>
                  <a:pt x="206877" y="12980"/>
                  <a:pt x="211207" y="15028"/>
                  <a:pt x="215436" y="17289"/>
                </a:cubicBezTo>
                <a:cubicBezTo>
                  <a:pt x="219665" y="19549"/>
                  <a:pt x="223774" y="22011"/>
                  <a:pt x="227760" y="24676"/>
                </a:cubicBezTo>
                <a:cubicBezTo>
                  <a:pt x="231748" y="27340"/>
                  <a:pt x="235595" y="30193"/>
                  <a:pt x="239302" y="33235"/>
                </a:cubicBezTo>
                <a:cubicBezTo>
                  <a:pt x="243009" y="36277"/>
                  <a:pt x="246557" y="39494"/>
                  <a:pt x="249948" y="42884"/>
                </a:cubicBezTo>
                <a:cubicBezTo>
                  <a:pt x="253339" y="46275"/>
                  <a:pt x="256555" y="49824"/>
                  <a:pt x="259598" y="53531"/>
                </a:cubicBezTo>
                <a:cubicBezTo>
                  <a:pt x="262640" y="57238"/>
                  <a:pt x="265493" y="61085"/>
                  <a:pt x="268157" y="65072"/>
                </a:cubicBezTo>
                <a:cubicBezTo>
                  <a:pt x="270821" y="69059"/>
                  <a:pt x="273283" y="73167"/>
                  <a:pt x="275544" y="77396"/>
                </a:cubicBezTo>
                <a:cubicBezTo>
                  <a:pt x="277804" y="81625"/>
                  <a:pt x="279852" y="85955"/>
                  <a:pt x="281687" y="90385"/>
                </a:cubicBezTo>
                <a:cubicBezTo>
                  <a:pt x="283522" y="94815"/>
                  <a:pt x="285136" y="99325"/>
                  <a:pt x="286528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5" y="122555"/>
                  <a:pt x="291658" y="127293"/>
                  <a:pt x="292127" y="132065"/>
                </a:cubicBezTo>
                <a:cubicBezTo>
                  <a:pt x="292598" y="136837"/>
                  <a:pt x="292833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5" name="Text s">
            <a:extLst xmlns:a="http://schemas.openxmlformats.org/drawingml/2006/main">
              <a:ext uri="{FF2B5EF4-FFF2-40B4-BE49-F238E27FC236}">
                <a16:creationId xmlns:a16="http://schemas.microsoft.com/office/drawing/2014/main" id="{6B079242-8D66-4BC1-A245-76D3A464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069" y="1300437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4">
            <a:extLst xmlns:a="http://schemas.openxmlformats.org/drawingml/2006/main">
              <a:ext uri="{FF2B5EF4-FFF2-40B4-BE49-F238E27FC236}">
                <a16:creationId xmlns:a16="http://schemas.microsoft.com/office/drawing/2014/main" id="{3B1D54E5-C423-4144-9E5F-2B653C7B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291" y="1281124"/>
            <a:ext cx="70217" cy="105515"/>
          </a:xfrm>
          <a:custGeom xmlns:a="http://schemas.openxmlformats.org/drawingml/2006/main">
            <a:pathLst>
              <a:path w="70217" h="105515">
                <a:moveTo>
                  <a:pt x="70217" y="67396"/>
                </a:moveTo>
                <a:lnTo>
                  <a:pt x="70217" y="78222"/>
                </a:lnTo>
                <a:lnTo>
                  <a:pt x="56341" y="78222"/>
                </a:lnTo>
                <a:lnTo>
                  <a:pt x="56341" y="105515"/>
                </a:lnTo>
                <a:lnTo>
                  <a:pt x="43761" y="105515"/>
                </a:lnTo>
                <a:lnTo>
                  <a:pt x="43761" y="78222"/>
                </a:lnTo>
                <a:lnTo>
                  <a:pt x="0" y="78222"/>
                </a:lnTo>
                <a:lnTo>
                  <a:pt x="0" y="68463"/>
                </a:lnTo>
                <a:lnTo>
                  <a:pt x="47955" y="0"/>
                </a:lnTo>
                <a:lnTo>
                  <a:pt x="56341" y="0"/>
                </a:lnTo>
                <a:lnTo>
                  <a:pt x="56341" y="67396"/>
                </a:lnTo>
                <a:lnTo>
                  <a:pt x="70217" y="67396"/>
                </a:lnTo>
                <a:moveTo>
                  <a:pt x="43761" y="67396"/>
                </a:moveTo>
                <a:lnTo>
                  <a:pt x="43761" y="16087"/>
                </a:lnTo>
                <a:lnTo>
                  <a:pt x="7471" y="67396"/>
                </a:lnTo>
                <a:lnTo>
                  <a:pt x="43761" y="673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FD9C98-108D-4651-9DDD-29F524C7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923" y="1328014"/>
            <a:ext cx="355089" cy="10"/>
          </a:xfrm>
          <a:custGeom xmlns:a="http://schemas.openxmlformats.org/drawingml/2006/main">
            <a:pathLst>
              <a:path w="355089" h="1" fill="none">
                <a:moveTo>
                  <a:pt x="0" y="0"/>
                </a:moveTo>
                <a:lnTo>
                  <a:pt x="355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31D5A0-DD0F-4925-84D7-AA698821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763" y="1307516"/>
            <a:ext cx="40997" cy="40997"/>
          </a:xfrm>
          <a:custGeom xmlns:a="http://schemas.openxmlformats.org/drawingml/2006/main">
            <a:pathLst>
              <a:path w="40997" h="40997">
                <a:moveTo>
                  <a:pt x="40997" y="20498"/>
                </a:moveTo>
                <a:lnTo>
                  <a:pt x="0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325904-6CF1-4C8B-9655-3D6DC364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6763" y="1307516"/>
            <a:ext cx="40997" cy="40997"/>
          </a:xfrm>
          <a:custGeom xmlns:a="http://schemas.openxmlformats.org/drawingml/2006/main">
            <a:pathLst>
              <a:path w="40997" h="40997" fill="none">
                <a:moveTo>
                  <a:pt x="40997" y="20498"/>
                </a:moveTo>
                <a:lnTo>
                  <a:pt x="0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0" name="Text x">
            <a:extLst xmlns:a="http://schemas.openxmlformats.org/drawingml/2006/main">
              <a:ext uri="{FF2B5EF4-FFF2-40B4-BE49-F238E27FC236}">
                <a16:creationId xmlns:a16="http://schemas.microsoft.com/office/drawing/2014/main" id="{011BA1C4-4147-4EAD-B656-AB4E57BF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631" y="1378335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1">
            <a:extLst xmlns:a="http://schemas.openxmlformats.org/drawingml/2006/main">
              <a:ext uri="{FF2B5EF4-FFF2-40B4-BE49-F238E27FC236}">
                <a16:creationId xmlns:a16="http://schemas.microsoft.com/office/drawing/2014/main" id="{E94FE03B-CDE7-4DAC-A2A7-0EA21EB1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755" y="1379182"/>
            <a:ext cx="45812" cy="118734"/>
          </a:xfrm>
          <a:custGeom xmlns:a="http://schemas.openxmlformats.org/drawingml/2006/main">
            <a:pathLst>
              <a:path w="45812" h="118734">
                <a:moveTo>
                  <a:pt x="0" y="13812"/>
                </a:moveTo>
                <a:lnTo>
                  <a:pt x="28311" y="0"/>
                </a:lnTo>
                <a:lnTo>
                  <a:pt x="31142" y="0"/>
                </a:lnTo>
                <a:lnTo>
                  <a:pt x="31142" y="98230"/>
                </a:lnTo>
                <a:cubicBezTo>
                  <a:pt x="31142" y="104751"/>
                  <a:pt x="31414" y="108811"/>
                  <a:pt x="31957" y="110413"/>
                </a:cubicBezTo>
                <a:cubicBezTo>
                  <a:pt x="32500" y="112014"/>
                  <a:pt x="33630" y="113244"/>
                  <a:pt x="35346" y="114102"/>
                </a:cubicBezTo>
                <a:cubicBezTo>
                  <a:pt x="37062" y="114960"/>
                  <a:pt x="40550" y="115446"/>
                  <a:pt x="45812" y="115560"/>
                </a:cubicBezTo>
                <a:lnTo>
                  <a:pt x="45812" y="118734"/>
                </a:lnTo>
                <a:lnTo>
                  <a:pt x="2059" y="118734"/>
                </a:lnTo>
                <a:lnTo>
                  <a:pt x="2059" y="115560"/>
                </a:lnTo>
                <a:cubicBezTo>
                  <a:pt x="7550" y="115446"/>
                  <a:pt x="11096" y="114974"/>
                  <a:pt x="12697" y="114145"/>
                </a:cubicBezTo>
                <a:cubicBezTo>
                  <a:pt x="14298" y="113315"/>
                  <a:pt x="15414" y="112200"/>
                  <a:pt x="16043" y="110799"/>
                </a:cubicBezTo>
                <a:cubicBezTo>
                  <a:pt x="16672" y="109398"/>
                  <a:pt x="16987" y="105208"/>
                  <a:pt x="16987" y="98230"/>
                </a:cubicBezTo>
                <a:lnTo>
                  <a:pt x="16987" y="35432"/>
                </a:lnTo>
                <a:cubicBezTo>
                  <a:pt x="16987" y="26967"/>
                  <a:pt x="16701" y="21533"/>
                  <a:pt x="16129" y="19131"/>
                </a:cubicBezTo>
                <a:cubicBezTo>
                  <a:pt x="15728" y="17301"/>
                  <a:pt x="14999" y="15957"/>
                  <a:pt x="13941" y="15099"/>
                </a:cubicBezTo>
                <a:cubicBezTo>
                  <a:pt x="12883" y="14241"/>
                  <a:pt x="11610" y="13812"/>
                  <a:pt x="10123" y="13812"/>
                </a:cubicBezTo>
                <a:cubicBezTo>
                  <a:pt x="8007" y="13812"/>
                  <a:pt x="5062" y="14699"/>
                  <a:pt x="1287" y="16472"/>
                </a:cubicBezTo>
                <a:lnTo>
                  <a:pt x="0" y="13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/y">
            <a:extLst xmlns:a="http://schemas.openxmlformats.org/drawingml/2006/main">
              <a:ext uri="{FF2B5EF4-FFF2-40B4-BE49-F238E27FC236}">
                <a16:creationId xmlns:a16="http://schemas.microsoft.com/office/drawing/2014/main" id="{62E2DDCA-BF52-4A75-9040-D42366ED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272" y="1334925"/>
            <a:ext cx="135407" cy="159914"/>
          </a:xfrm>
          <a:custGeom xmlns:a="http://schemas.openxmlformats.org/drawingml/2006/main">
            <a:pathLst>
              <a:path w="135407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7" y="43410"/>
                </a:moveTo>
                <a:lnTo>
                  <a:pt x="86249" y="43410"/>
                </a:lnTo>
                <a:lnTo>
                  <a:pt x="86249" y="46584"/>
                </a:lnTo>
                <a:lnTo>
                  <a:pt x="84448" y="46584"/>
                </a:lnTo>
                <a:cubicBezTo>
                  <a:pt x="81874" y="46584"/>
                  <a:pt x="79944" y="47142"/>
                  <a:pt x="78657" y="48257"/>
                </a:cubicBezTo>
                <a:cubicBezTo>
                  <a:pt x="77370" y="49373"/>
                  <a:pt x="76726" y="50760"/>
                  <a:pt x="76726" y="52418"/>
                </a:cubicBezTo>
                <a:cubicBezTo>
                  <a:pt x="76726" y="54649"/>
                  <a:pt x="77670" y="57737"/>
                  <a:pt x="79558" y="61684"/>
                </a:cubicBezTo>
                <a:lnTo>
                  <a:pt x="98689" y="101319"/>
                </a:lnTo>
                <a:lnTo>
                  <a:pt x="116276" y="57909"/>
                </a:lnTo>
                <a:cubicBezTo>
                  <a:pt x="117248" y="55564"/>
                  <a:pt x="117734" y="53247"/>
                  <a:pt x="117734" y="50960"/>
                </a:cubicBezTo>
                <a:cubicBezTo>
                  <a:pt x="117734" y="49930"/>
                  <a:pt x="117534" y="49158"/>
                  <a:pt x="117134" y="48643"/>
                </a:cubicBezTo>
                <a:cubicBezTo>
                  <a:pt x="116676" y="48014"/>
                  <a:pt x="115961" y="47514"/>
                  <a:pt x="114989" y="47142"/>
                </a:cubicBezTo>
                <a:cubicBezTo>
                  <a:pt x="114017" y="46770"/>
                  <a:pt x="112301" y="46584"/>
                  <a:pt x="109842" y="46584"/>
                </a:cubicBezTo>
                <a:lnTo>
                  <a:pt x="109842" y="43410"/>
                </a:lnTo>
                <a:lnTo>
                  <a:pt x="135407" y="43410"/>
                </a:lnTo>
                <a:lnTo>
                  <a:pt x="135407" y="46584"/>
                </a:lnTo>
                <a:cubicBezTo>
                  <a:pt x="133291" y="46813"/>
                  <a:pt x="131661" y="47271"/>
                  <a:pt x="130517" y="47957"/>
                </a:cubicBezTo>
                <a:cubicBezTo>
                  <a:pt x="129373" y="48643"/>
                  <a:pt x="128115" y="49930"/>
                  <a:pt x="126743" y="51818"/>
                </a:cubicBezTo>
                <a:cubicBezTo>
                  <a:pt x="126228" y="52618"/>
                  <a:pt x="125255" y="54820"/>
                  <a:pt x="123826" y="58424"/>
                </a:cubicBezTo>
                <a:lnTo>
                  <a:pt x="91826" y="136836"/>
                </a:lnTo>
                <a:cubicBezTo>
                  <a:pt x="88737" y="144443"/>
                  <a:pt x="84691" y="150191"/>
                  <a:pt x="79686" y="154080"/>
                </a:cubicBezTo>
                <a:cubicBezTo>
                  <a:pt x="74682" y="157969"/>
                  <a:pt x="69863" y="159914"/>
                  <a:pt x="65231" y="159914"/>
                </a:cubicBezTo>
                <a:cubicBezTo>
                  <a:pt x="61856" y="159914"/>
                  <a:pt x="59082" y="158953"/>
                  <a:pt x="56909" y="157032"/>
                </a:cubicBezTo>
                <a:cubicBezTo>
                  <a:pt x="54735" y="155111"/>
                  <a:pt x="53649" y="152907"/>
                  <a:pt x="53649" y="150421"/>
                </a:cubicBezTo>
                <a:cubicBezTo>
                  <a:pt x="53649" y="148047"/>
                  <a:pt x="54435" y="146133"/>
                  <a:pt x="56008" y="144678"/>
                </a:cubicBezTo>
                <a:cubicBezTo>
                  <a:pt x="57581" y="143225"/>
                  <a:pt x="59740" y="142499"/>
                  <a:pt x="62485" y="142499"/>
                </a:cubicBezTo>
                <a:cubicBezTo>
                  <a:pt x="64373" y="142499"/>
                  <a:pt x="66946" y="143128"/>
                  <a:pt x="70206" y="144386"/>
                </a:cubicBezTo>
                <a:cubicBezTo>
                  <a:pt x="72494" y="145244"/>
                  <a:pt x="73924" y="145673"/>
                  <a:pt x="74496" y="145673"/>
                </a:cubicBezTo>
                <a:cubicBezTo>
                  <a:pt x="76212" y="145673"/>
                  <a:pt x="78085" y="144780"/>
                  <a:pt x="80115" y="142995"/>
                </a:cubicBezTo>
                <a:cubicBezTo>
                  <a:pt x="82146" y="141211"/>
                  <a:pt x="84190" y="137758"/>
                  <a:pt x="86249" y="132635"/>
                </a:cubicBezTo>
                <a:lnTo>
                  <a:pt x="91826" y="118906"/>
                </a:lnTo>
                <a:lnTo>
                  <a:pt x="63600" y="59625"/>
                </a:lnTo>
                <a:cubicBezTo>
                  <a:pt x="62743" y="57852"/>
                  <a:pt x="61370" y="55650"/>
                  <a:pt x="59483" y="53019"/>
                </a:cubicBezTo>
                <a:cubicBezTo>
                  <a:pt x="58053" y="51017"/>
                  <a:pt x="56880" y="49673"/>
                  <a:pt x="55965" y="48987"/>
                </a:cubicBezTo>
                <a:cubicBezTo>
                  <a:pt x="54650" y="48071"/>
                  <a:pt x="52533" y="47271"/>
                  <a:pt x="49617" y="46584"/>
                </a:cubicBezTo>
                <a:lnTo>
                  <a:pt x="49617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1">
            <a:extLst xmlns:a="http://schemas.openxmlformats.org/drawingml/2006/main">
              <a:ext uri="{FF2B5EF4-FFF2-40B4-BE49-F238E27FC236}">
                <a16:creationId xmlns:a16="http://schemas.microsoft.com/office/drawing/2014/main" id="{2EE83E7B-C181-488D-AE22-15F8E247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321" y="1379182"/>
            <a:ext cx="45812" cy="118734"/>
          </a:xfrm>
          <a:custGeom xmlns:a="http://schemas.openxmlformats.org/drawingml/2006/main">
            <a:pathLst>
              <a:path w="45812" h="118734">
                <a:moveTo>
                  <a:pt x="0" y="13812"/>
                </a:moveTo>
                <a:lnTo>
                  <a:pt x="28311" y="0"/>
                </a:lnTo>
                <a:lnTo>
                  <a:pt x="31142" y="0"/>
                </a:lnTo>
                <a:lnTo>
                  <a:pt x="31142" y="98230"/>
                </a:lnTo>
                <a:cubicBezTo>
                  <a:pt x="31142" y="104751"/>
                  <a:pt x="31414" y="108811"/>
                  <a:pt x="31957" y="110413"/>
                </a:cubicBezTo>
                <a:cubicBezTo>
                  <a:pt x="32500" y="112014"/>
                  <a:pt x="33630" y="113244"/>
                  <a:pt x="35346" y="114102"/>
                </a:cubicBezTo>
                <a:cubicBezTo>
                  <a:pt x="37062" y="114960"/>
                  <a:pt x="40550" y="115446"/>
                  <a:pt x="45812" y="115560"/>
                </a:cubicBezTo>
                <a:lnTo>
                  <a:pt x="45812" y="118734"/>
                </a:lnTo>
                <a:lnTo>
                  <a:pt x="2059" y="118734"/>
                </a:lnTo>
                <a:lnTo>
                  <a:pt x="2059" y="115560"/>
                </a:lnTo>
                <a:cubicBezTo>
                  <a:pt x="7550" y="115446"/>
                  <a:pt x="11096" y="114974"/>
                  <a:pt x="12697" y="114145"/>
                </a:cubicBezTo>
                <a:cubicBezTo>
                  <a:pt x="14298" y="113315"/>
                  <a:pt x="15414" y="112200"/>
                  <a:pt x="16043" y="110799"/>
                </a:cubicBezTo>
                <a:cubicBezTo>
                  <a:pt x="16672" y="109398"/>
                  <a:pt x="16987" y="105208"/>
                  <a:pt x="16987" y="98230"/>
                </a:cubicBezTo>
                <a:lnTo>
                  <a:pt x="16987" y="35432"/>
                </a:lnTo>
                <a:cubicBezTo>
                  <a:pt x="16987" y="26967"/>
                  <a:pt x="16701" y="21533"/>
                  <a:pt x="16129" y="19131"/>
                </a:cubicBezTo>
                <a:cubicBezTo>
                  <a:pt x="15728" y="17301"/>
                  <a:pt x="14999" y="15957"/>
                  <a:pt x="13941" y="15099"/>
                </a:cubicBezTo>
                <a:cubicBezTo>
                  <a:pt x="12883" y="14241"/>
                  <a:pt x="11610" y="13812"/>
                  <a:pt x="10123" y="13812"/>
                </a:cubicBezTo>
                <a:cubicBezTo>
                  <a:pt x="8007" y="13812"/>
                  <a:pt x="5062" y="14699"/>
                  <a:pt x="1287" y="16472"/>
                </a:cubicBezTo>
                <a:lnTo>
                  <a:pt x="0" y="13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x">
            <a:extLst xmlns:a="http://schemas.openxmlformats.org/drawingml/2006/main">
              <a:ext uri="{FF2B5EF4-FFF2-40B4-BE49-F238E27FC236}">
                <a16:creationId xmlns:a16="http://schemas.microsoft.com/office/drawing/2014/main" id="{E8D37843-6044-4A0C-9EE6-84701E8E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290" y="1378335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3">
            <a:extLst xmlns:a="http://schemas.openxmlformats.org/drawingml/2006/main">
              <a:ext uri="{FF2B5EF4-FFF2-40B4-BE49-F238E27FC236}">
                <a16:creationId xmlns:a16="http://schemas.microsoft.com/office/drawing/2014/main" id="{30C75105-CFCA-4B72-BBAA-8E9A7233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44" y="1379182"/>
            <a:ext cx="66145" cy="120793"/>
          </a:xfrm>
          <a:custGeom xmlns:a="http://schemas.openxmlformats.org/drawingml/2006/main">
            <a:pathLst>
              <a:path w="66145" h="120793">
                <a:moveTo>
                  <a:pt x="1802" y="24450"/>
                </a:moveTo>
                <a:cubicBezTo>
                  <a:pt x="5119" y="16615"/>
                  <a:pt x="9308" y="10581"/>
                  <a:pt x="14370" y="6349"/>
                </a:cubicBezTo>
                <a:cubicBezTo>
                  <a:pt x="19432" y="2116"/>
                  <a:pt x="25737" y="0"/>
                  <a:pt x="33287" y="0"/>
                </a:cubicBezTo>
                <a:cubicBezTo>
                  <a:pt x="42609" y="0"/>
                  <a:pt x="49759" y="3027"/>
                  <a:pt x="54735" y="9080"/>
                </a:cubicBezTo>
                <a:cubicBezTo>
                  <a:pt x="58509" y="13593"/>
                  <a:pt x="60397" y="18420"/>
                  <a:pt x="60397" y="23560"/>
                </a:cubicBezTo>
                <a:cubicBezTo>
                  <a:pt x="60397" y="32012"/>
                  <a:pt x="55078" y="40751"/>
                  <a:pt x="44440" y="49775"/>
                </a:cubicBezTo>
                <a:cubicBezTo>
                  <a:pt x="51589" y="52581"/>
                  <a:pt x="56994" y="56589"/>
                  <a:pt x="60654" y="61799"/>
                </a:cubicBezTo>
                <a:cubicBezTo>
                  <a:pt x="64315" y="67007"/>
                  <a:pt x="66145" y="73132"/>
                  <a:pt x="66145" y="80174"/>
                </a:cubicBezTo>
                <a:cubicBezTo>
                  <a:pt x="66145" y="90251"/>
                  <a:pt x="62942" y="98982"/>
                  <a:pt x="56536" y="106367"/>
                </a:cubicBezTo>
                <a:cubicBezTo>
                  <a:pt x="48186" y="115985"/>
                  <a:pt x="36089" y="120793"/>
                  <a:pt x="20247" y="120793"/>
                </a:cubicBezTo>
                <a:cubicBezTo>
                  <a:pt x="12411" y="120793"/>
                  <a:pt x="7078" y="119821"/>
                  <a:pt x="4247" y="117877"/>
                </a:cubicBezTo>
                <a:cubicBezTo>
                  <a:pt x="1416" y="115932"/>
                  <a:pt x="0" y="113844"/>
                  <a:pt x="0" y="111614"/>
                </a:cubicBezTo>
                <a:cubicBezTo>
                  <a:pt x="0" y="109955"/>
                  <a:pt x="672" y="108497"/>
                  <a:pt x="2016" y="107239"/>
                </a:cubicBezTo>
                <a:cubicBezTo>
                  <a:pt x="3360" y="105980"/>
                  <a:pt x="4976" y="105351"/>
                  <a:pt x="6863" y="105351"/>
                </a:cubicBezTo>
                <a:cubicBezTo>
                  <a:pt x="8293" y="105351"/>
                  <a:pt x="9752" y="105580"/>
                  <a:pt x="11239" y="106037"/>
                </a:cubicBezTo>
                <a:cubicBezTo>
                  <a:pt x="12211" y="106323"/>
                  <a:pt x="14413" y="107367"/>
                  <a:pt x="17844" y="109169"/>
                </a:cubicBezTo>
                <a:cubicBezTo>
                  <a:pt x="21276" y="110970"/>
                  <a:pt x="23650" y="112043"/>
                  <a:pt x="24965" y="112386"/>
                </a:cubicBezTo>
                <a:cubicBezTo>
                  <a:pt x="27081" y="113015"/>
                  <a:pt x="29340" y="113330"/>
                  <a:pt x="31743" y="113330"/>
                </a:cubicBezTo>
                <a:cubicBezTo>
                  <a:pt x="37576" y="113330"/>
                  <a:pt x="42652" y="111067"/>
                  <a:pt x="46970" y="106541"/>
                </a:cubicBezTo>
                <a:cubicBezTo>
                  <a:pt x="51289" y="102016"/>
                  <a:pt x="53448" y="96659"/>
                  <a:pt x="53448" y="90472"/>
                </a:cubicBezTo>
                <a:cubicBezTo>
                  <a:pt x="53448" y="85946"/>
                  <a:pt x="52447" y="81535"/>
                  <a:pt x="50445" y="77239"/>
                </a:cubicBezTo>
                <a:cubicBezTo>
                  <a:pt x="48958" y="74030"/>
                  <a:pt x="47328" y="71596"/>
                  <a:pt x="45555" y="69936"/>
                </a:cubicBezTo>
                <a:cubicBezTo>
                  <a:pt x="43096" y="67642"/>
                  <a:pt x="39721" y="65566"/>
                  <a:pt x="35432" y="63705"/>
                </a:cubicBezTo>
                <a:cubicBezTo>
                  <a:pt x="31142" y="61843"/>
                  <a:pt x="26767" y="60911"/>
                  <a:pt x="22306" y="60911"/>
                </a:cubicBezTo>
                <a:lnTo>
                  <a:pt x="19560" y="60911"/>
                </a:lnTo>
                <a:lnTo>
                  <a:pt x="19560" y="58338"/>
                </a:lnTo>
                <a:cubicBezTo>
                  <a:pt x="24079" y="57766"/>
                  <a:pt x="28611" y="56136"/>
                  <a:pt x="33158" y="53448"/>
                </a:cubicBezTo>
                <a:cubicBezTo>
                  <a:pt x="37705" y="50760"/>
                  <a:pt x="41008" y="47528"/>
                  <a:pt x="43067" y="43753"/>
                </a:cubicBezTo>
                <a:cubicBezTo>
                  <a:pt x="45126" y="39979"/>
                  <a:pt x="46155" y="35832"/>
                  <a:pt x="46155" y="31314"/>
                </a:cubicBezTo>
                <a:cubicBezTo>
                  <a:pt x="46155" y="25423"/>
                  <a:pt x="44311" y="20661"/>
                  <a:pt x="40622" y="17029"/>
                </a:cubicBezTo>
                <a:cubicBezTo>
                  <a:pt x="36933" y="13398"/>
                  <a:pt x="32343" y="11582"/>
                  <a:pt x="26853" y="11582"/>
                </a:cubicBezTo>
                <a:cubicBezTo>
                  <a:pt x="17987" y="11582"/>
                  <a:pt x="10581" y="16329"/>
                  <a:pt x="4633" y="25823"/>
                </a:cubicBezTo>
                <a:lnTo>
                  <a:pt x="1802" y="24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/y">
            <a:extLst xmlns:a="http://schemas.openxmlformats.org/drawingml/2006/main">
              <a:ext uri="{FF2B5EF4-FFF2-40B4-BE49-F238E27FC236}">
                <a16:creationId xmlns:a16="http://schemas.microsoft.com/office/drawing/2014/main" id="{378CDD53-0732-40DF-BE87-FAD7B0C4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930" y="1334925"/>
            <a:ext cx="135408" cy="159914"/>
          </a:xfrm>
          <a:custGeom xmlns:a="http://schemas.openxmlformats.org/drawingml/2006/main">
            <a:pathLst>
              <a:path w="135408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7" y="43410"/>
                </a:moveTo>
                <a:lnTo>
                  <a:pt x="86249" y="43410"/>
                </a:lnTo>
                <a:lnTo>
                  <a:pt x="86249" y="46584"/>
                </a:lnTo>
                <a:lnTo>
                  <a:pt x="84448" y="46584"/>
                </a:lnTo>
                <a:cubicBezTo>
                  <a:pt x="81874" y="46584"/>
                  <a:pt x="79944" y="47142"/>
                  <a:pt x="78657" y="48257"/>
                </a:cubicBezTo>
                <a:cubicBezTo>
                  <a:pt x="77370" y="49373"/>
                  <a:pt x="76727" y="50760"/>
                  <a:pt x="76727" y="52418"/>
                </a:cubicBezTo>
                <a:cubicBezTo>
                  <a:pt x="76727" y="54649"/>
                  <a:pt x="77670" y="57737"/>
                  <a:pt x="79558" y="61684"/>
                </a:cubicBezTo>
                <a:lnTo>
                  <a:pt x="98689" y="101319"/>
                </a:lnTo>
                <a:lnTo>
                  <a:pt x="116276" y="57909"/>
                </a:lnTo>
                <a:cubicBezTo>
                  <a:pt x="117249" y="55564"/>
                  <a:pt x="117735" y="53247"/>
                  <a:pt x="117735" y="50960"/>
                </a:cubicBezTo>
                <a:cubicBezTo>
                  <a:pt x="117735" y="49930"/>
                  <a:pt x="117534" y="49158"/>
                  <a:pt x="117134" y="48643"/>
                </a:cubicBezTo>
                <a:cubicBezTo>
                  <a:pt x="116677" y="48014"/>
                  <a:pt x="115962" y="47514"/>
                  <a:pt x="114989" y="47142"/>
                </a:cubicBezTo>
                <a:cubicBezTo>
                  <a:pt x="114017" y="46770"/>
                  <a:pt x="112301" y="46584"/>
                  <a:pt x="109842" y="46584"/>
                </a:cubicBezTo>
                <a:lnTo>
                  <a:pt x="109842" y="43410"/>
                </a:lnTo>
                <a:lnTo>
                  <a:pt x="135408" y="43410"/>
                </a:lnTo>
                <a:lnTo>
                  <a:pt x="135408" y="46584"/>
                </a:lnTo>
                <a:cubicBezTo>
                  <a:pt x="133291" y="46813"/>
                  <a:pt x="131661" y="47271"/>
                  <a:pt x="130517" y="47957"/>
                </a:cubicBezTo>
                <a:cubicBezTo>
                  <a:pt x="129374" y="48643"/>
                  <a:pt x="128115" y="49930"/>
                  <a:pt x="126743" y="51818"/>
                </a:cubicBezTo>
                <a:cubicBezTo>
                  <a:pt x="126228" y="52618"/>
                  <a:pt x="125256" y="54820"/>
                  <a:pt x="123826" y="58424"/>
                </a:cubicBezTo>
                <a:lnTo>
                  <a:pt x="91826" y="136836"/>
                </a:lnTo>
                <a:cubicBezTo>
                  <a:pt x="88737" y="144443"/>
                  <a:pt x="84691" y="150191"/>
                  <a:pt x="79686" y="154080"/>
                </a:cubicBezTo>
                <a:cubicBezTo>
                  <a:pt x="74682" y="157969"/>
                  <a:pt x="69863" y="159914"/>
                  <a:pt x="65231" y="159914"/>
                </a:cubicBezTo>
                <a:cubicBezTo>
                  <a:pt x="61856" y="159914"/>
                  <a:pt x="59082" y="158953"/>
                  <a:pt x="56909" y="157032"/>
                </a:cubicBezTo>
                <a:cubicBezTo>
                  <a:pt x="54736" y="155111"/>
                  <a:pt x="53649" y="152907"/>
                  <a:pt x="53649" y="150421"/>
                </a:cubicBezTo>
                <a:cubicBezTo>
                  <a:pt x="53649" y="148047"/>
                  <a:pt x="54435" y="146133"/>
                  <a:pt x="56008" y="144678"/>
                </a:cubicBezTo>
                <a:cubicBezTo>
                  <a:pt x="57581" y="143225"/>
                  <a:pt x="59740" y="142499"/>
                  <a:pt x="62485" y="142499"/>
                </a:cubicBezTo>
                <a:cubicBezTo>
                  <a:pt x="64373" y="142499"/>
                  <a:pt x="66947" y="143128"/>
                  <a:pt x="70207" y="144386"/>
                </a:cubicBezTo>
                <a:cubicBezTo>
                  <a:pt x="72494" y="145244"/>
                  <a:pt x="73924" y="145673"/>
                  <a:pt x="74496" y="145673"/>
                </a:cubicBezTo>
                <a:cubicBezTo>
                  <a:pt x="76212" y="145673"/>
                  <a:pt x="78085" y="144780"/>
                  <a:pt x="80115" y="142995"/>
                </a:cubicBezTo>
                <a:cubicBezTo>
                  <a:pt x="82146" y="141211"/>
                  <a:pt x="84190" y="137758"/>
                  <a:pt x="86249" y="132635"/>
                </a:cubicBezTo>
                <a:lnTo>
                  <a:pt x="91826" y="118906"/>
                </a:lnTo>
                <a:lnTo>
                  <a:pt x="63601" y="59625"/>
                </a:lnTo>
                <a:cubicBezTo>
                  <a:pt x="62743" y="57852"/>
                  <a:pt x="61370" y="55650"/>
                  <a:pt x="59483" y="53019"/>
                </a:cubicBezTo>
                <a:cubicBezTo>
                  <a:pt x="58053" y="51017"/>
                  <a:pt x="56880" y="49673"/>
                  <a:pt x="55965" y="48987"/>
                </a:cubicBezTo>
                <a:cubicBezTo>
                  <a:pt x="54650" y="48071"/>
                  <a:pt x="52534" y="47271"/>
                  <a:pt x="49617" y="46584"/>
                </a:cubicBezTo>
                <a:lnTo>
                  <a:pt x="49617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3">
            <a:extLst xmlns:a="http://schemas.openxmlformats.org/drawingml/2006/main">
              <a:ext uri="{FF2B5EF4-FFF2-40B4-BE49-F238E27FC236}">
                <a16:creationId xmlns:a16="http://schemas.microsoft.com/office/drawing/2014/main" id="{B69E2F32-7B32-4490-AF44-D9C171CD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510" y="1379182"/>
            <a:ext cx="66145" cy="120793"/>
          </a:xfrm>
          <a:custGeom xmlns:a="http://schemas.openxmlformats.org/drawingml/2006/main">
            <a:pathLst>
              <a:path w="66145" h="120793">
                <a:moveTo>
                  <a:pt x="1802" y="24450"/>
                </a:moveTo>
                <a:cubicBezTo>
                  <a:pt x="5119" y="16615"/>
                  <a:pt x="9308" y="10581"/>
                  <a:pt x="14370" y="6349"/>
                </a:cubicBezTo>
                <a:cubicBezTo>
                  <a:pt x="19432" y="2116"/>
                  <a:pt x="25737" y="0"/>
                  <a:pt x="33287" y="0"/>
                </a:cubicBezTo>
                <a:cubicBezTo>
                  <a:pt x="42609" y="0"/>
                  <a:pt x="49759" y="3027"/>
                  <a:pt x="54735" y="9080"/>
                </a:cubicBezTo>
                <a:cubicBezTo>
                  <a:pt x="58509" y="13593"/>
                  <a:pt x="60397" y="18420"/>
                  <a:pt x="60397" y="23560"/>
                </a:cubicBezTo>
                <a:cubicBezTo>
                  <a:pt x="60397" y="32012"/>
                  <a:pt x="55078" y="40751"/>
                  <a:pt x="44440" y="49775"/>
                </a:cubicBezTo>
                <a:cubicBezTo>
                  <a:pt x="51589" y="52581"/>
                  <a:pt x="56994" y="56589"/>
                  <a:pt x="60654" y="61799"/>
                </a:cubicBezTo>
                <a:cubicBezTo>
                  <a:pt x="64315" y="67007"/>
                  <a:pt x="66145" y="73132"/>
                  <a:pt x="66145" y="80174"/>
                </a:cubicBezTo>
                <a:cubicBezTo>
                  <a:pt x="66145" y="90251"/>
                  <a:pt x="62942" y="98982"/>
                  <a:pt x="56536" y="106367"/>
                </a:cubicBezTo>
                <a:cubicBezTo>
                  <a:pt x="48186" y="115985"/>
                  <a:pt x="36089" y="120793"/>
                  <a:pt x="20247" y="120793"/>
                </a:cubicBezTo>
                <a:cubicBezTo>
                  <a:pt x="12411" y="120793"/>
                  <a:pt x="7078" y="119821"/>
                  <a:pt x="4247" y="117877"/>
                </a:cubicBezTo>
                <a:cubicBezTo>
                  <a:pt x="1416" y="115932"/>
                  <a:pt x="0" y="113844"/>
                  <a:pt x="0" y="111614"/>
                </a:cubicBezTo>
                <a:cubicBezTo>
                  <a:pt x="0" y="109955"/>
                  <a:pt x="672" y="108497"/>
                  <a:pt x="2016" y="107239"/>
                </a:cubicBezTo>
                <a:cubicBezTo>
                  <a:pt x="3360" y="105980"/>
                  <a:pt x="4976" y="105351"/>
                  <a:pt x="6863" y="105351"/>
                </a:cubicBezTo>
                <a:cubicBezTo>
                  <a:pt x="8293" y="105351"/>
                  <a:pt x="9752" y="105580"/>
                  <a:pt x="11239" y="106037"/>
                </a:cubicBezTo>
                <a:cubicBezTo>
                  <a:pt x="12211" y="106323"/>
                  <a:pt x="14413" y="107367"/>
                  <a:pt x="17844" y="109169"/>
                </a:cubicBezTo>
                <a:cubicBezTo>
                  <a:pt x="21276" y="110970"/>
                  <a:pt x="23650" y="112043"/>
                  <a:pt x="24965" y="112386"/>
                </a:cubicBezTo>
                <a:cubicBezTo>
                  <a:pt x="27081" y="113015"/>
                  <a:pt x="29340" y="113330"/>
                  <a:pt x="31743" y="113330"/>
                </a:cubicBezTo>
                <a:cubicBezTo>
                  <a:pt x="37576" y="113330"/>
                  <a:pt x="42652" y="111067"/>
                  <a:pt x="46970" y="106541"/>
                </a:cubicBezTo>
                <a:cubicBezTo>
                  <a:pt x="51289" y="102016"/>
                  <a:pt x="53448" y="96659"/>
                  <a:pt x="53448" y="90472"/>
                </a:cubicBezTo>
                <a:cubicBezTo>
                  <a:pt x="53448" y="85946"/>
                  <a:pt x="52447" y="81535"/>
                  <a:pt x="50445" y="77239"/>
                </a:cubicBezTo>
                <a:cubicBezTo>
                  <a:pt x="48958" y="74030"/>
                  <a:pt x="47328" y="71596"/>
                  <a:pt x="45555" y="69936"/>
                </a:cubicBezTo>
                <a:cubicBezTo>
                  <a:pt x="43096" y="67642"/>
                  <a:pt x="39721" y="65566"/>
                  <a:pt x="35432" y="63705"/>
                </a:cubicBezTo>
                <a:cubicBezTo>
                  <a:pt x="31142" y="61843"/>
                  <a:pt x="26767" y="60911"/>
                  <a:pt x="22306" y="60911"/>
                </a:cubicBezTo>
                <a:lnTo>
                  <a:pt x="19560" y="60911"/>
                </a:lnTo>
                <a:lnTo>
                  <a:pt x="19560" y="58338"/>
                </a:lnTo>
                <a:cubicBezTo>
                  <a:pt x="24079" y="57766"/>
                  <a:pt x="28611" y="56136"/>
                  <a:pt x="33158" y="53448"/>
                </a:cubicBezTo>
                <a:cubicBezTo>
                  <a:pt x="37705" y="50760"/>
                  <a:pt x="41008" y="47528"/>
                  <a:pt x="43067" y="43753"/>
                </a:cubicBezTo>
                <a:cubicBezTo>
                  <a:pt x="45126" y="39979"/>
                  <a:pt x="46155" y="35832"/>
                  <a:pt x="46155" y="31314"/>
                </a:cubicBezTo>
                <a:cubicBezTo>
                  <a:pt x="46155" y="25423"/>
                  <a:pt x="44311" y="20661"/>
                  <a:pt x="40622" y="17029"/>
                </a:cubicBezTo>
                <a:cubicBezTo>
                  <a:pt x="36933" y="13398"/>
                  <a:pt x="32343" y="11582"/>
                  <a:pt x="26853" y="11582"/>
                </a:cubicBezTo>
                <a:cubicBezTo>
                  <a:pt x="17987" y="11582"/>
                  <a:pt x="10581" y="16329"/>
                  <a:pt x="4633" y="25823"/>
                </a:cubicBezTo>
                <a:lnTo>
                  <a:pt x="1802" y="24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2C59FD-9E1C-4D50-9C26-A55B8CA2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196" y="927888"/>
            <a:ext cx="452192" cy="277137"/>
          </a:xfrm>
          <a:custGeom xmlns:a="http://schemas.openxmlformats.org/drawingml/2006/main">
            <a:pathLst>
              <a:path w="452192" h="277137" fill="none">
                <a:moveTo>
                  <a:pt x="0" y="0"/>
                </a:moveTo>
                <a:lnTo>
                  <a:pt x="452192" y="277137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376284-4597-4287-A0C5-FC436C4F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944" y="1182184"/>
            <a:ext cx="45682" cy="38888"/>
          </a:xfrm>
          <a:custGeom xmlns:a="http://schemas.openxmlformats.org/drawingml/2006/main">
            <a:pathLst>
              <a:path w="45682" h="38888">
                <a:moveTo>
                  <a:pt x="45682" y="38888"/>
                </a:moveTo>
                <a:lnTo>
                  <a:pt x="0" y="34906"/>
                </a:lnTo>
                <a:lnTo>
                  <a:pt x="19444" y="22841"/>
                </a:lnTo>
                <a:lnTo>
                  <a:pt x="21435" y="0"/>
                </a:lnTo>
                <a:lnTo>
                  <a:pt x="45682" y="388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02B387-6991-4E45-B485-4E2DE131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944" y="1182184"/>
            <a:ext cx="45682" cy="38888"/>
          </a:xfrm>
          <a:custGeom xmlns:a="http://schemas.openxmlformats.org/drawingml/2006/main">
            <a:pathLst>
              <a:path w="45682" h="38888" fill="none">
                <a:moveTo>
                  <a:pt x="45682" y="38888"/>
                </a:moveTo>
                <a:lnTo>
                  <a:pt x="0" y="34906"/>
                </a:lnTo>
                <a:lnTo>
                  <a:pt x="19444" y="22841"/>
                </a:lnTo>
                <a:lnTo>
                  <a:pt x="21435" y="0"/>
                </a:lnTo>
                <a:lnTo>
                  <a:pt x="45682" y="388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FA4191-1A1F-47A7-A46C-E79C8D40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34" y="677926"/>
            <a:ext cx="292833" cy="292833"/>
          </a:xfrm>
          <a:custGeom xmlns:a="http://schemas.openxmlformats.org/drawingml/2006/main">
            <a:pathLst>
              <a:path w="292833" h="292833">
                <a:moveTo>
                  <a:pt x="292833" y="146416"/>
                </a:moveTo>
                <a:cubicBezTo>
                  <a:pt x="292833" y="151212"/>
                  <a:pt x="292598" y="155995"/>
                  <a:pt x="292128" y="160768"/>
                </a:cubicBezTo>
                <a:cubicBezTo>
                  <a:pt x="291657" y="165540"/>
                  <a:pt x="290955" y="170277"/>
                  <a:pt x="290019" y="174981"/>
                </a:cubicBezTo>
                <a:cubicBezTo>
                  <a:pt x="289084" y="179684"/>
                  <a:pt x="287920" y="184330"/>
                  <a:pt x="286528" y="188919"/>
                </a:cubicBezTo>
                <a:cubicBezTo>
                  <a:pt x="285136" y="193507"/>
                  <a:pt x="283522" y="198017"/>
                  <a:pt x="281687" y="202447"/>
                </a:cubicBezTo>
                <a:cubicBezTo>
                  <a:pt x="279852" y="206878"/>
                  <a:pt x="277804" y="211207"/>
                  <a:pt x="275544" y="215437"/>
                </a:cubicBezTo>
                <a:cubicBezTo>
                  <a:pt x="273283" y="219666"/>
                  <a:pt x="270821" y="223774"/>
                  <a:pt x="268157" y="227761"/>
                </a:cubicBezTo>
                <a:cubicBezTo>
                  <a:pt x="265493" y="231748"/>
                  <a:pt x="262640" y="235595"/>
                  <a:pt x="259598" y="239302"/>
                </a:cubicBezTo>
                <a:cubicBezTo>
                  <a:pt x="256555" y="243009"/>
                  <a:pt x="253339" y="246557"/>
                  <a:pt x="249948" y="249948"/>
                </a:cubicBezTo>
                <a:cubicBezTo>
                  <a:pt x="246557" y="253339"/>
                  <a:pt x="243009" y="256556"/>
                  <a:pt x="239302" y="259598"/>
                </a:cubicBezTo>
                <a:cubicBezTo>
                  <a:pt x="235595" y="262640"/>
                  <a:pt x="231748" y="265493"/>
                  <a:pt x="227761" y="268157"/>
                </a:cubicBezTo>
                <a:cubicBezTo>
                  <a:pt x="223774" y="270821"/>
                  <a:pt x="219665" y="273283"/>
                  <a:pt x="215436" y="275544"/>
                </a:cubicBezTo>
                <a:cubicBezTo>
                  <a:pt x="211207" y="277804"/>
                  <a:pt x="206877" y="279852"/>
                  <a:pt x="202447" y="281687"/>
                </a:cubicBezTo>
                <a:cubicBezTo>
                  <a:pt x="198017" y="283522"/>
                  <a:pt x="193508" y="285136"/>
                  <a:pt x="188919" y="286528"/>
                </a:cubicBezTo>
                <a:cubicBezTo>
                  <a:pt x="184330" y="287920"/>
                  <a:pt x="179684" y="289084"/>
                  <a:pt x="174981" y="290019"/>
                </a:cubicBezTo>
                <a:cubicBezTo>
                  <a:pt x="170277" y="290955"/>
                  <a:pt x="165540" y="291658"/>
                  <a:pt x="160768" y="292128"/>
                </a:cubicBezTo>
                <a:cubicBezTo>
                  <a:pt x="155995" y="292598"/>
                  <a:pt x="151212" y="292833"/>
                  <a:pt x="146416" y="292833"/>
                </a:cubicBezTo>
                <a:cubicBezTo>
                  <a:pt x="141621" y="292833"/>
                  <a:pt x="136837" y="292598"/>
                  <a:pt x="132065" y="292128"/>
                </a:cubicBezTo>
                <a:cubicBezTo>
                  <a:pt x="127293" y="291658"/>
                  <a:pt x="122555" y="290955"/>
                  <a:pt x="117852" y="290019"/>
                </a:cubicBezTo>
                <a:cubicBezTo>
                  <a:pt x="113149" y="289084"/>
                  <a:pt x="108503" y="287920"/>
                  <a:pt x="103914" y="286528"/>
                </a:cubicBezTo>
                <a:cubicBezTo>
                  <a:pt x="99325" y="285136"/>
                  <a:pt x="94815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9" y="270821"/>
                  <a:pt x="65072" y="268157"/>
                </a:cubicBezTo>
                <a:cubicBezTo>
                  <a:pt x="61084" y="265493"/>
                  <a:pt x="57237" y="262640"/>
                  <a:pt x="53531" y="259598"/>
                </a:cubicBezTo>
                <a:cubicBezTo>
                  <a:pt x="49824" y="256556"/>
                  <a:pt x="46275" y="253339"/>
                  <a:pt x="42884" y="249948"/>
                </a:cubicBezTo>
                <a:cubicBezTo>
                  <a:pt x="39493" y="246557"/>
                  <a:pt x="36277" y="243009"/>
                  <a:pt x="33235" y="239302"/>
                </a:cubicBezTo>
                <a:cubicBezTo>
                  <a:pt x="30193" y="235595"/>
                  <a:pt x="27339" y="231748"/>
                  <a:pt x="24675" y="227761"/>
                </a:cubicBezTo>
                <a:cubicBezTo>
                  <a:pt x="22011" y="223774"/>
                  <a:pt x="19549" y="219666"/>
                  <a:pt x="17289" y="215437"/>
                </a:cubicBezTo>
                <a:cubicBezTo>
                  <a:pt x="15028" y="211207"/>
                  <a:pt x="12980" y="206878"/>
                  <a:pt x="11145" y="202447"/>
                </a:cubicBezTo>
                <a:cubicBezTo>
                  <a:pt x="9310" y="198017"/>
                  <a:pt x="7697" y="193507"/>
                  <a:pt x="6305" y="188919"/>
                </a:cubicBezTo>
                <a:cubicBezTo>
                  <a:pt x="4913" y="184330"/>
                  <a:pt x="3749" y="179684"/>
                  <a:pt x="2813" y="174981"/>
                </a:cubicBezTo>
                <a:cubicBezTo>
                  <a:pt x="1878" y="170277"/>
                  <a:pt x="1175" y="165540"/>
                  <a:pt x="705" y="160768"/>
                </a:cubicBezTo>
                <a:cubicBezTo>
                  <a:pt x="235" y="155995"/>
                  <a:pt x="0" y="151212"/>
                  <a:pt x="0" y="146416"/>
                </a:cubicBezTo>
                <a:cubicBezTo>
                  <a:pt x="0" y="141621"/>
                  <a:pt x="235" y="136837"/>
                  <a:pt x="705" y="132065"/>
                </a:cubicBezTo>
                <a:cubicBezTo>
                  <a:pt x="1175" y="127293"/>
                  <a:pt x="1878" y="122555"/>
                  <a:pt x="2813" y="117852"/>
                </a:cubicBezTo>
                <a:cubicBezTo>
                  <a:pt x="3749" y="113149"/>
                  <a:pt x="4913" y="108503"/>
                  <a:pt x="6305" y="103914"/>
                </a:cubicBezTo>
                <a:cubicBezTo>
                  <a:pt x="7697" y="99325"/>
                  <a:pt x="9310" y="94815"/>
                  <a:pt x="11145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9" y="73167"/>
                  <a:pt x="22011" y="69059"/>
                  <a:pt x="24675" y="65072"/>
                </a:cubicBezTo>
                <a:cubicBezTo>
                  <a:pt x="27339" y="61085"/>
                  <a:pt x="30193" y="57238"/>
                  <a:pt x="33235" y="53531"/>
                </a:cubicBezTo>
                <a:cubicBezTo>
                  <a:pt x="36277" y="49824"/>
                  <a:pt x="39493" y="46275"/>
                  <a:pt x="42884" y="42884"/>
                </a:cubicBezTo>
                <a:cubicBezTo>
                  <a:pt x="46275" y="39494"/>
                  <a:pt x="49824" y="36277"/>
                  <a:pt x="53531" y="33235"/>
                </a:cubicBezTo>
                <a:cubicBezTo>
                  <a:pt x="57237" y="30193"/>
                  <a:pt x="61084" y="27340"/>
                  <a:pt x="65072" y="24676"/>
                </a:cubicBezTo>
                <a:cubicBezTo>
                  <a:pt x="69059" y="22011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5" y="11145"/>
                </a:cubicBezTo>
                <a:cubicBezTo>
                  <a:pt x="94815" y="9310"/>
                  <a:pt x="99325" y="7697"/>
                  <a:pt x="103914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3" y="1175"/>
                  <a:pt x="132065" y="705"/>
                </a:cubicBezTo>
                <a:cubicBezTo>
                  <a:pt x="136837" y="235"/>
                  <a:pt x="141621" y="0"/>
                  <a:pt x="146416" y="0"/>
                </a:cubicBezTo>
                <a:cubicBezTo>
                  <a:pt x="151212" y="0"/>
                  <a:pt x="155995" y="235"/>
                  <a:pt x="160767" y="705"/>
                </a:cubicBezTo>
                <a:cubicBezTo>
                  <a:pt x="165540" y="1175"/>
                  <a:pt x="170277" y="1878"/>
                  <a:pt x="174981" y="2813"/>
                </a:cubicBezTo>
                <a:cubicBezTo>
                  <a:pt x="179684" y="3749"/>
                  <a:pt x="184330" y="4913"/>
                  <a:pt x="188919" y="6305"/>
                </a:cubicBezTo>
                <a:cubicBezTo>
                  <a:pt x="193507" y="7697"/>
                  <a:pt x="198017" y="9310"/>
                  <a:pt x="202447" y="11145"/>
                </a:cubicBezTo>
                <a:cubicBezTo>
                  <a:pt x="206877" y="12980"/>
                  <a:pt x="211207" y="15028"/>
                  <a:pt x="215436" y="17289"/>
                </a:cubicBezTo>
                <a:cubicBezTo>
                  <a:pt x="219665" y="19549"/>
                  <a:pt x="223773" y="22011"/>
                  <a:pt x="227760" y="24676"/>
                </a:cubicBezTo>
                <a:cubicBezTo>
                  <a:pt x="231748" y="27340"/>
                  <a:pt x="235595" y="30193"/>
                  <a:pt x="239302" y="33235"/>
                </a:cubicBezTo>
                <a:cubicBezTo>
                  <a:pt x="243009" y="36277"/>
                  <a:pt x="246557" y="39494"/>
                  <a:pt x="249948" y="42884"/>
                </a:cubicBezTo>
                <a:cubicBezTo>
                  <a:pt x="253339" y="46275"/>
                  <a:pt x="256555" y="49824"/>
                  <a:pt x="259597" y="53531"/>
                </a:cubicBezTo>
                <a:cubicBezTo>
                  <a:pt x="262640" y="57238"/>
                  <a:pt x="265493" y="61085"/>
                  <a:pt x="268157" y="65072"/>
                </a:cubicBezTo>
                <a:cubicBezTo>
                  <a:pt x="270821" y="69059"/>
                  <a:pt x="273283" y="73167"/>
                  <a:pt x="275544" y="77396"/>
                </a:cubicBezTo>
                <a:cubicBezTo>
                  <a:pt x="277804" y="81625"/>
                  <a:pt x="279852" y="85955"/>
                  <a:pt x="281687" y="90385"/>
                </a:cubicBezTo>
                <a:cubicBezTo>
                  <a:pt x="283522" y="94815"/>
                  <a:pt x="285136" y="99325"/>
                  <a:pt x="286528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5" y="122555"/>
                  <a:pt x="291657" y="127293"/>
                  <a:pt x="292127" y="132065"/>
                </a:cubicBezTo>
                <a:cubicBezTo>
                  <a:pt x="292598" y="136837"/>
                  <a:pt x="292833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555382-81E0-4C1A-99CF-BAE8BDC5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34" y="677926"/>
            <a:ext cx="292833" cy="292833"/>
          </a:xfrm>
          <a:custGeom xmlns:a="http://schemas.openxmlformats.org/drawingml/2006/main">
            <a:pathLst>
              <a:path w="292833" h="292833" fill="none">
                <a:moveTo>
                  <a:pt x="292833" y="146416"/>
                </a:moveTo>
                <a:cubicBezTo>
                  <a:pt x="292833" y="151212"/>
                  <a:pt x="292598" y="155995"/>
                  <a:pt x="292128" y="160768"/>
                </a:cubicBezTo>
                <a:cubicBezTo>
                  <a:pt x="291657" y="165540"/>
                  <a:pt x="290955" y="170277"/>
                  <a:pt x="290019" y="174981"/>
                </a:cubicBezTo>
                <a:cubicBezTo>
                  <a:pt x="289084" y="179684"/>
                  <a:pt x="287920" y="184330"/>
                  <a:pt x="286528" y="188919"/>
                </a:cubicBezTo>
                <a:cubicBezTo>
                  <a:pt x="285136" y="193507"/>
                  <a:pt x="283522" y="198017"/>
                  <a:pt x="281687" y="202447"/>
                </a:cubicBezTo>
                <a:cubicBezTo>
                  <a:pt x="279852" y="206878"/>
                  <a:pt x="277804" y="211207"/>
                  <a:pt x="275544" y="215437"/>
                </a:cubicBezTo>
                <a:cubicBezTo>
                  <a:pt x="273283" y="219666"/>
                  <a:pt x="270821" y="223774"/>
                  <a:pt x="268157" y="227761"/>
                </a:cubicBezTo>
                <a:cubicBezTo>
                  <a:pt x="265493" y="231748"/>
                  <a:pt x="262640" y="235595"/>
                  <a:pt x="259598" y="239302"/>
                </a:cubicBezTo>
                <a:cubicBezTo>
                  <a:pt x="256555" y="243009"/>
                  <a:pt x="253339" y="246557"/>
                  <a:pt x="249948" y="249948"/>
                </a:cubicBezTo>
                <a:cubicBezTo>
                  <a:pt x="246557" y="253339"/>
                  <a:pt x="243009" y="256556"/>
                  <a:pt x="239302" y="259598"/>
                </a:cubicBezTo>
                <a:cubicBezTo>
                  <a:pt x="235595" y="262640"/>
                  <a:pt x="231748" y="265493"/>
                  <a:pt x="227761" y="268157"/>
                </a:cubicBezTo>
                <a:cubicBezTo>
                  <a:pt x="223774" y="270821"/>
                  <a:pt x="219665" y="273283"/>
                  <a:pt x="215436" y="275544"/>
                </a:cubicBezTo>
                <a:cubicBezTo>
                  <a:pt x="211207" y="277804"/>
                  <a:pt x="206877" y="279852"/>
                  <a:pt x="202447" y="281687"/>
                </a:cubicBezTo>
                <a:cubicBezTo>
                  <a:pt x="198017" y="283522"/>
                  <a:pt x="193508" y="285136"/>
                  <a:pt x="188919" y="286528"/>
                </a:cubicBezTo>
                <a:cubicBezTo>
                  <a:pt x="184330" y="287920"/>
                  <a:pt x="179684" y="289084"/>
                  <a:pt x="174981" y="290019"/>
                </a:cubicBezTo>
                <a:cubicBezTo>
                  <a:pt x="170277" y="290955"/>
                  <a:pt x="165540" y="291658"/>
                  <a:pt x="160768" y="292128"/>
                </a:cubicBezTo>
                <a:cubicBezTo>
                  <a:pt x="155995" y="292598"/>
                  <a:pt x="151212" y="292833"/>
                  <a:pt x="146416" y="292833"/>
                </a:cubicBezTo>
                <a:cubicBezTo>
                  <a:pt x="141621" y="292833"/>
                  <a:pt x="136837" y="292598"/>
                  <a:pt x="132065" y="292128"/>
                </a:cubicBezTo>
                <a:cubicBezTo>
                  <a:pt x="127293" y="291658"/>
                  <a:pt x="122555" y="290955"/>
                  <a:pt x="117852" y="290019"/>
                </a:cubicBezTo>
                <a:cubicBezTo>
                  <a:pt x="113149" y="289084"/>
                  <a:pt x="108503" y="287920"/>
                  <a:pt x="103914" y="286528"/>
                </a:cubicBezTo>
                <a:cubicBezTo>
                  <a:pt x="99325" y="285136"/>
                  <a:pt x="94815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9" y="270821"/>
                  <a:pt x="65072" y="268157"/>
                </a:cubicBezTo>
                <a:cubicBezTo>
                  <a:pt x="61084" y="265493"/>
                  <a:pt x="57237" y="262640"/>
                  <a:pt x="53531" y="259598"/>
                </a:cubicBezTo>
                <a:cubicBezTo>
                  <a:pt x="49824" y="256556"/>
                  <a:pt x="46275" y="253339"/>
                  <a:pt x="42884" y="249948"/>
                </a:cubicBezTo>
                <a:cubicBezTo>
                  <a:pt x="39493" y="246557"/>
                  <a:pt x="36277" y="243009"/>
                  <a:pt x="33235" y="239302"/>
                </a:cubicBezTo>
                <a:cubicBezTo>
                  <a:pt x="30193" y="235595"/>
                  <a:pt x="27339" y="231748"/>
                  <a:pt x="24675" y="227761"/>
                </a:cubicBezTo>
                <a:cubicBezTo>
                  <a:pt x="22011" y="223774"/>
                  <a:pt x="19549" y="219666"/>
                  <a:pt x="17289" y="215437"/>
                </a:cubicBezTo>
                <a:cubicBezTo>
                  <a:pt x="15028" y="211207"/>
                  <a:pt x="12980" y="206878"/>
                  <a:pt x="11145" y="202447"/>
                </a:cubicBezTo>
                <a:cubicBezTo>
                  <a:pt x="9310" y="198017"/>
                  <a:pt x="7697" y="193507"/>
                  <a:pt x="6305" y="188919"/>
                </a:cubicBezTo>
                <a:cubicBezTo>
                  <a:pt x="4913" y="184330"/>
                  <a:pt x="3749" y="179684"/>
                  <a:pt x="2813" y="174981"/>
                </a:cubicBezTo>
                <a:cubicBezTo>
                  <a:pt x="1878" y="170277"/>
                  <a:pt x="1175" y="165540"/>
                  <a:pt x="705" y="160768"/>
                </a:cubicBezTo>
                <a:cubicBezTo>
                  <a:pt x="235" y="155995"/>
                  <a:pt x="0" y="151212"/>
                  <a:pt x="0" y="146416"/>
                </a:cubicBezTo>
                <a:cubicBezTo>
                  <a:pt x="0" y="141621"/>
                  <a:pt x="235" y="136837"/>
                  <a:pt x="705" y="132065"/>
                </a:cubicBezTo>
                <a:cubicBezTo>
                  <a:pt x="1175" y="127293"/>
                  <a:pt x="1878" y="122555"/>
                  <a:pt x="2813" y="117852"/>
                </a:cubicBezTo>
                <a:cubicBezTo>
                  <a:pt x="3749" y="113149"/>
                  <a:pt x="4913" y="108503"/>
                  <a:pt x="6305" y="103914"/>
                </a:cubicBezTo>
                <a:cubicBezTo>
                  <a:pt x="7697" y="99325"/>
                  <a:pt x="9310" y="94815"/>
                  <a:pt x="11145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9" y="73167"/>
                  <a:pt x="22011" y="69059"/>
                  <a:pt x="24675" y="65072"/>
                </a:cubicBezTo>
                <a:cubicBezTo>
                  <a:pt x="27339" y="61085"/>
                  <a:pt x="30193" y="57238"/>
                  <a:pt x="33235" y="53531"/>
                </a:cubicBezTo>
                <a:cubicBezTo>
                  <a:pt x="36277" y="49824"/>
                  <a:pt x="39493" y="46275"/>
                  <a:pt x="42884" y="42884"/>
                </a:cubicBezTo>
                <a:cubicBezTo>
                  <a:pt x="46275" y="39494"/>
                  <a:pt x="49824" y="36277"/>
                  <a:pt x="53531" y="33235"/>
                </a:cubicBezTo>
                <a:cubicBezTo>
                  <a:pt x="57237" y="30193"/>
                  <a:pt x="61084" y="27340"/>
                  <a:pt x="65072" y="24676"/>
                </a:cubicBezTo>
                <a:cubicBezTo>
                  <a:pt x="69059" y="22011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5" y="11145"/>
                </a:cubicBezTo>
                <a:cubicBezTo>
                  <a:pt x="94815" y="9310"/>
                  <a:pt x="99325" y="7697"/>
                  <a:pt x="103914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3" y="1175"/>
                  <a:pt x="132065" y="705"/>
                </a:cubicBezTo>
                <a:cubicBezTo>
                  <a:pt x="136837" y="235"/>
                  <a:pt x="141621" y="0"/>
                  <a:pt x="146416" y="0"/>
                </a:cubicBezTo>
                <a:cubicBezTo>
                  <a:pt x="151212" y="0"/>
                  <a:pt x="155995" y="235"/>
                  <a:pt x="160767" y="705"/>
                </a:cubicBezTo>
                <a:cubicBezTo>
                  <a:pt x="165540" y="1175"/>
                  <a:pt x="170277" y="1878"/>
                  <a:pt x="174981" y="2813"/>
                </a:cubicBezTo>
                <a:cubicBezTo>
                  <a:pt x="179684" y="3749"/>
                  <a:pt x="184330" y="4913"/>
                  <a:pt x="188919" y="6305"/>
                </a:cubicBezTo>
                <a:cubicBezTo>
                  <a:pt x="193507" y="7697"/>
                  <a:pt x="198017" y="9310"/>
                  <a:pt x="202447" y="11145"/>
                </a:cubicBezTo>
                <a:cubicBezTo>
                  <a:pt x="206877" y="12980"/>
                  <a:pt x="211207" y="15028"/>
                  <a:pt x="215436" y="17289"/>
                </a:cubicBezTo>
                <a:cubicBezTo>
                  <a:pt x="219665" y="19549"/>
                  <a:pt x="223773" y="22011"/>
                  <a:pt x="227760" y="24676"/>
                </a:cubicBezTo>
                <a:cubicBezTo>
                  <a:pt x="231748" y="27340"/>
                  <a:pt x="235595" y="30193"/>
                  <a:pt x="239302" y="33235"/>
                </a:cubicBezTo>
                <a:cubicBezTo>
                  <a:pt x="243009" y="36277"/>
                  <a:pt x="246557" y="39494"/>
                  <a:pt x="249948" y="42884"/>
                </a:cubicBezTo>
                <a:cubicBezTo>
                  <a:pt x="253339" y="46275"/>
                  <a:pt x="256555" y="49824"/>
                  <a:pt x="259597" y="53531"/>
                </a:cubicBezTo>
                <a:cubicBezTo>
                  <a:pt x="262640" y="57238"/>
                  <a:pt x="265493" y="61085"/>
                  <a:pt x="268157" y="65072"/>
                </a:cubicBezTo>
                <a:cubicBezTo>
                  <a:pt x="270821" y="69059"/>
                  <a:pt x="273283" y="73167"/>
                  <a:pt x="275544" y="77396"/>
                </a:cubicBezTo>
                <a:cubicBezTo>
                  <a:pt x="277804" y="81625"/>
                  <a:pt x="279852" y="85955"/>
                  <a:pt x="281687" y="90385"/>
                </a:cubicBezTo>
                <a:cubicBezTo>
                  <a:pt x="283522" y="94815"/>
                  <a:pt x="285136" y="99325"/>
                  <a:pt x="286528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5" y="122555"/>
                  <a:pt x="291657" y="127293"/>
                  <a:pt x="292127" y="132065"/>
                </a:cubicBezTo>
                <a:cubicBezTo>
                  <a:pt x="292598" y="136837"/>
                  <a:pt x="292833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43" name="Text s">
            <a:extLst xmlns:a="http://schemas.openxmlformats.org/drawingml/2006/main">
              <a:ext uri="{FF2B5EF4-FFF2-40B4-BE49-F238E27FC236}">
                <a16:creationId xmlns:a16="http://schemas.microsoft.com/office/drawing/2014/main" id="{CA2F586D-355C-43AB-98E3-A883BD57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984" y="779195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3">
            <a:extLst xmlns:a="http://schemas.openxmlformats.org/drawingml/2006/main">
              <a:ext uri="{FF2B5EF4-FFF2-40B4-BE49-F238E27FC236}">
                <a16:creationId xmlns:a16="http://schemas.microsoft.com/office/drawing/2014/main" id="{1BE02E62-EBA2-4297-ACD0-7BBD87F3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094" y="803166"/>
            <a:ext cx="58781" cy="107345"/>
          </a:xfrm>
          <a:custGeom xmlns:a="http://schemas.openxmlformats.org/drawingml/2006/main">
            <a:pathLst>
              <a:path w="58781" h="107345">
                <a:moveTo>
                  <a:pt x="1601" y="21728"/>
                </a:moveTo>
                <a:cubicBezTo>
                  <a:pt x="4549" y="14765"/>
                  <a:pt x="8272" y="9403"/>
                  <a:pt x="12770" y="5642"/>
                </a:cubicBezTo>
                <a:cubicBezTo>
                  <a:pt x="17268" y="1881"/>
                  <a:pt x="22872" y="0"/>
                  <a:pt x="29581" y="0"/>
                </a:cubicBezTo>
                <a:cubicBezTo>
                  <a:pt x="37866" y="0"/>
                  <a:pt x="44219" y="2690"/>
                  <a:pt x="48641" y="8069"/>
                </a:cubicBezTo>
                <a:cubicBezTo>
                  <a:pt x="51995" y="12080"/>
                  <a:pt x="53673" y="16369"/>
                  <a:pt x="53673" y="20937"/>
                </a:cubicBezTo>
                <a:cubicBezTo>
                  <a:pt x="53673" y="28448"/>
                  <a:pt x="48946" y="36214"/>
                  <a:pt x="39492" y="44233"/>
                </a:cubicBezTo>
                <a:cubicBezTo>
                  <a:pt x="45845" y="46727"/>
                  <a:pt x="50648" y="50289"/>
                  <a:pt x="53901" y="54919"/>
                </a:cubicBezTo>
                <a:cubicBezTo>
                  <a:pt x="57154" y="59547"/>
                  <a:pt x="58781" y="64990"/>
                  <a:pt x="58781" y="71248"/>
                </a:cubicBezTo>
                <a:cubicBezTo>
                  <a:pt x="58781" y="80203"/>
                  <a:pt x="55934" y="87962"/>
                  <a:pt x="50242" y="94525"/>
                </a:cubicBezTo>
                <a:cubicBezTo>
                  <a:pt x="42821" y="103072"/>
                  <a:pt x="32071" y="107345"/>
                  <a:pt x="17993" y="107345"/>
                </a:cubicBezTo>
                <a:cubicBezTo>
                  <a:pt x="11029" y="107345"/>
                  <a:pt x="6290" y="106481"/>
                  <a:pt x="3774" y="104753"/>
                </a:cubicBezTo>
                <a:cubicBezTo>
                  <a:pt x="1258" y="103025"/>
                  <a:pt x="0" y="101170"/>
                  <a:pt x="0" y="99188"/>
                </a:cubicBezTo>
                <a:cubicBezTo>
                  <a:pt x="0" y="97714"/>
                  <a:pt x="597" y="96417"/>
                  <a:pt x="1792" y="95299"/>
                </a:cubicBezTo>
                <a:cubicBezTo>
                  <a:pt x="2986" y="94181"/>
                  <a:pt x="4422" y="93622"/>
                  <a:pt x="6099" y="93622"/>
                </a:cubicBezTo>
                <a:cubicBezTo>
                  <a:pt x="7370" y="93622"/>
                  <a:pt x="8666" y="93825"/>
                  <a:pt x="9987" y="94232"/>
                </a:cubicBezTo>
                <a:cubicBezTo>
                  <a:pt x="10851" y="94486"/>
                  <a:pt x="12808" y="95414"/>
                  <a:pt x="15858" y="97015"/>
                </a:cubicBezTo>
                <a:cubicBezTo>
                  <a:pt x="18907" y="98616"/>
                  <a:pt x="21017" y="99569"/>
                  <a:pt x="22186" y="99874"/>
                </a:cubicBezTo>
                <a:cubicBezTo>
                  <a:pt x="24066" y="100433"/>
                  <a:pt x="26074" y="100712"/>
                  <a:pt x="28209" y="100712"/>
                </a:cubicBezTo>
                <a:cubicBezTo>
                  <a:pt x="33393" y="100712"/>
                  <a:pt x="37904" y="98701"/>
                  <a:pt x="41741" y="94680"/>
                </a:cubicBezTo>
                <a:cubicBezTo>
                  <a:pt x="45578" y="90658"/>
                  <a:pt x="47497" y="85898"/>
                  <a:pt x="47497" y="80399"/>
                </a:cubicBezTo>
                <a:cubicBezTo>
                  <a:pt x="47497" y="76378"/>
                  <a:pt x="46608" y="72458"/>
                  <a:pt x="44829" y="68639"/>
                </a:cubicBezTo>
                <a:cubicBezTo>
                  <a:pt x="43507" y="65788"/>
                  <a:pt x="42059" y="63625"/>
                  <a:pt x="40483" y="62149"/>
                </a:cubicBezTo>
                <a:cubicBezTo>
                  <a:pt x="38298" y="60112"/>
                  <a:pt x="35299" y="58266"/>
                  <a:pt x="31487" y="56613"/>
                </a:cubicBezTo>
                <a:cubicBezTo>
                  <a:pt x="27675" y="54958"/>
                  <a:pt x="23787" y="54130"/>
                  <a:pt x="19822" y="54130"/>
                </a:cubicBezTo>
                <a:lnTo>
                  <a:pt x="17383" y="54130"/>
                </a:lnTo>
                <a:lnTo>
                  <a:pt x="17383" y="51843"/>
                </a:lnTo>
                <a:cubicBezTo>
                  <a:pt x="21398" y="51335"/>
                  <a:pt x="25426" y="49886"/>
                  <a:pt x="29467" y="47497"/>
                </a:cubicBezTo>
                <a:cubicBezTo>
                  <a:pt x="33507" y="45108"/>
                  <a:pt x="36442" y="42237"/>
                  <a:pt x="38272" y="38882"/>
                </a:cubicBezTo>
                <a:cubicBezTo>
                  <a:pt x="40102" y="35528"/>
                  <a:pt x="41017" y="31843"/>
                  <a:pt x="41017" y="27827"/>
                </a:cubicBezTo>
                <a:cubicBezTo>
                  <a:pt x="41017" y="22592"/>
                  <a:pt x="39378" y="18361"/>
                  <a:pt x="36099" y="15134"/>
                </a:cubicBezTo>
                <a:cubicBezTo>
                  <a:pt x="32821" y="11906"/>
                  <a:pt x="28742" y="10292"/>
                  <a:pt x="23863" y="10292"/>
                </a:cubicBezTo>
                <a:cubicBezTo>
                  <a:pt x="15985" y="10292"/>
                  <a:pt x="9403" y="14511"/>
                  <a:pt x="4117" y="22948"/>
                </a:cubicBezTo>
                <a:lnTo>
                  <a:pt x="1601" y="217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x">
            <a:extLst xmlns:a="http://schemas.openxmlformats.org/drawingml/2006/main">
              <a:ext uri="{FF2B5EF4-FFF2-40B4-BE49-F238E27FC236}">
                <a16:creationId xmlns:a16="http://schemas.microsoft.com/office/drawing/2014/main" id="{FFB5941D-9DA8-409C-ADA2-88D6C1D3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935" y="962513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2">
            <a:extLst xmlns:a="http://schemas.openxmlformats.org/drawingml/2006/main">
              <a:ext uri="{FF2B5EF4-FFF2-40B4-BE49-F238E27FC236}">
                <a16:creationId xmlns:a16="http://schemas.microsoft.com/office/drawing/2014/main" id="{E868FD3E-08F4-4645-8A38-0DCEA64F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243" y="963359"/>
            <a:ext cx="76783" cy="118734"/>
          </a:xfrm>
          <a:custGeom xmlns:a="http://schemas.openxmlformats.org/drawingml/2006/main">
            <a:pathLst>
              <a:path w="76783" h="118734">
                <a:moveTo>
                  <a:pt x="76783" y="96257"/>
                </a:moveTo>
                <a:lnTo>
                  <a:pt x="68633" y="118734"/>
                </a:lnTo>
                <a:lnTo>
                  <a:pt x="0" y="118734"/>
                </a:lnTo>
                <a:lnTo>
                  <a:pt x="0" y="115555"/>
                </a:lnTo>
                <a:cubicBezTo>
                  <a:pt x="20189" y="97108"/>
                  <a:pt x="34402" y="82042"/>
                  <a:pt x="42638" y="70357"/>
                </a:cubicBezTo>
                <a:cubicBezTo>
                  <a:pt x="50874" y="58669"/>
                  <a:pt x="54992" y="47985"/>
                  <a:pt x="54992" y="38303"/>
                </a:cubicBezTo>
                <a:cubicBezTo>
                  <a:pt x="54992" y="30914"/>
                  <a:pt x="52733" y="24843"/>
                  <a:pt x="48214" y="20088"/>
                </a:cubicBezTo>
                <a:cubicBezTo>
                  <a:pt x="43696" y="15332"/>
                  <a:pt x="38291" y="12954"/>
                  <a:pt x="32000" y="12954"/>
                </a:cubicBezTo>
                <a:cubicBezTo>
                  <a:pt x="26281" y="12954"/>
                  <a:pt x="21147" y="14634"/>
                  <a:pt x="16601" y="17995"/>
                </a:cubicBezTo>
                <a:cubicBezTo>
                  <a:pt x="12054" y="21355"/>
                  <a:pt x="8693" y="26281"/>
                  <a:pt x="6520" y="32772"/>
                </a:cubicBezTo>
                <a:lnTo>
                  <a:pt x="3346" y="32772"/>
                </a:lnTo>
                <a:cubicBezTo>
                  <a:pt x="4776" y="22218"/>
                  <a:pt x="8450" y="14118"/>
                  <a:pt x="14370" y="8472"/>
                </a:cubicBezTo>
                <a:cubicBezTo>
                  <a:pt x="20290" y="2824"/>
                  <a:pt x="27682" y="0"/>
                  <a:pt x="36547" y="0"/>
                </a:cubicBezTo>
                <a:cubicBezTo>
                  <a:pt x="45984" y="0"/>
                  <a:pt x="53862" y="3031"/>
                  <a:pt x="60182" y="9094"/>
                </a:cubicBezTo>
                <a:cubicBezTo>
                  <a:pt x="66502" y="15156"/>
                  <a:pt x="69662" y="22306"/>
                  <a:pt x="69662" y="30542"/>
                </a:cubicBezTo>
                <a:cubicBezTo>
                  <a:pt x="69662" y="36433"/>
                  <a:pt x="68289" y="42323"/>
                  <a:pt x="65544" y="48214"/>
                </a:cubicBezTo>
                <a:cubicBezTo>
                  <a:pt x="61312" y="57480"/>
                  <a:pt x="54449" y="67289"/>
                  <a:pt x="44954" y="77641"/>
                </a:cubicBezTo>
                <a:cubicBezTo>
                  <a:pt x="30713" y="93197"/>
                  <a:pt x="21819" y="102577"/>
                  <a:pt x="18273" y="105780"/>
                </a:cubicBezTo>
                <a:lnTo>
                  <a:pt x="48643" y="105780"/>
                </a:lnTo>
                <a:cubicBezTo>
                  <a:pt x="54820" y="105780"/>
                  <a:pt x="59153" y="105550"/>
                  <a:pt x="61641" y="105088"/>
                </a:cubicBezTo>
                <a:cubicBezTo>
                  <a:pt x="64129" y="104625"/>
                  <a:pt x="66373" y="103687"/>
                  <a:pt x="68375" y="102273"/>
                </a:cubicBezTo>
                <a:cubicBezTo>
                  <a:pt x="70377" y="100860"/>
                  <a:pt x="72121" y="98854"/>
                  <a:pt x="73609" y="96257"/>
                </a:cubicBezTo>
                <a:lnTo>
                  <a:pt x="76783" y="962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/y">
            <a:extLst xmlns:a="http://schemas.openxmlformats.org/drawingml/2006/main">
              <a:ext uri="{FF2B5EF4-FFF2-40B4-BE49-F238E27FC236}">
                <a16:creationId xmlns:a16="http://schemas.microsoft.com/office/drawing/2014/main" id="{08F27E0F-61ED-4577-ADC2-901AED7D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576" y="919102"/>
            <a:ext cx="135407" cy="159914"/>
          </a:xfrm>
          <a:custGeom xmlns:a="http://schemas.openxmlformats.org/drawingml/2006/main">
            <a:pathLst>
              <a:path w="135407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7" y="43410"/>
                </a:moveTo>
                <a:lnTo>
                  <a:pt x="86249" y="43410"/>
                </a:lnTo>
                <a:lnTo>
                  <a:pt x="86249" y="46584"/>
                </a:lnTo>
                <a:lnTo>
                  <a:pt x="84448" y="46584"/>
                </a:lnTo>
                <a:cubicBezTo>
                  <a:pt x="81874" y="46584"/>
                  <a:pt x="79944" y="47142"/>
                  <a:pt x="78657" y="48257"/>
                </a:cubicBezTo>
                <a:cubicBezTo>
                  <a:pt x="77370" y="49373"/>
                  <a:pt x="76726" y="50760"/>
                  <a:pt x="76726" y="52418"/>
                </a:cubicBezTo>
                <a:cubicBezTo>
                  <a:pt x="76726" y="54649"/>
                  <a:pt x="77670" y="57737"/>
                  <a:pt x="79558" y="61684"/>
                </a:cubicBezTo>
                <a:lnTo>
                  <a:pt x="98689" y="101319"/>
                </a:lnTo>
                <a:lnTo>
                  <a:pt x="116276" y="57909"/>
                </a:lnTo>
                <a:cubicBezTo>
                  <a:pt x="117248" y="55564"/>
                  <a:pt x="117734" y="53247"/>
                  <a:pt x="117734" y="50960"/>
                </a:cubicBezTo>
                <a:cubicBezTo>
                  <a:pt x="117734" y="49930"/>
                  <a:pt x="117534" y="49158"/>
                  <a:pt x="117134" y="48643"/>
                </a:cubicBezTo>
                <a:cubicBezTo>
                  <a:pt x="116676" y="48014"/>
                  <a:pt x="115961" y="47514"/>
                  <a:pt x="114989" y="47142"/>
                </a:cubicBezTo>
                <a:cubicBezTo>
                  <a:pt x="114017" y="46770"/>
                  <a:pt x="112301" y="46584"/>
                  <a:pt x="109842" y="46584"/>
                </a:cubicBezTo>
                <a:lnTo>
                  <a:pt x="109842" y="43410"/>
                </a:lnTo>
                <a:lnTo>
                  <a:pt x="135407" y="43410"/>
                </a:lnTo>
                <a:lnTo>
                  <a:pt x="135407" y="46584"/>
                </a:lnTo>
                <a:cubicBezTo>
                  <a:pt x="133291" y="46813"/>
                  <a:pt x="131661" y="47271"/>
                  <a:pt x="130517" y="47957"/>
                </a:cubicBezTo>
                <a:cubicBezTo>
                  <a:pt x="129373" y="48643"/>
                  <a:pt x="128115" y="49930"/>
                  <a:pt x="126743" y="51818"/>
                </a:cubicBezTo>
                <a:cubicBezTo>
                  <a:pt x="126228" y="52618"/>
                  <a:pt x="125255" y="54820"/>
                  <a:pt x="123826" y="58424"/>
                </a:cubicBezTo>
                <a:lnTo>
                  <a:pt x="91826" y="136836"/>
                </a:lnTo>
                <a:cubicBezTo>
                  <a:pt x="88737" y="144443"/>
                  <a:pt x="84691" y="150191"/>
                  <a:pt x="79686" y="154080"/>
                </a:cubicBezTo>
                <a:cubicBezTo>
                  <a:pt x="74682" y="157969"/>
                  <a:pt x="69863" y="159914"/>
                  <a:pt x="65231" y="159914"/>
                </a:cubicBezTo>
                <a:cubicBezTo>
                  <a:pt x="61856" y="159914"/>
                  <a:pt x="59082" y="158953"/>
                  <a:pt x="56909" y="157032"/>
                </a:cubicBezTo>
                <a:cubicBezTo>
                  <a:pt x="54735" y="155111"/>
                  <a:pt x="53649" y="152907"/>
                  <a:pt x="53649" y="150421"/>
                </a:cubicBezTo>
                <a:cubicBezTo>
                  <a:pt x="53649" y="148047"/>
                  <a:pt x="54435" y="146133"/>
                  <a:pt x="56008" y="144678"/>
                </a:cubicBezTo>
                <a:cubicBezTo>
                  <a:pt x="57581" y="143225"/>
                  <a:pt x="59740" y="142499"/>
                  <a:pt x="62485" y="142499"/>
                </a:cubicBezTo>
                <a:cubicBezTo>
                  <a:pt x="64373" y="142499"/>
                  <a:pt x="66946" y="143128"/>
                  <a:pt x="70206" y="144386"/>
                </a:cubicBezTo>
                <a:cubicBezTo>
                  <a:pt x="72494" y="145244"/>
                  <a:pt x="73924" y="145673"/>
                  <a:pt x="74496" y="145673"/>
                </a:cubicBezTo>
                <a:cubicBezTo>
                  <a:pt x="76212" y="145673"/>
                  <a:pt x="78085" y="144780"/>
                  <a:pt x="80115" y="142995"/>
                </a:cubicBezTo>
                <a:cubicBezTo>
                  <a:pt x="82146" y="141211"/>
                  <a:pt x="84190" y="137758"/>
                  <a:pt x="86249" y="132635"/>
                </a:cubicBezTo>
                <a:lnTo>
                  <a:pt x="91826" y="118906"/>
                </a:lnTo>
                <a:lnTo>
                  <a:pt x="63600" y="59625"/>
                </a:lnTo>
                <a:cubicBezTo>
                  <a:pt x="62743" y="57852"/>
                  <a:pt x="61370" y="55650"/>
                  <a:pt x="59483" y="53019"/>
                </a:cubicBezTo>
                <a:cubicBezTo>
                  <a:pt x="58053" y="51017"/>
                  <a:pt x="56880" y="49673"/>
                  <a:pt x="55965" y="48987"/>
                </a:cubicBezTo>
                <a:cubicBezTo>
                  <a:pt x="54650" y="48071"/>
                  <a:pt x="52533" y="47271"/>
                  <a:pt x="49617" y="46584"/>
                </a:cubicBezTo>
                <a:lnTo>
                  <a:pt x="49617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2">
            <a:extLst xmlns:a="http://schemas.openxmlformats.org/drawingml/2006/main">
              <a:ext uri="{FF2B5EF4-FFF2-40B4-BE49-F238E27FC236}">
                <a16:creationId xmlns:a16="http://schemas.microsoft.com/office/drawing/2014/main" id="{4CAB4374-C13A-4EE3-BD5B-18D01E1F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810" y="963359"/>
            <a:ext cx="76783" cy="118734"/>
          </a:xfrm>
          <a:custGeom xmlns:a="http://schemas.openxmlformats.org/drawingml/2006/main">
            <a:pathLst>
              <a:path w="76783" h="118734">
                <a:moveTo>
                  <a:pt x="76783" y="96257"/>
                </a:moveTo>
                <a:lnTo>
                  <a:pt x="68633" y="118734"/>
                </a:lnTo>
                <a:lnTo>
                  <a:pt x="0" y="118734"/>
                </a:lnTo>
                <a:lnTo>
                  <a:pt x="0" y="115555"/>
                </a:lnTo>
                <a:cubicBezTo>
                  <a:pt x="20189" y="97108"/>
                  <a:pt x="34402" y="82042"/>
                  <a:pt x="42638" y="70357"/>
                </a:cubicBezTo>
                <a:cubicBezTo>
                  <a:pt x="50874" y="58669"/>
                  <a:pt x="54992" y="47985"/>
                  <a:pt x="54992" y="38303"/>
                </a:cubicBezTo>
                <a:cubicBezTo>
                  <a:pt x="54992" y="30914"/>
                  <a:pt x="52733" y="24843"/>
                  <a:pt x="48214" y="20088"/>
                </a:cubicBezTo>
                <a:cubicBezTo>
                  <a:pt x="43696" y="15332"/>
                  <a:pt x="38291" y="12954"/>
                  <a:pt x="32000" y="12954"/>
                </a:cubicBezTo>
                <a:cubicBezTo>
                  <a:pt x="26281" y="12954"/>
                  <a:pt x="21147" y="14634"/>
                  <a:pt x="16601" y="17995"/>
                </a:cubicBezTo>
                <a:cubicBezTo>
                  <a:pt x="12054" y="21355"/>
                  <a:pt x="8693" y="26281"/>
                  <a:pt x="6520" y="32772"/>
                </a:cubicBezTo>
                <a:lnTo>
                  <a:pt x="3346" y="32772"/>
                </a:lnTo>
                <a:cubicBezTo>
                  <a:pt x="4776" y="22218"/>
                  <a:pt x="8450" y="14118"/>
                  <a:pt x="14370" y="8472"/>
                </a:cubicBezTo>
                <a:cubicBezTo>
                  <a:pt x="20290" y="2824"/>
                  <a:pt x="27682" y="0"/>
                  <a:pt x="36547" y="0"/>
                </a:cubicBezTo>
                <a:cubicBezTo>
                  <a:pt x="45984" y="0"/>
                  <a:pt x="53862" y="3031"/>
                  <a:pt x="60182" y="9094"/>
                </a:cubicBezTo>
                <a:cubicBezTo>
                  <a:pt x="66502" y="15156"/>
                  <a:pt x="69662" y="22306"/>
                  <a:pt x="69662" y="30542"/>
                </a:cubicBezTo>
                <a:cubicBezTo>
                  <a:pt x="69662" y="36433"/>
                  <a:pt x="68289" y="42323"/>
                  <a:pt x="65544" y="48214"/>
                </a:cubicBezTo>
                <a:cubicBezTo>
                  <a:pt x="61312" y="57480"/>
                  <a:pt x="54449" y="67289"/>
                  <a:pt x="44954" y="77641"/>
                </a:cubicBezTo>
                <a:cubicBezTo>
                  <a:pt x="30713" y="93197"/>
                  <a:pt x="21819" y="102577"/>
                  <a:pt x="18273" y="105780"/>
                </a:cubicBezTo>
                <a:lnTo>
                  <a:pt x="48643" y="105780"/>
                </a:lnTo>
                <a:cubicBezTo>
                  <a:pt x="54820" y="105780"/>
                  <a:pt x="59153" y="105550"/>
                  <a:pt x="61641" y="105088"/>
                </a:cubicBezTo>
                <a:cubicBezTo>
                  <a:pt x="64129" y="104625"/>
                  <a:pt x="66373" y="103687"/>
                  <a:pt x="68375" y="102273"/>
                </a:cubicBezTo>
                <a:cubicBezTo>
                  <a:pt x="70377" y="100860"/>
                  <a:pt x="72121" y="98854"/>
                  <a:pt x="73609" y="96257"/>
                </a:cubicBezTo>
                <a:lnTo>
                  <a:pt x="76783" y="962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x">
            <a:extLst xmlns:a="http://schemas.openxmlformats.org/drawingml/2006/main">
              <a:ext uri="{FF2B5EF4-FFF2-40B4-BE49-F238E27FC236}">
                <a16:creationId xmlns:a16="http://schemas.microsoft.com/office/drawing/2014/main" id="{0C404A70-A8DB-4C80-85CA-A09EAE8F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133" y="962513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4">
            <a:extLst xmlns:a="http://schemas.openxmlformats.org/drawingml/2006/main">
              <a:ext uri="{FF2B5EF4-FFF2-40B4-BE49-F238E27FC236}">
                <a16:creationId xmlns:a16="http://schemas.microsoft.com/office/drawing/2014/main" id="{0059C585-0535-4E60-9CB5-FB38701F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411" y="963359"/>
            <a:ext cx="79013" cy="118734"/>
          </a:xfrm>
          <a:custGeom xmlns:a="http://schemas.openxmlformats.org/drawingml/2006/main">
            <a:pathLst>
              <a:path w="79013" h="118734">
                <a:moveTo>
                  <a:pt x="79013" y="75839"/>
                </a:moveTo>
                <a:lnTo>
                  <a:pt x="79013" y="88021"/>
                </a:lnTo>
                <a:lnTo>
                  <a:pt x="63399" y="88021"/>
                </a:lnTo>
                <a:lnTo>
                  <a:pt x="63399" y="118734"/>
                </a:lnTo>
                <a:lnTo>
                  <a:pt x="49244" y="118734"/>
                </a:lnTo>
                <a:lnTo>
                  <a:pt x="49244" y="88021"/>
                </a:lnTo>
                <a:lnTo>
                  <a:pt x="0" y="88021"/>
                </a:lnTo>
                <a:lnTo>
                  <a:pt x="0" y="77040"/>
                </a:lnTo>
                <a:lnTo>
                  <a:pt x="53962" y="0"/>
                </a:lnTo>
                <a:lnTo>
                  <a:pt x="63399" y="0"/>
                </a:lnTo>
                <a:lnTo>
                  <a:pt x="63399" y="75839"/>
                </a:lnTo>
                <a:lnTo>
                  <a:pt x="79013" y="75839"/>
                </a:lnTo>
                <a:moveTo>
                  <a:pt x="49244" y="75839"/>
                </a:moveTo>
                <a:lnTo>
                  <a:pt x="49244" y="18102"/>
                </a:lnTo>
                <a:lnTo>
                  <a:pt x="8407" y="75839"/>
                </a:lnTo>
                <a:lnTo>
                  <a:pt x="49244" y="758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/y">
            <a:extLst xmlns:a="http://schemas.openxmlformats.org/drawingml/2006/main">
              <a:ext uri="{FF2B5EF4-FFF2-40B4-BE49-F238E27FC236}">
                <a16:creationId xmlns:a16="http://schemas.microsoft.com/office/drawing/2014/main" id="{8AA0925D-762B-4120-A5DB-A4763F76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773" y="919102"/>
            <a:ext cx="135407" cy="159914"/>
          </a:xfrm>
          <a:custGeom xmlns:a="http://schemas.openxmlformats.org/drawingml/2006/main">
            <a:pathLst>
              <a:path w="135407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7" y="43410"/>
                </a:moveTo>
                <a:lnTo>
                  <a:pt x="86249" y="43410"/>
                </a:lnTo>
                <a:lnTo>
                  <a:pt x="86249" y="46584"/>
                </a:lnTo>
                <a:lnTo>
                  <a:pt x="84448" y="46584"/>
                </a:lnTo>
                <a:cubicBezTo>
                  <a:pt x="81874" y="46584"/>
                  <a:pt x="79944" y="47142"/>
                  <a:pt x="78657" y="48257"/>
                </a:cubicBezTo>
                <a:cubicBezTo>
                  <a:pt x="77370" y="49373"/>
                  <a:pt x="76726" y="50760"/>
                  <a:pt x="76726" y="52418"/>
                </a:cubicBezTo>
                <a:cubicBezTo>
                  <a:pt x="76726" y="54649"/>
                  <a:pt x="77670" y="57737"/>
                  <a:pt x="79557" y="61684"/>
                </a:cubicBezTo>
                <a:lnTo>
                  <a:pt x="98689" y="101319"/>
                </a:lnTo>
                <a:lnTo>
                  <a:pt x="116276" y="57909"/>
                </a:lnTo>
                <a:cubicBezTo>
                  <a:pt x="117248" y="55564"/>
                  <a:pt x="117734" y="53247"/>
                  <a:pt x="117734" y="50960"/>
                </a:cubicBezTo>
                <a:cubicBezTo>
                  <a:pt x="117734" y="49930"/>
                  <a:pt x="117534" y="49158"/>
                  <a:pt x="117134" y="48643"/>
                </a:cubicBezTo>
                <a:cubicBezTo>
                  <a:pt x="116676" y="48014"/>
                  <a:pt x="115961" y="47514"/>
                  <a:pt x="114989" y="47142"/>
                </a:cubicBezTo>
                <a:cubicBezTo>
                  <a:pt x="114017" y="46770"/>
                  <a:pt x="112301" y="46584"/>
                  <a:pt x="109842" y="46584"/>
                </a:cubicBezTo>
                <a:lnTo>
                  <a:pt x="109842" y="43410"/>
                </a:lnTo>
                <a:lnTo>
                  <a:pt x="135407" y="43410"/>
                </a:lnTo>
                <a:lnTo>
                  <a:pt x="135407" y="46584"/>
                </a:lnTo>
                <a:cubicBezTo>
                  <a:pt x="133291" y="46813"/>
                  <a:pt x="131661" y="47271"/>
                  <a:pt x="130517" y="47957"/>
                </a:cubicBezTo>
                <a:cubicBezTo>
                  <a:pt x="129373" y="48643"/>
                  <a:pt x="128115" y="49930"/>
                  <a:pt x="126742" y="51818"/>
                </a:cubicBezTo>
                <a:cubicBezTo>
                  <a:pt x="126228" y="52618"/>
                  <a:pt x="125255" y="54820"/>
                  <a:pt x="123826" y="58424"/>
                </a:cubicBezTo>
                <a:lnTo>
                  <a:pt x="91826" y="136836"/>
                </a:lnTo>
                <a:cubicBezTo>
                  <a:pt x="88737" y="144443"/>
                  <a:pt x="84691" y="150191"/>
                  <a:pt x="79686" y="154080"/>
                </a:cubicBezTo>
                <a:cubicBezTo>
                  <a:pt x="74682" y="157969"/>
                  <a:pt x="69863" y="159914"/>
                  <a:pt x="65230" y="159914"/>
                </a:cubicBezTo>
                <a:cubicBezTo>
                  <a:pt x="61856" y="159914"/>
                  <a:pt x="59082" y="158953"/>
                  <a:pt x="56909" y="157032"/>
                </a:cubicBezTo>
                <a:cubicBezTo>
                  <a:pt x="54735" y="155111"/>
                  <a:pt x="53649" y="152907"/>
                  <a:pt x="53649" y="150421"/>
                </a:cubicBezTo>
                <a:cubicBezTo>
                  <a:pt x="53649" y="148047"/>
                  <a:pt x="54435" y="146133"/>
                  <a:pt x="56008" y="144678"/>
                </a:cubicBezTo>
                <a:cubicBezTo>
                  <a:pt x="57581" y="143225"/>
                  <a:pt x="59740" y="142499"/>
                  <a:pt x="62485" y="142499"/>
                </a:cubicBezTo>
                <a:cubicBezTo>
                  <a:pt x="64373" y="142499"/>
                  <a:pt x="66946" y="143128"/>
                  <a:pt x="70206" y="144386"/>
                </a:cubicBezTo>
                <a:cubicBezTo>
                  <a:pt x="72494" y="145244"/>
                  <a:pt x="73924" y="145673"/>
                  <a:pt x="74496" y="145673"/>
                </a:cubicBezTo>
                <a:cubicBezTo>
                  <a:pt x="76212" y="145673"/>
                  <a:pt x="78085" y="144780"/>
                  <a:pt x="80115" y="142995"/>
                </a:cubicBezTo>
                <a:cubicBezTo>
                  <a:pt x="82146" y="141211"/>
                  <a:pt x="84190" y="137758"/>
                  <a:pt x="86249" y="132635"/>
                </a:cubicBezTo>
                <a:lnTo>
                  <a:pt x="91826" y="118906"/>
                </a:lnTo>
                <a:lnTo>
                  <a:pt x="63600" y="59625"/>
                </a:lnTo>
                <a:cubicBezTo>
                  <a:pt x="62743" y="57852"/>
                  <a:pt x="61370" y="55650"/>
                  <a:pt x="59482" y="53019"/>
                </a:cubicBezTo>
                <a:cubicBezTo>
                  <a:pt x="58053" y="51017"/>
                  <a:pt x="56880" y="49673"/>
                  <a:pt x="55965" y="48987"/>
                </a:cubicBezTo>
                <a:cubicBezTo>
                  <a:pt x="54650" y="48071"/>
                  <a:pt x="52533" y="47271"/>
                  <a:pt x="49617" y="46584"/>
                </a:cubicBezTo>
                <a:lnTo>
                  <a:pt x="49617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4">
            <a:extLst xmlns:a="http://schemas.openxmlformats.org/drawingml/2006/main">
              <a:ext uri="{FF2B5EF4-FFF2-40B4-BE49-F238E27FC236}">
                <a16:creationId xmlns:a16="http://schemas.microsoft.com/office/drawing/2014/main" id="{46AE7707-4032-43BD-B2D7-2131CDB6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978" y="963359"/>
            <a:ext cx="79013" cy="118734"/>
          </a:xfrm>
          <a:custGeom xmlns:a="http://schemas.openxmlformats.org/drawingml/2006/main">
            <a:pathLst>
              <a:path w="79013" h="118734">
                <a:moveTo>
                  <a:pt x="79013" y="75839"/>
                </a:moveTo>
                <a:lnTo>
                  <a:pt x="79013" y="88021"/>
                </a:lnTo>
                <a:lnTo>
                  <a:pt x="63399" y="88021"/>
                </a:lnTo>
                <a:lnTo>
                  <a:pt x="63399" y="118734"/>
                </a:lnTo>
                <a:lnTo>
                  <a:pt x="49244" y="118734"/>
                </a:lnTo>
                <a:lnTo>
                  <a:pt x="49244" y="88021"/>
                </a:lnTo>
                <a:lnTo>
                  <a:pt x="0" y="88021"/>
                </a:lnTo>
                <a:lnTo>
                  <a:pt x="0" y="77040"/>
                </a:lnTo>
                <a:lnTo>
                  <a:pt x="53962" y="0"/>
                </a:lnTo>
                <a:lnTo>
                  <a:pt x="63399" y="0"/>
                </a:lnTo>
                <a:lnTo>
                  <a:pt x="63399" y="75839"/>
                </a:lnTo>
                <a:lnTo>
                  <a:pt x="79013" y="75839"/>
                </a:lnTo>
                <a:moveTo>
                  <a:pt x="49244" y="75839"/>
                </a:moveTo>
                <a:lnTo>
                  <a:pt x="49244" y="18102"/>
                </a:lnTo>
                <a:lnTo>
                  <a:pt x="8407" y="75839"/>
                </a:lnTo>
                <a:lnTo>
                  <a:pt x="49244" y="758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Network">
            <a:extLst xmlns:a="http://schemas.openxmlformats.org/drawingml/2006/main">
              <a:ext uri="{FF2B5EF4-FFF2-40B4-BE49-F238E27FC236}">
                <a16:creationId xmlns:a16="http://schemas.microsoft.com/office/drawing/2014/main" id="{6B4B9BA1-247D-4368-81B2-966B5CF5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613" y="2247590"/>
            <a:ext cx="741743" cy="149276"/>
          </a:xfrm>
          <a:custGeom xmlns:a="http://schemas.openxmlformats.org/drawingml/2006/main">
            <a:pathLst>
              <a:path w="741743" h="149276">
                <a:moveTo>
                  <a:pt x="0" y="6795"/>
                </a:moveTo>
                <a:lnTo>
                  <a:pt x="37885" y="6795"/>
                </a:lnTo>
                <a:lnTo>
                  <a:pt x="123230" y="111494"/>
                </a:lnTo>
                <a:lnTo>
                  <a:pt x="123230" y="30988"/>
                </a:lnTo>
                <a:cubicBezTo>
                  <a:pt x="123230" y="22409"/>
                  <a:pt x="122269" y="17055"/>
                  <a:pt x="120347" y="14928"/>
                </a:cubicBezTo>
                <a:cubicBezTo>
                  <a:pt x="117808" y="12045"/>
                  <a:pt x="113793" y="10604"/>
                  <a:pt x="108302" y="10604"/>
                </a:cubicBezTo>
                <a:lnTo>
                  <a:pt x="103464" y="10604"/>
                </a:lnTo>
                <a:lnTo>
                  <a:pt x="103464" y="6795"/>
                </a:lnTo>
                <a:lnTo>
                  <a:pt x="152056" y="6795"/>
                </a:lnTo>
                <a:lnTo>
                  <a:pt x="152056" y="10604"/>
                </a:lnTo>
                <a:lnTo>
                  <a:pt x="147114" y="10604"/>
                </a:lnTo>
                <a:cubicBezTo>
                  <a:pt x="141212" y="10604"/>
                  <a:pt x="137025" y="12388"/>
                  <a:pt x="134554" y="15957"/>
                </a:cubicBezTo>
                <a:cubicBezTo>
                  <a:pt x="133044" y="18153"/>
                  <a:pt x="132289" y="23164"/>
                  <a:pt x="132289" y="30988"/>
                </a:cubicBezTo>
                <a:lnTo>
                  <a:pt x="132289" y="148658"/>
                </a:lnTo>
                <a:lnTo>
                  <a:pt x="128583" y="148658"/>
                </a:lnTo>
                <a:lnTo>
                  <a:pt x="36547" y="36238"/>
                </a:lnTo>
                <a:lnTo>
                  <a:pt x="36547" y="122200"/>
                </a:lnTo>
                <a:cubicBezTo>
                  <a:pt x="36547" y="130780"/>
                  <a:pt x="37473" y="136133"/>
                  <a:pt x="39327" y="138260"/>
                </a:cubicBezTo>
                <a:cubicBezTo>
                  <a:pt x="41935" y="141143"/>
                  <a:pt x="45950" y="142584"/>
                  <a:pt x="51372" y="142584"/>
                </a:cubicBezTo>
                <a:lnTo>
                  <a:pt x="56313" y="142584"/>
                </a:lnTo>
                <a:lnTo>
                  <a:pt x="56313" y="146393"/>
                </a:lnTo>
                <a:lnTo>
                  <a:pt x="7721" y="146393"/>
                </a:lnTo>
                <a:lnTo>
                  <a:pt x="7721" y="142584"/>
                </a:lnTo>
                <a:lnTo>
                  <a:pt x="12560" y="142584"/>
                </a:lnTo>
                <a:cubicBezTo>
                  <a:pt x="18531" y="142584"/>
                  <a:pt x="22752" y="140800"/>
                  <a:pt x="25222" y="137231"/>
                </a:cubicBezTo>
                <a:cubicBezTo>
                  <a:pt x="26732" y="135035"/>
                  <a:pt x="27487" y="130025"/>
                  <a:pt x="27487" y="122200"/>
                </a:cubicBezTo>
                <a:lnTo>
                  <a:pt x="27487" y="25120"/>
                </a:lnTo>
                <a:cubicBezTo>
                  <a:pt x="23438" y="20384"/>
                  <a:pt x="20367" y="17261"/>
                  <a:pt x="18273" y="15751"/>
                </a:cubicBezTo>
                <a:cubicBezTo>
                  <a:pt x="16180" y="14241"/>
                  <a:pt x="13109" y="12834"/>
                  <a:pt x="9060" y="11530"/>
                </a:cubicBezTo>
                <a:cubicBezTo>
                  <a:pt x="7069" y="10913"/>
                  <a:pt x="4049" y="10604"/>
                  <a:pt x="0" y="10604"/>
                </a:cubicBezTo>
                <a:lnTo>
                  <a:pt x="0" y="6795"/>
                </a:lnTo>
                <a:close/>
                <a:moveTo>
                  <a:pt x="177449" y="87713"/>
                </a:moveTo>
                <a:cubicBezTo>
                  <a:pt x="177380" y="101681"/>
                  <a:pt x="180777" y="112638"/>
                  <a:pt x="187641" y="120582"/>
                </a:cubicBezTo>
                <a:cubicBezTo>
                  <a:pt x="194504" y="128524"/>
                  <a:pt x="202568" y="132495"/>
                  <a:pt x="211834" y="132495"/>
                </a:cubicBezTo>
                <a:cubicBezTo>
                  <a:pt x="218011" y="132495"/>
                  <a:pt x="223381" y="130797"/>
                  <a:pt x="227945" y="127399"/>
                </a:cubicBezTo>
                <a:cubicBezTo>
                  <a:pt x="232509" y="124002"/>
                  <a:pt x="236336" y="118185"/>
                  <a:pt x="239424" y="109950"/>
                </a:cubicBezTo>
                <a:lnTo>
                  <a:pt x="242615" y="112008"/>
                </a:lnTo>
                <a:cubicBezTo>
                  <a:pt x="241174" y="121411"/>
                  <a:pt x="236988" y="129973"/>
                  <a:pt x="230056" y="137694"/>
                </a:cubicBezTo>
                <a:cubicBezTo>
                  <a:pt x="223124" y="145415"/>
                  <a:pt x="214442" y="149276"/>
                  <a:pt x="204010" y="149276"/>
                </a:cubicBezTo>
                <a:cubicBezTo>
                  <a:pt x="192685" y="149276"/>
                  <a:pt x="182991" y="144876"/>
                  <a:pt x="174927" y="136076"/>
                </a:cubicBezTo>
                <a:cubicBezTo>
                  <a:pt x="166862" y="127274"/>
                  <a:pt x="162830" y="115441"/>
                  <a:pt x="162830" y="100578"/>
                </a:cubicBezTo>
                <a:cubicBezTo>
                  <a:pt x="162830" y="84484"/>
                  <a:pt x="166965" y="71933"/>
                  <a:pt x="175235" y="62928"/>
                </a:cubicBezTo>
                <a:cubicBezTo>
                  <a:pt x="183506" y="53920"/>
                  <a:pt x="193886" y="49416"/>
                  <a:pt x="206377" y="49416"/>
                </a:cubicBezTo>
                <a:cubicBezTo>
                  <a:pt x="216947" y="49416"/>
                  <a:pt x="225629" y="52890"/>
                  <a:pt x="232424" y="59839"/>
                </a:cubicBezTo>
                <a:cubicBezTo>
                  <a:pt x="239218" y="66786"/>
                  <a:pt x="242615" y="76077"/>
                  <a:pt x="242615" y="87713"/>
                </a:cubicBezTo>
                <a:lnTo>
                  <a:pt x="177449" y="87713"/>
                </a:lnTo>
                <a:moveTo>
                  <a:pt x="177449" y="81741"/>
                </a:moveTo>
                <a:lnTo>
                  <a:pt x="221099" y="81741"/>
                </a:lnTo>
                <a:cubicBezTo>
                  <a:pt x="220756" y="75702"/>
                  <a:pt x="220035" y="71447"/>
                  <a:pt x="218937" y="68976"/>
                </a:cubicBezTo>
                <a:cubicBezTo>
                  <a:pt x="217221" y="65132"/>
                  <a:pt x="214665" y="62113"/>
                  <a:pt x="211267" y="59916"/>
                </a:cubicBezTo>
                <a:cubicBezTo>
                  <a:pt x="207870" y="57720"/>
                  <a:pt x="204318" y="56622"/>
                  <a:pt x="200612" y="56622"/>
                </a:cubicBezTo>
                <a:cubicBezTo>
                  <a:pt x="194916" y="56622"/>
                  <a:pt x="189820" y="58835"/>
                  <a:pt x="185324" y="63262"/>
                </a:cubicBezTo>
                <a:cubicBezTo>
                  <a:pt x="180829" y="67689"/>
                  <a:pt x="178204" y="73849"/>
                  <a:pt x="177449" y="81741"/>
                </a:cubicBezTo>
                <a:close/>
                <a:moveTo>
                  <a:pt x="282592" y="21002"/>
                </a:moveTo>
                <a:lnTo>
                  <a:pt x="282592" y="52092"/>
                </a:lnTo>
                <a:lnTo>
                  <a:pt x="304623" y="52092"/>
                </a:lnTo>
                <a:lnTo>
                  <a:pt x="304623" y="59299"/>
                </a:lnTo>
                <a:lnTo>
                  <a:pt x="282592" y="59299"/>
                </a:lnTo>
                <a:lnTo>
                  <a:pt x="282592" y="120367"/>
                </a:lnTo>
                <a:cubicBezTo>
                  <a:pt x="282592" y="126469"/>
                  <a:pt x="283467" y="130582"/>
                  <a:pt x="285217" y="132708"/>
                </a:cubicBezTo>
                <a:cubicBezTo>
                  <a:pt x="286967" y="134831"/>
                  <a:pt x="289215" y="135893"/>
                  <a:pt x="291960" y="135893"/>
                </a:cubicBezTo>
                <a:cubicBezTo>
                  <a:pt x="294225" y="135893"/>
                  <a:pt x="296421" y="135189"/>
                  <a:pt x="298549" y="133782"/>
                </a:cubicBezTo>
                <a:cubicBezTo>
                  <a:pt x="300677" y="132375"/>
                  <a:pt x="302324" y="130299"/>
                  <a:pt x="303491" y="127554"/>
                </a:cubicBezTo>
                <a:lnTo>
                  <a:pt x="307506" y="127554"/>
                </a:lnTo>
                <a:cubicBezTo>
                  <a:pt x="305103" y="134299"/>
                  <a:pt x="301706" y="139400"/>
                  <a:pt x="297314" y="142858"/>
                </a:cubicBezTo>
                <a:cubicBezTo>
                  <a:pt x="292921" y="146313"/>
                  <a:pt x="288391" y="148041"/>
                  <a:pt x="283724" y="148041"/>
                </a:cubicBezTo>
                <a:cubicBezTo>
                  <a:pt x="280567" y="148041"/>
                  <a:pt x="277479" y="147164"/>
                  <a:pt x="274459" y="145412"/>
                </a:cubicBezTo>
                <a:cubicBezTo>
                  <a:pt x="271439" y="143660"/>
                  <a:pt x="269209" y="141153"/>
                  <a:pt x="267767" y="137891"/>
                </a:cubicBezTo>
                <a:cubicBezTo>
                  <a:pt x="266326" y="134626"/>
                  <a:pt x="265605" y="129592"/>
                  <a:pt x="265605" y="122789"/>
                </a:cubicBezTo>
                <a:lnTo>
                  <a:pt x="265605" y="59299"/>
                </a:lnTo>
                <a:lnTo>
                  <a:pt x="250678" y="59299"/>
                </a:lnTo>
                <a:lnTo>
                  <a:pt x="250678" y="55901"/>
                </a:lnTo>
                <a:cubicBezTo>
                  <a:pt x="254452" y="54387"/>
                  <a:pt x="258313" y="51823"/>
                  <a:pt x="262259" y="48209"/>
                </a:cubicBezTo>
                <a:cubicBezTo>
                  <a:pt x="266206" y="44595"/>
                  <a:pt x="269723" y="40310"/>
                  <a:pt x="272812" y="35353"/>
                </a:cubicBezTo>
                <a:cubicBezTo>
                  <a:pt x="274390" y="32739"/>
                  <a:pt x="276587" y="27955"/>
                  <a:pt x="279400" y="21002"/>
                </a:cubicBezTo>
                <a:lnTo>
                  <a:pt x="282592" y="21002"/>
                </a:lnTo>
                <a:close/>
                <a:moveTo>
                  <a:pt x="308570" y="52092"/>
                </a:moveTo>
                <a:lnTo>
                  <a:pt x="348103" y="52092"/>
                </a:lnTo>
                <a:lnTo>
                  <a:pt x="348103" y="55901"/>
                </a:lnTo>
                <a:cubicBezTo>
                  <a:pt x="344465" y="56176"/>
                  <a:pt x="342080" y="56828"/>
                  <a:pt x="340948" y="57857"/>
                </a:cubicBezTo>
                <a:cubicBezTo>
                  <a:pt x="339815" y="58887"/>
                  <a:pt x="339249" y="60362"/>
                  <a:pt x="339249" y="62284"/>
                </a:cubicBezTo>
                <a:cubicBezTo>
                  <a:pt x="339249" y="64412"/>
                  <a:pt x="339832" y="66985"/>
                  <a:pt x="340999" y="70005"/>
                </a:cubicBezTo>
                <a:lnTo>
                  <a:pt x="361177" y="124259"/>
                </a:lnTo>
                <a:lnTo>
                  <a:pt x="381458" y="80094"/>
                </a:lnTo>
                <a:lnTo>
                  <a:pt x="376105" y="66196"/>
                </a:lnTo>
                <a:cubicBezTo>
                  <a:pt x="374458" y="62078"/>
                  <a:pt x="372296" y="59230"/>
                  <a:pt x="369619" y="57651"/>
                </a:cubicBezTo>
                <a:cubicBezTo>
                  <a:pt x="368109" y="56691"/>
                  <a:pt x="365295" y="56107"/>
                  <a:pt x="361177" y="55901"/>
                </a:cubicBezTo>
                <a:lnTo>
                  <a:pt x="361177" y="52092"/>
                </a:lnTo>
                <a:lnTo>
                  <a:pt x="406063" y="52092"/>
                </a:lnTo>
                <a:lnTo>
                  <a:pt x="406063" y="55901"/>
                </a:lnTo>
                <a:cubicBezTo>
                  <a:pt x="401121" y="56107"/>
                  <a:pt x="397621" y="56999"/>
                  <a:pt x="395562" y="58578"/>
                </a:cubicBezTo>
                <a:cubicBezTo>
                  <a:pt x="394190" y="59676"/>
                  <a:pt x="393503" y="61426"/>
                  <a:pt x="393503" y="63828"/>
                </a:cubicBezTo>
                <a:cubicBezTo>
                  <a:pt x="393503" y="65201"/>
                  <a:pt x="393778" y="66608"/>
                  <a:pt x="394327" y="68049"/>
                </a:cubicBezTo>
                <a:lnTo>
                  <a:pt x="415740" y="122200"/>
                </a:lnTo>
                <a:lnTo>
                  <a:pt x="435609" y="70005"/>
                </a:lnTo>
                <a:cubicBezTo>
                  <a:pt x="436982" y="66299"/>
                  <a:pt x="437668" y="63348"/>
                  <a:pt x="437668" y="61152"/>
                </a:cubicBezTo>
                <a:cubicBezTo>
                  <a:pt x="437668" y="59848"/>
                  <a:pt x="436999" y="58681"/>
                  <a:pt x="435661" y="57651"/>
                </a:cubicBezTo>
                <a:cubicBezTo>
                  <a:pt x="434322" y="56622"/>
                  <a:pt x="431697" y="56039"/>
                  <a:pt x="427785" y="55901"/>
                </a:cubicBezTo>
                <a:lnTo>
                  <a:pt x="427785" y="52092"/>
                </a:lnTo>
                <a:lnTo>
                  <a:pt x="457537" y="52092"/>
                </a:lnTo>
                <a:lnTo>
                  <a:pt x="457537" y="55901"/>
                </a:lnTo>
                <a:cubicBezTo>
                  <a:pt x="451566" y="56794"/>
                  <a:pt x="447174" y="60843"/>
                  <a:pt x="444360" y="68049"/>
                </a:cubicBezTo>
                <a:lnTo>
                  <a:pt x="412858" y="149276"/>
                </a:lnTo>
                <a:lnTo>
                  <a:pt x="408637" y="149276"/>
                </a:lnTo>
                <a:lnTo>
                  <a:pt x="385061" y="89051"/>
                </a:lnTo>
                <a:lnTo>
                  <a:pt x="357574" y="149276"/>
                </a:lnTo>
                <a:lnTo>
                  <a:pt x="353765" y="149276"/>
                </a:lnTo>
                <a:lnTo>
                  <a:pt x="323498" y="70005"/>
                </a:lnTo>
                <a:cubicBezTo>
                  <a:pt x="321508" y="64995"/>
                  <a:pt x="319552" y="61615"/>
                  <a:pt x="317630" y="59865"/>
                </a:cubicBezTo>
                <a:cubicBezTo>
                  <a:pt x="315708" y="58115"/>
                  <a:pt x="312688" y="56794"/>
                  <a:pt x="308570" y="55901"/>
                </a:cubicBezTo>
                <a:lnTo>
                  <a:pt x="308570" y="52092"/>
                </a:lnTo>
                <a:close/>
                <a:moveTo>
                  <a:pt x="512168" y="49416"/>
                </a:moveTo>
                <a:cubicBezTo>
                  <a:pt x="526443" y="49416"/>
                  <a:pt x="537905" y="54832"/>
                  <a:pt x="546553" y="65665"/>
                </a:cubicBezTo>
                <a:cubicBezTo>
                  <a:pt x="553896" y="74920"/>
                  <a:pt x="557568" y="85547"/>
                  <a:pt x="557568" y="97547"/>
                </a:cubicBezTo>
                <a:cubicBezTo>
                  <a:pt x="557568" y="105981"/>
                  <a:pt x="555544" y="114517"/>
                  <a:pt x="551494" y="123156"/>
                </a:cubicBezTo>
                <a:cubicBezTo>
                  <a:pt x="547445" y="131793"/>
                  <a:pt x="541869" y="138306"/>
                  <a:pt x="534765" y="142694"/>
                </a:cubicBezTo>
                <a:cubicBezTo>
                  <a:pt x="527662" y="147082"/>
                  <a:pt x="519752" y="149276"/>
                  <a:pt x="511035" y="149276"/>
                </a:cubicBezTo>
                <a:cubicBezTo>
                  <a:pt x="496828" y="149276"/>
                  <a:pt x="485538" y="143619"/>
                  <a:pt x="477165" y="132306"/>
                </a:cubicBezTo>
                <a:cubicBezTo>
                  <a:pt x="470096" y="122776"/>
                  <a:pt x="466561" y="112081"/>
                  <a:pt x="466561" y="100221"/>
                </a:cubicBezTo>
                <a:cubicBezTo>
                  <a:pt x="466561" y="91582"/>
                  <a:pt x="468706" y="82994"/>
                  <a:pt x="472996" y="74458"/>
                </a:cubicBezTo>
                <a:cubicBezTo>
                  <a:pt x="477285" y="65922"/>
                  <a:pt x="482930" y="59614"/>
                  <a:pt x="489931" y="55535"/>
                </a:cubicBezTo>
                <a:cubicBezTo>
                  <a:pt x="496931" y="51455"/>
                  <a:pt x="504344" y="49416"/>
                  <a:pt x="512168" y="49416"/>
                </a:cubicBezTo>
                <a:moveTo>
                  <a:pt x="508976" y="56210"/>
                </a:moveTo>
                <a:cubicBezTo>
                  <a:pt x="505339" y="56210"/>
                  <a:pt x="501684" y="57290"/>
                  <a:pt x="498012" y="59450"/>
                </a:cubicBezTo>
                <a:cubicBezTo>
                  <a:pt x="494340" y="61610"/>
                  <a:pt x="491372" y="65397"/>
                  <a:pt x="489107" y="70813"/>
                </a:cubicBezTo>
                <a:cubicBezTo>
                  <a:pt x="486842" y="76228"/>
                  <a:pt x="485710" y="83186"/>
                  <a:pt x="485710" y="91686"/>
                </a:cubicBezTo>
                <a:cubicBezTo>
                  <a:pt x="485710" y="105395"/>
                  <a:pt x="488438" y="117220"/>
                  <a:pt x="493894" y="127161"/>
                </a:cubicBezTo>
                <a:cubicBezTo>
                  <a:pt x="499351" y="137100"/>
                  <a:pt x="506540" y="142070"/>
                  <a:pt x="515462" y="142070"/>
                </a:cubicBezTo>
                <a:cubicBezTo>
                  <a:pt x="522120" y="142070"/>
                  <a:pt x="527610" y="139327"/>
                  <a:pt x="531934" y="133843"/>
                </a:cubicBezTo>
                <a:cubicBezTo>
                  <a:pt x="536258" y="128359"/>
                  <a:pt x="538420" y="118934"/>
                  <a:pt x="538420" y="105568"/>
                </a:cubicBezTo>
                <a:cubicBezTo>
                  <a:pt x="538420" y="88841"/>
                  <a:pt x="534817" y="75678"/>
                  <a:pt x="527610" y="66080"/>
                </a:cubicBezTo>
                <a:cubicBezTo>
                  <a:pt x="522737" y="59500"/>
                  <a:pt x="516526" y="56210"/>
                  <a:pt x="508976" y="56210"/>
                </a:cubicBezTo>
                <a:close/>
                <a:moveTo>
                  <a:pt x="599057" y="49416"/>
                </a:moveTo>
                <a:lnTo>
                  <a:pt x="599057" y="70623"/>
                </a:lnTo>
                <a:cubicBezTo>
                  <a:pt x="606950" y="56485"/>
                  <a:pt x="615048" y="49416"/>
                  <a:pt x="623353" y="49416"/>
                </a:cubicBezTo>
                <a:cubicBezTo>
                  <a:pt x="627128" y="49416"/>
                  <a:pt x="630251" y="50565"/>
                  <a:pt x="632721" y="52864"/>
                </a:cubicBezTo>
                <a:cubicBezTo>
                  <a:pt x="635192" y="55163"/>
                  <a:pt x="636427" y="57823"/>
                  <a:pt x="636427" y="60843"/>
                </a:cubicBezTo>
                <a:cubicBezTo>
                  <a:pt x="636427" y="63520"/>
                  <a:pt x="635535" y="65784"/>
                  <a:pt x="633751" y="67637"/>
                </a:cubicBezTo>
                <a:cubicBezTo>
                  <a:pt x="631966" y="69491"/>
                  <a:pt x="629839" y="70417"/>
                  <a:pt x="627368" y="70417"/>
                </a:cubicBezTo>
                <a:cubicBezTo>
                  <a:pt x="624966" y="70417"/>
                  <a:pt x="622272" y="69233"/>
                  <a:pt x="619286" y="66865"/>
                </a:cubicBezTo>
                <a:cubicBezTo>
                  <a:pt x="616301" y="64498"/>
                  <a:pt x="614088" y="63314"/>
                  <a:pt x="612646" y="63314"/>
                </a:cubicBezTo>
                <a:cubicBezTo>
                  <a:pt x="611411" y="63314"/>
                  <a:pt x="610073" y="63998"/>
                  <a:pt x="608631" y="65366"/>
                </a:cubicBezTo>
                <a:cubicBezTo>
                  <a:pt x="605543" y="68174"/>
                  <a:pt x="602351" y="72795"/>
                  <a:pt x="599057" y="79229"/>
                </a:cubicBezTo>
                <a:lnTo>
                  <a:pt x="599057" y="124308"/>
                </a:lnTo>
                <a:cubicBezTo>
                  <a:pt x="599057" y="129509"/>
                  <a:pt x="599709" y="133444"/>
                  <a:pt x="601013" y="136115"/>
                </a:cubicBezTo>
                <a:cubicBezTo>
                  <a:pt x="601905" y="137963"/>
                  <a:pt x="603484" y="139504"/>
                  <a:pt x="605749" y="140738"/>
                </a:cubicBezTo>
                <a:cubicBezTo>
                  <a:pt x="608014" y="141969"/>
                  <a:pt x="611274" y="142584"/>
                  <a:pt x="615529" y="142584"/>
                </a:cubicBezTo>
                <a:lnTo>
                  <a:pt x="615529" y="146393"/>
                </a:lnTo>
                <a:lnTo>
                  <a:pt x="567246" y="146393"/>
                </a:lnTo>
                <a:lnTo>
                  <a:pt x="567246" y="142584"/>
                </a:lnTo>
                <a:cubicBezTo>
                  <a:pt x="572050" y="142584"/>
                  <a:pt x="575619" y="141832"/>
                  <a:pt x="577952" y="140326"/>
                </a:cubicBezTo>
                <a:cubicBezTo>
                  <a:pt x="579668" y="139230"/>
                  <a:pt x="580869" y="137483"/>
                  <a:pt x="581556" y="135085"/>
                </a:cubicBezTo>
                <a:cubicBezTo>
                  <a:pt x="581899" y="133921"/>
                  <a:pt x="582070" y="130599"/>
                  <a:pt x="582070" y="125122"/>
                </a:cubicBezTo>
                <a:lnTo>
                  <a:pt x="582070" y="88655"/>
                </a:lnTo>
                <a:cubicBezTo>
                  <a:pt x="582070" y="77698"/>
                  <a:pt x="581847" y="71175"/>
                  <a:pt x="581401" y="69088"/>
                </a:cubicBezTo>
                <a:cubicBezTo>
                  <a:pt x="580955" y="66999"/>
                  <a:pt x="580132" y="65476"/>
                  <a:pt x="578930" y="64517"/>
                </a:cubicBezTo>
                <a:cubicBezTo>
                  <a:pt x="577729" y="63558"/>
                  <a:pt x="576237" y="63079"/>
                  <a:pt x="574452" y="63079"/>
                </a:cubicBezTo>
                <a:cubicBezTo>
                  <a:pt x="572325" y="63079"/>
                  <a:pt x="569922" y="63592"/>
                  <a:pt x="567246" y="64620"/>
                </a:cubicBezTo>
                <a:lnTo>
                  <a:pt x="566216" y="60920"/>
                </a:lnTo>
                <a:lnTo>
                  <a:pt x="594733" y="49416"/>
                </a:lnTo>
                <a:lnTo>
                  <a:pt x="599057" y="49416"/>
                </a:lnTo>
                <a:close/>
                <a:moveTo>
                  <a:pt x="669575" y="0"/>
                </a:moveTo>
                <a:lnTo>
                  <a:pt x="669575" y="93787"/>
                </a:lnTo>
                <a:lnTo>
                  <a:pt x="693563" y="71961"/>
                </a:lnTo>
                <a:cubicBezTo>
                  <a:pt x="698641" y="67294"/>
                  <a:pt x="701593" y="64343"/>
                  <a:pt x="702416" y="63108"/>
                </a:cubicBezTo>
                <a:cubicBezTo>
                  <a:pt x="702965" y="62284"/>
                  <a:pt x="703240" y="61461"/>
                  <a:pt x="703240" y="60637"/>
                </a:cubicBezTo>
                <a:cubicBezTo>
                  <a:pt x="703240" y="59264"/>
                  <a:pt x="702674" y="58080"/>
                  <a:pt x="701541" y="57085"/>
                </a:cubicBezTo>
                <a:cubicBezTo>
                  <a:pt x="700409" y="56090"/>
                  <a:pt x="698538" y="55524"/>
                  <a:pt x="695930" y="55387"/>
                </a:cubicBezTo>
                <a:lnTo>
                  <a:pt x="695930" y="52092"/>
                </a:lnTo>
                <a:lnTo>
                  <a:pt x="736904" y="52092"/>
                </a:lnTo>
                <a:lnTo>
                  <a:pt x="736904" y="55387"/>
                </a:lnTo>
                <a:cubicBezTo>
                  <a:pt x="731276" y="55524"/>
                  <a:pt x="726592" y="56382"/>
                  <a:pt x="722852" y="57960"/>
                </a:cubicBezTo>
                <a:cubicBezTo>
                  <a:pt x="719111" y="59539"/>
                  <a:pt x="715010" y="62353"/>
                  <a:pt x="710549" y="66402"/>
                </a:cubicBezTo>
                <a:lnTo>
                  <a:pt x="686356" y="88742"/>
                </a:lnTo>
                <a:lnTo>
                  <a:pt x="710549" y="119260"/>
                </a:lnTo>
                <a:cubicBezTo>
                  <a:pt x="717275" y="127685"/>
                  <a:pt x="721805" y="133027"/>
                  <a:pt x="724138" y="135288"/>
                </a:cubicBezTo>
                <a:cubicBezTo>
                  <a:pt x="727433" y="138507"/>
                  <a:pt x="730315" y="140597"/>
                  <a:pt x="732786" y="141558"/>
                </a:cubicBezTo>
                <a:cubicBezTo>
                  <a:pt x="734502" y="142242"/>
                  <a:pt x="737487" y="142584"/>
                  <a:pt x="741743" y="142584"/>
                </a:cubicBezTo>
                <a:lnTo>
                  <a:pt x="741743" y="146393"/>
                </a:lnTo>
                <a:lnTo>
                  <a:pt x="695930" y="146393"/>
                </a:lnTo>
                <a:lnTo>
                  <a:pt x="695930" y="142584"/>
                </a:lnTo>
                <a:cubicBezTo>
                  <a:pt x="698538" y="142516"/>
                  <a:pt x="700306" y="142122"/>
                  <a:pt x="701232" y="141404"/>
                </a:cubicBezTo>
                <a:cubicBezTo>
                  <a:pt x="702159" y="140683"/>
                  <a:pt x="702622" y="139673"/>
                  <a:pt x="702622" y="138373"/>
                </a:cubicBezTo>
                <a:cubicBezTo>
                  <a:pt x="702622" y="136797"/>
                  <a:pt x="701249" y="134263"/>
                  <a:pt x="698504" y="130771"/>
                </a:cubicBezTo>
                <a:lnTo>
                  <a:pt x="669575" y="93889"/>
                </a:lnTo>
                <a:lnTo>
                  <a:pt x="669575" y="125118"/>
                </a:lnTo>
                <a:cubicBezTo>
                  <a:pt x="669575" y="131214"/>
                  <a:pt x="670004" y="135221"/>
                  <a:pt x="670862" y="137141"/>
                </a:cubicBezTo>
                <a:cubicBezTo>
                  <a:pt x="671720" y="139058"/>
                  <a:pt x="672938" y="140428"/>
                  <a:pt x="674517" y="141249"/>
                </a:cubicBezTo>
                <a:cubicBezTo>
                  <a:pt x="676096" y="142071"/>
                  <a:pt x="679527" y="142516"/>
                  <a:pt x="684812" y="142584"/>
                </a:cubicBezTo>
                <a:lnTo>
                  <a:pt x="684812" y="146393"/>
                </a:lnTo>
                <a:lnTo>
                  <a:pt x="636838" y="146393"/>
                </a:lnTo>
                <a:lnTo>
                  <a:pt x="636838" y="142584"/>
                </a:lnTo>
                <a:cubicBezTo>
                  <a:pt x="641642" y="142584"/>
                  <a:pt x="645245" y="142001"/>
                  <a:pt x="647647" y="140834"/>
                </a:cubicBezTo>
                <a:cubicBezTo>
                  <a:pt x="649089" y="140081"/>
                  <a:pt x="650187" y="138916"/>
                  <a:pt x="650942" y="137337"/>
                </a:cubicBezTo>
                <a:cubicBezTo>
                  <a:pt x="651971" y="135074"/>
                  <a:pt x="652486" y="131166"/>
                  <a:pt x="652486" y="125611"/>
                </a:cubicBezTo>
                <a:lnTo>
                  <a:pt x="652486" y="39812"/>
                </a:lnTo>
                <a:cubicBezTo>
                  <a:pt x="652486" y="28908"/>
                  <a:pt x="652246" y="22239"/>
                  <a:pt x="651765" y="19805"/>
                </a:cubicBezTo>
                <a:cubicBezTo>
                  <a:pt x="651285" y="17368"/>
                  <a:pt x="650496" y="15688"/>
                  <a:pt x="649397" y="14764"/>
                </a:cubicBezTo>
                <a:cubicBezTo>
                  <a:pt x="648299" y="13837"/>
                  <a:pt x="646858" y="13374"/>
                  <a:pt x="645074" y="13374"/>
                </a:cubicBezTo>
                <a:cubicBezTo>
                  <a:pt x="643632" y="13374"/>
                  <a:pt x="641470" y="13957"/>
                  <a:pt x="638588" y="15124"/>
                </a:cubicBezTo>
                <a:lnTo>
                  <a:pt x="636838" y="11521"/>
                </a:lnTo>
                <a:lnTo>
                  <a:pt x="664840" y="0"/>
                </a:lnTo>
                <a:lnTo>
                  <a:pt x="66957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Traces">
            <a:extLst xmlns:a="http://schemas.openxmlformats.org/drawingml/2006/main">
              <a:ext uri="{FF2B5EF4-FFF2-40B4-BE49-F238E27FC236}">
                <a16:creationId xmlns:a16="http://schemas.microsoft.com/office/drawing/2014/main" id="{EE9BB479-1A30-49E8-901A-1CD2F96B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377" y="2512077"/>
            <a:ext cx="540680" cy="142481"/>
          </a:xfrm>
          <a:custGeom xmlns:a="http://schemas.openxmlformats.org/drawingml/2006/main">
            <a:pathLst>
              <a:path w="540680" h="142481">
                <a:moveTo>
                  <a:pt x="115612" y="0"/>
                </a:moveTo>
                <a:lnTo>
                  <a:pt x="117156" y="32738"/>
                </a:lnTo>
                <a:lnTo>
                  <a:pt x="113244" y="32738"/>
                </a:lnTo>
                <a:cubicBezTo>
                  <a:pt x="112489" y="26973"/>
                  <a:pt x="111459" y="22855"/>
                  <a:pt x="110155" y="20384"/>
                </a:cubicBezTo>
                <a:cubicBezTo>
                  <a:pt x="108028" y="16403"/>
                  <a:pt x="105197" y="13469"/>
                  <a:pt x="101662" y="11582"/>
                </a:cubicBezTo>
                <a:cubicBezTo>
                  <a:pt x="98128" y="9694"/>
                  <a:pt x="93478" y="8751"/>
                  <a:pt x="87713" y="8751"/>
                </a:cubicBezTo>
                <a:lnTo>
                  <a:pt x="68049" y="8751"/>
                </a:lnTo>
                <a:lnTo>
                  <a:pt x="68049" y="115406"/>
                </a:lnTo>
                <a:cubicBezTo>
                  <a:pt x="68049" y="123985"/>
                  <a:pt x="68976" y="129338"/>
                  <a:pt x="70829" y="131466"/>
                </a:cubicBezTo>
                <a:cubicBezTo>
                  <a:pt x="73437" y="134348"/>
                  <a:pt x="77452" y="135790"/>
                  <a:pt x="82874" y="135790"/>
                </a:cubicBezTo>
                <a:lnTo>
                  <a:pt x="87713" y="135790"/>
                </a:lnTo>
                <a:lnTo>
                  <a:pt x="87713" y="139599"/>
                </a:lnTo>
                <a:lnTo>
                  <a:pt x="28517" y="139599"/>
                </a:lnTo>
                <a:lnTo>
                  <a:pt x="28517" y="135790"/>
                </a:lnTo>
                <a:lnTo>
                  <a:pt x="33458" y="135790"/>
                </a:lnTo>
                <a:cubicBezTo>
                  <a:pt x="39361" y="135790"/>
                  <a:pt x="43547" y="134005"/>
                  <a:pt x="46018" y="130436"/>
                </a:cubicBezTo>
                <a:cubicBezTo>
                  <a:pt x="47528" y="128240"/>
                  <a:pt x="48283" y="123230"/>
                  <a:pt x="48283" y="115406"/>
                </a:cubicBezTo>
                <a:lnTo>
                  <a:pt x="48283" y="8751"/>
                </a:lnTo>
                <a:lnTo>
                  <a:pt x="31502" y="8751"/>
                </a:lnTo>
                <a:cubicBezTo>
                  <a:pt x="24982" y="8751"/>
                  <a:pt x="20350" y="9231"/>
                  <a:pt x="17604" y="10192"/>
                </a:cubicBezTo>
                <a:cubicBezTo>
                  <a:pt x="14035" y="11496"/>
                  <a:pt x="10981" y="14001"/>
                  <a:pt x="8442" y="17707"/>
                </a:cubicBezTo>
                <a:cubicBezTo>
                  <a:pt x="5902" y="21413"/>
                  <a:pt x="4392" y="26424"/>
                  <a:pt x="3912" y="32738"/>
                </a:cubicBezTo>
                <a:lnTo>
                  <a:pt x="0" y="32738"/>
                </a:lnTo>
                <a:lnTo>
                  <a:pt x="1647" y="0"/>
                </a:lnTo>
                <a:lnTo>
                  <a:pt x="115612" y="0"/>
                </a:lnTo>
                <a:close/>
                <a:moveTo>
                  <a:pt x="149173" y="42621"/>
                </a:moveTo>
                <a:lnTo>
                  <a:pt x="149173" y="63828"/>
                </a:lnTo>
                <a:cubicBezTo>
                  <a:pt x="157066" y="49690"/>
                  <a:pt x="165164" y="42621"/>
                  <a:pt x="173469" y="42621"/>
                </a:cubicBezTo>
                <a:cubicBezTo>
                  <a:pt x="177244" y="42621"/>
                  <a:pt x="180367" y="43770"/>
                  <a:pt x="182837" y="46070"/>
                </a:cubicBezTo>
                <a:cubicBezTo>
                  <a:pt x="185308" y="48369"/>
                  <a:pt x="186544" y="51028"/>
                  <a:pt x="186544" y="54048"/>
                </a:cubicBezTo>
                <a:cubicBezTo>
                  <a:pt x="186544" y="56725"/>
                  <a:pt x="185651" y="58990"/>
                  <a:pt x="183867" y="60843"/>
                </a:cubicBezTo>
                <a:cubicBezTo>
                  <a:pt x="182082" y="62696"/>
                  <a:pt x="179955" y="63622"/>
                  <a:pt x="177484" y="63622"/>
                </a:cubicBezTo>
                <a:cubicBezTo>
                  <a:pt x="175082" y="63622"/>
                  <a:pt x="172388" y="62439"/>
                  <a:pt x="169403" y="60071"/>
                </a:cubicBezTo>
                <a:cubicBezTo>
                  <a:pt x="166417" y="57703"/>
                  <a:pt x="164204" y="56519"/>
                  <a:pt x="162762" y="56519"/>
                </a:cubicBezTo>
                <a:cubicBezTo>
                  <a:pt x="161527" y="56519"/>
                  <a:pt x="160189" y="57203"/>
                  <a:pt x="158747" y="58572"/>
                </a:cubicBezTo>
                <a:cubicBezTo>
                  <a:pt x="155659" y="61379"/>
                  <a:pt x="152467" y="66000"/>
                  <a:pt x="149173" y="72434"/>
                </a:cubicBezTo>
                <a:lnTo>
                  <a:pt x="149173" y="117513"/>
                </a:lnTo>
                <a:cubicBezTo>
                  <a:pt x="149173" y="122714"/>
                  <a:pt x="149825" y="126650"/>
                  <a:pt x="151129" y="129320"/>
                </a:cubicBezTo>
                <a:cubicBezTo>
                  <a:pt x="152021" y="131169"/>
                  <a:pt x="153600" y="132710"/>
                  <a:pt x="155865" y="133943"/>
                </a:cubicBezTo>
                <a:cubicBezTo>
                  <a:pt x="158130" y="135174"/>
                  <a:pt x="161390" y="135790"/>
                  <a:pt x="165645" y="135790"/>
                </a:cubicBezTo>
                <a:lnTo>
                  <a:pt x="165645" y="139599"/>
                </a:lnTo>
                <a:lnTo>
                  <a:pt x="117362" y="139599"/>
                </a:lnTo>
                <a:lnTo>
                  <a:pt x="117362" y="135790"/>
                </a:lnTo>
                <a:cubicBezTo>
                  <a:pt x="122166" y="135790"/>
                  <a:pt x="125735" y="135037"/>
                  <a:pt x="128069" y="133531"/>
                </a:cubicBezTo>
                <a:cubicBezTo>
                  <a:pt x="129784" y="132435"/>
                  <a:pt x="130985" y="130688"/>
                  <a:pt x="131672" y="128291"/>
                </a:cubicBezTo>
                <a:cubicBezTo>
                  <a:pt x="132015" y="127126"/>
                  <a:pt x="132186" y="123805"/>
                  <a:pt x="132186" y="118327"/>
                </a:cubicBezTo>
                <a:lnTo>
                  <a:pt x="132186" y="81861"/>
                </a:lnTo>
                <a:cubicBezTo>
                  <a:pt x="132186" y="70903"/>
                  <a:pt x="131963" y="64381"/>
                  <a:pt x="131517" y="62294"/>
                </a:cubicBezTo>
                <a:cubicBezTo>
                  <a:pt x="131071" y="60205"/>
                  <a:pt x="130248" y="58681"/>
                  <a:pt x="129047" y="57722"/>
                </a:cubicBezTo>
                <a:cubicBezTo>
                  <a:pt x="127845" y="56763"/>
                  <a:pt x="126353" y="56284"/>
                  <a:pt x="124568" y="56284"/>
                </a:cubicBezTo>
                <a:cubicBezTo>
                  <a:pt x="122441" y="56284"/>
                  <a:pt x="120039" y="56798"/>
                  <a:pt x="117362" y="57825"/>
                </a:cubicBezTo>
                <a:lnTo>
                  <a:pt x="116332" y="54125"/>
                </a:lnTo>
                <a:lnTo>
                  <a:pt x="144849" y="42621"/>
                </a:lnTo>
                <a:lnTo>
                  <a:pt x="149173" y="42621"/>
                </a:lnTo>
                <a:close/>
                <a:moveTo>
                  <a:pt x="245223" y="126010"/>
                </a:moveTo>
                <a:cubicBezTo>
                  <a:pt x="235546" y="133491"/>
                  <a:pt x="229472" y="137814"/>
                  <a:pt x="227001" y="138981"/>
                </a:cubicBezTo>
                <a:cubicBezTo>
                  <a:pt x="223295" y="140766"/>
                  <a:pt x="219348" y="141658"/>
                  <a:pt x="215162" y="141658"/>
                </a:cubicBezTo>
                <a:cubicBezTo>
                  <a:pt x="208642" y="141658"/>
                  <a:pt x="203271" y="139427"/>
                  <a:pt x="199050" y="134966"/>
                </a:cubicBezTo>
                <a:cubicBezTo>
                  <a:pt x="194829" y="130505"/>
                  <a:pt x="192719" y="124637"/>
                  <a:pt x="192719" y="117362"/>
                </a:cubicBezTo>
                <a:cubicBezTo>
                  <a:pt x="192719" y="112763"/>
                  <a:pt x="193748" y="108783"/>
                  <a:pt x="195807" y="105420"/>
                </a:cubicBezTo>
                <a:cubicBezTo>
                  <a:pt x="198621" y="100753"/>
                  <a:pt x="203511" y="96360"/>
                  <a:pt x="210478" y="92242"/>
                </a:cubicBezTo>
                <a:cubicBezTo>
                  <a:pt x="217444" y="88124"/>
                  <a:pt x="229026" y="83114"/>
                  <a:pt x="245223" y="77212"/>
                </a:cubicBezTo>
                <a:lnTo>
                  <a:pt x="245223" y="73506"/>
                </a:lnTo>
                <a:cubicBezTo>
                  <a:pt x="245223" y="64103"/>
                  <a:pt x="243730" y="57651"/>
                  <a:pt x="240745" y="54151"/>
                </a:cubicBezTo>
                <a:cubicBezTo>
                  <a:pt x="237759" y="50651"/>
                  <a:pt x="233418" y="48901"/>
                  <a:pt x="227722" y="48901"/>
                </a:cubicBezTo>
                <a:cubicBezTo>
                  <a:pt x="223398" y="48901"/>
                  <a:pt x="219966" y="50063"/>
                  <a:pt x="217427" y="52388"/>
                </a:cubicBezTo>
                <a:cubicBezTo>
                  <a:pt x="214819" y="54713"/>
                  <a:pt x="213515" y="57380"/>
                  <a:pt x="213515" y="60389"/>
                </a:cubicBezTo>
                <a:lnTo>
                  <a:pt x="213721" y="66338"/>
                </a:lnTo>
                <a:cubicBezTo>
                  <a:pt x="213721" y="69482"/>
                  <a:pt x="212914" y="71909"/>
                  <a:pt x="211301" y="73618"/>
                </a:cubicBezTo>
                <a:cubicBezTo>
                  <a:pt x="209688" y="75328"/>
                  <a:pt x="207578" y="76182"/>
                  <a:pt x="204970" y="76182"/>
                </a:cubicBezTo>
                <a:cubicBezTo>
                  <a:pt x="202430" y="76182"/>
                  <a:pt x="200354" y="75293"/>
                  <a:pt x="198741" y="73515"/>
                </a:cubicBezTo>
                <a:cubicBezTo>
                  <a:pt x="197129" y="71735"/>
                  <a:pt x="196322" y="69305"/>
                  <a:pt x="196322" y="66225"/>
                </a:cubicBezTo>
                <a:cubicBezTo>
                  <a:pt x="196322" y="60342"/>
                  <a:pt x="199342" y="54937"/>
                  <a:pt x="205382" y="50011"/>
                </a:cubicBezTo>
                <a:cubicBezTo>
                  <a:pt x="211421" y="45084"/>
                  <a:pt x="219897" y="42621"/>
                  <a:pt x="230810" y="42621"/>
                </a:cubicBezTo>
                <a:cubicBezTo>
                  <a:pt x="239183" y="42621"/>
                  <a:pt x="246047" y="44026"/>
                  <a:pt x="251400" y="46835"/>
                </a:cubicBezTo>
                <a:cubicBezTo>
                  <a:pt x="255449" y="48961"/>
                  <a:pt x="258435" y="52286"/>
                  <a:pt x="260356" y="56812"/>
                </a:cubicBezTo>
                <a:cubicBezTo>
                  <a:pt x="261592" y="59759"/>
                  <a:pt x="262210" y="65791"/>
                  <a:pt x="262210" y="74908"/>
                </a:cubicBezTo>
                <a:lnTo>
                  <a:pt x="262210" y="106887"/>
                </a:lnTo>
                <a:cubicBezTo>
                  <a:pt x="262210" y="115867"/>
                  <a:pt x="262381" y="121368"/>
                  <a:pt x="262724" y="123391"/>
                </a:cubicBezTo>
                <a:cubicBezTo>
                  <a:pt x="263067" y="125413"/>
                  <a:pt x="263634" y="126768"/>
                  <a:pt x="264423" y="127454"/>
                </a:cubicBezTo>
                <a:cubicBezTo>
                  <a:pt x="265212" y="128138"/>
                  <a:pt x="266122" y="128480"/>
                  <a:pt x="267151" y="128480"/>
                </a:cubicBezTo>
                <a:cubicBezTo>
                  <a:pt x="268249" y="128480"/>
                  <a:pt x="269210" y="128240"/>
                  <a:pt x="270034" y="127760"/>
                </a:cubicBezTo>
                <a:cubicBezTo>
                  <a:pt x="271475" y="126867"/>
                  <a:pt x="274255" y="124362"/>
                  <a:pt x="278373" y="120244"/>
                </a:cubicBezTo>
                <a:lnTo>
                  <a:pt x="278373" y="126010"/>
                </a:lnTo>
                <a:cubicBezTo>
                  <a:pt x="270686" y="136304"/>
                  <a:pt x="263342" y="141452"/>
                  <a:pt x="256341" y="141452"/>
                </a:cubicBezTo>
                <a:cubicBezTo>
                  <a:pt x="252978" y="141452"/>
                  <a:pt x="250302" y="140285"/>
                  <a:pt x="248311" y="137952"/>
                </a:cubicBezTo>
                <a:cubicBezTo>
                  <a:pt x="246321" y="135618"/>
                  <a:pt x="245292" y="131637"/>
                  <a:pt x="245223" y="126010"/>
                </a:cubicBezTo>
                <a:moveTo>
                  <a:pt x="245223" y="119260"/>
                </a:moveTo>
                <a:lnTo>
                  <a:pt x="245223" y="83492"/>
                </a:lnTo>
                <a:cubicBezTo>
                  <a:pt x="234859" y="87590"/>
                  <a:pt x="228168" y="90494"/>
                  <a:pt x="225148" y="92204"/>
                </a:cubicBezTo>
                <a:cubicBezTo>
                  <a:pt x="219726" y="95211"/>
                  <a:pt x="215848" y="98354"/>
                  <a:pt x="213515" y="101633"/>
                </a:cubicBezTo>
                <a:cubicBezTo>
                  <a:pt x="211181" y="104913"/>
                  <a:pt x="210014" y="108500"/>
                  <a:pt x="210014" y="112395"/>
                </a:cubicBezTo>
                <a:cubicBezTo>
                  <a:pt x="210014" y="117315"/>
                  <a:pt x="211490" y="121397"/>
                  <a:pt x="214441" y="124642"/>
                </a:cubicBezTo>
                <a:cubicBezTo>
                  <a:pt x="217392" y="127887"/>
                  <a:pt x="220790" y="129510"/>
                  <a:pt x="224633" y="129510"/>
                </a:cubicBezTo>
                <a:cubicBezTo>
                  <a:pt x="229849" y="129510"/>
                  <a:pt x="236712" y="126093"/>
                  <a:pt x="245223" y="119260"/>
                </a:cubicBezTo>
                <a:close/>
                <a:moveTo>
                  <a:pt x="365499" y="103773"/>
                </a:moveTo>
                <a:cubicBezTo>
                  <a:pt x="362960" y="116195"/>
                  <a:pt x="357984" y="125752"/>
                  <a:pt x="350572" y="132444"/>
                </a:cubicBezTo>
                <a:cubicBezTo>
                  <a:pt x="343159" y="139136"/>
                  <a:pt x="334958" y="142481"/>
                  <a:pt x="325967" y="142481"/>
                </a:cubicBezTo>
                <a:cubicBezTo>
                  <a:pt x="315260" y="142481"/>
                  <a:pt x="305926" y="137991"/>
                  <a:pt x="297965" y="129011"/>
                </a:cubicBezTo>
                <a:cubicBezTo>
                  <a:pt x="290003" y="120029"/>
                  <a:pt x="286023" y="107893"/>
                  <a:pt x="286023" y="92603"/>
                </a:cubicBezTo>
                <a:cubicBezTo>
                  <a:pt x="286023" y="77793"/>
                  <a:pt x="290432" y="65761"/>
                  <a:pt x="299252" y="56506"/>
                </a:cubicBezTo>
                <a:cubicBezTo>
                  <a:pt x="308071" y="47249"/>
                  <a:pt x="318657" y="42621"/>
                  <a:pt x="331011" y="42621"/>
                </a:cubicBezTo>
                <a:cubicBezTo>
                  <a:pt x="340277" y="42621"/>
                  <a:pt x="347895" y="45067"/>
                  <a:pt x="353866" y="49959"/>
                </a:cubicBezTo>
                <a:cubicBezTo>
                  <a:pt x="359837" y="54849"/>
                  <a:pt x="362823" y="59928"/>
                  <a:pt x="362823" y="65196"/>
                </a:cubicBezTo>
                <a:cubicBezTo>
                  <a:pt x="362823" y="67795"/>
                  <a:pt x="361982" y="69899"/>
                  <a:pt x="360300" y="71508"/>
                </a:cubicBezTo>
                <a:cubicBezTo>
                  <a:pt x="358619" y="73114"/>
                  <a:pt x="356268" y="73917"/>
                  <a:pt x="353248" y="73917"/>
                </a:cubicBezTo>
                <a:cubicBezTo>
                  <a:pt x="349199" y="73917"/>
                  <a:pt x="346145" y="72613"/>
                  <a:pt x="344086" y="70005"/>
                </a:cubicBezTo>
                <a:cubicBezTo>
                  <a:pt x="342919" y="68564"/>
                  <a:pt x="342147" y="65819"/>
                  <a:pt x="341770" y="61769"/>
                </a:cubicBezTo>
                <a:cubicBezTo>
                  <a:pt x="341392" y="57720"/>
                  <a:pt x="340002" y="54632"/>
                  <a:pt x="337600" y="52504"/>
                </a:cubicBezTo>
                <a:cubicBezTo>
                  <a:pt x="335198" y="50445"/>
                  <a:pt x="331869" y="49416"/>
                  <a:pt x="327614" y="49416"/>
                </a:cubicBezTo>
                <a:cubicBezTo>
                  <a:pt x="320751" y="49416"/>
                  <a:pt x="315226" y="51955"/>
                  <a:pt x="311039" y="57034"/>
                </a:cubicBezTo>
                <a:cubicBezTo>
                  <a:pt x="305480" y="63760"/>
                  <a:pt x="302700" y="72648"/>
                  <a:pt x="302700" y="83698"/>
                </a:cubicBezTo>
                <a:cubicBezTo>
                  <a:pt x="302700" y="94953"/>
                  <a:pt x="305463" y="104888"/>
                  <a:pt x="310988" y="113501"/>
                </a:cubicBezTo>
                <a:cubicBezTo>
                  <a:pt x="316513" y="122115"/>
                  <a:pt x="323977" y="126421"/>
                  <a:pt x="333379" y="126421"/>
                </a:cubicBezTo>
                <a:cubicBezTo>
                  <a:pt x="340105" y="126421"/>
                  <a:pt x="346145" y="124122"/>
                  <a:pt x="351498" y="119524"/>
                </a:cubicBezTo>
                <a:cubicBezTo>
                  <a:pt x="355273" y="116367"/>
                  <a:pt x="358945" y="110636"/>
                  <a:pt x="362514" y="102331"/>
                </a:cubicBezTo>
                <a:lnTo>
                  <a:pt x="365499" y="103773"/>
                </a:lnTo>
                <a:close/>
                <a:moveTo>
                  <a:pt x="394872" y="80918"/>
                </a:moveTo>
                <a:cubicBezTo>
                  <a:pt x="394803" y="94887"/>
                  <a:pt x="398201" y="105843"/>
                  <a:pt x="405064" y="113788"/>
                </a:cubicBezTo>
                <a:cubicBezTo>
                  <a:pt x="411927" y="121730"/>
                  <a:pt x="419992" y="125701"/>
                  <a:pt x="429257" y="125701"/>
                </a:cubicBezTo>
                <a:cubicBezTo>
                  <a:pt x="435434" y="125701"/>
                  <a:pt x="440804" y="124002"/>
                  <a:pt x="445368" y="120605"/>
                </a:cubicBezTo>
                <a:cubicBezTo>
                  <a:pt x="449932" y="117207"/>
                  <a:pt x="453759" y="111391"/>
                  <a:pt x="456847" y="103155"/>
                </a:cubicBezTo>
                <a:lnTo>
                  <a:pt x="460039" y="105214"/>
                </a:lnTo>
                <a:cubicBezTo>
                  <a:pt x="458597" y="114617"/>
                  <a:pt x="454411" y="123178"/>
                  <a:pt x="447479" y="130900"/>
                </a:cubicBezTo>
                <a:cubicBezTo>
                  <a:pt x="440547" y="138621"/>
                  <a:pt x="431865" y="142481"/>
                  <a:pt x="421433" y="142481"/>
                </a:cubicBezTo>
                <a:cubicBezTo>
                  <a:pt x="410108" y="142481"/>
                  <a:pt x="400414" y="138081"/>
                  <a:pt x="392350" y="129281"/>
                </a:cubicBezTo>
                <a:cubicBezTo>
                  <a:pt x="384285" y="120479"/>
                  <a:pt x="380253" y="108647"/>
                  <a:pt x="380253" y="93783"/>
                </a:cubicBezTo>
                <a:cubicBezTo>
                  <a:pt x="380253" y="77689"/>
                  <a:pt x="384388" y="65139"/>
                  <a:pt x="392659" y="56133"/>
                </a:cubicBezTo>
                <a:cubicBezTo>
                  <a:pt x="400929" y="47125"/>
                  <a:pt x="411309" y="42621"/>
                  <a:pt x="423801" y="42621"/>
                </a:cubicBezTo>
                <a:cubicBezTo>
                  <a:pt x="434370" y="42621"/>
                  <a:pt x="443052" y="46095"/>
                  <a:pt x="449847" y="53044"/>
                </a:cubicBezTo>
                <a:cubicBezTo>
                  <a:pt x="456641" y="59991"/>
                  <a:pt x="460039" y="69283"/>
                  <a:pt x="460039" y="80918"/>
                </a:cubicBezTo>
                <a:lnTo>
                  <a:pt x="394872" y="80918"/>
                </a:lnTo>
                <a:moveTo>
                  <a:pt x="394872" y="74947"/>
                </a:moveTo>
                <a:lnTo>
                  <a:pt x="438522" y="74947"/>
                </a:lnTo>
                <a:cubicBezTo>
                  <a:pt x="438179" y="68907"/>
                  <a:pt x="437459" y="64652"/>
                  <a:pt x="436360" y="62181"/>
                </a:cubicBezTo>
                <a:cubicBezTo>
                  <a:pt x="434645" y="58338"/>
                  <a:pt x="432088" y="55318"/>
                  <a:pt x="428691" y="53122"/>
                </a:cubicBezTo>
                <a:cubicBezTo>
                  <a:pt x="425293" y="50925"/>
                  <a:pt x="421742" y="49827"/>
                  <a:pt x="418035" y="49827"/>
                </a:cubicBezTo>
                <a:cubicBezTo>
                  <a:pt x="412339" y="49827"/>
                  <a:pt x="407243" y="52041"/>
                  <a:pt x="402748" y="56468"/>
                </a:cubicBezTo>
                <a:cubicBezTo>
                  <a:pt x="398252" y="60894"/>
                  <a:pt x="395627" y="67054"/>
                  <a:pt x="394872" y="74947"/>
                </a:cubicBezTo>
                <a:close/>
                <a:moveTo>
                  <a:pt x="533576" y="42621"/>
                </a:moveTo>
                <a:lnTo>
                  <a:pt x="533576" y="74535"/>
                </a:lnTo>
                <a:lnTo>
                  <a:pt x="530179" y="74535"/>
                </a:lnTo>
                <a:cubicBezTo>
                  <a:pt x="527571" y="64525"/>
                  <a:pt x="524225" y="57717"/>
                  <a:pt x="520142" y="54109"/>
                </a:cubicBezTo>
                <a:cubicBezTo>
                  <a:pt x="516058" y="50500"/>
                  <a:pt x="510859" y="48695"/>
                  <a:pt x="504545" y="48695"/>
                </a:cubicBezTo>
                <a:cubicBezTo>
                  <a:pt x="499741" y="48695"/>
                  <a:pt x="495863" y="49964"/>
                  <a:pt x="492912" y="52501"/>
                </a:cubicBezTo>
                <a:cubicBezTo>
                  <a:pt x="489960" y="55036"/>
                  <a:pt x="488485" y="57847"/>
                  <a:pt x="488485" y="60933"/>
                </a:cubicBezTo>
                <a:cubicBezTo>
                  <a:pt x="488485" y="64772"/>
                  <a:pt x="489583" y="68062"/>
                  <a:pt x="491779" y="70803"/>
                </a:cubicBezTo>
                <a:cubicBezTo>
                  <a:pt x="493907" y="73615"/>
                  <a:pt x="498231" y="76597"/>
                  <a:pt x="504751" y="79750"/>
                </a:cubicBezTo>
                <a:lnTo>
                  <a:pt x="519781" y="87053"/>
                </a:lnTo>
                <a:cubicBezTo>
                  <a:pt x="533714" y="93839"/>
                  <a:pt x="540680" y="102786"/>
                  <a:pt x="540680" y="113894"/>
                </a:cubicBezTo>
                <a:cubicBezTo>
                  <a:pt x="540680" y="122462"/>
                  <a:pt x="537437" y="129369"/>
                  <a:pt x="530951" y="134615"/>
                </a:cubicBezTo>
                <a:cubicBezTo>
                  <a:pt x="524465" y="139859"/>
                  <a:pt x="517208" y="142481"/>
                  <a:pt x="509178" y="142481"/>
                </a:cubicBezTo>
                <a:cubicBezTo>
                  <a:pt x="503412" y="142481"/>
                  <a:pt x="496824" y="141452"/>
                  <a:pt x="489411" y="139393"/>
                </a:cubicBezTo>
                <a:cubicBezTo>
                  <a:pt x="487146" y="138707"/>
                  <a:pt x="485293" y="138363"/>
                  <a:pt x="483852" y="138363"/>
                </a:cubicBezTo>
                <a:cubicBezTo>
                  <a:pt x="482274" y="138363"/>
                  <a:pt x="481038" y="139256"/>
                  <a:pt x="480146" y="141040"/>
                </a:cubicBezTo>
                <a:lnTo>
                  <a:pt x="476749" y="141040"/>
                </a:lnTo>
                <a:lnTo>
                  <a:pt x="476749" y="107273"/>
                </a:lnTo>
                <a:lnTo>
                  <a:pt x="480146" y="107273"/>
                </a:lnTo>
                <a:cubicBezTo>
                  <a:pt x="482068" y="116916"/>
                  <a:pt x="485739" y="124182"/>
                  <a:pt x="491161" y="129072"/>
                </a:cubicBezTo>
                <a:cubicBezTo>
                  <a:pt x="496583" y="133962"/>
                  <a:pt x="502657" y="136407"/>
                  <a:pt x="509383" y="136407"/>
                </a:cubicBezTo>
                <a:cubicBezTo>
                  <a:pt x="514119" y="136407"/>
                  <a:pt x="517980" y="135020"/>
                  <a:pt x="520965" y="132244"/>
                </a:cubicBezTo>
                <a:cubicBezTo>
                  <a:pt x="523951" y="129467"/>
                  <a:pt x="525443" y="126124"/>
                  <a:pt x="525443" y="122217"/>
                </a:cubicBezTo>
                <a:cubicBezTo>
                  <a:pt x="525443" y="117485"/>
                  <a:pt x="523779" y="113509"/>
                  <a:pt x="520450" y="110287"/>
                </a:cubicBezTo>
                <a:cubicBezTo>
                  <a:pt x="517122" y="107066"/>
                  <a:pt x="510482" y="102988"/>
                  <a:pt x="500530" y="98052"/>
                </a:cubicBezTo>
                <a:cubicBezTo>
                  <a:pt x="490578" y="93115"/>
                  <a:pt x="484058" y="88658"/>
                  <a:pt x="480970" y="84682"/>
                </a:cubicBezTo>
                <a:cubicBezTo>
                  <a:pt x="477881" y="80774"/>
                  <a:pt x="476337" y="75838"/>
                  <a:pt x="476337" y="69873"/>
                </a:cubicBezTo>
                <a:cubicBezTo>
                  <a:pt x="476337" y="62126"/>
                  <a:pt x="478996" y="55648"/>
                  <a:pt x="484315" y="50439"/>
                </a:cubicBezTo>
                <a:cubicBezTo>
                  <a:pt x="489634" y="45227"/>
                  <a:pt x="496515" y="42621"/>
                  <a:pt x="504957" y="42621"/>
                </a:cubicBezTo>
                <a:cubicBezTo>
                  <a:pt x="508663" y="42621"/>
                  <a:pt x="513158" y="43410"/>
                  <a:pt x="518443" y="44989"/>
                </a:cubicBezTo>
                <a:cubicBezTo>
                  <a:pt x="521943" y="46018"/>
                  <a:pt x="524277" y="46533"/>
                  <a:pt x="525443" y="46533"/>
                </a:cubicBezTo>
                <a:cubicBezTo>
                  <a:pt x="526542" y="46533"/>
                  <a:pt x="527400" y="46293"/>
                  <a:pt x="528017" y="45812"/>
                </a:cubicBezTo>
                <a:cubicBezTo>
                  <a:pt x="528635" y="45332"/>
                  <a:pt x="529356" y="44268"/>
                  <a:pt x="530179" y="42621"/>
                </a:cubicBezTo>
                <a:lnTo>
                  <a:pt x="533576" y="426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6C4F31-82CC-43AA-B2BC-FE6378AE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40" y="1123032"/>
            <a:ext cx="270460" cy="59"/>
          </a:xfrm>
          <a:custGeom xmlns:a="http://schemas.openxmlformats.org/drawingml/2006/main">
            <a:pathLst>
              <a:path w="270460" h="59" fill="none">
                <a:moveTo>
                  <a:pt x="0" y="0"/>
                </a:moveTo>
                <a:lnTo>
                  <a:pt x="164982" y="59"/>
                </a:lnTo>
                <a:lnTo>
                  <a:pt x="2704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0" cap="flat">
            <a:solidFill>
              <a:srgbClr val="000000"/>
            </a:solidFill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6BFAA9-1B6C-4522-A638-31B105F3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64" y="1096677"/>
            <a:ext cx="52768" cy="52710"/>
          </a:xfrm>
          <a:custGeom xmlns:a="http://schemas.openxmlformats.org/drawingml/2006/main">
            <a:pathLst>
              <a:path w="52768" h="52710">
                <a:moveTo>
                  <a:pt x="52768" y="26355"/>
                </a:moveTo>
                <a:lnTo>
                  <a:pt x="59" y="52710"/>
                </a:lnTo>
                <a:lnTo>
                  <a:pt x="13236" y="26355"/>
                </a:lnTo>
                <a:lnTo>
                  <a:pt x="0" y="0"/>
                </a:lnTo>
                <a:lnTo>
                  <a:pt x="52768" y="263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D05672-74A9-49D1-9C7D-1F223F7B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64" y="1096677"/>
            <a:ext cx="52768" cy="52710"/>
          </a:xfrm>
          <a:custGeom xmlns:a="http://schemas.openxmlformats.org/drawingml/2006/main">
            <a:pathLst>
              <a:path w="52768" h="52710" fill="none">
                <a:moveTo>
                  <a:pt x="52768" y="26355"/>
                </a:moveTo>
                <a:lnTo>
                  <a:pt x="59" y="52710"/>
                </a:lnTo>
                <a:lnTo>
                  <a:pt x="13236" y="26355"/>
                </a:lnTo>
                <a:lnTo>
                  <a:pt x="0" y="0"/>
                </a:lnTo>
                <a:lnTo>
                  <a:pt x="52768" y="263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0" cap="flat">
            <a:solidFill>
              <a:srgbClr val="000000"/>
            </a:solidFill>
            <a:miter/>
          </a:ln>
        </p:spPr>
      </p:sp>
      <p:pic>
        <p:nvPicPr>
          <p:cNvPr id="5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d5469cd9f45d8"/>
          <a:stretch xmlns:a="http://schemas.openxmlformats.org/drawingml/2006/main"/>
        </p:blipFill>
        <p:spPr>
          <a:xfrm xmlns:a="http://schemas.openxmlformats.org/drawingml/2006/main">
            <a:off x="85725" y="758689"/>
            <a:ext cx="722887" cy="722887"/>
          </a:xfrm>
          <a:prstGeom xmlns:a="http://schemas.openxmlformats.org/drawingml/2006/main" prst="rect">
            <a:avLst/>
          </a:prstGeom>
        </p:spPr>
      </p:pic>
      <p:sp>
        <p:nvSpPr>
          <p:cNvPr id="59" name="Text Passive">
            <a:extLst xmlns:a="http://schemas.openxmlformats.org/drawingml/2006/main">
              <a:ext uri="{FF2B5EF4-FFF2-40B4-BE49-F238E27FC236}">
                <a16:creationId xmlns:a16="http://schemas.microsoft.com/office/drawing/2014/main" id="{D92A02C3-B815-4F91-B82A-14E55455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75" y="318601"/>
            <a:ext cx="645595" cy="145570"/>
          </a:xfrm>
          <a:custGeom xmlns:a="http://schemas.openxmlformats.org/drawingml/2006/main">
            <a:pathLst>
              <a:path w="645595" h="145570">
                <a:moveTo>
                  <a:pt x="51577" y="79477"/>
                </a:moveTo>
                <a:lnTo>
                  <a:pt x="51577" y="118185"/>
                </a:lnTo>
                <a:cubicBezTo>
                  <a:pt x="51577" y="125774"/>
                  <a:pt x="52041" y="130551"/>
                  <a:pt x="52967" y="132518"/>
                </a:cubicBezTo>
                <a:cubicBezTo>
                  <a:pt x="53894" y="134482"/>
                  <a:pt x="55541" y="136051"/>
                  <a:pt x="57909" y="137225"/>
                </a:cubicBezTo>
                <a:cubicBezTo>
                  <a:pt x="60277" y="138396"/>
                  <a:pt x="64618" y="138981"/>
                  <a:pt x="70932" y="138981"/>
                </a:cubicBezTo>
                <a:lnTo>
                  <a:pt x="70932" y="142687"/>
                </a:lnTo>
                <a:lnTo>
                  <a:pt x="0" y="142687"/>
                </a:lnTo>
                <a:lnTo>
                  <a:pt x="0" y="138981"/>
                </a:lnTo>
                <a:cubicBezTo>
                  <a:pt x="6451" y="138981"/>
                  <a:pt x="10827" y="138377"/>
                  <a:pt x="13126" y="137170"/>
                </a:cubicBezTo>
                <a:cubicBezTo>
                  <a:pt x="15425" y="135962"/>
                  <a:pt x="17038" y="134393"/>
                  <a:pt x="17965" y="132463"/>
                </a:cubicBezTo>
                <a:cubicBezTo>
                  <a:pt x="18891" y="130533"/>
                  <a:pt x="19354" y="125774"/>
                  <a:pt x="19354" y="118185"/>
                </a:cubicBezTo>
                <a:lnTo>
                  <a:pt x="19354" y="27590"/>
                </a:lnTo>
                <a:cubicBezTo>
                  <a:pt x="19354" y="20002"/>
                  <a:pt x="18891" y="15226"/>
                  <a:pt x="17965" y="13261"/>
                </a:cubicBezTo>
                <a:cubicBezTo>
                  <a:pt x="17038" y="11294"/>
                  <a:pt x="15408" y="9725"/>
                  <a:pt x="13075" y="8554"/>
                </a:cubicBezTo>
                <a:cubicBezTo>
                  <a:pt x="10741" y="7381"/>
                  <a:pt x="6383" y="6795"/>
                  <a:pt x="0" y="6795"/>
                </a:cubicBezTo>
                <a:lnTo>
                  <a:pt x="0" y="3088"/>
                </a:lnTo>
                <a:lnTo>
                  <a:pt x="60843" y="3088"/>
                </a:lnTo>
                <a:cubicBezTo>
                  <a:pt x="80884" y="3088"/>
                  <a:pt x="95262" y="6657"/>
                  <a:pt x="103978" y="13795"/>
                </a:cubicBezTo>
                <a:cubicBezTo>
                  <a:pt x="112695" y="20933"/>
                  <a:pt x="117053" y="29855"/>
                  <a:pt x="117053" y="40562"/>
                </a:cubicBezTo>
                <a:cubicBezTo>
                  <a:pt x="117053" y="49621"/>
                  <a:pt x="114239" y="57377"/>
                  <a:pt x="108611" y="63828"/>
                </a:cubicBezTo>
                <a:cubicBezTo>
                  <a:pt x="102983" y="70280"/>
                  <a:pt x="95228" y="74672"/>
                  <a:pt x="85345" y="77006"/>
                </a:cubicBezTo>
                <a:cubicBezTo>
                  <a:pt x="78687" y="78653"/>
                  <a:pt x="67432" y="79477"/>
                  <a:pt x="51577" y="79477"/>
                </a:cubicBezTo>
                <a:moveTo>
                  <a:pt x="51577" y="11118"/>
                </a:moveTo>
                <a:lnTo>
                  <a:pt x="51577" y="71447"/>
                </a:lnTo>
                <a:cubicBezTo>
                  <a:pt x="53842" y="71584"/>
                  <a:pt x="55558" y="71652"/>
                  <a:pt x="56725" y="71652"/>
                </a:cubicBezTo>
                <a:cubicBezTo>
                  <a:pt x="65098" y="71652"/>
                  <a:pt x="71550" y="69165"/>
                  <a:pt x="76079" y="64189"/>
                </a:cubicBezTo>
                <a:cubicBezTo>
                  <a:pt x="80609" y="59213"/>
                  <a:pt x="82874" y="51509"/>
                  <a:pt x="82874" y="41077"/>
                </a:cubicBezTo>
                <a:cubicBezTo>
                  <a:pt x="82874" y="30713"/>
                  <a:pt x="80609" y="23129"/>
                  <a:pt x="76079" y="18325"/>
                </a:cubicBezTo>
                <a:cubicBezTo>
                  <a:pt x="71550" y="13521"/>
                  <a:pt x="64789" y="11118"/>
                  <a:pt x="55798" y="11118"/>
                </a:cubicBezTo>
                <a:lnTo>
                  <a:pt x="51577" y="11118"/>
                </a:lnTo>
                <a:close/>
                <a:moveTo>
                  <a:pt x="183695" y="128480"/>
                </a:moveTo>
                <a:cubicBezTo>
                  <a:pt x="171959" y="138912"/>
                  <a:pt x="161423" y="144129"/>
                  <a:pt x="152089" y="144129"/>
                </a:cubicBezTo>
                <a:cubicBezTo>
                  <a:pt x="146599" y="144129"/>
                  <a:pt x="142035" y="142322"/>
                  <a:pt x="138397" y="138708"/>
                </a:cubicBezTo>
                <a:cubicBezTo>
                  <a:pt x="134760" y="135092"/>
                  <a:pt x="132941" y="130564"/>
                  <a:pt x="132941" y="125125"/>
                </a:cubicBezTo>
                <a:cubicBezTo>
                  <a:pt x="132941" y="117755"/>
                  <a:pt x="136098" y="111127"/>
                  <a:pt x="142412" y="105240"/>
                </a:cubicBezTo>
                <a:cubicBezTo>
                  <a:pt x="148726" y="99352"/>
                  <a:pt x="162487" y="91519"/>
                  <a:pt x="183695" y="81741"/>
                </a:cubicBezTo>
                <a:lnTo>
                  <a:pt x="183695" y="72064"/>
                </a:lnTo>
                <a:cubicBezTo>
                  <a:pt x="183695" y="64789"/>
                  <a:pt x="183300" y="60208"/>
                  <a:pt x="182511" y="58321"/>
                </a:cubicBezTo>
                <a:cubicBezTo>
                  <a:pt x="181722" y="56433"/>
                  <a:pt x="180229" y="54786"/>
                  <a:pt x="178033" y="53379"/>
                </a:cubicBezTo>
                <a:cubicBezTo>
                  <a:pt x="175836" y="51972"/>
                  <a:pt x="173366" y="51269"/>
                  <a:pt x="170620" y="51269"/>
                </a:cubicBezTo>
                <a:cubicBezTo>
                  <a:pt x="166159" y="51269"/>
                  <a:pt x="162487" y="52264"/>
                  <a:pt x="159605" y="54254"/>
                </a:cubicBezTo>
                <a:cubicBezTo>
                  <a:pt x="157820" y="55489"/>
                  <a:pt x="156928" y="56931"/>
                  <a:pt x="156928" y="58578"/>
                </a:cubicBezTo>
                <a:cubicBezTo>
                  <a:pt x="156928" y="60019"/>
                  <a:pt x="157889" y="61804"/>
                  <a:pt x="159811" y="63931"/>
                </a:cubicBezTo>
                <a:cubicBezTo>
                  <a:pt x="162419" y="66883"/>
                  <a:pt x="163723" y="69731"/>
                  <a:pt x="163723" y="72476"/>
                </a:cubicBezTo>
                <a:cubicBezTo>
                  <a:pt x="163723" y="75839"/>
                  <a:pt x="162470" y="78704"/>
                  <a:pt x="159965" y="81072"/>
                </a:cubicBezTo>
                <a:cubicBezTo>
                  <a:pt x="157460" y="83440"/>
                  <a:pt x="154183" y="84624"/>
                  <a:pt x="150133" y="84624"/>
                </a:cubicBezTo>
                <a:cubicBezTo>
                  <a:pt x="145810" y="84624"/>
                  <a:pt x="142189" y="83320"/>
                  <a:pt x="139272" y="80712"/>
                </a:cubicBezTo>
                <a:cubicBezTo>
                  <a:pt x="136355" y="78104"/>
                  <a:pt x="134897" y="75050"/>
                  <a:pt x="134897" y="71550"/>
                </a:cubicBezTo>
                <a:cubicBezTo>
                  <a:pt x="134897" y="66608"/>
                  <a:pt x="136853" y="61889"/>
                  <a:pt x="140765" y="57394"/>
                </a:cubicBezTo>
                <a:cubicBezTo>
                  <a:pt x="144677" y="52899"/>
                  <a:pt x="150133" y="49450"/>
                  <a:pt x="157134" y="47048"/>
                </a:cubicBezTo>
                <a:cubicBezTo>
                  <a:pt x="164134" y="44646"/>
                  <a:pt x="171409" y="43444"/>
                  <a:pt x="178959" y="43444"/>
                </a:cubicBezTo>
                <a:cubicBezTo>
                  <a:pt x="188087" y="43444"/>
                  <a:pt x="195311" y="45389"/>
                  <a:pt x="200630" y="49277"/>
                </a:cubicBezTo>
                <a:cubicBezTo>
                  <a:pt x="205949" y="53163"/>
                  <a:pt x="209398" y="57377"/>
                  <a:pt x="210976" y="61917"/>
                </a:cubicBezTo>
                <a:cubicBezTo>
                  <a:pt x="211937" y="64806"/>
                  <a:pt x="212418" y="71444"/>
                  <a:pt x="212418" y="81832"/>
                </a:cubicBezTo>
                <a:lnTo>
                  <a:pt x="212418" y="119289"/>
                </a:lnTo>
                <a:cubicBezTo>
                  <a:pt x="212418" y="123692"/>
                  <a:pt x="212589" y="126462"/>
                  <a:pt x="212932" y="127599"/>
                </a:cubicBezTo>
                <a:cubicBezTo>
                  <a:pt x="213275" y="128733"/>
                  <a:pt x="213790" y="129576"/>
                  <a:pt x="214476" y="130127"/>
                </a:cubicBezTo>
                <a:cubicBezTo>
                  <a:pt x="215163" y="130677"/>
                  <a:pt x="215952" y="130951"/>
                  <a:pt x="216844" y="130951"/>
                </a:cubicBezTo>
                <a:cubicBezTo>
                  <a:pt x="218629" y="130951"/>
                  <a:pt x="220448" y="129681"/>
                  <a:pt x="222301" y="127142"/>
                </a:cubicBezTo>
                <a:lnTo>
                  <a:pt x="225389" y="129613"/>
                </a:lnTo>
                <a:cubicBezTo>
                  <a:pt x="221957" y="134692"/>
                  <a:pt x="218406" y="138381"/>
                  <a:pt x="214734" y="140680"/>
                </a:cubicBezTo>
                <a:cubicBezTo>
                  <a:pt x="211062" y="142979"/>
                  <a:pt x="206893" y="144129"/>
                  <a:pt x="202226" y="144129"/>
                </a:cubicBezTo>
                <a:cubicBezTo>
                  <a:pt x="196735" y="144129"/>
                  <a:pt x="192445" y="142833"/>
                  <a:pt x="189357" y="140242"/>
                </a:cubicBezTo>
                <a:cubicBezTo>
                  <a:pt x="186268" y="137651"/>
                  <a:pt x="184381" y="133731"/>
                  <a:pt x="183695" y="128480"/>
                </a:cubicBezTo>
                <a:moveTo>
                  <a:pt x="183695" y="120862"/>
                </a:moveTo>
                <a:lnTo>
                  <a:pt x="183695" y="88658"/>
                </a:lnTo>
                <a:cubicBezTo>
                  <a:pt x="175390" y="93555"/>
                  <a:pt x="169213" y="98797"/>
                  <a:pt x="165164" y="104384"/>
                </a:cubicBezTo>
                <a:cubicBezTo>
                  <a:pt x="162487" y="108107"/>
                  <a:pt x="161149" y="111866"/>
                  <a:pt x="161149" y="115660"/>
                </a:cubicBezTo>
                <a:cubicBezTo>
                  <a:pt x="161149" y="118832"/>
                  <a:pt x="162281" y="121626"/>
                  <a:pt x="164546" y="124041"/>
                </a:cubicBezTo>
                <a:cubicBezTo>
                  <a:pt x="166262" y="125902"/>
                  <a:pt x="168664" y="126833"/>
                  <a:pt x="171753" y="126833"/>
                </a:cubicBezTo>
                <a:cubicBezTo>
                  <a:pt x="175184" y="126833"/>
                  <a:pt x="179165" y="124843"/>
                  <a:pt x="183695" y="120862"/>
                </a:cubicBezTo>
                <a:close/>
                <a:moveTo>
                  <a:pt x="296836" y="43856"/>
                </a:moveTo>
                <a:lnTo>
                  <a:pt x="298380" y="76800"/>
                </a:lnTo>
                <a:lnTo>
                  <a:pt x="294880" y="76800"/>
                </a:lnTo>
                <a:cubicBezTo>
                  <a:pt x="290693" y="66975"/>
                  <a:pt x="286352" y="60264"/>
                  <a:pt x="281857" y="56667"/>
                </a:cubicBezTo>
                <a:cubicBezTo>
                  <a:pt x="277361" y="53068"/>
                  <a:pt x="272883" y="51269"/>
                  <a:pt x="268422" y="51269"/>
                </a:cubicBezTo>
                <a:cubicBezTo>
                  <a:pt x="265608" y="51269"/>
                  <a:pt x="263206" y="52212"/>
                  <a:pt x="261215" y="54100"/>
                </a:cubicBezTo>
                <a:cubicBezTo>
                  <a:pt x="259225" y="55987"/>
                  <a:pt x="258230" y="58166"/>
                  <a:pt x="258230" y="60637"/>
                </a:cubicBezTo>
                <a:cubicBezTo>
                  <a:pt x="258230" y="62490"/>
                  <a:pt x="258916" y="64274"/>
                  <a:pt x="260289" y="65990"/>
                </a:cubicBezTo>
                <a:cubicBezTo>
                  <a:pt x="262485" y="68804"/>
                  <a:pt x="268628" y="73626"/>
                  <a:pt x="278717" y="80455"/>
                </a:cubicBezTo>
                <a:cubicBezTo>
                  <a:pt x="288806" y="87284"/>
                  <a:pt x="295446" y="93083"/>
                  <a:pt x="298637" y="97853"/>
                </a:cubicBezTo>
                <a:cubicBezTo>
                  <a:pt x="301829" y="102623"/>
                  <a:pt x="303424" y="107959"/>
                  <a:pt x="303424" y="113862"/>
                </a:cubicBezTo>
                <a:cubicBezTo>
                  <a:pt x="303424" y="119215"/>
                  <a:pt x="302086" y="124465"/>
                  <a:pt x="299409" y="129613"/>
                </a:cubicBezTo>
                <a:cubicBezTo>
                  <a:pt x="296733" y="134760"/>
                  <a:pt x="292958" y="138707"/>
                  <a:pt x="288085" y="141452"/>
                </a:cubicBezTo>
                <a:cubicBezTo>
                  <a:pt x="283212" y="144197"/>
                  <a:pt x="277824" y="145570"/>
                  <a:pt x="271922" y="145570"/>
                </a:cubicBezTo>
                <a:cubicBezTo>
                  <a:pt x="267324" y="145570"/>
                  <a:pt x="261181" y="144102"/>
                  <a:pt x="253494" y="141166"/>
                </a:cubicBezTo>
                <a:cubicBezTo>
                  <a:pt x="251435" y="140396"/>
                  <a:pt x="250028" y="140011"/>
                  <a:pt x="249273" y="140011"/>
                </a:cubicBezTo>
                <a:cubicBezTo>
                  <a:pt x="247008" y="140011"/>
                  <a:pt x="245121" y="141726"/>
                  <a:pt x="243611" y="145158"/>
                </a:cubicBezTo>
                <a:lnTo>
                  <a:pt x="240214" y="145158"/>
                </a:lnTo>
                <a:lnTo>
                  <a:pt x="238567" y="110567"/>
                </a:lnTo>
                <a:lnTo>
                  <a:pt x="242067" y="110567"/>
                </a:lnTo>
                <a:cubicBezTo>
                  <a:pt x="245155" y="119627"/>
                  <a:pt x="249393" y="126421"/>
                  <a:pt x="254781" y="130951"/>
                </a:cubicBezTo>
                <a:cubicBezTo>
                  <a:pt x="260169" y="135481"/>
                  <a:pt x="265265" y="137746"/>
                  <a:pt x="270069" y="137746"/>
                </a:cubicBezTo>
                <a:cubicBezTo>
                  <a:pt x="273363" y="137746"/>
                  <a:pt x="276057" y="136733"/>
                  <a:pt x="278150" y="134709"/>
                </a:cubicBezTo>
                <a:cubicBezTo>
                  <a:pt x="280244" y="132684"/>
                  <a:pt x="281290" y="130230"/>
                  <a:pt x="281290" y="127348"/>
                </a:cubicBezTo>
                <a:cubicBezTo>
                  <a:pt x="281290" y="124054"/>
                  <a:pt x="280261" y="121205"/>
                  <a:pt x="278202" y="118803"/>
                </a:cubicBezTo>
                <a:cubicBezTo>
                  <a:pt x="276143" y="116401"/>
                  <a:pt x="271545" y="112763"/>
                  <a:pt x="264407" y="107891"/>
                </a:cubicBezTo>
                <a:cubicBezTo>
                  <a:pt x="253906" y="100615"/>
                  <a:pt x="247111" y="95056"/>
                  <a:pt x="244023" y="91213"/>
                </a:cubicBezTo>
                <a:cubicBezTo>
                  <a:pt x="239493" y="85585"/>
                  <a:pt x="237228" y="79374"/>
                  <a:pt x="237228" y="72579"/>
                </a:cubicBezTo>
                <a:cubicBezTo>
                  <a:pt x="237228" y="65167"/>
                  <a:pt x="239785" y="58458"/>
                  <a:pt x="244898" y="52452"/>
                </a:cubicBezTo>
                <a:cubicBezTo>
                  <a:pt x="250011" y="46447"/>
                  <a:pt x="257406" y="43444"/>
                  <a:pt x="267083" y="43444"/>
                </a:cubicBezTo>
                <a:cubicBezTo>
                  <a:pt x="272299" y="43444"/>
                  <a:pt x="277344" y="44763"/>
                  <a:pt x="282217" y="47402"/>
                </a:cubicBezTo>
                <a:cubicBezTo>
                  <a:pt x="284070" y="48470"/>
                  <a:pt x="285580" y="49004"/>
                  <a:pt x="286747" y="49004"/>
                </a:cubicBezTo>
                <a:cubicBezTo>
                  <a:pt x="287982" y="49004"/>
                  <a:pt x="288977" y="48746"/>
                  <a:pt x="289732" y="48232"/>
                </a:cubicBezTo>
                <a:cubicBezTo>
                  <a:pt x="290487" y="47717"/>
                  <a:pt x="291688" y="46258"/>
                  <a:pt x="293335" y="43856"/>
                </a:cubicBezTo>
                <a:lnTo>
                  <a:pt x="296836" y="43856"/>
                </a:lnTo>
                <a:close/>
                <a:moveTo>
                  <a:pt x="378852" y="43856"/>
                </a:moveTo>
                <a:lnTo>
                  <a:pt x="380396" y="76800"/>
                </a:lnTo>
                <a:lnTo>
                  <a:pt x="376896" y="76800"/>
                </a:lnTo>
                <a:cubicBezTo>
                  <a:pt x="372710" y="66975"/>
                  <a:pt x="368369" y="60264"/>
                  <a:pt x="363873" y="56667"/>
                </a:cubicBezTo>
                <a:cubicBezTo>
                  <a:pt x="359378" y="53068"/>
                  <a:pt x="354899" y="51269"/>
                  <a:pt x="350438" y="51269"/>
                </a:cubicBezTo>
                <a:cubicBezTo>
                  <a:pt x="347624" y="51269"/>
                  <a:pt x="345222" y="52212"/>
                  <a:pt x="343232" y="54100"/>
                </a:cubicBezTo>
                <a:cubicBezTo>
                  <a:pt x="341242" y="55987"/>
                  <a:pt x="340246" y="58166"/>
                  <a:pt x="340246" y="60637"/>
                </a:cubicBezTo>
                <a:cubicBezTo>
                  <a:pt x="340246" y="62490"/>
                  <a:pt x="340933" y="64274"/>
                  <a:pt x="342305" y="65990"/>
                </a:cubicBezTo>
                <a:cubicBezTo>
                  <a:pt x="344502" y="68804"/>
                  <a:pt x="350644" y="73626"/>
                  <a:pt x="360733" y="80455"/>
                </a:cubicBezTo>
                <a:cubicBezTo>
                  <a:pt x="370822" y="87284"/>
                  <a:pt x="377462" y="93083"/>
                  <a:pt x="380654" y="97853"/>
                </a:cubicBezTo>
                <a:cubicBezTo>
                  <a:pt x="383845" y="102623"/>
                  <a:pt x="385441" y="107959"/>
                  <a:pt x="385441" y="113862"/>
                </a:cubicBezTo>
                <a:cubicBezTo>
                  <a:pt x="385441" y="119215"/>
                  <a:pt x="384103" y="124465"/>
                  <a:pt x="381426" y="129613"/>
                </a:cubicBezTo>
                <a:cubicBezTo>
                  <a:pt x="378749" y="134760"/>
                  <a:pt x="374974" y="138707"/>
                  <a:pt x="370102" y="141452"/>
                </a:cubicBezTo>
                <a:cubicBezTo>
                  <a:pt x="365229" y="144197"/>
                  <a:pt x="359841" y="145570"/>
                  <a:pt x="353939" y="145570"/>
                </a:cubicBezTo>
                <a:cubicBezTo>
                  <a:pt x="349340" y="145570"/>
                  <a:pt x="343198" y="144102"/>
                  <a:pt x="335511" y="141166"/>
                </a:cubicBezTo>
                <a:cubicBezTo>
                  <a:pt x="333452" y="140396"/>
                  <a:pt x="332045" y="140011"/>
                  <a:pt x="331290" y="140011"/>
                </a:cubicBezTo>
                <a:cubicBezTo>
                  <a:pt x="329025" y="140011"/>
                  <a:pt x="327138" y="141726"/>
                  <a:pt x="325628" y="145158"/>
                </a:cubicBezTo>
                <a:lnTo>
                  <a:pt x="322230" y="145158"/>
                </a:lnTo>
                <a:lnTo>
                  <a:pt x="320583" y="110567"/>
                </a:lnTo>
                <a:lnTo>
                  <a:pt x="324083" y="110567"/>
                </a:lnTo>
                <a:cubicBezTo>
                  <a:pt x="327172" y="119627"/>
                  <a:pt x="331410" y="126421"/>
                  <a:pt x="336798" y="130951"/>
                </a:cubicBezTo>
                <a:cubicBezTo>
                  <a:pt x="342185" y="135481"/>
                  <a:pt x="347281" y="137746"/>
                  <a:pt x="352085" y="137746"/>
                </a:cubicBezTo>
                <a:cubicBezTo>
                  <a:pt x="355380" y="137746"/>
                  <a:pt x="358074" y="136733"/>
                  <a:pt x="360167" y="134709"/>
                </a:cubicBezTo>
                <a:cubicBezTo>
                  <a:pt x="362260" y="132684"/>
                  <a:pt x="363307" y="130230"/>
                  <a:pt x="363307" y="127348"/>
                </a:cubicBezTo>
                <a:cubicBezTo>
                  <a:pt x="363307" y="124054"/>
                  <a:pt x="362277" y="121205"/>
                  <a:pt x="360218" y="118803"/>
                </a:cubicBezTo>
                <a:cubicBezTo>
                  <a:pt x="358159" y="116401"/>
                  <a:pt x="353561" y="112763"/>
                  <a:pt x="346423" y="107891"/>
                </a:cubicBezTo>
                <a:cubicBezTo>
                  <a:pt x="335923" y="100615"/>
                  <a:pt x="329128" y="95056"/>
                  <a:pt x="326039" y="91213"/>
                </a:cubicBezTo>
                <a:cubicBezTo>
                  <a:pt x="321510" y="85585"/>
                  <a:pt x="319245" y="79374"/>
                  <a:pt x="319245" y="72579"/>
                </a:cubicBezTo>
                <a:cubicBezTo>
                  <a:pt x="319245" y="65167"/>
                  <a:pt x="321801" y="58458"/>
                  <a:pt x="326914" y="52452"/>
                </a:cubicBezTo>
                <a:cubicBezTo>
                  <a:pt x="332028" y="46447"/>
                  <a:pt x="339423" y="43444"/>
                  <a:pt x="349100" y="43444"/>
                </a:cubicBezTo>
                <a:cubicBezTo>
                  <a:pt x="354316" y="43444"/>
                  <a:pt x="359361" y="44763"/>
                  <a:pt x="364233" y="47402"/>
                </a:cubicBezTo>
                <a:cubicBezTo>
                  <a:pt x="366087" y="48470"/>
                  <a:pt x="367596" y="49004"/>
                  <a:pt x="368763" y="49004"/>
                </a:cubicBezTo>
                <a:cubicBezTo>
                  <a:pt x="369999" y="49004"/>
                  <a:pt x="370994" y="48746"/>
                  <a:pt x="371749" y="48232"/>
                </a:cubicBezTo>
                <a:cubicBezTo>
                  <a:pt x="372504" y="47717"/>
                  <a:pt x="373705" y="46258"/>
                  <a:pt x="375352" y="43856"/>
                </a:cubicBezTo>
                <a:lnTo>
                  <a:pt x="378852" y="43856"/>
                </a:lnTo>
                <a:close/>
                <a:moveTo>
                  <a:pt x="423189" y="0"/>
                </a:moveTo>
                <a:cubicBezTo>
                  <a:pt x="427651" y="0"/>
                  <a:pt x="431425" y="1567"/>
                  <a:pt x="434514" y="4700"/>
                </a:cubicBezTo>
                <a:cubicBezTo>
                  <a:pt x="437602" y="7832"/>
                  <a:pt x="439147" y="11601"/>
                  <a:pt x="439147" y="16009"/>
                </a:cubicBezTo>
                <a:cubicBezTo>
                  <a:pt x="439147" y="20416"/>
                  <a:pt x="437585" y="24169"/>
                  <a:pt x="434462" y="27269"/>
                </a:cubicBezTo>
                <a:cubicBezTo>
                  <a:pt x="431340" y="30366"/>
                  <a:pt x="427582" y="31914"/>
                  <a:pt x="423189" y="31914"/>
                </a:cubicBezTo>
                <a:cubicBezTo>
                  <a:pt x="418797" y="31914"/>
                  <a:pt x="415056" y="30366"/>
                  <a:pt x="411968" y="27269"/>
                </a:cubicBezTo>
                <a:cubicBezTo>
                  <a:pt x="408880" y="24169"/>
                  <a:pt x="407335" y="20416"/>
                  <a:pt x="407335" y="16009"/>
                </a:cubicBezTo>
                <a:cubicBezTo>
                  <a:pt x="407335" y="11601"/>
                  <a:pt x="408880" y="7832"/>
                  <a:pt x="411968" y="4700"/>
                </a:cubicBezTo>
                <a:cubicBezTo>
                  <a:pt x="415056" y="1567"/>
                  <a:pt x="418797" y="0"/>
                  <a:pt x="423189" y="0"/>
                </a:cubicBezTo>
                <a:moveTo>
                  <a:pt x="437602" y="46327"/>
                </a:moveTo>
                <a:lnTo>
                  <a:pt x="437602" y="122715"/>
                </a:lnTo>
                <a:cubicBezTo>
                  <a:pt x="437602" y="129510"/>
                  <a:pt x="438392" y="133851"/>
                  <a:pt x="439970" y="135738"/>
                </a:cubicBezTo>
                <a:cubicBezTo>
                  <a:pt x="441549" y="137626"/>
                  <a:pt x="444637" y="138707"/>
                  <a:pt x="449236" y="138981"/>
                </a:cubicBezTo>
                <a:lnTo>
                  <a:pt x="449236" y="142687"/>
                </a:lnTo>
                <a:lnTo>
                  <a:pt x="397246" y="142687"/>
                </a:lnTo>
                <a:lnTo>
                  <a:pt x="397246" y="138981"/>
                </a:lnTo>
                <a:cubicBezTo>
                  <a:pt x="401502" y="138844"/>
                  <a:pt x="404659" y="137608"/>
                  <a:pt x="406718" y="135275"/>
                </a:cubicBezTo>
                <a:cubicBezTo>
                  <a:pt x="408090" y="133696"/>
                  <a:pt x="408777" y="129510"/>
                  <a:pt x="408777" y="122715"/>
                </a:cubicBezTo>
                <a:lnTo>
                  <a:pt x="408777" y="66505"/>
                </a:lnTo>
                <a:cubicBezTo>
                  <a:pt x="408777" y="59625"/>
                  <a:pt x="407987" y="55229"/>
                  <a:pt x="406409" y="53318"/>
                </a:cubicBezTo>
                <a:cubicBezTo>
                  <a:pt x="404830" y="51407"/>
                  <a:pt x="401776" y="50312"/>
                  <a:pt x="397246" y="50033"/>
                </a:cubicBezTo>
                <a:lnTo>
                  <a:pt x="397246" y="46327"/>
                </a:lnTo>
                <a:lnTo>
                  <a:pt x="437602" y="46327"/>
                </a:lnTo>
                <a:close/>
                <a:moveTo>
                  <a:pt x="502084" y="145570"/>
                </a:moveTo>
                <a:lnTo>
                  <a:pt x="469655" y="70887"/>
                </a:lnTo>
                <a:cubicBezTo>
                  <a:pt x="465743" y="61825"/>
                  <a:pt x="462689" y="56085"/>
                  <a:pt x="460492" y="53665"/>
                </a:cubicBezTo>
                <a:cubicBezTo>
                  <a:pt x="458914" y="51866"/>
                  <a:pt x="456580" y="50655"/>
                  <a:pt x="453492" y="50033"/>
                </a:cubicBezTo>
                <a:lnTo>
                  <a:pt x="453492" y="46327"/>
                </a:lnTo>
                <a:lnTo>
                  <a:pt x="504658" y="46327"/>
                </a:lnTo>
                <a:lnTo>
                  <a:pt x="504658" y="50033"/>
                </a:lnTo>
                <a:cubicBezTo>
                  <a:pt x="501432" y="50033"/>
                  <a:pt x="499236" y="50620"/>
                  <a:pt x="498069" y="51793"/>
                </a:cubicBezTo>
                <a:cubicBezTo>
                  <a:pt x="496422" y="53314"/>
                  <a:pt x="495598" y="55109"/>
                  <a:pt x="495598" y="57178"/>
                </a:cubicBezTo>
                <a:cubicBezTo>
                  <a:pt x="495598" y="59733"/>
                  <a:pt x="497108" y="64532"/>
                  <a:pt x="500128" y="71575"/>
                </a:cubicBezTo>
                <a:lnTo>
                  <a:pt x="515982" y="107749"/>
                </a:lnTo>
                <a:lnTo>
                  <a:pt x="528645" y="76523"/>
                </a:lnTo>
                <a:cubicBezTo>
                  <a:pt x="532282" y="67556"/>
                  <a:pt x="534101" y="61210"/>
                  <a:pt x="534101" y="57484"/>
                </a:cubicBezTo>
                <a:cubicBezTo>
                  <a:pt x="534101" y="55346"/>
                  <a:pt x="533329" y="53604"/>
                  <a:pt x="531785" y="52259"/>
                </a:cubicBezTo>
                <a:cubicBezTo>
                  <a:pt x="530240" y="50913"/>
                  <a:pt x="527512" y="50170"/>
                  <a:pt x="523600" y="50033"/>
                </a:cubicBezTo>
                <a:lnTo>
                  <a:pt x="523600" y="46327"/>
                </a:lnTo>
                <a:lnTo>
                  <a:pt x="555103" y="46327"/>
                </a:lnTo>
                <a:lnTo>
                  <a:pt x="555103" y="50033"/>
                </a:lnTo>
                <a:cubicBezTo>
                  <a:pt x="552083" y="50447"/>
                  <a:pt x="549612" y="51585"/>
                  <a:pt x="547690" y="53447"/>
                </a:cubicBezTo>
                <a:cubicBezTo>
                  <a:pt x="545769" y="55308"/>
                  <a:pt x="542886" y="60789"/>
                  <a:pt x="539043" y="69889"/>
                </a:cubicBezTo>
                <a:lnTo>
                  <a:pt x="506922" y="145570"/>
                </a:lnTo>
                <a:lnTo>
                  <a:pt x="502084" y="145570"/>
                </a:lnTo>
                <a:close/>
                <a:moveTo>
                  <a:pt x="645595" y="91007"/>
                </a:moveTo>
                <a:lnTo>
                  <a:pt x="592782" y="91007"/>
                </a:lnTo>
                <a:cubicBezTo>
                  <a:pt x="593400" y="103807"/>
                  <a:pt x="596797" y="113923"/>
                  <a:pt x="602974" y="121354"/>
                </a:cubicBezTo>
                <a:cubicBezTo>
                  <a:pt x="607709" y="127066"/>
                  <a:pt x="613406" y="129922"/>
                  <a:pt x="620063" y="129922"/>
                </a:cubicBezTo>
                <a:cubicBezTo>
                  <a:pt x="624181" y="129922"/>
                  <a:pt x="627922" y="128772"/>
                  <a:pt x="631285" y="126473"/>
                </a:cubicBezTo>
                <a:cubicBezTo>
                  <a:pt x="634648" y="124174"/>
                  <a:pt x="638251" y="120038"/>
                  <a:pt x="642094" y="114067"/>
                </a:cubicBezTo>
                <a:lnTo>
                  <a:pt x="645595" y="116332"/>
                </a:lnTo>
                <a:cubicBezTo>
                  <a:pt x="640379" y="126970"/>
                  <a:pt x="634613" y="134503"/>
                  <a:pt x="628299" y="138930"/>
                </a:cubicBezTo>
                <a:cubicBezTo>
                  <a:pt x="621985" y="143356"/>
                  <a:pt x="614676" y="145570"/>
                  <a:pt x="606371" y="145570"/>
                </a:cubicBezTo>
                <a:cubicBezTo>
                  <a:pt x="592096" y="145570"/>
                  <a:pt x="581286" y="140074"/>
                  <a:pt x="573942" y="129082"/>
                </a:cubicBezTo>
                <a:cubicBezTo>
                  <a:pt x="568040" y="120220"/>
                  <a:pt x="565089" y="109228"/>
                  <a:pt x="565089" y="96106"/>
                </a:cubicBezTo>
                <a:cubicBezTo>
                  <a:pt x="565089" y="80029"/>
                  <a:pt x="569430" y="67233"/>
                  <a:pt x="578112" y="57719"/>
                </a:cubicBezTo>
                <a:cubicBezTo>
                  <a:pt x="586794" y="48203"/>
                  <a:pt x="596968" y="43444"/>
                  <a:pt x="608636" y="43444"/>
                </a:cubicBezTo>
                <a:cubicBezTo>
                  <a:pt x="618382" y="43444"/>
                  <a:pt x="626841" y="47442"/>
                  <a:pt x="634013" y="55438"/>
                </a:cubicBezTo>
                <a:cubicBezTo>
                  <a:pt x="641185" y="63434"/>
                  <a:pt x="645046" y="75290"/>
                  <a:pt x="645595" y="91007"/>
                </a:cubicBezTo>
                <a:moveTo>
                  <a:pt x="620269" y="84212"/>
                </a:moveTo>
                <a:cubicBezTo>
                  <a:pt x="620269" y="73162"/>
                  <a:pt x="619669" y="65578"/>
                  <a:pt x="618468" y="61461"/>
                </a:cubicBezTo>
                <a:cubicBezTo>
                  <a:pt x="617267" y="57343"/>
                  <a:pt x="615396" y="54220"/>
                  <a:pt x="612857" y="52092"/>
                </a:cubicBezTo>
                <a:cubicBezTo>
                  <a:pt x="611416" y="50857"/>
                  <a:pt x="609494" y="50239"/>
                  <a:pt x="607092" y="50239"/>
                </a:cubicBezTo>
                <a:cubicBezTo>
                  <a:pt x="603523" y="50239"/>
                  <a:pt x="600606" y="51989"/>
                  <a:pt x="598341" y="55489"/>
                </a:cubicBezTo>
                <a:cubicBezTo>
                  <a:pt x="594292" y="61598"/>
                  <a:pt x="592267" y="69971"/>
                  <a:pt x="592267" y="80609"/>
                </a:cubicBezTo>
                <a:lnTo>
                  <a:pt x="592267" y="84212"/>
                </a:lnTo>
                <a:lnTo>
                  <a:pt x="620269" y="842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Learner">
            <a:extLst xmlns:a="http://schemas.openxmlformats.org/drawingml/2006/main">
              <a:ext uri="{FF2B5EF4-FFF2-40B4-BE49-F238E27FC236}">
                <a16:creationId xmlns:a16="http://schemas.microsoft.com/office/drawing/2014/main" id="{29474BAD-876E-418C-B2FF-251C3510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" y="579382"/>
            <a:ext cx="730592" cy="142481"/>
          </a:xfrm>
          <a:custGeom xmlns:a="http://schemas.openxmlformats.org/drawingml/2006/main">
            <a:pathLst>
              <a:path w="730592" h="142481">
                <a:moveTo>
                  <a:pt x="129201" y="90595"/>
                </a:moveTo>
                <a:lnTo>
                  <a:pt x="123951" y="139599"/>
                </a:lnTo>
                <a:lnTo>
                  <a:pt x="0" y="139599"/>
                </a:lnTo>
                <a:lnTo>
                  <a:pt x="0" y="135893"/>
                </a:lnTo>
                <a:lnTo>
                  <a:pt x="4633" y="135893"/>
                </a:lnTo>
                <a:cubicBezTo>
                  <a:pt x="8682" y="135893"/>
                  <a:pt x="11942" y="135169"/>
                  <a:pt x="14413" y="133721"/>
                </a:cubicBezTo>
                <a:cubicBezTo>
                  <a:pt x="16197" y="132754"/>
                  <a:pt x="17570" y="131098"/>
                  <a:pt x="18531" y="128754"/>
                </a:cubicBezTo>
                <a:cubicBezTo>
                  <a:pt x="19286" y="127098"/>
                  <a:pt x="19663" y="122752"/>
                  <a:pt x="19663" y="115715"/>
                </a:cubicBezTo>
                <a:lnTo>
                  <a:pt x="19663" y="23884"/>
                </a:lnTo>
                <a:cubicBezTo>
                  <a:pt x="19663" y="16710"/>
                  <a:pt x="19286" y="12226"/>
                  <a:pt x="18531" y="10433"/>
                </a:cubicBezTo>
                <a:cubicBezTo>
                  <a:pt x="17776" y="8638"/>
                  <a:pt x="16249" y="7068"/>
                  <a:pt x="13950" y="5723"/>
                </a:cubicBezTo>
                <a:cubicBezTo>
                  <a:pt x="11650" y="4379"/>
                  <a:pt x="8545" y="3706"/>
                  <a:pt x="4633" y="3706"/>
                </a:cubicBezTo>
                <a:lnTo>
                  <a:pt x="0" y="3706"/>
                </a:lnTo>
                <a:lnTo>
                  <a:pt x="0" y="0"/>
                </a:lnTo>
                <a:lnTo>
                  <a:pt x="74432" y="0"/>
                </a:lnTo>
                <a:lnTo>
                  <a:pt x="74432" y="3706"/>
                </a:lnTo>
                <a:lnTo>
                  <a:pt x="68358" y="3706"/>
                </a:lnTo>
                <a:cubicBezTo>
                  <a:pt x="64309" y="3706"/>
                  <a:pt x="61049" y="4430"/>
                  <a:pt x="58578" y="5878"/>
                </a:cubicBezTo>
                <a:cubicBezTo>
                  <a:pt x="56794" y="6845"/>
                  <a:pt x="55387" y="8501"/>
                  <a:pt x="54357" y="10845"/>
                </a:cubicBezTo>
                <a:cubicBezTo>
                  <a:pt x="53602" y="12501"/>
                  <a:pt x="53225" y="16847"/>
                  <a:pt x="53225" y="23884"/>
                </a:cubicBezTo>
                <a:lnTo>
                  <a:pt x="53225" y="112832"/>
                </a:lnTo>
                <a:cubicBezTo>
                  <a:pt x="53225" y="119970"/>
                  <a:pt x="53636" y="124517"/>
                  <a:pt x="54460" y="126473"/>
                </a:cubicBezTo>
                <a:cubicBezTo>
                  <a:pt x="55284" y="128429"/>
                  <a:pt x="56896" y="129887"/>
                  <a:pt x="59299" y="130848"/>
                </a:cubicBezTo>
                <a:cubicBezTo>
                  <a:pt x="61014" y="131466"/>
                  <a:pt x="65167" y="131775"/>
                  <a:pt x="71755" y="131775"/>
                </a:cubicBezTo>
                <a:lnTo>
                  <a:pt x="83389" y="131775"/>
                </a:lnTo>
                <a:cubicBezTo>
                  <a:pt x="90801" y="131775"/>
                  <a:pt x="96978" y="130471"/>
                  <a:pt x="101919" y="127863"/>
                </a:cubicBezTo>
                <a:cubicBezTo>
                  <a:pt x="106861" y="125255"/>
                  <a:pt x="111133" y="121137"/>
                  <a:pt x="114737" y="115509"/>
                </a:cubicBezTo>
                <a:cubicBezTo>
                  <a:pt x="118340" y="109881"/>
                  <a:pt x="121754" y="101576"/>
                  <a:pt x="124980" y="90595"/>
                </a:cubicBezTo>
                <a:lnTo>
                  <a:pt x="129201" y="90595"/>
                </a:lnTo>
                <a:close/>
                <a:moveTo>
                  <a:pt x="225357" y="87918"/>
                </a:moveTo>
                <a:lnTo>
                  <a:pt x="172544" y="87918"/>
                </a:lnTo>
                <a:cubicBezTo>
                  <a:pt x="173162" y="100718"/>
                  <a:pt x="176559" y="110834"/>
                  <a:pt x="182736" y="118266"/>
                </a:cubicBezTo>
                <a:cubicBezTo>
                  <a:pt x="187472" y="123977"/>
                  <a:pt x="193168" y="126833"/>
                  <a:pt x="199826" y="126833"/>
                </a:cubicBezTo>
                <a:cubicBezTo>
                  <a:pt x="203944" y="126833"/>
                  <a:pt x="207684" y="125684"/>
                  <a:pt x="211047" y="123384"/>
                </a:cubicBezTo>
                <a:cubicBezTo>
                  <a:pt x="214410" y="121085"/>
                  <a:pt x="218013" y="116950"/>
                  <a:pt x="221857" y="110979"/>
                </a:cubicBezTo>
                <a:lnTo>
                  <a:pt x="225357" y="113244"/>
                </a:lnTo>
                <a:cubicBezTo>
                  <a:pt x="220141" y="123882"/>
                  <a:pt x="214376" y="131414"/>
                  <a:pt x="208062" y="135841"/>
                </a:cubicBezTo>
                <a:cubicBezTo>
                  <a:pt x="201747" y="140268"/>
                  <a:pt x="194438" y="142481"/>
                  <a:pt x="186133" y="142481"/>
                </a:cubicBezTo>
                <a:cubicBezTo>
                  <a:pt x="171858" y="142481"/>
                  <a:pt x="161048" y="136985"/>
                  <a:pt x="153704" y="125993"/>
                </a:cubicBezTo>
                <a:cubicBezTo>
                  <a:pt x="147802" y="117131"/>
                  <a:pt x="144851" y="106139"/>
                  <a:pt x="144851" y="93018"/>
                </a:cubicBezTo>
                <a:cubicBezTo>
                  <a:pt x="144851" y="76940"/>
                  <a:pt x="149192" y="64145"/>
                  <a:pt x="157874" y="54631"/>
                </a:cubicBezTo>
                <a:cubicBezTo>
                  <a:pt x="166556" y="45114"/>
                  <a:pt x="176731" y="40356"/>
                  <a:pt x="188398" y="40356"/>
                </a:cubicBezTo>
                <a:cubicBezTo>
                  <a:pt x="198144" y="40356"/>
                  <a:pt x="206603" y="44354"/>
                  <a:pt x="213775" y="52350"/>
                </a:cubicBezTo>
                <a:cubicBezTo>
                  <a:pt x="220947" y="60345"/>
                  <a:pt x="224808" y="72202"/>
                  <a:pt x="225357" y="87918"/>
                </a:cubicBezTo>
                <a:moveTo>
                  <a:pt x="200032" y="81124"/>
                </a:moveTo>
                <a:cubicBezTo>
                  <a:pt x="200032" y="70074"/>
                  <a:pt x="199431" y="62490"/>
                  <a:pt x="198230" y="58372"/>
                </a:cubicBezTo>
                <a:cubicBezTo>
                  <a:pt x="197029" y="54254"/>
                  <a:pt x="195159" y="51131"/>
                  <a:pt x="192619" y="49004"/>
                </a:cubicBezTo>
                <a:cubicBezTo>
                  <a:pt x="191178" y="47768"/>
                  <a:pt x="189256" y="47151"/>
                  <a:pt x="186854" y="47151"/>
                </a:cubicBezTo>
                <a:cubicBezTo>
                  <a:pt x="183285" y="47151"/>
                  <a:pt x="180368" y="48901"/>
                  <a:pt x="178103" y="52401"/>
                </a:cubicBezTo>
                <a:cubicBezTo>
                  <a:pt x="174054" y="58509"/>
                  <a:pt x="172029" y="66883"/>
                  <a:pt x="172029" y="77521"/>
                </a:cubicBezTo>
                <a:lnTo>
                  <a:pt x="172029" y="81124"/>
                </a:lnTo>
                <a:lnTo>
                  <a:pt x="200032" y="81124"/>
                </a:lnTo>
                <a:close/>
                <a:moveTo>
                  <a:pt x="290556" y="125392"/>
                </a:moveTo>
                <a:cubicBezTo>
                  <a:pt x="278820" y="135824"/>
                  <a:pt x="268285" y="141040"/>
                  <a:pt x="258950" y="141040"/>
                </a:cubicBezTo>
                <a:cubicBezTo>
                  <a:pt x="253460" y="141040"/>
                  <a:pt x="248896" y="139233"/>
                  <a:pt x="245258" y="135619"/>
                </a:cubicBezTo>
                <a:cubicBezTo>
                  <a:pt x="241621" y="132003"/>
                  <a:pt x="239802" y="127475"/>
                  <a:pt x="239802" y="122036"/>
                </a:cubicBezTo>
                <a:cubicBezTo>
                  <a:pt x="239802" y="114667"/>
                  <a:pt x="242959" y="108039"/>
                  <a:pt x="249273" y="102151"/>
                </a:cubicBezTo>
                <a:cubicBezTo>
                  <a:pt x="255587" y="96264"/>
                  <a:pt x="269348" y="88431"/>
                  <a:pt x="290556" y="78653"/>
                </a:cubicBezTo>
                <a:lnTo>
                  <a:pt x="290556" y="68976"/>
                </a:lnTo>
                <a:cubicBezTo>
                  <a:pt x="290556" y="61701"/>
                  <a:pt x="290161" y="57120"/>
                  <a:pt x="289372" y="55232"/>
                </a:cubicBezTo>
                <a:cubicBezTo>
                  <a:pt x="288583" y="53345"/>
                  <a:pt x="287090" y="51698"/>
                  <a:pt x="284894" y="50291"/>
                </a:cubicBezTo>
                <a:cubicBezTo>
                  <a:pt x="282697" y="48884"/>
                  <a:pt x="280227" y="48180"/>
                  <a:pt x="277481" y="48180"/>
                </a:cubicBezTo>
                <a:cubicBezTo>
                  <a:pt x="273020" y="48180"/>
                  <a:pt x="269348" y="49175"/>
                  <a:pt x="266466" y="51166"/>
                </a:cubicBezTo>
                <a:cubicBezTo>
                  <a:pt x="264681" y="52401"/>
                  <a:pt x="263789" y="53842"/>
                  <a:pt x="263789" y="55489"/>
                </a:cubicBezTo>
                <a:cubicBezTo>
                  <a:pt x="263789" y="56931"/>
                  <a:pt x="264750" y="58715"/>
                  <a:pt x="266672" y="60843"/>
                </a:cubicBezTo>
                <a:cubicBezTo>
                  <a:pt x="269280" y="63794"/>
                  <a:pt x="270584" y="66642"/>
                  <a:pt x="270584" y="69388"/>
                </a:cubicBezTo>
                <a:cubicBezTo>
                  <a:pt x="270584" y="72751"/>
                  <a:pt x="269331" y="75616"/>
                  <a:pt x="266826" y="77984"/>
                </a:cubicBezTo>
                <a:cubicBezTo>
                  <a:pt x="264321" y="80352"/>
                  <a:pt x="261044" y="81536"/>
                  <a:pt x="256994" y="81536"/>
                </a:cubicBezTo>
                <a:cubicBezTo>
                  <a:pt x="252671" y="81536"/>
                  <a:pt x="249050" y="80232"/>
                  <a:pt x="246133" y="77624"/>
                </a:cubicBezTo>
                <a:cubicBezTo>
                  <a:pt x="243216" y="75015"/>
                  <a:pt x="241758" y="71961"/>
                  <a:pt x="241758" y="68461"/>
                </a:cubicBezTo>
                <a:cubicBezTo>
                  <a:pt x="241758" y="63520"/>
                  <a:pt x="243714" y="58801"/>
                  <a:pt x="247626" y="54306"/>
                </a:cubicBezTo>
                <a:cubicBezTo>
                  <a:pt x="251538" y="49810"/>
                  <a:pt x="256994" y="46361"/>
                  <a:pt x="263995" y="43959"/>
                </a:cubicBezTo>
                <a:cubicBezTo>
                  <a:pt x="270995" y="41557"/>
                  <a:pt x="278271" y="40356"/>
                  <a:pt x="285820" y="40356"/>
                </a:cubicBezTo>
                <a:cubicBezTo>
                  <a:pt x="294948" y="40356"/>
                  <a:pt x="302172" y="42300"/>
                  <a:pt x="307491" y="46189"/>
                </a:cubicBezTo>
                <a:cubicBezTo>
                  <a:pt x="312810" y="50075"/>
                  <a:pt x="316259" y="54288"/>
                  <a:pt x="317837" y="58829"/>
                </a:cubicBezTo>
                <a:cubicBezTo>
                  <a:pt x="318798" y="61718"/>
                  <a:pt x="319279" y="68356"/>
                  <a:pt x="319279" y="78743"/>
                </a:cubicBezTo>
                <a:lnTo>
                  <a:pt x="319279" y="116200"/>
                </a:lnTo>
                <a:cubicBezTo>
                  <a:pt x="319279" y="120604"/>
                  <a:pt x="319450" y="123374"/>
                  <a:pt x="319793" y="124510"/>
                </a:cubicBezTo>
                <a:cubicBezTo>
                  <a:pt x="320136" y="125645"/>
                  <a:pt x="320651" y="126488"/>
                  <a:pt x="321338" y="127039"/>
                </a:cubicBezTo>
                <a:cubicBezTo>
                  <a:pt x="322024" y="127588"/>
                  <a:pt x="322813" y="127863"/>
                  <a:pt x="323705" y="127863"/>
                </a:cubicBezTo>
                <a:cubicBezTo>
                  <a:pt x="325490" y="127863"/>
                  <a:pt x="327309" y="126593"/>
                  <a:pt x="329162" y="124054"/>
                </a:cubicBezTo>
                <a:lnTo>
                  <a:pt x="332250" y="126524"/>
                </a:lnTo>
                <a:cubicBezTo>
                  <a:pt x="328818" y="131603"/>
                  <a:pt x="325267" y="135292"/>
                  <a:pt x="321595" y="137591"/>
                </a:cubicBezTo>
                <a:cubicBezTo>
                  <a:pt x="317923" y="139890"/>
                  <a:pt x="313754" y="141040"/>
                  <a:pt x="309087" y="141040"/>
                </a:cubicBezTo>
                <a:cubicBezTo>
                  <a:pt x="303596" y="141040"/>
                  <a:pt x="299306" y="139745"/>
                  <a:pt x="296218" y="137154"/>
                </a:cubicBezTo>
                <a:cubicBezTo>
                  <a:pt x="293130" y="134563"/>
                  <a:pt x="291242" y="130642"/>
                  <a:pt x="290556" y="125392"/>
                </a:cubicBezTo>
                <a:moveTo>
                  <a:pt x="290556" y="117774"/>
                </a:moveTo>
                <a:lnTo>
                  <a:pt x="290556" y="85570"/>
                </a:lnTo>
                <a:cubicBezTo>
                  <a:pt x="282251" y="90466"/>
                  <a:pt x="276074" y="95708"/>
                  <a:pt x="272025" y="101295"/>
                </a:cubicBezTo>
                <a:cubicBezTo>
                  <a:pt x="269348" y="105019"/>
                  <a:pt x="268010" y="108777"/>
                  <a:pt x="268010" y="112571"/>
                </a:cubicBezTo>
                <a:cubicBezTo>
                  <a:pt x="268010" y="115744"/>
                  <a:pt x="269142" y="118537"/>
                  <a:pt x="271407" y="120952"/>
                </a:cubicBezTo>
                <a:cubicBezTo>
                  <a:pt x="273123" y="122814"/>
                  <a:pt x="275525" y="123745"/>
                  <a:pt x="278614" y="123745"/>
                </a:cubicBezTo>
                <a:cubicBezTo>
                  <a:pt x="282045" y="123745"/>
                  <a:pt x="286026" y="121754"/>
                  <a:pt x="290556" y="117774"/>
                </a:cubicBezTo>
                <a:close/>
                <a:moveTo>
                  <a:pt x="382798" y="43239"/>
                </a:moveTo>
                <a:lnTo>
                  <a:pt x="382798" y="65064"/>
                </a:lnTo>
                <a:cubicBezTo>
                  <a:pt x="389181" y="55112"/>
                  <a:pt x="394774" y="48506"/>
                  <a:pt x="399579" y="45246"/>
                </a:cubicBezTo>
                <a:cubicBezTo>
                  <a:pt x="404383" y="41986"/>
                  <a:pt x="409016" y="40356"/>
                  <a:pt x="413477" y="40356"/>
                </a:cubicBezTo>
                <a:cubicBezTo>
                  <a:pt x="417320" y="40356"/>
                  <a:pt x="420392" y="41544"/>
                  <a:pt x="422691" y="43921"/>
                </a:cubicBezTo>
                <a:cubicBezTo>
                  <a:pt x="424990" y="46297"/>
                  <a:pt x="426140" y="49655"/>
                  <a:pt x="426140" y="53994"/>
                </a:cubicBezTo>
                <a:cubicBezTo>
                  <a:pt x="426140" y="58609"/>
                  <a:pt x="425024" y="62192"/>
                  <a:pt x="422794" y="64742"/>
                </a:cubicBezTo>
                <a:cubicBezTo>
                  <a:pt x="420563" y="67290"/>
                  <a:pt x="417869" y="68564"/>
                  <a:pt x="414712" y="68564"/>
                </a:cubicBezTo>
                <a:cubicBezTo>
                  <a:pt x="411075" y="68564"/>
                  <a:pt x="407918" y="67397"/>
                  <a:pt x="405241" y="65064"/>
                </a:cubicBezTo>
                <a:cubicBezTo>
                  <a:pt x="402564" y="62730"/>
                  <a:pt x="400986" y="61426"/>
                  <a:pt x="400505" y="61152"/>
                </a:cubicBezTo>
                <a:cubicBezTo>
                  <a:pt x="399819" y="60740"/>
                  <a:pt x="399030" y="60534"/>
                  <a:pt x="398137" y="60534"/>
                </a:cubicBezTo>
                <a:cubicBezTo>
                  <a:pt x="396147" y="60534"/>
                  <a:pt x="394260" y="61289"/>
                  <a:pt x="392475" y="62799"/>
                </a:cubicBezTo>
                <a:cubicBezTo>
                  <a:pt x="389661" y="65132"/>
                  <a:pt x="387534" y="68461"/>
                  <a:pt x="386092" y="72785"/>
                </a:cubicBezTo>
                <a:cubicBezTo>
                  <a:pt x="383896" y="79442"/>
                  <a:pt x="382798" y="86786"/>
                  <a:pt x="382798" y="94816"/>
                </a:cubicBezTo>
                <a:lnTo>
                  <a:pt x="382798" y="116950"/>
                </a:lnTo>
                <a:lnTo>
                  <a:pt x="382901" y="122715"/>
                </a:lnTo>
                <a:cubicBezTo>
                  <a:pt x="382901" y="126627"/>
                  <a:pt x="383141" y="129132"/>
                  <a:pt x="383622" y="130230"/>
                </a:cubicBezTo>
                <a:cubicBezTo>
                  <a:pt x="384445" y="132084"/>
                  <a:pt x="385663" y="133439"/>
                  <a:pt x="387276" y="134297"/>
                </a:cubicBezTo>
                <a:cubicBezTo>
                  <a:pt x="388889" y="135155"/>
                  <a:pt x="391617" y="135687"/>
                  <a:pt x="395461" y="135893"/>
                </a:cubicBezTo>
                <a:lnTo>
                  <a:pt x="395461" y="139599"/>
                </a:lnTo>
                <a:lnTo>
                  <a:pt x="343472" y="139599"/>
                </a:lnTo>
                <a:lnTo>
                  <a:pt x="343472" y="135893"/>
                </a:lnTo>
                <a:cubicBezTo>
                  <a:pt x="347658" y="135549"/>
                  <a:pt x="350489" y="134400"/>
                  <a:pt x="351965" y="132444"/>
                </a:cubicBezTo>
                <a:cubicBezTo>
                  <a:pt x="353440" y="130488"/>
                  <a:pt x="354178" y="125323"/>
                  <a:pt x="354178" y="116950"/>
                </a:cubicBezTo>
                <a:lnTo>
                  <a:pt x="354178" y="63622"/>
                </a:lnTo>
                <a:cubicBezTo>
                  <a:pt x="354178" y="58098"/>
                  <a:pt x="353904" y="54576"/>
                  <a:pt x="353355" y="53057"/>
                </a:cubicBezTo>
                <a:cubicBezTo>
                  <a:pt x="352668" y="51123"/>
                  <a:pt x="351673" y="49707"/>
                  <a:pt x="350369" y="48811"/>
                </a:cubicBezTo>
                <a:cubicBezTo>
                  <a:pt x="349065" y="47912"/>
                  <a:pt x="346766" y="47290"/>
                  <a:pt x="343472" y="46945"/>
                </a:cubicBezTo>
                <a:lnTo>
                  <a:pt x="343472" y="43239"/>
                </a:lnTo>
                <a:lnTo>
                  <a:pt x="382798" y="43239"/>
                </a:lnTo>
                <a:close/>
                <a:moveTo>
                  <a:pt x="475793" y="43239"/>
                </a:moveTo>
                <a:lnTo>
                  <a:pt x="475793" y="55798"/>
                </a:lnTo>
                <a:cubicBezTo>
                  <a:pt x="480735" y="50409"/>
                  <a:pt x="485470" y="46488"/>
                  <a:pt x="490000" y="44036"/>
                </a:cubicBezTo>
                <a:cubicBezTo>
                  <a:pt x="494530" y="41583"/>
                  <a:pt x="499403" y="40356"/>
                  <a:pt x="504619" y="40356"/>
                </a:cubicBezTo>
                <a:cubicBezTo>
                  <a:pt x="510864" y="40356"/>
                  <a:pt x="516046" y="42091"/>
                  <a:pt x="520164" y="45561"/>
                </a:cubicBezTo>
                <a:cubicBezTo>
                  <a:pt x="524282" y="49032"/>
                  <a:pt x="527027" y="53344"/>
                  <a:pt x="528400" y="58498"/>
                </a:cubicBezTo>
                <a:cubicBezTo>
                  <a:pt x="529498" y="62416"/>
                  <a:pt x="530047" y="69942"/>
                  <a:pt x="530047" y="81076"/>
                </a:cubicBezTo>
                <a:lnTo>
                  <a:pt x="530047" y="118597"/>
                </a:lnTo>
                <a:cubicBezTo>
                  <a:pt x="530047" y="126010"/>
                  <a:pt x="530716" y="130625"/>
                  <a:pt x="532055" y="132444"/>
                </a:cubicBezTo>
                <a:cubicBezTo>
                  <a:pt x="533393" y="134263"/>
                  <a:pt x="536190" y="135412"/>
                  <a:pt x="540445" y="135893"/>
                </a:cubicBezTo>
                <a:lnTo>
                  <a:pt x="540445" y="139599"/>
                </a:lnTo>
                <a:lnTo>
                  <a:pt x="491750" y="139599"/>
                </a:lnTo>
                <a:lnTo>
                  <a:pt x="491750" y="135893"/>
                </a:lnTo>
                <a:cubicBezTo>
                  <a:pt x="495388" y="135412"/>
                  <a:pt x="497996" y="133902"/>
                  <a:pt x="499574" y="131363"/>
                </a:cubicBezTo>
                <a:cubicBezTo>
                  <a:pt x="500672" y="129647"/>
                  <a:pt x="501221" y="125392"/>
                  <a:pt x="501221" y="118597"/>
                </a:cubicBezTo>
                <a:lnTo>
                  <a:pt x="501221" y="75770"/>
                </a:lnTo>
                <a:cubicBezTo>
                  <a:pt x="501221" y="67878"/>
                  <a:pt x="500913" y="62902"/>
                  <a:pt x="500295" y="60843"/>
                </a:cubicBezTo>
                <a:cubicBezTo>
                  <a:pt x="499677" y="58784"/>
                  <a:pt x="498631" y="57188"/>
                  <a:pt x="497155" y="56056"/>
                </a:cubicBezTo>
                <a:cubicBezTo>
                  <a:pt x="495679" y="54923"/>
                  <a:pt x="494049" y="54357"/>
                  <a:pt x="492265" y="54357"/>
                </a:cubicBezTo>
                <a:cubicBezTo>
                  <a:pt x="486363" y="54357"/>
                  <a:pt x="480872" y="58612"/>
                  <a:pt x="475793" y="67123"/>
                </a:cubicBezTo>
                <a:lnTo>
                  <a:pt x="475793" y="118597"/>
                </a:lnTo>
                <a:cubicBezTo>
                  <a:pt x="475793" y="125804"/>
                  <a:pt x="476462" y="130368"/>
                  <a:pt x="477801" y="132289"/>
                </a:cubicBezTo>
                <a:cubicBezTo>
                  <a:pt x="479139" y="134211"/>
                  <a:pt x="481627" y="135412"/>
                  <a:pt x="485264" y="135893"/>
                </a:cubicBezTo>
                <a:lnTo>
                  <a:pt x="485264" y="139599"/>
                </a:lnTo>
                <a:lnTo>
                  <a:pt x="436570" y="139599"/>
                </a:lnTo>
                <a:lnTo>
                  <a:pt x="436570" y="135893"/>
                </a:lnTo>
                <a:cubicBezTo>
                  <a:pt x="440619" y="135481"/>
                  <a:pt x="443501" y="134177"/>
                  <a:pt x="445217" y="131981"/>
                </a:cubicBezTo>
                <a:cubicBezTo>
                  <a:pt x="446384" y="130471"/>
                  <a:pt x="446967" y="126010"/>
                  <a:pt x="446967" y="118597"/>
                </a:cubicBezTo>
                <a:lnTo>
                  <a:pt x="446967" y="64240"/>
                </a:lnTo>
                <a:cubicBezTo>
                  <a:pt x="446967" y="56877"/>
                  <a:pt x="446298" y="52293"/>
                  <a:pt x="444960" y="50487"/>
                </a:cubicBezTo>
                <a:cubicBezTo>
                  <a:pt x="443622" y="48681"/>
                  <a:pt x="440825" y="47500"/>
                  <a:pt x="436570" y="46945"/>
                </a:cubicBezTo>
                <a:lnTo>
                  <a:pt x="436570" y="43239"/>
                </a:lnTo>
                <a:lnTo>
                  <a:pt x="475793" y="43239"/>
                </a:lnTo>
                <a:close/>
                <a:moveTo>
                  <a:pt x="635229" y="87918"/>
                </a:moveTo>
                <a:lnTo>
                  <a:pt x="582416" y="87918"/>
                </a:lnTo>
                <a:cubicBezTo>
                  <a:pt x="583034" y="100718"/>
                  <a:pt x="586431" y="110834"/>
                  <a:pt x="592608" y="118266"/>
                </a:cubicBezTo>
                <a:cubicBezTo>
                  <a:pt x="597344" y="123977"/>
                  <a:pt x="603040" y="126833"/>
                  <a:pt x="609698" y="126833"/>
                </a:cubicBezTo>
                <a:cubicBezTo>
                  <a:pt x="613816" y="126833"/>
                  <a:pt x="617556" y="125684"/>
                  <a:pt x="620919" y="123384"/>
                </a:cubicBezTo>
                <a:cubicBezTo>
                  <a:pt x="624282" y="121085"/>
                  <a:pt x="627885" y="116950"/>
                  <a:pt x="631729" y="110979"/>
                </a:cubicBezTo>
                <a:lnTo>
                  <a:pt x="635229" y="113244"/>
                </a:lnTo>
                <a:cubicBezTo>
                  <a:pt x="630013" y="123882"/>
                  <a:pt x="624248" y="131414"/>
                  <a:pt x="617934" y="135841"/>
                </a:cubicBezTo>
                <a:cubicBezTo>
                  <a:pt x="611619" y="140268"/>
                  <a:pt x="604310" y="142481"/>
                  <a:pt x="596005" y="142481"/>
                </a:cubicBezTo>
                <a:cubicBezTo>
                  <a:pt x="581730" y="142481"/>
                  <a:pt x="570920" y="136985"/>
                  <a:pt x="563576" y="125993"/>
                </a:cubicBezTo>
                <a:cubicBezTo>
                  <a:pt x="557674" y="117131"/>
                  <a:pt x="554723" y="106139"/>
                  <a:pt x="554723" y="93018"/>
                </a:cubicBezTo>
                <a:cubicBezTo>
                  <a:pt x="554723" y="76940"/>
                  <a:pt x="559064" y="64145"/>
                  <a:pt x="567746" y="54631"/>
                </a:cubicBezTo>
                <a:cubicBezTo>
                  <a:pt x="576428" y="45114"/>
                  <a:pt x="586603" y="40356"/>
                  <a:pt x="598270" y="40356"/>
                </a:cubicBezTo>
                <a:cubicBezTo>
                  <a:pt x="608016" y="40356"/>
                  <a:pt x="616475" y="44354"/>
                  <a:pt x="623647" y="52350"/>
                </a:cubicBezTo>
                <a:cubicBezTo>
                  <a:pt x="630819" y="60345"/>
                  <a:pt x="634680" y="72202"/>
                  <a:pt x="635229" y="87918"/>
                </a:cubicBezTo>
                <a:moveTo>
                  <a:pt x="609904" y="81124"/>
                </a:moveTo>
                <a:cubicBezTo>
                  <a:pt x="609904" y="70074"/>
                  <a:pt x="609303" y="62490"/>
                  <a:pt x="608102" y="58372"/>
                </a:cubicBezTo>
                <a:cubicBezTo>
                  <a:pt x="606901" y="54254"/>
                  <a:pt x="605031" y="51131"/>
                  <a:pt x="602491" y="49004"/>
                </a:cubicBezTo>
                <a:cubicBezTo>
                  <a:pt x="601050" y="47768"/>
                  <a:pt x="599128" y="47151"/>
                  <a:pt x="596726" y="47151"/>
                </a:cubicBezTo>
                <a:cubicBezTo>
                  <a:pt x="593157" y="47151"/>
                  <a:pt x="590240" y="48901"/>
                  <a:pt x="587975" y="52401"/>
                </a:cubicBezTo>
                <a:cubicBezTo>
                  <a:pt x="583926" y="58509"/>
                  <a:pt x="581901" y="66883"/>
                  <a:pt x="581901" y="77521"/>
                </a:cubicBezTo>
                <a:lnTo>
                  <a:pt x="581901" y="81124"/>
                </a:lnTo>
                <a:lnTo>
                  <a:pt x="609904" y="81124"/>
                </a:lnTo>
                <a:close/>
                <a:moveTo>
                  <a:pt x="687250" y="43239"/>
                </a:moveTo>
                <a:lnTo>
                  <a:pt x="687250" y="65064"/>
                </a:lnTo>
                <a:cubicBezTo>
                  <a:pt x="693633" y="55112"/>
                  <a:pt x="699227" y="48506"/>
                  <a:pt x="704031" y="45246"/>
                </a:cubicBezTo>
                <a:cubicBezTo>
                  <a:pt x="708835" y="41986"/>
                  <a:pt x="713468" y="40356"/>
                  <a:pt x="717929" y="40356"/>
                </a:cubicBezTo>
                <a:cubicBezTo>
                  <a:pt x="721772" y="40356"/>
                  <a:pt x="724844" y="41544"/>
                  <a:pt x="727143" y="43921"/>
                </a:cubicBezTo>
                <a:cubicBezTo>
                  <a:pt x="729442" y="46297"/>
                  <a:pt x="730592" y="49655"/>
                  <a:pt x="730592" y="53994"/>
                </a:cubicBezTo>
                <a:cubicBezTo>
                  <a:pt x="730592" y="58609"/>
                  <a:pt x="729477" y="62192"/>
                  <a:pt x="727246" y="64742"/>
                </a:cubicBezTo>
                <a:cubicBezTo>
                  <a:pt x="725015" y="67290"/>
                  <a:pt x="722322" y="68564"/>
                  <a:pt x="719164" y="68564"/>
                </a:cubicBezTo>
                <a:cubicBezTo>
                  <a:pt x="715527" y="68564"/>
                  <a:pt x="712370" y="67397"/>
                  <a:pt x="709693" y="65064"/>
                </a:cubicBezTo>
                <a:cubicBezTo>
                  <a:pt x="707016" y="62730"/>
                  <a:pt x="705438" y="61426"/>
                  <a:pt x="704957" y="61152"/>
                </a:cubicBezTo>
                <a:cubicBezTo>
                  <a:pt x="704271" y="60740"/>
                  <a:pt x="703482" y="60534"/>
                  <a:pt x="702590" y="60534"/>
                </a:cubicBezTo>
                <a:cubicBezTo>
                  <a:pt x="700599" y="60534"/>
                  <a:pt x="698712" y="61289"/>
                  <a:pt x="696927" y="62799"/>
                </a:cubicBezTo>
                <a:cubicBezTo>
                  <a:pt x="694114" y="65132"/>
                  <a:pt x="691986" y="68461"/>
                  <a:pt x="690545" y="72785"/>
                </a:cubicBezTo>
                <a:cubicBezTo>
                  <a:pt x="688348" y="79442"/>
                  <a:pt x="687250" y="86786"/>
                  <a:pt x="687250" y="94816"/>
                </a:cubicBezTo>
                <a:lnTo>
                  <a:pt x="687250" y="116950"/>
                </a:lnTo>
                <a:lnTo>
                  <a:pt x="687353" y="122715"/>
                </a:lnTo>
                <a:cubicBezTo>
                  <a:pt x="687353" y="126627"/>
                  <a:pt x="687593" y="129132"/>
                  <a:pt x="688074" y="130230"/>
                </a:cubicBezTo>
                <a:cubicBezTo>
                  <a:pt x="688897" y="132084"/>
                  <a:pt x="690116" y="133439"/>
                  <a:pt x="691729" y="134297"/>
                </a:cubicBezTo>
                <a:cubicBezTo>
                  <a:pt x="693341" y="135155"/>
                  <a:pt x="696070" y="135687"/>
                  <a:pt x="699913" y="135893"/>
                </a:cubicBezTo>
                <a:lnTo>
                  <a:pt x="699913" y="139599"/>
                </a:lnTo>
                <a:lnTo>
                  <a:pt x="647924" y="139599"/>
                </a:lnTo>
                <a:lnTo>
                  <a:pt x="647924" y="135893"/>
                </a:lnTo>
                <a:cubicBezTo>
                  <a:pt x="652110" y="135549"/>
                  <a:pt x="654941" y="134400"/>
                  <a:pt x="656417" y="132444"/>
                </a:cubicBezTo>
                <a:cubicBezTo>
                  <a:pt x="657893" y="130488"/>
                  <a:pt x="658630" y="125323"/>
                  <a:pt x="658630" y="116950"/>
                </a:cubicBezTo>
                <a:lnTo>
                  <a:pt x="658630" y="63622"/>
                </a:lnTo>
                <a:cubicBezTo>
                  <a:pt x="658630" y="58098"/>
                  <a:pt x="658356" y="54576"/>
                  <a:pt x="657807" y="53057"/>
                </a:cubicBezTo>
                <a:cubicBezTo>
                  <a:pt x="657121" y="51123"/>
                  <a:pt x="656125" y="49707"/>
                  <a:pt x="654821" y="48811"/>
                </a:cubicBezTo>
                <a:cubicBezTo>
                  <a:pt x="653517" y="47912"/>
                  <a:pt x="651218" y="47290"/>
                  <a:pt x="647924" y="46945"/>
                </a:cubicBezTo>
                <a:lnTo>
                  <a:pt x="647924" y="43239"/>
                </a:lnTo>
                <a:lnTo>
                  <a:pt x="687250" y="432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PassiveLearner">
            <a:extLst xmlns:a="http://schemas.openxmlformats.org/drawingml/2006/main">
              <a:ext uri="{FF2B5EF4-FFF2-40B4-BE49-F238E27FC236}">
                <a16:creationId xmlns:a16="http://schemas.microsoft.com/office/drawing/2014/main" id="{F0C2E3A3-099F-4367-945F-29B53046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24" y="1661925"/>
            <a:ext cx="1338568" cy="149276"/>
          </a:xfrm>
          <a:custGeom xmlns:a="http://schemas.openxmlformats.org/drawingml/2006/main">
            <a:pathLst>
              <a:path w="1338568" h="149276">
                <a:moveTo>
                  <a:pt x="400511" y="85"/>
                </a:moveTo>
                <a:lnTo>
                  <a:pt x="400164" y="133"/>
                </a:lnTo>
                <a:lnTo>
                  <a:pt x="399822" y="191"/>
                </a:lnTo>
                <a:lnTo>
                  <a:pt x="399484" y="260"/>
                </a:lnTo>
                <a:lnTo>
                  <a:pt x="399151" y="339"/>
                </a:lnTo>
                <a:lnTo>
                  <a:pt x="398824" y="429"/>
                </a:lnTo>
                <a:lnTo>
                  <a:pt x="398500" y="530"/>
                </a:lnTo>
                <a:lnTo>
                  <a:pt x="398182" y="641"/>
                </a:lnTo>
                <a:lnTo>
                  <a:pt x="397869" y="763"/>
                </a:lnTo>
                <a:lnTo>
                  <a:pt x="397560" y="896"/>
                </a:lnTo>
                <a:lnTo>
                  <a:pt x="397257" y="1039"/>
                </a:lnTo>
                <a:lnTo>
                  <a:pt x="396958" y="1193"/>
                </a:lnTo>
                <a:lnTo>
                  <a:pt x="396663" y="1357"/>
                </a:lnTo>
                <a:lnTo>
                  <a:pt x="396374" y="1532"/>
                </a:lnTo>
                <a:lnTo>
                  <a:pt x="396090" y="1717"/>
                </a:lnTo>
                <a:lnTo>
                  <a:pt x="395810" y="1913"/>
                </a:lnTo>
                <a:lnTo>
                  <a:pt x="395535" y="2120"/>
                </a:lnTo>
                <a:lnTo>
                  <a:pt x="395265" y="2338"/>
                </a:lnTo>
                <a:lnTo>
                  <a:pt x="395000" y="2565"/>
                </a:lnTo>
                <a:lnTo>
                  <a:pt x="394740" y="2804"/>
                </a:lnTo>
                <a:lnTo>
                  <a:pt x="394484" y="3053"/>
                </a:lnTo>
                <a:lnTo>
                  <a:pt x="394237" y="3309"/>
                </a:lnTo>
                <a:lnTo>
                  <a:pt x="393999" y="3570"/>
                </a:lnTo>
                <a:lnTo>
                  <a:pt x="393773" y="3836"/>
                </a:lnTo>
                <a:lnTo>
                  <a:pt x="393556" y="4106"/>
                </a:lnTo>
                <a:lnTo>
                  <a:pt x="393351" y="4380"/>
                </a:lnTo>
                <a:lnTo>
                  <a:pt x="393156" y="4659"/>
                </a:lnTo>
                <a:lnTo>
                  <a:pt x="392971" y="4942"/>
                </a:lnTo>
                <a:lnTo>
                  <a:pt x="392797" y="5230"/>
                </a:lnTo>
                <a:lnTo>
                  <a:pt x="392634" y="5523"/>
                </a:lnTo>
                <a:lnTo>
                  <a:pt x="392481" y="5820"/>
                </a:lnTo>
                <a:lnTo>
                  <a:pt x="392338" y="6121"/>
                </a:lnTo>
                <a:lnTo>
                  <a:pt x="392207" y="6427"/>
                </a:lnTo>
                <a:lnTo>
                  <a:pt x="392085" y="6738"/>
                </a:lnTo>
                <a:lnTo>
                  <a:pt x="391975" y="7052"/>
                </a:lnTo>
                <a:lnTo>
                  <a:pt x="391874" y="7372"/>
                </a:lnTo>
                <a:lnTo>
                  <a:pt x="391785" y="7696"/>
                </a:lnTo>
                <a:lnTo>
                  <a:pt x="391706" y="8024"/>
                </a:lnTo>
                <a:lnTo>
                  <a:pt x="391637" y="8357"/>
                </a:lnTo>
                <a:lnTo>
                  <a:pt x="391579" y="8695"/>
                </a:lnTo>
                <a:lnTo>
                  <a:pt x="391532" y="9037"/>
                </a:lnTo>
                <a:lnTo>
                  <a:pt x="391495" y="9383"/>
                </a:lnTo>
                <a:lnTo>
                  <a:pt x="391468" y="9734"/>
                </a:lnTo>
                <a:lnTo>
                  <a:pt x="391453" y="10089"/>
                </a:lnTo>
                <a:lnTo>
                  <a:pt x="391447" y="10449"/>
                </a:lnTo>
                <a:lnTo>
                  <a:pt x="391453" y="10809"/>
                </a:lnTo>
                <a:lnTo>
                  <a:pt x="391469" y="11165"/>
                </a:lnTo>
                <a:lnTo>
                  <a:pt x="391496" y="11517"/>
                </a:lnTo>
                <a:lnTo>
                  <a:pt x="391533" y="11864"/>
                </a:lnTo>
                <a:lnTo>
                  <a:pt x="391581" y="12206"/>
                </a:lnTo>
                <a:lnTo>
                  <a:pt x="391640" y="12545"/>
                </a:lnTo>
                <a:lnTo>
                  <a:pt x="391710" y="12879"/>
                </a:lnTo>
                <a:lnTo>
                  <a:pt x="391791" y="13209"/>
                </a:lnTo>
                <a:lnTo>
                  <a:pt x="391882" y="13534"/>
                </a:lnTo>
                <a:lnTo>
                  <a:pt x="391984" y="13856"/>
                </a:lnTo>
                <a:lnTo>
                  <a:pt x="392096" y="14173"/>
                </a:lnTo>
                <a:lnTo>
                  <a:pt x="392220" y="14485"/>
                </a:lnTo>
                <a:lnTo>
                  <a:pt x="392354" y="14794"/>
                </a:lnTo>
                <a:lnTo>
                  <a:pt x="392498" y="15098"/>
                </a:lnTo>
                <a:lnTo>
                  <a:pt x="392654" y="15397"/>
                </a:lnTo>
                <a:lnTo>
                  <a:pt x="392820" y="15693"/>
                </a:lnTo>
                <a:lnTo>
                  <a:pt x="392997" y="15984"/>
                </a:lnTo>
                <a:lnTo>
                  <a:pt x="393185" y="16270"/>
                </a:lnTo>
                <a:lnTo>
                  <a:pt x="393383" y="16553"/>
                </a:lnTo>
                <a:lnTo>
                  <a:pt x="393592" y="16831"/>
                </a:lnTo>
                <a:lnTo>
                  <a:pt x="393812" y="17105"/>
                </a:lnTo>
                <a:lnTo>
                  <a:pt x="394043" y="17374"/>
                </a:lnTo>
                <a:lnTo>
                  <a:pt x="394284" y="17639"/>
                </a:lnTo>
                <a:lnTo>
                  <a:pt x="394536" y="17900"/>
                </a:lnTo>
                <a:lnTo>
                  <a:pt x="394795" y="18153"/>
                </a:lnTo>
                <a:lnTo>
                  <a:pt x="395059" y="18396"/>
                </a:lnTo>
                <a:lnTo>
                  <a:pt x="395327" y="18627"/>
                </a:lnTo>
                <a:lnTo>
                  <a:pt x="395600" y="18848"/>
                </a:lnTo>
                <a:lnTo>
                  <a:pt x="395876" y="19058"/>
                </a:lnTo>
                <a:lnTo>
                  <a:pt x="396157" y="19257"/>
                </a:lnTo>
                <a:lnTo>
                  <a:pt x="396443" y="19446"/>
                </a:lnTo>
                <a:lnTo>
                  <a:pt x="396732" y="19623"/>
                </a:lnTo>
                <a:lnTo>
                  <a:pt x="397026" y="19790"/>
                </a:lnTo>
                <a:lnTo>
                  <a:pt x="397324" y="19946"/>
                </a:lnTo>
                <a:lnTo>
                  <a:pt x="397626" y="20092"/>
                </a:lnTo>
                <a:lnTo>
                  <a:pt x="397933" y="20226"/>
                </a:lnTo>
                <a:lnTo>
                  <a:pt x="398244" y="20350"/>
                </a:lnTo>
                <a:lnTo>
                  <a:pt x="398559" y="20463"/>
                </a:lnTo>
                <a:lnTo>
                  <a:pt x="398879" y="20565"/>
                </a:lnTo>
                <a:lnTo>
                  <a:pt x="399203" y="20657"/>
                </a:lnTo>
                <a:lnTo>
                  <a:pt x="399531" y="20738"/>
                </a:lnTo>
                <a:lnTo>
                  <a:pt x="399863" y="20808"/>
                </a:lnTo>
                <a:lnTo>
                  <a:pt x="400200" y="20867"/>
                </a:lnTo>
                <a:lnTo>
                  <a:pt x="400541" y="20915"/>
                </a:lnTo>
                <a:lnTo>
                  <a:pt x="400887" y="20953"/>
                </a:lnTo>
                <a:lnTo>
                  <a:pt x="401236" y="20980"/>
                </a:lnTo>
                <a:lnTo>
                  <a:pt x="401590" y="20996"/>
                </a:lnTo>
                <a:lnTo>
                  <a:pt x="401948" y="21002"/>
                </a:lnTo>
                <a:lnTo>
                  <a:pt x="402306" y="20996"/>
                </a:lnTo>
                <a:lnTo>
                  <a:pt x="402660" y="20980"/>
                </a:lnTo>
                <a:lnTo>
                  <a:pt x="403009" y="20953"/>
                </a:lnTo>
                <a:lnTo>
                  <a:pt x="403354" y="20915"/>
                </a:lnTo>
                <a:lnTo>
                  <a:pt x="403694" y="20867"/>
                </a:lnTo>
                <a:lnTo>
                  <a:pt x="404030" y="20808"/>
                </a:lnTo>
                <a:lnTo>
                  <a:pt x="404361" y="20738"/>
                </a:lnTo>
                <a:lnTo>
                  <a:pt x="404688" y="20657"/>
                </a:lnTo>
                <a:lnTo>
                  <a:pt x="405010" y="20565"/>
                </a:lnTo>
                <a:lnTo>
                  <a:pt x="405328" y="20463"/>
                </a:lnTo>
                <a:lnTo>
                  <a:pt x="405641" y="20350"/>
                </a:lnTo>
                <a:lnTo>
                  <a:pt x="405950" y="20226"/>
                </a:lnTo>
                <a:lnTo>
                  <a:pt x="406255" y="20092"/>
                </a:lnTo>
                <a:lnTo>
                  <a:pt x="406555" y="19946"/>
                </a:lnTo>
                <a:lnTo>
                  <a:pt x="406850" y="19790"/>
                </a:lnTo>
                <a:lnTo>
                  <a:pt x="407141" y="19623"/>
                </a:lnTo>
                <a:lnTo>
                  <a:pt x="407428" y="19446"/>
                </a:lnTo>
                <a:lnTo>
                  <a:pt x="407710" y="19257"/>
                </a:lnTo>
                <a:lnTo>
                  <a:pt x="407988" y="19058"/>
                </a:lnTo>
                <a:lnTo>
                  <a:pt x="408261" y="18848"/>
                </a:lnTo>
                <a:lnTo>
                  <a:pt x="408530" y="18627"/>
                </a:lnTo>
                <a:lnTo>
                  <a:pt x="408794" y="18396"/>
                </a:lnTo>
                <a:lnTo>
                  <a:pt x="409054" y="18153"/>
                </a:lnTo>
                <a:lnTo>
                  <a:pt x="409309" y="17900"/>
                </a:lnTo>
                <a:lnTo>
                  <a:pt x="409557" y="17639"/>
                </a:lnTo>
                <a:lnTo>
                  <a:pt x="409794" y="17374"/>
                </a:lnTo>
                <a:lnTo>
                  <a:pt x="410021" y="17105"/>
                </a:lnTo>
                <a:lnTo>
                  <a:pt x="410237" y="16831"/>
                </a:lnTo>
                <a:lnTo>
                  <a:pt x="410443" y="16553"/>
                </a:lnTo>
                <a:lnTo>
                  <a:pt x="410638" y="16270"/>
                </a:lnTo>
                <a:lnTo>
                  <a:pt x="410822" y="15984"/>
                </a:lnTo>
                <a:lnTo>
                  <a:pt x="410996" y="15693"/>
                </a:lnTo>
                <a:lnTo>
                  <a:pt x="411160" y="15397"/>
                </a:lnTo>
                <a:lnTo>
                  <a:pt x="411313" y="15098"/>
                </a:lnTo>
                <a:lnTo>
                  <a:pt x="411455" y="14794"/>
                </a:lnTo>
                <a:lnTo>
                  <a:pt x="411587" y="14485"/>
                </a:lnTo>
                <a:lnTo>
                  <a:pt x="411708" y="14173"/>
                </a:lnTo>
                <a:lnTo>
                  <a:pt x="411819" y="13856"/>
                </a:lnTo>
                <a:lnTo>
                  <a:pt x="411919" y="13534"/>
                </a:lnTo>
                <a:lnTo>
                  <a:pt x="412009" y="13209"/>
                </a:lnTo>
                <a:lnTo>
                  <a:pt x="412088" y="12879"/>
                </a:lnTo>
                <a:lnTo>
                  <a:pt x="412156" y="12545"/>
                </a:lnTo>
                <a:lnTo>
                  <a:pt x="412214" y="12206"/>
                </a:lnTo>
                <a:lnTo>
                  <a:pt x="412262" y="11864"/>
                </a:lnTo>
                <a:lnTo>
                  <a:pt x="412299" y="11517"/>
                </a:lnTo>
                <a:lnTo>
                  <a:pt x="412325" y="11165"/>
                </a:lnTo>
                <a:lnTo>
                  <a:pt x="412341" y="10809"/>
                </a:lnTo>
                <a:lnTo>
                  <a:pt x="412346" y="10449"/>
                </a:lnTo>
                <a:lnTo>
                  <a:pt x="412341" y="10089"/>
                </a:lnTo>
                <a:lnTo>
                  <a:pt x="412325" y="9734"/>
                </a:lnTo>
                <a:lnTo>
                  <a:pt x="412299" y="9383"/>
                </a:lnTo>
                <a:lnTo>
                  <a:pt x="412262" y="9037"/>
                </a:lnTo>
                <a:lnTo>
                  <a:pt x="412214" y="8695"/>
                </a:lnTo>
                <a:lnTo>
                  <a:pt x="412156" y="8357"/>
                </a:lnTo>
                <a:lnTo>
                  <a:pt x="412088" y="8024"/>
                </a:lnTo>
                <a:lnTo>
                  <a:pt x="412009" y="7696"/>
                </a:lnTo>
                <a:lnTo>
                  <a:pt x="411919" y="7372"/>
                </a:lnTo>
                <a:lnTo>
                  <a:pt x="411819" y="7052"/>
                </a:lnTo>
                <a:lnTo>
                  <a:pt x="411708" y="6738"/>
                </a:lnTo>
                <a:lnTo>
                  <a:pt x="411587" y="6427"/>
                </a:lnTo>
                <a:lnTo>
                  <a:pt x="411455" y="6121"/>
                </a:lnTo>
                <a:lnTo>
                  <a:pt x="411313" y="5820"/>
                </a:lnTo>
                <a:lnTo>
                  <a:pt x="411160" y="5523"/>
                </a:lnTo>
                <a:lnTo>
                  <a:pt x="410996" y="5230"/>
                </a:lnTo>
                <a:lnTo>
                  <a:pt x="410822" y="4942"/>
                </a:lnTo>
                <a:lnTo>
                  <a:pt x="410638" y="4659"/>
                </a:lnTo>
                <a:lnTo>
                  <a:pt x="410443" y="4380"/>
                </a:lnTo>
                <a:lnTo>
                  <a:pt x="410237" y="4106"/>
                </a:lnTo>
                <a:lnTo>
                  <a:pt x="410021" y="3836"/>
                </a:lnTo>
                <a:lnTo>
                  <a:pt x="409794" y="3570"/>
                </a:lnTo>
                <a:lnTo>
                  <a:pt x="409557" y="3309"/>
                </a:lnTo>
                <a:lnTo>
                  <a:pt x="409309" y="3053"/>
                </a:lnTo>
                <a:lnTo>
                  <a:pt x="409054" y="2804"/>
                </a:lnTo>
                <a:lnTo>
                  <a:pt x="408794" y="2565"/>
                </a:lnTo>
                <a:lnTo>
                  <a:pt x="408530" y="2338"/>
                </a:lnTo>
                <a:lnTo>
                  <a:pt x="408261" y="2120"/>
                </a:lnTo>
                <a:lnTo>
                  <a:pt x="407988" y="1913"/>
                </a:lnTo>
                <a:lnTo>
                  <a:pt x="407710" y="1717"/>
                </a:lnTo>
                <a:lnTo>
                  <a:pt x="407428" y="1532"/>
                </a:lnTo>
                <a:lnTo>
                  <a:pt x="407141" y="1357"/>
                </a:lnTo>
                <a:lnTo>
                  <a:pt x="406850" y="1193"/>
                </a:lnTo>
                <a:lnTo>
                  <a:pt x="406555" y="1039"/>
                </a:lnTo>
                <a:lnTo>
                  <a:pt x="406255" y="896"/>
                </a:lnTo>
                <a:lnTo>
                  <a:pt x="405950" y="763"/>
                </a:lnTo>
                <a:lnTo>
                  <a:pt x="405641" y="641"/>
                </a:lnTo>
                <a:lnTo>
                  <a:pt x="405328" y="530"/>
                </a:lnTo>
                <a:lnTo>
                  <a:pt x="405010" y="429"/>
                </a:lnTo>
                <a:lnTo>
                  <a:pt x="404688" y="339"/>
                </a:lnTo>
                <a:lnTo>
                  <a:pt x="404361" y="260"/>
                </a:lnTo>
                <a:lnTo>
                  <a:pt x="404030" y="191"/>
                </a:lnTo>
                <a:lnTo>
                  <a:pt x="403694" y="133"/>
                </a:lnTo>
                <a:lnTo>
                  <a:pt x="403354" y="85"/>
                </a:lnTo>
                <a:lnTo>
                  <a:pt x="403009" y="48"/>
                </a:lnTo>
                <a:lnTo>
                  <a:pt x="402660" y="21"/>
                </a:lnTo>
                <a:lnTo>
                  <a:pt x="402306" y="5"/>
                </a:lnTo>
                <a:lnTo>
                  <a:pt x="401948" y="0"/>
                </a:lnTo>
                <a:lnTo>
                  <a:pt x="401582" y="5"/>
                </a:lnTo>
                <a:lnTo>
                  <a:pt x="401220" y="21"/>
                </a:lnTo>
                <a:lnTo>
                  <a:pt x="400863" y="48"/>
                </a:lnTo>
                <a:lnTo>
                  <a:pt x="400511" y="85"/>
                </a:lnTo>
                <a:close/>
                <a:moveTo>
                  <a:pt x="41946" y="81378"/>
                </a:moveTo>
                <a:lnTo>
                  <a:pt x="42491" y="81487"/>
                </a:lnTo>
                <a:lnTo>
                  <a:pt x="43033" y="81593"/>
                </a:lnTo>
                <a:lnTo>
                  <a:pt x="43572" y="81697"/>
                </a:lnTo>
                <a:lnTo>
                  <a:pt x="44108" y="81799"/>
                </a:lnTo>
                <a:lnTo>
                  <a:pt x="44641" y="81898"/>
                </a:lnTo>
                <a:lnTo>
                  <a:pt x="45172" y="81994"/>
                </a:lnTo>
                <a:lnTo>
                  <a:pt x="45699" y="82088"/>
                </a:lnTo>
                <a:lnTo>
                  <a:pt x="46224" y="82179"/>
                </a:lnTo>
                <a:lnTo>
                  <a:pt x="46746" y="82268"/>
                </a:lnTo>
                <a:lnTo>
                  <a:pt x="47265" y="82354"/>
                </a:lnTo>
                <a:lnTo>
                  <a:pt x="47781" y="82438"/>
                </a:lnTo>
                <a:lnTo>
                  <a:pt x="48295" y="82519"/>
                </a:lnTo>
                <a:lnTo>
                  <a:pt x="48805" y="82598"/>
                </a:lnTo>
                <a:lnTo>
                  <a:pt x="49313" y="82674"/>
                </a:lnTo>
                <a:lnTo>
                  <a:pt x="49817" y="82748"/>
                </a:lnTo>
                <a:lnTo>
                  <a:pt x="50319" y="82820"/>
                </a:lnTo>
                <a:lnTo>
                  <a:pt x="50818" y="82888"/>
                </a:lnTo>
                <a:lnTo>
                  <a:pt x="51314" y="82955"/>
                </a:lnTo>
                <a:lnTo>
                  <a:pt x="51808" y="83019"/>
                </a:lnTo>
                <a:lnTo>
                  <a:pt x="52298" y="83080"/>
                </a:lnTo>
                <a:lnTo>
                  <a:pt x="52786" y="83139"/>
                </a:lnTo>
                <a:lnTo>
                  <a:pt x="53270" y="83195"/>
                </a:lnTo>
                <a:lnTo>
                  <a:pt x="53752" y="83249"/>
                </a:lnTo>
                <a:lnTo>
                  <a:pt x="54231" y="83300"/>
                </a:lnTo>
                <a:lnTo>
                  <a:pt x="54707" y="83349"/>
                </a:lnTo>
                <a:lnTo>
                  <a:pt x="55181" y="83395"/>
                </a:lnTo>
                <a:lnTo>
                  <a:pt x="55651" y="83439"/>
                </a:lnTo>
                <a:lnTo>
                  <a:pt x="56119" y="83480"/>
                </a:lnTo>
                <a:lnTo>
                  <a:pt x="56583" y="83519"/>
                </a:lnTo>
                <a:lnTo>
                  <a:pt x="57045" y="83555"/>
                </a:lnTo>
                <a:lnTo>
                  <a:pt x="57504" y="83589"/>
                </a:lnTo>
                <a:lnTo>
                  <a:pt x="57960" y="83620"/>
                </a:lnTo>
                <a:lnTo>
                  <a:pt x="58414" y="83649"/>
                </a:lnTo>
                <a:lnTo>
                  <a:pt x="58864" y="83675"/>
                </a:lnTo>
                <a:lnTo>
                  <a:pt x="59311" y="83699"/>
                </a:lnTo>
                <a:lnTo>
                  <a:pt x="59756" y="83720"/>
                </a:lnTo>
                <a:lnTo>
                  <a:pt x="60198" y="83739"/>
                </a:lnTo>
                <a:lnTo>
                  <a:pt x="60637" y="83755"/>
                </a:lnTo>
                <a:lnTo>
                  <a:pt x="61073" y="83769"/>
                </a:lnTo>
                <a:lnTo>
                  <a:pt x="61506" y="83780"/>
                </a:lnTo>
                <a:lnTo>
                  <a:pt x="61937" y="83789"/>
                </a:lnTo>
                <a:lnTo>
                  <a:pt x="62364" y="83795"/>
                </a:lnTo>
                <a:lnTo>
                  <a:pt x="62789" y="83799"/>
                </a:lnTo>
                <a:lnTo>
                  <a:pt x="63211" y="83800"/>
                </a:lnTo>
                <a:lnTo>
                  <a:pt x="64910" y="83782"/>
                </a:lnTo>
                <a:lnTo>
                  <a:pt x="66578" y="83726"/>
                </a:lnTo>
                <a:lnTo>
                  <a:pt x="68213" y="83633"/>
                </a:lnTo>
                <a:lnTo>
                  <a:pt x="69815" y="83504"/>
                </a:lnTo>
                <a:lnTo>
                  <a:pt x="71385" y="83336"/>
                </a:lnTo>
                <a:lnTo>
                  <a:pt x="72923" y="83132"/>
                </a:lnTo>
                <a:lnTo>
                  <a:pt x="74429" y="82891"/>
                </a:lnTo>
                <a:lnTo>
                  <a:pt x="75902" y="82613"/>
                </a:lnTo>
                <a:lnTo>
                  <a:pt x="77343" y="82297"/>
                </a:lnTo>
                <a:lnTo>
                  <a:pt x="78751" y="81944"/>
                </a:lnTo>
                <a:lnTo>
                  <a:pt x="80127" y="81555"/>
                </a:lnTo>
                <a:lnTo>
                  <a:pt x="81471" y="81128"/>
                </a:lnTo>
                <a:lnTo>
                  <a:pt x="82783" y="80664"/>
                </a:lnTo>
                <a:lnTo>
                  <a:pt x="84062" y="80163"/>
                </a:lnTo>
                <a:lnTo>
                  <a:pt x="85309" y="79624"/>
                </a:lnTo>
                <a:lnTo>
                  <a:pt x="86523" y="79049"/>
                </a:lnTo>
                <a:lnTo>
                  <a:pt x="87705" y="78437"/>
                </a:lnTo>
                <a:lnTo>
                  <a:pt x="88855" y="77787"/>
                </a:lnTo>
                <a:lnTo>
                  <a:pt x="89972" y="77100"/>
                </a:lnTo>
                <a:lnTo>
                  <a:pt x="91057" y="76376"/>
                </a:lnTo>
                <a:lnTo>
                  <a:pt x="92110" y="75615"/>
                </a:lnTo>
                <a:lnTo>
                  <a:pt x="93130" y="74817"/>
                </a:lnTo>
                <a:lnTo>
                  <a:pt x="94118" y="73982"/>
                </a:lnTo>
                <a:lnTo>
                  <a:pt x="95073" y="73110"/>
                </a:lnTo>
                <a:lnTo>
                  <a:pt x="95993" y="72208"/>
                </a:lnTo>
                <a:lnTo>
                  <a:pt x="96874" y="71283"/>
                </a:lnTo>
                <a:lnTo>
                  <a:pt x="97715" y="70337"/>
                </a:lnTo>
                <a:lnTo>
                  <a:pt x="98518" y="69368"/>
                </a:lnTo>
                <a:lnTo>
                  <a:pt x="99281" y="68377"/>
                </a:lnTo>
                <a:lnTo>
                  <a:pt x="100005" y="67365"/>
                </a:lnTo>
                <a:lnTo>
                  <a:pt x="100690" y="66330"/>
                </a:lnTo>
                <a:lnTo>
                  <a:pt x="101336" y="65273"/>
                </a:lnTo>
                <a:lnTo>
                  <a:pt x="101943" y="64193"/>
                </a:lnTo>
                <a:lnTo>
                  <a:pt x="102510" y="63092"/>
                </a:lnTo>
                <a:lnTo>
                  <a:pt x="103039" y="61968"/>
                </a:lnTo>
                <a:lnTo>
                  <a:pt x="103528" y="60823"/>
                </a:lnTo>
                <a:lnTo>
                  <a:pt x="103978" y="59655"/>
                </a:lnTo>
                <a:lnTo>
                  <a:pt x="104389" y="58465"/>
                </a:lnTo>
                <a:lnTo>
                  <a:pt x="104761" y="57253"/>
                </a:lnTo>
                <a:lnTo>
                  <a:pt x="105094" y="56019"/>
                </a:lnTo>
                <a:lnTo>
                  <a:pt x="105387" y="54763"/>
                </a:lnTo>
                <a:lnTo>
                  <a:pt x="105642" y="53484"/>
                </a:lnTo>
                <a:lnTo>
                  <a:pt x="105857" y="52184"/>
                </a:lnTo>
                <a:lnTo>
                  <a:pt x="106033" y="50861"/>
                </a:lnTo>
                <a:lnTo>
                  <a:pt x="106170" y="49516"/>
                </a:lnTo>
                <a:lnTo>
                  <a:pt x="106268" y="48149"/>
                </a:lnTo>
                <a:lnTo>
                  <a:pt x="106327" y="46760"/>
                </a:lnTo>
                <a:lnTo>
                  <a:pt x="106346" y="45349"/>
                </a:lnTo>
                <a:lnTo>
                  <a:pt x="106333" y="44310"/>
                </a:lnTo>
                <a:lnTo>
                  <a:pt x="106295" y="43282"/>
                </a:lnTo>
                <a:lnTo>
                  <a:pt x="106230" y="42266"/>
                </a:lnTo>
                <a:lnTo>
                  <a:pt x="106140" y="41262"/>
                </a:lnTo>
                <a:lnTo>
                  <a:pt x="106025" y="40270"/>
                </a:lnTo>
                <a:lnTo>
                  <a:pt x="105883" y="39289"/>
                </a:lnTo>
                <a:lnTo>
                  <a:pt x="105716" y="38321"/>
                </a:lnTo>
                <a:lnTo>
                  <a:pt x="105523" y="37364"/>
                </a:lnTo>
                <a:lnTo>
                  <a:pt x="105304" y="36419"/>
                </a:lnTo>
                <a:lnTo>
                  <a:pt x="105059" y="35485"/>
                </a:lnTo>
                <a:lnTo>
                  <a:pt x="104789" y="34564"/>
                </a:lnTo>
                <a:lnTo>
                  <a:pt x="104493" y="33654"/>
                </a:lnTo>
                <a:lnTo>
                  <a:pt x="104171" y="32756"/>
                </a:lnTo>
                <a:lnTo>
                  <a:pt x="103824" y="31870"/>
                </a:lnTo>
                <a:lnTo>
                  <a:pt x="103451" y="30995"/>
                </a:lnTo>
                <a:lnTo>
                  <a:pt x="103052" y="30133"/>
                </a:lnTo>
                <a:lnTo>
                  <a:pt x="102627" y="29282"/>
                </a:lnTo>
                <a:lnTo>
                  <a:pt x="102177" y="28443"/>
                </a:lnTo>
                <a:lnTo>
                  <a:pt x="101701" y="27615"/>
                </a:lnTo>
                <a:lnTo>
                  <a:pt x="101199" y="26800"/>
                </a:lnTo>
                <a:lnTo>
                  <a:pt x="100671" y="25996"/>
                </a:lnTo>
                <a:lnTo>
                  <a:pt x="100118" y="25204"/>
                </a:lnTo>
                <a:lnTo>
                  <a:pt x="99539" y="24424"/>
                </a:lnTo>
                <a:lnTo>
                  <a:pt x="98934" y="23656"/>
                </a:lnTo>
                <a:lnTo>
                  <a:pt x="98310" y="22902"/>
                </a:lnTo>
                <a:lnTo>
                  <a:pt x="97675" y="22168"/>
                </a:lnTo>
                <a:lnTo>
                  <a:pt x="97028" y="21451"/>
                </a:lnTo>
                <a:lnTo>
                  <a:pt x="96369" y="20753"/>
                </a:lnTo>
                <a:lnTo>
                  <a:pt x="95698" y="20073"/>
                </a:lnTo>
                <a:lnTo>
                  <a:pt x="95015" y="19412"/>
                </a:lnTo>
                <a:lnTo>
                  <a:pt x="94321" y="18769"/>
                </a:lnTo>
                <a:lnTo>
                  <a:pt x="93615" y="18144"/>
                </a:lnTo>
                <a:lnTo>
                  <a:pt x="92897" y="17538"/>
                </a:lnTo>
                <a:lnTo>
                  <a:pt x="92167" y="16950"/>
                </a:lnTo>
                <a:lnTo>
                  <a:pt x="91426" y="16381"/>
                </a:lnTo>
                <a:lnTo>
                  <a:pt x="90672" y="15830"/>
                </a:lnTo>
                <a:lnTo>
                  <a:pt x="89907" y="15297"/>
                </a:lnTo>
                <a:lnTo>
                  <a:pt x="89130" y="14783"/>
                </a:lnTo>
                <a:lnTo>
                  <a:pt x="88341" y="14287"/>
                </a:lnTo>
                <a:lnTo>
                  <a:pt x="87541" y="13810"/>
                </a:lnTo>
                <a:lnTo>
                  <a:pt x="86729" y="13351"/>
                </a:lnTo>
                <a:lnTo>
                  <a:pt x="85904" y="12910"/>
                </a:lnTo>
                <a:lnTo>
                  <a:pt x="85069" y="12488"/>
                </a:lnTo>
                <a:lnTo>
                  <a:pt x="84221" y="12084"/>
                </a:lnTo>
                <a:lnTo>
                  <a:pt x="83361" y="11698"/>
                </a:lnTo>
                <a:lnTo>
                  <a:pt x="82490" y="11331"/>
                </a:lnTo>
                <a:lnTo>
                  <a:pt x="81607" y="10982"/>
                </a:lnTo>
                <a:lnTo>
                  <a:pt x="80712" y="10652"/>
                </a:lnTo>
                <a:lnTo>
                  <a:pt x="79797" y="10337"/>
                </a:lnTo>
                <a:lnTo>
                  <a:pt x="78855" y="10036"/>
                </a:lnTo>
                <a:lnTo>
                  <a:pt x="77886" y="9748"/>
                </a:lnTo>
                <a:lnTo>
                  <a:pt x="76889" y="9473"/>
                </a:lnTo>
                <a:lnTo>
                  <a:pt x="75864" y="9212"/>
                </a:lnTo>
                <a:lnTo>
                  <a:pt x="74812" y="8964"/>
                </a:lnTo>
                <a:lnTo>
                  <a:pt x="73732" y="8730"/>
                </a:lnTo>
                <a:lnTo>
                  <a:pt x="72625" y="8509"/>
                </a:lnTo>
                <a:lnTo>
                  <a:pt x="71490" y="8301"/>
                </a:lnTo>
                <a:lnTo>
                  <a:pt x="70328" y="8107"/>
                </a:lnTo>
                <a:lnTo>
                  <a:pt x="69138" y="7926"/>
                </a:lnTo>
                <a:lnTo>
                  <a:pt x="67921" y="7759"/>
                </a:lnTo>
                <a:lnTo>
                  <a:pt x="66676" y="7605"/>
                </a:lnTo>
                <a:lnTo>
                  <a:pt x="65403" y="7464"/>
                </a:lnTo>
                <a:lnTo>
                  <a:pt x="64103" y="7337"/>
                </a:lnTo>
                <a:lnTo>
                  <a:pt x="62776" y="7223"/>
                </a:lnTo>
                <a:lnTo>
                  <a:pt x="61421" y="7123"/>
                </a:lnTo>
                <a:lnTo>
                  <a:pt x="60039" y="7036"/>
                </a:lnTo>
                <a:lnTo>
                  <a:pt x="58629" y="6962"/>
                </a:lnTo>
                <a:lnTo>
                  <a:pt x="57191" y="6902"/>
                </a:lnTo>
                <a:lnTo>
                  <a:pt x="55726" y="6855"/>
                </a:lnTo>
                <a:lnTo>
                  <a:pt x="54233" y="6821"/>
                </a:lnTo>
                <a:lnTo>
                  <a:pt x="52713" y="6801"/>
                </a:lnTo>
                <a:lnTo>
                  <a:pt x="51166" y="6795"/>
                </a:lnTo>
                <a:lnTo>
                  <a:pt x="0" y="6795"/>
                </a:lnTo>
                <a:lnTo>
                  <a:pt x="0" y="10604"/>
                </a:lnTo>
                <a:lnTo>
                  <a:pt x="5250" y="10604"/>
                </a:lnTo>
                <a:lnTo>
                  <a:pt x="5904" y="10612"/>
                </a:lnTo>
                <a:lnTo>
                  <a:pt x="6544" y="10635"/>
                </a:lnTo>
                <a:lnTo>
                  <a:pt x="7171" y="10675"/>
                </a:lnTo>
                <a:lnTo>
                  <a:pt x="7784" y="10730"/>
                </a:lnTo>
                <a:lnTo>
                  <a:pt x="8384" y="10800"/>
                </a:lnTo>
                <a:lnTo>
                  <a:pt x="8969" y="10887"/>
                </a:lnTo>
                <a:lnTo>
                  <a:pt x="9542" y="10989"/>
                </a:lnTo>
                <a:lnTo>
                  <a:pt x="10100" y="11107"/>
                </a:lnTo>
                <a:lnTo>
                  <a:pt x="10646" y="11241"/>
                </a:lnTo>
                <a:lnTo>
                  <a:pt x="11177" y="11390"/>
                </a:lnTo>
                <a:lnTo>
                  <a:pt x="11695" y="11555"/>
                </a:lnTo>
                <a:lnTo>
                  <a:pt x="12199" y="11736"/>
                </a:lnTo>
                <a:lnTo>
                  <a:pt x="12690" y="11933"/>
                </a:lnTo>
                <a:lnTo>
                  <a:pt x="13167" y="12145"/>
                </a:lnTo>
                <a:lnTo>
                  <a:pt x="13631" y="12373"/>
                </a:lnTo>
                <a:lnTo>
                  <a:pt x="14081" y="12617"/>
                </a:lnTo>
                <a:lnTo>
                  <a:pt x="14518" y="12876"/>
                </a:lnTo>
                <a:lnTo>
                  <a:pt x="14940" y="13152"/>
                </a:lnTo>
                <a:lnTo>
                  <a:pt x="15350" y="13443"/>
                </a:lnTo>
                <a:lnTo>
                  <a:pt x="15745" y="13749"/>
                </a:lnTo>
                <a:lnTo>
                  <a:pt x="16128" y="14072"/>
                </a:lnTo>
                <a:lnTo>
                  <a:pt x="16496" y="14410"/>
                </a:lnTo>
                <a:lnTo>
                  <a:pt x="16851" y="14764"/>
                </a:lnTo>
                <a:lnTo>
                  <a:pt x="17192" y="15134"/>
                </a:lnTo>
                <a:lnTo>
                  <a:pt x="17419" y="15417"/>
                </a:lnTo>
                <a:lnTo>
                  <a:pt x="17636" y="15735"/>
                </a:lnTo>
                <a:lnTo>
                  <a:pt x="17844" y="16087"/>
                </a:lnTo>
                <a:lnTo>
                  <a:pt x="18042" y="16475"/>
                </a:lnTo>
                <a:lnTo>
                  <a:pt x="18230" y="16897"/>
                </a:lnTo>
                <a:lnTo>
                  <a:pt x="18409" y="17353"/>
                </a:lnTo>
                <a:lnTo>
                  <a:pt x="18577" y="17845"/>
                </a:lnTo>
                <a:lnTo>
                  <a:pt x="18737" y="18371"/>
                </a:lnTo>
                <a:lnTo>
                  <a:pt x="18886" y="18931"/>
                </a:lnTo>
                <a:lnTo>
                  <a:pt x="19026" y="19527"/>
                </a:lnTo>
                <a:lnTo>
                  <a:pt x="19157" y="20157"/>
                </a:lnTo>
                <a:lnTo>
                  <a:pt x="19277" y="20821"/>
                </a:lnTo>
                <a:lnTo>
                  <a:pt x="19388" y="21521"/>
                </a:lnTo>
                <a:lnTo>
                  <a:pt x="19490" y="22255"/>
                </a:lnTo>
                <a:lnTo>
                  <a:pt x="19581" y="23024"/>
                </a:lnTo>
                <a:lnTo>
                  <a:pt x="19663" y="23827"/>
                </a:lnTo>
                <a:lnTo>
                  <a:pt x="19736" y="24665"/>
                </a:lnTo>
                <a:lnTo>
                  <a:pt x="19798" y="25538"/>
                </a:lnTo>
                <a:lnTo>
                  <a:pt x="19851" y="26445"/>
                </a:lnTo>
                <a:lnTo>
                  <a:pt x="19895" y="27387"/>
                </a:lnTo>
                <a:lnTo>
                  <a:pt x="19929" y="28364"/>
                </a:lnTo>
                <a:lnTo>
                  <a:pt x="19953" y="29375"/>
                </a:lnTo>
                <a:lnTo>
                  <a:pt x="19967" y="30422"/>
                </a:lnTo>
                <a:lnTo>
                  <a:pt x="19972" y="31502"/>
                </a:lnTo>
                <a:lnTo>
                  <a:pt x="19972" y="121686"/>
                </a:lnTo>
                <a:lnTo>
                  <a:pt x="19969" y="122666"/>
                </a:lnTo>
                <a:lnTo>
                  <a:pt x="19958" y="123615"/>
                </a:lnTo>
                <a:lnTo>
                  <a:pt x="19940" y="124534"/>
                </a:lnTo>
                <a:lnTo>
                  <a:pt x="19915" y="125423"/>
                </a:lnTo>
                <a:lnTo>
                  <a:pt x="19883" y="126282"/>
                </a:lnTo>
                <a:lnTo>
                  <a:pt x="19843" y="127110"/>
                </a:lnTo>
                <a:lnTo>
                  <a:pt x="19797" y="127907"/>
                </a:lnTo>
                <a:lnTo>
                  <a:pt x="19743" y="128675"/>
                </a:lnTo>
                <a:lnTo>
                  <a:pt x="19683" y="129412"/>
                </a:lnTo>
                <a:lnTo>
                  <a:pt x="19615" y="130118"/>
                </a:lnTo>
                <a:lnTo>
                  <a:pt x="19540" y="130794"/>
                </a:lnTo>
                <a:lnTo>
                  <a:pt x="19457" y="131440"/>
                </a:lnTo>
                <a:lnTo>
                  <a:pt x="19368" y="132055"/>
                </a:lnTo>
                <a:lnTo>
                  <a:pt x="19271" y="132640"/>
                </a:lnTo>
                <a:lnTo>
                  <a:pt x="19168" y="133195"/>
                </a:lnTo>
                <a:lnTo>
                  <a:pt x="19057" y="133719"/>
                </a:lnTo>
                <a:lnTo>
                  <a:pt x="18939" y="134213"/>
                </a:lnTo>
                <a:lnTo>
                  <a:pt x="18814" y="134677"/>
                </a:lnTo>
                <a:lnTo>
                  <a:pt x="18682" y="135110"/>
                </a:lnTo>
                <a:lnTo>
                  <a:pt x="18542" y="135512"/>
                </a:lnTo>
                <a:lnTo>
                  <a:pt x="18396" y="135885"/>
                </a:lnTo>
                <a:lnTo>
                  <a:pt x="18242" y="136227"/>
                </a:lnTo>
                <a:lnTo>
                  <a:pt x="18081" y="136538"/>
                </a:lnTo>
                <a:lnTo>
                  <a:pt x="17913" y="136819"/>
                </a:lnTo>
                <a:lnTo>
                  <a:pt x="17587" y="137290"/>
                </a:lnTo>
                <a:lnTo>
                  <a:pt x="17243" y="137740"/>
                </a:lnTo>
                <a:lnTo>
                  <a:pt x="16882" y="138170"/>
                </a:lnTo>
                <a:lnTo>
                  <a:pt x="16503" y="138581"/>
                </a:lnTo>
                <a:lnTo>
                  <a:pt x="16107" y="138971"/>
                </a:lnTo>
                <a:lnTo>
                  <a:pt x="15693" y="139341"/>
                </a:lnTo>
                <a:lnTo>
                  <a:pt x="15262" y="139692"/>
                </a:lnTo>
                <a:lnTo>
                  <a:pt x="14813" y="140022"/>
                </a:lnTo>
                <a:lnTo>
                  <a:pt x="14347" y="140332"/>
                </a:lnTo>
                <a:lnTo>
                  <a:pt x="13863" y="140623"/>
                </a:lnTo>
                <a:lnTo>
                  <a:pt x="13362" y="140893"/>
                </a:lnTo>
                <a:lnTo>
                  <a:pt x="12843" y="141143"/>
                </a:lnTo>
                <a:lnTo>
                  <a:pt x="12307" y="141373"/>
                </a:lnTo>
                <a:lnTo>
                  <a:pt x="11753" y="141583"/>
                </a:lnTo>
                <a:lnTo>
                  <a:pt x="11181" y="141774"/>
                </a:lnTo>
                <a:lnTo>
                  <a:pt x="10592" y="141944"/>
                </a:lnTo>
                <a:lnTo>
                  <a:pt x="9986" y="142094"/>
                </a:lnTo>
                <a:lnTo>
                  <a:pt x="9362" y="142224"/>
                </a:lnTo>
                <a:lnTo>
                  <a:pt x="8720" y="142334"/>
                </a:lnTo>
                <a:lnTo>
                  <a:pt x="8061" y="142424"/>
                </a:lnTo>
                <a:lnTo>
                  <a:pt x="7385" y="142494"/>
                </a:lnTo>
                <a:lnTo>
                  <a:pt x="6691" y="142544"/>
                </a:lnTo>
                <a:lnTo>
                  <a:pt x="5979" y="142574"/>
                </a:lnTo>
                <a:lnTo>
                  <a:pt x="5250" y="142584"/>
                </a:lnTo>
                <a:lnTo>
                  <a:pt x="0" y="142584"/>
                </a:lnTo>
                <a:lnTo>
                  <a:pt x="0" y="146393"/>
                </a:lnTo>
                <a:lnTo>
                  <a:pt x="59813" y="146393"/>
                </a:lnTo>
                <a:lnTo>
                  <a:pt x="59813" y="142584"/>
                </a:lnTo>
                <a:lnTo>
                  <a:pt x="54460" y="142584"/>
                </a:lnTo>
                <a:lnTo>
                  <a:pt x="53806" y="142576"/>
                </a:lnTo>
                <a:lnTo>
                  <a:pt x="53167" y="142553"/>
                </a:lnTo>
                <a:lnTo>
                  <a:pt x="52541" y="142513"/>
                </a:lnTo>
                <a:lnTo>
                  <a:pt x="51929" y="142458"/>
                </a:lnTo>
                <a:lnTo>
                  <a:pt x="51331" y="142387"/>
                </a:lnTo>
                <a:lnTo>
                  <a:pt x="50747" y="142301"/>
                </a:lnTo>
                <a:lnTo>
                  <a:pt x="50177" y="142198"/>
                </a:lnTo>
                <a:lnTo>
                  <a:pt x="49621" y="142080"/>
                </a:lnTo>
                <a:lnTo>
                  <a:pt x="49079" y="141946"/>
                </a:lnTo>
                <a:lnTo>
                  <a:pt x="48551" y="141797"/>
                </a:lnTo>
                <a:lnTo>
                  <a:pt x="48037" y="141631"/>
                </a:lnTo>
                <a:lnTo>
                  <a:pt x="47537" y="141450"/>
                </a:lnTo>
                <a:lnTo>
                  <a:pt x="47050" y="141253"/>
                </a:lnTo>
                <a:lnTo>
                  <a:pt x="46578" y="141041"/>
                </a:lnTo>
                <a:lnTo>
                  <a:pt x="46120" y="140812"/>
                </a:lnTo>
                <a:lnTo>
                  <a:pt x="45675" y="140568"/>
                </a:lnTo>
                <a:lnTo>
                  <a:pt x="45244" y="140308"/>
                </a:lnTo>
                <a:lnTo>
                  <a:pt x="44828" y="140033"/>
                </a:lnTo>
                <a:lnTo>
                  <a:pt x="44425" y="139741"/>
                </a:lnTo>
                <a:lnTo>
                  <a:pt x="44036" y="139434"/>
                </a:lnTo>
                <a:lnTo>
                  <a:pt x="43662" y="139111"/>
                </a:lnTo>
                <a:lnTo>
                  <a:pt x="43301" y="138773"/>
                </a:lnTo>
                <a:lnTo>
                  <a:pt x="42954" y="138418"/>
                </a:lnTo>
                <a:lnTo>
                  <a:pt x="42621" y="138048"/>
                </a:lnTo>
                <a:lnTo>
                  <a:pt x="42386" y="137764"/>
                </a:lnTo>
                <a:lnTo>
                  <a:pt x="42160" y="137446"/>
                </a:lnTo>
                <a:lnTo>
                  <a:pt x="41945" y="137092"/>
                </a:lnTo>
                <a:lnTo>
                  <a:pt x="41740" y="136704"/>
                </a:lnTo>
                <a:lnTo>
                  <a:pt x="41545" y="136282"/>
                </a:lnTo>
                <a:lnTo>
                  <a:pt x="41360" y="135824"/>
                </a:lnTo>
                <a:lnTo>
                  <a:pt x="41185" y="135332"/>
                </a:lnTo>
                <a:lnTo>
                  <a:pt x="41019" y="134805"/>
                </a:lnTo>
                <a:lnTo>
                  <a:pt x="40864" y="134243"/>
                </a:lnTo>
                <a:lnTo>
                  <a:pt x="40719" y="133647"/>
                </a:lnTo>
                <a:lnTo>
                  <a:pt x="40584" y="133016"/>
                </a:lnTo>
                <a:lnTo>
                  <a:pt x="40459" y="132350"/>
                </a:lnTo>
                <a:lnTo>
                  <a:pt x="40344" y="131649"/>
                </a:lnTo>
                <a:lnTo>
                  <a:pt x="40239" y="130914"/>
                </a:lnTo>
                <a:lnTo>
                  <a:pt x="40144" y="130144"/>
                </a:lnTo>
                <a:lnTo>
                  <a:pt x="40059" y="129339"/>
                </a:lnTo>
                <a:lnTo>
                  <a:pt x="39984" y="128499"/>
                </a:lnTo>
                <a:lnTo>
                  <a:pt x="39918" y="127625"/>
                </a:lnTo>
                <a:lnTo>
                  <a:pt x="39863" y="126716"/>
                </a:lnTo>
                <a:lnTo>
                  <a:pt x="39818" y="125772"/>
                </a:lnTo>
                <a:lnTo>
                  <a:pt x="39783" y="124794"/>
                </a:lnTo>
                <a:lnTo>
                  <a:pt x="39758" y="123781"/>
                </a:lnTo>
                <a:lnTo>
                  <a:pt x="39743" y="122733"/>
                </a:lnTo>
                <a:lnTo>
                  <a:pt x="39738" y="121650"/>
                </a:lnTo>
                <a:lnTo>
                  <a:pt x="39738" y="80918"/>
                </a:lnTo>
                <a:lnTo>
                  <a:pt x="40295" y="81037"/>
                </a:lnTo>
                <a:lnTo>
                  <a:pt x="40848" y="81153"/>
                </a:lnTo>
                <a:lnTo>
                  <a:pt x="41398" y="81267"/>
                </a:lnTo>
                <a:lnTo>
                  <a:pt x="41946" y="81378"/>
                </a:lnTo>
                <a:close/>
                <a:moveTo>
                  <a:pt x="41751" y="16425"/>
                </a:moveTo>
                <a:lnTo>
                  <a:pt x="42401" y="16286"/>
                </a:lnTo>
                <a:lnTo>
                  <a:pt x="43040" y="16154"/>
                </a:lnTo>
                <a:lnTo>
                  <a:pt x="43670" y="16028"/>
                </a:lnTo>
                <a:lnTo>
                  <a:pt x="44289" y="15909"/>
                </a:lnTo>
                <a:lnTo>
                  <a:pt x="44897" y="15797"/>
                </a:lnTo>
                <a:lnTo>
                  <a:pt x="45495" y="15692"/>
                </a:lnTo>
                <a:lnTo>
                  <a:pt x="46083" y="15593"/>
                </a:lnTo>
                <a:lnTo>
                  <a:pt x="46661" y="15502"/>
                </a:lnTo>
                <a:lnTo>
                  <a:pt x="47228" y="15417"/>
                </a:lnTo>
                <a:lnTo>
                  <a:pt x="47785" y="15339"/>
                </a:lnTo>
                <a:lnTo>
                  <a:pt x="48331" y="15267"/>
                </a:lnTo>
                <a:lnTo>
                  <a:pt x="48867" y="15203"/>
                </a:lnTo>
                <a:lnTo>
                  <a:pt x="49393" y="15145"/>
                </a:lnTo>
                <a:lnTo>
                  <a:pt x="49908" y="15094"/>
                </a:lnTo>
                <a:lnTo>
                  <a:pt x="50413" y="15050"/>
                </a:lnTo>
                <a:lnTo>
                  <a:pt x="50907" y="15012"/>
                </a:lnTo>
                <a:lnTo>
                  <a:pt x="51392" y="14982"/>
                </a:lnTo>
                <a:lnTo>
                  <a:pt x="51865" y="14958"/>
                </a:lnTo>
                <a:lnTo>
                  <a:pt x="52329" y="14941"/>
                </a:lnTo>
                <a:lnTo>
                  <a:pt x="52782" y="14931"/>
                </a:lnTo>
                <a:lnTo>
                  <a:pt x="53225" y="14928"/>
                </a:lnTo>
                <a:lnTo>
                  <a:pt x="53942" y="14934"/>
                </a:lnTo>
                <a:lnTo>
                  <a:pt x="54653" y="14954"/>
                </a:lnTo>
                <a:lnTo>
                  <a:pt x="55358" y="14988"/>
                </a:lnTo>
                <a:lnTo>
                  <a:pt x="56056" y="15035"/>
                </a:lnTo>
                <a:lnTo>
                  <a:pt x="56747" y="15095"/>
                </a:lnTo>
                <a:lnTo>
                  <a:pt x="57433" y="15169"/>
                </a:lnTo>
                <a:lnTo>
                  <a:pt x="58111" y="15256"/>
                </a:lnTo>
                <a:lnTo>
                  <a:pt x="58784" y="15357"/>
                </a:lnTo>
                <a:lnTo>
                  <a:pt x="59450" y="15470"/>
                </a:lnTo>
                <a:lnTo>
                  <a:pt x="60109" y="15598"/>
                </a:lnTo>
                <a:lnTo>
                  <a:pt x="60762" y="15739"/>
                </a:lnTo>
                <a:lnTo>
                  <a:pt x="61409" y="15893"/>
                </a:lnTo>
                <a:lnTo>
                  <a:pt x="62049" y="16060"/>
                </a:lnTo>
                <a:lnTo>
                  <a:pt x="62683" y="16241"/>
                </a:lnTo>
                <a:lnTo>
                  <a:pt x="63310" y="16436"/>
                </a:lnTo>
                <a:lnTo>
                  <a:pt x="63931" y="16643"/>
                </a:lnTo>
                <a:lnTo>
                  <a:pt x="64546" y="16865"/>
                </a:lnTo>
                <a:lnTo>
                  <a:pt x="65154" y="17099"/>
                </a:lnTo>
                <a:lnTo>
                  <a:pt x="65755" y="17347"/>
                </a:lnTo>
                <a:lnTo>
                  <a:pt x="66351" y="17609"/>
                </a:lnTo>
                <a:lnTo>
                  <a:pt x="66939" y="17883"/>
                </a:lnTo>
                <a:lnTo>
                  <a:pt x="67522" y="18172"/>
                </a:lnTo>
                <a:lnTo>
                  <a:pt x="68098" y="18473"/>
                </a:lnTo>
                <a:lnTo>
                  <a:pt x="68667" y="18788"/>
                </a:lnTo>
                <a:lnTo>
                  <a:pt x="69228" y="19117"/>
                </a:lnTo>
                <a:lnTo>
                  <a:pt x="69778" y="19459"/>
                </a:lnTo>
                <a:lnTo>
                  <a:pt x="70317" y="19814"/>
                </a:lnTo>
                <a:lnTo>
                  <a:pt x="70846" y="20184"/>
                </a:lnTo>
                <a:lnTo>
                  <a:pt x="71364" y="20567"/>
                </a:lnTo>
                <a:lnTo>
                  <a:pt x="71871" y="20963"/>
                </a:lnTo>
                <a:lnTo>
                  <a:pt x="72368" y="21373"/>
                </a:lnTo>
                <a:lnTo>
                  <a:pt x="72854" y="21797"/>
                </a:lnTo>
                <a:lnTo>
                  <a:pt x="73329" y="22234"/>
                </a:lnTo>
                <a:lnTo>
                  <a:pt x="73793" y="22685"/>
                </a:lnTo>
                <a:lnTo>
                  <a:pt x="74247" y="23149"/>
                </a:lnTo>
                <a:lnTo>
                  <a:pt x="74689" y="23627"/>
                </a:lnTo>
                <a:lnTo>
                  <a:pt x="75122" y="24118"/>
                </a:lnTo>
                <a:lnTo>
                  <a:pt x="75543" y="24623"/>
                </a:lnTo>
                <a:lnTo>
                  <a:pt x="75954" y="25142"/>
                </a:lnTo>
                <a:lnTo>
                  <a:pt x="76354" y="25674"/>
                </a:lnTo>
                <a:lnTo>
                  <a:pt x="76743" y="26220"/>
                </a:lnTo>
                <a:lnTo>
                  <a:pt x="77122" y="26780"/>
                </a:lnTo>
                <a:lnTo>
                  <a:pt x="77489" y="27353"/>
                </a:lnTo>
                <a:lnTo>
                  <a:pt x="77847" y="27939"/>
                </a:lnTo>
                <a:lnTo>
                  <a:pt x="78193" y="28539"/>
                </a:lnTo>
                <a:lnTo>
                  <a:pt x="78529" y="29153"/>
                </a:lnTo>
                <a:lnTo>
                  <a:pt x="78854" y="29781"/>
                </a:lnTo>
                <a:lnTo>
                  <a:pt x="79168" y="30421"/>
                </a:lnTo>
                <a:lnTo>
                  <a:pt x="79470" y="31071"/>
                </a:lnTo>
                <a:lnTo>
                  <a:pt x="79760" y="31726"/>
                </a:lnTo>
                <a:lnTo>
                  <a:pt x="80036" y="32385"/>
                </a:lnTo>
                <a:lnTo>
                  <a:pt x="80300" y="33048"/>
                </a:lnTo>
                <a:lnTo>
                  <a:pt x="80551" y="33716"/>
                </a:lnTo>
                <a:lnTo>
                  <a:pt x="80789" y="34388"/>
                </a:lnTo>
                <a:lnTo>
                  <a:pt x="81014" y="35065"/>
                </a:lnTo>
                <a:lnTo>
                  <a:pt x="81227" y="35746"/>
                </a:lnTo>
                <a:lnTo>
                  <a:pt x="81426" y="36432"/>
                </a:lnTo>
                <a:lnTo>
                  <a:pt x="81613" y="37122"/>
                </a:lnTo>
                <a:lnTo>
                  <a:pt x="81787" y="37817"/>
                </a:lnTo>
                <a:lnTo>
                  <a:pt x="81947" y="38516"/>
                </a:lnTo>
                <a:lnTo>
                  <a:pt x="82095" y="39219"/>
                </a:lnTo>
                <a:lnTo>
                  <a:pt x="82230" y="39927"/>
                </a:lnTo>
                <a:lnTo>
                  <a:pt x="82353" y="40640"/>
                </a:lnTo>
                <a:lnTo>
                  <a:pt x="82462" y="41357"/>
                </a:lnTo>
                <a:lnTo>
                  <a:pt x="82559" y="42078"/>
                </a:lnTo>
                <a:lnTo>
                  <a:pt x="82642" y="42804"/>
                </a:lnTo>
                <a:lnTo>
                  <a:pt x="82713" y="43535"/>
                </a:lnTo>
                <a:lnTo>
                  <a:pt x="82771" y="44269"/>
                </a:lnTo>
                <a:lnTo>
                  <a:pt x="82816" y="45009"/>
                </a:lnTo>
                <a:lnTo>
                  <a:pt x="82848" y="45753"/>
                </a:lnTo>
                <a:lnTo>
                  <a:pt x="82867" y="46501"/>
                </a:lnTo>
                <a:lnTo>
                  <a:pt x="82874" y="47254"/>
                </a:lnTo>
                <a:lnTo>
                  <a:pt x="82860" y="48343"/>
                </a:lnTo>
                <a:lnTo>
                  <a:pt x="82820" y="49416"/>
                </a:lnTo>
                <a:lnTo>
                  <a:pt x="82752" y="50472"/>
                </a:lnTo>
                <a:lnTo>
                  <a:pt x="82658" y="51510"/>
                </a:lnTo>
                <a:lnTo>
                  <a:pt x="82537" y="52532"/>
                </a:lnTo>
                <a:lnTo>
                  <a:pt x="82388" y="53537"/>
                </a:lnTo>
                <a:lnTo>
                  <a:pt x="82213" y="54524"/>
                </a:lnTo>
                <a:lnTo>
                  <a:pt x="82010" y="55495"/>
                </a:lnTo>
                <a:lnTo>
                  <a:pt x="81781" y="56449"/>
                </a:lnTo>
                <a:lnTo>
                  <a:pt x="81525" y="57386"/>
                </a:lnTo>
                <a:lnTo>
                  <a:pt x="81241" y="58306"/>
                </a:lnTo>
                <a:lnTo>
                  <a:pt x="80931" y="59209"/>
                </a:lnTo>
                <a:lnTo>
                  <a:pt x="80593" y="60094"/>
                </a:lnTo>
                <a:lnTo>
                  <a:pt x="80229" y="60963"/>
                </a:lnTo>
                <a:lnTo>
                  <a:pt x="79838" y="61815"/>
                </a:lnTo>
                <a:lnTo>
                  <a:pt x="79419" y="62650"/>
                </a:lnTo>
                <a:lnTo>
                  <a:pt x="78974" y="63468"/>
                </a:lnTo>
                <a:lnTo>
                  <a:pt x="78502" y="64269"/>
                </a:lnTo>
                <a:lnTo>
                  <a:pt x="78003" y="65053"/>
                </a:lnTo>
                <a:lnTo>
                  <a:pt x="77476" y="65820"/>
                </a:lnTo>
                <a:lnTo>
                  <a:pt x="76923" y="66570"/>
                </a:lnTo>
                <a:lnTo>
                  <a:pt x="76343" y="67303"/>
                </a:lnTo>
                <a:lnTo>
                  <a:pt x="75736" y="68019"/>
                </a:lnTo>
                <a:lnTo>
                  <a:pt x="75101" y="68718"/>
                </a:lnTo>
                <a:lnTo>
                  <a:pt x="74448" y="69395"/>
                </a:lnTo>
                <a:lnTo>
                  <a:pt x="73785" y="70042"/>
                </a:lnTo>
                <a:lnTo>
                  <a:pt x="73112" y="70661"/>
                </a:lnTo>
                <a:lnTo>
                  <a:pt x="72429" y="71251"/>
                </a:lnTo>
                <a:lnTo>
                  <a:pt x="71735" y="71812"/>
                </a:lnTo>
                <a:lnTo>
                  <a:pt x="71032" y="72344"/>
                </a:lnTo>
                <a:lnTo>
                  <a:pt x="70318" y="72848"/>
                </a:lnTo>
                <a:lnTo>
                  <a:pt x="69594" y="73323"/>
                </a:lnTo>
                <a:lnTo>
                  <a:pt x="68859" y="73769"/>
                </a:lnTo>
                <a:lnTo>
                  <a:pt x="68115" y="74186"/>
                </a:lnTo>
                <a:lnTo>
                  <a:pt x="67360" y="74574"/>
                </a:lnTo>
                <a:lnTo>
                  <a:pt x="66595" y="74934"/>
                </a:lnTo>
                <a:lnTo>
                  <a:pt x="65820" y="75265"/>
                </a:lnTo>
                <a:lnTo>
                  <a:pt x="65035" y="75567"/>
                </a:lnTo>
                <a:lnTo>
                  <a:pt x="64239" y="75840"/>
                </a:lnTo>
                <a:lnTo>
                  <a:pt x="63434" y="76085"/>
                </a:lnTo>
                <a:lnTo>
                  <a:pt x="62618" y="76301"/>
                </a:lnTo>
                <a:lnTo>
                  <a:pt x="61792" y="76488"/>
                </a:lnTo>
                <a:lnTo>
                  <a:pt x="60956" y="76646"/>
                </a:lnTo>
                <a:lnTo>
                  <a:pt x="60109" y="76776"/>
                </a:lnTo>
                <a:lnTo>
                  <a:pt x="59253" y="76876"/>
                </a:lnTo>
                <a:lnTo>
                  <a:pt x="58386" y="76948"/>
                </a:lnTo>
                <a:lnTo>
                  <a:pt x="57509" y="76991"/>
                </a:lnTo>
                <a:lnTo>
                  <a:pt x="56622" y="77006"/>
                </a:lnTo>
                <a:lnTo>
                  <a:pt x="56371" y="77005"/>
                </a:lnTo>
                <a:lnTo>
                  <a:pt x="56116" y="77002"/>
                </a:lnTo>
                <a:lnTo>
                  <a:pt x="55856" y="76998"/>
                </a:lnTo>
                <a:lnTo>
                  <a:pt x="55592" y="76992"/>
                </a:lnTo>
                <a:lnTo>
                  <a:pt x="55324" y="76983"/>
                </a:lnTo>
                <a:lnTo>
                  <a:pt x="55052" y="76974"/>
                </a:lnTo>
                <a:lnTo>
                  <a:pt x="54775" y="76962"/>
                </a:lnTo>
                <a:lnTo>
                  <a:pt x="54494" y="76949"/>
                </a:lnTo>
                <a:lnTo>
                  <a:pt x="54209" y="76933"/>
                </a:lnTo>
                <a:lnTo>
                  <a:pt x="53920" y="76916"/>
                </a:lnTo>
                <a:lnTo>
                  <a:pt x="53626" y="76898"/>
                </a:lnTo>
                <a:lnTo>
                  <a:pt x="53328" y="76877"/>
                </a:lnTo>
                <a:lnTo>
                  <a:pt x="53025" y="76855"/>
                </a:lnTo>
                <a:lnTo>
                  <a:pt x="52718" y="76831"/>
                </a:lnTo>
                <a:lnTo>
                  <a:pt x="52407" y="76805"/>
                </a:lnTo>
                <a:lnTo>
                  <a:pt x="52092" y="76777"/>
                </a:lnTo>
                <a:lnTo>
                  <a:pt x="51773" y="76748"/>
                </a:lnTo>
                <a:lnTo>
                  <a:pt x="51449" y="76716"/>
                </a:lnTo>
                <a:lnTo>
                  <a:pt x="51121" y="76683"/>
                </a:lnTo>
                <a:lnTo>
                  <a:pt x="50788" y="76648"/>
                </a:lnTo>
                <a:lnTo>
                  <a:pt x="50451" y="76612"/>
                </a:lnTo>
                <a:lnTo>
                  <a:pt x="50110" y="76573"/>
                </a:lnTo>
                <a:lnTo>
                  <a:pt x="49765" y="76533"/>
                </a:lnTo>
                <a:lnTo>
                  <a:pt x="49416" y="76491"/>
                </a:lnTo>
                <a:lnTo>
                  <a:pt x="49062" y="76447"/>
                </a:lnTo>
                <a:lnTo>
                  <a:pt x="48703" y="76402"/>
                </a:lnTo>
                <a:lnTo>
                  <a:pt x="48341" y="76354"/>
                </a:lnTo>
                <a:lnTo>
                  <a:pt x="47974" y="76305"/>
                </a:lnTo>
                <a:lnTo>
                  <a:pt x="47603" y="76254"/>
                </a:lnTo>
                <a:lnTo>
                  <a:pt x="47228" y="76202"/>
                </a:lnTo>
                <a:lnTo>
                  <a:pt x="46848" y="76147"/>
                </a:lnTo>
                <a:lnTo>
                  <a:pt x="46464" y="76091"/>
                </a:lnTo>
                <a:lnTo>
                  <a:pt x="46076" y="76033"/>
                </a:lnTo>
                <a:lnTo>
                  <a:pt x="45684" y="75973"/>
                </a:lnTo>
                <a:lnTo>
                  <a:pt x="45287" y="75911"/>
                </a:lnTo>
                <a:lnTo>
                  <a:pt x="44886" y="75848"/>
                </a:lnTo>
                <a:lnTo>
                  <a:pt x="44480" y="75782"/>
                </a:lnTo>
                <a:lnTo>
                  <a:pt x="44071" y="75715"/>
                </a:lnTo>
                <a:lnTo>
                  <a:pt x="43657" y="75647"/>
                </a:lnTo>
                <a:lnTo>
                  <a:pt x="43239" y="75576"/>
                </a:lnTo>
                <a:lnTo>
                  <a:pt x="42816" y="75504"/>
                </a:lnTo>
                <a:lnTo>
                  <a:pt x="42389" y="75429"/>
                </a:lnTo>
                <a:lnTo>
                  <a:pt x="41958" y="75353"/>
                </a:lnTo>
                <a:lnTo>
                  <a:pt x="41523" y="75276"/>
                </a:lnTo>
                <a:lnTo>
                  <a:pt x="41083" y="75196"/>
                </a:lnTo>
                <a:lnTo>
                  <a:pt x="40639" y="75115"/>
                </a:lnTo>
                <a:lnTo>
                  <a:pt x="40191" y="75032"/>
                </a:lnTo>
                <a:lnTo>
                  <a:pt x="39738" y="74947"/>
                </a:lnTo>
                <a:lnTo>
                  <a:pt x="39738" y="16884"/>
                </a:lnTo>
                <a:lnTo>
                  <a:pt x="40419" y="16724"/>
                </a:lnTo>
                <a:lnTo>
                  <a:pt x="41090" y="16571"/>
                </a:lnTo>
                <a:lnTo>
                  <a:pt x="41751" y="16425"/>
                </a:lnTo>
                <a:close/>
                <a:moveTo>
                  <a:pt x="379332" y="64494"/>
                </a:moveTo>
                <a:lnTo>
                  <a:pt x="379668" y="64374"/>
                </a:lnTo>
                <a:lnTo>
                  <a:pt x="380001" y="64259"/>
                </a:lnTo>
                <a:lnTo>
                  <a:pt x="380329" y="64149"/>
                </a:lnTo>
                <a:lnTo>
                  <a:pt x="380653" y="64045"/>
                </a:lnTo>
                <a:lnTo>
                  <a:pt x="380972" y="63946"/>
                </a:lnTo>
                <a:lnTo>
                  <a:pt x="381288" y="63852"/>
                </a:lnTo>
                <a:lnTo>
                  <a:pt x="381599" y="63764"/>
                </a:lnTo>
                <a:lnTo>
                  <a:pt x="381905" y="63681"/>
                </a:lnTo>
                <a:lnTo>
                  <a:pt x="382208" y="63603"/>
                </a:lnTo>
                <a:lnTo>
                  <a:pt x="382506" y="63531"/>
                </a:lnTo>
                <a:lnTo>
                  <a:pt x="382800" y="63464"/>
                </a:lnTo>
                <a:lnTo>
                  <a:pt x="383089" y="63402"/>
                </a:lnTo>
                <a:lnTo>
                  <a:pt x="383374" y="63346"/>
                </a:lnTo>
                <a:lnTo>
                  <a:pt x="383655" y="63295"/>
                </a:lnTo>
                <a:lnTo>
                  <a:pt x="383932" y="63250"/>
                </a:lnTo>
                <a:lnTo>
                  <a:pt x="384205" y="63210"/>
                </a:lnTo>
                <a:lnTo>
                  <a:pt x="384473" y="63175"/>
                </a:lnTo>
                <a:lnTo>
                  <a:pt x="384736" y="63146"/>
                </a:lnTo>
                <a:lnTo>
                  <a:pt x="384996" y="63122"/>
                </a:lnTo>
                <a:lnTo>
                  <a:pt x="385251" y="63103"/>
                </a:lnTo>
                <a:lnTo>
                  <a:pt x="385502" y="63089"/>
                </a:lnTo>
                <a:lnTo>
                  <a:pt x="385749" y="63081"/>
                </a:lnTo>
                <a:lnTo>
                  <a:pt x="385991" y="63079"/>
                </a:lnTo>
                <a:lnTo>
                  <a:pt x="386212" y="63081"/>
                </a:lnTo>
                <a:lnTo>
                  <a:pt x="386429" y="63088"/>
                </a:lnTo>
                <a:lnTo>
                  <a:pt x="386643" y="63099"/>
                </a:lnTo>
                <a:lnTo>
                  <a:pt x="386852" y="63114"/>
                </a:lnTo>
                <a:lnTo>
                  <a:pt x="387057" y="63134"/>
                </a:lnTo>
                <a:lnTo>
                  <a:pt x="387259" y="63159"/>
                </a:lnTo>
                <a:lnTo>
                  <a:pt x="387456" y="63188"/>
                </a:lnTo>
                <a:lnTo>
                  <a:pt x="387650" y="63221"/>
                </a:lnTo>
                <a:lnTo>
                  <a:pt x="387839" y="63259"/>
                </a:lnTo>
                <a:lnTo>
                  <a:pt x="388025" y="63302"/>
                </a:lnTo>
                <a:lnTo>
                  <a:pt x="388207" y="63348"/>
                </a:lnTo>
                <a:lnTo>
                  <a:pt x="388385" y="63400"/>
                </a:lnTo>
                <a:lnTo>
                  <a:pt x="388559" y="63455"/>
                </a:lnTo>
                <a:lnTo>
                  <a:pt x="388729" y="63516"/>
                </a:lnTo>
                <a:lnTo>
                  <a:pt x="388895" y="63580"/>
                </a:lnTo>
                <a:lnTo>
                  <a:pt x="389057" y="63649"/>
                </a:lnTo>
                <a:lnTo>
                  <a:pt x="389215" y="63723"/>
                </a:lnTo>
                <a:lnTo>
                  <a:pt x="389369" y="63801"/>
                </a:lnTo>
                <a:lnTo>
                  <a:pt x="389519" y="63883"/>
                </a:lnTo>
                <a:lnTo>
                  <a:pt x="389666" y="63970"/>
                </a:lnTo>
                <a:lnTo>
                  <a:pt x="389808" y="64062"/>
                </a:lnTo>
                <a:lnTo>
                  <a:pt x="389947" y="64157"/>
                </a:lnTo>
                <a:lnTo>
                  <a:pt x="390081" y="64258"/>
                </a:lnTo>
                <a:lnTo>
                  <a:pt x="390212" y="64362"/>
                </a:lnTo>
                <a:lnTo>
                  <a:pt x="390339" y="64473"/>
                </a:lnTo>
                <a:lnTo>
                  <a:pt x="390464" y="64590"/>
                </a:lnTo>
                <a:lnTo>
                  <a:pt x="390585" y="64715"/>
                </a:lnTo>
                <a:lnTo>
                  <a:pt x="390704" y="64846"/>
                </a:lnTo>
                <a:lnTo>
                  <a:pt x="390820" y="64984"/>
                </a:lnTo>
                <a:lnTo>
                  <a:pt x="390933" y="65130"/>
                </a:lnTo>
                <a:lnTo>
                  <a:pt x="391043" y="65282"/>
                </a:lnTo>
                <a:lnTo>
                  <a:pt x="391150" y="65441"/>
                </a:lnTo>
                <a:lnTo>
                  <a:pt x="391254" y="65607"/>
                </a:lnTo>
                <a:lnTo>
                  <a:pt x="391356" y="65780"/>
                </a:lnTo>
                <a:lnTo>
                  <a:pt x="391455" y="65960"/>
                </a:lnTo>
                <a:lnTo>
                  <a:pt x="391550" y="66147"/>
                </a:lnTo>
                <a:lnTo>
                  <a:pt x="391643" y="66341"/>
                </a:lnTo>
                <a:lnTo>
                  <a:pt x="391733" y="66542"/>
                </a:lnTo>
                <a:lnTo>
                  <a:pt x="391821" y="66750"/>
                </a:lnTo>
                <a:lnTo>
                  <a:pt x="391905" y="66965"/>
                </a:lnTo>
                <a:lnTo>
                  <a:pt x="391986" y="67187"/>
                </a:lnTo>
                <a:lnTo>
                  <a:pt x="392065" y="67415"/>
                </a:lnTo>
                <a:lnTo>
                  <a:pt x="392141" y="67651"/>
                </a:lnTo>
                <a:lnTo>
                  <a:pt x="392214" y="67894"/>
                </a:lnTo>
                <a:lnTo>
                  <a:pt x="392284" y="68143"/>
                </a:lnTo>
                <a:lnTo>
                  <a:pt x="392351" y="68400"/>
                </a:lnTo>
                <a:lnTo>
                  <a:pt x="392415" y="68663"/>
                </a:lnTo>
                <a:lnTo>
                  <a:pt x="392477" y="68934"/>
                </a:lnTo>
                <a:lnTo>
                  <a:pt x="392553" y="69329"/>
                </a:lnTo>
                <a:lnTo>
                  <a:pt x="392625" y="69762"/>
                </a:lnTo>
                <a:lnTo>
                  <a:pt x="392694" y="70232"/>
                </a:lnTo>
                <a:lnTo>
                  <a:pt x="392760" y="70739"/>
                </a:lnTo>
                <a:lnTo>
                  <a:pt x="392823" y="71284"/>
                </a:lnTo>
                <a:lnTo>
                  <a:pt x="392882" y="71867"/>
                </a:lnTo>
                <a:lnTo>
                  <a:pt x="392939" y="72487"/>
                </a:lnTo>
                <a:lnTo>
                  <a:pt x="392992" y="73144"/>
                </a:lnTo>
                <a:lnTo>
                  <a:pt x="393042" y="73839"/>
                </a:lnTo>
                <a:lnTo>
                  <a:pt x="393088" y="74571"/>
                </a:lnTo>
                <a:lnTo>
                  <a:pt x="393132" y="75341"/>
                </a:lnTo>
                <a:lnTo>
                  <a:pt x="393172" y="76148"/>
                </a:lnTo>
                <a:lnTo>
                  <a:pt x="393209" y="76993"/>
                </a:lnTo>
                <a:lnTo>
                  <a:pt x="393243" y="77875"/>
                </a:lnTo>
                <a:lnTo>
                  <a:pt x="393273" y="78795"/>
                </a:lnTo>
                <a:lnTo>
                  <a:pt x="393300" y="79752"/>
                </a:lnTo>
                <a:lnTo>
                  <a:pt x="393325" y="80747"/>
                </a:lnTo>
                <a:lnTo>
                  <a:pt x="393346" y="81779"/>
                </a:lnTo>
                <a:lnTo>
                  <a:pt x="393363" y="82848"/>
                </a:lnTo>
                <a:lnTo>
                  <a:pt x="393378" y="83955"/>
                </a:lnTo>
                <a:lnTo>
                  <a:pt x="393389" y="85100"/>
                </a:lnTo>
                <a:lnTo>
                  <a:pt x="393397" y="86282"/>
                </a:lnTo>
                <a:lnTo>
                  <a:pt x="393402" y="87501"/>
                </a:lnTo>
                <a:lnTo>
                  <a:pt x="393403" y="88758"/>
                </a:lnTo>
                <a:lnTo>
                  <a:pt x="393403" y="125019"/>
                </a:lnTo>
                <a:lnTo>
                  <a:pt x="393401" y="125736"/>
                </a:lnTo>
                <a:lnTo>
                  <a:pt x="393394" y="126435"/>
                </a:lnTo>
                <a:lnTo>
                  <a:pt x="393382" y="127113"/>
                </a:lnTo>
                <a:lnTo>
                  <a:pt x="393365" y="127772"/>
                </a:lnTo>
                <a:lnTo>
                  <a:pt x="393343" y="128412"/>
                </a:lnTo>
                <a:lnTo>
                  <a:pt x="393317" y="129031"/>
                </a:lnTo>
                <a:lnTo>
                  <a:pt x="393285" y="129631"/>
                </a:lnTo>
                <a:lnTo>
                  <a:pt x="393249" y="130212"/>
                </a:lnTo>
                <a:lnTo>
                  <a:pt x="393208" y="130773"/>
                </a:lnTo>
                <a:lnTo>
                  <a:pt x="393162" y="131314"/>
                </a:lnTo>
                <a:lnTo>
                  <a:pt x="393111" y="131836"/>
                </a:lnTo>
                <a:lnTo>
                  <a:pt x="393056" y="132338"/>
                </a:lnTo>
                <a:lnTo>
                  <a:pt x="392996" y="132820"/>
                </a:lnTo>
                <a:lnTo>
                  <a:pt x="392931" y="133283"/>
                </a:lnTo>
                <a:lnTo>
                  <a:pt x="392861" y="133726"/>
                </a:lnTo>
                <a:lnTo>
                  <a:pt x="392786" y="134150"/>
                </a:lnTo>
                <a:lnTo>
                  <a:pt x="392706" y="134554"/>
                </a:lnTo>
                <a:lnTo>
                  <a:pt x="392622" y="134938"/>
                </a:lnTo>
                <a:lnTo>
                  <a:pt x="392532" y="135303"/>
                </a:lnTo>
                <a:lnTo>
                  <a:pt x="392438" y="135648"/>
                </a:lnTo>
                <a:lnTo>
                  <a:pt x="392339" y="135973"/>
                </a:lnTo>
                <a:lnTo>
                  <a:pt x="392236" y="136279"/>
                </a:lnTo>
                <a:lnTo>
                  <a:pt x="392127" y="136565"/>
                </a:lnTo>
                <a:lnTo>
                  <a:pt x="392014" y="136832"/>
                </a:lnTo>
                <a:lnTo>
                  <a:pt x="391896" y="137086"/>
                </a:lnTo>
                <a:lnTo>
                  <a:pt x="391775" y="137334"/>
                </a:lnTo>
                <a:lnTo>
                  <a:pt x="391651" y="137575"/>
                </a:lnTo>
                <a:lnTo>
                  <a:pt x="391523" y="137811"/>
                </a:lnTo>
                <a:lnTo>
                  <a:pt x="391392" y="138040"/>
                </a:lnTo>
                <a:lnTo>
                  <a:pt x="391258" y="138264"/>
                </a:lnTo>
                <a:lnTo>
                  <a:pt x="391120" y="138481"/>
                </a:lnTo>
                <a:lnTo>
                  <a:pt x="390978" y="138693"/>
                </a:lnTo>
                <a:lnTo>
                  <a:pt x="390834" y="138898"/>
                </a:lnTo>
                <a:lnTo>
                  <a:pt x="390686" y="139097"/>
                </a:lnTo>
                <a:lnTo>
                  <a:pt x="390534" y="139290"/>
                </a:lnTo>
                <a:lnTo>
                  <a:pt x="390379" y="139477"/>
                </a:lnTo>
                <a:lnTo>
                  <a:pt x="390221" y="139658"/>
                </a:lnTo>
                <a:lnTo>
                  <a:pt x="390059" y="139833"/>
                </a:lnTo>
                <a:lnTo>
                  <a:pt x="389894" y="140002"/>
                </a:lnTo>
                <a:lnTo>
                  <a:pt x="389726" y="140165"/>
                </a:lnTo>
                <a:lnTo>
                  <a:pt x="389554" y="140322"/>
                </a:lnTo>
                <a:lnTo>
                  <a:pt x="389379" y="140472"/>
                </a:lnTo>
                <a:lnTo>
                  <a:pt x="389200" y="140617"/>
                </a:lnTo>
                <a:lnTo>
                  <a:pt x="389018" y="140756"/>
                </a:lnTo>
                <a:lnTo>
                  <a:pt x="388833" y="140888"/>
                </a:lnTo>
                <a:lnTo>
                  <a:pt x="388644" y="141015"/>
                </a:lnTo>
                <a:lnTo>
                  <a:pt x="388452" y="141135"/>
                </a:lnTo>
                <a:lnTo>
                  <a:pt x="388256" y="141249"/>
                </a:lnTo>
                <a:lnTo>
                  <a:pt x="388051" y="141358"/>
                </a:lnTo>
                <a:lnTo>
                  <a:pt x="387830" y="141462"/>
                </a:lnTo>
                <a:lnTo>
                  <a:pt x="387593" y="141562"/>
                </a:lnTo>
                <a:lnTo>
                  <a:pt x="387341" y="141657"/>
                </a:lnTo>
                <a:lnTo>
                  <a:pt x="387073" y="141748"/>
                </a:lnTo>
                <a:lnTo>
                  <a:pt x="386789" y="141833"/>
                </a:lnTo>
                <a:lnTo>
                  <a:pt x="386489" y="141914"/>
                </a:lnTo>
                <a:lnTo>
                  <a:pt x="386174" y="141991"/>
                </a:lnTo>
                <a:lnTo>
                  <a:pt x="385843" y="142063"/>
                </a:lnTo>
                <a:lnTo>
                  <a:pt x="385496" y="142130"/>
                </a:lnTo>
                <a:lnTo>
                  <a:pt x="385134" y="142193"/>
                </a:lnTo>
                <a:lnTo>
                  <a:pt x="384756" y="142251"/>
                </a:lnTo>
                <a:lnTo>
                  <a:pt x="384362" y="142304"/>
                </a:lnTo>
                <a:lnTo>
                  <a:pt x="383952" y="142353"/>
                </a:lnTo>
                <a:lnTo>
                  <a:pt x="383527" y="142397"/>
                </a:lnTo>
                <a:lnTo>
                  <a:pt x="383086" y="142436"/>
                </a:lnTo>
                <a:lnTo>
                  <a:pt x="382629" y="142471"/>
                </a:lnTo>
                <a:lnTo>
                  <a:pt x="382156" y="142501"/>
                </a:lnTo>
                <a:lnTo>
                  <a:pt x="381668" y="142526"/>
                </a:lnTo>
                <a:lnTo>
                  <a:pt x="381164" y="142547"/>
                </a:lnTo>
                <a:lnTo>
                  <a:pt x="380644" y="142563"/>
                </a:lnTo>
                <a:lnTo>
                  <a:pt x="380109" y="142575"/>
                </a:lnTo>
                <a:lnTo>
                  <a:pt x="379558" y="142582"/>
                </a:lnTo>
                <a:lnTo>
                  <a:pt x="378991" y="142584"/>
                </a:lnTo>
                <a:lnTo>
                  <a:pt x="378991" y="146393"/>
                </a:lnTo>
                <a:lnTo>
                  <a:pt x="424803" y="146393"/>
                </a:lnTo>
                <a:lnTo>
                  <a:pt x="424803" y="142584"/>
                </a:lnTo>
                <a:lnTo>
                  <a:pt x="424252" y="142582"/>
                </a:lnTo>
                <a:lnTo>
                  <a:pt x="423717" y="142574"/>
                </a:lnTo>
                <a:lnTo>
                  <a:pt x="423195" y="142562"/>
                </a:lnTo>
                <a:lnTo>
                  <a:pt x="422688" y="142544"/>
                </a:lnTo>
                <a:lnTo>
                  <a:pt x="422196" y="142522"/>
                </a:lnTo>
                <a:lnTo>
                  <a:pt x="421718" y="142494"/>
                </a:lnTo>
                <a:lnTo>
                  <a:pt x="421254" y="142462"/>
                </a:lnTo>
                <a:lnTo>
                  <a:pt x="420805" y="142425"/>
                </a:lnTo>
                <a:lnTo>
                  <a:pt x="420370" y="142382"/>
                </a:lnTo>
                <a:lnTo>
                  <a:pt x="419950" y="142335"/>
                </a:lnTo>
                <a:lnTo>
                  <a:pt x="419545" y="142282"/>
                </a:lnTo>
                <a:lnTo>
                  <a:pt x="419154" y="142225"/>
                </a:lnTo>
                <a:lnTo>
                  <a:pt x="418777" y="142162"/>
                </a:lnTo>
                <a:lnTo>
                  <a:pt x="418415" y="142095"/>
                </a:lnTo>
                <a:lnTo>
                  <a:pt x="418067" y="142023"/>
                </a:lnTo>
                <a:lnTo>
                  <a:pt x="417734" y="141945"/>
                </a:lnTo>
                <a:lnTo>
                  <a:pt x="417415" y="141863"/>
                </a:lnTo>
                <a:lnTo>
                  <a:pt x="417111" y="141775"/>
                </a:lnTo>
                <a:lnTo>
                  <a:pt x="416821" y="141683"/>
                </a:lnTo>
                <a:lnTo>
                  <a:pt x="416546" y="141586"/>
                </a:lnTo>
                <a:lnTo>
                  <a:pt x="416285" y="141483"/>
                </a:lnTo>
                <a:lnTo>
                  <a:pt x="416038" y="141376"/>
                </a:lnTo>
                <a:lnTo>
                  <a:pt x="415806" y="141264"/>
                </a:lnTo>
                <a:lnTo>
                  <a:pt x="415589" y="141146"/>
                </a:lnTo>
                <a:lnTo>
                  <a:pt x="415381" y="141024"/>
                </a:lnTo>
                <a:lnTo>
                  <a:pt x="415177" y="140896"/>
                </a:lnTo>
                <a:lnTo>
                  <a:pt x="414978" y="140763"/>
                </a:lnTo>
                <a:lnTo>
                  <a:pt x="414783" y="140626"/>
                </a:lnTo>
                <a:lnTo>
                  <a:pt x="414592" y="140482"/>
                </a:lnTo>
                <a:lnTo>
                  <a:pt x="414405" y="140334"/>
                </a:lnTo>
                <a:lnTo>
                  <a:pt x="414223" y="140181"/>
                </a:lnTo>
                <a:lnTo>
                  <a:pt x="414045" y="140022"/>
                </a:lnTo>
                <a:lnTo>
                  <a:pt x="413871" y="139858"/>
                </a:lnTo>
                <a:lnTo>
                  <a:pt x="413702" y="139689"/>
                </a:lnTo>
                <a:lnTo>
                  <a:pt x="413536" y="139515"/>
                </a:lnTo>
                <a:lnTo>
                  <a:pt x="413376" y="139336"/>
                </a:lnTo>
                <a:lnTo>
                  <a:pt x="413219" y="139151"/>
                </a:lnTo>
                <a:lnTo>
                  <a:pt x="413067" y="138962"/>
                </a:lnTo>
                <a:lnTo>
                  <a:pt x="412919" y="138767"/>
                </a:lnTo>
                <a:lnTo>
                  <a:pt x="412775" y="138567"/>
                </a:lnTo>
                <a:lnTo>
                  <a:pt x="412636" y="138362"/>
                </a:lnTo>
                <a:lnTo>
                  <a:pt x="412500" y="138151"/>
                </a:lnTo>
                <a:lnTo>
                  <a:pt x="412370" y="137936"/>
                </a:lnTo>
                <a:lnTo>
                  <a:pt x="412243" y="137715"/>
                </a:lnTo>
                <a:lnTo>
                  <a:pt x="412121" y="137489"/>
                </a:lnTo>
                <a:lnTo>
                  <a:pt x="412003" y="137258"/>
                </a:lnTo>
                <a:lnTo>
                  <a:pt x="411889" y="137022"/>
                </a:lnTo>
                <a:lnTo>
                  <a:pt x="411780" y="136781"/>
                </a:lnTo>
                <a:lnTo>
                  <a:pt x="411675" y="136526"/>
                </a:lnTo>
                <a:lnTo>
                  <a:pt x="411574" y="136252"/>
                </a:lnTo>
                <a:lnTo>
                  <a:pt x="411478" y="135956"/>
                </a:lnTo>
                <a:lnTo>
                  <a:pt x="411387" y="135641"/>
                </a:lnTo>
                <a:lnTo>
                  <a:pt x="411299" y="135304"/>
                </a:lnTo>
                <a:lnTo>
                  <a:pt x="411217" y="134948"/>
                </a:lnTo>
                <a:lnTo>
                  <a:pt x="411139" y="134570"/>
                </a:lnTo>
                <a:lnTo>
                  <a:pt x="411065" y="134173"/>
                </a:lnTo>
                <a:lnTo>
                  <a:pt x="410996" y="133754"/>
                </a:lnTo>
                <a:lnTo>
                  <a:pt x="410931" y="133315"/>
                </a:lnTo>
                <a:lnTo>
                  <a:pt x="410871" y="132856"/>
                </a:lnTo>
                <a:lnTo>
                  <a:pt x="410815" y="132376"/>
                </a:lnTo>
                <a:lnTo>
                  <a:pt x="410763" y="131876"/>
                </a:lnTo>
                <a:lnTo>
                  <a:pt x="410716" y="131355"/>
                </a:lnTo>
                <a:lnTo>
                  <a:pt x="410674" y="130814"/>
                </a:lnTo>
                <a:lnTo>
                  <a:pt x="410636" y="130252"/>
                </a:lnTo>
                <a:lnTo>
                  <a:pt x="410602" y="129670"/>
                </a:lnTo>
                <a:lnTo>
                  <a:pt x="410573" y="129067"/>
                </a:lnTo>
                <a:lnTo>
                  <a:pt x="410549" y="128443"/>
                </a:lnTo>
                <a:lnTo>
                  <a:pt x="410529" y="127799"/>
                </a:lnTo>
                <a:lnTo>
                  <a:pt x="410513" y="127135"/>
                </a:lnTo>
                <a:lnTo>
                  <a:pt x="410502" y="126450"/>
                </a:lnTo>
                <a:lnTo>
                  <a:pt x="410495" y="125745"/>
                </a:lnTo>
                <a:lnTo>
                  <a:pt x="410493" y="125019"/>
                </a:lnTo>
                <a:lnTo>
                  <a:pt x="410493" y="49416"/>
                </a:lnTo>
                <a:lnTo>
                  <a:pt x="405963" y="49416"/>
                </a:lnTo>
                <a:lnTo>
                  <a:pt x="377549" y="60920"/>
                </a:lnTo>
                <a:lnTo>
                  <a:pt x="378991" y="64620"/>
                </a:lnTo>
                <a:lnTo>
                  <a:pt x="379332" y="64494"/>
                </a:lnTo>
                <a:close/>
                <a:moveTo>
                  <a:pt x="173860" y="135481"/>
                </a:moveTo>
                <a:lnTo>
                  <a:pt x="173914" y="136107"/>
                </a:lnTo>
                <a:lnTo>
                  <a:pt x="173977" y="136716"/>
                </a:lnTo>
                <a:lnTo>
                  <a:pt x="174051" y="137308"/>
                </a:lnTo>
                <a:lnTo>
                  <a:pt x="174135" y="137883"/>
                </a:lnTo>
                <a:lnTo>
                  <a:pt x="174228" y="138441"/>
                </a:lnTo>
                <a:lnTo>
                  <a:pt x="174332" y="138981"/>
                </a:lnTo>
                <a:lnTo>
                  <a:pt x="174446" y="139504"/>
                </a:lnTo>
                <a:lnTo>
                  <a:pt x="174569" y="140011"/>
                </a:lnTo>
                <a:lnTo>
                  <a:pt x="174703" y="140500"/>
                </a:lnTo>
                <a:lnTo>
                  <a:pt x="174847" y="140971"/>
                </a:lnTo>
                <a:lnTo>
                  <a:pt x="175000" y="141426"/>
                </a:lnTo>
                <a:lnTo>
                  <a:pt x="175164" y="141864"/>
                </a:lnTo>
                <a:lnTo>
                  <a:pt x="175338" y="142284"/>
                </a:lnTo>
                <a:lnTo>
                  <a:pt x="175522" y="142687"/>
                </a:lnTo>
                <a:lnTo>
                  <a:pt x="175715" y="143073"/>
                </a:lnTo>
                <a:lnTo>
                  <a:pt x="175919" y="143442"/>
                </a:lnTo>
                <a:lnTo>
                  <a:pt x="176133" y="143794"/>
                </a:lnTo>
                <a:lnTo>
                  <a:pt x="176357" y="144129"/>
                </a:lnTo>
                <a:lnTo>
                  <a:pt x="176590" y="144446"/>
                </a:lnTo>
                <a:lnTo>
                  <a:pt x="176834" y="144746"/>
                </a:lnTo>
                <a:lnTo>
                  <a:pt x="177087" y="145032"/>
                </a:lnTo>
                <a:lnTo>
                  <a:pt x="177346" y="145305"/>
                </a:lnTo>
                <a:lnTo>
                  <a:pt x="177613" y="145567"/>
                </a:lnTo>
                <a:lnTo>
                  <a:pt x="177887" y="145816"/>
                </a:lnTo>
                <a:lnTo>
                  <a:pt x="178167" y="146053"/>
                </a:lnTo>
                <a:lnTo>
                  <a:pt x="178456" y="146278"/>
                </a:lnTo>
                <a:lnTo>
                  <a:pt x="178751" y="146490"/>
                </a:lnTo>
                <a:lnTo>
                  <a:pt x="179053" y="146691"/>
                </a:lnTo>
                <a:lnTo>
                  <a:pt x="179363" y="146879"/>
                </a:lnTo>
                <a:lnTo>
                  <a:pt x="179680" y="147055"/>
                </a:lnTo>
                <a:lnTo>
                  <a:pt x="180003" y="147220"/>
                </a:lnTo>
                <a:lnTo>
                  <a:pt x="180334" y="147371"/>
                </a:lnTo>
                <a:lnTo>
                  <a:pt x="180673" y="147511"/>
                </a:lnTo>
                <a:lnTo>
                  <a:pt x="181018" y="147639"/>
                </a:lnTo>
                <a:lnTo>
                  <a:pt x="181370" y="147754"/>
                </a:lnTo>
                <a:lnTo>
                  <a:pt x="181730" y="147858"/>
                </a:lnTo>
                <a:lnTo>
                  <a:pt x="182097" y="147949"/>
                </a:lnTo>
                <a:lnTo>
                  <a:pt x="182471" y="148028"/>
                </a:lnTo>
                <a:lnTo>
                  <a:pt x="182852" y="148095"/>
                </a:lnTo>
                <a:lnTo>
                  <a:pt x="183240" y="148149"/>
                </a:lnTo>
                <a:lnTo>
                  <a:pt x="183635" y="148192"/>
                </a:lnTo>
                <a:lnTo>
                  <a:pt x="184038" y="148222"/>
                </a:lnTo>
                <a:lnTo>
                  <a:pt x="184447" y="148240"/>
                </a:lnTo>
                <a:lnTo>
                  <a:pt x="184864" y="148247"/>
                </a:lnTo>
                <a:lnTo>
                  <a:pt x="185741" y="148220"/>
                </a:lnTo>
                <a:lnTo>
                  <a:pt x="186621" y="148139"/>
                </a:lnTo>
                <a:lnTo>
                  <a:pt x="187505" y="148005"/>
                </a:lnTo>
                <a:lnTo>
                  <a:pt x="188393" y="147818"/>
                </a:lnTo>
                <a:lnTo>
                  <a:pt x="189284" y="147576"/>
                </a:lnTo>
                <a:lnTo>
                  <a:pt x="190179" y="147281"/>
                </a:lnTo>
                <a:lnTo>
                  <a:pt x="191077" y="146933"/>
                </a:lnTo>
                <a:lnTo>
                  <a:pt x="191979" y="146531"/>
                </a:lnTo>
                <a:lnTo>
                  <a:pt x="192885" y="146075"/>
                </a:lnTo>
                <a:lnTo>
                  <a:pt x="193794" y="145566"/>
                </a:lnTo>
                <a:lnTo>
                  <a:pt x="194706" y="145003"/>
                </a:lnTo>
                <a:lnTo>
                  <a:pt x="195622" y="144386"/>
                </a:lnTo>
                <a:lnTo>
                  <a:pt x="196542" y="143716"/>
                </a:lnTo>
                <a:lnTo>
                  <a:pt x="197465" y="142992"/>
                </a:lnTo>
                <a:lnTo>
                  <a:pt x="198392" y="142214"/>
                </a:lnTo>
                <a:lnTo>
                  <a:pt x="199323" y="141383"/>
                </a:lnTo>
                <a:lnTo>
                  <a:pt x="200257" y="140499"/>
                </a:lnTo>
                <a:lnTo>
                  <a:pt x="201194" y="139560"/>
                </a:lnTo>
                <a:lnTo>
                  <a:pt x="202136" y="138568"/>
                </a:lnTo>
                <a:lnTo>
                  <a:pt x="203080" y="137523"/>
                </a:lnTo>
                <a:lnTo>
                  <a:pt x="204029" y="136423"/>
                </a:lnTo>
                <a:lnTo>
                  <a:pt x="204981" y="135271"/>
                </a:lnTo>
                <a:lnTo>
                  <a:pt x="205936" y="134064"/>
                </a:lnTo>
                <a:lnTo>
                  <a:pt x="206895" y="132804"/>
                </a:lnTo>
                <a:lnTo>
                  <a:pt x="206895" y="127039"/>
                </a:lnTo>
                <a:lnTo>
                  <a:pt x="206387" y="127545"/>
                </a:lnTo>
                <a:lnTo>
                  <a:pt x="205894" y="128035"/>
                </a:lnTo>
                <a:lnTo>
                  <a:pt x="205414" y="128508"/>
                </a:lnTo>
                <a:lnTo>
                  <a:pt x="204948" y="128964"/>
                </a:lnTo>
                <a:lnTo>
                  <a:pt x="204496" y="129403"/>
                </a:lnTo>
                <a:lnTo>
                  <a:pt x="204058" y="129825"/>
                </a:lnTo>
                <a:lnTo>
                  <a:pt x="203634" y="130231"/>
                </a:lnTo>
                <a:lnTo>
                  <a:pt x="203223" y="130619"/>
                </a:lnTo>
                <a:lnTo>
                  <a:pt x="202827" y="130991"/>
                </a:lnTo>
                <a:lnTo>
                  <a:pt x="202445" y="131346"/>
                </a:lnTo>
                <a:lnTo>
                  <a:pt x="202076" y="131685"/>
                </a:lnTo>
                <a:lnTo>
                  <a:pt x="201722" y="132006"/>
                </a:lnTo>
                <a:lnTo>
                  <a:pt x="201382" y="132311"/>
                </a:lnTo>
                <a:lnTo>
                  <a:pt x="201055" y="132599"/>
                </a:lnTo>
                <a:lnTo>
                  <a:pt x="200742" y="132870"/>
                </a:lnTo>
                <a:lnTo>
                  <a:pt x="200444" y="133124"/>
                </a:lnTo>
                <a:lnTo>
                  <a:pt x="200159" y="133362"/>
                </a:lnTo>
                <a:lnTo>
                  <a:pt x="199888" y="133583"/>
                </a:lnTo>
                <a:lnTo>
                  <a:pt x="199631" y="133787"/>
                </a:lnTo>
                <a:lnTo>
                  <a:pt x="199389" y="133974"/>
                </a:lnTo>
                <a:lnTo>
                  <a:pt x="199160" y="134144"/>
                </a:lnTo>
                <a:lnTo>
                  <a:pt x="198945" y="134298"/>
                </a:lnTo>
                <a:lnTo>
                  <a:pt x="198744" y="134434"/>
                </a:lnTo>
                <a:lnTo>
                  <a:pt x="198556" y="134554"/>
                </a:lnTo>
                <a:lnTo>
                  <a:pt x="198453" y="134613"/>
                </a:lnTo>
                <a:lnTo>
                  <a:pt x="198348" y="134669"/>
                </a:lnTo>
                <a:lnTo>
                  <a:pt x="198241" y="134723"/>
                </a:lnTo>
                <a:lnTo>
                  <a:pt x="198133" y="134775"/>
                </a:lnTo>
                <a:lnTo>
                  <a:pt x="198024" y="134823"/>
                </a:lnTo>
                <a:lnTo>
                  <a:pt x="197913" y="134870"/>
                </a:lnTo>
                <a:lnTo>
                  <a:pt x="197801" y="134913"/>
                </a:lnTo>
                <a:lnTo>
                  <a:pt x="197687" y="134955"/>
                </a:lnTo>
                <a:lnTo>
                  <a:pt x="197572" y="134993"/>
                </a:lnTo>
                <a:lnTo>
                  <a:pt x="197455" y="135030"/>
                </a:lnTo>
                <a:lnTo>
                  <a:pt x="197337" y="135064"/>
                </a:lnTo>
                <a:lnTo>
                  <a:pt x="197218" y="135095"/>
                </a:lnTo>
                <a:lnTo>
                  <a:pt x="197097" y="135124"/>
                </a:lnTo>
                <a:lnTo>
                  <a:pt x="196975" y="135150"/>
                </a:lnTo>
                <a:lnTo>
                  <a:pt x="196851" y="135174"/>
                </a:lnTo>
                <a:lnTo>
                  <a:pt x="196726" y="135195"/>
                </a:lnTo>
                <a:lnTo>
                  <a:pt x="196600" y="135214"/>
                </a:lnTo>
                <a:lnTo>
                  <a:pt x="196472" y="135230"/>
                </a:lnTo>
                <a:lnTo>
                  <a:pt x="196342" y="135244"/>
                </a:lnTo>
                <a:lnTo>
                  <a:pt x="196211" y="135255"/>
                </a:lnTo>
                <a:lnTo>
                  <a:pt x="196079" y="135264"/>
                </a:lnTo>
                <a:lnTo>
                  <a:pt x="195945" y="135270"/>
                </a:lnTo>
                <a:lnTo>
                  <a:pt x="195810" y="135274"/>
                </a:lnTo>
                <a:lnTo>
                  <a:pt x="195674" y="135275"/>
                </a:lnTo>
                <a:lnTo>
                  <a:pt x="195546" y="135273"/>
                </a:lnTo>
                <a:lnTo>
                  <a:pt x="195419" y="135268"/>
                </a:lnTo>
                <a:lnTo>
                  <a:pt x="195293" y="135259"/>
                </a:lnTo>
                <a:lnTo>
                  <a:pt x="195169" y="135246"/>
                </a:lnTo>
                <a:lnTo>
                  <a:pt x="195046" y="135230"/>
                </a:lnTo>
                <a:lnTo>
                  <a:pt x="194924" y="135211"/>
                </a:lnTo>
                <a:lnTo>
                  <a:pt x="194804" y="135188"/>
                </a:lnTo>
                <a:lnTo>
                  <a:pt x="194684" y="135161"/>
                </a:lnTo>
                <a:lnTo>
                  <a:pt x="194566" y="135131"/>
                </a:lnTo>
                <a:lnTo>
                  <a:pt x="194449" y="135097"/>
                </a:lnTo>
                <a:lnTo>
                  <a:pt x="194334" y="135059"/>
                </a:lnTo>
                <a:lnTo>
                  <a:pt x="194220" y="135018"/>
                </a:lnTo>
                <a:lnTo>
                  <a:pt x="194107" y="134974"/>
                </a:lnTo>
                <a:lnTo>
                  <a:pt x="193995" y="134926"/>
                </a:lnTo>
                <a:lnTo>
                  <a:pt x="193884" y="134874"/>
                </a:lnTo>
                <a:lnTo>
                  <a:pt x="193775" y="134819"/>
                </a:lnTo>
                <a:lnTo>
                  <a:pt x="193667" y="134760"/>
                </a:lnTo>
                <a:lnTo>
                  <a:pt x="193560" y="134698"/>
                </a:lnTo>
                <a:lnTo>
                  <a:pt x="193455" y="134632"/>
                </a:lnTo>
                <a:lnTo>
                  <a:pt x="193350" y="134562"/>
                </a:lnTo>
                <a:lnTo>
                  <a:pt x="193247" y="134489"/>
                </a:lnTo>
                <a:lnTo>
                  <a:pt x="193145" y="134413"/>
                </a:lnTo>
                <a:lnTo>
                  <a:pt x="193045" y="134332"/>
                </a:lnTo>
                <a:lnTo>
                  <a:pt x="192946" y="134249"/>
                </a:lnTo>
                <a:lnTo>
                  <a:pt x="192848" y="134159"/>
                </a:lnTo>
                <a:lnTo>
                  <a:pt x="192753" y="134063"/>
                </a:lnTo>
                <a:lnTo>
                  <a:pt x="192660" y="133960"/>
                </a:lnTo>
                <a:lnTo>
                  <a:pt x="192570" y="133850"/>
                </a:lnTo>
                <a:lnTo>
                  <a:pt x="192481" y="133733"/>
                </a:lnTo>
                <a:lnTo>
                  <a:pt x="192396" y="133609"/>
                </a:lnTo>
                <a:lnTo>
                  <a:pt x="192312" y="133478"/>
                </a:lnTo>
                <a:lnTo>
                  <a:pt x="192231" y="133340"/>
                </a:lnTo>
                <a:lnTo>
                  <a:pt x="192152" y="133195"/>
                </a:lnTo>
                <a:lnTo>
                  <a:pt x="192075" y="133043"/>
                </a:lnTo>
                <a:lnTo>
                  <a:pt x="192001" y="132884"/>
                </a:lnTo>
                <a:lnTo>
                  <a:pt x="191929" y="132718"/>
                </a:lnTo>
                <a:lnTo>
                  <a:pt x="191859" y="132545"/>
                </a:lnTo>
                <a:lnTo>
                  <a:pt x="191792" y="132366"/>
                </a:lnTo>
                <a:lnTo>
                  <a:pt x="191727" y="132179"/>
                </a:lnTo>
                <a:lnTo>
                  <a:pt x="191665" y="131985"/>
                </a:lnTo>
                <a:lnTo>
                  <a:pt x="191604" y="131785"/>
                </a:lnTo>
                <a:lnTo>
                  <a:pt x="191546" y="131577"/>
                </a:lnTo>
                <a:lnTo>
                  <a:pt x="191491" y="131362"/>
                </a:lnTo>
                <a:lnTo>
                  <a:pt x="191437" y="131141"/>
                </a:lnTo>
                <a:lnTo>
                  <a:pt x="191386" y="130913"/>
                </a:lnTo>
                <a:lnTo>
                  <a:pt x="191337" y="130677"/>
                </a:lnTo>
                <a:lnTo>
                  <a:pt x="191291" y="130435"/>
                </a:lnTo>
                <a:lnTo>
                  <a:pt x="191247" y="130185"/>
                </a:lnTo>
                <a:lnTo>
                  <a:pt x="191205" y="129914"/>
                </a:lnTo>
                <a:lnTo>
                  <a:pt x="191165" y="129607"/>
                </a:lnTo>
                <a:lnTo>
                  <a:pt x="191126" y="129264"/>
                </a:lnTo>
                <a:lnTo>
                  <a:pt x="191090" y="128884"/>
                </a:lnTo>
                <a:lnTo>
                  <a:pt x="191055" y="128468"/>
                </a:lnTo>
                <a:lnTo>
                  <a:pt x="191022" y="128016"/>
                </a:lnTo>
                <a:lnTo>
                  <a:pt x="190991" y="127528"/>
                </a:lnTo>
                <a:lnTo>
                  <a:pt x="190961" y="127003"/>
                </a:lnTo>
                <a:lnTo>
                  <a:pt x="190933" y="126442"/>
                </a:lnTo>
                <a:lnTo>
                  <a:pt x="190907" y="125845"/>
                </a:lnTo>
                <a:lnTo>
                  <a:pt x="190883" y="125212"/>
                </a:lnTo>
                <a:lnTo>
                  <a:pt x="190861" y="124543"/>
                </a:lnTo>
                <a:lnTo>
                  <a:pt x="190840" y="123837"/>
                </a:lnTo>
                <a:lnTo>
                  <a:pt x="190822" y="123095"/>
                </a:lnTo>
                <a:lnTo>
                  <a:pt x="190805" y="122316"/>
                </a:lnTo>
                <a:lnTo>
                  <a:pt x="190789" y="121502"/>
                </a:lnTo>
                <a:lnTo>
                  <a:pt x="190776" y="120651"/>
                </a:lnTo>
                <a:lnTo>
                  <a:pt x="190764" y="119764"/>
                </a:lnTo>
                <a:lnTo>
                  <a:pt x="190755" y="118841"/>
                </a:lnTo>
                <a:lnTo>
                  <a:pt x="190747" y="117882"/>
                </a:lnTo>
                <a:lnTo>
                  <a:pt x="190740" y="116886"/>
                </a:lnTo>
                <a:lnTo>
                  <a:pt x="190736" y="115854"/>
                </a:lnTo>
                <a:lnTo>
                  <a:pt x="190733" y="114786"/>
                </a:lnTo>
                <a:lnTo>
                  <a:pt x="190732" y="113681"/>
                </a:lnTo>
                <a:lnTo>
                  <a:pt x="190732" y="81703"/>
                </a:lnTo>
                <a:lnTo>
                  <a:pt x="190729" y="80579"/>
                </a:lnTo>
                <a:lnTo>
                  <a:pt x="190719" y="79488"/>
                </a:lnTo>
                <a:lnTo>
                  <a:pt x="190703" y="78428"/>
                </a:lnTo>
                <a:lnTo>
                  <a:pt x="190681" y="77401"/>
                </a:lnTo>
                <a:lnTo>
                  <a:pt x="190652" y="76406"/>
                </a:lnTo>
                <a:lnTo>
                  <a:pt x="190616" y="75443"/>
                </a:lnTo>
                <a:lnTo>
                  <a:pt x="190575" y="74513"/>
                </a:lnTo>
                <a:lnTo>
                  <a:pt x="190526" y="73614"/>
                </a:lnTo>
                <a:lnTo>
                  <a:pt x="190472" y="72747"/>
                </a:lnTo>
                <a:lnTo>
                  <a:pt x="190411" y="71913"/>
                </a:lnTo>
                <a:lnTo>
                  <a:pt x="190343" y="71111"/>
                </a:lnTo>
                <a:lnTo>
                  <a:pt x="190269" y="70341"/>
                </a:lnTo>
                <a:lnTo>
                  <a:pt x="190189" y="69603"/>
                </a:lnTo>
                <a:lnTo>
                  <a:pt x="190102" y="68897"/>
                </a:lnTo>
                <a:lnTo>
                  <a:pt x="190008" y="68223"/>
                </a:lnTo>
                <a:lnTo>
                  <a:pt x="189909" y="67582"/>
                </a:lnTo>
                <a:lnTo>
                  <a:pt x="189802" y="66972"/>
                </a:lnTo>
                <a:lnTo>
                  <a:pt x="189690" y="66395"/>
                </a:lnTo>
                <a:lnTo>
                  <a:pt x="189571" y="65850"/>
                </a:lnTo>
                <a:lnTo>
                  <a:pt x="189445" y="65337"/>
                </a:lnTo>
                <a:lnTo>
                  <a:pt x="189313" y="64856"/>
                </a:lnTo>
                <a:lnTo>
                  <a:pt x="189175" y="64407"/>
                </a:lnTo>
                <a:lnTo>
                  <a:pt x="189030" y="63991"/>
                </a:lnTo>
                <a:lnTo>
                  <a:pt x="188879" y="63606"/>
                </a:lnTo>
                <a:lnTo>
                  <a:pt x="188633" y="63047"/>
                </a:lnTo>
                <a:lnTo>
                  <a:pt x="188377" y="62500"/>
                </a:lnTo>
                <a:lnTo>
                  <a:pt x="188109" y="61966"/>
                </a:lnTo>
                <a:lnTo>
                  <a:pt x="187830" y="61444"/>
                </a:lnTo>
                <a:lnTo>
                  <a:pt x="187540" y="60934"/>
                </a:lnTo>
                <a:lnTo>
                  <a:pt x="187238" y="60437"/>
                </a:lnTo>
                <a:lnTo>
                  <a:pt x="186926" y="59953"/>
                </a:lnTo>
                <a:lnTo>
                  <a:pt x="186603" y="59481"/>
                </a:lnTo>
                <a:lnTo>
                  <a:pt x="186268" y="59021"/>
                </a:lnTo>
                <a:lnTo>
                  <a:pt x="185923" y="58575"/>
                </a:lnTo>
                <a:lnTo>
                  <a:pt x="185566" y="58140"/>
                </a:lnTo>
                <a:lnTo>
                  <a:pt x="185199" y="57718"/>
                </a:lnTo>
                <a:lnTo>
                  <a:pt x="184820" y="57309"/>
                </a:lnTo>
                <a:lnTo>
                  <a:pt x="184430" y="56912"/>
                </a:lnTo>
                <a:lnTo>
                  <a:pt x="184029" y="56527"/>
                </a:lnTo>
                <a:lnTo>
                  <a:pt x="183617" y="56155"/>
                </a:lnTo>
                <a:lnTo>
                  <a:pt x="183194" y="55796"/>
                </a:lnTo>
                <a:lnTo>
                  <a:pt x="182760" y="55449"/>
                </a:lnTo>
                <a:lnTo>
                  <a:pt x="182315" y="55115"/>
                </a:lnTo>
                <a:lnTo>
                  <a:pt x="181859" y="54793"/>
                </a:lnTo>
                <a:lnTo>
                  <a:pt x="181391" y="54483"/>
                </a:lnTo>
                <a:lnTo>
                  <a:pt x="180913" y="54186"/>
                </a:lnTo>
                <a:lnTo>
                  <a:pt x="180423" y="53902"/>
                </a:lnTo>
                <a:lnTo>
                  <a:pt x="179923" y="53630"/>
                </a:lnTo>
                <a:lnTo>
                  <a:pt x="179246" y="53286"/>
                </a:lnTo>
                <a:lnTo>
                  <a:pt x="178553" y="52957"/>
                </a:lnTo>
                <a:lnTo>
                  <a:pt x="177844" y="52642"/>
                </a:lnTo>
                <a:lnTo>
                  <a:pt x="177120" y="52342"/>
                </a:lnTo>
                <a:lnTo>
                  <a:pt x="176380" y="52057"/>
                </a:lnTo>
                <a:lnTo>
                  <a:pt x="175624" y="51786"/>
                </a:lnTo>
                <a:lnTo>
                  <a:pt x="174853" y="51530"/>
                </a:lnTo>
                <a:lnTo>
                  <a:pt x="174066" y="51289"/>
                </a:lnTo>
                <a:lnTo>
                  <a:pt x="173263" y="51062"/>
                </a:lnTo>
                <a:lnTo>
                  <a:pt x="172445" y="50850"/>
                </a:lnTo>
                <a:lnTo>
                  <a:pt x="171610" y="50652"/>
                </a:lnTo>
                <a:lnTo>
                  <a:pt x="170760" y="50469"/>
                </a:lnTo>
                <a:lnTo>
                  <a:pt x="169894" y="50301"/>
                </a:lnTo>
                <a:lnTo>
                  <a:pt x="169013" y="50147"/>
                </a:lnTo>
                <a:lnTo>
                  <a:pt x="168116" y="50008"/>
                </a:lnTo>
                <a:lnTo>
                  <a:pt x="167203" y="49884"/>
                </a:lnTo>
                <a:lnTo>
                  <a:pt x="166274" y="49774"/>
                </a:lnTo>
                <a:lnTo>
                  <a:pt x="165330" y="49679"/>
                </a:lnTo>
                <a:lnTo>
                  <a:pt x="164369" y="49598"/>
                </a:lnTo>
                <a:lnTo>
                  <a:pt x="163394" y="49533"/>
                </a:lnTo>
                <a:lnTo>
                  <a:pt x="162402" y="49481"/>
                </a:lnTo>
                <a:lnTo>
                  <a:pt x="161395" y="49445"/>
                </a:lnTo>
                <a:lnTo>
                  <a:pt x="160372" y="49423"/>
                </a:lnTo>
                <a:lnTo>
                  <a:pt x="159333" y="49416"/>
                </a:lnTo>
                <a:lnTo>
                  <a:pt x="157981" y="49428"/>
                </a:lnTo>
                <a:lnTo>
                  <a:pt x="156655" y="49467"/>
                </a:lnTo>
                <a:lnTo>
                  <a:pt x="155355" y="49531"/>
                </a:lnTo>
                <a:lnTo>
                  <a:pt x="154080" y="49621"/>
                </a:lnTo>
                <a:lnTo>
                  <a:pt x="152830" y="49736"/>
                </a:lnTo>
                <a:lnTo>
                  <a:pt x="151605" y="49877"/>
                </a:lnTo>
                <a:lnTo>
                  <a:pt x="150406" y="50044"/>
                </a:lnTo>
                <a:lnTo>
                  <a:pt x="149232" y="50237"/>
                </a:lnTo>
                <a:lnTo>
                  <a:pt x="148084" y="50455"/>
                </a:lnTo>
                <a:lnTo>
                  <a:pt x="146961" y="50698"/>
                </a:lnTo>
                <a:lnTo>
                  <a:pt x="145863" y="50968"/>
                </a:lnTo>
                <a:lnTo>
                  <a:pt x="144791" y="51263"/>
                </a:lnTo>
                <a:lnTo>
                  <a:pt x="143744" y="51584"/>
                </a:lnTo>
                <a:lnTo>
                  <a:pt x="142723" y="51930"/>
                </a:lnTo>
                <a:lnTo>
                  <a:pt x="141727" y="52302"/>
                </a:lnTo>
                <a:lnTo>
                  <a:pt x="140756" y="52700"/>
                </a:lnTo>
                <a:lnTo>
                  <a:pt x="139811" y="53123"/>
                </a:lnTo>
                <a:lnTo>
                  <a:pt x="138891" y="53572"/>
                </a:lnTo>
                <a:lnTo>
                  <a:pt x="137996" y="54047"/>
                </a:lnTo>
                <a:lnTo>
                  <a:pt x="137127" y="54547"/>
                </a:lnTo>
                <a:lnTo>
                  <a:pt x="136284" y="55073"/>
                </a:lnTo>
                <a:lnTo>
                  <a:pt x="135465" y="55625"/>
                </a:lnTo>
                <a:lnTo>
                  <a:pt x="134672" y="56202"/>
                </a:lnTo>
                <a:lnTo>
                  <a:pt x="133904" y="56805"/>
                </a:lnTo>
                <a:lnTo>
                  <a:pt x="133165" y="57424"/>
                </a:lnTo>
                <a:lnTo>
                  <a:pt x="132457" y="58047"/>
                </a:lnTo>
                <a:lnTo>
                  <a:pt x="131781" y="58675"/>
                </a:lnTo>
                <a:lnTo>
                  <a:pt x="131136" y="59308"/>
                </a:lnTo>
                <a:lnTo>
                  <a:pt x="130523" y="59947"/>
                </a:lnTo>
                <a:lnTo>
                  <a:pt x="129941" y="60590"/>
                </a:lnTo>
                <a:lnTo>
                  <a:pt x="129390" y="61238"/>
                </a:lnTo>
                <a:lnTo>
                  <a:pt x="128871" y="61891"/>
                </a:lnTo>
                <a:lnTo>
                  <a:pt x="128384" y="62549"/>
                </a:lnTo>
                <a:lnTo>
                  <a:pt x="127928" y="63213"/>
                </a:lnTo>
                <a:lnTo>
                  <a:pt x="127503" y="63881"/>
                </a:lnTo>
                <a:lnTo>
                  <a:pt x="127110" y="64554"/>
                </a:lnTo>
                <a:lnTo>
                  <a:pt x="126748" y="65232"/>
                </a:lnTo>
                <a:lnTo>
                  <a:pt x="126418" y="65915"/>
                </a:lnTo>
                <a:lnTo>
                  <a:pt x="126119" y="66603"/>
                </a:lnTo>
                <a:lnTo>
                  <a:pt x="125852" y="67296"/>
                </a:lnTo>
                <a:lnTo>
                  <a:pt x="125616" y="67994"/>
                </a:lnTo>
                <a:lnTo>
                  <a:pt x="125411" y="68697"/>
                </a:lnTo>
                <a:lnTo>
                  <a:pt x="125238" y="69405"/>
                </a:lnTo>
                <a:lnTo>
                  <a:pt x="125097" y="70118"/>
                </a:lnTo>
                <a:lnTo>
                  <a:pt x="124986" y="70836"/>
                </a:lnTo>
                <a:lnTo>
                  <a:pt x="124908" y="71559"/>
                </a:lnTo>
                <a:lnTo>
                  <a:pt x="124861" y="72287"/>
                </a:lnTo>
                <a:lnTo>
                  <a:pt x="124845" y="73020"/>
                </a:lnTo>
                <a:lnTo>
                  <a:pt x="124849" y="73401"/>
                </a:lnTo>
                <a:lnTo>
                  <a:pt x="124862" y="73776"/>
                </a:lnTo>
                <a:lnTo>
                  <a:pt x="124883" y="74144"/>
                </a:lnTo>
                <a:lnTo>
                  <a:pt x="124912" y="74506"/>
                </a:lnTo>
                <a:lnTo>
                  <a:pt x="124950" y="74860"/>
                </a:lnTo>
                <a:lnTo>
                  <a:pt x="124996" y="75208"/>
                </a:lnTo>
                <a:lnTo>
                  <a:pt x="125051" y="75549"/>
                </a:lnTo>
                <a:lnTo>
                  <a:pt x="125114" y="75883"/>
                </a:lnTo>
                <a:lnTo>
                  <a:pt x="125185" y="76210"/>
                </a:lnTo>
                <a:lnTo>
                  <a:pt x="125265" y="76531"/>
                </a:lnTo>
                <a:lnTo>
                  <a:pt x="125353" y="76845"/>
                </a:lnTo>
                <a:lnTo>
                  <a:pt x="125450" y="77152"/>
                </a:lnTo>
                <a:lnTo>
                  <a:pt x="125555" y="77453"/>
                </a:lnTo>
                <a:lnTo>
                  <a:pt x="125668" y="77746"/>
                </a:lnTo>
                <a:lnTo>
                  <a:pt x="125790" y="78033"/>
                </a:lnTo>
                <a:lnTo>
                  <a:pt x="125920" y="78313"/>
                </a:lnTo>
                <a:lnTo>
                  <a:pt x="126059" y="78586"/>
                </a:lnTo>
                <a:lnTo>
                  <a:pt x="126206" y="78853"/>
                </a:lnTo>
                <a:lnTo>
                  <a:pt x="126361" y="79113"/>
                </a:lnTo>
                <a:lnTo>
                  <a:pt x="126525" y="79366"/>
                </a:lnTo>
                <a:lnTo>
                  <a:pt x="126697" y="79612"/>
                </a:lnTo>
                <a:lnTo>
                  <a:pt x="126878" y="79851"/>
                </a:lnTo>
                <a:lnTo>
                  <a:pt x="127067" y="80084"/>
                </a:lnTo>
                <a:lnTo>
                  <a:pt x="127264" y="80310"/>
                </a:lnTo>
                <a:lnTo>
                  <a:pt x="127468" y="80527"/>
                </a:lnTo>
                <a:lnTo>
                  <a:pt x="127677" y="80736"/>
                </a:lnTo>
                <a:lnTo>
                  <a:pt x="127891" y="80935"/>
                </a:lnTo>
                <a:lnTo>
                  <a:pt x="128109" y="81125"/>
                </a:lnTo>
                <a:lnTo>
                  <a:pt x="128333" y="81305"/>
                </a:lnTo>
                <a:lnTo>
                  <a:pt x="128561" y="81477"/>
                </a:lnTo>
                <a:lnTo>
                  <a:pt x="128794" y="81639"/>
                </a:lnTo>
                <a:lnTo>
                  <a:pt x="129031" y="81792"/>
                </a:lnTo>
                <a:lnTo>
                  <a:pt x="129274" y="81935"/>
                </a:lnTo>
                <a:lnTo>
                  <a:pt x="129522" y="82069"/>
                </a:lnTo>
                <a:lnTo>
                  <a:pt x="129774" y="82194"/>
                </a:lnTo>
                <a:lnTo>
                  <a:pt x="130031" y="82310"/>
                </a:lnTo>
                <a:lnTo>
                  <a:pt x="130293" y="82417"/>
                </a:lnTo>
                <a:lnTo>
                  <a:pt x="130560" y="82514"/>
                </a:lnTo>
                <a:lnTo>
                  <a:pt x="130831" y="82602"/>
                </a:lnTo>
                <a:lnTo>
                  <a:pt x="131108" y="82681"/>
                </a:lnTo>
                <a:lnTo>
                  <a:pt x="131389" y="82750"/>
                </a:lnTo>
                <a:lnTo>
                  <a:pt x="131675" y="82810"/>
                </a:lnTo>
                <a:lnTo>
                  <a:pt x="131966" y="82861"/>
                </a:lnTo>
                <a:lnTo>
                  <a:pt x="132262" y="82903"/>
                </a:lnTo>
                <a:lnTo>
                  <a:pt x="132562" y="82935"/>
                </a:lnTo>
                <a:lnTo>
                  <a:pt x="132867" y="82958"/>
                </a:lnTo>
                <a:lnTo>
                  <a:pt x="133178" y="82972"/>
                </a:lnTo>
                <a:lnTo>
                  <a:pt x="133493" y="82977"/>
                </a:lnTo>
                <a:lnTo>
                  <a:pt x="133816" y="82972"/>
                </a:lnTo>
                <a:lnTo>
                  <a:pt x="134134" y="82959"/>
                </a:lnTo>
                <a:lnTo>
                  <a:pt x="134447" y="82937"/>
                </a:lnTo>
                <a:lnTo>
                  <a:pt x="134755" y="82906"/>
                </a:lnTo>
                <a:lnTo>
                  <a:pt x="135058" y="82866"/>
                </a:lnTo>
                <a:lnTo>
                  <a:pt x="135355" y="82817"/>
                </a:lnTo>
                <a:lnTo>
                  <a:pt x="135648" y="82759"/>
                </a:lnTo>
                <a:lnTo>
                  <a:pt x="135935" y="82692"/>
                </a:lnTo>
                <a:lnTo>
                  <a:pt x="136217" y="82616"/>
                </a:lnTo>
                <a:lnTo>
                  <a:pt x="136494" y="82532"/>
                </a:lnTo>
                <a:lnTo>
                  <a:pt x="136765" y="82438"/>
                </a:lnTo>
                <a:lnTo>
                  <a:pt x="137031" y="82336"/>
                </a:lnTo>
                <a:lnTo>
                  <a:pt x="137293" y="82225"/>
                </a:lnTo>
                <a:lnTo>
                  <a:pt x="137549" y="82104"/>
                </a:lnTo>
                <a:lnTo>
                  <a:pt x="137800" y="81975"/>
                </a:lnTo>
                <a:lnTo>
                  <a:pt x="138045" y="81837"/>
                </a:lnTo>
                <a:lnTo>
                  <a:pt x="138286" y="81690"/>
                </a:lnTo>
                <a:lnTo>
                  <a:pt x="138521" y="81535"/>
                </a:lnTo>
                <a:lnTo>
                  <a:pt x="138751" y="81370"/>
                </a:lnTo>
                <a:lnTo>
                  <a:pt x="138976" y="81196"/>
                </a:lnTo>
                <a:lnTo>
                  <a:pt x="139196" y="81014"/>
                </a:lnTo>
                <a:lnTo>
                  <a:pt x="139410" y="80822"/>
                </a:lnTo>
                <a:lnTo>
                  <a:pt x="139620" y="80622"/>
                </a:lnTo>
                <a:lnTo>
                  <a:pt x="139824" y="80413"/>
                </a:lnTo>
                <a:lnTo>
                  <a:pt x="140021" y="80195"/>
                </a:lnTo>
                <a:lnTo>
                  <a:pt x="140210" y="79971"/>
                </a:lnTo>
                <a:lnTo>
                  <a:pt x="140391" y="79738"/>
                </a:lnTo>
                <a:lnTo>
                  <a:pt x="140563" y="79498"/>
                </a:lnTo>
                <a:lnTo>
                  <a:pt x="140727" y="79251"/>
                </a:lnTo>
                <a:lnTo>
                  <a:pt x="140882" y="78996"/>
                </a:lnTo>
                <a:lnTo>
                  <a:pt x="141029" y="78734"/>
                </a:lnTo>
                <a:lnTo>
                  <a:pt x="141168" y="78464"/>
                </a:lnTo>
                <a:lnTo>
                  <a:pt x="141298" y="78187"/>
                </a:lnTo>
                <a:lnTo>
                  <a:pt x="141420" y="77902"/>
                </a:lnTo>
                <a:lnTo>
                  <a:pt x="141533" y="77610"/>
                </a:lnTo>
                <a:lnTo>
                  <a:pt x="141638" y="77311"/>
                </a:lnTo>
                <a:lnTo>
                  <a:pt x="141735" y="77004"/>
                </a:lnTo>
                <a:lnTo>
                  <a:pt x="141823" y="76689"/>
                </a:lnTo>
                <a:lnTo>
                  <a:pt x="141903" y="76367"/>
                </a:lnTo>
                <a:lnTo>
                  <a:pt x="141974" y="76037"/>
                </a:lnTo>
                <a:lnTo>
                  <a:pt x="142037" y="75700"/>
                </a:lnTo>
                <a:lnTo>
                  <a:pt x="142092" y="75356"/>
                </a:lnTo>
                <a:lnTo>
                  <a:pt x="142138" y="75004"/>
                </a:lnTo>
                <a:lnTo>
                  <a:pt x="142176" y="74645"/>
                </a:lnTo>
                <a:lnTo>
                  <a:pt x="142205" y="74278"/>
                </a:lnTo>
                <a:lnTo>
                  <a:pt x="142226" y="73903"/>
                </a:lnTo>
                <a:lnTo>
                  <a:pt x="142239" y="73522"/>
                </a:lnTo>
                <a:lnTo>
                  <a:pt x="142243" y="73132"/>
                </a:lnTo>
                <a:lnTo>
                  <a:pt x="142037" y="67184"/>
                </a:lnTo>
                <a:lnTo>
                  <a:pt x="142044" y="66810"/>
                </a:lnTo>
                <a:lnTo>
                  <a:pt x="142065" y="66439"/>
                </a:lnTo>
                <a:lnTo>
                  <a:pt x="142099" y="66071"/>
                </a:lnTo>
                <a:lnTo>
                  <a:pt x="142146" y="65708"/>
                </a:lnTo>
                <a:lnTo>
                  <a:pt x="142207" y="65348"/>
                </a:lnTo>
                <a:lnTo>
                  <a:pt x="142282" y="64991"/>
                </a:lnTo>
                <a:lnTo>
                  <a:pt x="142370" y="64638"/>
                </a:lnTo>
                <a:lnTo>
                  <a:pt x="142472" y="64289"/>
                </a:lnTo>
                <a:lnTo>
                  <a:pt x="142588" y="63943"/>
                </a:lnTo>
                <a:lnTo>
                  <a:pt x="142717" y="63601"/>
                </a:lnTo>
                <a:lnTo>
                  <a:pt x="142859" y="63262"/>
                </a:lnTo>
                <a:lnTo>
                  <a:pt x="143015" y="62927"/>
                </a:lnTo>
                <a:lnTo>
                  <a:pt x="143185" y="62595"/>
                </a:lnTo>
                <a:lnTo>
                  <a:pt x="143369" y="62267"/>
                </a:lnTo>
                <a:lnTo>
                  <a:pt x="143566" y="61943"/>
                </a:lnTo>
                <a:lnTo>
                  <a:pt x="143776" y="61622"/>
                </a:lnTo>
                <a:lnTo>
                  <a:pt x="144000" y="61304"/>
                </a:lnTo>
                <a:lnTo>
                  <a:pt x="144238" y="60991"/>
                </a:lnTo>
                <a:lnTo>
                  <a:pt x="144489" y="60680"/>
                </a:lnTo>
                <a:lnTo>
                  <a:pt x="144754" y="60374"/>
                </a:lnTo>
                <a:lnTo>
                  <a:pt x="145033" y="60071"/>
                </a:lnTo>
                <a:lnTo>
                  <a:pt x="145325" y="59771"/>
                </a:lnTo>
                <a:lnTo>
                  <a:pt x="145630" y="59475"/>
                </a:lnTo>
                <a:lnTo>
                  <a:pt x="145949" y="59183"/>
                </a:lnTo>
                <a:lnTo>
                  <a:pt x="146272" y="58898"/>
                </a:lnTo>
                <a:lnTo>
                  <a:pt x="146603" y="58626"/>
                </a:lnTo>
                <a:lnTo>
                  <a:pt x="146944" y="58365"/>
                </a:lnTo>
                <a:lnTo>
                  <a:pt x="147293" y="58117"/>
                </a:lnTo>
                <a:lnTo>
                  <a:pt x="147653" y="57881"/>
                </a:lnTo>
                <a:lnTo>
                  <a:pt x="148021" y="57657"/>
                </a:lnTo>
                <a:lnTo>
                  <a:pt x="148399" y="57445"/>
                </a:lnTo>
                <a:lnTo>
                  <a:pt x="148786" y="57245"/>
                </a:lnTo>
                <a:lnTo>
                  <a:pt x="149183" y="57058"/>
                </a:lnTo>
                <a:lnTo>
                  <a:pt x="149588" y="56882"/>
                </a:lnTo>
                <a:lnTo>
                  <a:pt x="150003" y="56719"/>
                </a:lnTo>
                <a:lnTo>
                  <a:pt x="150428" y="56567"/>
                </a:lnTo>
                <a:lnTo>
                  <a:pt x="150861" y="56428"/>
                </a:lnTo>
                <a:lnTo>
                  <a:pt x="151304" y="56301"/>
                </a:lnTo>
                <a:lnTo>
                  <a:pt x="151756" y="56186"/>
                </a:lnTo>
                <a:lnTo>
                  <a:pt x="152218" y="56083"/>
                </a:lnTo>
                <a:lnTo>
                  <a:pt x="152689" y="55992"/>
                </a:lnTo>
                <a:lnTo>
                  <a:pt x="153169" y="55913"/>
                </a:lnTo>
                <a:lnTo>
                  <a:pt x="153658" y="55847"/>
                </a:lnTo>
                <a:lnTo>
                  <a:pt x="154157" y="55792"/>
                </a:lnTo>
                <a:lnTo>
                  <a:pt x="154665" y="55750"/>
                </a:lnTo>
                <a:lnTo>
                  <a:pt x="155182" y="55720"/>
                </a:lnTo>
                <a:lnTo>
                  <a:pt x="155709" y="55701"/>
                </a:lnTo>
                <a:lnTo>
                  <a:pt x="156244" y="55695"/>
                </a:lnTo>
                <a:lnTo>
                  <a:pt x="156949" y="55705"/>
                </a:lnTo>
                <a:lnTo>
                  <a:pt x="157640" y="55732"/>
                </a:lnTo>
                <a:lnTo>
                  <a:pt x="158317" y="55777"/>
                </a:lnTo>
                <a:lnTo>
                  <a:pt x="158980" y="55841"/>
                </a:lnTo>
                <a:lnTo>
                  <a:pt x="159628" y="55923"/>
                </a:lnTo>
                <a:lnTo>
                  <a:pt x="160263" y="56024"/>
                </a:lnTo>
                <a:lnTo>
                  <a:pt x="160883" y="56142"/>
                </a:lnTo>
                <a:lnTo>
                  <a:pt x="161489" y="56279"/>
                </a:lnTo>
                <a:lnTo>
                  <a:pt x="162081" y="56434"/>
                </a:lnTo>
                <a:lnTo>
                  <a:pt x="162659" y="56607"/>
                </a:lnTo>
                <a:lnTo>
                  <a:pt x="163223" y="56798"/>
                </a:lnTo>
                <a:lnTo>
                  <a:pt x="163772" y="57008"/>
                </a:lnTo>
                <a:lnTo>
                  <a:pt x="164308" y="57236"/>
                </a:lnTo>
                <a:lnTo>
                  <a:pt x="164829" y="57482"/>
                </a:lnTo>
                <a:lnTo>
                  <a:pt x="165337" y="57746"/>
                </a:lnTo>
                <a:lnTo>
                  <a:pt x="165830" y="58029"/>
                </a:lnTo>
                <a:lnTo>
                  <a:pt x="166309" y="58330"/>
                </a:lnTo>
                <a:lnTo>
                  <a:pt x="166774" y="58649"/>
                </a:lnTo>
                <a:lnTo>
                  <a:pt x="167225" y="58986"/>
                </a:lnTo>
                <a:lnTo>
                  <a:pt x="167662" y="59342"/>
                </a:lnTo>
                <a:lnTo>
                  <a:pt x="168084" y="59715"/>
                </a:lnTo>
                <a:lnTo>
                  <a:pt x="168493" y="60107"/>
                </a:lnTo>
                <a:lnTo>
                  <a:pt x="168887" y="60517"/>
                </a:lnTo>
                <a:lnTo>
                  <a:pt x="169267" y="60946"/>
                </a:lnTo>
                <a:lnTo>
                  <a:pt x="169633" y="61399"/>
                </a:lnTo>
                <a:lnTo>
                  <a:pt x="169983" y="61882"/>
                </a:lnTo>
                <a:lnTo>
                  <a:pt x="170317" y="62397"/>
                </a:lnTo>
                <a:lnTo>
                  <a:pt x="170636" y="62942"/>
                </a:lnTo>
                <a:lnTo>
                  <a:pt x="170939" y="63518"/>
                </a:lnTo>
                <a:lnTo>
                  <a:pt x="171227" y="64124"/>
                </a:lnTo>
                <a:lnTo>
                  <a:pt x="171499" y="64762"/>
                </a:lnTo>
                <a:lnTo>
                  <a:pt x="171755" y="65430"/>
                </a:lnTo>
                <a:lnTo>
                  <a:pt x="171996" y="66129"/>
                </a:lnTo>
                <a:lnTo>
                  <a:pt x="172222" y="66858"/>
                </a:lnTo>
                <a:lnTo>
                  <a:pt x="172432" y="67619"/>
                </a:lnTo>
                <a:lnTo>
                  <a:pt x="172626" y="68410"/>
                </a:lnTo>
                <a:lnTo>
                  <a:pt x="172805" y="69231"/>
                </a:lnTo>
                <a:lnTo>
                  <a:pt x="172968" y="70084"/>
                </a:lnTo>
                <a:lnTo>
                  <a:pt x="173116" y="70967"/>
                </a:lnTo>
                <a:lnTo>
                  <a:pt x="173248" y="71881"/>
                </a:lnTo>
                <a:lnTo>
                  <a:pt x="173365" y="72826"/>
                </a:lnTo>
                <a:lnTo>
                  <a:pt x="173466" y="73802"/>
                </a:lnTo>
                <a:lnTo>
                  <a:pt x="173551" y="74808"/>
                </a:lnTo>
                <a:lnTo>
                  <a:pt x="173621" y="75845"/>
                </a:lnTo>
                <a:lnTo>
                  <a:pt x="173676" y="76913"/>
                </a:lnTo>
                <a:lnTo>
                  <a:pt x="173715" y="78011"/>
                </a:lnTo>
                <a:lnTo>
                  <a:pt x="173738" y="79140"/>
                </a:lnTo>
                <a:lnTo>
                  <a:pt x="173746" y="80300"/>
                </a:lnTo>
                <a:lnTo>
                  <a:pt x="173746" y="84006"/>
                </a:lnTo>
                <a:lnTo>
                  <a:pt x="171745" y="84740"/>
                </a:lnTo>
                <a:lnTo>
                  <a:pt x="169792" y="85463"/>
                </a:lnTo>
                <a:lnTo>
                  <a:pt x="167888" y="86178"/>
                </a:lnTo>
                <a:lnTo>
                  <a:pt x="166032" y="86883"/>
                </a:lnTo>
                <a:lnTo>
                  <a:pt x="164223" y="87579"/>
                </a:lnTo>
                <a:lnTo>
                  <a:pt x="162463" y="88266"/>
                </a:lnTo>
                <a:lnTo>
                  <a:pt x="160751" y="88943"/>
                </a:lnTo>
                <a:lnTo>
                  <a:pt x="159087" y="89611"/>
                </a:lnTo>
                <a:lnTo>
                  <a:pt x="157471" y="90270"/>
                </a:lnTo>
                <a:lnTo>
                  <a:pt x="155903" y="90920"/>
                </a:lnTo>
                <a:lnTo>
                  <a:pt x="154383" y="91560"/>
                </a:lnTo>
                <a:lnTo>
                  <a:pt x="152911" y="92191"/>
                </a:lnTo>
                <a:lnTo>
                  <a:pt x="151488" y="92812"/>
                </a:lnTo>
                <a:lnTo>
                  <a:pt x="150112" y="93425"/>
                </a:lnTo>
                <a:lnTo>
                  <a:pt x="148785" y="94028"/>
                </a:lnTo>
                <a:lnTo>
                  <a:pt x="147505" y="94622"/>
                </a:lnTo>
                <a:lnTo>
                  <a:pt x="146274" y="95206"/>
                </a:lnTo>
                <a:lnTo>
                  <a:pt x="145090" y="95781"/>
                </a:lnTo>
                <a:lnTo>
                  <a:pt x="143955" y="96347"/>
                </a:lnTo>
                <a:lnTo>
                  <a:pt x="142868" y="96904"/>
                </a:lnTo>
                <a:lnTo>
                  <a:pt x="141829" y="97451"/>
                </a:lnTo>
                <a:lnTo>
                  <a:pt x="140838" y="97989"/>
                </a:lnTo>
                <a:lnTo>
                  <a:pt x="139895" y="98518"/>
                </a:lnTo>
                <a:lnTo>
                  <a:pt x="139000" y="99037"/>
                </a:lnTo>
                <a:lnTo>
                  <a:pt x="138140" y="99553"/>
                </a:lnTo>
                <a:lnTo>
                  <a:pt x="137302" y="100072"/>
                </a:lnTo>
                <a:lnTo>
                  <a:pt x="136485" y="100594"/>
                </a:lnTo>
                <a:lnTo>
                  <a:pt x="135690" y="101119"/>
                </a:lnTo>
                <a:lnTo>
                  <a:pt x="134917" y="101646"/>
                </a:lnTo>
                <a:lnTo>
                  <a:pt x="134165" y="102177"/>
                </a:lnTo>
                <a:lnTo>
                  <a:pt x="133435" y="102710"/>
                </a:lnTo>
                <a:lnTo>
                  <a:pt x="132726" y="103246"/>
                </a:lnTo>
                <a:lnTo>
                  <a:pt x="132039" y="103785"/>
                </a:lnTo>
                <a:lnTo>
                  <a:pt x="131374" y="104327"/>
                </a:lnTo>
                <a:lnTo>
                  <a:pt x="130730" y="104872"/>
                </a:lnTo>
                <a:lnTo>
                  <a:pt x="130108" y="105420"/>
                </a:lnTo>
                <a:lnTo>
                  <a:pt x="129508" y="105970"/>
                </a:lnTo>
                <a:lnTo>
                  <a:pt x="128929" y="106524"/>
                </a:lnTo>
                <a:lnTo>
                  <a:pt x="128372" y="107080"/>
                </a:lnTo>
                <a:lnTo>
                  <a:pt x="127836" y="107639"/>
                </a:lnTo>
                <a:lnTo>
                  <a:pt x="127322" y="108201"/>
                </a:lnTo>
                <a:lnTo>
                  <a:pt x="126830" y="108766"/>
                </a:lnTo>
                <a:lnTo>
                  <a:pt x="126359" y="109333"/>
                </a:lnTo>
                <a:lnTo>
                  <a:pt x="125910" y="109904"/>
                </a:lnTo>
                <a:lnTo>
                  <a:pt x="125483" y="110477"/>
                </a:lnTo>
                <a:lnTo>
                  <a:pt x="125077" y="111053"/>
                </a:lnTo>
                <a:lnTo>
                  <a:pt x="124693" y="111632"/>
                </a:lnTo>
                <a:lnTo>
                  <a:pt x="124330" y="112214"/>
                </a:lnTo>
                <a:lnTo>
                  <a:pt x="124078" y="112638"/>
                </a:lnTo>
                <a:lnTo>
                  <a:pt x="123837" y="113068"/>
                </a:lnTo>
                <a:lnTo>
                  <a:pt x="123606" y="113504"/>
                </a:lnTo>
                <a:lnTo>
                  <a:pt x="123386" y="113947"/>
                </a:lnTo>
                <a:lnTo>
                  <a:pt x="123177" y="114397"/>
                </a:lnTo>
                <a:lnTo>
                  <a:pt x="122979" y="114852"/>
                </a:lnTo>
                <a:lnTo>
                  <a:pt x="122791" y="115315"/>
                </a:lnTo>
                <a:lnTo>
                  <a:pt x="122614" y="115783"/>
                </a:lnTo>
                <a:lnTo>
                  <a:pt x="122448" y="116258"/>
                </a:lnTo>
                <a:lnTo>
                  <a:pt x="122293" y="116740"/>
                </a:lnTo>
                <a:lnTo>
                  <a:pt x="122148" y="117228"/>
                </a:lnTo>
                <a:lnTo>
                  <a:pt x="122014" y="117722"/>
                </a:lnTo>
                <a:lnTo>
                  <a:pt x="121890" y="118223"/>
                </a:lnTo>
                <a:lnTo>
                  <a:pt x="121778" y="118730"/>
                </a:lnTo>
                <a:lnTo>
                  <a:pt x="121676" y="119244"/>
                </a:lnTo>
                <a:lnTo>
                  <a:pt x="121585" y="119764"/>
                </a:lnTo>
                <a:lnTo>
                  <a:pt x="121504" y="120291"/>
                </a:lnTo>
                <a:lnTo>
                  <a:pt x="121435" y="120823"/>
                </a:lnTo>
                <a:lnTo>
                  <a:pt x="121376" y="121363"/>
                </a:lnTo>
                <a:lnTo>
                  <a:pt x="121327" y="121909"/>
                </a:lnTo>
                <a:lnTo>
                  <a:pt x="121290" y="122461"/>
                </a:lnTo>
                <a:lnTo>
                  <a:pt x="121263" y="123020"/>
                </a:lnTo>
                <a:lnTo>
                  <a:pt x="121247" y="123585"/>
                </a:lnTo>
                <a:lnTo>
                  <a:pt x="121242" y="124156"/>
                </a:lnTo>
                <a:lnTo>
                  <a:pt x="121253" y="125059"/>
                </a:lnTo>
                <a:lnTo>
                  <a:pt x="121286" y="125946"/>
                </a:lnTo>
                <a:lnTo>
                  <a:pt x="121341" y="126819"/>
                </a:lnTo>
                <a:lnTo>
                  <a:pt x="121418" y="127677"/>
                </a:lnTo>
                <a:lnTo>
                  <a:pt x="121516" y="128520"/>
                </a:lnTo>
                <a:lnTo>
                  <a:pt x="121637" y="129349"/>
                </a:lnTo>
                <a:lnTo>
                  <a:pt x="121780" y="130163"/>
                </a:lnTo>
                <a:lnTo>
                  <a:pt x="121945" y="130963"/>
                </a:lnTo>
                <a:lnTo>
                  <a:pt x="122132" y="131747"/>
                </a:lnTo>
                <a:lnTo>
                  <a:pt x="122341" y="132517"/>
                </a:lnTo>
                <a:lnTo>
                  <a:pt x="122572" y="133273"/>
                </a:lnTo>
                <a:lnTo>
                  <a:pt x="122825" y="134014"/>
                </a:lnTo>
                <a:lnTo>
                  <a:pt x="123099" y="134740"/>
                </a:lnTo>
                <a:lnTo>
                  <a:pt x="123396" y="135452"/>
                </a:lnTo>
                <a:lnTo>
                  <a:pt x="123715" y="136148"/>
                </a:lnTo>
                <a:lnTo>
                  <a:pt x="124056" y="136831"/>
                </a:lnTo>
                <a:lnTo>
                  <a:pt x="124418" y="137498"/>
                </a:lnTo>
                <a:lnTo>
                  <a:pt x="124803" y="138151"/>
                </a:lnTo>
                <a:lnTo>
                  <a:pt x="125210" y="138789"/>
                </a:lnTo>
                <a:lnTo>
                  <a:pt x="125638" y="139413"/>
                </a:lnTo>
                <a:lnTo>
                  <a:pt x="126089" y="140022"/>
                </a:lnTo>
                <a:lnTo>
                  <a:pt x="126562" y="140616"/>
                </a:lnTo>
                <a:lnTo>
                  <a:pt x="127056" y="141196"/>
                </a:lnTo>
                <a:lnTo>
                  <a:pt x="127573" y="141761"/>
                </a:lnTo>
                <a:lnTo>
                  <a:pt x="128107" y="142307"/>
                </a:lnTo>
                <a:lnTo>
                  <a:pt x="128652" y="142830"/>
                </a:lnTo>
                <a:lnTo>
                  <a:pt x="129210" y="143329"/>
                </a:lnTo>
                <a:lnTo>
                  <a:pt x="129779" y="143805"/>
                </a:lnTo>
                <a:lnTo>
                  <a:pt x="130361" y="144259"/>
                </a:lnTo>
                <a:lnTo>
                  <a:pt x="130954" y="144688"/>
                </a:lnTo>
                <a:lnTo>
                  <a:pt x="131560" y="145095"/>
                </a:lnTo>
                <a:lnTo>
                  <a:pt x="132177" y="145478"/>
                </a:lnTo>
                <a:lnTo>
                  <a:pt x="132807" y="145838"/>
                </a:lnTo>
                <a:lnTo>
                  <a:pt x="133448" y="146175"/>
                </a:lnTo>
                <a:lnTo>
                  <a:pt x="134101" y="146489"/>
                </a:lnTo>
                <a:lnTo>
                  <a:pt x="134767" y="146780"/>
                </a:lnTo>
                <a:lnTo>
                  <a:pt x="135444" y="147047"/>
                </a:lnTo>
                <a:lnTo>
                  <a:pt x="136133" y="147291"/>
                </a:lnTo>
                <a:lnTo>
                  <a:pt x="136834" y="147511"/>
                </a:lnTo>
                <a:lnTo>
                  <a:pt x="137548" y="147709"/>
                </a:lnTo>
                <a:lnTo>
                  <a:pt x="138273" y="147883"/>
                </a:lnTo>
                <a:lnTo>
                  <a:pt x="139010" y="148034"/>
                </a:lnTo>
                <a:lnTo>
                  <a:pt x="139759" y="148162"/>
                </a:lnTo>
                <a:lnTo>
                  <a:pt x="140520" y="148267"/>
                </a:lnTo>
                <a:lnTo>
                  <a:pt x="141293" y="148348"/>
                </a:lnTo>
                <a:lnTo>
                  <a:pt x="142078" y="148406"/>
                </a:lnTo>
                <a:lnTo>
                  <a:pt x="142876" y="148441"/>
                </a:lnTo>
                <a:lnTo>
                  <a:pt x="143685" y="148452"/>
                </a:lnTo>
                <a:lnTo>
                  <a:pt x="144207" y="148448"/>
                </a:lnTo>
                <a:lnTo>
                  <a:pt x="144726" y="148434"/>
                </a:lnTo>
                <a:lnTo>
                  <a:pt x="145243" y="148411"/>
                </a:lnTo>
                <a:lnTo>
                  <a:pt x="145758" y="148378"/>
                </a:lnTo>
                <a:lnTo>
                  <a:pt x="146270" y="148336"/>
                </a:lnTo>
                <a:lnTo>
                  <a:pt x="146779" y="148285"/>
                </a:lnTo>
                <a:lnTo>
                  <a:pt x="147287" y="148225"/>
                </a:lnTo>
                <a:lnTo>
                  <a:pt x="147791" y="148155"/>
                </a:lnTo>
                <a:lnTo>
                  <a:pt x="148293" y="148076"/>
                </a:lnTo>
                <a:lnTo>
                  <a:pt x="148793" y="147988"/>
                </a:lnTo>
                <a:lnTo>
                  <a:pt x="149290" y="147890"/>
                </a:lnTo>
                <a:lnTo>
                  <a:pt x="149784" y="147783"/>
                </a:lnTo>
                <a:lnTo>
                  <a:pt x="150276" y="147667"/>
                </a:lnTo>
                <a:lnTo>
                  <a:pt x="150766" y="147542"/>
                </a:lnTo>
                <a:lnTo>
                  <a:pt x="151253" y="147407"/>
                </a:lnTo>
                <a:lnTo>
                  <a:pt x="151737" y="147263"/>
                </a:lnTo>
                <a:lnTo>
                  <a:pt x="152220" y="147109"/>
                </a:lnTo>
                <a:lnTo>
                  <a:pt x="152699" y="146947"/>
                </a:lnTo>
                <a:lnTo>
                  <a:pt x="153176" y="146775"/>
                </a:lnTo>
                <a:lnTo>
                  <a:pt x="153651" y="146594"/>
                </a:lnTo>
                <a:lnTo>
                  <a:pt x="154123" y="146403"/>
                </a:lnTo>
                <a:lnTo>
                  <a:pt x="154592" y="146203"/>
                </a:lnTo>
                <a:lnTo>
                  <a:pt x="155059" y="145994"/>
                </a:lnTo>
                <a:lnTo>
                  <a:pt x="155524" y="145776"/>
                </a:lnTo>
                <a:lnTo>
                  <a:pt x="155851" y="145613"/>
                </a:lnTo>
                <a:lnTo>
                  <a:pt x="156216" y="145418"/>
                </a:lnTo>
                <a:lnTo>
                  <a:pt x="156619" y="145190"/>
                </a:lnTo>
                <a:lnTo>
                  <a:pt x="157059" y="144929"/>
                </a:lnTo>
                <a:lnTo>
                  <a:pt x="157537" y="144635"/>
                </a:lnTo>
                <a:lnTo>
                  <a:pt x="158052" y="144309"/>
                </a:lnTo>
                <a:lnTo>
                  <a:pt x="158605" y="143949"/>
                </a:lnTo>
                <a:lnTo>
                  <a:pt x="159196" y="143557"/>
                </a:lnTo>
                <a:lnTo>
                  <a:pt x="159823" y="143131"/>
                </a:lnTo>
                <a:lnTo>
                  <a:pt x="160489" y="142673"/>
                </a:lnTo>
                <a:lnTo>
                  <a:pt x="161192" y="142182"/>
                </a:lnTo>
                <a:lnTo>
                  <a:pt x="161932" y="141658"/>
                </a:lnTo>
                <a:lnTo>
                  <a:pt x="162710" y="141101"/>
                </a:lnTo>
                <a:lnTo>
                  <a:pt x="163526" y="140511"/>
                </a:lnTo>
                <a:lnTo>
                  <a:pt x="164379" y="139888"/>
                </a:lnTo>
                <a:lnTo>
                  <a:pt x="165270" y="139233"/>
                </a:lnTo>
                <a:lnTo>
                  <a:pt x="166198" y="138544"/>
                </a:lnTo>
                <a:lnTo>
                  <a:pt x="167163" y="137823"/>
                </a:lnTo>
                <a:lnTo>
                  <a:pt x="168167" y="137069"/>
                </a:lnTo>
                <a:lnTo>
                  <a:pt x="169207" y="136282"/>
                </a:lnTo>
                <a:lnTo>
                  <a:pt x="170286" y="135462"/>
                </a:lnTo>
                <a:lnTo>
                  <a:pt x="171401" y="134609"/>
                </a:lnTo>
                <a:lnTo>
                  <a:pt x="172555" y="133723"/>
                </a:lnTo>
                <a:lnTo>
                  <a:pt x="173746" y="132804"/>
                </a:lnTo>
                <a:lnTo>
                  <a:pt x="173759" y="133499"/>
                </a:lnTo>
                <a:lnTo>
                  <a:pt x="173783" y="134177"/>
                </a:lnTo>
                <a:lnTo>
                  <a:pt x="173816" y="134837"/>
                </a:lnTo>
                <a:lnTo>
                  <a:pt x="173860" y="135481"/>
                </a:lnTo>
                <a:close/>
                <a:moveTo>
                  <a:pt x="169628" y="129186"/>
                </a:moveTo>
                <a:lnTo>
                  <a:pt x="168641" y="129880"/>
                </a:lnTo>
                <a:lnTo>
                  <a:pt x="167672" y="130539"/>
                </a:lnTo>
                <a:lnTo>
                  <a:pt x="166719" y="131162"/>
                </a:lnTo>
                <a:lnTo>
                  <a:pt x="165784" y="131749"/>
                </a:lnTo>
                <a:lnTo>
                  <a:pt x="164866" y="132301"/>
                </a:lnTo>
                <a:lnTo>
                  <a:pt x="163966" y="132817"/>
                </a:lnTo>
                <a:lnTo>
                  <a:pt x="163082" y="133297"/>
                </a:lnTo>
                <a:lnTo>
                  <a:pt x="162215" y="133742"/>
                </a:lnTo>
                <a:lnTo>
                  <a:pt x="161366" y="134151"/>
                </a:lnTo>
                <a:lnTo>
                  <a:pt x="160534" y="134525"/>
                </a:lnTo>
                <a:lnTo>
                  <a:pt x="159719" y="134863"/>
                </a:lnTo>
                <a:lnTo>
                  <a:pt x="158921" y="135166"/>
                </a:lnTo>
                <a:lnTo>
                  <a:pt x="158140" y="135432"/>
                </a:lnTo>
                <a:lnTo>
                  <a:pt x="157377" y="135664"/>
                </a:lnTo>
                <a:lnTo>
                  <a:pt x="156630" y="135860"/>
                </a:lnTo>
                <a:lnTo>
                  <a:pt x="155901" y="136020"/>
                </a:lnTo>
                <a:lnTo>
                  <a:pt x="155189" y="136144"/>
                </a:lnTo>
                <a:lnTo>
                  <a:pt x="154494" y="136233"/>
                </a:lnTo>
                <a:lnTo>
                  <a:pt x="153816" y="136287"/>
                </a:lnTo>
                <a:lnTo>
                  <a:pt x="153156" y="136304"/>
                </a:lnTo>
                <a:lnTo>
                  <a:pt x="152678" y="136296"/>
                </a:lnTo>
                <a:lnTo>
                  <a:pt x="152204" y="136271"/>
                </a:lnTo>
                <a:lnTo>
                  <a:pt x="151735" y="136228"/>
                </a:lnTo>
                <a:lnTo>
                  <a:pt x="151271" y="136169"/>
                </a:lnTo>
                <a:lnTo>
                  <a:pt x="150812" y="136093"/>
                </a:lnTo>
                <a:lnTo>
                  <a:pt x="150357" y="136000"/>
                </a:lnTo>
                <a:lnTo>
                  <a:pt x="149907" y="135890"/>
                </a:lnTo>
                <a:lnTo>
                  <a:pt x="149461" y="135764"/>
                </a:lnTo>
                <a:lnTo>
                  <a:pt x="149020" y="135620"/>
                </a:lnTo>
                <a:lnTo>
                  <a:pt x="148584" y="135459"/>
                </a:lnTo>
                <a:lnTo>
                  <a:pt x="148152" y="135282"/>
                </a:lnTo>
                <a:lnTo>
                  <a:pt x="147725" y="135088"/>
                </a:lnTo>
                <a:lnTo>
                  <a:pt x="147303" y="134876"/>
                </a:lnTo>
                <a:lnTo>
                  <a:pt x="146885" y="134648"/>
                </a:lnTo>
                <a:lnTo>
                  <a:pt x="146472" y="134403"/>
                </a:lnTo>
                <a:lnTo>
                  <a:pt x="146064" y="134141"/>
                </a:lnTo>
                <a:lnTo>
                  <a:pt x="145660" y="133862"/>
                </a:lnTo>
                <a:lnTo>
                  <a:pt x="145261" y="133566"/>
                </a:lnTo>
                <a:lnTo>
                  <a:pt x="144867" y="133254"/>
                </a:lnTo>
                <a:lnTo>
                  <a:pt x="144477" y="132924"/>
                </a:lnTo>
                <a:lnTo>
                  <a:pt x="144092" y="132578"/>
                </a:lnTo>
                <a:lnTo>
                  <a:pt x="143711" y="132214"/>
                </a:lnTo>
                <a:lnTo>
                  <a:pt x="143335" y="131834"/>
                </a:lnTo>
                <a:lnTo>
                  <a:pt x="142964" y="131437"/>
                </a:lnTo>
                <a:lnTo>
                  <a:pt x="142603" y="131027"/>
                </a:lnTo>
                <a:lnTo>
                  <a:pt x="142257" y="130608"/>
                </a:lnTo>
                <a:lnTo>
                  <a:pt x="141926" y="130181"/>
                </a:lnTo>
                <a:lnTo>
                  <a:pt x="141611" y="129745"/>
                </a:lnTo>
                <a:lnTo>
                  <a:pt x="141312" y="129300"/>
                </a:lnTo>
                <a:lnTo>
                  <a:pt x="141027" y="128846"/>
                </a:lnTo>
                <a:lnTo>
                  <a:pt x="140758" y="128384"/>
                </a:lnTo>
                <a:lnTo>
                  <a:pt x="140505" y="127913"/>
                </a:lnTo>
                <a:lnTo>
                  <a:pt x="140266" y="127433"/>
                </a:lnTo>
                <a:lnTo>
                  <a:pt x="140043" y="126944"/>
                </a:lnTo>
                <a:lnTo>
                  <a:pt x="139836" y="126447"/>
                </a:lnTo>
                <a:lnTo>
                  <a:pt x="139644" y="125941"/>
                </a:lnTo>
                <a:lnTo>
                  <a:pt x="139467" y="125426"/>
                </a:lnTo>
                <a:lnTo>
                  <a:pt x="139306" y="124903"/>
                </a:lnTo>
                <a:lnTo>
                  <a:pt x="139160" y="124371"/>
                </a:lnTo>
                <a:lnTo>
                  <a:pt x="139029" y="123830"/>
                </a:lnTo>
                <a:lnTo>
                  <a:pt x="138914" y="123281"/>
                </a:lnTo>
                <a:lnTo>
                  <a:pt x="138814" y="122722"/>
                </a:lnTo>
                <a:lnTo>
                  <a:pt x="138729" y="122155"/>
                </a:lnTo>
                <a:lnTo>
                  <a:pt x="138660" y="121579"/>
                </a:lnTo>
                <a:lnTo>
                  <a:pt x="138606" y="120995"/>
                </a:lnTo>
                <a:lnTo>
                  <a:pt x="138568" y="120402"/>
                </a:lnTo>
                <a:lnTo>
                  <a:pt x="138545" y="119800"/>
                </a:lnTo>
                <a:lnTo>
                  <a:pt x="138537" y="119189"/>
                </a:lnTo>
                <a:lnTo>
                  <a:pt x="138543" y="118704"/>
                </a:lnTo>
                <a:lnTo>
                  <a:pt x="138561" y="118222"/>
                </a:lnTo>
                <a:lnTo>
                  <a:pt x="138592" y="117743"/>
                </a:lnTo>
                <a:lnTo>
                  <a:pt x="138634" y="117267"/>
                </a:lnTo>
                <a:lnTo>
                  <a:pt x="138689" y="116795"/>
                </a:lnTo>
                <a:lnTo>
                  <a:pt x="138756" y="116326"/>
                </a:lnTo>
                <a:lnTo>
                  <a:pt x="138835" y="115860"/>
                </a:lnTo>
                <a:lnTo>
                  <a:pt x="138926" y="115397"/>
                </a:lnTo>
                <a:lnTo>
                  <a:pt x="139029" y="114937"/>
                </a:lnTo>
                <a:lnTo>
                  <a:pt x="139145" y="114481"/>
                </a:lnTo>
                <a:lnTo>
                  <a:pt x="139272" y="114028"/>
                </a:lnTo>
                <a:lnTo>
                  <a:pt x="139412" y="113578"/>
                </a:lnTo>
                <a:lnTo>
                  <a:pt x="139564" y="113131"/>
                </a:lnTo>
                <a:lnTo>
                  <a:pt x="139728" y="112687"/>
                </a:lnTo>
                <a:lnTo>
                  <a:pt x="139904" y="112247"/>
                </a:lnTo>
                <a:lnTo>
                  <a:pt x="140093" y="111810"/>
                </a:lnTo>
                <a:lnTo>
                  <a:pt x="140293" y="111376"/>
                </a:lnTo>
                <a:lnTo>
                  <a:pt x="140506" y="110945"/>
                </a:lnTo>
                <a:lnTo>
                  <a:pt x="140731" y="110517"/>
                </a:lnTo>
                <a:lnTo>
                  <a:pt x="140968" y="110093"/>
                </a:lnTo>
                <a:lnTo>
                  <a:pt x="141217" y="109672"/>
                </a:lnTo>
                <a:lnTo>
                  <a:pt x="141478" y="109254"/>
                </a:lnTo>
                <a:lnTo>
                  <a:pt x="141752" y="108839"/>
                </a:lnTo>
                <a:lnTo>
                  <a:pt x="142037" y="108428"/>
                </a:lnTo>
                <a:lnTo>
                  <a:pt x="142337" y="108019"/>
                </a:lnTo>
                <a:lnTo>
                  <a:pt x="142653" y="107611"/>
                </a:lnTo>
                <a:lnTo>
                  <a:pt x="142985" y="107204"/>
                </a:lnTo>
                <a:lnTo>
                  <a:pt x="143333" y="106799"/>
                </a:lnTo>
                <a:lnTo>
                  <a:pt x="143697" y="106396"/>
                </a:lnTo>
                <a:lnTo>
                  <a:pt x="144077" y="105994"/>
                </a:lnTo>
                <a:lnTo>
                  <a:pt x="144473" y="105593"/>
                </a:lnTo>
                <a:lnTo>
                  <a:pt x="144886" y="105194"/>
                </a:lnTo>
                <a:lnTo>
                  <a:pt x="145314" y="104796"/>
                </a:lnTo>
                <a:lnTo>
                  <a:pt x="145759" y="104400"/>
                </a:lnTo>
                <a:lnTo>
                  <a:pt x="146219" y="104005"/>
                </a:lnTo>
                <a:lnTo>
                  <a:pt x="146696" y="103611"/>
                </a:lnTo>
                <a:lnTo>
                  <a:pt x="147189" y="103219"/>
                </a:lnTo>
                <a:lnTo>
                  <a:pt x="147697" y="102828"/>
                </a:lnTo>
                <a:lnTo>
                  <a:pt x="148222" y="102439"/>
                </a:lnTo>
                <a:lnTo>
                  <a:pt x="148763" y="102051"/>
                </a:lnTo>
                <a:lnTo>
                  <a:pt x="149320" y="101664"/>
                </a:lnTo>
                <a:lnTo>
                  <a:pt x="149894" y="101279"/>
                </a:lnTo>
                <a:lnTo>
                  <a:pt x="150483" y="100895"/>
                </a:lnTo>
                <a:lnTo>
                  <a:pt x="151088" y="100513"/>
                </a:lnTo>
                <a:lnTo>
                  <a:pt x="151710" y="100132"/>
                </a:lnTo>
                <a:lnTo>
                  <a:pt x="152347" y="99753"/>
                </a:lnTo>
                <a:lnTo>
                  <a:pt x="153001" y="99375"/>
                </a:lnTo>
                <a:lnTo>
                  <a:pt x="153671" y="98998"/>
                </a:lnTo>
                <a:lnTo>
                  <a:pt x="154067" y="98778"/>
                </a:lnTo>
                <a:lnTo>
                  <a:pt x="154502" y="98546"/>
                </a:lnTo>
                <a:lnTo>
                  <a:pt x="154975" y="98301"/>
                </a:lnTo>
                <a:lnTo>
                  <a:pt x="155487" y="98044"/>
                </a:lnTo>
                <a:lnTo>
                  <a:pt x="156036" y="97774"/>
                </a:lnTo>
                <a:lnTo>
                  <a:pt x="156624" y="97492"/>
                </a:lnTo>
                <a:lnTo>
                  <a:pt x="157250" y="97198"/>
                </a:lnTo>
                <a:lnTo>
                  <a:pt x="157914" y="96891"/>
                </a:lnTo>
                <a:lnTo>
                  <a:pt x="158617" y="96571"/>
                </a:lnTo>
                <a:lnTo>
                  <a:pt x="159358" y="96239"/>
                </a:lnTo>
                <a:lnTo>
                  <a:pt x="160137" y="95895"/>
                </a:lnTo>
                <a:lnTo>
                  <a:pt x="160954" y="95538"/>
                </a:lnTo>
                <a:lnTo>
                  <a:pt x="161810" y="95169"/>
                </a:lnTo>
                <a:lnTo>
                  <a:pt x="162704" y="94787"/>
                </a:lnTo>
                <a:lnTo>
                  <a:pt x="163636" y="94393"/>
                </a:lnTo>
                <a:lnTo>
                  <a:pt x="164606" y="93987"/>
                </a:lnTo>
                <a:lnTo>
                  <a:pt x="165615" y="93568"/>
                </a:lnTo>
                <a:lnTo>
                  <a:pt x="166661" y="93136"/>
                </a:lnTo>
                <a:lnTo>
                  <a:pt x="167747" y="92692"/>
                </a:lnTo>
                <a:lnTo>
                  <a:pt x="168870" y="92236"/>
                </a:lnTo>
                <a:lnTo>
                  <a:pt x="170031" y="91767"/>
                </a:lnTo>
                <a:lnTo>
                  <a:pt x="171231" y="91286"/>
                </a:lnTo>
                <a:lnTo>
                  <a:pt x="172469" y="90792"/>
                </a:lnTo>
                <a:lnTo>
                  <a:pt x="173746" y="90286"/>
                </a:lnTo>
                <a:lnTo>
                  <a:pt x="173746" y="126055"/>
                </a:lnTo>
                <a:lnTo>
                  <a:pt x="172690" y="126891"/>
                </a:lnTo>
                <a:lnTo>
                  <a:pt x="171652" y="127692"/>
                </a:lnTo>
                <a:lnTo>
                  <a:pt x="170631" y="128457"/>
                </a:lnTo>
                <a:lnTo>
                  <a:pt x="169628" y="129186"/>
                </a:lnTo>
                <a:close/>
                <a:moveTo>
                  <a:pt x="271172" y="50006"/>
                </a:moveTo>
                <a:lnTo>
                  <a:pt x="271073" y="50190"/>
                </a:lnTo>
                <a:lnTo>
                  <a:pt x="270975" y="50369"/>
                </a:lnTo>
                <a:lnTo>
                  <a:pt x="270878" y="50542"/>
                </a:lnTo>
                <a:lnTo>
                  <a:pt x="270782" y="50708"/>
                </a:lnTo>
                <a:lnTo>
                  <a:pt x="270687" y="50868"/>
                </a:lnTo>
                <a:lnTo>
                  <a:pt x="270593" y="51022"/>
                </a:lnTo>
                <a:lnTo>
                  <a:pt x="270501" y="51171"/>
                </a:lnTo>
                <a:lnTo>
                  <a:pt x="270409" y="51313"/>
                </a:lnTo>
                <a:lnTo>
                  <a:pt x="270318" y="51449"/>
                </a:lnTo>
                <a:lnTo>
                  <a:pt x="270229" y="51579"/>
                </a:lnTo>
                <a:lnTo>
                  <a:pt x="270140" y="51703"/>
                </a:lnTo>
                <a:lnTo>
                  <a:pt x="270053" y="51820"/>
                </a:lnTo>
                <a:lnTo>
                  <a:pt x="269967" y="51932"/>
                </a:lnTo>
                <a:lnTo>
                  <a:pt x="269881" y="52038"/>
                </a:lnTo>
                <a:lnTo>
                  <a:pt x="269797" y="52137"/>
                </a:lnTo>
                <a:lnTo>
                  <a:pt x="269714" y="52231"/>
                </a:lnTo>
                <a:lnTo>
                  <a:pt x="269632" y="52318"/>
                </a:lnTo>
                <a:lnTo>
                  <a:pt x="269551" y="52399"/>
                </a:lnTo>
                <a:lnTo>
                  <a:pt x="269471" y="52475"/>
                </a:lnTo>
                <a:lnTo>
                  <a:pt x="269392" y="52544"/>
                </a:lnTo>
                <a:lnTo>
                  <a:pt x="269315" y="52607"/>
                </a:lnTo>
                <a:lnTo>
                  <a:pt x="269236" y="52666"/>
                </a:lnTo>
                <a:lnTo>
                  <a:pt x="269155" y="52722"/>
                </a:lnTo>
                <a:lnTo>
                  <a:pt x="269072" y="52776"/>
                </a:lnTo>
                <a:lnTo>
                  <a:pt x="268986" y="52827"/>
                </a:lnTo>
                <a:lnTo>
                  <a:pt x="268897" y="52876"/>
                </a:lnTo>
                <a:lnTo>
                  <a:pt x="268806" y="52922"/>
                </a:lnTo>
                <a:lnTo>
                  <a:pt x="268713" y="52966"/>
                </a:lnTo>
                <a:lnTo>
                  <a:pt x="268617" y="53007"/>
                </a:lnTo>
                <a:lnTo>
                  <a:pt x="268518" y="53046"/>
                </a:lnTo>
                <a:lnTo>
                  <a:pt x="268417" y="53082"/>
                </a:lnTo>
                <a:lnTo>
                  <a:pt x="268314" y="53116"/>
                </a:lnTo>
                <a:lnTo>
                  <a:pt x="268208" y="53147"/>
                </a:lnTo>
                <a:lnTo>
                  <a:pt x="268099" y="53176"/>
                </a:lnTo>
                <a:lnTo>
                  <a:pt x="267988" y="53202"/>
                </a:lnTo>
                <a:lnTo>
                  <a:pt x="267875" y="53226"/>
                </a:lnTo>
                <a:lnTo>
                  <a:pt x="267759" y="53247"/>
                </a:lnTo>
                <a:lnTo>
                  <a:pt x="267640" y="53266"/>
                </a:lnTo>
                <a:lnTo>
                  <a:pt x="267519" y="53283"/>
                </a:lnTo>
                <a:lnTo>
                  <a:pt x="267396" y="53296"/>
                </a:lnTo>
                <a:lnTo>
                  <a:pt x="267270" y="53308"/>
                </a:lnTo>
                <a:lnTo>
                  <a:pt x="267141" y="53316"/>
                </a:lnTo>
                <a:lnTo>
                  <a:pt x="267010" y="53323"/>
                </a:lnTo>
                <a:lnTo>
                  <a:pt x="266877" y="53326"/>
                </a:lnTo>
                <a:lnTo>
                  <a:pt x="266741" y="53328"/>
                </a:lnTo>
                <a:lnTo>
                  <a:pt x="266589" y="53325"/>
                </a:lnTo>
                <a:lnTo>
                  <a:pt x="266425" y="53317"/>
                </a:lnTo>
                <a:lnTo>
                  <a:pt x="266249" y="53303"/>
                </a:lnTo>
                <a:lnTo>
                  <a:pt x="266060" y="53285"/>
                </a:lnTo>
                <a:lnTo>
                  <a:pt x="265860" y="53261"/>
                </a:lnTo>
                <a:lnTo>
                  <a:pt x="265647" y="53231"/>
                </a:lnTo>
                <a:lnTo>
                  <a:pt x="265422" y="53196"/>
                </a:lnTo>
                <a:lnTo>
                  <a:pt x="265185" y="53156"/>
                </a:lnTo>
                <a:lnTo>
                  <a:pt x="264936" y="53110"/>
                </a:lnTo>
                <a:lnTo>
                  <a:pt x="264675" y="53059"/>
                </a:lnTo>
                <a:lnTo>
                  <a:pt x="264401" y="53003"/>
                </a:lnTo>
                <a:lnTo>
                  <a:pt x="264116" y="52942"/>
                </a:lnTo>
                <a:lnTo>
                  <a:pt x="263818" y="52874"/>
                </a:lnTo>
                <a:lnTo>
                  <a:pt x="263508" y="52802"/>
                </a:lnTo>
                <a:lnTo>
                  <a:pt x="263186" y="52724"/>
                </a:lnTo>
                <a:lnTo>
                  <a:pt x="262852" y="52641"/>
                </a:lnTo>
                <a:lnTo>
                  <a:pt x="262505" y="52553"/>
                </a:lnTo>
                <a:lnTo>
                  <a:pt x="262147" y="52459"/>
                </a:lnTo>
                <a:lnTo>
                  <a:pt x="261776" y="52360"/>
                </a:lnTo>
                <a:lnTo>
                  <a:pt x="261393" y="52255"/>
                </a:lnTo>
                <a:lnTo>
                  <a:pt x="260998" y="52145"/>
                </a:lnTo>
                <a:lnTo>
                  <a:pt x="260591" y="52030"/>
                </a:lnTo>
                <a:lnTo>
                  <a:pt x="260172" y="51909"/>
                </a:lnTo>
                <a:lnTo>
                  <a:pt x="259740" y="51783"/>
                </a:lnTo>
                <a:lnTo>
                  <a:pt x="259084" y="51590"/>
                </a:lnTo>
                <a:lnTo>
                  <a:pt x="258436" y="51405"/>
                </a:lnTo>
                <a:lnTo>
                  <a:pt x="257796" y="51228"/>
                </a:lnTo>
                <a:lnTo>
                  <a:pt x="257164" y="51060"/>
                </a:lnTo>
                <a:lnTo>
                  <a:pt x="256540" y="50900"/>
                </a:lnTo>
                <a:lnTo>
                  <a:pt x="255925" y="50747"/>
                </a:lnTo>
                <a:lnTo>
                  <a:pt x="255318" y="50604"/>
                </a:lnTo>
                <a:lnTo>
                  <a:pt x="254719" y="50468"/>
                </a:lnTo>
                <a:lnTo>
                  <a:pt x="254128" y="50340"/>
                </a:lnTo>
                <a:lnTo>
                  <a:pt x="253546" y="50221"/>
                </a:lnTo>
                <a:lnTo>
                  <a:pt x="252971" y="50110"/>
                </a:lnTo>
                <a:lnTo>
                  <a:pt x="252405" y="50007"/>
                </a:lnTo>
                <a:lnTo>
                  <a:pt x="251847" y="49913"/>
                </a:lnTo>
                <a:lnTo>
                  <a:pt x="251298" y="49827"/>
                </a:lnTo>
                <a:lnTo>
                  <a:pt x="250756" y="49748"/>
                </a:lnTo>
                <a:lnTo>
                  <a:pt x="250223" y="49679"/>
                </a:lnTo>
                <a:lnTo>
                  <a:pt x="249698" y="49617"/>
                </a:lnTo>
                <a:lnTo>
                  <a:pt x="249182" y="49563"/>
                </a:lnTo>
                <a:lnTo>
                  <a:pt x="248673" y="49518"/>
                </a:lnTo>
                <a:lnTo>
                  <a:pt x="248173" y="49481"/>
                </a:lnTo>
                <a:lnTo>
                  <a:pt x="247681" y="49453"/>
                </a:lnTo>
                <a:lnTo>
                  <a:pt x="247197" y="49432"/>
                </a:lnTo>
                <a:lnTo>
                  <a:pt x="246721" y="49420"/>
                </a:lnTo>
                <a:lnTo>
                  <a:pt x="246254" y="49416"/>
                </a:lnTo>
                <a:lnTo>
                  <a:pt x="245207" y="49429"/>
                </a:lnTo>
                <a:lnTo>
                  <a:pt x="244176" y="49470"/>
                </a:lnTo>
                <a:lnTo>
                  <a:pt x="243162" y="49538"/>
                </a:lnTo>
                <a:lnTo>
                  <a:pt x="242163" y="49633"/>
                </a:lnTo>
                <a:lnTo>
                  <a:pt x="241181" y="49755"/>
                </a:lnTo>
                <a:lnTo>
                  <a:pt x="240215" y="49904"/>
                </a:lnTo>
                <a:lnTo>
                  <a:pt x="239266" y="50081"/>
                </a:lnTo>
                <a:lnTo>
                  <a:pt x="238333" y="50284"/>
                </a:lnTo>
                <a:lnTo>
                  <a:pt x="237416" y="50515"/>
                </a:lnTo>
                <a:lnTo>
                  <a:pt x="236515" y="50773"/>
                </a:lnTo>
                <a:lnTo>
                  <a:pt x="235631" y="51058"/>
                </a:lnTo>
                <a:lnTo>
                  <a:pt x="234762" y="51370"/>
                </a:lnTo>
                <a:lnTo>
                  <a:pt x="233910" y="51709"/>
                </a:lnTo>
                <a:lnTo>
                  <a:pt x="233075" y="52076"/>
                </a:lnTo>
                <a:lnTo>
                  <a:pt x="232255" y="52469"/>
                </a:lnTo>
                <a:lnTo>
                  <a:pt x="231452" y="52890"/>
                </a:lnTo>
                <a:lnTo>
                  <a:pt x="230665" y="53338"/>
                </a:lnTo>
                <a:lnTo>
                  <a:pt x="229895" y="53813"/>
                </a:lnTo>
                <a:lnTo>
                  <a:pt x="229140" y="54315"/>
                </a:lnTo>
                <a:lnTo>
                  <a:pt x="228402" y="54844"/>
                </a:lnTo>
                <a:lnTo>
                  <a:pt x="227681" y="55401"/>
                </a:lnTo>
                <a:lnTo>
                  <a:pt x="226975" y="55985"/>
                </a:lnTo>
                <a:lnTo>
                  <a:pt x="226286" y="56595"/>
                </a:lnTo>
                <a:lnTo>
                  <a:pt x="225613" y="57233"/>
                </a:lnTo>
                <a:lnTo>
                  <a:pt x="224962" y="57891"/>
                </a:lnTo>
                <a:lnTo>
                  <a:pt x="224338" y="58562"/>
                </a:lnTo>
                <a:lnTo>
                  <a:pt x="223743" y="59246"/>
                </a:lnTo>
                <a:lnTo>
                  <a:pt x="223175" y="59944"/>
                </a:lnTo>
                <a:lnTo>
                  <a:pt x="222635" y="60654"/>
                </a:lnTo>
                <a:lnTo>
                  <a:pt x="222122" y="61378"/>
                </a:lnTo>
                <a:lnTo>
                  <a:pt x="221637" y="62115"/>
                </a:lnTo>
                <a:lnTo>
                  <a:pt x="221180" y="62866"/>
                </a:lnTo>
                <a:lnTo>
                  <a:pt x="220751" y="63629"/>
                </a:lnTo>
                <a:lnTo>
                  <a:pt x="220349" y="64406"/>
                </a:lnTo>
                <a:lnTo>
                  <a:pt x="219975" y="65196"/>
                </a:lnTo>
                <a:lnTo>
                  <a:pt x="219629" y="65999"/>
                </a:lnTo>
                <a:lnTo>
                  <a:pt x="219310" y="66816"/>
                </a:lnTo>
                <a:lnTo>
                  <a:pt x="219019" y="67645"/>
                </a:lnTo>
                <a:lnTo>
                  <a:pt x="218756" y="68488"/>
                </a:lnTo>
                <a:lnTo>
                  <a:pt x="218521" y="69344"/>
                </a:lnTo>
                <a:lnTo>
                  <a:pt x="218313" y="70213"/>
                </a:lnTo>
                <a:lnTo>
                  <a:pt x="218133" y="71096"/>
                </a:lnTo>
                <a:lnTo>
                  <a:pt x="217980" y="71991"/>
                </a:lnTo>
                <a:lnTo>
                  <a:pt x="217856" y="72900"/>
                </a:lnTo>
                <a:lnTo>
                  <a:pt x="217759" y="73822"/>
                </a:lnTo>
                <a:lnTo>
                  <a:pt x="217690" y="74758"/>
                </a:lnTo>
                <a:lnTo>
                  <a:pt x="217648" y="75706"/>
                </a:lnTo>
                <a:lnTo>
                  <a:pt x="217634" y="76668"/>
                </a:lnTo>
                <a:lnTo>
                  <a:pt x="217642" y="77408"/>
                </a:lnTo>
                <a:lnTo>
                  <a:pt x="217666" y="78138"/>
                </a:lnTo>
                <a:lnTo>
                  <a:pt x="217707" y="78857"/>
                </a:lnTo>
                <a:lnTo>
                  <a:pt x="217763" y="79565"/>
                </a:lnTo>
                <a:lnTo>
                  <a:pt x="217835" y="80262"/>
                </a:lnTo>
                <a:lnTo>
                  <a:pt x="217924" y="80949"/>
                </a:lnTo>
                <a:lnTo>
                  <a:pt x="218028" y="81625"/>
                </a:lnTo>
                <a:lnTo>
                  <a:pt x="218149" y="82290"/>
                </a:lnTo>
                <a:lnTo>
                  <a:pt x="218286" y="82944"/>
                </a:lnTo>
                <a:lnTo>
                  <a:pt x="218438" y="83588"/>
                </a:lnTo>
                <a:lnTo>
                  <a:pt x="218607" y="84221"/>
                </a:lnTo>
                <a:lnTo>
                  <a:pt x="218792" y="84844"/>
                </a:lnTo>
                <a:lnTo>
                  <a:pt x="218993" y="85455"/>
                </a:lnTo>
                <a:lnTo>
                  <a:pt x="219211" y="86056"/>
                </a:lnTo>
                <a:lnTo>
                  <a:pt x="219444" y="86646"/>
                </a:lnTo>
                <a:lnTo>
                  <a:pt x="219693" y="87226"/>
                </a:lnTo>
                <a:lnTo>
                  <a:pt x="219959" y="87795"/>
                </a:lnTo>
                <a:lnTo>
                  <a:pt x="220240" y="88353"/>
                </a:lnTo>
                <a:lnTo>
                  <a:pt x="220538" y="88900"/>
                </a:lnTo>
                <a:lnTo>
                  <a:pt x="220851" y="89437"/>
                </a:lnTo>
                <a:lnTo>
                  <a:pt x="221181" y="89963"/>
                </a:lnTo>
                <a:lnTo>
                  <a:pt x="221527" y="90478"/>
                </a:lnTo>
                <a:lnTo>
                  <a:pt x="221889" y="90983"/>
                </a:lnTo>
                <a:lnTo>
                  <a:pt x="222267" y="91477"/>
                </a:lnTo>
                <a:lnTo>
                  <a:pt x="222671" y="91976"/>
                </a:lnTo>
                <a:lnTo>
                  <a:pt x="223110" y="92481"/>
                </a:lnTo>
                <a:lnTo>
                  <a:pt x="223586" y="92990"/>
                </a:lnTo>
                <a:lnTo>
                  <a:pt x="224097" y="93505"/>
                </a:lnTo>
                <a:lnTo>
                  <a:pt x="224644" y="94024"/>
                </a:lnTo>
                <a:lnTo>
                  <a:pt x="225227" y="94549"/>
                </a:lnTo>
                <a:lnTo>
                  <a:pt x="225845" y="95079"/>
                </a:lnTo>
                <a:lnTo>
                  <a:pt x="226499" y="95613"/>
                </a:lnTo>
                <a:lnTo>
                  <a:pt x="227189" y="96153"/>
                </a:lnTo>
                <a:lnTo>
                  <a:pt x="227915" y="96697"/>
                </a:lnTo>
                <a:lnTo>
                  <a:pt x="228676" y="97247"/>
                </a:lnTo>
                <a:lnTo>
                  <a:pt x="229473" y="97802"/>
                </a:lnTo>
                <a:lnTo>
                  <a:pt x="230306" y="98361"/>
                </a:lnTo>
                <a:lnTo>
                  <a:pt x="231175" y="98926"/>
                </a:lnTo>
                <a:lnTo>
                  <a:pt x="232079" y="99495"/>
                </a:lnTo>
                <a:lnTo>
                  <a:pt x="233019" y="100070"/>
                </a:lnTo>
                <a:lnTo>
                  <a:pt x="233995" y="100650"/>
                </a:lnTo>
                <a:lnTo>
                  <a:pt x="235007" y="101234"/>
                </a:lnTo>
                <a:lnTo>
                  <a:pt x="236054" y="101824"/>
                </a:lnTo>
                <a:lnTo>
                  <a:pt x="237137" y="102419"/>
                </a:lnTo>
                <a:lnTo>
                  <a:pt x="238256" y="103018"/>
                </a:lnTo>
                <a:lnTo>
                  <a:pt x="239411" y="103623"/>
                </a:lnTo>
                <a:lnTo>
                  <a:pt x="240601" y="104232"/>
                </a:lnTo>
                <a:lnTo>
                  <a:pt x="241827" y="104847"/>
                </a:lnTo>
                <a:lnTo>
                  <a:pt x="243054" y="105460"/>
                </a:lnTo>
                <a:lnTo>
                  <a:pt x="244246" y="106063"/>
                </a:lnTo>
                <a:lnTo>
                  <a:pt x="245404" y="106658"/>
                </a:lnTo>
                <a:lnTo>
                  <a:pt x="246527" y="107243"/>
                </a:lnTo>
                <a:lnTo>
                  <a:pt x="247616" y="107820"/>
                </a:lnTo>
                <a:lnTo>
                  <a:pt x="248670" y="108388"/>
                </a:lnTo>
                <a:lnTo>
                  <a:pt x="249690" y="108947"/>
                </a:lnTo>
                <a:lnTo>
                  <a:pt x="250675" y="109497"/>
                </a:lnTo>
                <a:lnTo>
                  <a:pt x="251626" y="110038"/>
                </a:lnTo>
                <a:lnTo>
                  <a:pt x="252542" y="110570"/>
                </a:lnTo>
                <a:lnTo>
                  <a:pt x="253424" y="111093"/>
                </a:lnTo>
                <a:lnTo>
                  <a:pt x="254271" y="111607"/>
                </a:lnTo>
                <a:lnTo>
                  <a:pt x="255084" y="112112"/>
                </a:lnTo>
                <a:lnTo>
                  <a:pt x="255862" y="112609"/>
                </a:lnTo>
                <a:lnTo>
                  <a:pt x="256606" y="113096"/>
                </a:lnTo>
                <a:lnTo>
                  <a:pt x="257315" y="113575"/>
                </a:lnTo>
                <a:lnTo>
                  <a:pt x="257990" y="114045"/>
                </a:lnTo>
                <a:lnTo>
                  <a:pt x="258630" y="114505"/>
                </a:lnTo>
                <a:lnTo>
                  <a:pt x="259236" y="114957"/>
                </a:lnTo>
                <a:lnTo>
                  <a:pt x="259808" y="115400"/>
                </a:lnTo>
                <a:lnTo>
                  <a:pt x="260344" y="115834"/>
                </a:lnTo>
                <a:lnTo>
                  <a:pt x="260847" y="116259"/>
                </a:lnTo>
                <a:lnTo>
                  <a:pt x="261314" y="116675"/>
                </a:lnTo>
                <a:lnTo>
                  <a:pt x="261748" y="117082"/>
                </a:lnTo>
                <a:lnTo>
                  <a:pt x="262155" y="117489"/>
                </a:lnTo>
                <a:lnTo>
                  <a:pt x="262545" y="117903"/>
                </a:lnTo>
                <a:lnTo>
                  <a:pt x="262918" y="118325"/>
                </a:lnTo>
                <a:lnTo>
                  <a:pt x="263273" y="118756"/>
                </a:lnTo>
                <a:lnTo>
                  <a:pt x="263612" y="119194"/>
                </a:lnTo>
                <a:lnTo>
                  <a:pt x="263932" y="119640"/>
                </a:lnTo>
                <a:lnTo>
                  <a:pt x="264236" y="120093"/>
                </a:lnTo>
                <a:lnTo>
                  <a:pt x="264522" y="120555"/>
                </a:lnTo>
                <a:lnTo>
                  <a:pt x="264790" y="121025"/>
                </a:lnTo>
                <a:lnTo>
                  <a:pt x="265042" y="121502"/>
                </a:lnTo>
                <a:lnTo>
                  <a:pt x="265276" y="121987"/>
                </a:lnTo>
                <a:lnTo>
                  <a:pt x="265493" y="122480"/>
                </a:lnTo>
                <a:lnTo>
                  <a:pt x="265692" y="122981"/>
                </a:lnTo>
                <a:lnTo>
                  <a:pt x="265874" y="123490"/>
                </a:lnTo>
                <a:lnTo>
                  <a:pt x="266039" y="124007"/>
                </a:lnTo>
                <a:lnTo>
                  <a:pt x="266186" y="124531"/>
                </a:lnTo>
                <a:lnTo>
                  <a:pt x="266316" y="125064"/>
                </a:lnTo>
                <a:lnTo>
                  <a:pt x="266429" y="125604"/>
                </a:lnTo>
                <a:lnTo>
                  <a:pt x="266524" y="126152"/>
                </a:lnTo>
                <a:lnTo>
                  <a:pt x="266602" y="126708"/>
                </a:lnTo>
                <a:lnTo>
                  <a:pt x="266663" y="127272"/>
                </a:lnTo>
                <a:lnTo>
                  <a:pt x="266706" y="127844"/>
                </a:lnTo>
                <a:lnTo>
                  <a:pt x="266732" y="128424"/>
                </a:lnTo>
                <a:lnTo>
                  <a:pt x="266741" y="129011"/>
                </a:lnTo>
                <a:lnTo>
                  <a:pt x="266733" y="129497"/>
                </a:lnTo>
                <a:lnTo>
                  <a:pt x="266710" y="129976"/>
                </a:lnTo>
                <a:lnTo>
                  <a:pt x="266671" y="130450"/>
                </a:lnTo>
                <a:lnTo>
                  <a:pt x="266616" y="130918"/>
                </a:lnTo>
                <a:lnTo>
                  <a:pt x="266546" y="131380"/>
                </a:lnTo>
                <a:lnTo>
                  <a:pt x="266461" y="131836"/>
                </a:lnTo>
                <a:lnTo>
                  <a:pt x="266360" y="132286"/>
                </a:lnTo>
                <a:lnTo>
                  <a:pt x="266243" y="132731"/>
                </a:lnTo>
                <a:lnTo>
                  <a:pt x="266111" y="133169"/>
                </a:lnTo>
                <a:lnTo>
                  <a:pt x="265963" y="133602"/>
                </a:lnTo>
                <a:lnTo>
                  <a:pt x="265800" y="134028"/>
                </a:lnTo>
                <a:lnTo>
                  <a:pt x="265621" y="134449"/>
                </a:lnTo>
                <a:lnTo>
                  <a:pt x="265427" y="134864"/>
                </a:lnTo>
                <a:lnTo>
                  <a:pt x="265217" y="135273"/>
                </a:lnTo>
                <a:lnTo>
                  <a:pt x="264992" y="135676"/>
                </a:lnTo>
                <a:lnTo>
                  <a:pt x="264750" y="136073"/>
                </a:lnTo>
                <a:lnTo>
                  <a:pt x="264494" y="136465"/>
                </a:lnTo>
                <a:lnTo>
                  <a:pt x="264222" y="136850"/>
                </a:lnTo>
                <a:lnTo>
                  <a:pt x="263934" y="137230"/>
                </a:lnTo>
                <a:lnTo>
                  <a:pt x="263631" y="137603"/>
                </a:lnTo>
                <a:lnTo>
                  <a:pt x="263312" y="137971"/>
                </a:lnTo>
                <a:lnTo>
                  <a:pt x="262978" y="138333"/>
                </a:lnTo>
                <a:lnTo>
                  <a:pt x="262628" y="138689"/>
                </a:lnTo>
                <a:lnTo>
                  <a:pt x="262263" y="139039"/>
                </a:lnTo>
                <a:lnTo>
                  <a:pt x="261885" y="139379"/>
                </a:lnTo>
                <a:lnTo>
                  <a:pt x="261498" y="139704"/>
                </a:lnTo>
                <a:lnTo>
                  <a:pt x="261102" y="140015"/>
                </a:lnTo>
                <a:lnTo>
                  <a:pt x="260697" y="140311"/>
                </a:lnTo>
                <a:lnTo>
                  <a:pt x="260283" y="140593"/>
                </a:lnTo>
                <a:lnTo>
                  <a:pt x="259859" y="140860"/>
                </a:lnTo>
                <a:lnTo>
                  <a:pt x="259427" y="141113"/>
                </a:lnTo>
                <a:lnTo>
                  <a:pt x="258985" y="141352"/>
                </a:lnTo>
                <a:lnTo>
                  <a:pt x="258535" y="141576"/>
                </a:lnTo>
                <a:lnTo>
                  <a:pt x="258075" y="141785"/>
                </a:lnTo>
                <a:lnTo>
                  <a:pt x="257606" y="141981"/>
                </a:lnTo>
                <a:lnTo>
                  <a:pt x="257128" y="142161"/>
                </a:lnTo>
                <a:lnTo>
                  <a:pt x="256641" y="142328"/>
                </a:lnTo>
                <a:lnTo>
                  <a:pt x="256145" y="142479"/>
                </a:lnTo>
                <a:lnTo>
                  <a:pt x="255639" y="142617"/>
                </a:lnTo>
                <a:lnTo>
                  <a:pt x="255125" y="142739"/>
                </a:lnTo>
                <a:lnTo>
                  <a:pt x="254601" y="142848"/>
                </a:lnTo>
                <a:lnTo>
                  <a:pt x="254068" y="142942"/>
                </a:lnTo>
                <a:lnTo>
                  <a:pt x="253527" y="143021"/>
                </a:lnTo>
                <a:lnTo>
                  <a:pt x="252976" y="143086"/>
                </a:lnTo>
                <a:lnTo>
                  <a:pt x="252416" y="143137"/>
                </a:lnTo>
                <a:lnTo>
                  <a:pt x="251846" y="143173"/>
                </a:lnTo>
                <a:lnTo>
                  <a:pt x="251268" y="143195"/>
                </a:lnTo>
                <a:lnTo>
                  <a:pt x="250681" y="143202"/>
                </a:lnTo>
                <a:lnTo>
                  <a:pt x="249843" y="143189"/>
                </a:lnTo>
                <a:lnTo>
                  <a:pt x="249013" y="143151"/>
                </a:lnTo>
                <a:lnTo>
                  <a:pt x="248189" y="143087"/>
                </a:lnTo>
                <a:lnTo>
                  <a:pt x="247372" y="142998"/>
                </a:lnTo>
                <a:lnTo>
                  <a:pt x="246562" y="142884"/>
                </a:lnTo>
                <a:lnTo>
                  <a:pt x="245759" y="142744"/>
                </a:lnTo>
                <a:lnTo>
                  <a:pt x="244962" y="142578"/>
                </a:lnTo>
                <a:lnTo>
                  <a:pt x="244172" y="142387"/>
                </a:lnTo>
                <a:lnTo>
                  <a:pt x="243389" y="142171"/>
                </a:lnTo>
                <a:lnTo>
                  <a:pt x="242613" y="141929"/>
                </a:lnTo>
                <a:lnTo>
                  <a:pt x="241843" y="141661"/>
                </a:lnTo>
                <a:lnTo>
                  <a:pt x="241081" y="141368"/>
                </a:lnTo>
                <a:lnTo>
                  <a:pt x="240325" y="141050"/>
                </a:lnTo>
                <a:lnTo>
                  <a:pt x="239576" y="140706"/>
                </a:lnTo>
                <a:lnTo>
                  <a:pt x="238834" y="140337"/>
                </a:lnTo>
                <a:lnTo>
                  <a:pt x="238098" y="139942"/>
                </a:lnTo>
                <a:lnTo>
                  <a:pt x="237369" y="139522"/>
                </a:lnTo>
                <a:lnTo>
                  <a:pt x="236648" y="139076"/>
                </a:lnTo>
                <a:lnTo>
                  <a:pt x="235932" y="138605"/>
                </a:lnTo>
                <a:lnTo>
                  <a:pt x="235224" y="138108"/>
                </a:lnTo>
                <a:lnTo>
                  <a:pt x="234523" y="137586"/>
                </a:lnTo>
                <a:lnTo>
                  <a:pt x="233828" y="137038"/>
                </a:lnTo>
                <a:lnTo>
                  <a:pt x="233140" y="136465"/>
                </a:lnTo>
                <a:lnTo>
                  <a:pt x="232459" y="135867"/>
                </a:lnTo>
                <a:lnTo>
                  <a:pt x="231790" y="135243"/>
                </a:lnTo>
                <a:lnTo>
                  <a:pt x="231140" y="134595"/>
                </a:lnTo>
                <a:lnTo>
                  <a:pt x="230508" y="133922"/>
                </a:lnTo>
                <a:lnTo>
                  <a:pt x="229894" y="133224"/>
                </a:lnTo>
                <a:lnTo>
                  <a:pt x="229298" y="132501"/>
                </a:lnTo>
                <a:lnTo>
                  <a:pt x="228721" y="131754"/>
                </a:lnTo>
                <a:lnTo>
                  <a:pt x="228161" y="130982"/>
                </a:lnTo>
                <a:lnTo>
                  <a:pt x="227620" y="130185"/>
                </a:lnTo>
                <a:lnTo>
                  <a:pt x="227097" y="129363"/>
                </a:lnTo>
                <a:lnTo>
                  <a:pt x="226593" y="128517"/>
                </a:lnTo>
                <a:lnTo>
                  <a:pt x="226107" y="127645"/>
                </a:lnTo>
                <a:lnTo>
                  <a:pt x="225638" y="126749"/>
                </a:lnTo>
                <a:lnTo>
                  <a:pt x="225189" y="125829"/>
                </a:lnTo>
                <a:lnTo>
                  <a:pt x="224757" y="124883"/>
                </a:lnTo>
                <a:lnTo>
                  <a:pt x="224344" y="123913"/>
                </a:lnTo>
                <a:lnTo>
                  <a:pt x="223948" y="122918"/>
                </a:lnTo>
                <a:lnTo>
                  <a:pt x="223571" y="121899"/>
                </a:lnTo>
                <a:lnTo>
                  <a:pt x="223213" y="120854"/>
                </a:lnTo>
                <a:lnTo>
                  <a:pt x="222872" y="119785"/>
                </a:lnTo>
                <a:lnTo>
                  <a:pt x="222550" y="118691"/>
                </a:lnTo>
                <a:lnTo>
                  <a:pt x="222246" y="117572"/>
                </a:lnTo>
                <a:lnTo>
                  <a:pt x="221960" y="116429"/>
                </a:lnTo>
                <a:lnTo>
                  <a:pt x="221693" y="115260"/>
                </a:lnTo>
                <a:lnTo>
                  <a:pt x="221443" y="114067"/>
                </a:lnTo>
                <a:lnTo>
                  <a:pt x="218046" y="114067"/>
                </a:lnTo>
                <a:lnTo>
                  <a:pt x="218046" y="147835"/>
                </a:lnTo>
                <a:lnTo>
                  <a:pt x="221443" y="147835"/>
                </a:lnTo>
                <a:lnTo>
                  <a:pt x="221557" y="147616"/>
                </a:lnTo>
                <a:lnTo>
                  <a:pt x="221674" y="147407"/>
                </a:lnTo>
                <a:lnTo>
                  <a:pt x="221794" y="147207"/>
                </a:lnTo>
                <a:lnTo>
                  <a:pt x="221918" y="147017"/>
                </a:lnTo>
                <a:lnTo>
                  <a:pt x="222046" y="146836"/>
                </a:lnTo>
                <a:lnTo>
                  <a:pt x="222177" y="146664"/>
                </a:lnTo>
                <a:lnTo>
                  <a:pt x="222312" y="146501"/>
                </a:lnTo>
                <a:lnTo>
                  <a:pt x="222450" y="146348"/>
                </a:lnTo>
                <a:lnTo>
                  <a:pt x="222592" y="146204"/>
                </a:lnTo>
                <a:lnTo>
                  <a:pt x="222737" y="146069"/>
                </a:lnTo>
                <a:lnTo>
                  <a:pt x="222886" y="145943"/>
                </a:lnTo>
                <a:lnTo>
                  <a:pt x="223039" y="145827"/>
                </a:lnTo>
                <a:lnTo>
                  <a:pt x="223195" y="145720"/>
                </a:lnTo>
                <a:lnTo>
                  <a:pt x="223355" y="145623"/>
                </a:lnTo>
                <a:lnTo>
                  <a:pt x="223518" y="145534"/>
                </a:lnTo>
                <a:lnTo>
                  <a:pt x="223685" y="145455"/>
                </a:lnTo>
                <a:lnTo>
                  <a:pt x="223856" y="145386"/>
                </a:lnTo>
                <a:lnTo>
                  <a:pt x="224030" y="145325"/>
                </a:lnTo>
                <a:lnTo>
                  <a:pt x="224208" y="145274"/>
                </a:lnTo>
                <a:lnTo>
                  <a:pt x="224389" y="145232"/>
                </a:lnTo>
                <a:lnTo>
                  <a:pt x="224574" y="145200"/>
                </a:lnTo>
                <a:lnTo>
                  <a:pt x="224762" y="145177"/>
                </a:lnTo>
                <a:lnTo>
                  <a:pt x="224954" y="145163"/>
                </a:lnTo>
                <a:lnTo>
                  <a:pt x="225149" y="145158"/>
                </a:lnTo>
                <a:lnTo>
                  <a:pt x="225332" y="145160"/>
                </a:lnTo>
                <a:lnTo>
                  <a:pt x="225518" y="145165"/>
                </a:lnTo>
                <a:lnTo>
                  <a:pt x="225709" y="145174"/>
                </a:lnTo>
                <a:lnTo>
                  <a:pt x="225904" y="145187"/>
                </a:lnTo>
                <a:lnTo>
                  <a:pt x="226104" y="145203"/>
                </a:lnTo>
                <a:lnTo>
                  <a:pt x="226308" y="145222"/>
                </a:lnTo>
                <a:lnTo>
                  <a:pt x="226516" y="145246"/>
                </a:lnTo>
                <a:lnTo>
                  <a:pt x="226728" y="145272"/>
                </a:lnTo>
                <a:lnTo>
                  <a:pt x="226945" y="145303"/>
                </a:lnTo>
                <a:lnTo>
                  <a:pt x="227166" y="145337"/>
                </a:lnTo>
                <a:lnTo>
                  <a:pt x="227391" y="145374"/>
                </a:lnTo>
                <a:lnTo>
                  <a:pt x="227620" y="145415"/>
                </a:lnTo>
                <a:lnTo>
                  <a:pt x="227854" y="145460"/>
                </a:lnTo>
                <a:lnTo>
                  <a:pt x="228092" y="145508"/>
                </a:lnTo>
                <a:lnTo>
                  <a:pt x="228334" y="145560"/>
                </a:lnTo>
                <a:lnTo>
                  <a:pt x="228581" y="145616"/>
                </a:lnTo>
                <a:lnTo>
                  <a:pt x="228832" y="145675"/>
                </a:lnTo>
                <a:lnTo>
                  <a:pt x="229087" y="145737"/>
                </a:lnTo>
                <a:lnTo>
                  <a:pt x="229347" y="145803"/>
                </a:lnTo>
                <a:lnTo>
                  <a:pt x="229611" y="145873"/>
                </a:lnTo>
                <a:lnTo>
                  <a:pt x="229879" y="145946"/>
                </a:lnTo>
                <a:lnTo>
                  <a:pt x="230151" y="146023"/>
                </a:lnTo>
                <a:lnTo>
                  <a:pt x="230428" y="146104"/>
                </a:lnTo>
                <a:lnTo>
                  <a:pt x="230709" y="146188"/>
                </a:lnTo>
                <a:lnTo>
                  <a:pt x="231631" y="146440"/>
                </a:lnTo>
                <a:lnTo>
                  <a:pt x="232545" y="146681"/>
                </a:lnTo>
                <a:lnTo>
                  <a:pt x="233450" y="146911"/>
                </a:lnTo>
                <a:lnTo>
                  <a:pt x="234346" y="147131"/>
                </a:lnTo>
                <a:lnTo>
                  <a:pt x="235234" y="147340"/>
                </a:lnTo>
                <a:lnTo>
                  <a:pt x="236114" y="147539"/>
                </a:lnTo>
                <a:lnTo>
                  <a:pt x="236984" y="147726"/>
                </a:lnTo>
                <a:lnTo>
                  <a:pt x="237846" y="147903"/>
                </a:lnTo>
                <a:lnTo>
                  <a:pt x="238700" y="148070"/>
                </a:lnTo>
                <a:lnTo>
                  <a:pt x="239545" y="148225"/>
                </a:lnTo>
                <a:lnTo>
                  <a:pt x="240382" y="148370"/>
                </a:lnTo>
                <a:lnTo>
                  <a:pt x="241209" y="148504"/>
                </a:lnTo>
                <a:lnTo>
                  <a:pt x="242029" y="148627"/>
                </a:lnTo>
                <a:lnTo>
                  <a:pt x="242840" y="148740"/>
                </a:lnTo>
                <a:lnTo>
                  <a:pt x="243642" y="148842"/>
                </a:lnTo>
                <a:lnTo>
                  <a:pt x="244435" y="148933"/>
                </a:lnTo>
                <a:lnTo>
                  <a:pt x="245220" y="149013"/>
                </a:lnTo>
                <a:lnTo>
                  <a:pt x="245997" y="149083"/>
                </a:lnTo>
                <a:lnTo>
                  <a:pt x="246764" y="149142"/>
                </a:lnTo>
                <a:lnTo>
                  <a:pt x="247524" y="149190"/>
                </a:lnTo>
                <a:lnTo>
                  <a:pt x="248274" y="149228"/>
                </a:lnTo>
                <a:lnTo>
                  <a:pt x="249016" y="149255"/>
                </a:lnTo>
                <a:lnTo>
                  <a:pt x="249750" y="149271"/>
                </a:lnTo>
                <a:lnTo>
                  <a:pt x="250475" y="149276"/>
                </a:lnTo>
                <a:lnTo>
                  <a:pt x="251475" y="149262"/>
                </a:lnTo>
                <a:lnTo>
                  <a:pt x="252466" y="149221"/>
                </a:lnTo>
                <a:lnTo>
                  <a:pt x="253450" y="149153"/>
                </a:lnTo>
                <a:lnTo>
                  <a:pt x="254426" y="149058"/>
                </a:lnTo>
                <a:lnTo>
                  <a:pt x="255393" y="148935"/>
                </a:lnTo>
                <a:lnTo>
                  <a:pt x="256353" y="148784"/>
                </a:lnTo>
                <a:lnTo>
                  <a:pt x="257304" y="148607"/>
                </a:lnTo>
                <a:lnTo>
                  <a:pt x="258248" y="148402"/>
                </a:lnTo>
                <a:lnTo>
                  <a:pt x="259183" y="148170"/>
                </a:lnTo>
                <a:lnTo>
                  <a:pt x="260110" y="147910"/>
                </a:lnTo>
                <a:lnTo>
                  <a:pt x="261030" y="147624"/>
                </a:lnTo>
                <a:lnTo>
                  <a:pt x="261941" y="147310"/>
                </a:lnTo>
                <a:lnTo>
                  <a:pt x="262844" y="146968"/>
                </a:lnTo>
                <a:lnTo>
                  <a:pt x="263739" y="146599"/>
                </a:lnTo>
                <a:lnTo>
                  <a:pt x="264626" y="146203"/>
                </a:lnTo>
                <a:lnTo>
                  <a:pt x="265505" y="145780"/>
                </a:lnTo>
                <a:lnTo>
                  <a:pt x="266377" y="145329"/>
                </a:lnTo>
                <a:lnTo>
                  <a:pt x="267240" y="144851"/>
                </a:lnTo>
                <a:lnTo>
                  <a:pt x="268094" y="144346"/>
                </a:lnTo>
                <a:lnTo>
                  <a:pt x="268941" y="143814"/>
                </a:lnTo>
                <a:lnTo>
                  <a:pt x="269780" y="143254"/>
                </a:lnTo>
                <a:lnTo>
                  <a:pt x="270611" y="142666"/>
                </a:lnTo>
                <a:lnTo>
                  <a:pt x="271434" y="142052"/>
                </a:lnTo>
                <a:lnTo>
                  <a:pt x="272249" y="141410"/>
                </a:lnTo>
                <a:lnTo>
                  <a:pt x="273042" y="140746"/>
                </a:lnTo>
                <a:lnTo>
                  <a:pt x="273803" y="140064"/>
                </a:lnTo>
                <a:lnTo>
                  <a:pt x="274529" y="139365"/>
                </a:lnTo>
                <a:lnTo>
                  <a:pt x="275221" y="138649"/>
                </a:lnTo>
                <a:lnTo>
                  <a:pt x="275880" y="137915"/>
                </a:lnTo>
                <a:lnTo>
                  <a:pt x="276505" y="137164"/>
                </a:lnTo>
                <a:lnTo>
                  <a:pt x="277096" y="136396"/>
                </a:lnTo>
                <a:lnTo>
                  <a:pt x="277653" y="135610"/>
                </a:lnTo>
                <a:lnTo>
                  <a:pt x="278177" y="134807"/>
                </a:lnTo>
                <a:lnTo>
                  <a:pt x="278667" y="133987"/>
                </a:lnTo>
                <a:lnTo>
                  <a:pt x="279123" y="133150"/>
                </a:lnTo>
                <a:lnTo>
                  <a:pt x="279545" y="132295"/>
                </a:lnTo>
                <a:lnTo>
                  <a:pt x="279934" y="131423"/>
                </a:lnTo>
                <a:lnTo>
                  <a:pt x="280288" y="130534"/>
                </a:lnTo>
                <a:lnTo>
                  <a:pt x="280609" y="129627"/>
                </a:lnTo>
                <a:lnTo>
                  <a:pt x="280896" y="128703"/>
                </a:lnTo>
                <a:lnTo>
                  <a:pt x="281150" y="127762"/>
                </a:lnTo>
                <a:lnTo>
                  <a:pt x="281369" y="126803"/>
                </a:lnTo>
                <a:lnTo>
                  <a:pt x="281555" y="125827"/>
                </a:lnTo>
                <a:lnTo>
                  <a:pt x="281707" y="124834"/>
                </a:lnTo>
                <a:lnTo>
                  <a:pt x="281825" y="123824"/>
                </a:lnTo>
                <a:lnTo>
                  <a:pt x="281910" y="122796"/>
                </a:lnTo>
                <a:lnTo>
                  <a:pt x="281960" y="121751"/>
                </a:lnTo>
                <a:lnTo>
                  <a:pt x="281977" y="120688"/>
                </a:lnTo>
                <a:lnTo>
                  <a:pt x="281941" y="119311"/>
                </a:lnTo>
                <a:lnTo>
                  <a:pt x="281832" y="117956"/>
                </a:lnTo>
                <a:lnTo>
                  <a:pt x="281651" y="116624"/>
                </a:lnTo>
                <a:lnTo>
                  <a:pt x="281397" y="115315"/>
                </a:lnTo>
                <a:lnTo>
                  <a:pt x="281070" y="114027"/>
                </a:lnTo>
                <a:lnTo>
                  <a:pt x="280671" y="112763"/>
                </a:lnTo>
                <a:lnTo>
                  <a:pt x="280199" y="111521"/>
                </a:lnTo>
                <a:lnTo>
                  <a:pt x="279655" y="110301"/>
                </a:lnTo>
                <a:lnTo>
                  <a:pt x="279038" y="109104"/>
                </a:lnTo>
                <a:lnTo>
                  <a:pt x="278349" y="107929"/>
                </a:lnTo>
                <a:lnTo>
                  <a:pt x="277587" y="106777"/>
                </a:lnTo>
                <a:lnTo>
                  <a:pt x="276753" y="105647"/>
                </a:lnTo>
                <a:lnTo>
                  <a:pt x="275846" y="104540"/>
                </a:lnTo>
                <a:lnTo>
                  <a:pt x="274866" y="103456"/>
                </a:lnTo>
                <a:lnTo>
                  <a:pt x="273814" y="102394"/>
                </a:lnTo>
                <a:lnTo>
                  <a:pt x="272689" y="101354"/>
                </a:lnTo>
                <a:lnTo>
                  <a:pt x="271492" y="100337"/>
                </a:lnTo>
                <a:lnTo>
                  <a:pt x="270222" y="99342"/>
                </a:lnTo>
                <a:lnTo>
                  <a:pt x="268879" y="98370"/>
                </a:lnTo>
                <a:lnTo>
                  <a:pt x="267464" y="97421"/>
                </a:lnTo>
                <a:lnTo>
                  <a:pt x="265977" y="96494"/>
                </a:lnTo>
                <a:lnTo>
                  <a:pt x="264417" y="95589"/>
                </a:lnTo>
                <a:lnTo>
                  <a:pt x="262784" y="94707"/>
                </a:lnTo>
                <a:lnTo>
                  <a:pt x="261079" y="93848"/>
                </a:lnTo>
                <a:lnTo>
                  <a:pt x="246048" y="86545"/>
                </a:lnTo>
                <a:lnTo>
                  <a:pt x="245245" y="86151"/>
                </a:lnTo>
                <a:lnTo>
                  <a:pt x="244464" y="85760"/>
                </a:lnTo>
                <a:lnTo>
                  <a:pt x="243706" y="85370"/>
                </a:lnTo>
                <a:lnTo>
                  <a:pt x="242971" y="84983"/>
                </a:lnTo>
                <a:lnTo>
                  <a:pt x="242259" y="84596"/>
                </a:lnTo>
                <a:lnTo>
                  <a:pt x="241570" y="84212"/>
                </a:lnTo>
                <a:lnTo>
                  <a:pt x="240904" y="83830"/>
                </a:lnTo>
                <a:lnTo>
                  <a:pt x="240260" y="83449"/>
                </a:lnTo>
                <a:lnTo>
                  <a:pt x="239640" y="83070"/>
                </a:lnTo>
                <a:lnTo>
                  <a:pt x="239042" y="82692"/>
                </a:lnTo>
                <a:lnTo>
                  <a:pt x="238467" y="82317"/>
                </a:lnTo>
                <a:lnTo>
                  <a:pt x="237915" y="81943"/>
                </a:lnTo>
                <a:lnTo>
                  <a:pt x="237386" y="81571"/>
                </a:lnTo>
                <a:lnTo>
                  <a:pt x="236880" y="81201"/>
                </a:lnTo>
                <a:lnTo>
                  <a:pt x="236397" y="80833"/>
                </a:lnTo>
                <a:lnTo>
                  <a:pt x="235936" y="80466"/>
                </a:lnTo>
                <a:lnTo>
                  <a:pt x="235499" y="80102"/>
                </a:lnTo>
                <a:lnTo>
                  <a:pt x="235084" y="79739"/>
                </a:lnTo>
                <a:lnTo>
                  <a:pt x="234692" y="79377"/>
                </a:lnTo>
                <a:lnTo>
                  <a:pt x="234323" y="79018"/>
                </a:lnTo>
                <a:lnTo>
                  <a:pt x="233977" y="78660"/>
                </a:lnTo>
                <a:lnTo>
                  <a:pt x="233654" y="78304"/>
                </a:lnTo>
                <a:lnTo>
                  <a:pt x="233354" y="77950"/>
                </a:lnTo>
                <a:lnTo>
                  <a:pt x="233077" y="77598"/>
                </a:lnTo>
                <a:lnTo>
                  <a:pt x="232808" y="77252"/>
                </a:lnTo>
                <a:lnTo>
                  <a:pt x="232550" y="76901"/>
                </a:lnTo>
                <a:lnTo>
                  <a:pt x="232304" y="76544"/>
                </a:lnTo>
                <a:lnTo>
                  <a:pt x="232070" y="76182"/>
                </a:lnTo>
                <a:lnTo>
                  <a:pt x="231847" y="75813"/>
                </a:lnTo>
                <a:lnTo>
                  <a:pt x="231635" y="75439"/>
                </a:lnTo>
                <a:lnTo>
                  <a:pt x="231435" y="75059"/>
                </a:lnTo>
                <a:lnTo>
                  <a:pt x="231246" y="74674"/>
                </a:lnTo>
                <a:lnTo>
                  <a:pt x="231069" y="74283"/>
                </a:lnTo>
                <a:lnTo>
                  <a:pt x="230903" y="73886"/>
                </a:lnTo>
                <a:lnTo>
                  <a:pt x="230749" y="73483"/>
                </a:lnTo>
                <a:lnTo>
                  <a:pt x="230606" y="73074"/>
                </a:lnTo>
                <a:lnTo>
                  <a:pt x="230474" y="72660"/>
                </a:lnTo>
                <a:lnTo>
                  <a:pt x="230354" y="72241"/>
                </a:lnTo>
                <a:lnTo>
                  <a:pt x="230245" y="71815"/>
                </a:lnTo>
                <a:lnTo>
                  <a:pt x="230148" y="71384"/>
                </a:lnTo>
                <a:lnTo>
                  <a:pt x="230062" y="70947"/>
                </a:lnTo>
                <a:lnTo>
                  <a:pt x="229988" y="70504"/>
                </a:lnTo>
                <a:lnTo>
                  <a:pt x="229925" y="70056"/>
                </a:lnTo>
                <a:lnTo>
                  <a:pt x="229874" y="69601"/>
                </a:lnTo>
                <a:lnTo>
                  <a:pt x="229834" y="69142"/>
                </a:lnTo>
                <a:lnTo>
                  <a:pt x="229805" y="68676"/>
                </a:lnTo>
                <a:lnTo>
                  <a:pt x="229788" y="68205"/>
                </a:lnTo>
                <a:lnTo>
                  <a:pt x="229782" y="67728"/>
                </a:lnTo>
                <a:lnTo>
                  <a:pt x="229790" y="67343"/>
                </a:lnTo>
                <a:lnTo>
                  <a:pt x="229813" y="66962"/>
                </a:lnTo>
                <a:lnTo>
                  <a:pt x="229851" y="66583"/>
                </a:lnTo>
                <a:lnTo>
                  <a:pt x="229905" y="66207"/>
                </a:lnTo>
                <a:lnTo>
                  <a:pt x="229974" y="65834"/>
                </a:lnTo>
                <a:lnTo>
                  <a:pt x="230059" y="65464"/>
                </a:lnTo>
                <a:lnTo>
                  <a:pt x="230159" y="65097"/>
                </a:lnTo>
                <a:lnTo>
                  <a:pt x="230274" y="64733"/>
                </a:lnTo>
                <a:lnTo>
                  <a:pt x="230405" y="64372"/>
                </a:lnTo>
                <a:lnTo>
                  <a:pt x="230551" y="64013"/>
                </a:lnTo>
                <a:lnTo>
                  <a:pt x="230712" y="63658"/>
                </a:lnTo>
                <a:lnTo>
                  <a:pt x="230889" y="63305"/>
                </a:lnTo>
                <a:lnTo>
                  <a:pt x="231081" y="62955"/>
                </a:lnTo>
                <a:lnTo>
                  <a:pt x="231289" y="62608"/>
                </a:lnTo>
                <a:lnTo>
                  <a:pt x="231511" y="62264"/>
                </a:lnTo>
                <a:lnTo>
                  <a:pt x="231750" y="61922"/>
                </a:lnTo>
                <a:lnTo>
                  <a:pt x="232003" y="61584"/>
                </a:lnTo>
                <a:lnTo>
                  <a:pt x="232272" y="61248"/>
                </a:lnTo>
                <a:lnTo>
                  <a:pt x="232557" y="60916"/>
                </a:lnTo>
                <a:lnTo>
                  <a:pt x="232856" y="60586"/>
                </a:lnTo>
                <a:lnTo>
                  <a:pt x="233171" y="60259"/>
                </a:lnTo>
                <a:lnTo>
                  <a:pt x="233502" y="59935"/>
                </a:lnTo>
                <a:lnTo>
                  <a:pt x="233848" y="59614"/>
                </a:lnTo>
                <a:lnTo>
                  <a:pt x="234209" y="59295"/>
                </a:lnTo>
                <a:lnTo>
                  <a:pt x="234583" y="58985"/>
                </a:lnTo>
                <a:lnTo>
                  <a:pt x="234966" y="58688"/>
                </a:lnTo>
                <a:lnTo>
                  <a:pt x="235359" y="58403"/>
                </a:lnTo>
                <a:lnTo>
                  <a:pt x="235762" y="58132"/>
                </a:lnTo>
                <a:lnTo>
                  <a:pt x="236174" y="57875"/>
                </a:lnTo>
                <a:lnTo>
                  <a:pt x="236596" y="57630"/>
                </a:lnTo>
                <a:lnTo>
                  <a:pt x="237028" y="57399"/>
                </a:lnTo>
                <a:lnTo>
                  <a:pt x="237469" y="57181"/>
                </a:lnTo>
                <a:lnTo>
                  <a:pt x="237920" y="56976"/>
                </a:lnTo>
                <a:lnTo>
                  <a:pt x="238381" y="56785"/>
                </a:lnTo>
                <a:lnTo>
                  <a:pt x="238851" y="56606"/>
                </a:lnTo>
                <a:lnTo>
                  <a:pt x="239331" y="56441"/>
                </a:lnTo>
                <a:lnTo>
                  <a:pt x="239820" y="56289"/>
                </a:lnTo>
                <a:lnTo>
                  <a:pt x="240319" y="56150"/>
                </a:lnTo>
                <a:lnTo>
                  <a:pt x="240828" y="56025"/>
                </a:lnTo>
                <a:lnTo>
                  <a:pt x="241347" y="55912"/>
                </a:lnTo>
                <a:lnTo>
                  <a:pt x="241875" y="55813"/>
                </a:lnTo>
                <a:lnTo>
                  <a:pt x="242413" y="55727"/>
                </a:lnTo>
                <a:lnTo>
                  <a:pt x="242960" y="55655"/>
                </a:lnTo>
                <a:lnTo>
                  <a:pt x="243517" y="55595"/>
                </a:lnTo>
                <a:lnTo>
                  <a:pt x="244084" y="55549"/>
                </a:lnTo>
                <a:lnTo>
                  <a:pt x="244660" y="55516"/>
                </a:lnTo>
                <a:lnTo>
                  <a:pt x="245246" y="55496"/>
                </a:lnTo>
                <a:lnTo>
                  <a:pt x="245842" y="55489"/>
                </a:lnTo>
                <a:lnTo>
                  <a:pt x="246626" y="55499"/>
                </a:lnTo>
                <a:lnTo>
                  <a:pt x="247398" y="55527"/>
                </a:lnTo>
                <a:lnTo>
                  <a:pt x="248158" y="55574"/>
                </a:lnTo>
                <a:lnTo>
                  <a:pt x="248906" y="55640"/>
                </a:lnTo>
                <a:lnTo>
                  <a:pt x="249643" y="55725"/>
                </a:lnTo>
                <a:lnTo>
                  <a:pt x="250369" y="55828"/>
                </a:lnTo>
                <a:lnTo>
                  <a:pt x="251083" y="55950"/>
                </a:lnTo>
                <a:lnTo>
                  <a:pt x="251785" y="56091"/>
                </a:lnTo>
                <a:lnTo>
                  <a:pt x="252475" y="56251"/>
                </a:lnTo>
                <a:lnTo>
                  <a:pt x="253154" y="56430"/>
                </a:lnTo>
                <a:lnTo>
                  <a:pt x="253821" y="56627"/>
                </a:lnTo>
                <a:lnTo>
                  <a:pt x="254477" y="56843"/>
                </a:lnTo>
                <a:lnTo>
                  <a:pt x="255121" y="57078"/>
                </a:lnTo>
                <a:lnTo>
                  <a:pt x="255754" y="57332"/>
                </a:lnTo>
                <a:lnTo>
                  <a:pt x="256374" y="57605"/>
                </a:lnTo>
                <a:lnTo>
                  <a:pt x="256984" y="57896"/>
                </a:lnTo>
                <a:lnTo>
                  <a:pt x="257581" y="58206"/>
                </a:lnTo>
                <a:lnTo>
                  <a:pt x="258167" y="58535"/>
                </a:lnTo>
                <a:lnTo>
                  <a:pt x="258741" y="58883"/>
                </a:lnTo>
                <a:lnTo>
                  <a:pt x="259304" y="59250"/>
                </a:lnTo>
                <a:lnTo>
                  <a:pt x="259855" y="59635"/>
                </a:lnTo>
                <a:lnTo>
                  <a:pt x="260395" y="60039"/>
                </a:lnTo>
                <a:lnTo>
                  <a:pt x="260923" y="60462"/>
                </a:lnTo>
                <a:lnTo>
                  <a:pt x="261439" y="60904"/>
                </a:lnTo>
                <a:lnTo>
                  <a:pt x="261946" y="61372"/>
                </a:lnTo>
                <a:lnTo>
                  <a:pt x="262445" y="61873"/>
                </a:lnTo>
                <a:lnTo>
                  <a:pt x="262936" y="62407"/>
                </a:lnTo>
                <a:lnTo>
                  <a:pt x="263419" y="62974"/>
                </a:lnTo>
                <a:lnTo>
                  <a:pt x="263895" y="63575"/>
                </a:lnTo>
                <a:lnTo>
                  <a:pt x="264363" y="64210"/>
                </a:lnTo>
                <a:lnTo>
                  <a:pt x="264824" y="64877"/>
                </a:lnTo>
                <a:lnTo>
                  <a:pt x="265277" y="65579"/>
                </a:lnTo>
                <a:lnTo>
                  <a:pt x="265722" y="66313"/>
                </a:lnTo>
                <a:lnTo>
                  <a:pt x="266159" y="67081"/>
                </a:lnTo>
                <a:lnTo>
                  <a:pt x="266589" y="67882"/>
                </a:lnTo>
                <a:lnTo>
                  <a:pt x="267011" y="68716"/>
                </a:lnTo>
                <a:lnTo>
                  <a:pt x="267425" y="69584"/>
                </a:lnTo>
                <a:lnTo>
                  <a:pt x="267832" y="70485"/>
                </a:lnTo>
                <a:lnTo>
                  <a:pt x="268231" y="71419"/>
                </a:lnTo>
                <a:lnTo>
                  <a:pt x="268623" y="72387"/>
                </a:lnTo>
                <a:lnTo>
                  <a:pt x="269006" y="73388"/>
                </a:lnTo>
                <a:lnTo>
                  <a:pt x="269382" y="74423"/>
                </a:lnTo>
                <a:lnTo>
                  <a:pt x="269750" y="75490"/>
                </a:lnTo>
                <a:lnTo>
                  <a:pt x="270111" y="76592"/>
                </a:lnTo>
                <a:lnTo>
                  <a:pt x="270464" y="77726"/>
                </a:lnTo>
                <a:lnTo>
                  <a:pt x="270809" y="78894"/>
                </a:lnTo>
                <a:lnTo>
                  <a:pt x="271147" y="80095"/>
                </a:lnTo>
                <a:lnTo>
                  <a:pt x="271476" y="81330"/>
                </a:lnTo>
                <a:lnTo>
                  <a:pt x="274874" y="81330"/>
                </a:lnTo>
                <a:lnTo>
                  <a:pt x="274874" y="49416"/>
                </a:lnTo>
                <a:lnTo>
                  <a:pt x="271476" y="49416"/>
                </a:lnTo>
                <a:lnTo>
                  <a:pt x="271374" y="49618"/>
                </a:lnTo>
                <a:lnTo>
                  <a:pt x="271273" y="49815"/>
                </a:lnTo>
                <a:lnTo>
                  <a:pt x="271172" y="50006"/>
                </a:lnTo>
                <a:close/>
                <a:moveTo>
                  <a:pt x="353189" y="50006"/>
                </a:moveTo>
                <a:lnTo>
                  <a:pt x="353090" y="50190"/>
                </a:lnTo>
                <a:lnTo>
                  <a:pt x="352991" y="50369"/>
                </a:lnTo>
                <a:lnTo>
                  <a:pt x="352894" y="50542"/>
                </a:lnTo>
                <a:lnTo>
                  <a:pt x="352798" y="50708"/>
                </a:lnTo>
                <a:lnTo>
                  <a:pt x="352704" y="50868"/>
                </a:lnTo>
                <a:lnTo>
                  <a:pt x="352610" y="51022"/>
                </a:lnTo>
                <a:lnTo>
                  <a:pt x="352517" y="51171"/>
                </a:lnTo>
                <a:lnTo>
                  <a:pt x="352425" y="51313"/>
                </a:lnTo>
                <a:lnTo>
                  <a:pt x="352335" y="51449"/>
                </a:lnTo>
                <a:lnTo>
                  <a:pt x="352245" y="51579"/>
                </a:lnTo>
                <a:lnTo>
                  <a:pt x="352157" y="51703"/>
                </a:lnTo>
                <a:lnTo>
                  <a:pt x="352069" y="51820"/>
                </a:lnTo>
                <a:lnTo>
                  <a:pt x="351983" y="51932"/>
                </a:lnTo>
                <a:lnTo>
                  <a:pt x="351898" y="52038"/>
                </a:lnTo>
                <a:lnTo>
                  <a:pt x="351813" y="52137"/>
                </a:lnTo>
                <a:lnTo>
                  <a:pt x="351730" y="52231"/>
                </a:lnTo>
                <a:lnTo>
                  <a:pt x="351648" y="52318"/>
                </a:lnTo>
                <a:lnTo>
                  <a:pt x="351567" y="52399"/>
                </a:lnTo>
                <a:lnTo>
                  <a:pt x="351487" y="52475"/>
                </a:lnTo>
                <a:lnTo>
                  <a:pt x="351409" y="52544"/>
                </a:lnTo>
                <a:lnTo>
                  <a:pt x="351331" y="52607"/>
                </a:lnTo>
                <a:lnTo>
                  <a:pt x="351252" y="52666"/>
                </a:lnTo>
                <a:lnTo>
                  <a:pt x="351171" y="52722"/>
                </a:lnTo>
                <a:lnTo>
                  <a:pt x="351088" y="52776"/>
                </a:lnTo>
                <a:lnTo>
                  <a:pt x="351002" y="52827"/>
                </a:lnTo>
                <a:lnTo>
                  <a:pt x="350914" y="52876"/>
                </a:lnTo>
                <a:lnTo>
                  <a:pt x="350823" y="52922"/>
                </a:lnTo>
                <a:lnTo>
                  <a:pt x="350729" y="52966"/>
                </a:lnTo>
                <a:lnTo>
                  <a:pt x="350633" y="53007"/>
                </a:lnTo>
                <a:lnTo>
                  <a:pt x="350535" y="53046"/>
                </a:lnTo>
                <a:lnTo>
                  <a:pt x="350434" y="53082"/>
                </a:lnTo>
                <a:lnTo>
                  <a:pt x="350330" y="53116"/>
                </a:lnTo>
                <a:lnTo>
                  <a:pt x="350224" y="53147"/>
                </a:lnTo>
                <a:lnTo>
                  <a:pt x="350116" y="53176"/>
                </a:lnTo>
                <a:lnTo>
                  <a:pt x="350005" y="53202"/>
                </a:lnTo>
                <a:lnTo>
                  <a:pt x="349891" y="53226"/>
                </a:lnTo>
                <a:lnTo>
                  <a:pt x="349775" y="53247"/>
                </a:lnTo>
                <a:lnTo>
                  <a:pt x="349657" y="53266"/>
                </a:lnTo>
                <a:lnTo>
                  <a:pt x="349536" y="53283"/>
                </a:lnTo>
                <a:lnTo>
                  <a:pt x="349412" y="53296"/>
                </a:lnTo>
                <a:lnTo>
                  <a:pt x="349286" y="53308"/>
                </a:lnTo>
                <a:lnTo>
                  <a:pt x="349158" y="53316"/>
                </a:lnTo>
                <a:lnTo>
                  <a:pt x="349027" y="53323"/>
                </a:lnTo>
                <a:lnTo>
                  <a:pt x="348893" y="53326"/>
                </a:lnTo>
                <a:lnTo>
                  <a:pt x="348757" y="53328"/>
                </a:lnTo>
                <a:lnTo>
                  <a:pt x="348605" y="53325"/>
                </a:lnTo>
                <a:lnTo>
                  <a:pt x="348441" y="53317"/>
                </a:lnTo>
                <a:lnTo>
                  <a:pt x="348265" y="53303"/>
                </a:lnTo>
                <a:lnTo>
                  <a:pt x="348077" y="53285"/>
                </a:lnTo>
                <a:lnTo>
                  <a:pt x="347876" y="53261"/>
                </a:lnTo>
                <a:lnTo>
                  <a:pt x="347663" y="53231"/>
                </a:lnTo>
                <a:lnTo>
                  <a:pt x="347438" y="53196"/>
                </a:lnTo>
                <a:lnTo>
                  <a:pt x="347201" y="53156"/>
                </a:lnTo>
                <a:lnTo>
                  <a:pt x="346952" y="53110"/>
                </a:lnTo>
                <a:lnTo>
                  <a:pt x="346691" y="53059"/>
                </a:lnTo>
                <a:lnTo>
                  <a:pt x="346418" y="53003"/>
                </a:lnTo>
                <a:lnTo>
                  <a:pt x="346132" y="52942"/>
                </a:lnTo>
                <a:lnTo>
                  <a:pt x="345834" y="52874"/>
                </a:lnTo>
                <a:lnTo>
                  <a:pt x="345524" y="52802"/>
                </a:lnTo>
                <a:lnTo>
                  <a:pt x="345202" y="52724"/>
                </a:lnTo>
                <a:lnTo>
                  <a:pt x="344868" y="52641"/>
                </a:lnTo>
                <a:lnTo>
                  <a:pt x="344522" y="52553"/>
                </a:lnTo>
                <a:lnTo>
                  <a:pt x="344163" y="52459"/>
                </a:lnTo>
                <a:lnTo>
                  <a:pt x="343792" y="52360"/>
                </a:lnTo>
                <a:lnTo>
                  <a:pt x="343410" y="52255"/>
                </a:lnTo>
                <a:lnTo>
                  <a:pt x="343015" y="52145"/>
                </a:lnTo>
                <a:lnTo>
                  <a:pt x="342607" y="52030"/>
                </a:lnTo>
                <a:lnTo>
                  <a:pt x="342188" y="51909"/>
                </a:lnTo>
                <a:lnTo>
                  <a:pt x="341757" y="51783"/>
                </a:lnTo>
                <a:lnTo>
                  <a:pt x="341100" y="51590"/>
                </a:lnTo>
                <a:lnTo>
                  <a:pt x="340452" y="51405"/>
                </a:lnTo>
                <a:lnTo>
                  <a:pt x="339812" y="51228"/>
                </a:lnTo>
                <a:lnTo>
                  <a:pt x="339180" y="51060"/>
                </a:lnTo>
                <a:lnTo>
                  <a:pt x="338556" y="50900"/>
                </a:lnTo>
                <a:lnTo>
                  <a:pt x="337941" y="50747"/>
                </a:lnTo>
                <a:lnTo>
                  <a:pt x="337334" y="50604"/>
                </a:lnTo>
                <a:lnTo>
                  <a:pt x="336735" y="50468"/>
                </a:lnTo>
                <a:lnTo>
                  <a:pt x="336144" y="50340"/>
                </a:lnTo>
                <a:lnTo>
                  <a:pt x="335562" y="50221"/>
                </a:lnTo>
                <a:lnTo>
                  <a:pt x="334988" y="50110"/>
                </a:lnTo>
                <a:lnTo>
                  <a:pt x="334422" y="50007"/>
                </a:lnTo>
                <a:lnTo>
                  <a:pt x="333864" y="49913"/>
                </a:lnTo>
                <a:lnTo>
                  <a:pt x="333314" y="49827"/>
                </a:lnTo>
                <a:lnTo>
                  <a:pt x="332773" y="49748"/>
                </a:lnTo>
                <a:lnTo>
                  <a:pt x="332240" y="49679"/>
                </a:lnTo>
                <a:lnTo>
                  <a:pt x="331715" y="49617"/>
                </a:lnTo>
                <a:lnTo>
                  <a:pt x="331198" y="49563"/>
                </a:lnTo>
                <a:lnTo>
                  <a:pt x="330689" y="49518"/>
                </a:lnTo>
                <a:lnTo>
                  <a:pt x="330189" y="49481"/>
                </a:lnTo>
                <a:lnTo>
                  <a:pt x="329697" y="49453"/>
                </a:lnTo>
                <a:lnTo>
                  <a:pt x="329213" y="49432"/>
                </a:lnTo>
                <a:lnTo>
                  <a:pt x="328738" y="49420"/>
                </a:lnTo>
                <a:lnTo>
                  <a:pt x="328270" y="49416"/>
                </a:lnTo>
                <a:lnTo>
                  <a:pt x="327223" y="49429"/>
                </a:lnTo>
                <a:lnTo>
                  <a:pt x="326192" y="49470"/>
                </a:lnTo>
                <a:lnTo>
                  <a:pt x="325178" y="49538"/>
                </a:lnTo>
                <a:lnTo>
                  <a:pt x="324180" y="49633"/>
                </a:lnTo>
                <a:lnTo>
                  <a:pt x="323197" y="49755"/>
                </a:lnTo>
                <a:lnTo>
                  <a:pt x="322232" y="49904"/>
                </a:lnTo>
                <a:lnTo>
                  <a:pt x="321282" y="50081"/>
                </a:lnTo>
                <a:lnTo>
                  <a:pt x="320349" y="50284"/>
                </a:lnTo>
                <a:lnTo>
                  <a:pt x="319432" y="50515"/>
                </a:lnTo>
                <a:lnTo>
                  <a:pt x="318531" y="50773"/>
                </a:lnTo>
                <a:lnTo>
                  <a:pt x="317647" y="51058"/>
                </a:lnTo>
                <a:lnTo>
                  <a:pt x="316779" y="51370"/>
                </a:lnTo>
                <a:lnTo>
                  <a:pt x="315927" y="51709"/>
                </a:lnTo>
                <a:lnTo>
                  <a:pt x="315091" y="52076"/>
                </a:lnTo>
                <a:lnTo>
                  <a:pt x="314272" y="52469"/>
                </a:lnTo>
                <a:lnTo>
                  <a:pt x="313469" y="52890"/>
                </a:lnTo>
                <a:lnTo>
                  <a:pt x="312682" y="53338"/>
                </a:lnTo>
                <a:lnTo>
                  <a:pt x="311911" y="53813"/>
                </a:lnTo>
                <a:lnTo>
                  <a:pt x="311157" y="54315"/>
                </a:lnTo>
                <a:lnTo>
                  <a:pt x="310419" y="54844"/>
                </a:lnTo>
                <a:lnTo>
                  <a:pt x="309697" y="55401"/>
                </a:lnTo>
                <a:lnTo>
                  <a:pt x="308991" y="55985"/>
                </a:lnTo>
                <a:lnTo>
                  <a:pt x="308302" y="56595"/>
                </a:lnTo>
                <a:lnTo>
                  <a:pt x="307629" y="57233"/>
                </a:lnTo>
                <a:lnTo>
                  <a:pt x="306978" y="57891"/>
                </a:lnTo>
                <a:lnTo>
                  <a:pt x="306355" y="58562"/>
                </a:lnTo>
                <a:lnTo>
                  <a:pt x="305759" y="59246"/>
                </a:lnTo>
                <a:lnTo>
                  <a:pt x="305191" y="59944"/>
                </a:lnTo>
                <a:lnTo>
                  <a:pt x="304651" y="60654"/>
                </a:lnTo>
                <a:lnTo>
                  <a:pt x="304138" y="61378"/>
                </a:lnTo>
                <a:lnTo>
                  <a:pt x="303654" y="62115"/>
                </a:lnTo>
                <a:lnTo>
                  <a:pt x="303197" y="62866"/>
                </a:lnTo>
                <a:lnTo>
                  <a:pt x="302767" y="63629"/>
                </a:lnTo>
                <a:lnTo>
                  <a:pt x="302365" y="64406"/>
                </a:lnTo>
                <a:lnTo>
                  <a:pt x="301991" y="65196"/>
                </a:lnTo>
                <a:lnTo>
                  <a:pt x="301645" y="65999"/>
                </a:lnTo>
                <a:lnTo>
                  <a:pt x="301327" y="66816"/>
                </a:lnTo>
                <a:lnTo>
                  <a:pt x="301036" y="67645"/>
                </a:lnTo>
                <a:lnTo>
                  <a:pt x="300772" y="68488"/>
                </a:lnTo>
                <a:lnTo>
                  <a:pt x="300537" y="69344"/>
                </a:lnTo>
                <a:lnTo>
                  <a:pt x="300329" y="70213"/>
                </a:lnTo>
                <a:lnTo>
                  <a:pt x="300149" y="71096"/>
                </a:lnTo>
                <a:lnTo>
                  <a:pt x="299997" y="71991"/>
                </a:lnTo>
                <a:lnTo>
                  <a:pt x="299872" y="72900"/>
                </a:lnTo>
                <a:lnTo>
                  <a:pt x="299775" y="73822"/>
                </a:lnTo>
                <a:lnTo>
                  <a:pt x="299706" y="74758"/>
                </a:lnTo>
                <a:lnTo>
                  <a:pt x="299664" y="75706"/>
                </a:lnTo>
                <a:lnTo>
                  <a:pt x="299650" y="76668"/>
                </a:lnTo>
                <a:lnTo>
                  <a:pt x="299659" y="77408"/>
                </a:lnTo>
                <a:lnTo>
                  <a:pt x="299683" y="78138"/>
                </a:lnTo>
                <a:lnTo>
                  <a:pt x="299723" y="78857"/>
                </a:lnTo>
                <a:lnTo>
                  <a:pt x="299779" y="79565"/>
                </a:lnTo>
                <a:lnTo>
                  <a:pt x="299852" y="80262"/>
                </a:lnTo>
                <a:lnTo>
                  <a:pt x="299940" y="80949"/>
                </a:lnTo>
                <a:lnTo>
                  <a:pt x="300045" y="81625"/>
                </a:lnTo>
                <a:lnTo>
                  <a:pt x="300165" y="82290"/>
                </a:lnTo>
                <a:lnTo>
                  <a:pt x="300302" y="82944"/>
                </a:lnTo>
                <a:lnTo>
                  <a:pt x="300455" y="83588"/>
                </a:lnTo>
                <a:lnTo>
                  <a:pt x="300624" y="84221"/>
                </a:lnTo>
                <a:lnTo>
                  <a:pt x="300809" y="84844"/>
                </a:lnTo>
                <a:lnTo>
                  <a:pt x="301010" y="85455"/>
                </a:lnTo>
                <a:lnTo>
                  <a:pt x="301227" y="86056"/>
                </a:lnTo>
                <a:lnTo>
                  <a:pt x="301460" y="86646"/>
                </a:lnTo>
                <a:lnTo>
                  <a:pt x="301709" y="87226"/>
                </a:lnTo>
                <a:lnTo>
                  <a:pt x="301975" y="87795"/>
                </a:lnTo>
                <a:lnTo>
                  <a:pt x="302256" y="88353"/>
                </a:lnTo>
                <a:lnTo>
                  <a:pt x="302554" y="88900"/>
                </a:lnTo>
                <a:lnTo>
                  <a:pt x="302868" y="89437"/>
                </a:lnTo>
                <a:lnTo>
                  <a:pt x="303197" y="89963"/>
                </a:lnTo>
                <a:lnTo>
                  <a:pt x="303543" y="90478"/>
                </a:lnTo>
                <a:lnTo>
                  <a:pt x="303905" y="90983"/>
                </a:lnTo>
                <a:lnTo>
                  <a:pt x="304283" y="91477"/>
                </a:lnTo>
                <a:lnTo>
                  <a:pt x="304687" y="91976"/>
                </a:lnTo>
                <a:lnTo>
                  <a:pt x="305127" y="92481"/>
                </a:lnTo>
                <a:lnTo>
                  <a:pt x="305602" y="92990"/>
                </a:lnTo>
                <a:lnTo>
                  <a:pt x="306113" y="93505"/>
                </a:lnTo>
                <a:lnTo>
                  <a:pt x="306660" y="94024"/>
                </a:lnTo>
                <a:lnTo>
                  <a:pt x="307243" y="94549"/>
                </a:lnTo>
                <a:lnTo>
                  <a:pt x="307861" y="95079"/>
                </a:lnTo>
                <a:lnTo>
                  <a:pt x="308516" y="95613"/>
                </a:lnTo>
                <a:lnTo>
                  <a:pt x="309205" y="96153"/>
                </a:lnTo>
                <a:lnTo>
                  <a:pt x="309931" y="96697"/>
                </a:lnTo>
                <a:lnTo>
                  <a:pt x="310692" y="97247"/>
                </a:lnTo>
                <a:lnTo>
                  <a:pt x="311490" y="97802"/>
                </a:lnTo>
                <a:lnTo>
                  <a:pt x="312323" y="98361"/>
                </a:lnTo>
                <a:lnTo>
                  <a:pt x="313191" y="98926"/>
                </a:lnTo>
                <a:lnTo>
                  <a:pt x="314096" y="99495"/>
                </a:lnTo>
                <a:lnTo>
                  <a:pt x="315036" y="100070"/>
                </a:lnTo>
                <a:lnTo>
                  <a:pt x="316012" y="100650"/>
                </a:lnTo>
                <a:lnTo>
                  <a:pt x="317023" y="101234"/>
                </a:lnTo>
                <a:lnTo>
                  <a:pt x="318070" y="101824"/>
                </a:lnTo>
                <a:lnTo>
                  <a:pt x="319154" y="102419"/>
                </a:lnTo>
                <a:lnTo>
                  <a:pt x="320272" y="103018"/>
                </a:lnTo>
                <a:lnTo>
                  <a:pt x="321427" y="103623"/>
                </a:lnTo>
                <a:lnTo>
                  <a:pt x="322617" y="104232"/>
                </a:lnTo>
                <a:lnTo>
                  <a:pt x="323844" y="104847"/>
                </a:lnTo>
                <a:lnTo>
                  <a:pt x="325070" y="105460"/>
                </a:lnTo>
                <a:lnTo>
                  <a:pt x="326262" y="106063"/>
                </a:lnTo>
                <a:lnTo>
                  <a:pt x="327420" y="106658"/>
                </a:lnTo>
                <a:lnTo>
                  <a:pt x="328543" y="107243"/>
                </a:lnTo>
                <a:lnTo>
                  <a:pt x="329632" y="107820"/>
                </a:lnTo>
                <a:lnTo>
                  <a:pt x="330686" y="108388"/>
                </a:lnTo>
                <a:lnTo>
                  <a:pt x="331706" y="108947"/>
                </a:lnTo>
                <a:lnTo>
                  <a:pt x="332691" y="109497"/>
                </a:lnTo>
                <a:lnTo>
                  <a:pt x="333642" y="110038"/>
                </a:lnTo>
                <a:lnTo>
                  <a:pt x="334558" y="110570"/>
                </a:lnTo>
                <a:lnTo>
                  <a:pt x="335440" y="111093"/>
                </a:lnTo>
                <a:lnTo>
                  <a:pt x="336287" y="111607"/>
                </a:lnTo>
                <a:lnTo>
                  <a:pt x="337100" y="112112"/>
                </a:lnTo>
                <a:lnTo>
                  <a:pt x="337879" y="112609"/>
                </a:lnTo>
                <a:lnTo>
                  <a:pt x="338622" y="113096"/>
                </a:lnTo>
                <a:lnTo>
                  <a:pt x="339332" y="113575"/>
                </a:lnTo>
                <a:lnTo>
                  <a:pt x="340006" y="114045"/>
                </a:lnTo>
                <a:lnTo>
                  <a:pt x="340647" y="114505"/>
                </a:lnTo>
                <a:lnTo>
                  <a:pt x="341253" y="114957"/>
                </a:lnTo>
                <a:lnTo>
                  <a:pt x="341824" y="115400"/>
                </a:lnTo>
                <a:lnTo>
                  <a:pt x="342361" y="115834"/>
                </a:lnTo>
                <a:lnTo>
                  <a:pt x="342863" y="116259"/>
                </a:lnTo>
                <a:lnTo>
                  <a:pt x="343331" y="116675"/>
                </a:lnTo>
                <a:lnTo>
                  <a:pt x="343764" y="117082"/>
                </a:lnTo>
                <a:lnTo>
                  <a:pt x="344172" y="117489"/>
                </a:lnTo>
                <a:lnTo>
                  <a:pt x="344562" y="117903"/>
                </a:lnTo>
                <a:lnTo>
                  <a:pt x="344934" y="118325"/>
                </a:lnTo>
                <a:lnTo>
                  <a:pt x="345290" y="118756"/>
                </a:lnTo>
                <a:lnTo>
                  <a:pt x="345628" y="119194"/>
                </a:lnTo>
                <a:lnTo>
                  <a:pt x="345949" y="119640"/>
                </a:lnTo>
                <a:lnTo>
                  <a:pt x="346252" y="120093"/>
                </a:lnTo>
                <a:lnTo>
                  <a:pt x="346538" y="120555"/>
                </a:lnTo>
                <a:lnTo>
                  <a:pt x="346807" y="121025"/>
                </a:lnTo>
                <a:lnTo>
                  <a:pt x="347058" y="121502"/>
                </a:lnTo>
                <a:lnTo>
                  <a:pt x="347292" y="121987"/>
                </a:lnTo>
                <a:lnTo>
                  <a:pt x="347509" y="122480"/>
                </a:lnTo>
                <a:lnTo>
                  <a:pt x="347708" y="122981"/>
                </a:lnTo>
                <a:lnTo>
                  <a:pt x="347890" y="123490"/>
                </a:lnTo>
                <a:lnTo>
                  <a:pt x="348055" y="124007"/>
                </a:lnTo>
                <a:lnTo>
                  <a:pt x="348202" y="124531"/>
                </a:lnTo>
                <a:lnTo>
                  <a:pt x="348332" y="125064"/>
                </a:lnTo>
                <a:lnTo>
                  <a:pt x="348445" y="125604"/>
                </a:lnTo>
                <a:lnTo>
                  <a:pt x="348540" y="126152"/>
                </a:lnTo>
                <a:lnTo>
                  <a:pt x="348618" y="126708"/>
                </a:lnTo>
                <a:lnTo>
                  <a:pt x="348679" y="127272"/>
                </a:lnTo>
                <a:lnTo>
                  <a:pt x="348722" y="127844"/>
                </a:lnTo>
                <a:lnTo>
                  <a:pt x="348748" y="128424"/>
                </a:lnTo>
                <a:lnTo>
                  <a:pt x="348757" y="129011"/>
                </a:lnTo>
                <a:lnTo>
                  <a:pt x="348749" y="129497"/>
                </a:lnTo>
                <a:lnTo>
                  <a:pt x="348726" y="129976"/>
                </a:lnTo>
                <a:lnTo>
                  <a:pt x="348687" y="130450"/>
                </a:lnTo>
                <a:lnTo>
                  <a:pt x="348633" y="130918"/>
                </a:lnTo>
                <a:lnTo>
                  <a:pt x="348563" y="131380"/>
                </a:lnTo>
                <a:lnTo>
                  <a:pt x="348477" y="131836"/>
                </a:lnTo>
                <a:lnTo>
                  <a:pt x="348376" y="132286"/>
                </a:lnTo>
                <a:lnTo>
                  <a:pt x="348260" y="132731"/>
                </a:lnTo>
                <a:lnTo>
                  <a:pt x="348127" y="133169"/>
                </a:lnTo>
                <a:lnTo>
                  <a:pt x="347980" y="133602"/>
                </a:lnTo>
                <a:lnTo>
                  <a:pt x="347816" y="134028"/>
                </a:lnTo>
                <a:lnTo>
                  <a:pt x="347638" y="134449"/>
                </a:lnTo>
                <a:lnTo>
                  <a:pt x="347443" y="134864"/>
                </a:lnTo>
                <a:lnTo>
                  <a:pt x="347233" y="135273"/>
                </a:lnTo>
                <a:lnTo>
                  <a:pt x="347008" y="135676"/>
                </a:lnTo>
                <a:lnTo>
                  <a:pt x="346767" y="136073"/>
                </a:lnTo>
                <a:lnTo>
                  <a:pt x="346510" y="136465"/>
                </a:lnTo>
                <a:lnTo>
                  <a:pt x="346238" y="136850"/>
                </a:lnTo>
                <a:lnTo>
                  <a:pt x="345950" y="137230"/>
                </a:lnTo>
                <a:lnTo>
                  <a:pt x="345647" y="137603"/>
                </a:lnTo>
                <a:lnTo>
                  <a:pt x="345328" y="137971"/>
                </a:lnTo>
                <a:lnTo>
                  <a:pt x="344994" y="138333"/>
                </a:lnTo>
                <a:lnTo>
                  <a:pt x="344644" y="138689"/>
                </a:lnTo>
                <a:lnTo>
                  <a:pt x="344279" y="139039"/>
                </a:lnTo>
                <a:lnTo>
                  <a:pt x="343901" y="139379"/>
                </a:lnTo>
                <a:lnTo>
                  <a:pt x="343514" y="139704"/>
                </a:lnTo>
                <a:lnTo>
                  <a:pt x="343118" y="140015"/>
                </a:lnTo>
                <a:lnTo>
                  <a:pt x="342713" y="140311"/>
                </a:lnTo>
                <a:lnTo>
                  <a:pt x="342299" y="140593"/>
                </a:lnTo>
                <a:lnTo>
                  <a:pt x="341876" y="140860"/>
                </a:lnTo>
                <a:lnTo>
                  <a:pt x="341443" y="141113"/>
                </a:lnTo>
                <a:lnTo>
                  <a:pt x="341002" y="141352"/>
                </a:lnTo>
                <a:lnTo>
                  <a:pt x="340551" y="141576"/>
                </a:lnTo>
                <a:lnTo>
                  <a:pt x="340091" y="141785"/>
                </a:lnTo>
                <a:lnTo>
                  <a:pt x="339622" y="141981"/>
                </a:lnTo>
                <a:lnTo>
                  <a:pt x="339144" y="142161"/>
                </a:lnTo>
                <a:lnTo>
                  <a:pt x="338657" y="142328"/>
                </a:lnTo>
                <a:lnTo>
                  <a:pt x="338161" y="142479"/>
                </a:lnTo>
                <a:lnTo>
                  <a:pt x="337656" y="142617"/>
                </a:lnTo>
                <a:lnTo>
                  <a:pt x="337141" y="142739"/>
                </a:lnTo>
                <a:lnTo>
                  <a:pt x="336617" y="142848"/>
                </a:lnTo>
                <a:lnTo>
                  <a:pt x="336085" y="142942"/>
                </a:lnTo>
                <a:lnTo>
                  <a:pt x="335543" y="143021"/>
                </a:lnTo>
                <a:lnTo>
                  <a:pt x="334992" y="143086"/>
                </a:lnTo>
                <a:lnTo>
                  <a:pt x="334432" y="143137"/>
                </a:lnTo>
                <a:lnTo>
                  <a:pt x="333863" y="143173"/>
                </a:lnTo>
                <a:lnTo>
                  <a:pt x="333285" y="143195"/>
                </a:lnTo>
                <a:lnTo>
                  <a:pt x="332697" y="143202"/>
                </a:lnTo>
                <a:lnTo>
                  <a:pt x="331860" y="143189"/>
                </a:lnTo>
                <a:lnTo>
                  <a:pt x="331029" y="143151"/>
                </a:lnTo>
                <a:lnTo>
                  <a:pt x="330205" y="143087"/>
                </a:lnTo>
                <a:lnTo>
                  <a:pt x="329388" y="142998"/>
                </a:lnTo>
                <a:lnTo>
                  <a:pt x="328578" y="142884"/>
                </a:lnTo>
                <a:lnTo>
                  <a:pt x="327775" y="142744"/>
                </a:lnTo>
                <a:lnTo>
                  <a:pt x="326978" y="142578"/>
                </a:lnTo>
                <a:lnTo>
                  <a:pt x="326188" y="142387"/>
                </a:lnTo>
                <a:lnTo>
                  <a:pt x="325405" y="142171"/>
                </a:lnTo>
                <a:lnTo>
                  <a:pt x="324629" y="141929"/>
                </a:lnTo>
                <a:lnTo>
                  <a:pt x="323860" y="141661"/>
                </a:lnTo>
                <a:lnTo>
                  <a:pt x="323097" y="141368"/>
                </a:lnTo>
                <a:lnTo>
                  <a:pt x="322341" y="141050"/>
                </a:lnTo>
                <a:lnTo>
                  <a:pt x="321592" y="140706"/>
                </a:lnTo>
                <a:lnTo>
                  <a:pt x="320850" y="140337"/>
                </a:lnTo>
                <a:lnTo>
                  <a:pt x="320114" y="139942"/>
                </a:lnTo>
                <a:lnTo>
                  <a:pt x="319386" y="139522"/>
                </a:lnTo>
                <a:lnTo>
                  <a:pt x="318664" y="139076"/>
                </a:lnTo>
                <a:lnTo>
                  <a:pt x="317949" y="138605"/>
                </a:lnTo>
                <a:lnTo>
                  <a:pt x="317240" y="138108"/>
                </a:lnTo>
                <a:lnTo>
                  <a:pt x="316539" y="137586"/>
                </a:lnTo>
                <a:lnTo>
                  <a:pt x="315844" y="137038"/>
                </a:lnTo>
                <a:lnTo>
                  <a:pt x="315156" y="136465"/>
                </a:lnTo>
                <a:lnTo>
                  <a:pt x="314475" y="135867"/>
                </a:lnTo>
                <a:lnTo>
                  <a:pt x="313807" y="135243"/>
                </a:lnTo>
                <a:lnTo>
                  <a:pt x="313156" y="134595"/>
                </a:lnTo>
                <a:lnTo>
                  <a:pt x="312524" y="133922"/>
                </a:lnTo>
                <a:lnTo>
                  <a:pt x="311910" y="133224"/>
                </a:lnTo>
                <a:lnTo>
                  <a:pt x="311314" y="132501"/>
                </a:lnTo>
                <a:lnTo>
                  <a:pt x="310737" y="131754"/>
                </a:lnTo>
                <a:lnTo>
                  <a:pt x="310178" y="130982"/>
                </a:lnTo>
                <a:lnTo>
                  <a:pt x="309637" y="130185"/>
                </a:lnTo>
                <a:lnTo>
                  <a:pt x="309114" y="129363"/>
                </a:lnTo>
                <a:lnTo>
                  <a:pt x="308609" y="128517"/>
                </a:lnTo>
                <a:lnTo>
                  <a:pt x="308123" y="127645"/>
                </a:lnTo>
                <a:lnTo>
                  <a:pt x="307655" y="126749"/>
                </a:lnTo>
                <a:lnTo>
                  <a:pt x="307205" y="125829"/>
                </a:lnTo>
                <a:lnTo>
                  <a:pt x="306773" y="124883"/>
                </a:lnTo>
                <a:lnTo>
                  <a:pt x="306360" y="123913"/>
                </a:lnTo>
                <a:lnTo>
                  <a:pt x="305965" y="122918"/>
                </a:lnTo>
                <a:lnTo>
                  <a:pt x="305588" y="121899"/>
                </a:lnTo>
                <a:lnTo>
                  <a:pt x="305229" y="120854"/>
                </a:lnTo>
                <a:lnTo>
                  <a:pt x="304889" y="119785"/>
                </a:lnTo>
                <a:lnTo>
                  <a:pt x="304566" y="118691"/>
                </a:lnTo>
                <a:lnTo>
                  <a:pt x="304262" y="117572"/>
                </a:lnTo>
                <a:lnTo>
                  <a:pt x="303976" y="116429"/>
                </a:lnTo>
                <a:lnTo>
                  <a:pt x="303709" y="115260"/>
                </a:lnTo>
                <a:lnTo>
                  <a:pt x="303460" y="114067"/>
                </a:lnTo>
                <a:lnTo>
                  <a:pt x="300062" y="114067"/>
                </a:lnTo>
                <a:lnTo>
                  <a:pt x="300062" y="147835"/>
                </a:lnTo>
                <a:lnTo>
                  <a:pt x="303460" y="147835"/>
                </a:lnTo>
                <a:lnTo>
                  <a:pt x="303573" y="147616"/>
                </a:lnTo>
                <a:lnTo>
                  <a:pt x="303690" y="147407"/>
                </a:lnTo>
                <a:lnTo>
                  <a:pt x="303810" y="147207"/>
                </a:lnTo>
                <a:lnTo>
                  <a:pt x="303934" y="147017"/>
                </a:lnTo>
                <a:lnTo>
                  <a:pt x="304062" y="146836"/>
                </a:lnTo>
                <a:lnTo>
                  <a:pt x="304193" y="146664"/>
                </a:lnTo>
                <a:lnTo>
                  <a:pt x="304328" y="146501"/>
                </a:lnTo>
                <a:lnTo>
                  <a:pt x="304466" y="146348"/>
                </a:lnTo>
                <a:lnTo>
                  <a:pt x="304608" y="146204"/>
                </a:lnTo>
                <a:lnTo>
                  <a:pt x="304754" y="146069"/>
                </a:lnTo>
                <a:lnTo>
                  <a:pt x="304903" y="145943"/>
                </a:lnTo>
                <a:lnTo>
                  <a:pt x="305055" y="145827"/>
                </a:lnTo>
                <a:lnTo>
                  <a:pt x="305212" y="145720"/>
                </a:lnTo>
                <a:lnTo>
                  <a:pt x="305371" y="145623"/>
                </a:lnTo>
                <a:lnTo>
                  <a:pt x="305535" y="145534"/>
                </a:lnTo>
                <a:lnTo>
                  <a:pt x="305702" y="145455"/>
                </a:lnTo>
                <a:lnTo>
                  <a:pt x="305872" y="145386"/>
                </a:lnTo>
                <a:lnTo>
                  <a:pt x="306046" y="145325"/>
                </a:lnTo>
                <a:lnTo>
                  <a:pt x="306224" y="145274"/>
                </a:lnTo>
                <a:lnTo>
                  <a:pt x="306405" y="145232"/>
                </a:lnTo>
                <a:lnTo>
                  <a:pt x="306590" y="145200"/>
                </a:lnTo>
                <a:lnTo>
                  <a:pt x="306778" y="145177"/>
                </a:lnTo>
                <a:lnTo>
                  <a:pt x="306970" y="145163"/>
                </a:lnTo>
                <a:lnTo>
                  <a:pt x="307166" y="145158"/>
                </a:lnTo>
                <a:lnTo>
                  <a:pt x="307348" y="145160"/>
                </a:lnTo>
                <a:lnTo>
                  <a:pt x="307535" y="145165"/>
                </a:lnTo>
                <a:lnTo>
                  <a:pt x="307726" y="145174"/>
                </a:lnTo>
                <a:lnTo>
                  <a:pt x="307921" y="145187"/>
                </a:lnTo>
                <a:lnTo>
                  <a:pt x="308120" y="145203"/>
                </a:lnTo>
                <a:lnTo>
                  <a:pt x="308324" y="145222"/>
                </a:lnTo>
                <a:lnTo>
                  <a:pt x="308532" y="145246"/>
                </a:lnTo>
                <a:lnTo>
                  <a:pt x="308744" y="145272"/>
                </a:lnTo>
                <a:lnTo>
                  <a:pt x="308961" y="145303"/>
                </a:lnTo>
                <a:lnTo>
                  <a:pt x="309182" y="145337"/>
                </a:lnTo>
                <a:lnTo>
                  <a:pt x="309407" y="145374"/>
                </a:lnTo>
                <a:lnTo>
                  <a:pt x="309637" y="145415"/>
                </a:lnTo>
                <a:lnTo>
                  <a:pt x="309870" y="145460"/>
                </a:lnTo>
                <a:lnTo>
                  <a:pt x="310108" y="145508"/>
                </a:lnTo>
                <a:lnTo>
                  <a:pt x="310351" y="145560"/>
                </a:lnTo>
                <a:lnTo>
                  <a:pt x="310597" y="145616"/>
                </a:lnTo>
                <a:lnTo>
                  <a:pt x="310848" y="145675"/>
                </a:lnTo>
                <a:lnTo>
                  <a:pt x="311104" y="145737"/>
                </a:lnTo>
                <a:lnTo>
                  <a:pt x="311363" y="145803"/>
                </a:lnTo>
                <a:lnTo>
                  <a:pt x="311627" y="145873"/>
                </a:lnTo>
                <a:lnTo>
                  <a:pt x="311895" y="145946"/>
                </a:lnTo>
                <a:lnTo>
                  <a:pt x="312167" y="146023"/>
                </a:lnTo>
                <a:lnTo>
                  <a:pt x="312444" y="146104"/>
                </a:lnTo>
                <a:lnTo>
                  <a:pt x="312725" y="146188"/>
                </a:lnTo>
                <a:lnTo>
                  <a:pt x="313647" y="146440"/>
                </a:lnTo>
                <a:lnTo>
                  <a:pt x="314561" y="146681"/>
                </a:lnTo>
                <a:lnTo>
                  <a:pt x="315466" y="146911"/>
                </a:lnTo>
                <a:lnTo>
                  <a:pt x="316363" y="147131"/>
                </a:lnTo>
                <a:lnTo>
                  <a:pt x="317250" y="147340"/>
                </a:lnTo>
                <a:lnTo>
                  <a:pt x="318130" y="147539"/>
                </a:lnTo>
                <a:lnTo>
                  <a:pt x="319001" y="147726"/>
                </a:lnTo>
                <a:lnTo>
                  <a:pt x="319863" y="147903"/>
                </a:lnTo>
                <a:lnTo>
                  <a:pt x="320716" y="148070"/>
                </a:lnTo>
                <a:lnTo>
                  <a:pt x="321561" y="148225"/>
                </a:lnTo>
                <a:lnTo>
                  <a:pt x="322398" y="148370"/>
                </a:lnTo>
                <a:lnTo>
                  <a:pt x="323226" y="148504"/>
                </a:lnTo>
                <a:lnTo>
                  <a:pt x="324045" y="148627"/>
                </a:lnTo>
                <a:lnTo>
                  <a:pt x="324856" y="148740"/>
                </a:lnTo>
                <a:lnTo>
                  <a:pt x="325658" y="148842"/>
                </a:lnTo>
                <a:lnTo>
                  <a:pt x="326452" y="148933"/>
                </a:lnTo>
                <a:lnTo>
                  <a:pt x="327237" y="149013"/>
                </a:lnTo>
                <a:lnTo>
                  <a:pt x="328013" y="149083"/>
                </a:lnTo>
                <a:lnTo>
                  <a:pt x="328781" y="149142"/>
                </a:lnTo>
                <a:lnTo>
                  <a:pt x="329540" y="149190"/>
                </a:lnTo>
                <a:lnTo>
                  <a:pt x="330291" y="149228"/>
                </a:lnTo>
                <a:lnTo>
                  <a:pt x="331033" y="149255"/>
                </a:lnTo>
                <a:lnTo>
                  <a:pt x="331766" y="149271"/>
                </a:lnTo>
                <a:lnTo>
                  <a:pt x="332491" y="149276"/>
                </a:lnTo>
                <a:lnTo>
                  <a:pt x="333491" y="149262"/>
                </a:lnTo>
                <a:lnTo>
                  <a:pt x="334483" y="149221"/>
                </a:lnTo>
                <a:lnTo>
                  <a:pt x="335466" y="149153"/>
                </a:lnTo>
                <a:lnTo>
                  <a:pt x="336442" y="149058"/>
                </a:lnTo>
                <a:lnTo>
                  <a:pt x="337409" y="148935"/>
                </a:lnTo>
                <a:lnTo>
                  <a:pt x="338369" y="148784"/>
                </a:lnTo>
                <a:lnTo>
                  <a:pt x="339320" y="148607"/>
                </a:lnTo>
                <a:lnTo>
                  <a:pt x="340264" y="148402"/>
                </a:lnTo>
                <a:lnTo>
                  <a:pt x="341199" y="148170"/>
                </a:lnTo>
                <a:lnTo>
                  <a:pt x="342127" y="147910"/>
                </a:lnTo>
                <a:lnTo>
                  <a:pt x="343046" y="147624"/>
                </a:lnTo>
                <a:lnTo>
                  <a:pt x="343957" y="147310"/>
                </a:lnTo>
                <a:lnTo>
                  <a:pt x="344860" y="146968"/>
                </a:lnTo>
                <a:lnTo>
                  <a:pt x="345756" y="146599"/>
                </a:lnTo>
                <a:lnTo>
                  <a:pt x="346643" y="146203"/>
                </a:lnTo>
                <a:lnTo>
                  <a:pt x="347522" y="145780"/>
                </a:lnTo>
                <a:lnTo>
                  <a:pt x="348393" y="145329"/>
                </a:lnTo>
                <a:lnTo>
                  <a:pt x="349256" y="144851"/>
                </a:lnTo>
                <a:lnTo>
                  <a:pt x="350111" y="144346"/>
                </a:lnTo>
                <a:lnTo>
                  <a:pt x="350958" y="143814"/>
                </a:lnTo>
                <a:lnTo>
                  <a:pt x="351797" y="143254"/>
                </a:lnTo>
                <a:lnTo>
                  <a:pt x="352627" y="142666"/>
                </a:lnTo>
                <a:lnTo>
                  <a:pt x="353450" y="142052"/>
                </a:lnTo>
                <a:lnTo>
                  <a:pt x="354265" y="141410"/>
                </a:lnTo>
                <a:lnTo>
                  <a:pt x="355059" y="140746"/>
                </a:lnTo>
                <a:lnTo>
                  <a:pt x="355819" y="140064"/>
                </a:lnTo>
                <a:lnTo>
                  <a:pt x="356545" y="139365"/>
                </a:lnTo>
                <a:lnTo>
                  <a:pt x="357238" y="138649"/>
                </a:lnTo>
                <a:lnTo>
                  <a:pt x="357896" y="137915"/>
                </a:lnTo>
                <a:lnTo>
                  <a:pt x="358521" y="137164"/>
                </a:lnTo>
                <a:lnTo>
                  <a:pt x="359112" y="136396"/>
                </a:lnTo>
                <a:lnTo>
                  <a:pt x="359670" y="135610"/>
                </a:lnTo>
                <a:lnTo>
                  <a:pt x="360193" y="134807"/>
                </a:lnTo>
                <a:lnTo>
                  <a:pt x="360683" y="133987"/>
                </a:lnTo>
                <a:lnTo>
                  <a:pt x="361139" y="133150"/>
                </a:lnTo>
                <a:lnTo>
                  <a:pt x="361561" y="132295"/>
                </a:lnTo>
                <a:lnTo>
                  <a:pt x="361950" y="131423"/>
                </a:lnTo>
                <a:lnTo>
                  <a:pt x="362305" y="130534"/>
                </a:lnTo>
                <a:lnTo>
                  <a:pt x="362626" y="129627"/>
                </a:lnTo>
                <a:lnTo>
                  <a:pt x="362913" y="128703"/>
                </a:lnTo>
                <a:lnTo>
                  <a:pt x="363166" y="127762"/>
                </a:lnTo>
                <a:lnTo>
                  <a:pt x="363386" y="126803"/>
                </a:lnTo>
                <a:lnTo>
                  <a:pt x="363571" y="125827"/>
                </a:lnTo>
                <a:lnTo>
                  <a:pt x="363723" y="124834"/>
                </a:lnTo>
                <a:lnTo>
                  <a:pt x="363842" y="123824"/>
                </a:lnTo>
                <a:lnTo>
                  <a:pt x="363926" y="122796"/>
                </a:lnTo>
                <a:lnTo>
                  <a:pt x="363977" y="121751"/>
                </a:lnTo>
                <a:lnTo>
                  <a:pt x="363994" y="120688"/>
                </a:lnTo>
                <a:lnTo>
                  <a:pt x="363957" y="119311"/>
                </a:lnTo>
                <a:lnTo>
                  <a:pt x="363848" y="117956"/>
                </a:lnTo>
                <a:lnTo>
                  <a:pt x="363667" y="116624"/>
                </a:lnTo>
                <a:lnTo>
                  <a:pt x="363413" y="115315"/>
                </a:lnTo>
                <a:lnTo>
                  <a:pt x="363087" y="114027"/>
                </a:lnTo>
                <a:lnTo>
                  <a:pt x="362687" y="112763"/>
                </a:lnTo>
                <a:lnTo>
                  <a:pt x="362216" y="111521"/>
                </a:lnTo>
                <a:lnTo>
                  <a:pt x="361672" y="110301"/>
                </a:lnTo>
                <a:lnTo>
                  <a:pt x="361055" y="109104"/>
                </a:lnTo>
                <a:lnTo>
                  <a:pt x="360365" y="107929"/>
                </a:lnTo>
                <a:lnTo>
                  <a:pt x="359603" y="106777"/>
                </a:lnTo>
                <a:lnTo>
                  <a:pt x="358769" y="105647"/>
                </a:lnTo>
                <a:lnTo>
                  <a:pt x="357862" y="104540"/>
                </a:lnTo>
                <a:lnTo>
                  <a:pt x="356882" y="103456"/>
                </a:lnTo>
                <a:lnTo>
                  <a:pt x="355830" y="102394"/>
                </a:lnTo>
                <a:lnTo>
                  <a:pt x="354705" y="101354"/>
                </a:lnTo>
                <a:lnTo>
                  <a:pt x="353508" y="100337"/>
                </a:lnTo>
                <a:lnTo>
                  <a:pt x="352238" y="99342"/>
                </a:lnTo>
                <a:lnTo>
                  <a:pt x="350896" y="98370"/>
                </a:lnTo>
                <a:lnTo>
                  <a:pt x="349481" y="97421"/>
                </a:lnTo>
                <a:lnTo>
                  <a:pt x="347993" y="96494"/>
                </a:lnTo>
                <a:lnTo>
                  <a:pt x="346433" y="95589"/>
                </a:lnTo>
                <a:lnTo>
                  <a:pt x="344800" y="94707"/>
                </a:lnTo>
                <a:lnTo>
                  <a:pt x="343095" y="93848"/>
                </a:lnTo>
                <a:lnTo>
                  <a:pt x="328064" y="86545"/>
                </a:lnTo>
                <a:lnTo>
                  <a:pt x="327261" y="86151"/>
                </a:lnTo>
                <a:lnTo>
                  <a:pt x="326480" y="85760"/>
                </a:lnTo>
                <a:lnTo>
                  <a:pt x="325722" y="85370"/>
                </a:lnTo>
                <a:lnTo>
                  <a:pt x="324987" y="84983"/>
                </a:lnTo>
                <a:lnTo>
                  <a:pt x="324275" y="84596"/>
                </a:lnTo>
                <a:lnTo>
                  <a:pt x="323586" y="84212"/>
                </a:lnTo>
                <a:lnTo>
                  <a:pt x="322920" y="83830"/>
                </a:lnTo>
                <a:lnTo>
                  <a:pt x="322276" y="83449"/>
                </a:lnTo>
                <a:lnTo>
                  <a:pt x="321656" y="83070"/>
                </a:lnTo>
                <a:lnTo>
                  <a:pt x="321058" y="82692"/>
                </a:lnTo>
                <a:lnTo>
                  <a:pt x="320483" y="82317"/>
                </a:lnTo>
                <a:lnTo>
                  <a:pt x="319931" y="81943"/>
                </a:lnTo>
                <a:lnTo>
                  <a:pt x="319402" y="81571"/>
                </a:lnTo>
                <a:lnTo>
                  <a:pt x="318896" y="81201"/>
                </a:lnTo>
                <a:lnTo>
                  <a:pt x="318413" y="80833"/>
                </a:lnTo>
                <a:lnTo>
                  <a:pt x="317953" y="80466"/>
                </a:lnTo>
                <a:lnTo>
                  <a:pt x="317515" y="80102"/>
                </a:lnTo>
                <a:lnTo>
                  <a:pt x="317100" y="79739"/>
                </a:lnTo>
                <a:lnTo>
                  <a:pt x="316709" y="79377"/>
                </a:lnTo>
                <a:lnTo>
                  <a:pt x="316340" y="79018"/>
                </a:lnTo>
                <a:lnTo>
                  <a:pt x="315994" y="78660"/>
                </a:lnTo>
                <a:lnTo>
                  <a:pt x="315670" y="78304"/>
                </a:lnTo>
                <a:lnTo>
                  <a:pt x="315370" y="77950"/>
                </a:lnTo>
                <a:lnTo>
                  <a:pt x="315093" y="77598"/>
                </a:lnTo>
                <a:lnTo>
                  <a:pt x="314824" y="77252"/>
                </a:lnTo>
                <a:lnTo>
                  <a:pt x="314567" y="76901"/>
                </a:lnTo>
                <a:lnTo>
                  <a:pt x="314321" y="76544"/>
                </a:lnTo>
                <a:lnTo>
                  <a:pt x="314086" y="76182"/>
                </a:lnTo>
                <a:lnTo>
                  <a:pt x="313863" y="75813"/>
                </a:lnTo>
                <a:lnTo>
                  <a:pt x="313652" y="75439"/>
                </a:lnTo>
                <a:lnTo>
                  <a:pt x="313451" y="75059"/>
                </a:lnTo>
                <a:lnTo>
                  <a:pt x="313263" y="74674"/>
                </a:lnTo>
                <a:lnTo>
                  <a:pt x="313085" y="74283"/>
                </a:lnTo>
                <a:lnTo>
                  <a:pt x="312919" y="73886"/>
                </a:lnTo>
                <a:lnTo>
                  <a:pt x="312765" y="73483"/>
                </a:lnTo>
                <a:lnTo>
                  <a:pt x="312622" y="73074"/>
                </a:lnTo>
                <a:lnTo>
                  <a:pt x="312491" y="72660"/>
                </a:lnTo>
                <a:lnTo>
                  <a:pt x="312370" y="72241"/>
                </a:lnTo>
                <a:lnTo>
                  <a:pt x="312262" y="71815"/>
                </a:lnTo>
                <a:lnTo>
                  <a:pt x="312165" y="71384"/>
                </a:lnTo>
                <a:lnTo>
                  <a:pt x="312079" y="70947"/>
                </a:lnTo>
                <a:lnTo>
                  <a:pt x="312004" y="70504"/>
                </a:lnTo>
                <a:lnTo>
                  <a:pt x="311941" y="70056"/>
                </a:lnTo>
                <a:lnTo>
                  <a:pt x="311890" y="69601"/>
                </a:lnTo>
                <a:lnTo>
                  <a:pt x="311850" y="69142"/>
                </a:lnTo>
                <a:lnTo>
                  <a:pt x="311821" y="68676"/>
                </a:lnTo>
                <a:lnTo>
                  <a:pt x="311804" y="68205"/>
                </a:lnTo>
                <a:lnTo>
                  <a:pt x="311798" y="67728"/>
                </a:lnTo>
                <a:lnTo>
                  <a:pt x="311806" y="67343"/>
                </a:lnTo>
                <a:lnTo>
                  <a:pt x="311829" y="66962"/>
                </a:lnTo>
                <a:lnTo>
                  <a:pt x="311868" y="66583"/>
                </a:lnTo>
                <a:lnTo>
                  <a:pt x="311921" y="66207"/>
                </a:lnTo>
                <a:lnTo>
                  <a:pt x="311991" y="65834"/>
                </a:lnTo>
                <a:lnTo>
                  <a:pt x="312075" y="65464"/>
                </a:lnTo>
                <a:lnTo>
                  <a:pt x="312175" y="65097"/>
                </a:lnTo>
                <a:lnTo>
                  <a:pt x="312290" y="64733"/>
                </a:lnTo>
                <a:lnTo>
                  <a:pt x="312421" y="64372"/>
                </a:lnTo>
                <a:lnTo>
                  <a:pt x="312567" y="64013"/>
                </a:lnTo>
                <a:lnTo>
                  <a:pt x="312728" y="63658"/>
                </a:lnTo>
                <a:lnTo>
                  <a:pt x="312905" y="63305"/>
                </a:lnTo>
                <a:lnTo>
                  <a:pt x="313097" y="62955"/>
                </a:lnTo>
                <a:lnTo>
                  <a:pt x="313305" y="62608"/>
                </a:lnTo>
                <a:lnTo>
                  <a:pt x="313528" y="62264"/>
                </a:lnTo>
                <a:lnTo>
                  <a:pt x="313766" y="61922"/>
                </a:lnTo>
                <a:lnTo>
                  <a:pt x="314020" y="61584"/>
                </a:lnTo>
                <a:lnTo>
                  <a:pt x="314289" y="61248"/>
                </a:lnTo>
                <a:lnTo>
                  <a:pt x="314573" y="60916"/>
                </a:lnTo>
                <a:lnTo>
                  <a:pt x="314873" y="60586"/>
                </a:lnTo>
                <a:lnTo>
                  <a:pt x="315188" y="60259"/>
                </a:lnTo>
                <a:lnTo>
                  <a:pt x="315518" y="59935"/>
                </a:lnTo>
                <a:lnTo>
                  <a:pt x="315864" y="59614"/>
                </a:lnTo>
                <a:lnTo>
                  <a:pt x="316225" y="59295"/>
                </a:lnTo>
                <a:lnTo>
                  <a:pt x="316599" y="58985"/>
                </a:lnTo>
                <a:lnTo>
                  <a:pt x="316982" y="58688"/>
                </a:lnTo>
                <a:lnTo>
                  <a:pt x="317375" y="58403"/>
                </a:lnTo>
                <a:lnTo>
                  <a:pt x="317778" y="58132"/>
                </a:lnTo>
                <a:lnTo>
                  <a:pt x="318190" y="57875"/>
                </a:lnTo>
                <a:lnTo>
                  <a:pt x="318612" y="57630"/>
                </a:lnTo>
                <a:lnTo>
                  <a:pt x="319044" y="57399"/>
                </a:lnTo>
                <a:lnTo>
                  <a:pt x="319485" y="57181"/>
                </a:lnTo>
                <a:lnTo>
                  <a:pt x="319936" y="56976"/>
                </a:lnTo>
                <a:lnTo>
                  <a:pt x="320397" y="56785"/>
                </a:lnTo>
                <a:lnTo>
                  <a:pt x="320867" y="56606"/>
                </a:lnTo>
                <a:lnTo>
                  <a:pt x="321347" y="56441"/>
                </a:lnTo>
                <a:lnTo>
                  <a:pt x="321837" y="56289"/>
                </a:lnTo>
                <a:lnTo>
                  <a:pt x="322336" y="56150"/>
                </a:lnTo>
                <a:lnTo>
                  <a:pt x="322845" y="56025"/>
                </a:lnTo>
                <a:lnTo>
                  <a:pt x="323363" y="55912"/>
                </a:lnTo>
                <a:lnTo>
                  <a:pt x="323891" y="55813"/>
                </a:lnTo>
                <a:lnTo>
                  <a:pt x="324429" y="55727"/>
                </a:lnTo>
                <a:lnTo>
                  <a:pt x="324976" y="55655"/>
                </a:lnTo>
                <a:lnTo>
                  <a:pt x="325534" y="55595"/>
                </a:lnTo>
                <a:lnTo>
                  <a:pt x="326100" y="55549"/>
                </a:lnTo>
                <a:lnTo>
                  <a:pt x="326677" y="55516"/>
                </a:lnTo>
                <a:lnTo>
                  <a:pt x="327263" y="55496"/>
                </a:lnTo>
                <a:lnTo>
                  <a:pt x="327859" y="55489"/>
                </a:lnTo>
                <a:lnTo>
                  <a:pt x="328642" y="55499"/>
                </a:lnTo>
                <a:lnTo>
                  <a:pt x="329414" y="55527"/>
                </a:lnTo>
                <a:lnTo>
                  <a:pt x="330174" y="55574"/>
                </a:lnTo>
                <a:lnTo>
                  <a:pt x="330923" y="55640"/>
                </a:lnTo>
                <a:lnTo>
                  <a:pt x="331660" y="55725"/>
                </a:lnTo>
                <a:lnTo>
                  <a:pt x="332385" y="55828"/>
                </a:lnTo>
                <a:lnTo>
                  <a:pt x="333099" y="55950"/>
                </a:lnTo>
                <a:lnTo>
                  <a:pt x="333801" y="56091"/>
                </a:lnTo>
                <a:lnTo>
                  <a:pt x="334491" y="56251"/>
                </a:lnTo>
                <a:lnTo>
                  <a:pt x="335170" y="56430"/>
                </a:lnTo>
                <a:lnTo>
                  <a:pt x="335838" y="56627"/>
                </a:lnTo>
                <a:lnTo>
                  <a:pt x="336493" y="56843"/>
                </a:lnTo>
                <a:lnTo>
                  <a:pt x="337137" y="57078"/>
                </a:lnTo>
                <a:lnTo>
                  <a:pt x="337770" y="57332"/>
                </a:lnTo>
                <a:lnTo>
                  <a:pt x="338391" y="57605"/>
                </a:lnTo>
                <a:lnTo>
                  <a:pt x="339000" y="57896"/>
                </a:lnTo>
                <a:lnTo>
                  <a:pt x="339597" y="58206"/>
                </a:lnTo>
                <a:lnTo>
                  <a:pt x="340183" y="58535"/>
                </a:lnTo>
                <a:lnTo>
                  <a:pt x="340758" y="58883"/>
                </a:lnTo>
                <a:lnTo>
                  <a:pt x="341321" y="59250"/>
                </a:lnTo>
                <a:lnTo>
                  <a:pt x="341872" y="59635"/>
                </a:lnTo>
                <a:lnTo>
                  <a:pt x="342411" y="60039"/>
                </a:lnTo>
                <a:lnTo>
                  <a:pt x="342939" y="60462"/>
                </a:lnTo>
                <a:lnTo>
                  <a:pt x="343455" y="60904"/>
                </a:lnTo>
                <a:lnTo>
                  <a:pt x="343962" y="61372"/>
                </a:lnTo>
                <a:lnTo>
                  <a:pt x="344461" y="61873"/>
                </a:lnTo>
                <a:lnTo>
                  <a:pt x="344952" y="62407"/>
                </a:lnTo>
                <a:lnTo>
                  <a:pt x="345436" y="62974"/>
                </a:lnTo>
                <a:lnTo>
                  <a:pt x="345911" y="63575"/>
                </a:lnTo>
                <a:lnTo>
                  <a:pt x="346380" y="64210"/>
                </a:lnTo>
                <a:lnTo>
                  <a:pt x="346840" y="64877"/>
                </a:lnTo>
                <a:lnTo>
                  <a:pt x="347293" y="65579"/>
                </a:lnTo>
                <a:lnTo>
                  <a:pt x="347738" y="66313"/>
                </a:lnTo>
                <a:lnTo>
                  <a:pt x="348176" y="67081"/>
                </a:lnTo>
                <a:lnTo>
                  <a:pt x="348605" y="67882"/>
                </a:lnTo>
                <a:lnTo>
                  <a:pt x="349027" y="68716"/>
                </a:lnTo>
                <a:lnTo>
                  <a:pt x="349442" y="69584"/>
                </a:lnTo>
                <a:lnTo>
                  <a:pt x="349848" y="70485"/>
                </a:lnTo>
                <a:lnTo>
                  <a:pt x="350248" y="71419"/>
                </a:lnTo>
                <a:lnTo>
                  <a:pt x="350639" y="72387"/>
                </a:lnTo>
                <a:lnTo>
                  <a:pt x="351022" y="73388"/>
                </a:lnTo>
                <a:lnTo>
                  <a:pt x="351398" y="74423"/>
                </a:lnTo>
                <a:lnTo>
                  <a:pt x="351767" y="75490"/>
                </a:lnTo>
                <a:lnTo>
                  <a:pt x="352127" y="76592"/>
                </a:lnTo>
                <a:lnTo>
                  <a:pt x="352480" y="77726"/>
                </a:lnTo>
                <a:lnTo>
                  <a:pt x="352825" y="78894"/>
                </a:lnTo>
                <a:lnTo>
                  <a:pt x="353163" y="80095"/>
                </a:lnTo>
                <a:lnTo>
                  <a:pt x="353493" y="81330"/>
                </a:lnTo>
                <a:lnTo>
                  <a:pt x="356890" y="81330"/>
                </a:lnTo>
                <a:lnTo>
                  <a:pt x="356890" y="49416"/>
                </a:lnTo>
                <a:lnTo>
                  <a:pt x="353493" y="49416"/>
                </a:lnTo>
                <a:lnTo>
                  <a:pt x="353390" y="49618"/>
                </a:lnTo>
                <a:lnTo>
                  <a:pt x="353289" y="49815"/>
                </a:lnTo>
                <a:lnTo>
                  <a:pt x="353189" y="50006"/>
                </a:lnTo>
                <a:close/>
                <a:moveTo>
                  <a:pt x="622856" y="83459"/>
                </a:moveTo>
                <a:lnTo>
                  <a:pt x="622732" y="82090"/>
                </a:lnTo>
                <a:lnTo>
                  <a:pt x="622573" y="80746"/>
                </a:lnTo>
                <a:lnTo>
                  <a:pt x="622378" y="79426"/>
                </a:lnTo>
                <a:lnTo>
                  <a:pt x="622148" y="78130"/>
                </a:lnTo>
                <a:lnTo>
                  <a:pt x="621883" y="76859"/>
                </a:lnTo>
                <a:lnTo>
                  <a:pt x="621582" y="75612"/>
                </a:lnTo>
                <a:lnTo>
                  <a:pt x="621246" y="74389"/>
                </a:lnTo>
                <a:lnTo>
                  <a:pt x="620874" y="73191"/>
                </a:lnTo>
                <a:lnTo>
                  <a:pt x="620467" y="72018"/>
                </a:lnTo>
                <a:lnTo>
                  <a:pt x="620025" y="70868"/>
                </a:lnTo>
                <a:lnTo>
                  <a:pt x="619547" y="69744"/>
                </a:lnTo>
                <a:lnTo>
                  <a:pt x="619034" y="68643"/>
                </a:lnTo>
                <a:lnTo>
                  <a:pt x="618485" y="67567"/>
                </a:lnTo>
                <a:lnTo>
                  <a:pt x="617901" y="66516"/>
                </a:lnTo>
                <a:lnTo>
                  <a:pt x="617282" y="65489"/>
                </a:lnTo>
                <a:lnTo>
                  <a:pt x="616627" y="64486"/>
                </a:lnTo>
                <a:lnTo>
                  <a:pt x="615937" y="63508"/>
                </a:lnTo>
                <a:lnTo>
                  <a:pt x="615212" y="62554"/>
                </a:lnTo>
                <a:lnTo>
                  <a:pt x="614451" y="61625"/>
                </a:lnTo>
                <a:lnTo>
                  <a:pt x="613655" y="60720"/>
                </a:lnTo>
                <a:lnTo>
                  <a:pt x="612823" y="59839"/>
                </a:lnTo>
                <a:lnTo>
                  <a:pt x="611964" y="58989"/>
                </a:lnTo>
                <a:lnTo>
                  <a:pt x="611085" y="58174"/>
                </a:lnTo>
                <a:lnTo>
                  <a:pt x="610187" y="57396"/>
                </a:lnTo>
                <a:lnTo>
                  <a:pt x="609268" y="56654"/>
                </a:lnTo>
                <a:lnTo>
                  <a:pt x="608331" y="55948"/>
                </a:lnTo>
                <a:lnTo>
                  <a:pt x="607373" y="55279"/>
                </a:lnTo>
                <a:lnTo>
                  <a:pt x="606396" y="54645"/>
                </a:lnTo>
                <a:lnTo>
                  <a:pt x="605399" y="54048"/>
                </a:lnTo>
                <a:lnTo>
                  <a:pt x="604383" y="53487"/>
                </a:lnTo>
                <a:lnTo>
                  <a:pt x="603347" y="52962"/>
                </a:lnTo>
                <a:lnTo>
                  <a:pt x="602291" y="52474"/>
                </a:lnTo>
                <a:lnTo>
                  <a:pt x="601216" y="52021"/>
                </a:lnTo>
                <a:lnTo>
                  <a:pt x="600121" y="51605"/>
                </a:lnTo>
                <a:lnTo>
                  <a:pt x="599006" y="51225"/>
                </a:lnTo>
                <a:lnTo>
                  <a:pt x="597871" y="50881"/>
                </a:lnTo>
                <a:lnTo>
                  <a:pt x="596717" y="50574"/>
                </a:lnTo>
                <a:lnTo>
                  <a:pt x="595544" y="50302"/>
                </a:lnTo>
                <a:lnTo>
                  <a:pt x="594350" y="50067"/>
                </a:lnTo>
                <a:lnTo>
                  <a:pt x="593137" y="49868"/>
                </a:lnTo>
                <a:lnTo>
                  <a:pt x="591904" y="49705"/>
                </a:lnTo>
                <a:lnTo>
                  <a:pt x="590652" y="49578"/>
                </a:lnTo>
                <a:lnTo>
                  <a:pt x="589380" y="49488"/>
                </a:lnTo>
                <a:lnTo>
                  <a:pt x="588088" y="49434"/>
                </a:lnTo>
                <a:lnTo>
                  <a:pt x="586777" y="49416"/>
                </a:lnTo>
                <a:lnTo>
                  <a:pt x="585227" y="49439"/>
                </a:lnTo>
                <a:lnTo>
                  <a:pt x="583698" y="49509"/>
                </a:lnTo>
                <a:lnTo>
                  <a:pt x="582192" y="49627"/>
                </a:lnTo>
                <a:lnTo>
                  <a:pt x="580707" y="49791"/>
                </a:lnTo>
                <a:lnTo>
                  <a:pt x="579245" y="50002"/>
                </a:lnTo>
                <a:lnTo>
                  <a:pt x="577804" y="50260"/>
                </a:lnTo>
                <a:lnTo>
                  <a:pt x="576386" y="50565"/>
                </a:lnTo>
                <a:lnTo>
                  <a:pt x="574989" y="50917"/>
                </a:lnTo>
                <a:lnTo>
                  <a:pt x="573615" y="51316"/>
                </a:lnTo>
                <a:lnTo>
                  <a:pt x="572262" y="51761"/>
                </a:lnTo>
                <a:lnTo>
                  <a:pt x="570932" y="52254"/>
                </a:lnTo>
                <a:lnTo>
                  <a:pt x="569623" y="52794"/>
                </a:lnTo>
                <a:lnTo>
                  <a:pt x="568337" y="53380"/>
                </a:lnTo>
                <a:lnTo>
                  <a:pt x="567072" y="54013"/>
                </a:lnTo>
                <a:lnTo>
                  <a:pt x="565829" y="54694"/>
                </a:lnTo>
                <a:lnTo>
                  <a:pt x="564609" y="55421"/>
                </a:lnTo>
                <a:lnTo>
                  <a:pt x="563410" y="56195"/>
                </a:lnTo>
                <a:lnTo>
                  <a:pt x="562233" y="57016"/>
                </a:lnTo>
                <a:lnTo>
                  <a:pt x="561079" y="57884"/>
                </a:lnTo>
                <a:lnTo>
                  <a:pt x="559946" y="58799"/>
                </a:lnTo>
                <a:lnTo>
                  <a:pt x="558835" y="59761"/>
                </a:lnTo>
                <a:lnTo>
                  <a:pt x="557746" y="60769"/>
                </a:lnTo>
                <a:lnTo>
                  <a:pt x="556680" y="61825"/>
                </a:lnTo>
                <a:lnTo>
                  <a:pt x="555635" y="62928"/>
                </a:lnTo>
                <a:lnTo>
                  <a:pt x="554623" y="64072"/>
                </a:lnTo>
                <a:lnTo>
                  <a:pt x="553654" y="65253"/>
                </a:lnTo>
                <a:lnTo>
                  <a:pt x="552727" y="66471"/>
                </a:lnTo>
                <a:lnTo>
                  <a:pt x="551844" y="67726"/>
                </a:lnTo>
                <a:lnTo>
                  <a:pt x="551004" y="69018"/>
                </a:lnTo>
                <a:lnTo>
                  <a:pt x="550208" y="70347"/>
                </a:lnTo>
                <a:lnTo>
                  <a:pt x="549454" y="71712"/>
                </a:lnTo>
                <a:lnTo>
                  <a:pt x="548743" y="73115"/>
                </a:lnTo>
                <a:lnTo>
                  <a:pt x="548075" y="74554"/>
                </a:lnTo>
                <a:lnTo>
                  <a:pt x="547451" y="76031"/>
                </a:lnTo>
                <a:lnTo>
                  <a:pt x="546869" y="77544"/>
                </a:lnTo>
                <a:lnTo>
                  <a:pt x="546331" y="79095"/>
                </a:lnTo>
                <a:lnTo>
                  <a:pt x="545836" y="80682"/>
                </a:lnTo>
                <a:lnTo>
                  <a:pt x="545383" y="82306"/>
                </a:lnTo>
                <a:lnTo>
                  <a:pt x="544974" y="83967"/>
                </a:lnTo>
                <a:lnTo>
                  <a:pt x="544608" y="85665"/>
                </a:lnTo>
                <a:lnTo>
                  <a:pt x="544285" y="87400"/>
                </a:lnTo>
                <a:lnTo>
                  <a:pt x="544005" y="89172"/>
                </a:lnTo>
                <a:lnTo>
                  <a:pt x="543768" y="90980"/>
                </a:lnTo>
                <a:lnTo>
                  <a:pt x="543574" y="92826"/>
                </a:lnTo>
                <a:lnTo>
                  <a:pt x="543423" y="94709"/>
                </a:lnTo>
                <a:lnTo>
                  <a:pt x="543316" y="96628"/>
                </a:lnTo>
                <a:lnTo>
                  <a:pt x="543251" y="98585"/>
                </a:lnTo>
                <a:lnTo>
                  <a:pt x="543230" y="100578"/>
                </a:lnTo>
                <a:lnTo>
                  <a:pt x="543251" y="102420"/>
                </a:lnTo>
                <a:lnTo>
                  <a:pt x="543314" y="104231"/>
                </a:lnTo>
                <a:lnTo>
                  <a:pt x="543419" y="106010"/>
                </a:lnTo>
                <a:lnTo>
                  <a:pt x="543566" y="107757"/>
                </a:lnTo>
                <a:lnTo>
                  <a:pt x="543755" y="109473"/>
                </a:lnTo>
                <a:lnTo>
                  <a:pt x="543986" y="111157"/>
                </a:lnTo>
                <a:lnTo>
                  <a:pt x="544259" y="112810"/>
                </a:lnTo>
                <a:lnTo>
                  <a:pt x="544574" y="114431"/>
                </a:lnTo>
                <a:lnTo>
                  <a:pt x="544931" y="116021"/>
                </a:lnTo>
                <a:lnTo>
                  <a:pt x="545330" y="117579"/>
                </a:lnTo>
                <a:lnTo>
                  <a:pt x="545771" y="119105"/>
                </a:lnTo>
                <a:lnTo>
                  <a:pt x="546254" y="120600"/>
                </a:lnTo>
                <a:lnTo>
                  <a:pt x="546779" y="122063"/>
                </a:lnTo>
                <a:lnTo>
                  <a:pt x="547346" y="123495"/>
                </a:lnTo>
                <a:lnTo>
                  <a:pt x="547955" y="124895"/>
                </a:lnTo>
                <a:lnTo>
                  <a:pt x="548606" y="126264"/>
                </a:lnTo>
                <a:lnTo>
                  <a:pt x="549299" y="127601"/>
                </a:lnTo>
                <a:lnTo>
                  <a:pt x="550034" y="128906"/>
                </a:lnTo>
                <a:lnTo>
                  <a:pt x="550811" y="130180"/>
                </a:lnTo>
                <a:lnTo>
                  <a:pt x="551630" y="131422"/>
                </a:lnTo>
                <a:lnTo>
                  <a:pt x="552491" y="132633"/>
                </a:lnTo>
                <a:lnTo>
                  <a:pt x="553394" y="133812"/>
                </a:lnTo>
                <a:lnTo>
                  <a:pt x="554339" y="134960"/>
                </a:lnTo>
                <a:lnTo>
                  <a:pt x="555326" y="136076"/>
                </a:lnTo>
                <a:lnTo>
                  <a:pt x="556343" y="137153"/>
                </a:lnTo>
                <a:lnTo>
                  <a:pt x="557376" y="138184"/>
                </a:lnTo>
                <a:lnTo>
                  <a:pt x="558427" y="139170"/>
                </a:lnTo>
                <a:lnTo>
                  <a:pt x="559494" y="140109"/>
                </a:lnTo>
                <a:lnTo>
                  <a:pt x="560579" y="141003"/>
                </a:lnTo>
                <a:lnTo>
                  <a:pt x="561680" y="141851"/>
                </a:lnTo>
                <a:lnTo>
                  <a:pt x="562798" y="142653"/>
                </a:lnTo>
                <a:lnTo>
                  <a:pt x="563934" y="143409"/>
                </a:lnTo>
                <a:lnTo>
                  <a:pt x="565086" y="144120"/>
                </a:lnTo>
                <a:lnTo>
                  <a:pt x="566255" y="144784"/>
                </a:lnTo>
                <a:lnTo>
                  <a:pt x="567442" y="145403"/>
                </a:lnTo>
                <a:lnTo>
                  <a:pt x="568645" y="145976"/>
                </a:lnTo>
                <a:lnTo>
                  <a:pt x="569865" y="146503"/>
                </a:lnTo>
                <a:lnTo>
                  <a:pt x="571103" y="146984"/>
                </a:lnTo>
                <a:lnTo>
                  <a:pt x="572357" y="147420"/>
                </a:lnTo>
                <a:lnTo>
                  <a:pt x="573628" y="147809"/>
                </a:lnTo>
                <a:lnTo>
                  <a:pt x="574916" y="148153"/>
                </a:lnTo>
                <a:lnTo>
                  <a:pt x="576222" y="148451"/>
                </a:lnTo>
                <a:lnTo>
                  <a:pt x="577544" y="148703"/>
                </a:lnTo>
                <a:lnTo>
                  <a:pt x="578883" y="148909"/>
                </a:lnTo>
                <a:lnTo>
                  <a:pt x="580239" y="149070"/>
                </a:lnTo>
                <a:lnTo>
                  <a:pt x="581612" y="149184"/>
                </a:lnTo>
                <a:lnTo>
                  <a:pt x="583002" y="149253"/>
                </a:lnTo>
                <a:lnTo>
                  <a:pt x="584409" y="149276"/>
                </a:lnTo>
                <a:lnTo>
                  <a:pt x="585704" y="149256"/>
                </a:lnTo>
                <a:lnTo>
                  <a:pt x="586981" y="149196"/>
                </a:lnTo>
                <a:lnTo>
                  <a:pt x="588239" y="149095"/>
                </a:lnTo>
                <a:lnTo>
                  <a:pt x="589479" y="148954"/>
                </a:lnTo>
                <a:lnTo>
                  <a:pt x="590701" y="148773"/>
                </a:lnTo>
                <a:lnTo>
                  <a:pt x="591905" y="148552"/>
                </a:lnTo>
                <a:lnTo>
                  <a:pt x="593091" y="148291"/>
                </a:lnTo>
                <a:lnTo>
                  <a:pt x="594258" y="147989"/>
                </a:lnTo>
                <a:lnTo>
                  <a:pt x="595407" y="147647"/>
                </a:lnTo>
                <a:lnTo>
                  <a:pt x="596538" y="147265"/>
                </a:lnTo>
                <a:lnTo>
                  <a:pt x="597650" y="146843"/>
                </a:lnTo>
                <a:lnTo>
                  <a:pt x="598745" y="146381"/>
                </a:lnTo>
                <a:lnTo>
                  <a:pt x="599821" y="145878"/>
                </a:lnTo>
                <a:lnTo>
                  <a:pt x="600879" y="145335"/>
                </a:lnTo>
                <a:lnTo>
                  <a:pt x="601919" y="144752"/>
                </a:lnTo>
                <a:lnTo>
                  <a:pt x="602940" y="144129"/>
                </a:lnTo>
                <a:lnTo>
                  <a:pt x="603943" y="143465"/>
                </a:lnTo>
                <a:lnTo>
                  <a:pt x="604928" y="142761"/>
                </a:lnTo>
                <a:lnTo>
                  <a:pt x="605895" y="142017"/>
                </a:lnTo>
                <a:lnTo>
                  <a:pt x="606843" y="141233"/>
                </a:lnTo>
                <a:lnTo>
                  <a:pt x="607774" y="140409"/>
                </a:lnTo>
                <a:lnTo>
                  <a:pt x="608686" y="139544"/>
                </a:lnTo>
                <a:lnTo>
                  <a:pt x="609580" y="138639"/>
                </a:lnTo>
                <a:lnTo>
                  <a:pt x="610455" y="137694"/>
                </a:lnTo>
                <a:lnTo>
                  <a:pt x="611307" y="136725"/>
                </a:lnTo>
                <a:lnTo>
                  <a:pt x="612131" y="135746"/>
                </a:lnTo>
                <a:lnTo>
                  <a:pt x="612926" y="134759"/>
                </a:lnTo>
                <a:lnTo>
                  <a:pt x="613692" y="133764"/>
                </a:lnTo>
                <a:lnTo>
                  <a:pt x="614430" y="132759"/>
                </a:lnTo>
                <a:lnTo>
                  <a:pt x="615139" y="131746"/>
                </a:lnTo>
                <a:lnTo>
                  <a:pt x="615820" y="130724"/>
                </a:lnTo>
                <a:lnTo>
                  <a:pt x="616472" y="129693"/>
                </a:lnTo>
                <a:lnTo>
                  <a:pt x="617095" y="128653"/>
                </a:lnTo>
                <a:lnTo>
                  <a:pt x="617690" y="127605"/>
                </a:lnTo>
                <a:lnTo>
                  <a:pt x="618257" y="126548"/>
                </a:lnTo>
                <a:lnTo>
                  <a:pt x="618794" y="125482"/>
                </a:lnTo>
                <a:lnTo>
                  <a:pt x="619303" y="124407"/>
                </a:lnTo>
                <a:lnTo>
                  <a:pt x="619784" y="123324"/>
                </a:lnTo>
                <a:lnTo>
                  <a:pt x="620235" y="122232"/>
                </a:lnTo>
                <a:lnTo>
                  <a:pt x="620659" y="121131"/>
                </a:lnTo>
                <a:lnTo>
                  <a:pt x="621053" y="120021"/>
                </a:lnTo>
                <a:lnTo>
                  <a:pt x="621419" y="118903"/>
                </a:lnTo>
                <a:lnTo>
                  <a:pt x="621757" y="117776"/>
                </a:lnTo>
                <a:lnTo>
                  <a:pt x="622066" y="116640"/>
                </a:lnTo>
                <a:lnTo>
                  <a:pt x="622346" y="115495"/>
                </a:lnTo>
                <a:lnTo>
                  <a:pt x="622598" y="114342"/>
                </a:lnTo>
                <a:lnTo>
                  <a:pt x="622821" y="113179"/>
                </a:lnTo>
                <a:lnTo>
                  <a:pt x="623015" y="112008"/>
                </a:lnTo>
                <a:lnTo>
                  <a:pt x="619824" y="109950"/>
                </a:lnTo>
                <a:lnTo>
                  <a:pt x="619434" y="110966"/>
                </a:lnTo>
                <a:lnTo>
                  <a:pt x="619036" y="111958"/>
                </a:lnTo>
                <a:lnTo>
                  <a:pt x="618631" y="112925"/>
                </a:lnTo>
                <a:lnTo>
                  <a:pt x="618218" y="113866"/>
                </a:lnTo>
                <a:lnTo>
                  <a:pt x="617797" y="114782"/>
                </a:lnTo>
                <a:lnTo>
                  <a:pt x="617369" y="115673"/>
                </a:lnTo>
                <a:lnTo>
                  <a:pt x="616933" y="116539"/>
                </a:lnTo>
                <a:lnTo>
                  <a:pt x="616489" y="117379"/>
                </a:lnTo>
                <a:lnTo>
                  <a:pt x="616038" y="118194"/>
                </a:lnTo>
                <a:lnTo>
                  <a:pt x="615579" y="118984"/>
                </a:lnTo>
                <a:lnTo>
                  <a:pt x="615112" y="119749"/>
                </a:lnTo>
                <a:lnTo>
                  <a:pt x="614638" y="120489"/>
                </a:lnTo>
                <a:lnTo>
                  <a:pt x="614155" y="121203"/>
                </a:lnTo>
                <a:lnTo>
                  <a:pt x="613666" y="121893"/>
                </a:lnTo>
                <a:lnTo>
                  <a:pt x="613168" y="122557"/>
                </a:lnTo>
                <a:lnTo>
                  <a:pt x="612663" y="123196"/>
                </a:lnTo>
                <a:lnTo>
                  <a:pt x="612150" y="123809"/>
                </a:lnTo>
                <a:lnTo>
                  <a:pt x="611630" y="124398"/>
                </a:lnTo>
                <a:lnTo>
                  <a:pt x="611101" y="124961"/>
                </a:lnTo>
                <a:lnTo>
                  <a:pt x="610565" y="125499"/>
                </a:lnTo>
                <a:lnTo>
                  <a:pt x="610022" y="126012"/>
                </a:lnTo>
                <a:lnTo>
                  <a:pt x="609470" y="126500"/>
                </a:lnTo>
                <a:lnTo>
                  <a:pt x="608911" y="126962"/>
                </a:lnTo>
                <a:lnTo>
                  <a:pt x="608345" y="127399"/>
                </a:lnTo>
                <a:lnTo>
                  <a:pt x="607770" y="127815"/>
                </a:lnTo>
                <a:lnTo>
                  <a:pt x="607187" y="128213"/>
                </a:lnTo>
                <a:lnTo>
                  <a:pt x="606595" y="128594"/>
                </a:lnTo>
                <a:lnTo>
                  <a:pt x="605996" y="128956"/>
                </a:lnTo>
                <a:lnTo>
                  <a:pt x="605387" y="129302"/>
                </a:lnTo>
                <a:lnTo>
                  <a:pt x="604771" y="129629"/>
                </a:lnTo>
                <a:lnTo>
                  <a:pt x="604145" y="129938"/>
                </a:lnTo>
                <a:lnTo>
                  <a:pt x="603512" y="130230"/>
                </a:lnTo>
                <a:lnTo>
                  <a:pt x="602870" y="130505"/>
                </a:lnTo>
                <a:lnTo>
                  <a:pt x="602220" y="130761"/>
                </a:lnTo>
                <a:lnTo>
                  <a:pt x="601561" y="131000"/>
                </a:lnTo>
                <a:lnTo>
                  <a:pt x="600894" y="131221"/>
                </a:lnTo>
                <a:lnTo>
                  <a:pt x="600218" y="131425"/>
                </a:lnTo>
                <a:lnTo>
                  <a:pt x="599534" y="131611"/>
                </a:lnTo>
                <a:lnTo>
                  <a:pt x="598842" y="131779"/>
                </a:lnTo>
                <a:lnTo>
                  <a:pt x="598141" y="131929"/>
                </a:lnTo>
                <a:lnTo>
                  <a:pt x="597432" y="132062"/>
                </a:lnTo>
                <a:lnTo>
                  <a:pt x="596715" y="132177"/>
                </a:lnTo>
                <a:lnTo>
                  <a:pt x="595989" y="132274"/>
                </a:lnTo>
                <a:lnTo>
                  <a:pt x="595255" y="132354"/>
                </a:lnTo>
                <a:lnTo>
                  <a:pt x="594512" y="132416"/>
                </a:lnTo>
                <a:lnTo>
                  <a:pt x="593761" y="132460"/>
                </a:lnTo>
                <a:lnTo>
                  <a:pt x="593001" y="132486"/>
                </a:lnTo>
                <a:lnTo>
                  <a:pt x="592233" y="132495"/>
                </a:lnTo>
                <a:lnTo>
                  <a:pt x="591081" y="132475"/>
                </a:lnTo>
                <a:lnTo>
                  <a:pt x="589942" y="132413"/>
                </a:lnTo>
                <a:lnTo>
                  <a:pt x="588815" y="132309"/>
                </a:lnTo>
                <a:lnTo>
                  <a:pt x="587701" y="132164"/>
                </a:lnTo>
                <a:lnTo>
                  <a:pt x="586599" y="131978"/>
                </a:lnTo>
                <a:lnTo>
                  <a:pt x="585509" y="131751"/>
                </a:lnTo>
                <a:lnTo>
                  <a:pt x="584433" y="131482"/>
                </a:lnTo>
                <a:lnTo>
                  <a:pt x="583368" y="131172"/>
                </a:lnTo>
                <a:lnTo>
                  <a:pt x="582316" y="130820"/>
                </a:lnTo>
                <a:lnTo>
                  <a:pt x="581277" y="130427"/>
                </a:lnTo>
                <a:lnTo>
                  <a:pt x="580250" y="129993"/>
                </a:lnTo>
                <a:lnTo>
                  <a:pt x="579236" y="129517"/>
                </a:lnTo>
                <a:lnTo>
                  <a:pt x="578234" y="129000"/>
                </a:lnTo>
                <a:lnTo>
                  <a:pt x="577245" y="128442"/>
                </a:lnTo>
                <a:lnTo>
                  <a:pt x="576268" y="127842"/>
                </a:lnTo>
                <a:lnTo>
                  <a:pt x="575304" y="127201"/>
                </a:lnTo>
                <a:lnTo>
                  <a:pt x="574352" y="126518"/>
                </a:lnTo>
                <a:lnTo>
                  <a:pt x="573413" y="125794"/>
                </a:lnTo>
                <a:lnTo>
                  <a:pt x="572486" y="125029"/>
                </a:lnTo>
                <a:lnTo>
                  <a:pt x="571572" y="124222"/>
                </a:lnTo>
                <a:lnTo>
                  <a:pt x="570670" y="123374"/>
                </a:lnTo>
                <a:lnTo>
                  <a:pt x="569781" y="122485"/>
                </a:lnTo>
                <a:lnTo>
                  <a:pt x="568904" y="121554"/>
                </a:lnTo>
                <a:lnTo>
                  <a:pt x="568040" y="120582"/>
                </a:lnTo>
                <a:lnTo>
                  <a:pt x="567200" y="119573"/>
                </a:lnTo>
                <a:lnTo>
                  <a:pt x="566397" y="118533"/>
                </a:lnTo>
                <a:lnTo>
                  <a:pt x="565629" y="117462"/>
                </a:lnTo>
                <a:lnTo>
                  <a:pt x="564897" y="116359"/>
                </a:lnTo>
                <a:lnTo>
                  <a:pt x="564202" y="115225"/>
                </a:lnTo>
                <a:lnTo>
                  <a:pt x="563543" y="114059"/>
                </a:lnTo>
                <a:lnTo>
                  <a:pt x="562919" y="112862"/>
                </a:lnTo>
                <a:lnTo>
                  <a:pt x="562332" y="111634"/>
                </a:lnTo>
                <a:lnTo>
                  <a:pt x="561781" y="110374"/>
                </a:lnTo>
                <a:lnTo>
                  <a:pt x="561266" y="109083"/>
                </a:lnTo>
                <a:lnTo>
                  <a:pt x="560788" y="107760"/>
                </a:lnTo>
                <a:lnTo>
                  <a:pt x="560345" y="106407"/>
                </a:lnTo>
                <a:lnTo>
                  <a:pt x="559938" y="105021"/>
                </a:lnTo>
                <a:lnTo>
                  <a:pt x="559568" y="103605"/>
                </a:lnTo>
                <a:lnTo>
                  <a:pt x="559233" y="102157"/>
                </a:lnTo>
                <a:lnTo>
                  <a:pt x="558935" y="100677"/>
                </a:lnTo>
                <a:lnTo>
                  <a:pt x="558673" y="99167"/>
                </a:lnTo>
                <a:lnTo>
                  <a:pt x="558447" y="97624"/>
                </a:lnTo>
                <a:lnTo>
                  <a:pt x="558257" y="96051"/>
                </a:lnTo>
                <a:lnTo>
                  <a:pt x="558103" y="94446"/>
                </a:lnTo>
                <a:lnTo>
                  <a:pt x="557985" y="92810"/>
                </a:lnTo>
                <a:lnTo>
                  <a:pt x="557903" y="91142"/>
                </a:lnTo>
                <a:lnTo>
                  <a:pt x="557858" y="89443"/>
                </a:lnTo>
                <a:lnTo>
                  <a:pt x="557848" y="87713"/>
                </a:lnTo>
                <a:lnTo>
                  <a:pt x="623015" y="87713"/>
                </a:lnTo>
                <a:lnTo>
                  <a:pt x="622997" y="86270"/>
                </a:lnTo>
                <a:lnTo>
                  <a:pt x="622944" y="84853"/>
                </a:lnTo>
                <a:lnTo>
                  <a:pt x="622856" y="83459"/>
                </a:lnTo>
                <a:close/>
                <a:moveTo>
                  <a:pt x="558382" y="77940"/>
                </a:moveTo>
                <a:lnTo>
                  <a:pt x="558564" y="77034"/>
                </a:lnTo>
                <a:lnTo>
                  <a:pt x="558765" y="76147"/>
                </a:lnTo>
                <a:lnTo>
                  <a:pt x="558986" y="75278"/>
                </a:lnTo>
                <a:lnTo>
                  <a:pt x="559227" y="74426"/>
                </a:lnTo>
                <a:lnTo>
                  <a:pt x="559487" y="73593"/>
                </a:lnTo>
                <a:lnTo>
                  <a:pt x="559766" y="72778"/>
                </a:lnTo>
                <a:lnTo>
                  <a:pt x="560065" y="71981"/>
                </a:lnTo>
                <a:lnTo>
                  <a:pt x="560383" y="71202"/>
                </a:lnTo>
                <a:lnTo>
                  <a:pt x="560721" y="70441"/>
                </a:lnTo>
                <a:lnTo>
                  <a:pt x="561079" y="69698"/>
                </a:lnTo>
                <a:lnTo>
                  <a:pt x="561456" y="68973"/>
                </a:lnTo>
                <a:lnTo>
                  <a:pt x="561852" y="68267"/>
                </a:lnTo>
                <a:lnTo>
                  <a:pt x="562268" y="67578"/>
                </a:lnTo>
                <a:lnTo>
                  <a:pt x="562703" y="66907"/>
                </a:lnTo>
                <a:lnTo>
                  <a:pt x="563158" y="66255"/>
                </a:lnTo>
                <a:lnTo>
                  <a:pt x="563632" y="65620"/>
                </a:lnTo>
                <a:lnTo>
                  <a:pt x="564126" y="65003"/>
                </a:lnTo>
                <a:lnTo>
                  <a:pt x="564639" y="64405"/>
                </a:lnTo>
                <a:lnTo>
                  <a:pt x="565172" y="63825"/>
                </a:lnTo>
                <a:lnTo>
                  <a:pt x="565724" y="63262"/>
                </a:lnTo>
                <a:lnTo>
                  <a:pt x="566289" y="62720"/>
                </a:lnTo>
                <a:lnTo>
                  <a:pt x="566860" y="62202"/>
                </a:lnTo>
                <a:lnTo>
                  <a:pt x="567438" y="61706"/>
                </a:lnTo>
                <a:lnTo>
                  <a:pt x="568022" y="61233"/>
                </a:lnTo>
                <a:lnTo>
                  <a:pt x="568612" y="60784"/>
                </a:lnTo>
                <a:lnTo>
                  <a:pt x="569208" y="60357"/>
                </a:lnTo>
                <a:lnTo>
                  <a:pt x="569811" y="59954"/>
                </a:lnTo>
                <a:lnTo>
                  <a:pt x="570420" y="59573"/>
                </a:lnTo>
                <a:lnTo>
                  <a:pt x="571035" y="59216"/>
                </a:lnTo>
                <a:lnTo>
                  <a:pt x="571656" y="58881"/>
                </a:lnTo>
                <a:lnTo>
                  <a:pt x="572284" y="58570"/>
                </a:lnTo>
                <a:lnTo>
                  <a:pt x="572917" y="58282"/>
                </a:lnTo>
                <a:lnTo>
                  <a:pt x="573558" y="58017"/>
                </a:lnTo>
                <a:lnTo>
                  <a:pt x="574204" y="57775"/>
                </a:lnTo>
                <a:lnTo>
                  <a:pt x="574857" y="57556"/>
                </a:lnTo>
                <a:lnTo>
                  <a:pt x="575516" y="57360"/>
                </a:lnTo>
                <a:lnTo>
                  <a:pt x="576181" y="57187"/>
                </a:lnTo>
                <a:lnTo>
                  <a:pt x="576852" y="57037"/>
                </a:lnTo>
                <a:lnTo>
                  <a:pt x="577530" y="56910"/>
                </a:lnTo>
                <a:lnTo>
                  <a:pt x="578214" y="56806"/>
                </a:lnTo>
                <a:lnTo>
                  <a:pt x="578904" y="56726"/>
                </a:lnTo>
                <a:lnTo>
                  <a:pt x="579600" y="56668"/>
                </a:lnTo>
                <a:lnTo>
                  <a:pt x="580303" y="56633"/>
                </a:lnTo>
                <a:lnTo>
                  <a:pt x="581012" y="56622"/>
                </a:lnTo>
                <a:lnTo>
                  <a:pt x="581474" y="56628"/>
                </a:lnTo>
                <a:lnTo>
                  <a:pt x="581935" y="56645"/>
                </a:lnTo>
                <a:lnTo>
                  <a:pt x="582394" y="56673"/>
                </a:lnTo>
                <a:lnTo>
                  <a:pt x="582852" y="56713"/>
                </a:lnTo>
                <a:lnTo>
                  <a:pt x="583308" y="56765"/>
                </a:lnTo>
                <a:lnTo>
                  <a:pt x="583763" y="56828"/>
                </a:lnTo>
                <a:lnTo>
                  <a:pt x="584215" y="56902"/>
                </a:lnTo>
                <a:lnTo>
                  <a:pt x="584667" y="56988"/>
                </a:lnTo>
                <a:lnTo>
                  <a:pt x="585116" y="57085"/>
                </a:lnTo>
                <a:lnTo>
                  <a:pt x="585564" y="57194"/>
                </a:lnTo>
                <a:lnTo>
                  <a:pt x="586011" y="57314"/>
                </a:lnTo>
                <a:lnTo>
                  <a:pt x="586455" y="57446"/>
                </a:lnTo>
                <a:lnTo>
                  <a:pt x="586898" y="57589"/>
                </a:lnTo>
                <a:lnTo>
                  <a:pt x="587340" y="57743"/>
                </a:lnTo>
                <a:lnTo>
                  <a:pt x="587780" y="57909"/>
                </a:lnTo>
                <a:lnTo>
                  <a:pt x="588218" y="58086"/>
                </a:lnTo>
                <a:lnTo>
                  <a:pt x="588655" y="58275"/>
                </a:lnTo>
                <a:lnTo>
                  <a:pt x="589090" y="58475"/>
                </a:lnTo>
                <a:lnTo>
                  <a:pt x="589524" y="58687"/>
                </a:lnTo>
                <a:lnTo>
                  <a:pt x="589956" y="58910"/>
                </a:lnTo>
                <a:lnTo>
                  <a:pt x="590386" y="59144"/>
                </a:lnTo>
                <a:lnTo>
                  <a:pt x="590815" y="59390"/>
                </a:lnTo>
                <a:lnTo>
                  <a:pt x="591242" y="59647"/>
                </a:lnTo>
                <a:lnTo>
                  <a:pt x="591667" y="59916"/>
                </a:lnTo>
                <a:lnTo>
                  <a:pt x="592087" y="60195"/>
                </a:lnTo>
                <a:lnTo>
                  <a:pt x="592499" y="60483"/>
                </a:lnTo>
                <a:lnTo>
                  <a:pt x="592902" y="60779"/>
                </a:lnTo>
                <a:lnTo>
                  <a:pt x="593296" y="61083"/>
                </a:lnTo>
                <a:lnTo>
                  <a:pt x="593681" y="61396"/>
                </a:lnTo>
                <a:lnTo>
                  <a:pt x="594057" y="61718"/>
                </a:lnTo>
                <a:lnTo>
                  <a:pt x="594425" y="62048"/>
                </a:lnTo>
                <a:lnTo>
                  <a:pt x="594784" y="62387"/>
                </a:lnTo>
                <a:lnTo>
                  <a:pt x="595134" y="62735"/>
                </a:lnTo>
                <a:lnTo>
                  <a:pt x="595476" y="63091"/>
                </a:lnTo>
                <a:lnTo>
                  <a:pt x="595809" y="63455"/>
                </a:lnTo>
                <a:lnTo>
                  <a:pt x="596132" y="63828"/>
                </a:lnTo>
                <a:lnTo>
                  <a:pt x="596448" y="64210"/>
                </a:lnTo>
                <a:lnTo>
                  <a:pt x="596754" y="64600"/>
                </a:lnTo>
                <a:lnTo>
                  <a:pt x="597052" y="64999"/>
                </a:lnTo>
                <a:lnTo>
                  <a:pt x="597341" y="65407"/>
                </a:lnTo>
                <a:lnTo>
                  <a:pt x="597621" y="65823"/>
                </a:lnTo>
                <a:lnTo>
                  <a:pt x="597892" y="66248"/>
                </a:lnTo>
                <a:lnTo>
                  <a:pt x="598155" y="66681"/>
                </a:lnTo>
                <a:lnTo>
                  <a:pt x="598409" y="67123"/>
                </a:lnTo>
                <a:lnTo>
                  <a:pt x="598654" y="67573"/>
                </a:lnTo>
                <a:lnTo>
                  <a:pt x="598890" y="68032"/>
                </a:lnTo>
                <a:lnTo>
                  <a:pt x="599118" y="68500"/>
                </a:lnTo>
                <a:lnTo>
                  <a:pt x="599337" y="68976"/>
                </a:lnTo>
                <a:lnTo>
                  <a:pt x="599472" y="69294"/>
                </a:lnTo>
                <a:lnTo>
                  <a:pt x="599603" y="69631"/>
                </a:lnTo>
                <a:lnTo>
                  <a:pt x="599731" y="69986"/>
                </a:lnTo>
                <a:lnTo>
                  <a:pt x="599854" y="70360"/>
                </a:lnTo>
                <a:lnTo>
                  <a:pt x="599974" y="70752"/>
                </a:lnTo>
                <a:lnTo>
                  <a:pt x="600090" y="71163"/>
                </a:lnTo>
                <a:lnTo>
                  <a:pt x="600201" y="71593"/>
                </a:lnTo>
                <a:lnTo>
                  <a:pt x="600309" y="72041"/>
                </a:lnTo>
                <a:lnTo>
                  <a:pt x="600413" y="72508"/>
                </a:lnTo>
                <a:lnTo>
                  <a:pt x="600513" y="72994"/>
                </a:lnTo>
                <a:lnTo>
                  <a:pt x="600609" y="73498"/>
                </a:lnTo>
                <a:lnTo>
                  <a:pt x="600701" y="74020"/>
                </a:lnTo>
                <a:lnTo>
                  <a:pt x="600789" y="74562"/>
                </a:lnTo>
                <a:lnTo>
                  <a:pt x="600873" y="75121"/>
                </a:lnTo>
                <a:lnTo>
                  <a:pt x="600953" y="75700"/>
                </a:lnTo>
                <a:lnTo>
                  <a:pt x="601030" y="76297"/>
                </a:lnTo>
                <a:lnTo>
                  <a:pt x="601102" y="76912"/>
                </a:lnTo>
                <a:lnTo>
                  <a:pt x="601171" y="77546"/>
                </a:lnTo>
                <a:lnTo>
                  <a:pt x="601235" y="78199"/>
                </a:lnTo>
                <a:lnTo>
                  <a:pt x="601296" y="78870"/>
                </a:lnTo>
                <a:lnTo>
                  <a:pt x="601352" y="79560"/>
                </a:lnTo>
                <a:lnTo>
                  <a:pt x="601405" y="80269"/>
                </a:lnTo>
                <a:lnTo>
                  <a:pt x="601454" y="80996"/>
                </a:lnTo>
                <a:lnTo>
                  <a:pt x="601499" y="81741"/>
                </a:lnTo>
                <a:lnTo>
                  <a:pt x="557848" y="81741"/>
                </a:lnTo>
                <a:lnTo>
                  <a:pt x="557952" y="80764"/>
                </a:lnTo>
                <a:lnTo>
                  <a:pt x="558076" y="79804"/>
                </a:lnTo>
                <a:lnTo>
                  <a:pt x="558219" y="78863"/>
                </a:lnTo>
                <a:lnTo>
                  <a:pt x="558382" y="77940"/>
                </a:lnTo>
                <a:close/>
                <a:moveTo>
                  <a:pt x="432969" y="56109"/>
                </a:moveTo>
                <a:lnTo>
                  <a:pt x="433357" y="56179"/>
                </a:lnTo>
                <a:lnTo>
                  <a:pt x="433733" y="56249"/>
                </a:lnTo>
                <a:lnTo>
                  <a:pt x="434097" y="56320"/>
                </a:lnTo>
                <a:lnTo>
                  <a:pt x="434449" y="56390"/>
                </a:lnTo>
                <a:lnTo>
                  <a:pt x="434790" y="56462"/>
                </a:lnTo>
                <a:lnTo>
                  <a:pt x="435118" y="56533"/>
                </a:lnTo>
                <a:lnTo>
                  <a:pt x="435435" y="56605"/>
                </a:lnTo>
                <a:lnTo>
                  <a:pt x="435740" y="56678"/>
                </a:lnTo>
                <a:lnTo>
                  <a:pt x="436034" y="56751"/>
                </a:lnTo>
                <a:lnTo>
                  <a:pt x="436315" y="56824"/>
                </a:lnTo>
                <a:lnTo>
                  <a:pt x="436585" y="56897"/>
                </a:lnTo>
                <a:lnTo>
                  <a:pt x="436843" y="56971"/>
                </a:lnTo>
                <a:lnTo>
                  <a:pt x="437089" y="57045"/>
                </a:lnTo>
                <a:lnTo>
                  <a:pt x="437323" y="57120"/>
                </a:lnTo>
                <a:lnTo>
                  <a:pt x="437546" y="57195"/>
                </a:lnTo>
                <a:lnTo>
                  <a:pt x="437756" y="57270"/>
                </a:lnTo>
                <a:lnTo>
                  <a:pt x="437955" y="57345"/>
                </a:lnTo>
                <a:lnTo>
                  <a:pt x="438143" y="57421"/>
                </a:lnTo>
                <a:lnTo>
                  <a:pt x="438318" y="57498"/>
                </a:lnTo>
                <a:lnTo>
                  <a:pt x="438481" y="57574"/>
                </a:lnTo>
                <a:lnTo>
                  <a:pt x="438633" y="57651"/>
                </a:lnTo>
                <a:lnTo>
                  <a:pt x="438897" y="57790"/>
                </a:lnTo>
                <a:lnTo>
                  <a:pt x="439157" y="57931"/>
                </a:lnTo>
                <a:lnTo>
                  <a:pt x="439413" y="58075"/>
                </a:lnTo>
                <a:lnTo>
                  <a:pt x="439666" y="58222"/>
                </a:lnTo>
                <a:lnTo>
                  <a:pt x="439914" y="58371"/>
                </a:lnTo>
                <a:lnTo>
                  <a:pt x="440158" y="58523"/>
                </a:lnTo>
                <a:lnTo>
                  <a:pt x="440398" y="58678"/>
                </a:lnTo>
                <a:lnTo>
                  <a:pt x="440635" y="58835"/>
                </a:lnTo>
                <a:lnTo>
                  <a:pt x="440867" y="58995"/>
                </a:lnTo>
                <a:lnTo>
                  <a:pt x="441096" y="59158"/>
                </a:lnTo>
                <a:lnTo>
                  <a:pt x="441321" y="59324"/>
                </a:lnTo>
                <a:lnTo>
                  <a:pt x="441541" y="59492"/>
                </a:lnTo>
                <a:lnTo>
                  <a:pt x="441758" y="59662"/>
                </a:lnTo>
                <a:lnTo>
                  <a:pt x="441971" y="59836"/>
                </a:lnTo>
                <a:lnTo>
                  <a:pt x="442180" y="60012"/>
                </a:lnTo>
                <a:lnTo>
                  <a:pt x="442385" y="60191"/>
                </a:lnTo>
                <a:lnTo>
                  <a:pt x="442586" y="60372"/>
                </a:lnTo>
                <a:lnTo>
                  <a:pt x="442783" y="60557"/>
                </a:lnTo>
                <a:lnTo>
                  <a:pt x="442977" y="60743"/>
                </a:lnTo>
                <a:lnTo>
                  <a:pt x="443166" y="60933"/>
                </a:lnTo>
                <a:lnTo>
                  <a:pt x="443351" y="61125"/>
                </a:lnTo>
                <a:lnTo>
                  <a:pt x="443533" y="61320"/>
                </a:lnTo>
                <a:lnTo>
                  <a:pt x="443710" y="61518"/>
                </a:lnTo>
                <a:lnTo>
                  <a:pt x="443884" y="61718"/>
                </a:lnTo>
                <a:lnTo>
                  <a:pt x="444056" y="61925"/>
                </a:lnTo>
                <a:lnTo>
                  <a:pt x="444228" y="62143"/>
                </a:lnTo>
                <a:lnTo>
                  <a:pt x="444402" y="62372"/>
                </a:lnTo>
                <a:lnTo>
                  <a:pt x="444576" y="62612"/>
                </a:lnTo>
                <a:lnTo>
                  <a:pt x="444750" y="62862"/>
                </a:lnTo>
                <a:lnTo>
                  <a:pt x="444926" y="63124"/>
                </a:lnTo>
                <a:lnTo>
                  <a:pt x="445102" y="63396"/>
                </a:lnTo>
                <a:lnTo>
                  <a:pt x="445279" y="63680"/>
                </a:lnTo>
                <a:lnTo>
                  <a:pt x="445457" y="63974"/>
                </a:lnTo>
                <a:lnTo>
                  <a:pt x="445635" y="64279"/>
                </a:lnTo>
                <a:lnTo>
                  <a:pt x="445814" y="64595"/>
                </a:lnTo>
                <a:lnTo>
                  <a:pt x="445994" y="64922"/>
                </a:lnTo>
                <a:lnTo>
                  <a:pt x="446175" y="65260"/>
                </a:lnTo>
                <a:lnTo>
                  <a:pt x="446356" y="65609"/>
                </a:lnTo>
                <a:lnTo>
                  <a:pt x="446538" y="65969"/>
                </a:lnTo>
                <a:lnTo>
                  <a:pt x="446720" y="66339"/>
                </a:lnTo>
                <a:lnTo>
                  <a:pt x="446904" y="66721"/>
                </a:lnTo>
                <a:lnTo>
                  <a:pt x="447088" y="67113"/>
                </a:lnTo>
                <a:lnTo>
                  <a:pt x="447273" y="67516"/>
                </a:lnTo>
                <a:lnTo>
                  <a:pt x="447458" y="67931"/>
                </a:lnTo>
                <a:lnTo>
                  <a:pt x="447644" y="68356"/>
                </a:lnTo>
                <a:lnTo>
                  <a:pt x="447831" y="68792"/>
                </a:lnTo>
                <a:lnTo>
                  <a:pt x="448019" y="69239"/>
                </a:lnTo>
                <a:lnTo>
                  <a:pt x="448207" y="69696"/>
                </a:lnTo>
                <a:lnTo>
                  <a:pt x="481872" y="149276"/>
                </a:lnTo>
                <a:lnTo>
                  <a:pt x="486093" y="149276"/>
                </a:lnTo>
                <a:lnTo>
                  <a:pt x="519551" y="68358"/>
                </a:lnTo>
                <a:lnTo>
                  <a:pt x="519793" y="67765"/>
                </a:lnTo>
                <a:lnTo>
                  <a:pt x="520036" y="67186"/>
                </a:lnTo>
                <a:lnTo>
                  <a:pt x="520283" y="66621"/>
                </a:lnTo>
                <a:lnTo>
                  <a:pt x="520532" y="66070"/>
                </a:lnTo>
                <a:lnTo>
                  <a:pt x="520783" y="65534"/>
                </a:lnTo>
                <a:lnTo>
                  <a:pt x="521037" y="65012"/>
                </a:lnTo>
                <a:lnTo>
                  <a:pt x="521294" y="64505"/>
                </a:lnTo>
                <a:lnTo>
                  <a:pt x="521553" y="64011"/>
                </a:lnTo>
                <a:lnTo>
                  <a:pt x="521814" y="63532"/>
                </a:lnTo>
                <a:lnTo>
                  <a:pt x="522078" y="63068"/>
                </a:lnTo>
                <a:lnTo>
                  <a:pt x="522345" y="62617"/>
                </a:lnTo>
                <a:lnTo>
                  <a:pt x="522614" y="62181"/>
                </a:lnTo>
                <a:lnTo>
                  <a:pt x="522885" y="61759"/>
                </a:lnTo>
                <a:lnTo>
                  <a:pt x="523159" y="61352"/>
                </a:lnTo>
                <a:lnTo>
                  <a:pt x="523436" y="60959"/>
                </a:lnTo>
                <a:lnTo>
                  <a:pt x="523715" y="60580"/>
                </a:lnTo>
                <a:lnTo>
                  <a:pt x="523996" y="60215"/>
                </a:lnTo>
                <a:lnTo>
                  <a:pt x="524280" y="59865"/>
                </a:lnTo>
                <a:lnTo>
                  <a:pt x="524567" y="59529"/>
                </a:lnTo>
                <a:lnTo>
                  <a:pt x="524856" y="59207"/>
                </a:lnTo>
                <a:lnTo>
                  <a:pt x="525147" y="58900"/>
                </a:lnTo>
                <a:lnTo>
                  <a:pt x="525441" y="58607"/>
                </a:lnTo>
                <a:lnTo>
                  <a:pt x="525738" y="58328"/>
                </a:lnTo>
                <a:lnTo>
                  <a:pt x="526037" y="58063"/>
                </a:lnTo>
                <a:lnTo>
                  <a:pt x="526214" y="57920"/>
                </a:lnTo>
                <a:lnTo>
                  <a:pt x="526403" y="57781"/>
                </a:lnTo>
                <a:lnTo>
                  <a:pt x="526603" y="57647"/>
                </a:lnTo>
                <a:lnTo>
                  <a:pt x="526815" y="57517"/>
                </a:lnTo>
                <a:lnTo>
                  <a:pt x="527038" y="57392"/>
                </a:lnTo>
                <a:lnTo>
                  <a:pt x="527272" y="57272"/>
                </a:lnTo>
                <a:lnTo>
                  <a:pt x="527518" y="57156"/>
                </a:lnTo>
                <a:lnTo>
                  <a:pt x="527776" y="57045"/>
                </a:lnTo>
                <a:lnTo>
                  <a:pt x="528044" y="56939"/>
                </a:lnTo>
                <a:lnTo>
                  <a:pt x="528325" y="56837"/>
                </a:lnTo>
                <a:lnTo>
                  <a:pt x="528616" y="56740"/>
                </a:lnTo>
                <a:lnTo>
                  <a:pt x="528919" y="56648"/>
                </a:lnTo>
                <a:lnTo>
                  <a:pt x="529234" y="56560"/>
                </a:lnTo>
                <a:lnTo>
                  <a:pt x="529560" y="56477"/>
                </a:lnTo>
                <a:lnTo>
                  <a:pt x="529897" y="56398"/>
                </a:lnTo>
                <a:lnTo>
                  <a:pt x="530246" y="56325"/>
                </a:lnTo>
                <a:lnTo>
                  <a:pt x="530607" y="56255"/>
                </a:lnTo>
                <a:lnTo>
                  <a:pt x="530978" y="56191"/>
                </a:lnTo>
                <a:lnTo>
                  <a:pt x="531362" y="56131"/>
                </a:lnTo>
                <a:lnTo>
                  <a:pt x="531756" y="56076"/>
                </a:lnTo>
                <a:lnTo>
                  <a:pt x="532162" y="56025"/>
                </a:lnTo>
                <a:lnTo>
                  <a:pt x="532580" y="55979"/>
                </a:lnTo>
                <a:lnTo>
                  <a:pt x="533009" y="55938"/>
                </a:lnTo>
                <a:lnTo>
                  <a:pt x="533449" y="55901"/>
                </a:lnTo>
                <a:lnTo>
                  <a:pt x="533449" y="52092"/>
                </a:lnTo>
                <a:lnTo>
                  <a:pt x="502667" y="52092"/>
                </a:lnTo>
                <a:lnTo>
                  <a:pt x="502667" y="55901"/>
                </a:lnTo>
                <a:lnTo>
                  <a:pt x="503107" y="55902"/>
                </a:lnTo>
                <a:lnTo>
                  <a:pt x="503535" y="55905"/>
                </a:lnTo>
                <a:lnTo>
                  <a:pt x="503949" y="55910"/>
                </a:lnTo>
                <a:lnTo>
                  <a:pt x="504352" y="55917"/>
                </a:lnTo>
                <a:lnTo>
                  <a:pt x="504742" y="55926"/>
                </a:lnTo>
                <a:lnTo>
                  <a:pt x="505119" y="55937"/>
                </a:lnTo>
                <a:lnTo>
                  <a:pt x="505484" y="55949"/>
                </a:lnTo>
                <a:lnTo>
                  <a:pt x="505836" y="55964"/>
                </a:lnTo>
                <a:lnTo>
                  <a:pt x="506176" y="55981"/>
                </a:lnTo>
                <a:lnTo>
                  <a:pt x="506503" y="56000"/>
                </a:lnTo>
                <a:lnTo>
                  <a:pt x="506818" y="56020"/>
                </a:lnTo>
                <a:lnTo>
                  <a:pt x="507120" y="56043"/>
                </a:lnTo>
                <a:lnTo>
                  <a:pt x="507410" y="56067"/>
                </a:lnTo>
                <a:lnTo>
                  <a:pt x="507687" y="56094"/>
                </a:lnTo>
                <a:lnTo>
                  <a:pt x="507952" y="56122"/>
                </a:lnTo>
                <a:lnTo>
                  <a:pt x="508204" y="56153"/>
                </a:lnTo>
                <a:lnTo>
                  <a:pt x="508443" y="56185"/>
                </a:lnTo>
                <a:lnTo>
                  <a:pt x="508671" y="56220"/>
                </a:lnTo>
                <a:lnTo>
                  <a:pt x="508885" y="56256"/>
                </a:lnTo>
                <a:lnTo>
                  <a:pt x="509087" y="56295"/>
                </a:lnTo>
                <a:lnTo>
                  <a:pt x="509277" y="56335"/>
                </a:lnTo>
                <a:lnTo>
                  <a:pt x="509454" y="56377"/>
                </a:lnTo>
                <a:lnTo>
                  <a:pt x="509619" y="56421"/>
                </a:lnTo>
                <a:lnTo>
                  <a:pt x="509771" y="56468"/>
                </a:lnTo>
                <a:lnTo>
                  <a:pt x="509916" y="56516"/>
                </a:lnTo>
                <a:lnTo>
                  <a:pt x="510058" y="56569"/>
                </a:lnTo>
                <a:lnTo>
                  <a:pt x="510199" y="56624"/>
                </a:lnTo>
                <a:lnTo>
                  <a:pt x="510337" y="56683"/>
                </a:lnTo>
                <a:lnTo>
                  <a:pt x="510473" y="56746"/>
                </a:lnTo>
                <a:lnTo>
                  <a:pt x="510607" y="56812"/>
                </a:lnTo>
                <a:lnTo>
                  <a:pt x="510739" y="56881"/>
                </a:lnTo>
                <a:lnTo>
                  <a:pt x="510869" y="56954"/>
                </a:lnTo>
                <a:lnTo>
                  <a:pt x="510997" y="57030"/>
                </a:lnTo>
                <a:lnTo>
                  <a:pt x="511122" y="57109"/>
                </a:lnTo>
                <a:lnTo>
                  <a:pt x="511245" y="57192"/>
                </a:lnTo>
                <a:lnTo>
                  <a:pt x="511367" y="57278"/>
                </a:lnTo>
                <a:lnTo>
                  <a:pt x="511486" y="57368"/>
                </a:lnTo>
                <a:lnTo>
                  <a:pt x="511603" y="57461"/>
                </a:lnTo>
                <a:lnTo>
                  <a:pt x="511717" y="57557"/>
                </a:lnTo>
                <a:lnTo>
                  <a:pt x="511830" y="57657"/>
                </a:lnTo>
                <a:lnTo>
                  <a:pt x="511940" y="57760"/>
                </a:lnTo>
                <a:lnTo>
                  <a:pt x="512049" y="57867"/>
                </a:lnTo>
                <a:lnTo>
                  <a:pt x="512155" y="57977"/>
                </a:lnTo>
                <a:lnTo>
                  <a:pt x="512259" y="58090"/>
                </a:lnTo>
                <a:lnTo>
                  <a:pt x="512361" y="58207"/>
                </a:lnTo>
                <a:lnTo>
                  <a:pt x="512460" y="58327"/>
                </a:lnTo>
                <a:lnTo>
                  <a:pt x="512558" y="58451"/>
                </a:lnTo>
                <a:lnTo>
                  <a:pt x="512653" y="58578"/>
                </a:lnTo>
                <a:lnTo>
                  <a:pt x="512721" y="58656"/>
                </a:lnTo>
                <a:lnTo>
                  <a:pt x="512785" y="58736"/>
                </a:lnTo>
                <a:lnTo>
                  <a:pt x="512847" y="58818"/>
                </a:lnTo>
                <a:lnTo>
                  <a:pt x="512905" y="58901"/>
                </a:lnTo>
                <a:lnTo>
                  <a:pt x="512961" y="58986"/>
                </a:lnTo>
                <a:lnTo>
                  <a:pt x="513014" y="59073"/>
                </a:lnTo>
                <a:lnTo>
                  <a:pt x="513064" y="59162"/>
                </a:lnTo>
                <a:lnTo>
                  <a:pt x="513111" y="59253"/>
                </a:lnTo>
                <a:lnTo>
                  <a:pt x="513155" y="59345"/>
                </a:lnTo>
                <a:lnTo>
                  <a:pt x="513197" y="59439"/>
                </a:lnTo>
                <a:lnTo>
                  <a:pt x="513235" y="59535"/>
                </a:lnTo>
                <a:lnTo>
                  <a:pt x="513271" y="59633"/>
                </a:lnTo>
                <a:lnTo>
                  <a:pt x="513304" y="59733"/>
                </a:lnTo>
                <a:lnTo>
                  <a:pt x="513334" y="59834"/>
                </a:lnTo>
                <a:lnTo>
                  <a:pt x="513361" y="59937"/>
                </a:lnTo>
                <a:lnTo>
                  <a:pt x="513386" y="60042"/>
                </a:lnTo>
                <a:lnTo>
                  <a:pt x="513407" y="60149"/>
                </a:lnTo>
                <a:lnTo>
                  <a:pt x="513426" y="60257"/>
                </a:lnTo>
                <a:lnTo>
                  <a:pt x="513441" y="60368"/>
                </a:lnTo>
                <a:lnTo>
                  <a:pt x="513454" y="60480"/>
                </a:lnTo>
                <a:lnTo>
                  <a:pt x="513464" y="60594"/>
                </a:lnTo>
                <a:lnTo>
                  <a:pt x="513471" y="60709"/>
                </a:lnTo>
                <a:lnTo>
                  <a:pt x="513476" y="60827"/>
                </a:lnTo>
                <a:lnTo>
                  <a:pt x="513477" y="60946"/>
                </a:lnTo>
                <a:lnTo>
                  <a:pt x="513473" y="61199"/>
                </a:lnTo>
                <a:lnTo>
                  <a:pt x="513461" y="61463"/>
                </a:lnTo>
                <a:lnTo>
                  <a:pt x="513440" y="61736"/>
                </a:lnTo>
                <a:lnTo>
                  <a:pt x="513411" y="62018"/>
                </a:lnTo>
                <a:lnTo>
                  <a:pt x="513374" y="62310"/>
                </a:lnTo>
                <a:lnTo>
                  <a:pt x="513329" y="62612"/>
                </a:lnTo>
                <a:lnTo>
                  <a:pt x="513276" y="62924"/>
                </a:lnTo>
                <a:lnTo>
                  <a:pt x="513214" y="63245"/>
                </a:lnTo>
                <a:lnTo>
                  <a:pt x="513144" y="63576"/>
                </a:lnTo>
                <a:lnTo>
                  <a:pt x="513066" y="63916"/>
                </a:lnTo>
                <a:lnTo>
                  <a:pt x="512980" y="64266"/>
                </a:lnTo>
                <a:lnTo>
                  <a:pt x="512885" y="64626"/>
                </a:lnTo>
                <a:lnTo>
                  <a:pt x="512782" y="64996"/>
                </a:lnTo>
                <a:lnTo>
                  <a:pt x="512671" y="65375"/>
                </a:lnTo>
                <a:lnTo>
                  <a:pt x="512552" y="65763"/>
                </a:lnTo>
                <a:lnTo>
                  <a:pt x="512425" y="66162"/>
                </a:lnTo>
                <a:lnTo>
                  <a:pt x="512289" y="66570"/>
                </a:lnTo>
                <a:lnTo>
                  <a:pt x="512145" y="66988"/>
                </a:lnTo>
                <a:lnTo>
                  <a:pt x="511993" y="67415"/>
                </a:lnTo>
                <a:lnTo>
                  <a:pt x="511833" y="67852"/>
                </a:lnTo>
                <a:lnTo>
                  <a:pt x="511664" y="68299"/>
                </a:lnTo>
                <a:lnTo>
                  <a:pt x="511487" y="68755"/>
                </a:lnTo>
                <a:lnTo>
                  <a:pt x="511302" y="69221"/>
                </a:lnTo>
                <a:lnTo>
                  <a:pt x="511109" y="69696"/>
                </a:lnTo>
                <a:lnTo>
                  <a:pt x="489078" y="123745"/>
                </a:lnTo>
                <a:lnTo>
                  <a:pt x="467150" y="71652"/>
                </a:lnTo>
                <a:lnTo>
                  <a:pt x="466974" y="71243"/>
                </a:lnTo>
                <a:lnTo>
                  <a:pt x="466805" y="70838"/>
                </a:lnTo>
                <a:lnTo>
                  <a:pt x="466643" y="70438"/>
                </a:lnTo>
                <a:lnTo>
                  <a:pt x="466489" y="70042"/>
                </a:lnTo>
                <a:lnTo>
                  <a:pt x="466343" y="69652"/>
                </a:lnTo>
                <a:lnTo>
                  <a:pt x="466204" y="69265"/>
                </a:lnTo>
                <a:lnTo>
                  <a:pt x="466073" y="68884"/>
                </a:lnTo>
                <a:lnTo>
                  <a:pt x="465949" y="68507"/>
                </a:lnTo>
                <a:lnTo>
                  <a:pt x="465833" y="68135"/>
                </a:lnTo>
                <a:lnTo>
                  <a:pt x="465724" y="67767"/>
                </a:lnTo>
                <a:lnTo>
                  <a:pt x="465622" y="67404"/>
                </a:lnTo>
                <a:lnTo>
                  <a:pt x="465529" y="67046"/>
                </a:lnTo>
                <a:lnTo>
                  <a:pt x="465442" y="66692"/>
                </a:lnTo>
                <a:lnTo>
                  <a:pt x="465363" y="66343"/>
                </a:lnTo>
                <a:lnTo>
                  <a:pt x="465292" y="65998"/>
                </a:lnTo>
                <a:lnTo>
                  <a:pt x="465228" y="65659"/>
                </a:lnTo>
                <a:lnTo>
                  <a:pt x="465172" y="65323"/>
                </a:lnTo>
                <a:lnTo>
                  <a:pt x="465123" y="64993"/>
                </a:lnTo>
                <a:lnTo>
                  <a:pt x="465082" y="64667"/>
                </a:lnTo>
                <a:lnTo>
                  <a:pt x="465048" y="64346"/>
                </a:lnTo>
                <a:lnTo>
                  <a:pt x="465022" y="64029"/>
                </a:lnTo>
                <a:lnTo>
                  <a:pt x="465003" y="63718"/>
                </a:lnTo>
                <a:lnTo>
                  <a:pt x="464992" y="63410"/>
                </a:lnTo>
                <a:lnTo>
                  <a:pt x="464988" y="63108"/>
                </a:lnTo>
                <a:lnTo>
                  <a:pt x="464992" y="62836"/>
                </a:lnTo>
                <a:lnTo>
                  <a:pt x="465003" y="62568"/>
                </a:lnTo>
                <a:lnTo>
                  <a:pt x="465021" y="62305"/>
                </a:lnTo>
                <a:lnTo>
                  <a:pt x="465047" y="62047"/>
                </a:lnTo>
                <a:lnTo>
                  <a:pt x="465080" y="61793"/>
                </a:lnTo>
                <a:lnTo>
                  <a:pt x="465120" y="61544"/>
                </a:lnTo>
                <a:lnTo>
                  <a:pt x="465168" y="61300"/>
                </a:lnTo>
                <a:lnTo>
                  <a:pt x="465223" y="61060"/>
                </a:lnTo>
                <a:lnTo>
                  <a:pt x="465285" y="60825"/>
                </a:lnTo>
                <a:lnTo>
                  <a:pt x="465355" y="60595"/>
                </a:lnTo>
                <a:lnTo>
                  <a:pt x="465431" y="60369"/>
                </a:lnTo>
                <a:lnTo>
                  <a:pt x="465516" y="60148"/>
                </a:lnTo>
                <a:lnTo>
                  <a:pt x="465607" y="59931"/>
                </a:lnTo>
                <a:lnTo>
                  <a:pt x="465706" y="59720"/>
                </a:lnTo>
                <a:lnTo>
                  <a:pt x="465813" y="59513"/>
                </a:lnTo>
                <a:lnTo>
                  <a:pt x="465926" y="59310"/>
                </a:lnTo>
                <a:lnTo>
                  <a:pt x="466047" y="59112"/>
                </a:lnTo>
                <a:lnTo>
                  <a:pt x="466175" y="58919"/>
                </a:lnTo>
                <a:lnTo>
                  <a:pt x="466311" y="58730"/>
                </a:lnTo>
                <a:lnTo>
                  <a:pt x="466454" y="58547"/>
                </a:lnTo>
                <a:lnTo>
                  <a:pt x="466604" y="58367"/>
                </a:lnTo>
                <a:lnTo>
                  <a:pt x="466761" y="58193"/>
                </a:lnTo>
                <a:lnTo>
                  <a:pt x="466926" y="58023"/>
                </a:lnTo>
                <a:lnTo>
                  <a:pt x="467099" y="57857"/>
                </a:lnTo>
                <a:lnTo>
                  <a:pt x="467278" y="57698"/>
                </a:lnTo>
                <a:lnTo>
                  <a:pt x="467464" y="57545"/>
                </a:lnTo>
                <a:lnTo>
                  <a:pt x="467656" y="57399"/>
                </a:lnTo>
                <a:lnTo>
                  <a:pt x="467855" y="57260"/>
                </a:lnTo>
                <a:lnTo>
                  <a:pt x="468061" y="57127"/>
                </a:lnTo>
                <a:lnTo>
                  <a:pt x="468273" y="57002"/>
                </a:lnTo>
                <a:lnTo>
                  <a:pt x="468492" y="56883"/>
                </a:lnTo>
                <a:lnTo>
                  <a:pt x="468717" y="56771"/>
                </a:lnTo>
                <a:lnTo>
                  <a:pt x="468949" y="56665"/>
                </a:lnTo>
                <a:lnTo>
                  <a:pt x="469188" y="56567"/>
                </a:lnTo>
                <a:lnTo>
                  <a:pt x="469433" y="56475"/>
                </a:lnTo>
                <a:lnTo>
                  <a:pt x="469685" y="56390"/>
                </a:lnTo>
                <a:lnTo>
                  <a:pt x="469944" y="56312"/>
                </a:lnTo>
                <a:lnTo>
                  <a:pt x="470209" y="56241"/>
                </a:lnTo>
                <a:lnTo>
                  <a:pt x="470481" y="56176"/>
                </a:lnTo>
                <a:lnTo>
                  <a:pt x="470759" y="56119"/>
                </a:lnTo>
                <a:lnTo>
                  <a:pt x="471044" y="56068"/>
                </a:lnTo>
                <a:lnTo>
                  <a:pt x="471336" y="56024"/>
                </a:lnTo>
                <a:lnTo>
                  <a:pt x="471634" y="55986"/>
                </a:lnTo>
                <a:lnTo>
                  <a:pt x="471939" y="55956"/>
                </a:lnTo>
                <a:lnTo>
                  <a:pt x="472250" y="55932"/>
                </a:lnTo>
                <a:lnTo>
                  <a:pt x="472568" y="55915"/>
                </a:lnTo>
                <a:lnTo>
                  <a:pt x="472893" y="55905"/>
                </a:lnTo>
                <a:lnTo>
                  <a:pt x="473224" y="55901"/>
                </a:lnTo>
                <a:lnTo>
                  <a:pt x="476107" y="55901"/>
                </a:lnTo>
                <a:lnTo>
                  <a:pt x="476107" y="52092"/>
                </a:lnTo>
                <a:lnTo>
                  <a:pt x="431736" y="52092"/>
                </a:lnTo>
                <a:lnTo>
                  <a:pt x="431736" y="55901"/>
                </a:lnTo>
                <a:lnTo>
                  <a:pt x="432159" y="55970"/>
                </a:lnTo>
                <a:lnTo>
                  <a:pt x="432570" y="56039"/>
                </a:lnTo>
                <a:lnTo>
                  <a:pt x="432969" y="56109"/>
                </a:lnTo>
                <a:close/>
                <a:moveTo>
                  <a:pt x="800806" y="111844"/>
                </a:moveTo>
                <a:lnTo>
                  <a:pt x="800360" y="112823"/>
                </a:lnTo>
                <a:lnTo>
                  <a:pt x="799913" y="113778"/>
                </a:lnTo>
                <a:lnTo>
                  <a:pt x="799467" y="114709"/>
                </a:lnTo>
                <a:lnTo>
                  <a:pt x="799021" y="115615"/>
                </a:lnTo>
                <a:lnTo>
                  <a:pt x="798575" y="116497"/>
                </a:lnTo>
                <a:lnTo>
                  <a:pt x="798129" y="117355"/>
                </a:lnTo>
                <a:lnTo>
                  <a:pt x="797683" y="118188"/>
                </a:lnTo>
                <a:lnTo>
                  <a:pt x="797237" y="118997"/>
                </a:lnTo>
                <a:lnTo>
                  <a:pt x="796791" y="119782"/>
                </a:lnTo>
                <a:lnTo>
                  <a:pt x="796345" y="120542"/>
                </a:lnTo>
                <a:lnTo>
                  <a:pt x="795898" y="121278"/>
                </a:lnTo>
                <a:lnTo>
                  <a:pt x="795452" y="121990"/>
                </a:lnTo>
                <a:lnTo>
                  <a:pt x="795006" y="122678"/>
                </a:lnTo>
                <a:lnTo>
                  <a:pt x="794560" y="123341"/>
                </a:lnTo>
                <a:lnTo>
                  <a:pt x="794114" y="123980"/>
                </a:lnTo>
                <a:lnTo>
                  <a:pt x="793668" y="124595"/>
                </a:lnTo>
                <a:lnTo>
                  <a:pt x="793222" y="125185"/>
                </a:lnTo>
                <a:lnTo>
                  <a:pt x="792776" y="125751"/>
                </a:lnTo>
                <a:lnTo>
                  <a:pt x="792330" y="126293"/>
                </a:lnTo>
                <a:lnTo>
                  <a:pt x="791883" y="126811"/>
                </a:lnTo>
                <a:lnTo>
                  <a:pt x="791435" y="127310"/>
                </a:lnTo>
                <a:lnTo>
                  <a:pt x="790983" y="127796"/>
                </a:lnTo>
                <a:lnTo>
                  <a:pt x="790527" y="128269"/>
                </a:lnTo>
                <a:lnTo>
                  <a:pt x="790068" y="128730"/>
                </a:lnTo>
                <a:lnTo>
                  <a:pt x="789604" y="129178"/>
                </a:lnTo>
                <a:lnTo>
                  <a:pt x="789136" y="129613"/>
                </a:lnTo>
                <a:lnTo>
                  <a:pt x="788664" y="130035"/>
                </a:lnTo>
                <a:lnTo>
                  <a:pt x="788189" y="130445"/>
                </a:lnTo>
                <a:lnTo>
                  <a:pt x="787709" y="130841"/>
                </a:lnTo>
                <a:lnTo>
                  <a:pt x="787226" y="131225"/>
                </a:lnTo>
                <a:lnTo>
                  <a:pt x="786738" y="131596"/>
                </a:lnTo>
                <a:lnTo>
                  <a:pt x="786247" y="131955"/>
                </a:lnTo>
                <a:lnTo>
                  <a:pt x="785752" y="132300"/>
                </a:lnTo>
                <a:lnTo>
                  <a:pt x="785253" y="132633"/>
                </a:lnTo>
                <a:lnTo>
                  <a:pt x="784749" y="132953"/>
                </a:lnTo>
                <a:lnTo>
                  <a:pt x="784242" y="133261"/>
                </a:lnTo>
                <a:lnTo>
                  <a:pt x="783731" y="133555"/>
                </a:lnTo>
                <a:lnTo>
                  <a:pt x="783216" y="133837"/>
                </a:lnTo>
                <a:lnTo>
                  <a:pt x="782698" y="134106"/>
                </a:lnTo>
                <a:lnTo>
                  <a:pt x="782175" y="134362"/>
                </a:lnTo>
                <a:lnTo>
                  <a:pt x="781648" y="134605"/>
                </a:lnTo>
                <a:lnTo>
                  <a:pt x="781117" y="134836"/>
                </a:lnTo>
                <a:lnTo>
                  <a:pt x="780583" y="135054"/>
                </a:lnTo>
                <a:lnTo>
                  <a:pt x="780044" y="135259"/>
                </a:lnTo>
                <a:lnTo>
                  <a:pt x="779487" y="135453"/>
                </a:lnTo>
                <a:lnTo>
                  <a:pt x="778897" y="135640"/>
                </a:lnTo>
                <a:lnTo>
                  <a:pt x="778273" y="135818"/>
                </a:lnTo>
                <a:lnTo>
                  <a:pt x="777616" y="135987"/>
                </a:lnTo>
                <a:lnTo>
                  <a:pt x="776926" y="136149"/>
                </a:lnTo>
                <a:lnTo>
                  <a:pt x="776203" y="136302"/>
                </a:lnTo>
                <a:lnTo>
                  <a:pt x="775446" y="136447"/>
                </a:lnTo>
                <a:lnTo>
                  <a:pt x="774657" y="136583"/>
                </a:lnTo>
                <a:lnTo>
                  <a:pt x="773834" y="136712"/>
                </a:lnTo>
                <a:lnTo>
                  <a:pt x="772977" y="136832"/>
                </a:lnTo>
                <a:lnTo>
                  <a:pt x="772088" y="136943"/>
                </a:lnTo>
                <a:lnTo>
                  <a:pt x="771165" y="137047"/>
                </a:lnTo>
                <a:lnTo>
                  <a:pt x="770209" y="137142"/>
                </a:lnTo>
                <a:lnTo>
                  <a:pt x="769220" y="137229"/>
                </a:lnTo>
                <a:lnTo>
                  <a:pt x="768197" y="137308"/>
                </a:lnTo>
                <a:lnTo>
                  <a:pt x="767141" y="137378"/>
                </a:lnTo>
                <a:lnTo>
                  <a:pt x="766052" y="137440"/>
                </a:lnTo>
                <a:lnTo>
                  <a:pt x="764930" y="137494"/>
                </a:lnTo>
                <a:lnTo>
                  <a:pt x="763775" y="137539"/>
                </a:lnTo>
                <a:lnTo>
                  <a:pt x="762586" y="137577"/>
                </a:lnTo>
                <a:lnTo>
                  <a:pt x="761364" y="137606"/>
                </a:lnTo>
                <a:lnTo>
                  <a:pt x="760109" y="137626"/>
                </a:lnTo>
                <a:lnTo>
                  <a:pt x="758820" y="137639"/>
                </a:lnTo>
                <a:lnTo>
                  <a:pt x="757499" y="137643"/>
                </a:lnTo>
                <a:lnTo>
                  <a:pt x="747307" y="137643"/>
                </a:lnTo>
                <a:lnTo>
                  <a:pt x="746202" y="137641"/>
                </a:lnTo>
                <a:lnTo>
                  <a:pt x="745135" y="137636"/>
                </a:lnTo>
                <a:lnTo>
                  <a:pt x="744105" y="137627"/>
                </a:lnTo>
                <a:lnTo>
                  <a:pt x="743114" y="137614"/>
                </a:lnTo>
                <a:lnTo>
                  <a:pt x="742161" y="137598"/>
                </a:lnTo>
                <a:lnTo>
                  <a:pt x="741245" y="137578"/>
                </a:lnTo>
                <a:lnTo>
                  <a:pt x="740368" y="137555"/>
                </a:lnTo>
                <a:lnTo>
                  <a:pt x="739528" y="137528"/>
                </a:lnTo>
                <a:lnTo>
                  <a:pt x="738726" y="137498"/>
                </a:lnTo>
                <a:lnTo>
                  <a:pt x="737963" y="137464"/>
                </a:lnTo>
                <a:lnTo>
                  <a:pt x="737237" y="137427"/>
                </a:lnTo>
                <a:lnTo>
                  <a:pt x="736548" y="137385"/>
                </a:lnTo>
                <a:lnTo>
                  <a:pt x="735898" y="137341"/>
                </a:lnTo>
                <a:lnTo>
                  <a:pt x="735286" y="137292"/>
                </a:lnTo>
                <a:lnTo>
                  <a:pt x="734711" y="137241"/>
                </a:lnTo>
                <a:lnTo>
                  <a:pt x="734175" y="137185"/>
                </a:lnTo>
                <a:lnTo>
                  <a:pt x="733676" y="137126"/>
                </a:lnTo>
                <a:lnTo>
                  <a:pt x="733215" y="137064"/>
                </a:lnTo>
                <a:lnTo>
                  <a:pt x="732793" y="136998"/>
                </a:lnTo>
                <a:lnTo>
                  <a:pt x="732408" y="136928"/>
                </a:lnTo>
                <a:lnTo>
                  <a:pt x="732060" y="136855"/>
                </a:lnTo>
                <a:lnTo>
                  <a:pt x="731751" y="136778"/>
                </a:lnTo>
                <a:lnTo>
                  <a:pt x="731480" y="136697"/>
                </a:lnTo>
                <a:lnTo>
                  <a:pt x="731247" y="136613"/>
                </a:lnTo>
                <a:lnTo>
                  <a:pt x="731034" y="136525"/>
                </a:lnTo>
                <a:lnTo>
                  <a:pt x="730827" y="136433"/>
                </a:lnTo>
                <a:lnTo>
                  <a:pt x="730624" y="136337"/>
                </a:lnTo>
                <a:lnTo>
                  <a:pt x="730426" y="136238"/>
                </a:lnTo>
                <a:lnTo>
                  <a:pt x="730232" y="136134"/>
                </a:lnTo>
                <a:lnTo>
                  <a:pt x="730043" y="136026"/>
                </a:lnTo>
                <a:lnTo>
                  <a:pt x="729859" y="135915"/>
                </a:lnTo>
                <a:lnTo>
                  <a:pt x="729679" y="135799"/>
                </a:lnTo>
                <a:lnTo>
                  <a:pt x="729504" y="135680"/>
                </a:lnTo>
                <a:lnTo>
                  <a:pt x="729334" y="135557"/>
                </a:lnTo>
                <a:lnTo>
                  <a:pt x="729168" y="135429"/>
                </a:lnTo>
                <a:lnTo>
                  <a:pt x="729007" y="135298"/>
                </a:lnTo>
                <a:lnTo>
                  <a:pt x="728851" y="135163"/>
                </a:lnTo>
                <a:lnTo>
                  <a:pt x="728699" y="135024"/>
                </a:lnTo>
                <a:lnTo>
                  <a:pt x="728552" y="134881"/>
                </a:lnTo>
                <a:lnTo>
                  <a:pt x="728410" y="134734"/>
                </a:lnTo>
                <a:lnTo>
                  <a:pt x="728272" y="134584"/>
                </a:lnTo>
                <a:lnTo>
                  <a:pt x="728139" y="134429"/>
                </a:lnTo>
                <a:lnTo>
                  <a:pt x="728010" y="134270"/>
                </a:lnTo>
                <a:lnTo>
                  <a:pt x="727886" y="134108"/>
                </a:lnTo>
                <a:lnTo>
                  <a:pt x="727767" y="133941"/>
                </a:lnTo>
                <a:lnTo>
                  <a:pt x="727653" y="133771"/>
                </a:lnTo>
                <a:lnTo>
                  <a:pt x="727543" y="133597"/>
                </a:lnTo>
                <a:lnTo>
                  <a:pt x="727437" y="133419"/>
                </a:lnTo>
                <a:lnTo>
                  <a:pt x="727303" y="133143"/>
                </a:lnTo>
                <a:lnTo>
                  <a:pt x="727174" y="132849"/>
                </a:lnTo>
                <a:lnTo>
                  <a:pt x="727051" y="132536"/>
                </a:lnTo>
                <a:lnTo>
                  <a:pt x="726934" y="132205"/>
                </a:lnTo>
                <a:lnTo>
                  <a:pt x="726823" y="131855"/>
                </a:lnTo>
                <a:lnTo>
                  <a:pt x="726717" y="131487"/>
                </a:lnTo>
                <a:lnTo>
                  <a:pt x="726617" y="131099"/>
                </a:lnTo>
                <a:lnTo>
                  <a:pt x="726522" y="130694"/>
                </a:lnTo>
                <a:lnTo>
                  <a:pt x="726434" y="130269"/>
                </a:lnTo>
                <a:lnTo>
                  <a:pt x="726351" y="129826"/>
                </a:lnTo>
                <a:lnTo>
                  <a:pt x="726274" y="129365"/>
                </a:lnTo>
                <a:lnTo>
                  <a:pt x="726202" y="128885"/>
                </a:lnTo>
                <a:lnTo>
                  <a:pt x="726136" y="128386"/>
                </a:lnTo>
                <a:lnTo>
                  <a:pt x="726076" y="127869"/>
                </a:lnTo>
                <a:lnTo>
                  <a:pt x="726022" y="127333"/>
                </a:lnTo>
                <a:lnTo>
                  <a:pt x="725973" y="126778"/>
                </a:lnTo>
                <a:lnTo>
                  <a:pt x="725930" y="126205"/>
                </a:lnTo>
                <a:lnTo>
                  <a:pt x="725893" y="125614"/>
                </a:lnTo>
                <a:lnTo>
                  <a:pt x="725862" y="125003"/>
                </a:lnTo>
                <a:lnTo>
                  <a:pt x="725836" y="124374"/>
                </a:lnTo>
                <a:lnTo>
                  <a:pt x="725816" y="123727"/>
                </a:lnTo>
                <a:lnTo>
                  <a:pt x="725802" y="123061"/>
                </a:lnTo>
                <a:lnTo>
                  <a:pt x="725793" y="122376"/>
                </a:lnTo>
                <a:lnTo>
                  <a:pt x="725790" y="121673"/>
                </a:lnTo>
                <a:lnTo>
                  <a:pt x="725790" y="33890"/>
                </a:lnTo>
                <a:lnTo>
                  <a:pt x="725793" y="32867"/>
                </a:lnTo>
                <a:lnTo>
                  <a:pt x="725802" y="31875"/>
                </a:lnTo>
                <a:lnTo>
                  <a:pt x="725816" y="30916"/>
                </a:lnTo>
                <a:lnTo>
                  <a:pt x="725836" y="29989"/>
                </a:lnTo>
                <a:lnTo>
                  <a:pt x="725862" y="29093"/>
                </a:lnTo>
                <a:lnTo>
                  <a:pt x="725893" y="28229"/>
                </a:lnTo>
                <a:lnTo>
                  <a:pt x="725930" y="27397"/>
                </a:lnTo>
                <a:lnTo>
                  <a:pt x="725973" y="26597"/>
                </a:lnTo>
                <a:lnTo>
                  <a:pt x="726022" y="25829"/>
                </a:lnTo>
                <a:lnTo>
                  <a:pt x="726076" y="25093"/>
                </a:lnTo>
                <a:lnTo>
                  <a:pt x="726136" y="24388"/>
                </a:lnTo>
                <a:lnTo>
                  <a:pt x="726202" y="23715"/>
                </a:lnTo>
                <a:lnTo>
                  <a:pt x="726274" y="23074"/>
                </a:lnTo>
                <a:lnTo>
                  <a:pt x="726351" y="22465"/>
                </a:lnTo>
                <a:lnTo>
                  <a:pt x="726434" y="21888"/>
                </a:lnTo>
                <a:lnTo>
                  <a:pt x="726522" y="21343"/>
                </a:lnTo>
                <a:lnTo>
                  <a:pt x="726617" y="20829"/>
                </a:lnTo>
                <a:lnTo>
                  <a:pt x="726717" y="20347"/>
                </a:lnTo>
                <a:lnTo>
                  <a:pt x="726823" y="19897"/>
                </a:lnTo>
                <a:lnTo>
                  <a:pt x="726934" y="19479"/>
                </a:lnTo>
                <a:lnTo>
                  <a:pt x="727051" y="19093"/>
                </a:lnTo>
                <a:lnTo>
                  <a:pt x="727174" y="18739"/>
                </a:lnTo>
                <a:lnTo>
                  <a:pt x="727303" y="18416"/>
                </a:lnTo>
                <a:lnTo>
                  <a:pt x="727437" y="18125"/>
                </a:lnTo>
                <a:lnTo>
                  <a:pt x="727580" y="17853"/>
                </a:lnTo>
                <a:lnTo>
                  <a:pt x="727732" y="17584"/>
                </a:lnTo>
                <a:lnTo>
                  <a:pt x="727893" y="17319"/>
                </a:lnTo>
                <a:lnTo>
                  <a:pt x="728065" y="17058"/>
                </a:lnTo>
                <a:lnTo>
                  <a:pt x="728247" y="16801"/>
                </a:lnTo>
                <a:lnTo>
                  <a:pt x="728438" y="16548"/>
                </a:lnTo>
                <a:lnTo>
                  <a:pt x="728639" y="16298"/>
                </a:lnTo>
                <a:lnTo>
                  <a:pt x="728850" y="16053"/>
                </a:lnTo>
                <a:lnTo>
                  <a:pt x="729071" y="15812"/>
                </a:lnTo>
                <a:lnTo>
                  <a:pt x="729302" y="15575"/>
                </a:lnTo>
                <a:lnTo>
                  <a:pt x="729542" y="15341"/>
                </a:lnTo>
                <a:lnTo>
                  <a:pt x="729792" y="15112"/>
                </a:lnTo>
                <a:lnTo>
                  <a:pt x="730053" y="14886"/>
                </a:lnTo>
                <a:lnTo>
                  <a:pt x="730322" y="14665"/>
                </a:lnTo>
                <a:lnTo>
                  <a:pt x="730602" y="14447"/>
                </a:lnTo>
                <a:lnTo>
                  <a:pt x="730892" y="14233"/>
                </a:lnTo>
                <a:lnTo>
                  <a:pt x="731191" y="14024"/>
                </a:lnTo>
                <a:lnTo>
                  <a:pt x="731501" y="13818"/>
                </a:lnTo>
                <a:lnTo>
                  <a:pt x="731820" y="13616"/>
                </a:lnTo>
                <a:lnTo>
                  <a:pt x="732149" y="13418"/>
                </a:lnTo>
                <a:lnTo>
                  <a:pt x="732488" y="13224"/>
                </a:lnTo>
                <a:lnTo>
                  <a:pt x="732836" y="13034"/>
                </a:lnTo>
                <a:lnTo>
                  <a:pt x="733195" y="12848"/>
                </a:lnTo>
                <a:lnTo>
                  <a:pt x="733563" y="12666"/>
                </a:lnTo>
                <a:lnTo>
                  <a:pt x="733948" y="12489"/>
                </a:lnTo>
                <a:lnTo>
                  <a:pt x="734355" y="12321"/>
                </a:lnTo>
                <a:lnTo>
                  <a:pt x="734786" y="12160"/>
                </a:lnTo>
                <a:lnTo>
                  <a:pt x="735240" y="12007"/>
                </a:lnTo>
                <a:lnTo>
                  <a:pt x="735717" y="11862"/>
                </a:lnTo>
                <a:lnTo>
                  <a:pt x="736217" y="11725"/>
                </a:lnTo>
                <a:lnTo>
                  <a:pt x="736740" y="11596"/>
                </a:lnTo>
                <a:lnTo>
                  <a:pt x="737286" y="11475"/>
                </a:lnTo>
                <a:lnTo>
                  <a:pt x="737855" y="11361"/>
                </a:lnTo>
                <a:lnTo>
                  <a:pt x="738448" y="11255"/>
                </a:lnTo>
                <a:lnTo>
                  <a:pt x="739063" y="11158"/>
                </a:lnTo>
                <a:lnTo>
                  <a:pt x="739701" y="11068"/>
                </a:lnTo>
                <a:lnTo>
                  <a:pt x="740363" y="10986"/>
                </a:lnTo>
                <a:lnTo>
                  <a:pt x="741047" y="10912"/>
                </a:lnTo>
                <a:lnTo>
                  <a:pt x="741755" y="10845"/>
                </a:lnTo>
                <a:lnTo>
                  <a:pt x="742485" y="10787"/>
                </a:lnTo>
                <a:lnTo>
                  <a:pt x="743239" y="10737"/>
                </a:lnTo>
                <a:lnTo>
                  <a:pt x="744015" y="10694"/>
                </a:lnTo>
                <a:lnTo>
                  <a:pt x="744815" y="10659"/>
                </a:lnTo>
                <a:lnTo>
                  <a:pt x="745638" y="10632"/>
                </a:lnTo>
                <a:lnTo>
                  <a:pt x="746484" y="10613"/>
                </a:lnTo>
                <a:lnTo>
                  <a:pt x="747353" y="10602"/>
                </a:lnTo>
                <a:lnTo>
                  <a:pt x="748245" y="10599"/>
                </a:lnTo>
                <a:lnTo>
                  <a:pt x="749160" y="10604"/>
                </a:lnTo>
                <a:lnTo>
                  <a:pt x="749160" y="6795"/>
                </a:lnTo>
                <a:lnTo>
                  <a:pt x="685949" y="6795"/>
                </a:lnTo>
                <a:lnTo>
                  <a:pt x="685949" y="10604"/>
                </a:lnTo>
                <a:lnTo>
                  <a:pt x="691199" y="10604"/>
                </a:lnTo>
                <a:lnTo>
                  <a:pt x="691853" y="10612"/>
                </a:lnTo>
                <a:lnTo>
                  <a:pt x="692493" y="10635"/>
                </a:lnTo>
                <a:lnTo>
                  <a:pt x="693120" y="10675"/>
                </a:lnTo>
                <a:lnTo>
                  <a:pt x="693733" y="10730"/>
                </a:lnTo>
                <a:lnTo>
                  <a:pt x="694333" y="10800"/>
                </a:lnTo>
                <a:lnTo>
                  <a:pt x="694918" y="10887"/>
                </a:lnTo>
                <a:lnTo>
                  <a:pt x="695491" y="10989"/>
                </a:lnTo>
                <a:lnTo>
                  <a:pt x="696049" y="11107"/>
                </a:lnTo>
                <a:lnTo>
                  <a:pt x="696595" y="11241"/>
                </a:lnTo>
                <a:lnTo>
                  <a:pt x="697126" y="11390"/>
                </a:lnTo>
                <a:lnTo>
                  <a:pt x="697644" y="11555"/>
                </a:lnTo>
                <a:lnTo>
                  <a:pt x="698148" y="11736"/>
                </a:lnTo>
                <a:lnTo>
                  <a:pt x="698639" y="11933"/>
                </a:lnTo>
                <a:lnTo>
                  <a:pt x="699116" y="12145"/>
                </a:lnTo>
                <a:lnTo>
                  <a:pt x="699580" y="12373"/>
                </a:lnTo>
                <a:lnTo>
                  <a:pt x="700030" y="12617"/>
                </a:lnTo>
                <a:lnTo>
                  <a:pt x="700467" y="12876"/>
                </a:lnTo>
                <a:lnTo>
                  <a:pt x="700889" y="13152"/>
                </a:lnTo>
                <a:lnTo>
                  <a:pt x="701299" y="13443"/>
                </a:lnTo>
                <a:lnTo>
                  <a:pt x="701694" y="13749"/>
                </a:lnTo>
                <a:lnTo>
                  <a:pt x="702077" y="14072"/>
                </a:lnTo>
                <a:lnTo>
                  <a:pt x="702445" y="14410"/>
                </a:lnTo>
                <a:lnTo>
                  <a:pt x="702800" y="14764"/>
                </a:lnTo>
                <a:lnTo>
                  <a:pt x="703141" y="15134"/>
                </a:lnTo>
                <a:lnTo>
                  <a:pt x="703377" y="15425"/>
                </a:lnTo>
                <a:lnTo>
                  <a:pt x="703602" y="15750"/>
                </a:lnTo>
                <a:lnTo>
                  <a:pt x="703817" y="16110"/>
                </a:lnTo>
                <a:lnTo>
                  <a:pt x="704022" y="16503"/>
                </a:lnTo>
                <a:lnTo>
                  <a:pt x="704217" y="16931"/>
                </a:lnTo>
                <a:lnTo>
                  <a:pt x="704403" y="17392"/>
                </a:lnTo>
                <a:lnTo>
                  <a:pt x="704578" y="17887"/>
                </a:lnTo>
                <a:lnTo>
                  <a:pt x="704743" y="18416"/>
                </a:lnTo>
                <a:lnTo>
                  <a:pt x="704898" y="18980"/>
                </a:lnTo>
                <a:lnTo>
                  <a:pt x="705043" y="19577"/>
                </a:lnTo>
                <a:lnTo>
                  <a:pt x="705178" y="20208"/>
                </a:lnTo>
                <a:lnTo>
                  <a:pt x="705303" y="20873"/>
                </a:lnTo>
                <a:lnTo>
                  <a:pt x="705418" y="21572"/>
                </a:lnTo>
                <a:lnTo>
                  <a:pt x="705524" y="22305"/>
                </a:lnTo>
                <a:lnTo>
                  <a:pt x="705619" y="23072"/>
                </a:lnTo>
                <a:lnTo>
                  <a:pt x="705704" y="23873"/>
                </a:lnTo>
                <a:lnTo>
                  <a:pt x="705779" y="24708"/>
                </a:lnTo>
                <a:lnTo>
                  <a:pt x="705844" y="25576"/>
                </a:lnTo>
                <a:lnTo>
                  <a:pt x="705899" y="26479"/>
                </a:lnTo>
                <a:lnTo>
                  <a:pt x="705944" y="27416"/>
                </a:lnTo>
                <a:lnTo>
                  <a:pt x="705979" y="28387"/>
                </a:lnTo>
                <a:lnTo>
                  <a:pt x="706004" y="29391"/>
                </a:lnTo>
                <a:lnTo>
                  <a:pt x="706019" y="30430"/>
                </a:lnTo>
                <a:lnTo>
                  <a:pt x="706024" y="31502"/>
                </a:lnTo>
                <a:lnTo>
                  <a:pt x="706024" y="121583"/>
                </a:lnTo>
                <a:lnTo>
                  <a:pt x="706020" y="122563"/>
                </a:lnTo>
                <a:lnTo>
                  <a:pt x="706009" y="123513"/>
                </a:lnTo>
                <a:lnTo>
                  <a:pt x="705990" y="124433"/>
                </a:lnTo>
                <a:lnTo>
                  <a:pt x="705964" y="125323"/>
                </a:lnTo>
                <a:lnTo>
                  <a:pt x="705930" y="126183"/>
                </a:lnTo>
                <a:lnTo>
                  <a:pt x="705889" y="127013"/>
                </a:lnTo>
                <a:lnTo>
                  <a:pt x="705840" y="127813"/>
                </a:lnTo>
                <a:lnTo>
                  <a:pt x="705784" y="128583"/>
                </a:lnTo>
                <a:lnTo>
                  <a:pt x="705720" y="129323"/>
                </a:lnTo>
                <a:lnTo>
                  <a:pt x="705649" y="130033"/>
                </a:lnTo>
                <a:lnTo>
                  <a:pt x="705570" y="130713"/>
                </a:lnTo>
                <a:lnTo>
                  <a:pt x="705484" y="131363"/>
                </a:lnTo>
                <a:lnTo>
                  <a:pt x="705390" y="131983"/>
                </a:lnTo>
                <a:lnTo>
                  <a:pt x="705288" y="132573"/>
                </a:lnTo>
                <a:lnTo>
                  <a:pt x="705180" y="133132"/>
                </a:lnTo>
                <a:lnTo>
                  <a:pt x="705063" y="133662"/>
                </a:lnTo>
                <a:lnTo>
                  <a:pt x="704939" y="134162"/>
                </a:lnTo>
                <a:lnTo>
                  <a:pt x="704808" y="134632"/>
                </a:lnTo>
                <a:lnTo>
                  <a:pt x="704669" y="135071"/>
                </a:lnTo>
                <a:lnTo>
                  <a:pt x="704523" y="135481"/>
                </a:lnTo>
                <a:lnTo>
                  <a:pt x="704369" y="135860"/>
                </a:lnTo>
                <a:lnTo>
                  <a:pt x="704207" y="136210"/>
                </a:lnTo>
                <a:lnTo>
                  <a:pt x="704039" y="136530"/>
                </a:lnTo>
                <a:lnTo>
                  <a:pt x="703862" y="136819"/>
                </a:lnTo>
                <a:lnTo>
                  <a:pt x="703536" y="137290"/>
                </a:lnTo>
                <a:lnTo>
                  <a:pt x="703192" y="137740"/>
                </a:lnTo>
                <a:lnTo>
                  <a:pt x="702831" y="138170"/>
                </a:lnTo>
                <a:lnTo>
                  <a:pt x="702452" y="138581"/>
                </a:lnTo>
                <a:lnTo>
                  <a:pt x="702056" y="138971"/>
                </a:lnTo>
                <a:lnTo>
                  <a:pt x="701642" y="139341"/>
                </a:lnTo>
                <a:lnTo>
                  <a:pt x="701211" y="139692"/>
                </a:lnTo>
                <a:lnTo>
                  <a:pt x="700762" y="140022"/>
                </a:lnTo>
                <a:lnTo>
                  <a:pt x="700296" y="140332"/>
                </a:lnTo>
                <a:lnTo>
                  <a:pt x="699812" y="140623"/>
                </a:lnTo>
                <a:lnTo>
                  <a:pt x="699311" y="140893"/>
                </a:lnTo>
                <a:lnTo>
                  <a:pt x="698792" y="141143"/>
                </a:lnTo>
                <a:lnTo>
                  <a:pt x="698255" y="141373"/>
                </a:lnTo>
                <a:lnTo>
                  <a:pt x="697702" y="141583"/>
                </a:lnTo>
                <a:lnTo>
                  <a:pt x="697130" y="141774"/>
                </a:lnTo>
                <a:lnTo>
                  <a:pt x="696541" y="141944"/>
                </a:lnTo>
                <a:lnTo>
                  <a:pt x="695935" y="142094"/>
                </a:lnTo>
                <a:lnTo>
                  <a:pt x="695311" y="142224"/>
                </a:lnTo>
                <a:lnTo>
                  <a:pt x="694669" y="142334"/>
                </a:lnTo>
                <a:lnTo>
                  <a:pt x="694010" y="142424"/>
                </a:lnTo>
                <a:lnTo>
                  <a:pt x="693334" y="142494"/>
                </a:lnTo>
                <a:lnTo>
                  <a:pt x="692640" y="142544"/>
                </a:lnTo>
                <a:lnTo>
                  <a:pt x="691928" y="142574"/>
                </a:lnTo>
                <a:lnTo>
                  <a:pt x="691199" y="142584"/>
                </a:lnTo>
                <a:lnTo>
                  <a:pt x="685949" y="142584"/>
                </a:lnTo>
                <a:lnTo>
                  <a:pt x="685949" y="146393"/>
                </a:lnTo>
                <a:lnTo>
                  <a:pt x="794045" y="146393"/>
                </a:lnTo>
                <a:lnTo>
                  <a:pt x="805987" y="108408"/>
                </a:lnTo>
                <a:lnTo>
                  <a:pt x="802590" y="107685"/>
                </a:lnTo>
                <a:lnTo>
                  <a:pt x="802144" y="108761"/>
                </a:lnTo>
                <a:lnTo>
                  <a:pt x="801698" y="109813"/>
                </a:lnTo>
                <a:lnTo>
                  <a:pt x="801252" y="110841"/>
                </a:lnTo>
                <a:lnTo>
                  <a:pt x="800806" y="111844"/>
                </a:lnTo>
                <a:close/>
                <a:moveTo>
                  <a:pt x="1069268" y="59727"/>
                </a:moveTo>
                <a:lnTo>
                  <a:pt x="1069223" y="59363"/>
                </a:lnTo>
                <a:lnTo>
                  <a:pt x="1069165" y="59002"/>
                </a:lnTo>
                <a:lnTo>
                  <a:pt x="1069095" y="58646"/>
                </a:lnTo>
                <a:lnTo>
                  <a:pt x="1069011" y="58292"/>
                </a:lnTo>
                <a:lnTo>
                  <a:pt x="1068914" y="57943"/>
                </a:lnTo>
                <a:lnTo>
                  <a:pt x="1068805" y="57598"/>
                </a:lnTo>
                <a:lnTo>
                  <a:pt x="1068683" y="57256"/>
                </a:lnTo>
                <a:lnTo>
                  <a:pt x="1068548" y="56918"/>
                </a:lnTo>
                <a:lnTo>
                  <a:pt x="1068400" y="56583"/>
                </a:lnTo>
                <a:lnTo>
                  <a:pt x="1068239" y="56253"/>
                </a:lnTo>
                <a:lnTo>
                  <a:pt x="1068065" y="55926"/>
                </a:lnTo>
                <a:lnTo>
                  <a:pt x="1067878" y="55603"/>
                </a:lnTo>
                <a:lnTo>
                  <a:pt x="1067679" y="55284"/>
                </a:lnTo>
                <a:lnTo>
                  <a:pt x="1067467" y="54968"/>
                </a:lnTo>
                <a:lnTo>
                  <a:pt x="1067241" y="54656"/>
                </a:lnTo>
                <a:lnTo>
                  <a:pt x="1067003" y="54348"/>
                </a:lnTo>
                <a:lnTo>
                  <a:pt x="1066752" y="54044"/>
                </a:lnTo>
                <a:lnTo>
                  <a:pt x="1066489" y="53743"/>
                </a:lnTo>
                <a:lnTo>
                  <a:pt x="1066212" y="53447"/>
                </a:lnTo>
                <a:lnTo>
                  <a:pt x="1065922" y="53154"/>
                </a:lnTo>
                <a:lnTo>
                  <a:pt x="1065620" y="52864"/>
                </a:lnTo>
                <a:lnTo>
                  <a:pt x="1065308" y="52583"/>
                </a:lnTo>
                <a:lnTo>
                  <a:pt x="1064989" y="52313"/>
                </a:lnTo>
                <a:lnTo>
                  <a:pt x="1064663" y="52056"/>
                </a:lnTo>
                <a:lnTo>
                  <a:pt x="1064330" y="51811"/>
                </a:lnTo>
                <a:lnTo>
                  <a:pt x="1063991" y="51577"/>
                </a:lnTo>
                <a:lnTo>
                  <a:pt x="1063645" y="51355"/>
                </a:lnTo>
                <a:lnTo>
                  <a:pt x="1063292" y="51146"/>
                </a:lnTo>
                <a:lnTo>
                  <a:pt x="1062932" y="50948"/>
                </a:lnTo>
                <a:lnTo>
                  <a:pt x="1062565" y="50763"/>
                </a:lnTo>
                <a:lnTo>
                  <a:pt x="1062192" y="50589"/>
                </a:lnTo>
                <a:lnTo>
                  <a:pt x="1061812" y="50427"/>
                </a:lnTo>
                <a:lnTo>
                  <a:pt x="1061425" y="50278"/>
                </a:lnTo>
                <a:lnTo>
                  <a:pt x="1061031" y="50140"/>
                </a:lnTo>
                <a:lnTo>
                  <a:pt x="1060631" y="50014"/>
                </a:lnTo>
                <a:lnTo>
                  <a:pt x="1060223" y="49900"/>
                </a:lnTo>
                <a:lnTo>
                  <a:pt x="1059809" y="49799"/>
                </a:lnTo>
                <a:lnTo>
                  <a:pt x="1059388" y="49709"/>
                </a:lnTo>
                <a:lnTo>
                  <a:pt x="1058961" y="49631"/>
                </a:lnTo>
                <a:lnTo>
                  <a:pt x="1058526" y="49565"/>
                </a:lnTo>
                <a:lnTo>
                  <a:pt x="1058085" y="49511"/>
                </a:lnTo>
                <a:lnTo>
                  <a:pt x="1057637" y="49469"/>
                </a:lnTo>
                <a:lnTo>
                  <a:pt x="1057182" y="49439"/>
                </a:lnTo>
                <a:lnTo>
                  <a:pt x="1056720" y="49421"/>
                </a:lnTo>
                <a:lnTo>
                  <a:pt x="1056252" y="49416"/>
                </a:lnTo>
                <a:lnTo>
                  <a:pt x="1055215" y="49452"/>
                </a:lnTo>
                <a:lnTo>
                  <a:pt x="1054180" y="49563"/>
                </a:lnTo>
                <a:lnTo>
                  <a:pt x="1053147" y="49747"/>
                </a:lnTo>
                <a:lnTo>
                  <a:pt x="1052117" y="50005"/>
                </a:lnTo>
                <a:lnTo>
                  <a:pt x="1051088" y="50336"/>
                </a:lnTo>
                <a:lnTo>
                  <a:pt x="1050062" y="50741"/>
                </a:lnTo>
                <a:lnTo>
                  <a:pt x="1049038" y="51220"/>
                </a:lnTo>
                <a:lnTo>
                  <a:pt x="1048016" y="51772"/>
                </a:lnTo>
                <a:lnTo>
                  <a:pt x="1046996" y="52398"/>
                </a:lnTo>
                <a:lnTo>
                  <a:pt x="1045978" y="53097"/>
                </a:lnTo>
                <a:lnTo>
                  <a:pt x="1044963" y="53871"/>
                </a:lnTo>
                <a:lnTo>
                  <a:pt x="1043949" y="54717"/>
                </a:lnTo>
                <a:lnTo>
                  <a:pt x="1042938" y="55638"/>
                </a:lnTo>
                <a:lnTo>
                  <a:pt x="1041929" y="56632"/>
                </a:lnTo>
                <a:lnTo>
                  <a:pt x="1040922" y="57700"/>
                </a:lnTo>
                <a:lnTo>
                  <a:pt x="1039917" y="58841"/>
                </a:lnTo>
                <a:lnTo>
                  <a:pt x="1038914" y="60056"/>
                </a:lnTo>
                <a:lnTo>
                  <a:pt x="1037914" y="61345"/>
                </a:lnTo>
                <a:lnTo>
                  <a:pt x="1036915" y="62707"/>
                </a:lnTo>
                <a:lnTo>
                  <a:pt x="1035919" y="64143"/>
                </a:lnTo>
                <a:lnTo>
                  <a:pt x="1034925" y="65652"/>
                </a:lnTo>
                <a:lnTo>
                  <a:pt x="1033933" y="67236"/>
                </a:lnTo>
                <a:lnTo>
                  <a:pt x="1032943" y="68893"/>
                </a:lnTo>
                <a:lnTo>
                  <a:pt x="1031956" y="70623"/>
                </a:lnTo>
                <a:lnTo>
                  <a:pt x="1031956" y="49416"/>
                </a:lnTo>
                <a:lnTo>
                  <a:pt x="1027632" y="49416"/>
                </a:lnTo>
                <a:lnTo>
                  <a:pt x="999115" y="60920"/>
                </a:lnTo>
                <a:lnTo>
                  <a:pt x="1000144" y="64620"/>
                </a:lnTo>
                <a:lnTo>
                  <a:pt x="1000478" y="64494"/>
                </a:lnTo>
                <a:lnTo>
                  <a:pt x="1000808" y="64374"/>
                </a:lnTo>
                <a:lnTo>
                  <a:pt x="1001135" y="64259"/>
                </a:lnTo>
                <a:lnTo>
                  <a:pt x="1001460" y="64149"/>
                </a:lnTo>
                <a:lnTo>
                  <a:pt x="1001782" y="64045"/>
                </a:lnTo>
                <a:lnTo>
                  <a:pt x="1002101" y="63946"/>
                </a:lnTo>
                <a:lnTo>
                  <a:pt x="1002417" y="63852"/>
                </a:lnTo>
                <a:lnTo>
                  <a:pt x="1002730" y="63764"/>
                </a:lnTo>
                <a:lnTo>
                  <a:pt x="1003040" y="63681"/>
                </a:lnTo>
                <a:lnTo>
                  <a:pt x="1003347" y="63603"/>
                </a:lnTo>
                <a:lnTo>
                  <a:pt x="1003652" y="63531"/>
                </a:lnTo>
                <a:lnTo>
                  <a:pt x="1003954" y="63464"/>
                </a:lnTo>
                <a:lnTo>
                  <a:pt x="1004252" y="63402"/>
                </a:lnTo>
                <a:lnTo>
                  <a:pt x="1004548" y="63346"/>
                </a:lnTo>
                <a:lnTo>
                  <a:pt x="1004842" y="63295"/>
                </a:lnTo>
                <a:lnTo>
                  <a:pt x="1005132" y="63250"/>
                </a:lnTo>
                <a:lnTo>
                  <a:pt x="1005419" y="63210"/>
                </a:lnTo>
                <a:lnTo>
                  <a:pt x="1005704" y="63175"/>
                </a:lnTo>
                <a:lnTo>
                  <a:pt x="1005985" y="63146"/>
                </a:lnTo>
                <a:lnTo>
                  <a:pt x="1006264" y="63122"/>
                </a:lnTo>
                <a:lnTo>
                  <a:pt x="1006540" y="63103"/>
                </a:lnTo>
                <a:lnTo>
                  <a:pt x="1006813" y="63089"/>
                </a:lnTo>
                <a:lnTo>
                  <a:pt x="1007084" y="63081"/>
                </a:lnTo>
                <a:lnTo>
                  <a:pt x="1007351" y="63079"/>
                </a:lnTo>
                <a:lnTo>
                  <a:pt x="1007572" y="63081"/>
                </a:lnTo>
                <a:lnTo>
                  <a:pt x="1007791" y="63089"/>
                </a:lnTo>
                <a:lnTo>
                  <a:pt x="1008006" y="63101"/>
                </a:lnTo>
                <a:lnTo>
                  <a:pt x="1008219" y="63119"/>
                </a:lnTo>
                <a:lnTo>
                  <a:pt x="1008428" y="63141"/>
                </a:lnTo>
                <a:lnTo>
                  <a:pt x="1008635" y="63169"/>
                </a:lnTo>
                <a:lnTo>
                  <a:pt x="1008838" y="63201"/>
                </a:lnTo>
                <a:lnTo>
                  <a:pt x="1009038" y="63239"/>
                </a:lnTo>
                <a:lnTo>
                  <a:pt x="1009235" y="63281"/>
                </a:lnTo>
                <a:lnTo>
                  <a:pt x="1009430" y="63328"/>
                </a:lnTo>
                <a:lnTo>
                  <a:pt x="1009621" y="63381"/>
                </a:lnTo>
                <a:lnTo>
                  <a:pt x="1009809" y="63438"/>
                </a:lnTo>
                <a:lnTo>
                  <a:pt x="1009994" y="63501"/>
                </a:lnTo>
                <a:lnTo>
                  <a:pt x="1010176" y="63568"/>
                </a:lnTo>
                <a:lnTo>
                  <a:pt x="1010355" y="63641"/>
                </a:lnTo>
                <a:lnTo>
                  <a:pt x="1010531" y="63718"/>
                </a:lnTo>
                <a:lnTo>
                  <a:pt x="1010704" y="63800"/>
                </a:lnTo>
                <a:lnTo>
                  <a:pt x="1010874" y="63888"/>
                </a:lnTo>
                <a:lnTo>
                  <a:pt x="1011041" y="63980"/>
                </a:lnTo>
                <a:lnTo>
                  <a:pt x="1011204" y="64077"/>
                </a:lnTo>
                <a:lnTo>
                  <a:pt x="1011365" y="64180"/>
                </a:lnTo>
                <a:lnTo>
                  <a:pt x="1011523" y="64287"/>
                </a:lnTo>
                <a:lnTo>
                  <a:pt x="1011678" y="64399"/>
                </a:lnTo>
                <a:lnTo>
                  <a:pt x="1011829" y="64517"/>
                </a:lnTo>
                <a:lnTo>
                  <a:pt x="1011977" y="64640"/>
                </a:lnTo>
                <a:lnTo>
                  <a:pt x="1012122" y="64768"/>
                </a:lnTo>
                <a:lnTo>
                  <a:pt x="1012262" y="64903"/>
                </a:lnTo>
                <a:lnTo>
                  <a:pt x="1012398" y="65043"/>
                </a:lnTo>
                <a:lnTo>
                  <a:pt x="1012531" y="65190"/>
                </a:lnTo>
                <a:lnTo>
                  <a:pt x="1012659" y="65342"/>
                </a:lnTo>
                <a:lnTo>
                  <a:pt x="1012784" y="65500"/>
                </a:lnTo>
                <a:lnTo>
                  <a:pt x="1012904" y="65664"/>
                </a:lnTo>
                <a:lnTo>
                  <a:pt x="1013021" y="65834"/>
                </a:lnTo>
                <a:lnTo>
                  <a:pt x="1013134" y="66010"/>
                </a:lnTo>
                <a:lnTo>
                  <a:pt x="1013243" y="66191"/>
                </a:lnTo>
                <a:lnTo>
                  <a:pt x="1013348" y="66379"/>
                </a:lnTo>
                <a:lnTo>
                  <a:pt x="1013449" y="66572"/>
                </a:lnTo>
                <a:lnTo>
                  <a:pt x="1013546" y="66772"/>
                </a:lnTo>
                <a:lnTo>
                  <a:pt x="1013639" y="66977"/>
                </a:lnTo>
                <a:lnTo>
                  <a:pt x="1013728" y="67188"/>
                </a:lnTo>
                <a:lnTo>
                  <a:pt x="1013813" y="67405"/>
                </a:lnTo>
                <a:lnTo>
                  <a:pt x="1013895" y="67628"/>
                </a:lnTo>
                <a:lnTo>
                  <a:pt x="1013972" y="67856"/>
                </a:lnTo>
                <a:lnTo>
                  <a:pt x="1014045" y="68091"/>
                </a:lnTo>
                <a:lnTo>
                  <a:pt x="1014115" y="68332"/>
                </a:lnTo>
                <a:lnTo>
                  <a:pt x="1014181" y="68578"/>
                </a:lnTo>
                <a:lnTo>
                  <a:pt x="1014242" y="68830"/>
                </a:lnTo>
                <a:lnTo>
                  <a:pt x="1014300" y="69088"/>
                </a:lnTo>
                <a:lnTo>
                  <a:pt x="1014355" y="69372"/>
                </a:lnTo>
                <a:lnTo>
                  <a:pt x="1014407" y="69703"/>
                </a:lnTo>
                <a:lnTo>
                  <a:pt x="1014457" y="70079"/>
                </a:lnTo>
                <a:lnTo>
                  <a:pt x="1014504" y="70501"/>
                </a:lnTo>
                <a:lnTo>
                  <a:pt x="1014550" y="70970"/>
                </a:lnTo>
                <a:lnTo>
                  <a:pt x="1014593" y="71485"/>
                </a:lnTo>
                <a:lnTo>
                  <a:pt x="1014633" y="72046"/>
                </a:lnTo>
                <a:lnTo>
                  <a:pt x="1014672" y="72654"/>
                </a:lnTo>
                <a:lnTo>
                  <a:pt x="1014708" y="73307"/>
                </a:lnTo>
                <a:lnTo>
                  <a:pt x="1014741" y="74007"/>
                </a:lnTo>
                <a:lnTo>
                  <a:pt x="1014773" y="74753"/>
                </a:lnTo>
                <a:lnTo>
                  <a:pt x="1014802" y="75545"/>
                </a:lnTo>
                <a:lnTo>
                  <a:pt x="1014829" y="76384"/>
                </a:lnTo>
                <a:lnTo>
                  <a:pt x="1014853" y="77268"/>
                </a:lnTo>
                <a:lnTo>
                  <a:pt x="1014875" y="78199"/>
                </a:lnTo>
                <a:lnTo>
                  <a:pt x="1014895" y="79176"/>
                </a:lnTo>
                <a:lnTo>
                  <a:pt x="1014912" y="80199"/>
                </a:lnTo>
                <a:lnTo>
                  <a:pt x="1014927" y="81269"/>
                </a:lnTo>
                <a:lnTo>
                  <a:pt x="1014940" y="82384"/>
                </a:lnTo>
                <a:lnTo>
                  <a:pt x="1014951" y="83546"/>
                </a:lnTo>
                <a:lnTo>
                  <a:pt x="1014959" y="84754"/>
                </a:lnTo>
                <a:lnTo>
                  <a:pt x="1014964" y="86008"/>
                </a:lnTo>
                <a:lnTo>
                  <a:pt x="1014968" y="87309"/>
                </a:lnTo>
                <a:lnTo>
                  <a:pt x="1014969" y="88655"/>
                </a:lnTo>
                <a:lnTo>
                  <a:pt x="1014969" y="125122"/>
                </a:lnTo>
                <a:lnTo>
                  <a:pt x="1014968" y="125795"/>
                </a:lnTo>
                <a:lnTo>
                  <a:pt x="1014966" y="126446"/>
                </a:lnTo>
                <a:lnTo>
                  <a:pt x="1014961" y="127075"/>
                </a:lnTo>
                <a:lnTo>
                  <a:pt x="1014955" y="127681"/>
                </a:lnTo>
                <a:lnTo>
                  <a:pt x="1014947" y="128264"/>
                </a:lnTo>
                <a:lnTo>
                  <a:pt x="1014937" y="128826"/>
                </a:lnTo>
                <a:lnTo>
                  <a:pt x="1014925" y="129364"/>
                </a:lnTo>
                <a:lnTo>
                  <a:pt x="1014912" y="129880"/>
                </a:lnTo>
                <a:lnTo>
                  <a:pt x="1014897" y="130374"/>
                </a:lnTo>
                <a:lnTo>
                  <a:pt x="1014880" y="130846"/>
                </a:lnTo>
                <a:lnTo>
                  <a:pt x="1014861" y="131294"/>
                </a:lnTo>
                <a:lnTo>
                  <a:pt x="1014840" y="131721"/>
                </a:lnTo>
                <a:lnTo>
                  <a:pt x="1014818" y="132125"/>
                </a:lnTo>
                <a:lnTo>
                  <a:pt x="1014794" y="132506"/>
                </a:lnTo>
                <a:lnTo>
                  <a:pt x="1014768" y="132865"/>
                </a:lnTo>
                <a:lnTo>
                  <a:pt x="1014740" y="133202"/>
                </a:lnTo>
                <a:lnTo>
                  <a:pt x="1014711" y="133516"/>
                </a:lnTo>
                <a:lnTo>
                  <a:pt x="1014680" y="133807"/>
                </a:lnTo>
                <a:lnTo>
                  <a:pt x="1014647" y="134076"/>
                </a:lnTo>
                <a:lnTo>
                  <a:pt x="1014612" y="134323"/>
                </a:lnTo>
                <a:lnTo>
                  <a:pt x="1014575" y="134547"/>
                </a:lnTo>
                <a:lnTo>
                  <a:pt x="1014537" y="134749"/>
                </a:lnTo>
                <a:lnTo>
                  <a:pt x="1014496" y="134928"/>
                </a:lnTo>
                <a:lnTo>
                  <a:pt x="1014454" y="135085"/>
                </a:lnTo>
                <a:lnTo>
                  <a:pt x="1014366" y="135381"/>
                </a:lnTo>
                <a:lnTo>
                  <a:pt x="1014272" y="135671"/>
                </a:lnTo>
                <a:lnTo>
                  <a:pt x="1014173" y="135954"/>
                </a:lnTo>
                <a:lnTo>
                  <a:pt x="1014068" y="136230"/>
                </a:lnTo>
                <a:lnTo>
                  <a:pt x="1013958" y="136499"/>
                </a:lnTo>
                <a:lnTo>
                  <a:pt x="1013843" y="136761"/>
                </a:lnTo>
                <a:lnTo>
                  <a:pt x="1013722" y="137017"/>
                </a:lnTo>
                <a:lnTo>
                  <a:pt x="1013596" y="137266"/>
                </a:lnTo>
                <a:lnTo>
                  <a:pt x="1013465" y="137508"/>
                </a:lnTo>
                <a:lnTo>
                  <a:pt x="1013328" y="137743"/>
                </a:lnTo>
                <a:lnTo>
                  <a:pt x="1013186" y="137972"/>
                </a:lnTo>
                <a:lnTo>
                  <a:pt x="1013039" y="138194"/>
                </a:lnTo>
                <a:lnTo>
                  <a:pt x="1012886" y="138409"/>
                </a:lnTo>
                <a:lnTo>
                  <a:pt x="1012728" y="138617"/>
                </a:lnTo>
                <a:lnTo>
                  <a:pt x="1012564" y="138818"/>
                </a:lnTo>
                <a:lnTo>
                  <a:pt x="1012395" y="139013"/>
                </a:lnTo>
                <a:lnTo>
                  <a:pt x="1012221" y="139201"/>
                </a:lnTo>
                <a:lnTo>
                  <a:pt x="1012042" y="139382"/>
                </a:lnTo>
                <a:lnTo>
                  <a:pt x="1011857" y="139556"/>
                </a:lnTo>
                <a:lnTo>
                  <a:pt x="1011666" y="139724"/>
                </a:lnTo>
                <a:lnTo>
                  <a:pt x="1011470" y="139884"/>
                </a:lnTo>
                <a:lnTo>
                  <a:pt x="1011269" y="140038"/>
                </a:lnTo>
                <a:lnTo>
                  <a:pt x="1011063" y="140186"/>
                </a:lnTo>
                <a:lnTo>
                  <a:pt x="1010851" y="140326"/>
                </a:lnTo>
                <a:lnTo>
                  <a:pt x="1010553" y="140510"/>
                </a:lnTo>
                <a:lnTo>
                  <a:pt x="1010242" y="140687"/>
                </a:lnTo>
                <a:lnTo>
                  <a:pt x="1009918" y="140855"/>
                </a:lnTo>
                <a:lnTo>
                  <a:pt x="1009581" y="141016"/>
                </a:lnTo>
                <a:lnTo>
                  <a:pt x="1009232" y="141169"/>
                </a:lnTo>
                <a:lnTo>
                  <a:pt x="1008869" y="141314"/>
                </a:lnTo>
                <a:lnTo>
                  <a:pt x="1008494" y="141451"/>
                </a:lnTo>
                <a:lnTo>
                  <a:pt x="1008106" y="141581"/>
                </a:lnTo>
                <a:lnTo>
                  <a:pt x="1007705" y="141702"/>
                </a:lnTo>
                <a:lnTo>
                  <a:pt x="1007291" y="141816"/>
                </a:lnTo>
                <a:lnTo>
                  <a:pt x="1006864" y="141922"/>
                </a:lnTo>
                <a:lnTo>
                  <a:pt x="1006424" y="142020"/>
                </a:lnTo>
                <a:lnTo>
                  <a:pt x="1005972" y="142110"/>
                </a:lnTo>
                <a:lnTo>
                  <a:pt x="1005506" y="142192"/>
                </a:lnTo>
                <a:lnTo>
                  <a:pt x="1005028" y="142267"/>
                </a:lnTo>
                <a:lnTo>
                  <a:pt x="1004537" y="142333"/>
                </a:lnTo>
                <a:lnTo>
                  <a:pt x="1004033" y="142392"/>
                </a:lnTo>
                <a:lnTo>
                  <a:pt x="1003516" y="142443"/>
                </a:lnTo>
                <a:lnTo>
                  <a:pt x="1002986" y="142486"/>
                </a:lnTo>
                <a:lnTo>
                  <a:pt x="1002444" y="142522"/>
                </a:lnTo>
                <a:lnTo>
                  <a:pt x="1001888" y="142549"/>
                </a:lnTo>
                <a:lnTo>
                  <a:pt x="1001320" y="142569"/>
                </a:lnTo>
                <a:lnTo>
                  <a:pt x="1000739" y="142580"/>
                </a:lnTo>
                <a:lnTo>
                  <a:pt x="1000144" y="142584"/>
                </a:lnTo>
                <a:lnTo>
                  <a:pt x="1000144" y="146393"/>
                </a:lnTo>
                <a:lnTo>
                  <a:pt x="1048428" y="146393"/>
                </a:lnTo>
                <a:lnTo>
                  <a:pt x="1048428" y="142584"/>
                </a:lnTo>
                <a:lnTo>
                  <a:pt x="1047901" y="142581"/>
                </a:lnTo>
                <a:lnTo>
                  <a:pt x="1047384" y="142572"/>
                </a:lnTo>
                <a:lnTo>
                  <a:pt x="1046878" y="142555"/>
                </a:lnTo>
                <a:lnTo>
                  <a:pt x="1046383" y="142533"/>
                </a:lnTo>
                <a:lnTo>
                  <a:pt x="1045898" y="142504"/>
                </a:lnTo>
                <a:lnTo>
                  <a:pt x="1045423" y="142469"/>
                </a:lnTo>
                <a:lnTo>
                  <a:pt x="1044958" y="142427"/>
                </a:lnTo>
                <a:lnTo>
                  <a:pt x="1044504" y="142379"/>
                </a:lnTo>
                <a:lnTo>
                  <a:pt x="1044060" y="142325"/>
                </a:lnTo>
                <a:lnTo>
                  <a:pt x="1043627" y="142264"/>
                </a:lnTo>
                <a:lnTo>
                  <a:pt x="1043204" y="142196"/>
                </a:lnTo>
                <a:lnTo>
                  <a:pt x="1042791" y="142123"/>
                </a:lnTo>
                <a:lnTo>
                  <a:pt x="1042389" y="142043"/>
                </a:lnTo>
                <a:lnTo>
                  <a:pt x="1041997" y="141956"/>
                </a:lnTo>
                <a:lnTo>
                  <a:pt x="1041615" y="141863"/>
                </a:lnTo>
                <a:lnTo>
                  <a:pt x="1041244" y="141764"/>
                </a:lnTo>
                <a:lnTo>
                  <a:pt x="1040883" y="141658"/>
                </a:lnTo>
                <a:lnTo>
                  <a:pt x="1040533" y="141546"/>
                </a:lnTo>
                <a:lnTo>
                  <a:pt x="1040193" y="141427"/>
                </a:lnTo>
                <a:lnTo>
                  <a:pt x="1039863" y="141302"/>
                </a:lnTo>
                <a:lnTo>
                  <a:pt x="1039543" y="141170"/>
                </a:lnTo>
                <a:lnTo>
                  <a:pt x="1039234" y="141033"/>
                </a:lnTo>
                <a:lnTo>
                  <a:pt x="1038936" y="140888"/>
                </a:lnTo>
                <a:lnTo>
                  <a:pt x="1038647" y="140738"/>
                </a:lnTo>
                <a:lnTo>
                  <a:pt x="1038368" y="140582"/>
                </a:lnTo>
                <a:lnTo>
                  <a:pt x="1038095" y="140423"/>
                </a:lnTo>
                <a:lnTo>
                  <a:pt x="1037830" y="140261"/>
                </a:lnTo>
                <a:lnTo>
                  <a:pt x="1037572" y="140095"/>
                </a:lnTo>
                <a:lnTo>
                  <a:pt x="1037321" y="139927"/>
                </a:lnTo>
                <a:lnTo>
                  <a:pt x="1037077" y="139755"/>
                </a:lnTo>
                <a:lnTo>
                  <a:pt x="1036841" y="139580"/>
                </a:lnTo>
                <a:lnTo>
                  <a:pt x="1036611" y="139402"/>
                </a:lnTo>
                <a:lnTo>
                  <a:pt x="1036389" y="139220"/>
                </a:lnTo>
                <a:lnTo>
                  <a:pt x="1036174" y="139036"/>
                </a:lnTo>
                <a:lnTo>
                  <a:pt x="1035966" y="138848"/>
                </a:lnTo>
                <a:lnTo>
                  <a:pt x="1035765" y="138657"/>
                </a:lnTo>
                <a:lnTo>
                  <a:pt x="1035571" y="138463"/>
                </a:lnTo>
                <a:lnTo>
                  <a:pt x="1035384" y="138265"/>
                </a:lnTo>
                <a:lnTo>
                  <a:pt x="1035205" y="138065"/>
                </a:lnTo>
                <a:lnTo>
                  <a:pt x="1035033" y="137861"/>
                </a:lnTo>
                <a:lnTo>
                  <a:pt x="1034868" y="137654"/>
                </a:lnTo>
                <a:lnTo>
                  <a:pt x="1034710" y="137444"/>
                </a:lnTo>
                <a:lnTo>
                  <a:pt x="1034559" y="137230"/>
                </a:lnTo>
                <a:lnTo>
                  <a:pt x="1034415" y="137013"/>
                </a:lnTo>
                <a:lnTo>
                  <a:pt x="1034278" y="136794"/>
                </a:lnTo>
                <a:lnTo>
                  <a:pt x="1034149" y="136570"/>
                </a:lnTo>
                <a:lnTo>
                  <a:pt x="1034027" y="136344"/>
                </a:lnTo>
                <a:lnTo>
                  <a:pt x="1033912" y="136115"/>
                </a:lnTo>
                <a:lnTo>
                  <a:pt x="1033752" y="135774"/>
                </a:lnTo>
                <a:lnTo>
                  <a:pt x="1033599" y="135421"/>
                </a:lnTo>
                <a:lnTo>
                  <a:pt x="1033453" y="135054"/>
                </a:lnTo>
                <a:lnTo>
                  <a:pt x="1033314" y="134674"/>
                </a:lnTo>
                <a:lnTo>
                  <a:pt x="1033182" y="134281"/>
                </a:lnTo>
                <a:lnTo>
                  <a:pt x="1033056" y="133875"/>
                </a:lnTo>
                <a:lnTo>
                  <a:pt x="1032937" y="133455"/>
                </a:lnTo>
                <a:lnTo>
                  <a:pt x="1032825" y="133023"/>
                </a:lnTo>
                <a:lnTo>
                  <a:pt x="1032720" y="132577"/>
                </a:lnTo>
                <a:lnTo>
                  <a:pt x="1032621" y="132118"/>
                </a:lnTo>
                <a:lnTo>
                  <a:pt x="1032530" y="131646"/>
                </a:lnTo>
                <a:lnTo>
                  <a:pt x="1032445" y="131160"/>
                </a:lnTo>
                <a:lnTo>
                  <a:pt x="1032367" y="130662"/>
                </a:lnTo>
                <a:lnTo>
                  <a:pt x="1032295" y="130150"/>
                </a:lnTo>
                <a:lnTo>
                  <a:pt x="1032231" y="129625"/>
                </a:lnTo>
                <a:lnTo>
                  <a:pt x="1032173" y="129087"/>
                </a:lnTo>
                <a:lnTo>
                  <a:pt x="1032122" y="128536"/>
                </a:lnTo>
                <a:lnTo>
                  <a:pt x="1032078" y="127971"/>
                </a:lnTo>
                <a:lnTo>
                  <a:pt x="1032041" y="127394"/>
                </a:lnTo>
                <a:lnTo>
                  <a:pt x="1032010" y="126803"/>
                </a:lnTo>
                <a:lnTo>
                  <a:pt x="1031986" y="126199"/>
                </a:lnTo>
                <a:lnTo>
                  <a:pt x="1031969" y="125582"/>
                </a:lnTo>
                <a:lnTo>
                  <a:pt x="1031959" y="124951"/>
                </a:lnTo>
                <a:lnTo>
                  <a:pt x="1031956" y="124308"/>
                </a:lnTo>
                <a:lnTo>
                  <a:pt x="1031956" y="79229"/>
                </a:lnTo>
                <a:lnTo>
                  <a:pt x="1032367" y="78434"/>
                </a:lnTo>
                <a:lnTo>
                  <a:pt x="1032777" y="77658"/>
                </a:lnTo>
                <a:lnTo>
                  <a:pt x="1033186" y="76901"/>
                </a:lnTo>
                <a:lnTo>
                  <a:pt x="1033594" y="76163"/>
                </a:lnTo>
                <a:lnTo>
                  <a:pt x="1034001" y="75444"/>
                </a:lnTo>
                <a:lnTo>
                  <a:pt x="1034407" y="74743"/>
                </a:lnTo>
                <a:lnTo>
                  <a:pt x="1034812" y="74062"/>
                </a:lnTo>
                <a:lnTo>
                  <a:pt x="1035216" y="73399"/>
                </a:lnTo>
                <a:lnTo>
                  <a:pt x="1035618" y="72755"/>
                </a:lnTo>
                <a:lnTo>
                  <a:pt x="1036020" y="72130"/>
                </a:lnTo>
                <a:lnTo>
                  <a:pt x="1036421" y="71525"/>
                </a:lnTo>
                <a:lnTo>
                  <a:pt x="1036820" y="70937"/>
                </a:lnTo>
                <a:lnTo>
                  <a:pt x="1037218" y="70369"/>
                </a:lnTo>
                <a:lnTo>
                  <a:pt x="1037616" y="69820"/>
                </a:lnTo>
                <a:lnTo>
                  <a:pt x="1038012" y="69290"/>
                </a:lnTo>
                <a:lnTo>
                  <a:pt x="1038407" y="68778"/>
                </a:lnTo>
                <a:lnTo>
                  <a:pt x="1038801" y="68286"/>
                </a:lnTo>
                <a:lnTo>
                  <a:pt x="1039194" y="67812"/>
                </a:lnTo>
                <a:lnTo>
                  <a:pt x="1039586" y="67357"/>
                </a:lnTo>
                <a:lnTo>
                  <a:pt x="1039977" y="66921"/>
                </a:lnTo>
                <a:lnTo>
                  <a:pt x="1040367" y="66504"/>
                </a:lnTo>
                <a:lnTo>
                  <a:pt x="1040756" y="66106"/>
                </a:lnTo>
                <a:lnTo>
                  <a:pt x="1041143" y="65727"/>
                </a:lnTo>
                <a:lnTo>
                  <a:pt x="1041530" y="65366"/>
                </a:lnTo>
                <a:lnTo>
                  <a:pt x="1041710" y="65199"/>
                </a:lnTo>
                <a:lnTo>
                  <a:pt x="1041888" y="65038"/>
                </a:lnTo>
                <a:lnTo>
                  <a:pt x="1042066" y="64885"/>
                </a:lnTo>
                <a:lnTo>
                  <a:pt x="1042242" y="64739"/>
                </a:lnTo>
                <a:lnTo>
                  <a:pt x="1042417" y="64600"/>
                </a:lnTo>
                <a:lnTo>
                  <a:pt x="1042592" y="64468"/>
                </a:lnTo>
                <a:lnTo>
                  <a:pt x="1042765" y="64343"/>
                </a:lnTo>
                <a:lnTo>
                  <a:pt x="1042937" y="64226"/>
                </a:lnTo>
                <a:lnTo>
                  <a:pt x="1043108" y="64115"/>
                </a:lnTo>
                <a:lnTo>
                  <a:pt x="1043278" y="64012"/>
                </a:lnTo>
                <a:lnTo>
                  <a:pt x="1043447" y="63916"/>
                </a:lnTo>
                <a:lnTo>
                  <a:pt x="1043615" y="63827"/>
                </a:lnTo>
                <a:lnTo>
                  <a:pt x="1043781" y="63745"/>
                </a:lnTo>
                <a:lnTo>
                  <a:pt x="1043947" y="63670"/>
                </a:lnTo>
                <a:lnTo>
                  <a:pt x="1044112" y="63602"/>
                </a:lnTo>
                <a:lnTo>
                  <a:pt x="1044275" y="63542"/>
                </a:lnTo>
                <a:lnTo>
                  <a:pt x="1044438" y="63488"/>
                </a:lnTo>
                <a:lnTo>
                  <a:pt x="1044599" y="63442"/>
                </a:lnTo>
                <a:lnTo>
                  <a:pt x="1044759" y="63403"/>
                </a:lnTo>
                <a:lnTo>
                  <a:pt x="1044919" y="63371"/>
                </a:lnTo>
                <a:lnTo>
                  <a:pt x="1045077" y="63346"/>
                </a:lnTo>
                <a:lnTo>
                  <a:pt x="1045234" y="63328"/>
                </a:lnTo>
                <a:lnTo>
                  <a:pt x="1045390" y="63317"/>
                </a:lnTo>
                <a:lnTo>
                  <a:pt x="1045545" y="63314"/>
                </a:lnTo>
                <a:lnTo>
                  <a:pt x="1045729" y="63320"/>
                </a:lnTo>
                <a:lnTo>
                  <a:pt x="1045921" y="63338"/>
                </a:lnTo>
                <a:lnTo>
                  <a:pt x="1046122" y="63369"/>
                </a:lnTo>
                <a:lnTo>
                  <a:pt x="1046330" y="63412"/>
                </a:lnTo>
                <a:lnTo>
                  <a:pt x="1046546" y="63468"/>
                </a:lnTo>
                <a:lnTo>
                  <a:pt x="1046771" y="63536"/>
                </a:lnTo>
                <a:lnTo>
                  <a:pt x="1047003" y="63616"/>
                </a:lnTo>
                <a:lnTo>
                  <a:pt x="1047244" y="63708"/>
                </a:lnTo>
                <a:lnTo>
                  <a:pt x="1047492" y="63813"/>
                </a:lnTo>
                <a:lnTo>
                  <a:pt x="1047749" y="63930"/>
                </a:lnTo>
                <a:lnTo>
                  <a:pt x="1048013" y="64060"/>
                </a:lnTo>
                <a:lnTo>
                  <a:pt x="1048286" y="64202"/>
                </a:lnTo>
                <a:lnTo>
                  <a:pt x="1048567" y="64356"/>
                </a:lnTo>
                <a:lnTo>
                  <a:pt x="1048855" y="64522"/>
                </a:lnTo>
                <a:lnTo>
                  <a:pt x="1049152" y="64701"/>
                </a:lnTo>
                <a:lnTo>
                  <a:pt x="1049457" y="64892"/>
                </a:lnTo>
                <a:lnTo>
                  <a:pt x="1049770" y="65096"/>
                </a:lnTo>
                <a:lnTo>
                  <a:pt x="1050091" y="65311"/>
                </a:lnTo>
                <a:lnTo>
                  <a:pt x="1050420" y="65540"/>
                </a:lnTo>
                <a:lnTo>
                  <a:pt x="1050757" y="65780"/>
                </a:lnTo>
                <a:lnTo>
                  <a:pt x="1051102" y="66033"/>
                </a:lnTo>
                <a:lnTo>
                  <a:pt x="1051455" y="66298"/>
                </a:lnTo>
                <a:lnTo>
                  <a:pt x="1051816" y="66576"/>
                </a:lnTo>
                <a:lnTo>
                  <a:pt x="1052185" y="66865"/>
                </a:lnTo>
                <a:lnTo>
                  <a:pt x="1052557" y="67155"/>
                </a:lnTo>
                <a:lnTo>
                  <a:pt x="1052925" y="67433"/>
                </a:lnTo>
                <a:lnTo>
                  <a:pt x="1053291" y="67698"/>
                </a:lnTo>
                <a:lnTo>
                  <a:pt x="1053654" y="67951"/>
                </a:lnTo>
                <a:lnTo>
                  <a:pt x="1054013" y="68191"/>
                </a:lnTo>
                <a:lnTo>
                  <a:pt x="1054370" y="68419"/>
                </a:lnTo>
                <a:lnTo>
                  <a:pt x="1054723" y="68635"/>
                </a:lnTo>
                <a:lnTo>
                  <a:pt x="1055073" y="68839"/>
                </a:lnTo>
                <a:lnTo>
                  <a:pt x="1055421" y="69030"/>
                </a:lnTo>
                <a:lnTo>
                  <a:pt x="1055765" y="69209"/>
                </a:lnTo>
                <a:lnTo>
                  <a:pt x="1056106" y="69375"/>
                </a:lnTo>
                <a:lnTo>
                  <a:pt x="1056445" y="69529"/>
                </a:lnTo>
                <a:lnTo>
                  <a:pt x="1056780" y="69671"/>
                </a:lnTo>
                <a:lnTo>
                  <a:pt x="1057112" y="69800"/>
                </a:lnTo>
                <a:lnTo>
                  <a:pt x="1057441" y="69918"/>
                </a:lnTo>
                <a:lnTo>
                  <a:pt x="1057767" y="70022"/>
                </a:lnTo>
                <a:lnTo>
                  <a:pt x="1058090" y="70115"/>
                </a:lnTo>
                <a:lnTo>
                  <a:pt x="1058410" y="70195"/>
                </a:lnTo>
                <a:lnTo>
                  <a:pt x="1058727" y="70263"/>
                </a:lnTo>
                <a:lnTo>
                  <a:pt x="1059041" y="70318"/>
                </a:lnTo>
                <a:lnTo>
                  <a:pt x="1059352" y="70362"/>
                </a:lnTo>
                <a:lnTo>
                  <a:pt x="1059660" y="70392"/>
                </a:lnTo>
                <a:lnTo>
                  <a:pt x="1059965" y="70411"/>
                </a:lnTo>
                <a:lnTo>
                  <a:pt x="1060267" y="70417"/>
                </a:lnTo>
                <a:lnTo>
                  <a:pt x="1060574" y="70412"/>
                </a:lnTo>
                <a:lnTo>
                  <a:pt x="1060877" y="70398"/>
                </a:lnTo>
                <a:lnTo>
                  <a:pt x="1061177" y="70374"/>
                </a:lnTo>
                <a:lnTo>
                  <a:pt x="1061473" y="70340"/>
                </a:lnTo>
                <a:lnTo>
                  <a:pt x="1061766" y="70296"/>
                </a:lnTo>
                <a:lnTo>
                  <a:pt x="1062055" y="70243"/>
                </a:lnTo>
                <a:lnTo>
                  <a:pt x="1062341" y="70181"/>
                </a:lnTo>
                <a:lnTo>
                  <a:pt x="1062623" y="70108"/>
                </a:lnTo>
                <a:lnTo>
                  <a:pt x="1062902" y="70026"/>
                </a:lnTo>
                <a:lnTo>
                  <a:pt x="1063176" y="69935"/>
                </a:lnTo>
                <a:lnTo>
                  <a:pt x="1063448" y="69833"/>
                </a:lnTo>
                <a:lnTo>
                  <a:pt x="1063715" y="69722"/>
                </a:lnTo>
                <a:lnTo>
                  <a:pt x="1063980" y="69602"/>
                </a:lnTo>
                <a:lnTo>
                  <a:pt x="1064240" y="69471"/>
                </a:lnTo>
                <a:lnTo>
                  <a:pt x="1064497" y="69331"/>
                </a:lnTo>
                <a:lnTo>
                  <a:pt x="1064751" y="69182"/>
                </a:lnTo>
                <a:lnTo>
                  <a:pt x="1065001" y="69022"/>
                </a:lnTo>
                <a:lnTo>
                  <a:pt x="1065247" y="68854"/>
                </a:lnTo>
                <a:lnTo>
                  <a:pt x="1065490" y="68675"/>
                </a:lnTo>
                <a:lnTo>
                  <a:pt x="1065729" y="68487"/>
                </a:lnTo>
                <a:lnTo>
                  <a:pt x="1065964" y="68289"/>
                </a:lnTo>
                <a:lnTo>
                  <a:pt x="1066196" y="68081"/>
                </a:lnTo>
                <a:lnTo>
                  <a:pt x="1066425" y="67864"/>
                </a:lnTo>
                <a:lnTo>
                  <a:pt x="1066650" y="67637"/>
                </a:lnTo>
                <a:lnTo>
                  <a:pt x="1066868" y="67404"/>
                </a:lnTo>
                <a:lnTo>
                  <a:pt x="1067077" y="67166"/>
                </a:lnTo>
                <a:lnTo>
                  <a:pt x="1067277" y="66923"/>
                </a:lnTo>
                <a:lnTo>
                  <a:pt x="1067467" y="66677"/>
                </a:lnTo>
                <a:lnTo>
                  <a:pt x="1067649" y="66426"/>
                </a:lnTo>
                <a:lnTo>
                  <a:pt x="1067821" y="66170"/>
                </a:lnTo>
                <a:lnTo>
                  <a:pt x="1067983" y="65911"/>
                </a:lnTo>
                <a:lnTo>
                  <a:pt x="1068137" y="65647"/>
                </a:lnTo>
                <a:lnTo>
                  <a:pt x="1068281" y="65379"/>
                </a:lnTo>
                <a:lnTo>
                  <a:pt x="1068415" y="65107"/>
                </a:lnTo>
                <a:lnTo>
                  <a:pt x="1068541" y="64830"/>
                </a:lnTo>
                <a:lnTo>
                  <a:pt x="1068657" y="64549"/>
                </a:lnTo>
                <a:lnTo>
                  <a:pt x="1068764" y="64264"/>
                </a:lnTo>
                <a:lnTo>
                  <a:pt x="1068861" y="63974"/>
                </a:lnTo>
                <a:lnTo>
                  <a:pt x="1068950" y="63680"/>
                </a:lnTo>
                <a:lnTo>
                  <a:pt x="1069029" y="63382"/>
                </a:lnTo>
                <a:lnTo>
                  <a:pt x="1069098" y="63080"/>
                </a:lnTo>
                <a:lnTo>
                  <a:pt x="1069159" y="62773"/>
                </a:lnTo>
                <a:lnTo>
                  <a:pt x="1069210" y="62462"/>
                </a:lnTo>
                <a:lnTo>
                  <a:pt x="1069252" y="62147"/>
                </a:lnTo>
                <a:lnTo>
                  <a:pt x="1069284" y="61827"/>
                </a:lnTo>
                <a:lnTo>
                  <a:pt x="1069308" y="61503"/>
                </a:lnTo>
                <a:lnTo>
                  <a:pt x="1069322" y="61175"/>
                </a:lnTo>
                <a:lnTo>
                  <a:pt x="1069322" y="61160"/>
                </a:lnTo>
                <a:lnTo>
                  <a:pt x="1070766" y="64620"/>
                </a:lnTo>
                <a:lnTo>
                  <a:pt x="1071099" y="64494"/>
                </a:lnTo>
                <a:lnTo>
                  <a:pt x="1071427" y="64374"/>
                </a:lnTo>
                <a:lnTo>
                  <a:pt x="1071752" y="64259"/>
                </a:lnTo>
                <a:lnTo>
                  <a:pt x="1072073" y="64149"/>
                </a:lnTo>
                <a:lnTo>
                  <a:pt x="1072390" y="64045"/>
                </a:lnTo>
                <a:lnTo>
                  <a:pt x="1072703" y="63946"/>
                </a:lnTo>
                <a:lnTo>
                  <a:pt x="1073012" y="63852"/>
                </a:lnTo>
                <a:lnTo>
                  <a:pt x="1073317" y="63764"/>
                </a:lnTo>
                <a:lnTo>
                  <a:pt x="1073618" y="63681"/>
                </a:lnTo>
                <a:lnTo>
                  <a:pt x="1073915" y="63603"/>
                </a:lnTo>
                <a:lnTo>
                  <a:pt x="1074208" y="63531"/>
                </a:lnTo>
                <a:lnTo>
                  <a:pt x="1074498" y="63464"/>
                </a:lnTo>
                <a:lnTo>
                  <a:pt x="1074783" y="63402"/>
                </a:lnTo>
                <a:lnTo>
                  <a:pt x="1075065" y="63346"/>
                </a:lnTo>
                <a:lnTo>
                  <a:pt x="1075342" y="63295"/>
                </a:lnTo>
                <a:lnTo>
                  <a:pt x="1075616" y="63250"/>
                </a:lnTo>
                <a:lnTo>
                  <a:pt x="1075886" y="63210"/>
                </a:lnTo>
                <a:lnTo>
                  <a:pt x="1076151" y="63175"/>
                </a:lnTo>
                <a:lnTo>
                  <a:pt x="1076413" y="63146"/>
                </a:lnTo>
                <a:lnTo>
                  <a:pt x="1076671" y="63122"/>
                </a:lnTo>
                <a:lnTo>
                  <a:pt x="1076925" y="63103"/>
                </a:lnTo>
                <a:lnTo>
                  <a:pt x="1077175" y="63089"/>
                </a:lnTo>
                <a:lnTo>
                  <a:pt x="1077421" y="63081"/>
                </a:lnTo>
                <a:lnTo>
                  <a:pt x="1077664" y="63079"/>
                </a:lnTo>
                <a:lnTo>
                  <a:pt x="1077885" y="63081"/>
                </a:lnTo>
                <a:lnTo>
                  <a:pt x="1078102" y="63088"/>
                </a:lnTo>
                <a:lnTo>
                  <a:pt x="1078316" y="63100"/>
                </a:lnTo>
                <a:lnTo>
                  <a:pt x="1078526" y="63116"/>
                </a:lnTo>
                <a:lnTo>
                  <a:pt x="1078732" y="63137"/>
                </a:lnTo>
                <a:lnTo>
                  <a:pt x="1078934" y="63162"/>
                </a:lnTo>
                <a:lnTo>
                  <a:pt x="1079133" y="63192"/>
                </a:lnTo>
                <a:lnTo>
                  <a:pt x="1079328" y="63227"/>
                </a:lnTo>
                <a:lnTo>
                  <a:pt x="1079519" y="63267"/>
                </a:lnTo>
                <a:lnTo>
                  <a:pt x="1079706" y="63311"/>
                </a:lnTo>
                <a:lnTo>
                  <a:pt x="1079890" y="63359"/>
                </a:lnTo>
                <a:lnTo>
                  <a:pt x="1080070" y="63413"/>
                </a:lnTo>
                <a:lnTo>
                  <a:pt x="1080246" y="63470"/>
                </a:lnTo>
                <a:lnTo>
                  <a:pt x="1080418" y="63533"/>
                </a:lnTo>
                <a:lnTo>
                  <a:pt x="1080587" y="63600"/>
                </a:lnTo>
                <a:lnTo>
                  <a:pt x="1080752" y="63672"/>
                </a:lnTo>
                <a:lnTo>
                  <a:pt x="1080913" y="63749"/>
                </a:lnTo>
                <a:lnTo>
                  <a:pt x="1081070" y="63830"/>
                </a:lnTo>
                <a:lnTo>
                  <a:pt x="1081224" y="63916"/>
                </a:lnTo>
                <a:lnTo>
                  <a:pt x="1081374" y="64006"/>
                </a:lnTo>
                <a:lnTo>
                  <a:pt x="1081520" y="64101"/>
                </a:lnTo>
                <a:lnTo>
                  <a:pt x="1081662" y="64201"/>
                </a:lnTo>
                <a:lnTo>
                  <a:pt x="1081801" y="64305"/>
                </a:lnTo>
                <a:lnTo>
                  <a:pt x="1081936" y="64414"/>
                </a:lnTo>
                <a:lnTo>
                  <a:pt x="1082067" y="64529"/>
                </a:lnTo>
                <a:lnTo>
                  <a:pt x="1082196" y="64653"/>
                </a:lnTo>
                <a:lnTo>
                  <a:pt x="1082322" y="64785"/>
                </a:lnTo>
                <a:lnTo>
                  <a:pt x="1082445" y="64925"/>
                </a:lnTo>
                <a:lnTo>
                  <a:pt x="1082565" y="65073"/>
                </a:lnTo>
                <a:lnTo>
                  <a:pt x="1082682" y="65229"/>
                </a:lnTo>
                <a:lnTo>
                  <a:pt x="1082797" y="65394"/>
                </a:lnTo>
                <a:lnTo>
                  <a:pt x="1082908" y="65567"/>
                </a:lnTo>
                <a:lnTo>
                  <a:pt x="1083017" y="65748"/>
                </a:lnTo>
                <a:lnTo>
                  <a:pt x="1083123" y="65937"/>
                </a:lnTo>
                <a:lnTo>
                  <a:pt x="1083226" y="66134"/>
                </a:lnTo>
                <a:lnTo>
                  <a:pt x="1083326" y="66340"/>
                </a:lnTo>
                <a:lnTo>
                  <a:pt x="1083423" y="66554"/>
                </a:lnTo>
                <a:lnTo>
                  <a:pt x="1083517" y="66776"/>
                </a:lnTo>
                <a:lnTo>
                  <a:pt x="1083609" y="67006"/>
                </a:lnTo>
                <a:lnTo>
                  <a:pt x="1083697" y="67245"/>
                </a:lnTo>
                <a:lnTo>
                  <a:pt x="1083783" y="67492"/>
                </a:lnTo>
                <a:lnTo>
                  <a:pt x="1083866" y="67747"/>
                </a:lnTo>
                <a:lnTo>
                  <a:pt x="1083946" y="68010"/>
                </a:lnTo>
                <a:lnTo>
                  <a:pt x="1084023" y="68281"/>
                </a:lnTo>
                <a:lnTo>
                  <a:pt x="1084098" y="68561"/>
                </a:lnTo>
                <a:lnTo>
                  <a:pt x="1084169" y="68849"/>
                </a:lnTo>
                <a:lnTo>
                  <a:pt x="1084238" y="69145"/>
                </a:lnTo>
                <a:lnTo>
                  <a:pt x="1084304" y="69449"/>
                </a:lnTo>
                <a:lnTo>
                  <a:pt x="1084367" y="69780"/>
                </a:lnTo>
                <a:lnTo>
                  <a:pt x="1084427" y="70157"/>
                </a:lnTo>
                <a:lnTo>
                  <a:pt x="1084485" y="70580"/>
                </a:lnTo>
                <a:lnTo>
                  <a:pt x="1084540" y="71049"/>
                </a:lnTo>
                <a:lnTo>
                  <a:pt x="1084592" y="71564"/>
                </a:lnTo>
                <a:lnTo>
                  <a:pt x="1084642" y="72125"/>
                </a:lnTo>
                <a:lnTo>
                  <a:pt x="1084688" y="72732"/>
                </a:lnTo>
                <a:lnTo>
                  <a:pt x="1084733" y="73385"/>
                </a:lnTo>
                <a:lnTo>
                  <a:pt x="1084774" y="74085"/>
                </a:lnTo>
                <a:lnTo>
                  <a:pt x="1084813" y="74830"/>
                </a:lnTo>
                <a:lnTo>
                  <a:pt x="1084849" y="75621"/>
                </a:lnTo>
                <a:lnTo>
                  <a:pt x="1084883" y="76458"/>
                </a:lnTo>
                <a:lnTo>
                  <a:pt x="1084914" y="77341"/>
                </a:lnTo>
                <a:lnTo>
                  <a:pt x="1084942" y="78271"/>
                </a:lnTo>
                <a:lnTo>
                  <a:pt x="1084967" y="79246"/>
                </a:lnTo>
                <a:lnTo>
                  <a:pt x="1084990" y="80267"/>
                </a:lnTo>
                <a:lnTo>
                  <a:pt x="1085010" y="81334"/>
                </a:lnTo>
                <a:lnTo>
                  <a:pt x="1085028" y="82447"/>
                </a:lnTo>
                <a:lnTo>
                  <a:pt x="1085042" y="83607"/>
                </a:lnTo>
                <a:lnTo>
                  <a:pt x="1085054" y="84812"/>
                </a:lnTo>
                <a:lnTo>
                  <a:pt x="1085064" y="86063"/>
                </a:lnTo>
                <a:lnTo>
                  <a:pt x="1085070" y="87361"/>
                </a:lnTo>
                <a:lnTo>
                  <a:pt x="1085075" y="88704"/>
                </a:lnTo>
                <a:lnTo>
                  <a:pt x="1085076" y="90093"/>
                </a:lnTo>
                <a:lnTo>
                  <a:pt x="1085076" y="125019"/>
                </a:lnTo>
                <a:lnTo>
                  <a:pt x="1085071" y="125863"/>
                </a:lnTo>
                <a:lnTo>
                  <a:pt x="1085058" y="126685"/>
                </a:lnTo>
                <a:lnTo>
                  <a:pt x="1085036" y="127483"/>
                </a:lnTo>
                <a:lnTo>
                  <a:pt x="1085006" y="128259"/>
                </a:lnTo>
                <a:lnTo>
                  <a:pt x="1084966" y="129011"/>
                </a:lnTo>
                <a:lnTo>
                  <a:pt x="1084918" y="129741"/>
                </a:lnTo>
                <a:lnTo>
                  <a:pt x="1084861" y="130447"/>
                </a:lnTo>
                <a:lnTo>
                  <a:pt x="1084796" y="131131"/>
                </a:lnTo>
                <a:lnTo>
                  <a:pt x="1084721" y="131791"/>
                </a:lnTo>
                <a:lnTo>
                  <a:pt x="1084638" y="132429"/>
                </a:lnTo>
                <a:lnTo>
                  <a:pt x="1084546" y="133043"/>
                </a:lnTo>
                <a:lnTo>
                  <a:pt x="1084445" y="133635"/>
                </a:lnTo>
                <a:lnTo>
                  <a:pt x="1084336" y="134204"/>
                </a:lnTo>
                <a:lnTo>
                  <a:pt x="1084218" y="134749"/>
                </a:lnTo>
                <a:lnTo>
                  <a:pt x="1084091" y="135272"/>
                </a:lnTo>
                <a:lnTo>
                  <a:pt x="1083955" y="135771"/>
                </a:lnTo>
                <a:lnTo>
                  <a:pt x="1083810" y="136248"/>
                </a:lnTo>
                <a:lnTo>
                  <a:pt x="1083657" y="136701"/>
                </a:lnTo>
                <a:lnTo>
                  <a:pt x="1083495" y="137132"/>
                </a:lnTo>
                <a:lnTo>
                  <a:pt x="1083324" y="137539"/>
                </a:lnTo>
                <a:lnTo>
                  <a:pt x="1083145" y="137924"/>
                </a:lnTo>
                <a:lnTo>
                  <a:pt x="1082956" y="138285"/>
                </a:lnTo>
                <a:lnTo>
                  <a:pt x="1082759" y="138624"/>
                </a:lnTo>
                <a:lnTo>
                  <a:pt x="1082554" y="138939"/>
                </a:lnTo>
                <a:lnTo>
                  <a:pt x="1082335" y="139237"/>
                </a:lnTo>
                <a:lnTo>
                  <a:pt x="1082101" y="139521"/>
                </a:lnTo>
                <a:lnTo>
                  <a:pt x="1081850" y="139794"/>
                </a:lnTo>
                <a:lnTo>
                  <a:pt x="1081583" y="140053"/>
                </a:lnTo>
                <a:lnTo>
                  <a:pt x="1081299" y="140300"/>
                </a:lnTo>
                <a:lnTo>
                  <a:pt x="1081000" y="140534"/>
                </a:lnTo>
                <a:lnTo>
                  <a:pt x="1080684" y="140755"/>
                </a:lnTo>
                <a:lnTo>
                  <a:pt x="1080352" y="140964"/>
                </a:lnTo>
                <a:lnTo>
                  <a:pt x="1080003" y="141160"/>
                </a:lnTo>
                <a:lnTo>
                  <a:pt x="1079638" y="141344"/>
                </a:lnTo>
                <a:lnTo>
                  <a:pt x="1079258" y="141515"/>
                </a:lnTo>
                <a:lnTo>
                  <a:pt x="1078860" y="141673"/>
                </a:lnTo>
                <a:lnTo>
                  <a:pt x="1078447" y="141819"/>
                </a:lnTo>
                <a:lnTo>
                  <a:pt x="1078017" y="141952"/>
                </a:lnTo>
                <a:lnTo>
                  <a:pt x="1077571" y="142072"/>
                </a:lnTo>
                <a:lnTo>
                  <a:pt x="1077109" y="142179"/>
                </a:lnTo>
                <a:lnTo>
                  <a:pt x="1076630" y="142274"/>
                </a:lnTo>
                <a:lnTo>
                  <a:pt x="1076135" y="142357"/>
                </a:lnTo>
                <a:lnTo>
                  <a:pt x="1075624" y="142426"/>
                </a:lnTo>
                <a:lnTo>
                  <a:pt x="1075097" y="142483"/>
                </a:lnTo>
                <a:lnTo>
                  <a:pt x="1074553" y="142527"/>
                </a:lnTo>
                <a:lnTo>
                  <a:pt x="1073993" y="142559"/>
                </a:lnTo>
                <a:lnTo>
                  <a:pt x="1073417" y="142578"/>
                </a:lnTo>
                <a:lnTo>
                  <a:pt x="1072825" y="142584"/>
                </a:lnTo>
                <a:lnTo>
                  <a:pt x="1070766" y="142584"/>
                </a:lnTo>
                <a:lnTo>
                  <a:pt x="1070766" y="146393"/>
                </a:lnTo>
                <a:lnTo>
                  <a:pt x="1117402" y="146393"/>
                </a:lnTo>
                <a:lnTo>
                  <a:pt x="1117402" y="142584"/>
                </a:lnTo>
                <a:lnTo>
                  <a:pt x="1116767" y="142582"/>
                </a:lnTo>
                <a:lnTo>
                  <a:pt x="1116151" y="142575"/>
                </a:lnTo>
                <a:lnTo>
                  <a:pt x="1115553" y="142563"/>
                </a:lnTo>
                <a:lnTo>
                  <a:pt x="1114973" y="142546"/>
                </a:lnTo>
                <a:lnTo>
                  <a:pt x="1114410" y="142524"/>
                </a:lnTo>
                <a:lnTo>
                  <a:pt x="1113866" y="142498"/>
                </a:lnTo>
                <a:lnTo>
                  <a:pt x="1113340" y="142467"/>
                </a:lnTo>
                <a:lnTo>
                  <a:pt x="1112832" y="142431"/>
                </a:lnTo>
                <a:lnTo>
                  <a:pt x="1112342" y="142390"/>
                </a:lnTo>
                <a:lnTo>
                  <a:pt x="1111870" y="142344"/>
                </a:lnTo>
                <a:lnTo>
                  <a:pt x="1111416" y="142294"/>
                </a:lnTo>
                <a:lnTo>
                  <a:pt x="1110980" y="142238"/>
                </a:lnTo>
                <a:lnTo>
                  <a:pt x="1110563" y="142178"/>
                </a:lnTo>
                <a:lnTo>
                  <a:pt x="1110163" y="142114"/>
                </a:lnTo>
                <a:lnTo>
                  <a:pt x="1109781" y="142044"/>
                </a:lnTo>
                <a:lnTo>
                  <a:pt x="1109418" y="141969"/>
                </a:lnTo>
                <a:lnTo>
                  <a:pt x="1109072" y="141890"/>
                </a:lnTo>
                <a:lnTo>
                  <a:pt x="1108744" y="141806"/>
                </a:lnTo>
                <a:lnTo>
                  <a:pt x="1108435" y="141717"/>
                </a:lnTo>
                <a:lnTo>
                  <a:pt x="1108144" y="141624"/>
                </a:lnTo>
                <a:lnTo>
                  <a:pt x="1107870" y="141525"/>
                </a:lnTo>
                <a:lnTo>
                  <a:pt x="1107615" y="141422"/>
                </a:lnTo>
                <a:lnTo>
                  <a:pt x="1107378" y="141314"/>
                </a:lnTo>
                <a:lnTo>
                  <a:pt x="1107158" y="141201"/>
                </a:lnTo>
                <a:lnTo>
                  <a:pt x="1106950" y="141083"/>
                </a:lnTo>
                <a:lnTo>
                  <a:pt x="1106746" y="140959"/>
                </a:lnTo>
                <a:lnTo>
                  <a:pt x="1106545" y="140830"/>
                </a:lnTo>
                <a:lnTo>
                  <a:pt x="1106348" y="140696"/>
                </a:lnTo>
                <a:lnTo>
                  <a:pt x="1106154" y="140556"/>
                </a:lnTo>
                <a:lnTo>
                  <a:pt x="1105965" y="140410"/>
                </a:lnTo>
                <a:lnTo>
                  <a:pt x="1105779" y="140259"/>
                </a:lnTo>
                <a:lnTo>
                  <a:pt x="1105597" y="140102"/>
                </a:lnTo>
                <a:lnTo>
                  <a:pt x="1105419" y="139940"/>
                </a:lnTo>
                <a:lnTo>
                  <a:pt x="1105244" y="139773"/>
                </a:lnTo>
                <a:lnTo>
                  <a:pt x="1105073" y="139600"/>
                </a:lnTo>
                <a:lnTo>
                  <a:pt x="1104906" y="139421"/>
                </a:lnTo>
                <a:lnTo>
                  <a:pt x="1104743" y="139237"/>
                </a:lnTo>
                <a:lnTo>
                  <a:pt x="1104584" y="139047"/>
                </a:lnTo>
                <a:lnTo>
                  <a:pt x="1104428" y="138852"/>
                </a:lnTo>
                <a:lnTo>
                  <a:pt x="1104276" y="138652"/>
                </a:lnTo>
                <a:lnTo>
                  <a:pt x="1104128" y="138445"/>
                </a:lnTo>
                <a:lnTo>
                  <a:pt x="1103983" y="138234"/>
                </a:lnTo>
                <a:lnTo>
                  <a:pt x="1103842" y="138017"/>
                </a:lnTo>
                <a:lnTo>
                  <a:pt x="1103705" y="137794"/>
                </a:lnTo>
                <a:lnTo>
                  <a:pt x="1103572" y="137566"/>
                </a:lnTo>
                <a:lnTo>
                  <a:pt x="1103443" y="137332"/>
                </a:lnTo>
                <a:lnTo>
                  <a:pt x="1103317" y="137093"/>
                </a:lnTo>
                <a:lnTo>
                  <a:pt x="1103195" y="136848"/>
                </a:lnTo>
                <a:lnTo>
                  <a:pt x="1103102" y="136648"/>
                </a:lnTo>
                <a:lnTo>
                  <a:pt x="1103014" y="136422"/>
                </a:lnTo>
                <a:lnTo>
                  <a:pt x="1102929" y="136171"/>
                </a:lnTo>
                <a:lnTo>
                  <a:pt x="1102849" y="135895"/>
                </a:lnTo>
                <a:lnTo>
                  <a:pt x="1102772" y="135594"/>
                </a:lnTo>
                <a:lnTo>
                  <a:pt x="1102699" y="135268"/>
                </a:lnTo>
                <a:lnTo>
                  <a:pt x="1102631" y="134916"/>
                </a:lnTo>
                <a:lnTo>
                  <a:pt x="1102566" y="134539"/>
                </a:lnTo>
                <a:lnTo>
                  <a:pt x="1102505" y="134136"/>
                </a:lnTo>
                <a:lnTo>
                  <a:pt x="1102448" y="133709"/>
                </a:lnTo>
                <a:lnTo>
                  <a:pt x="1102395" y="133256"/>
                </a:lnTo>
                <a:lnTo>
                  <a:pt x="1102346" y="132778"/>
                </a:lnTo>
                <a:lnTo>
                  <a:pt x="1102300" y="132274"/>
                </a:lnTo>
                <a:lnTo>
                  <a:pt x="1102259" y="131746"/>
                </a:lnTo>
                <a:lnTo>
                  <a:pt x="1102222" y="131192"/>
                </a:lnTo>
                <a:lnTo>
                  <a:pt x="1102188" y="130613"/>
                </a:lnTo>
                <a:lnTo>
                  <a:pt x="1102159" y="130008"/>
                </a:lnTo>
                <a:lnTo>
                  <a:pt x="1102133" y="129379"/>
                </a:lnTo>
                <a:lnTo>
                  <a:pt x="1102112" y="128724"/>
                </a:lnTo>
                <a:lnTo>
                  <a:pt x="1102094" y="128043"/>
                </a:lnTo>
                <a:lnTo>
                  <a:pt x="1102080" y="127338"/>
                </a:lnTo>
                <a:lnTo>
                  <a:pt x="1102070" y="126607"/>
                </a:lnTo>
                <a:lnTo>
                  <a:pt x="1102064" y="125851"/>
                </a:lnTo>
                <a:lnTo>
                  <a:pt x="1102062" y="125070"/>
                </a:lnTo>
                <a:lnTo>
                  <a:pt x="1102062" y="75600"/>
                </a:lnTo>
                <a:lnTo>
                  <a:pt x="1103075" y="74513"/>
                </a:lnTo>
                <a:lnTo>
                  <a:pt x="1104088" y="73473"/>
                </a:lnTo>
                <a:lnTo>
                  <a:pt x="1105101" y="72479"/>
                </a:lnTo>
                <a:lnTo>
                  <a:pt x="1106115" y="71531"/>
                </a:lnTo>
                <a:lnTo>
                  <a:pt x="1107129" y="70630"/>
                </a:lnTo>
                <a:lnTo>
                  <a:pt x="1108143" y="69774"/>
                </a:lnTo>
                <a:lnTo>
                  <a:pt x="1109157" y="68965"/>
                </a:lnTo>
                <a:lnTo>
                  <a:pt x="1110173" y="68202"/>
                </a:lnTo>
                <a:lnTo>
                  <a:pt x="1111188" y="67486"/>
                </a:lnTo>
                <a:lnTo>
                  <a:pt x="1112204" y="66815"/>
                </a:lnTo>
                <a:lnTo>
                  <a:pt x="1113220" y="66191"/>
                </a:lnTo>
                <a:lnTo>
                  <a:pt x="1114236" y="65613"/>
                </a:lnTo>
                <a:lnTo>
                  <a:pt x="1115253" y="65081"/>
                </a:lnTo>
                <a:lnTo>
                  <a:pt x="1116270" y="64596"/>
                </a:lnTo>
                <a:lnTo>
                  <a:pt x="1117288" y="64157"/>
                </a:lnTo>
                <a:lnTo>
                  <a:pt x="1118305" y="63764"/>
                </a:lnTo>
                <a:lnTo>
                  <a:pt x="1119324" y="63417"/>
                </a:lnTo>
                <a:lnTo>
                  <a:pt x="1120342" y="63116"/>
                </a:lnTo>
                <a:lnTo>
                  <a:pt x="1121361" y="62862"/>
                </a:lnTo>
                <a:lnTo>
                  <a:pt x="1122381" y="62654"/>
                </a:lnTo>
                <a:lnTo>
                  <a:pt x="1123400" y="62492"/>
                </a:lnTo>
                <a:lnTo>
                  <a:pt x="1124420" y="62377"/>
                </a:lnTo>
                <a:lnTo>
                  <a:pt x="1125441" y="62307"/>
                </a:lnTo>
                <a:lnTo>
                  <a:pt x="1126461" y="62284"/>
                </a:lnTo>
                <a:lnTo>
                  <a:pt x="1127114" y="62294"/>
                </a:lnTo>
                <a:lnTo>
                  <a:pt x="1127751" y="62324"/>
                </a:lnTo>
                <a:lnTo>
                  <a:pt x="1128372" y="62375"/>
                </a:lnTo>
                <a:lnTo>
                  <a:pt x="1128976" y="62445"/>
                </a:lnTo>
                <a:lnTo>
                  <a:pt x="1129565" y="62535"/>
                </a:lnTo>
                <a:lnTo>
                  <a:pt x="1130139" y="62646"/>
                </a:lnTo>
                <a:lnTo>
                  <a:pt x="1130696" y="62776"/>
                </a:lnTo>
                <a:lnTo>
                  <a:pt x="1131237" y="62927"/>
                </a:lnTo>
                <a:lnTo>
                  <a:pt x="1131762" y="63098"/>
                </a:lnTo>
                <a:lnTo>
                  <a:pt x="1132272" y="63289"/>
                </a:lnTo>
                <a:lnTo>
                  <a:pt x="1132765" y="63500"/>
                </a:lnTo>
                <a:lnTo>
                  <a:pt x="1133243" y="63731"/>
                </a:lnTo>
                <a:lnTo>
                  <a:pt x="1133705" y="63982"/>
                </a:lnTo>
                <a:lnTo>
                  <a:pt x="1134151" y="64254"/>
                </a:lnTo>
                <a:lnTo>
                  <a:pt x="1134581" y="64545"/>
                </a:lnTo>
                <a:lnTo>
                  <a:pt x="1134995" y="64856"/>
                </a:lnTo>
                <a:lnTo>
                  <a:pt x="1135393" y="65188"/>
                </a:lnTo>
                <a:lnTo>
                  <a:pt x="1135775" y="65540"/>
                </a:lnTo>
                <a:lnTo>
                  <a:pt x="1136141" y="65911"/>
                </a:lnTo>
                <a:lnTo>
                  <a:pt x="1136492" y="66303"/>
                </a:lnTo>
                <a:lnTo>
                  <a:pt x="1136826" y="66715"/>
                </a:lnTo>
                <a:lnTo>
                  <a:pt x="1137145" y="67147"/>
                </a:lnTo>
                <a:lnTo>
                  <a:pt x="1137447" y="67600"/>
                </a:lnTo>
                <a:lnTo>
                  <a:pt x="1137734" y="68072"/>
                </a:lnTo>
                <a:lnTo>
                  <a:pt x="1138007" y="68566"/>
                </a:lnTo>
                <a:lnTo>
                  <a:pt x="1138269" y="69085"/>
                </a:lnTo>
                <a:lnTo>
                  <a:pt x="1138518" y="69628"/>
                </a:lnTo>
                <a:lnTo>
                  <a:pt x="1138757" y="70196"/>
                </a:lnTo>
                <a:lnTo>
                  <a:pt x="1138983" y="70788"/>
                </a:lnTo>
                <a:lnTo>
                  <a:pt x="1139198" y="71404"/>
                </a:lnTo>
                <a:lnTo>
                  <a:pt x="1139401" y="72045"/>
                </a:lnTo>
                <a:lnTo>
                  <a:pt x="1139593" y="72710"/>
                </a:lnTo>
                <a:lnTo>
                  <a:pt x="1139773" y="73399"/>
                </a:lnTo>
                <a:lnTo>
                  <a:pt x="1139942" y="74112"/>
                </a:lnTo>
                <a:lnTo>
                  <a:pt x="1140098" y="74850"/>
                </a:lnTo>
                <a:lnTo>
                  <a:pt x="1140244" y="75613"/>
                </a:lnTo>
                <a:lnTo>
                  <a:pt x="1140377" y="76400"/>
                </a:lnTo>
                <a:lnTo>
                  <a:pt x="1140499" y="77211"/>
                </a:lnTo>
                <a:lnTo>
                  <a:pt x="1140610" y="78046"/>
                </a:lnTo>
                <a:lnTo>
                  <a:pt x="1140708" y="78906"/>
                </a:lnTo>
                <a:lnTo>
                  <a:pt x="1140795" y="79790"/>
                </a:lnTo>
                <a:lnTo>
                  <a:pt x="1140871" y="80698"/>
                </a:lnTo>
                <a:lnTo>
                  <a:pt x="1140935" y="81631"/>
                </a:lnTo>
                <a:lnTo>
                  <a:pt x="1140987" y="82588"/>
                </a:lnTo>
                <a:lnTo>
                  <a:pt x="1141028" y="83570"/>
                </a:lnTo>
                <a:lnTo>
                  <a:pt x="1141057" y="84576"/>
                </a:lnTo>
                <a:lnTo>
                  <a:pt x="1141074" y="85606"/>
                </a:lnTo>
                <a:lnTo>
                  <a:pt x="1141080" y="86661"/>
                </a:lnTo>
                <a:lnTo>
                  <a:pt x="1141080" y="125070"/>
                </a:lnTo>
                <a:lnTo>
                  <a:pt x="1141079" y="125733"/>
                </a:lnTo>
                <a:lnTo>
                  <a:pt x="1141077" y="126373"/>
                </a:lnTo>
                <a:lnTo>
                  <a:pt x="1141074" y="126991"/>
                </a:lnTo>
                <a:lnTo>
                  <a:pt x="1141069" y="127585"/>
                </a:lnTo>
                <a:lnTo>
                  <a:pt x="1141062" y="128157"/>
                </a:lnTo>
                <a:lnTo>
                  <a:pt x="1141054" y="128706"/>
                </a:lnTo>
                <a:lnTo>
                  <a:pt x="1141045" y="129232"/>
                </a:lnTo>
                <a:lnTo>
                  <a:pt x="1141034" y="129736"/>
                </a:lnTo>
                <a:lnTo>
                  <a:pt x="1141022" y="130217"/>
                </a:lnTo>
                <a:lnTo>
                  <a:pt x="1141009" y="130675"/>
                </a:lnTo>
                <a:lnTo>
                  <a:pt x="1140994" y="131110"/>
                </a:lnTo>
                <a:lnTo>
                  <a:pt x="1140977" y="131523"/>
                </a:lnTo>
                <a:lnTo>
                  <a:pt x="1140959" y="131913"/>
                </a:lnTo>
                <a:lnTo>
                  <a:pt x="1140940" y="132280"/>
                </a:lnTo>
                <a:lnTo>
                  <a:pt x="1140919" y="132624"/>
                </a:lnTo>
                <a:lnTo>
                  <a:pt x="1140897" y="132946"/>
                </a:lnTo>
                <a:lnTo>
                  <a:pt x="1140873" y="133245"/>
                </a:lnTo>
                <a:lnTo>
                  <a:pt x="1140848" y="133521"/>
                </a:lnTo>
                <a:lnTo>
                  <a:pt x="1140822" y="133774"/>
                </a:lnTo>
                <a:lnTo>
                  <a:pt x="1140794" y="134004"/>
                </a:lnTo>
                <a:lnTo>
                  <a:pt x="1140765" y="134212"/>
                </a:lnTo>
                <a:lnTo>
                  <a:pt x="1140734" y="134397"/>
                </a:lnTo>
                <a:lnTo>
                  <a:pt x="1140702" y="134560"/>
                </a:lnTo>
                <a:lnTo>
                  <a:pt x="1140668" y="134699"/>
                </a:lnTo>
                <a:lnTo>
                  <a:pt x="1140580" y="135020"/>
                </a:lnTo>
                <a:lnTo>
                  <a:pt x="1140486" y="135334"/>
                </a:lnTo>
                <a:lnTo>
                  <a:pt x="1140386" y="135642"/>
                </a:lnTo>
                <a:lnTo>
                  <a:pt x="1140281" y="135943"/>
                </a:lnTo>
                <a:lnTo>
                  <a:pt x="1140170" y="136238"/>
                </a:lnTo>
                <a:lnTo>
                  <a:pt x="1140054" y="136526"/>
                </a:lnTo>
                <a:lnTo>
                  <a:pt x="1139932" y="136807"/>
                </a:lnTo>
                <a:lnTo>
                  <a:pt x="1139805" y="137082"/>
                </a:lnTo>
                <a:lnTo>
                  <a:pt x="1139672" y="137350"/>
                </a:lnTo>
                <a:lnTo>
                  <a:pt x="1139533" y="137612"/>
                </a:lnTo>
                <a:lnTo>
                  <a:pt x="1139389" y="137867"/>
                </a:lnTo>
                <a:lnTo>
                  <a:pt x="1139240" y="138116"/>
                </a:lnTo>
                <a:lnTo>
                  <a:pt x="1139085" y="138358"/>
                </a:lnTo>
                <a:lnTo>
                  <a:pt x="1138924" y="138593"/>
                </a:lnTo>
                <a:lnTo>
                  <a:pt x="1138758" y="138822"/>
                </a:lnTo>
                <a:lnTo>
                  <a:pt x="1138586" y="139044"/>
                </a:lnTo>
                <a:lnTo>
                  <a:pt x="1138409" y="139260"/>
                </a:lnTo>
                <a:lnTo>
                  <a:pt x="1138226" y="139469"/>
                </a:lnTo>
                <a:lnTo>
                  <a:pt x="1138038" y="139672"/>
                </a:lnTo>
                <a:lnTo>
                  <a:pt x="1137844" y="139868"/>
                </a:lnTo>
                <a:lnTo>
                  <a:pt x="1137645" y="140057"/>
                </a:lnTo>
                <a:lnTo>
                  <a:pt x="1137440" y="140240"/>
                </a:lnTo>
                <a:lnTo>
                  <a:pt x="1137230" y="140417"/>
                </a:lnTo>
                <a:lnTo>
                  <a:pt x="1137014" y="140586"/>
                </a:lnTo>
                <a:lnTo>
                  <a:pt x="1136788" y="140749"/>
                </a:lnTo>
                <a:lnTo>
                  <a:pt x="1136549" y="140906"/>
                </a:lnTo>
                <a:lnTo>
                  <a:pt x="1136295" y="141055"/>
                </a:lnTo>
                <a:lnTo>
                  <a:pt x="1136028" y="141197"/>
                </a:lnTo>
                <a:lnTo>
                  <a:pt x="1135748" y="141332"/>
                </a:lnTo>
                <a:lnTo>
                  <a:pt x="1135453" y="141461"/>
                </a:lnTo>
                <a:lnTo>
                  <a:pt x="1135145" y="141582"/>
                </a:lnTo>
                <a:lnTo>
                  <a:pt x="1134823" y="141696"/>
                </a:lnTo>
                <a:lnTo>
                  <a:pt x="1134487" y="141804"/>
                </a:lnTo>
                <a:lnTo>
                  <a:pt x="1134138" y="141905"/>
                </a:lnTo>
                <a:lnTo>
                  <a:pt x="1133775" y="141998"/>
                </a:lnTo>
                <a:lnTo>
                  <a:pt x="1133398" y="142085"/>
                </a:lnTo>
                <a:lnTo>
                  <a:pt x="1133007" y="142165"/>
                </a:lnTo>
                <a:lnTo>
                  <a:pt x="1132602" y="142237"/>
                </a:lnTo>
                <a:lnTo>
                  <a:pt x="1132184" y="142303"/>
                </a:lnTo>
                <a:lnTo>
                  <a:pt x="1131752" y="142362"/>
                </a:lnTo>
                <a:lnTo>
                  <a:pt x="1131306" y="142414"/>
                </a:lnTo>
                <a:lnTo>
                  <a:pt x="1130846" y="142459"/>
                </a:lnTo>
                <a:lnTo>
                  <a:pt x="1130373" y="142498"/>
                </a:lnTo>
                <a:lnTo>
                  <a:pt x="1129886" y="142529"/>
                </a:lnTo>
                <a:lnTo>
                  <a:pt x="1129385" y="142553"/>
                </a:lnTo>
                <a:lnTo>
                  <a:pt x="1128870" y="142570"/>
                </a:lnTo>
                <a:lnTo>
                  <a:pt x="1128342" y="142581"/>
                </a:lnTo>
                <a:lnTo>
                  <a:pt x="1127800" y="142584"/>
                </a:lnTo>
                <a:lnTo>
                  <a:pt x="1125844" y="142584"/>
                </a:lnTo>
                <a:lnTo>
                  <a:pt x="1125844" y="146393"/>
                </a:lnTo>
                <a:lnTo>
                  <a:pt x="1172480" y="146393"/>
                </a:lnTo>
                <a:lnTo>
                  <a:pt x="1172480" y="142584"/>
                </a:lnTo>
                <a:lnTo>
                  <a:pt x="1171921" y="142582"/>
                </a:lnTo>
                <a:lnTo>
                  <a:pt x="1171377" y="142574"/>
                </a:lnTo>
                <a:lnTo>
                  <a:pt x="1170848" y="142562"/>
                </a:lnTo>
                <a:lnTo>
                  <a:pt x="1170333" y="142544"/>
                </a:lnTo>
                <a:lnTo>
                  <a:pt x="1169834" y="142522"/>
                </a:lnTo>
                <a:lnTo>
                  <a:pt x="1169349" y="142494"/>
                </a:lnTo>
                <a:lnTo>
                  <a:pt x="1168879" y="142462"/>
                </a:lnTo>
                <a:lnTo>
                  <a:pt x="1168424" y="142425"/>
                </a:lnTo>
                <a:lnTo>
                  <a:pt x="1167984" y="142382"/>
                </a:lnTo>
                <a:lnTo>
                  <a:pt x="1167559" y="142335"/>
                </a:lnTo>
                <a:lnTo>
                  <a:pt x="1167149" y="142282"/>
                </a:lnTo>
                <a:lnTo>
                  <a:pt x="1166753" y="142225"/>
                </a:lnTo>
                <a:lnTo>
                  <a:pt x="1166372" y="142162"/>
                </a:lnTo>
                <a:lnTo>
                  <a:pt x="1166006" y="142095"/>
                </a:lnTo>
                <a:lnTo>
                  <a:pt x="1165655" y="142023"/>
                </a:lnTo>
                <a:lnTo>
                  <a:pt x="1165319" y="141945"/>
                </a:lnTo>
                <a:lnTo>
                  <a:pt x="1164997" y="141863"/>
                </a:lnTo>
                <a:lnTo>
                  <a:pt x="1164691" y="141775"/>
                </a:lnTo>
                <a:lnTo>
                  <a:pt x="1164399" y="141683"/>
                </a:lnTo>
                <a:lnTo>
                  <a:pt x="1164122" y="141586"/>
                </a:lnTo>
                <a:lnTo>
                  <a:pt x="1163860" y="141483"/>
                </a:lnTo>
                <a:lnTo>
                  <a:pt x="1163613" y="141376"/>
                </a:lnTo>
                <a:lnTo>
                  <a:pt x="1163380" y="141264"/>
                </a:lnTo>
                <a:lnTo>
                  <a:pt x="1163163" y="141146"/>
                </a:lnTo>
                <a:lnTo>
                  <a:pt x="1162955" y="141024"/>
                </a:lnTo>
                <a:lnTo>
                  <a:pt x="1162752" y="140899"/>
                </a:lnTo>
                <a:lnTo>
                  <a:pt x="1162554" y="140769"/>
                </a:lnTo>
                <a:lnTo>
                  <a:pt x="1162360" y="140636"/>
                </a:lnTo>
                <a:lnTo>
                  <a:pt x="1162172" y="140498"/>
                </a:lnTo>
                <a:lnTo>
                  <a:pt x="1161988" y="140357"/>
                </a:lnTo>
                <a:lnTo>
                  <a:pt x="1161810" y="140211"/>
                </a:lnTo>
                <a:lnTo>
                  <a:pt x="1161636" y="140062"/>
                </a:lnTo>
                <a:lnTo>
                  <a:pt x="1161466" y="139909"/>
                </a:lnTo>
                <a:lnTo>
                  <a:pt x="1161302" y="139752"/>
                </a:lnTo>
                <a:lnTo>
                  <a:pt x="1161143" y="139591"/>
                </a:lnTo>
                <a:lnTo>
                  <a:pt x="1160988" y="139426"/>
                </a:lnTo>
                <a:lnTo>
                  <a:pt x="1160838" y="139257"/>
                </a:lnTo>
                <a:lnTo>
                  <a:pt x="1160693" y="139084"/>
                </a:lnTo>
                <a:lnTo>
                  <a:pt x="1160553" y="138908"/>
                </a:lnTo>
                <a:lnTo>
                  <a:pt x="1160417" y="138727"/>
                </a:lnTo>
                <a:lnTo>
                  <a:pt x="1160287" y="138542"/>
                </a:lnTo>
                <a:lnTo>
                  <a:pt x="1160161" y="138354"/>
                </a:lnTo>
                <a:lnTo>
                  <a:pt x="1160040" y="138162"/>
                </a:lnTo>
                <a:lnTo>
                  <a:pt x="1159924" y="137965"/>
                </a:lnTo>
                <a:lnTo>
                  <a:pt x="1159813" y="137765"/>
                </a:lnTo>
                <a:lnTo>
                  <a:pt x="1159706" y="137561"/>
                </a:lnTo>
                <a:lnTo>
                  <a:pt x="1159605" y="137353"/>
                </a:lnTo>
                <a:lnTo>
                  <a:pt x="1159508" y="137141"/>
                </a:lnTo>
                <a:lnTo>
                  <a:pt x="1159390" y="136866"/>
                </a:lnTo>
                <a:lnTo>
                  <a:pt x="1159278" y="136570"/>
                </a:lnTo>
                <a:lnTo>
                  <a:pt x="1159170" y="136255"/>
                </a:lnTo>
                <a:lnTo>
                  <a:pt x="1159068" y="135919"/>
                </a:lnTo>
                <a:lnTo>
                  <a:pt x="1158970" y="135564"/>
                </a:lnTo>
                <a:lnTo>
                  <a:pt x="1158877" y="135189"/>
                </a:lnTo>
                <a:lnTo>
                  <a:pt x="1158790" y="134794"/>
                </a:lnTo>
                <a:lnTo>
                  <a:pt x="1158707" y="134378"/>
                </a:lnTo>
                <a:lnTo>
                  <a:pt x="1158630" y="133943"/>
                </a:lnTo>
                <a:lnTo>
                  <a:pt x="1158557" y="133488"/>
                </a:lnTo>
                <a:lnTo>
                  <a:pt x="1158490" y="133013"/>
                </a:lnTo>
                <a:lnTo>
                  <a:pt x="1158427" y="132518"/>
                </a:lnTo>
                <a:lnTo>
                  <a:pt x="1158369" y="132003"/>
                </a:lnTo>
                <a:lnTo>
                  <a:pt x="1158317" y="131468"/>
                </a:lnTo>
                <a:lnTo>
                  <a:pt x="1158269" y="130913"/>
                </a:lnTo>
                <a:lnTo>
                  <a:pt x="1158227" y="130338"/>
                </a:lnTo>
                <a:lnTo>
                  <a:pt x="1158189" y="129743"/>
                </a:lnTo>
                <a:lnTo>
                  <a:pt x="1158157" y="129128"/>
                </a:lnTo>
                <a:lnTo>
                  <a:pt x="1158129" y="128493"/>
                </a:lnTo>
                <a:lnTo>
                  <a:pt x="1158107" y="127838"/>
                </a:lnTo>
                <a:lnTo>
                  <a:pt x="1158089" y="127163"/>
                </a:lnTo>
                <a:lnTo>
                  <a:pt x="1158077" y="126468"/>
                </a:lnTo>
                <a:lnTo>
                  <a:pt x="1158069" y="125753"/>
                </a:lnTo>
                <a:lnTo>
                  <a:pt x="1158067" y="125019"/>
                </a:lnTo>
                <a:lnTo>
                  <a:pt x="1158067" y="84856"/>
                </a:lnTo>
                <a:lnTo>
                  <a:pt x="1158063" y="83805"/>
                </a:lnTo>
                <a:lnTo>
                  <a:pt x="1158051" y="82778"/>
                </a:lnTo>
                <a:lnTo>
                  <a:pt x="1158031" y="81774"/>
                </a:lnTo>
                <a:lnTo>
                  <a:pt x="1158004" y="80792"/>
                </a:lnTo>
                <a:lnTo>
                  <a:pt x="1157968" y="79833"/>
                </a:lnTo>
                <a:lnTo>
                  <a:pt x="1157925" y="78897"/>
                </a:lnTo>
                <a:lnTo>
                  <a:pt x="1157874" y="77984"/>
                </a:lnTo>
                <a:lnTo>
                  <a:pt x="1157815" y="77093"/>
                </a:lnTo>
                <a:lnTo>
                  <a:pt x="1157748" y="76226"/>
                </a:lnTo>
                <a:lnTo>
                  <a:pt x="1157673" y="75381"/>
                </a:lnTo>
                <a:lnTo>
                  <a:pt x="1157591" y="74559"/>
                </a:lnTo>
                <a:lnTo>
                  <a:pt x="1157500" y="73761"/>
                </a:lnTo>
                <a:lnTo>
                  <a:pt x="1157402" y="72984"/>
                </a:lnTo>
                <a:lnTo>
                  <a:pt x="1157296" y="72231"/>
                </a:lnTo>
                <a:lnTo>
                  <a:pt x="1157182" y="71501"/>
                </a:lnTo>
                <a:lnTo>
                  <a:pt x="1157060" y="70793"/>
                </a:lnTo>
                <a:lnTo>
                  <a:pt x="1156930" y="70108"/>
                </a:lnTo>
                <a:lnTo>
                  <a:pt x="1156793" y="69447"/>
                </a:lnTo>
                <a:lnTo>
                  <a:pt x="1156647" y="68807"/>
                </a:lnTo>
                <a:lnTo>
                  <a:pt x="1156494" y="68191"/>
                </a:lnTo>
                <a:lnTo>
                  <a:pt x="1156333" y="67598"/>
                </a:lnTo>
                <a:lnTo>
                  <a:pt x="1156164" y="67027"/>
                </a:lnTo>
                <a:lnTo>
                  <a:pt x="1155987" y="66480"/>
                </a:lnTo>
                <a:lnTo>
                  <a:pt x="1155802" y="65955"/>
                </a:lnTo>
                <a:lnTo>
                  <a:pt x="1155523" y="65227"/>
                </a:lnTo>
                <a:lnTo>
                  <a:pt x="1155237" y="64517"/>
                </a:lnTo>
                <a:lnTo>
                  <a:pt x="1154943" y="63824"/>
                </a:lnTo>
                <a:lnTo>
                  <a:pt x="1154641" y="63149"/>
                </a:lnTo>
                <a:lnTo>
                  <a:pt x="1154331" y="62490"/>
                </a:lnTo>
                <a:lnTo>
                  <a:pt x="1154013" y="61849"/>
                </a:lnTo>
                <a:lnTo>
                  <a:pt x="1153687" y="61225"/>
                </a:lnTo>
                <a:lnTo>
                  <a:pt x="1153354" y="60619"/>
                </a:lnTo>
                <a:lnTo>
                  <a:pt x="1153013" y="60030"/>
                </a:lnTo>
                <a:lnTo>
                  <a:pt x="1152663" y="59458"/>
                </a:lnTo>
                <a:lnTo>
                  <a:pt x="1152306" y="58904"/>
                </a:lnTo>
                <a:lnTo>
                  <a:pt x="1151941" y="58366"/>
                </a:lnTo>
                <a:lnTo>
                  <a:pt x="1151568" y="57847"/>
                </a:lnTo>
                <a:lnTo>
                  <a:pt x="1151188" y="57344"/>
                </a:lnTo>
                <a:lnTo>
                  <a:pt x="1150799" y="56859"/>
                </a:lnTo>
                <a:lnTo>
                  <a:pt x="1150403" y="56391"/>
                </a:lnTo>
                <a:lnTo>
                  <a:pt x="1149998" y="55940"/>
                </a:lnTo>
                <a:lnTo>
                  <a:pt x="1149586" y="55507"/>
                </a:lnTo>
                <a:lnTo>
                  <a:pt x="1149166" y="55091"/>
                </a:lnTo>
                <a:lnTo>
                  <a:pt x="1148738" y="54692"/>
                </a:lnTo>
                <a:lnTo>
                  <a:pt x="1148303" y="54310"/>
                </a:lnTo>
                <a:lnTo>
                  <a:pt x="1147859" y="53946"/>
                </a:lnTo>
                <a:lnTo>
                  <a:pt x="1147408" y="53599"/>
                </a:lnTo>
                <a:lnTo>
                  <a:pt x="1146948" y="53270"/>
                </a:lnTo>
                <a:lnTo>
                  <a:pt x="1146481" y="52955"/>
                </a:lnTo>
                <a:lnTo>
                  <a:pt x="1146007" y="52654"/>
                </a:lnTo>
                <a:lnTo>
                  <a:pt x="1145525" y="52366"/>
                </a:lnTo>
                <a:lnTo>
                  <a:pt x="1145035" y="52092"/>
                </a:lnTo>
                <a:lnTo>
                  <a:pt x="1144538" y="51831"/>
                </a:lnTo>
                <a:lnTo>
                  <a:pt x="1144033" y="51583"/>
                </a:lnTo>
                <a:lnTo>
                  <a:pt x="1143521" y="51349"/>
                </a:lnTo>
                <a:lnTo>
                  <a:pt x="1143002" y="51128"/>
                </a:lnTo>
                <a:lnTo>
                  <a:pt x="1142475" y="50921"/>
                </a:lnTo>
                <a:lnTo>
                  <a:pt x="1141940" y="50727"/>
                </a:lnTo>
                <a:lnTo>
                  <a:pt x="1141398" y="50546"/>
                </a:lnTo>
                <a:lnTo>
                  <a:pt x="1140848" y="50379"/>
                </a:lnTo>
                <a:lnTo>
                  <a:pt x="1140291" y="50225"/>
                </a:lnTo>
                <a:lnTo>
                  <a:pt x="1139727" y="50085"/>
                </a:lnTo>
                <a:lnTo>
                  <a:pt x="1139155" y="49957"/>
                </a:lnTo>
                <a:lnTo>
                  <a:pt x="1138575" y="49844"/>
                </a:lnTo>
                <a:lnTo>
                  <a:pt x="1137988" y="49743"/>
                </a:lnTo>
                <a:lnTo>
                  <a:pt x="1137393" y="49656"/>
                </a:lnTo>
                <a:lnTo>
                  <a:pt x="1136791" y="49583"/>
                </a:lnTo>
                <a:lnTo>
                  <a:pt x="1136181" y="49523"/>
                </a:lnTo>
                <a:lnTo>
                  <a:pt x="1135564" y="49476"/>
                </a:lnTo>
                <a:lnTo>
                  <a:pt x="1134940" y="49442"/>
                </a:lnTo>
                <a:lnTo>
                  <a:pt x="1134307" y="49422"/>
                </a:lnTo>
                <a:lnTo>
                  <a:pt x="1133668" y="49416"/>
                </a:lnTo>
                <a:lnTo>
                  <a:pt x="1132413" y="49450"/>
                </a:lnTo>
                <a:lnTo>
                  <a:pt x="1131152" y="49554"/>
                </a:lnTo>
                <a:lnTo>
                  <a:pt x="1129886" y="49728"/>
                </a:lnTo>
                <a:lnTo>
                  <a:pt x="1128615" y="49970"/>
                </a:lnTo>
                <a:lnTo>
                  <a:pt x="1127338" y="50282"/>
                </a:lnTo>
                <a:lnTo>
                  <a:pt x="1126056" y="50664"/>
                </a:lnTo>
                <a:lnTo>
                  <a:pt x="1124769" y="51115"/>
                </a:lnTo>
                <a:lnTo>
                  <a:pt x="1123476" y="51635"/>
                </a:lnTo>
                <a:lnTo>
                  <a:pt x="1122178" y="52224"/>
                </a:lnTo>
                <a:lnTo>
                  <a:pt x="1120874" y="52883"/>
                </a:lnTo>
                <a:lnTo>
                  <a:pt x="1119565" y="53611"/>
                </a:lnTo>
                <a:lnTo>
                  <a:pt x="1118251" y="54409"/>
                </a:lnTo>
                <a:lnTo>
                  <a:pt x="1116932" y="55275"/>
                </a:lnTo>
                <a:lnTo>
                  <a:pt x="1115607" y="56212"/>
                </a:lnTo>
                <a:lnTo>
                  <a:pt x="1114276" y="57217"/>
                </a:lnTo>
                <a:lnTo>
                  <a:pt x="1112941" y="58292"/>
                </a:lnTo>
                <a:lnTo>
                  <a:pt x="1111600" y="59436"/>
                </a:lnTo>
                <a:lnTo>
                  <a:pt x="1110253" y="60650"/>
                </a:lnTo>
                <a:lnTo>
                  <a:pt x="1108902" y="61933"/>
                </a:lnTo>
                <a:lnTo>
                  <a:pt x="1107544" y="63285"/>
                </a:lnTo>
                <a:lnTo>
                  <a:pt x="1106182" y="64707"/>
                </a:lnTo>
                <a:lnTo>
                  <a:pt x="1104814" y="66198"/>
                </a:lnTo>
                <a:lnTo>
                  <a:pt x="1103441" y="67758"/>
                </a:lnTo>
                <a:lnTo>
                  <a:pt x="1102062" y="69388"/>
                </a:lnTo>
                <a:lnTo>
                  <a:pt x="1102062" y="49416"/>
                </a:lnTo>
                <a:lnTo>
                  <a:pt x="1097636" y="49416"/>
                </a:lnTo>
                <a:lnTo>
                  <a:pt x="1069326" y="60878"/>
                </a:lnTo>
                <a:lnTo>
                  <a:pt x="1069326" y="60843"/>
                </a:lnTo>
                <a:lnTo>
                  <a:pt x="1069320" y="60467"/>
                </a:lnTo>
                <a:lnTo>
                  <a:pt x="1069300" y="60095"/>
                </a:lnTo>
                <a:lnTo>
                  <a:pt x="1069268" y="59727"/>
                </a:lnTo>
                <a:close/>
                <a:moveTo>
                  <a:pt x="1269720" y="64494"/>
                </a:moveTo>
                <a:lnTo>
                  <a:pt x="1270050" y="64374"/>
                </a:lnTo>
                <a:lnTo>
                  <a:pt x="1270377" y="64259"/>
                </a:lnTo>
                <a:lnTo>
                  <a:pt x="1270702" y="64149"/>
                </a:lnTo>
                <a:lnTo>
                  <a:pt x="1271024" y="64045"/>
                </a:lnTo>
                <a:lnTo>
                  <a:pt x="1271343" y="63946"/>
                </a:lnTo>
                <a:lnTo>
                  <a:pt x="1271658" y="63852"/>
                </a:lnTo>
                <a:lnTo>
                  <a:pt x="1271972" y="63764"/>
                </a:lnTo>
                <a:lnTo>
                  <a:pt x="1272282" y="63681"/>
                </a:lnTo>
                <a:lnTo>
                  <a:pt x="1272589" y="63603"/>
                </a:lnTo>
                <a:lnTo>
                  <a:pt x="1272894" y="63531"/>
                </a:lnTo>
                <a:lnTo>
                  <a:pt x="1273196" y="63464"/>
                </a:lnTo>
                <a:lnTo>
                  <a:pt x="1273494" y="63402"/>
                </a:lnTo>
                <a:lnTo>
                  <a:pt x="1273790" y="63346"/>
                </a:lnTo>
                <a:lnTo>
                  <a:pt x="1274084" y="63295"/>
                </a:lnTo>
                <a:lnTo>
                  <a:pt x="1274374" y="63250"/>
                </a:lnTo>
                <a:lnTo>
                  <a:pt x="1274661" y="63210"/>
                </a:lnTo>
                <a:lnTo>
                  <a:pt x="1274946" y="63175"/>
                </a:lnTo>
                <a:lnTo>
                  <a:pt x="1275227" y="63146"/>
                </a:lnTo>
                <a:lnTo>
                  <a:pt x="1275506" y="63122"/>
                </a:lnTo>
                <a:lnTo>
                  <a:pt x="1275782" y="63103"/>
                </a:lnTo>
                <a:lnTo>
                  <a:pt x="1276055" y="63089"/>
                </a:lnTo>
                <a:lnTo>
                  <a:pt x="1276326" y="63081"/>
                </a:lnTo>
                <a:lnTo>
                  <a:pt x="1276593" y="63079"/>
                </a:lnTo>
                <a:lnTo>
                  <a:pt x="1276814" y="63081"/>
                </a:lnTo>
                <a:lnTo>
                  <a:pt x="1277033" y="63089"/>
                </a:lnTo>
                <a:lnTo>
                  <a:pt x="1277248" y="63101"/>
                </a:lnTo>
                <a:lnTo>
                  <a:pt x="1277461" y="63119"/>
                </a:lnTo>
                <a:lnTo>
                  <a:pt x="1277670" y="63141"/>
                </a:lnTo>
                <a:lnTo>
                  <a:pt x="1277877" y="63169"/>
                </a:lnTo>
                <a:lnTo>
                  <a:pt x="1278080" y="63201"/>
                </a:lnTo>
                <a:lnTo>
                  <a:pt x="1278280" y="63239"/>
                </a:lnTo>
                <a:lnTo>
                  <a:pt x="1278477" y="63281"/>
                </a:lnTo>
                <a:lnTo>
                  <a:pt x="1278672" y="63328"/>
                </a:lnTo>
                <a:lnTo>
                  <a:pt x="1278863" y="63381"/>
                </a:lnTo>
                <a:lnTo>
                  <a:pt x="1279051" y="63438"/>
                </a:lnTo>
                <a:lnTo>
                  <a:pt x="1279236" y="63501"/>
                </a:lnTo>
                <a:lnTo>
                  <a:pt x="1279418" y="63568"/>
                </a:lnTo>
                <a:lnTo>
                  <a:pt x="1279597" y="63641"/>
                </a:lnTo>
                <a:lnTo>
                  <a:pt x="1279773" y="63718"/>
                </a:lnTo>
                <a:lnTo>
                  <a:pt x="1279946" y="63800"/>
                </a:lnTo>
                <a:lnTo>
                  <a:pt x="1280116" y="63888"/>
                </a:lnTo>
                <a:lnTo>
                  <a:pt x="1280283" y="63980"/>
                </a:lnTo>
                <a:lnTo>
                  <a:pt x="1280446" y="64077"/>
                </a:lnTo>
                <a:lnTo>
                  <a:pt x="1280607" y="64180"/>
                </a:lnTo>
                <a:lnTo>
                  <a:pt x="1280765" y="64287"/>
                </a:lnTo>
                <a:lnTo>
                  <a:pt x="1280920" y="64399"/>
                </a:lnTo>
                <a:lnTo>
                  <a:pt x="1281071" y="64517"/>
                </a:lnTo>
                <a:lnTo>
                  <a:pt x="1281219" y="64640"/>
                </a:lnTo>
                <a:lnTo>
                  <a:pt x="1281364" y="64768"/>
                </a:lnTo>
                <a:lnTo>
                  <a:pt x="1281504" y="64903"/>
                </a:lnTo>
                <a:lnTo>
                  <a:pt x="1281640" y="65043"/>
                </a:lnTo>
                <a:lnTo>
                  <a:pt x="1281773" y="65190"/>
                </a:lnTo>
                <a:lnTo>
                  <a:pt x="1281901" y="65342"/>
                </a:lnTo>
                <a:lnTo>
                  <a:pt x="1282026" y="65500"/>
                </a:lnTo>
                <a:lnTo>
                  <a:pt x="1282146" y="65664"/>
                </a:lnTo>
                <a:lnTo>
                  <a:pt x="1282263" y="65834"/>
                </a:lnTo>
                <a:lnTo>
                  <a:pt x="1282376" y="66010"/>
                </a:lnTo>
                <a:lnTo>
                  <a:pt x="1282485" y="66191"/>
                </a:lnTo>
                <a:lnTo>
                  <a:pt x="1282590" y="66379"/>
                </a:lnTo>
                <a:lnTo>
                  <a:pt x="1282691" y="66572"/>
                </a:lnTo>
                <a:lnTo>
                  <a:pt x="1282788" y="66772"/>
                </a:lnTo>
                <a:lnTo>
                  <a:pt x="1282881" y="66977"/>
                </a:lnTo>
                <a:lnTo>
                  <a:pt x="1282970" y="67188"/>
                </a:lnTo>
                <a:lnTo>
                  <a:pt x="1283055" y="67405"/>
                </a:lnTo>
                <a:lnTo>
                  <a:pt x="1283137" y="67628"/>
                </a:lnTo>
                <a:lnTo>
                  <a:pt x="1283214" y="67856"/>
                </a:lnTo>
                <a:lnTo>
                  <a:pt x="1283287" y="68091"/>
                </a:lnTo>
                <a:lnTo>
                  <a:pt x="1283357" y="68332"/>
                </a:lnTo>
                <a:lnTo>
                  <a:pt x="1283423" y="68578"/>
                </a:lnTo>
                <a:lnTo>
                  <a:pt x="1283484" y="68830"/>
                </a:lnTo>
                <a:lnTo>
                  <a:pt x="1283542" y="69088"/>
                </a:lnTo>
                <a:lnTo>
                  <a:pt x="1283597" y="69372"/>
                </a:lnTo>
                <a:lnTo>
                  <a:pt x="1283649" y="69703"/>
                </a:lnTo>
                <a:lnTo>
                  <a:pt x="1283699" y="70079"/>
                </a:lnTo>
                <a:lnTo>
                  <a:pt x="1283746" y="70501"/>
                </a:lnTo>
                <a:lnTo>
                  <a:pt x="1283792" y="70970"/>
                </a:lnTo>
                <a:lnTo>
                  <a:pt x="1283835" y="71485"/>
                </a:lnTo>
                <a:lnTo>
                  <a:pt x="1283875" y="72046"/>
                </a:lnTo>
                <a:lnTo>
                  <a:pt x="1283914" y="72654"/>
                </a:lnTo>
                <a:lnTo>
                  <a:pt x="1283950" y="73307"/>
                </a:lnTo>
                <a:lnTo>
                  <a:pt x="1283983" y="74007"/>
                </a:lnTo>
                <a:lnTo>
                  <a:pt x="1284015" y="74753"/>
                </a:lnTo>
                <a:lnTo>
                  <a:pt x="1284044" y="75545"/>
                </a:lnTo>
                <a:lnTo>
                  <a:pt x="1284071" y="76384"/>
                </a:lnTo>
                <a:lnTo>
                  <a:pt x="1284095" y="77268"/>
                </a:lnTo>
                <a:lnTo>
                  <a:pt x="1284117" y="78199"/>
                </a:lnTo>
                <a:lnTo>
                  <a:pt x="1284137" y="79176"/>
                </a:lnTo>
                <a:lnTo>
                  <a:pt x="1284154" y="80199"/>
                </a:lnTo>
                <a:lnTo>
                  <a:pt x="1284169" y="81269"/>
                </a:lnTo>
                <a:lnTo>
                  <a:pt x="1284182" y="82384"/>
                </a:lnTo>
                <a:lnTo>
                  <a:pt x="1284193" y="83546"/>
                </a:lnTo>
                <a:lnTo>
                  <a:pt x="1284201" y="84754"/>
                </a:lnTo>
                <a:lnTo>
                  <a:pt x="1284206" y="86008"/>
                </a:lnTo>
                <a:lnTo>
                  <a:pt x="1284210" y="87309"/>
                </a:lnTo>
                <a:lnTo>
                  <a:pt x="1284211" y="88655"/>
                </a:lnTo>
                <a:lnTo>
                  <a:pt x="1284211" y="125122"/>
                </a:lnTo>
                <a:lnTo>
                  <a:pt x="1284210" y="125795"/>
                </a:lnTo>
                <a:lnTo>
                  <a:pt x="1284208" y="126446"/>
                </a:lnTo>
                <a:lnTo>
                  <a:pt x="1284203" y="127075"/>
                </a:lnTo>
                <a:lnTo>
                  <a:pt x="1284197" y="127681"/>
                </a:lnTo>
                <a:lnTo>
                  <a:pt x="1284189" y="128264"/>
                </a:lnTo>
                <a:lnTo>
                  <a:pt x="1284179" y="128826"/>
                </a:lnTo>
                <a:lnTo>
                  <a:pt x="1284167" y="129364"/>
                </a:lnTo>
                <a:lnTo>
                  <a:pt x="1284154" y="129880"/>
                </a:lnTo>
                <a:lnTo>
                  <a:pt x="1284139" y="130374"/>
                </a:lnTo>
                <a:lnTo>
                  <a:pt x="1284122" y="130846"/>
                </a:lnTo>
                <a:lnTo>
                  <a:pt x="1284103" y="131294"/>
                </a:lnTo>
                <a:lnTo>
                  <a:pt x="1284082" y="131721"/>
                </a:lnTo>
                <a:lnTo>
                  <a:pt x="1284060" y="132125"/>
                </a:lnTo>
                <a:lnTo>
                  <a:pt x="1284036" y="132506"/>
                </a:lnTo>
                <a:lnTo>
                  <a:pt x="1284010" y="132865"/>
                </a:lnTo>
                <a:lnTo>
                  <a:pt x="1283982" y="133202"/>
                </a:lnTo>
                <a:lnTo>
                  <a:pt x="1283953" y="133516"/>
                </a:lnTo>
                <a:lnTo>
                  <a:pt x="1283922" y="133807"/>
                </a:lnTo>
                <a:lnTo>
                  <a:pt x="1283889" y="134076"/>
                </a:lnTo>
                <a:lnTo>
                  <a:pt x="1283854" y="134323"/>
                </a:lnTo>
                <a:lnTo>
                  <a:pt x="1283817" y="134547"/>
                </a:lnTo>
                <a:lnTo>
                  <a:pt x="1283779" y="134749"/>
                </a:lnTo>
                <a:lnTo>
                  <a:pt x="1283738" y="134928"/>
                </a:lnTo>
                <a:lnTo>
                  <a:pt x="1283696" y="135085"/>
                </a:lnTo>
                <a:lnTo>
                  <a:pt x="1283608" y="135381"/>
                </a:lnTo>
                <a:lnTo>
                  <a:pt x="1283514" y="135671"/>
                </a:lnTo>
                <a:lnTo>
                  <a:pt x="1283415" y="135954"/>
                </a:lnTo>
                <a:lnTo>
                  <a:pt x="1283310" y="136230"/>
                </a:lnTo>
                <a:lnTo>
                  <a:pt x="1283200" y="136499"/>
                </a:lnTo>
                <a:lnTo>
                  <a:pt x="1283085" y="136761"/>
                </a:lnTo>
                <a:lnTo>
                  <a:pt x="1282964" y="137017"/>
                </a:lnTo>
                <a:lnTo>
                  <a:pt x="1282838" y="137266"/>
                </a:lnTo>
                <a:lnTo>
                  <a:pt x="1282707" y="137508"/>
                </a:lnTo>
                <a:lnTo>
                  <a:pt x="1282570" y="137743"/>
                </a:lnTo>
                <a:lnTo>
                  <a:pt x="1282428" y="137972"/>
                </a:lnTo>
                <a:lnTo>
                  <a:pt x="1282281" y="138194"/>
                </a:lnTo>
                <a:lnTo>
                  <a:pt x="1282128" y="138409"/>
                </a:lnTo>
                <a:lnTo>
                  <a:pt x="1281970" y="138617"/>
                </a:lnTo>
                <a:lnTo>
                  <a:pt x="1281806" y="138818"/>
                </a:lnTo>
                <a:lnTo>
                  <a:pt x="1281637" y="139013"/>
                </a:lnTo>
                <a:lnTo>
                  <a:pt x="1281463" y="139201"/>
                </a:lnTo>
                <a:lnTo>
                  <a:pt x="1281284" y="139382"/>
                </a:lnTo>
                <a:lnTo>
                  <a:pt x="1281099" y="139556"/>
                </a:lnTo>
                <a:lnTo>
                  <a:pt x="1280908" y="139724"/>
                </a:lnTo>
                <a:lnTo>
                  <a:pt x="1280712" y="139884"/>
                </a:lnTo>
                <a:lnTo>
                  <a:pt x="1280511" y="140038"/>
                </a:lnTo>
                <a:lnTo>
                  <a:pt x="1280305" y="140186"/>
                </a:lnTo>
                <a:lnTo>
                  <a:pt x="1280093" y="140326"/>
                </a:lnTo>
                <a:lnTo>
                  <a:pt x="1279795" y="140510"/>
                </a:lnTo>
                <a:lnTo>
                  <a:pt x="1279484" y="140687"/>
                </a:lnTo>
                <a:lnTo>
                  <a:pt x="1279160" y="140855"/>
                </a:lnTo>
                <a:lnTo>
                  <a:pt x="1278823" y="141016"/>
                </a:lnTo>
                <a:lnTo>
                  <a:pt x="1278474" y="141169"/>
                </a:lnTo>
                <a:lnTo>
                  <a:pt x="1278111" y="141314"/>
                </a:lnTo>
                <a:lnTo>
                  <a:pt x="1277736" y="141451"/>
                </a:lnTo>
                <a:lnTo>
                  <a:pt x="1277348" y="141581"/>
                </a:lnTo>
                <a:lnTo>
                  <a:pt x="1276947" y="141702"/>
                </a:lnTo>
                <a:lnTo>
                  <a:pt x="1276533" y="141816"/>
                </a:lnTo>
                <a:lnTo>
                  <a:pt x="1276106" y="141922"/>
                </a:lnTo>
                <a:lnTo>
                  <a:pt x="1275666" y="142020"/>
                </a:lnTo>
                <a:lnTo>
                  <a:pt x="1275214" y="142110"/>
                </a:lnTo>
                <a:lnTo>
                  <a:pt x="1274748" y="142192"/>
                </a:lnTo>
                <a:lnTo>
                  <a:pt x="1274270" y="142267"/>
                </a:lnTo>
                <a:lnTo>
                  <a:pt x="1273779" y="142333"/>
                </a:lnTo>
                <a:lnTo>
                  <a:pt x="1273275" y="142392"/>
                </a:lnTo>
                <a:lnTo>
                  <a:pt x="1272758" y="142443"/>
                </a:lnTo>
                <a:lnTo>
                  <a:pt x="1272228" y="142486"/>
                </a:lnTo>
                <a:lnTo>
                  <a:pt x="1271686" y="142522"/>
                </a:lnTo>
                <a:lnTo>
                  <a:pt x="1271130" y="142549"/>
                </a:lnTo>
                <a:lnTo>
                  <a:pt x="1270562" y="142569"/>
                </a:lnTo>
                <a:lnTo>
                  <a:pt x="1269981" y="142580"/>
                </a:lnTo>
                <a:lnTo>
                  <a:pt x="1269386" y="142584"/>
                </a:lnTo>
                <a:lnTo>
                  <a:pt x="1269386" y="146393"/>
                </a:lnTo>
                <a:lnTo>
                  <a:pt x="1317670" y="146393"/>
                </a:lnTo>
                <a:lnTo>
                  <a:pt x="1317670" y="142584"/>
                </a:lnTo>
                <a:lnTo>
                  <a:pt x="1317143" y="142581"/>
                </a:lnTo>
                <a:lnTo>
                  <a:pt x="1316626" y="142572"/>
                </a:lnTo>
                <a:lnTo>
                  <a:pt x="1316120" y="142555"/>
                </a:lnTo>
                <a:lnTo>
                  <a:pt x="1315625" y="142533"/>
                </a:lnTo>
                <a:lnTo>
                  <a:pt x="1315140" y="142504"/>
                </a:lnTo>
                <a:lnTo>
                  <a:pt x="1314665" y="142469"/>
                </a:lnTo>
                <a:lnTo>
                  <a:pt x="1314200" y="142427"/>
                </a:lnTo>
                <a:lnTo>
                  <a:pt x="1313746" y="142379"/>
                </a:lnTo>
                <a:lnTo>
                  <a:pt x="1313302" y="142325"/>
                </a:lnTo>
                <a:lnTo>
                  <a:pt x="1312869" y="142264"/>
                </a:lnTo>
                <a:lnTo>
                  <a:pt x="1312446" y="142196"/>
                </a:lnTo>
                <a:lnTo>
                  <a:pt x="1312033" y="142123"/>
                </a:lnTo>
                <a:lnTo>
                  <a:pt x="1311631" y="142043"/>
                </a:lnTo>
                <a:lnTo>
                  <a:pt x="1311239" y="141956"/>
                </a:lnTo>
                <a:lnTo>
                  <a:pt x="1310857" y="141863"/>
                </a:lnTo>
                <a:lnTo>
                  <a:pt x="1310486" y="141764"/>
                </a:lnTo>
                <a:lnTo>
                  <a:pt x="1310125" y="141658"/>
                </a:lnTo>
                <a:lnTo>
                  <a:pt x="1309775" y="141546"/>
                </a:lnTo>
                <a:lnTo>
                  <a:pt x="1309435" y="141427"/>
                </a:lnTo>
                <a:lnTo>
                  <a:pt x="1309105" y="141302"/>
                </a:lnTo>
                <a:lnTo>
                  <a:pt x="1308785" y="141170"/>
                </a:lnTo>
                <a:lnTo>
                  <a:pt x="1308476" y="141033"/>
                </a:lnTo>
                <a:lnTo>
                  <a:pt x="1308178" y="140888"/>
                </a:lnTo>
                <a:lnTo>
                  <a:pt x="1307889" y="140738"/>
                </a:lnTo>
                <a:lnTo>
                  <a:pt x="1307610" y="140582"/>
                </a:lnTo>
                <a:lnTo>
                  <a:pt x="1307337" y="140423"/>
                </a:lnTo>
                <a:lnTo>
                  <a:pt x="1307072" y="140261"/>
                </a:lnTo>
                <a:lnTo>
                  <a:pt x="1306814" y="140095"/>
                </a:lnTo>
                <a:lnTo>
                  <a:pt x="1306563" y="139927"/>
                </a:lnTo>
                <a:lnTo>
                  <a:pt x="1306319" y="139755"/>
                </a:lnTo>
                <a:lnTo>
                  <a:pt x="1306083" y="139580"/>
                </a:lnTo>
                <a:lnTo>
                  <a:pt x="1305853" y="139402"/>
                </a:lnTo>
                <a:lnTo>
                  <a:pt x="1305631" y="139220"/>
                </a:lnTo>
                <a:lnTo>
                  <a:pt x="1305416" y="139036"/>
                </a:lnTo>
                <a:lnTo>
                  <a:pt x="1305208" y="138848"/>
                </a:lnTo>
                <a:lnTo>
                  <a:pt x="1305007" y="138657"/>
                </a:lnTo>
                <a:lnTo>
                  <a:pt x="1304813" y="138463"/>
                </a:lnTo>
                <a:lnTo>
                  <a:pt x="1304626" y="138265"/>
                </a:lnTo>
                <a:lnTo>
                  <a:pt x="1304447" y="138065"/>
                </a:lnTo>
                <a:lnTo>
                  <a:pt x="1304275" y="137861"/>
                </a:lnTo>
                <a:lnTo>
                  <a:pt x="1304110" y="137654"/>
                </a:lnTo>
                <a:lnTo>
                  <a:pt x="1303952" y="137444"/>
                </a:lnTo>
                <a:lnTo>
                  <a:pt x="1303801" y="137230"/>
                </a:lnTo>
                <a:lnTo>
                  <a:pt x="1303657" y="137013"/>
                </a:lnTo>
                <a:lnTo>
                  <a:pt x="1303520" y="136794"/>
                </a:lnTo>
                <a:lnTo>
                  <a:pt x="1303391" y="136570"/>
                </a:lnTo>
                <a:lnTo>
                  <a:pt x="1303269" y="136344"/>
                </a:lnTo>
                <a:lnTo>
                  <a:pt x="1303154" y="136115"/>
                </a:lnTo>
                <a:lnTo>
                  <a:pt x="1302994" y="135774"/>
                </a:lnTo>
                <a:lnTo>
                  <a:pt x="1302841" y="135421"/>
                </a:lnTo>
                <a:lnTo>
                  <a:pt x="1302695" y="135054"/>
                </a:lnTo>
                <a:lnTo>
                  <a:pt x="1302556" y="134674"/>
                </a:lnTo>
                <a:lnTo>
                  <a:pt x="1302424" y="134281"/>
                </a:lnTo>
                <a:lnTo>
                  <a:pt x="1302298" y="133875"/>
                </a:lnTo>
                <a:lnTo>
                  <a:pt x="1302179" y="133455"/>
                </a:lnTo>
                <a:lnTo>
                  <a:pt x="1302067" y="133023"/>
                </a:lnTo>
                <a:lnTo>
                  <a:pt x="1301962" y="132577"/>
                </a:lnTo>
                <a:lnTo>
                  <a:pt x="1301863" y="132118"/>
                </a:lnTo>
                <a:lnTo>
                  <a:pt x="1301772" y="131646"/>
                </a:lnTo>
                <a:lnTo>
                  <a:pt x="1301687" y="131160"/>
                </a:lnTo>
                <a:lnTo>
                  <a:pt x="1301609" y="130662"/>
                </a:lnTo>
                <a:lnTo>
                  <a:pt x="1301537" y="130150"/>
                </a:lnTo>
                <a:lnTo>
                  <a:pt x="1301473" y="129625"/>
                </a:lnTo>
                <a:lnTo>
                  <a:pt x="1301415" y="129087"/>
                </a:lnTo>
                <a:lnTo>
                  <a:pt x="1301364" y="128536"/>
                </a:lnTo>
                <a:lnTo>
                  <a:pt x="1301320" y="127971"/>
                </a:lnTo>
                <a:lnTo>
                  <a:pt x="1301283" y="127394"/>
                </a:lnTo>
                <a:lnTo>
                  <a:pt x="1301252" y="126803"/>
                </a:lnTo>
                <a:lnTo>
                  <a:pt x="1301228" y="126199"/>
                </a:lnTo>
                <a:lnTo>
                  <a:pt x="1301211" y="125582"/>
                </a:lnTo>
                <a:lnTo>
                  <a:pt x="1301201" y="124951"/>
                </a:lnTo>
                <a:lnTo>
                  <a:pt x="1301198" y="124308"/>
                </a:lnTo>
                <a:lnTo>
                  <a:pt x="1301198" y="79229"/>
                </a:lnTo>
                <a:lnTo>
                  <a:pt x="1301609" y="78434"/>
                </a:lnTo>
                <a:lnTo>
                  <a:pt x="1302019" y="77658"/>
                </a:lnTo>
                <a:lnTo>
                  <a:pt x="1302428" y="76901"/>
                </a:lnTo>
                <a:lnTo>
                  <a:pt x="1302836" y="76163"/>
                </a:lnTo>
                <a:lnTo>
                  <a:pt x="1303243" y="75444"/>
                </a:lnTo>
                <a:lnTo>
                  <a:pt x="1303649" y="74743"/>
                </a:lnTo>
                <a:lnTo>
                  <a:pt x="1304054" y="74062"/>
                </a:lnTo>
                <a:lnTo>
                  <a:pt x="1304458" y="73399"/>
                </a:lnTo>
                <a:lnTo>
                  <a:pt x="1304860" y="72755"/>
                </a:lnTo>
                <a:lnTo>
                  <a:pt x="1305262" y="72130"/>
                </a:lnTo>
                <a:lnTo>
                  <a:pt x="1305663" y="71525"/>
                </a:lnTo>
                <a:lnTo>
                  <a:pt x="1306062" y="70937"/>
                </a:lnTo>
                <a:lnTo>
                  <a:pt x="1306460" y="70369"/>
                </a:lnTo>
                <a:lnTo>
                  <a:pt x="1306858" y="69820"/>
                </a:lnTo>
                <a:lnTo>
                  <a:pt x="1307254" y="69290"/>
                </a:lnTo>
                <a:lnTo>
                  <a:pt x="1307649" y="68778"/>
                </a:lnTo>
                <a:lnTo>
                  <a:pt x="1308043" y="68286"/>
                </a:lnTo>
                <a:lnTo>
                  <a:pt x="1308436" y="67812"/>
                </a:lnTo>
                <a:lnTo>
                  <a:pt x="1308828" y="67357"/>
                </a:lnTo>
                <a:lnTo>
                  <a:pt x="1309219" y="66921"/>
                </a:lnTo>
                <a:lnTo>
                  <a:pt x="1309609" y="66504"/>
                </a:lnTo>
                <a:lnTo>
                  <a:pt x="1309998" y="66106"/>
                </a:lnTo>
                <a:lnTo>
                  <a:pt x="1310385" y="65727"/>
                </a:lnTo>
                <a:lnTo>
                  <a:pt x="1310772" y="65366"/>
                </a:lnTo>
                <a:lnTo>
                  <a:pt x="1310952" y="65199"/>
                </a:lnTo>
                <a:lnTo>
                  <a:pt x="1311130" y="65038"/>
                </a:lnTo>
                <a:lnTo>
                  <a:pt x="1311308" y="64885"/>
                </a:lnTo>
                <a:lnTo>
                  <a:pt x="1311484" y="64739"/>
                </a:lnTo>
                <a:lnTo>
                  <a:pt x="1311659" y="64600"/>
                </a:lnTo>
                <a:lnTo>
                  <a:pt x="1311834" y="64468"/>
                </a:lnTo>
                <a:lnTo>
                  <a:pt x="1312007" y="64343"/>
                </a:lnTo>
                <a:lnTo>
                  <a:pt x="1312179" y="64226"/>
                </a:lnTo>
                <a:lnTo>
                  <a:pt x="1312350" y="64115"/>
                </a:lnTo>
                <a:lnTo>
                  <a:pt x="1312520" y="64012"/>
                </a:lnTo>
                <a:lnTo>
                  <a:pt x="1312689" y="63916"/>
                </a:lnTo>
                <a:lnTo>
                  <a:pt x="1312857" y="63827"/>
                </a:lnTo>
                <a:lnTo>
                  <a:pt x="1313023" y="63745"/>
                </a:lnTo>
                <a:lnTo>
                  <a:pt x="1313189" y="63670"/>
                </a:lnTo>
                <a:lnTo>
                  <a:pt x="1313354" y="63602"/>
                </a:lnTo>
                <a:lnTo>
                  <a:pt x="1313517" y="63542"/>
                </a:lnTo>
                <a:lnTo>
                  <a:pt x="1313680" y="63488"/>
                </a:lnTo>
                <a:lnTo>
                  <a:pt x="1313841" y="63442"/>
                </a:lnTo>
                <a:lnTo>
                  <a:pt x="1314001" y="63403"/>
                </a:lnTo>
                <a:lnTo>
                  <a:pt x="1314161" y="63371"/>
                </a:lnTo>
                <a:lnTo>
                  <a:pt x="1314319" y="63346"/>
                </a:lnTo>
                <a:lnTo>
                  <a:pt x="1314476" y="63328"/>
                </a:lnTo>
                <a:lnTo>
                  <a:pt x="1314632" y="63317"/>
                </a:lnTo>
                <a:lnTo>
                  <a:pt x="1314787" y="63314"/>
                </a:lnTo>
                <a:lnTo>
                  <a:pt x="1314971" y="63320"/>
                </a:lnTo>
                <a:lnTo>
                  <a:pt x="1315163" y="63338"/>
                </a:lnTo>
                <a:lnTo>
                  <a:pt x="1315364" y="63369"/>
                </a:lnTo>
                <a:lnTo>
                  <a:pt x="1315572" y="63412"/>
                </a:lnTo>
                <a:lnTo>
                  <a:pt x="1315788" y="63468"/>
                </a:lnTo>
                <a:lnTo>
                  <a:pt x="1316013" y="63536"/>
                </a:lnTo>
                <a:lnTo>
                  <a:pt x="1316245" y="63616"/>
                </a:lnTo>
                <a:lnTo>
                  <a:pt x="1316486" y="63708"/>
                </a:lnTo>
                <a:lnTo>
                  <a:pt x="1316734" y="63813"/>
                </a:lnTo>
                <a:lnTo>
                  <a:pt x="1316991" y="63930"/>
                </a:lnTo>
                <a:lnTo>
                  <a:pt x="1317255" y="64060"/>
                </a:lnTo>
                <a:lnTo>
                  <a:pt x="1317528" y="64202"/>
                </a:lnTo>
                <a:lnTo>
                  <a:pt x="1317809" y="64356"/>
                </a:lnTo>
                <a:lnTo>
                  <a:pt x="1318097" y="64522"/>
                </a:lnTo>
                <a:lnTo>
                  <a:pt x="1318394" y="64701"/>
                </a:lnTo>
                <a:lnTo>
                  <a:pt x="1318699" y="64892"/>
                </a:lnTo>
                <a:lnTo>
                  <a:pt x="1319012" y="65096"/>
                </a:lnTo>
                <a:lnTo>
                  <a:pt x="1319333" y="65311"/>
                </a:lnTo>
                <a:lnTo>
                  <a:pt x="1319662" y="65540"/>
                </a:lnTo>
                <a:lnTo>
                  <a:pt x="1319999" y="65780"/>
                </a:lnTo>
                <a:lnTo>
                  <a:pt x="1320344" y="66033"/>
                </a:lnTo>
                <a:lnTo>
                  <a:pt x="1320697" y="66298"/>
                </a:lnTo>
                <a:lnTo>
                  <a:pt x="1321058" y="66576"/>
                </a:lnTo>
                <a:lnTo>
                  <a:pt x="1321427" y="66865"/>
                </a:lnTo>
                <a:lnTo>
                  <a:pt x="1321799" y="67155"/>
                </a:lnTo>
                <a:lnTo>
                  <a:pt x="1322167" y="67433"/>
                </a:lnTo>
                <a:lnTo>
                  <a:pt x="1322533" y="67698"/>
                </a:lnTo>
                <a:lnTo>
                  <a:pt x="1322896" y="67951"/>
                </a:lnTo>
                <a:lnTo>
                  <a:pt x="1323255" y="68191"/>
                </a:lnTo>
                <a:lnTo>
                  <a:pt x="1323612" y="68419"/>
                </a:lnTo>
                <a:lnTo>
                  <a:pt x="1323965" y="68635"/>
                </a:lnTo>
                <a:lnTo>
                  <a:pt x="1324315" y="68839"/>
                </a:lnTo>
                <a:lnTo>
                  <a:pt x="1324663" y="69030"/>
                </a:lnTo>
                <a:lnTo>
                  <a:pt x="1325007" y="69209"/>
                </a:lnTo>
                <a:lnTo>
                  <a:pt x="1325348" y="69375"/>
                </a:lnTo>
                <a:lnTo>
                  <a:pt x="1325687" y="69529"/>
                </a:lnTo>
                <a:lnTo>
                  <a:pt x="1326022" y="69671"/>
                </a:lnTo>
                <a:lnTo>
                  <a:pt x="1326354" y="69800"/>
                </a:lnTo>
                <a:lnTo>
                  <a:pt x="1326683" y="69918"/>
                </a:lnTo>
                <a:lnTo>
                  <a:pt x="1327009" y="70022"/>
                </a:lnTo>
                <a:lnTo>
                  <a:pt x="1327332" y="70115"/>
                </a:lnTo>
                <a:lnTo>
                  <a:pt x="1327652" y="70195"/>
                </a:lnTo>
                <a:lnTo>
                  <a:pt x="1327969" y="70263"/>
                </a:lnTo>
                <a:lnTo>
                  <a:pt x="1328283" y="70318"/>
                </a:lnTo>
                <a:lnTo>
                  <a:pt x="1328594" y="70362"/>
                </a:lnTo>
                <a:lnTo>
                  <a:pt x="1328902" y="70392"/>
                </a:lnTo>
                <a:lnTo>
                  <a:pt x="1329207" y="70411"/>
                </a:lnTo>
                <a:lnTo>
                  <a:pt x="1329509" y="70417"/>
                </a:lnTo>
                <a:lnTo>
                  <a:pt x="1329816" y="70412"/>
                </a:lnTo>
                <a:lnTo>
                  <a:pt x="1330119" y="70398"/>
                </a:lnTo>
                <a:lnTo>
                  <a:pt x="1330419" y="70374"/>
                </a:lnTo>
                <a:lnTo>
                  <a:pt x="1330715" y="70340"/>
                </a:lnTo>
                <a:lnTo>
                  <a:pt x="1331008" y="70296"/>
                </a:lnTo>
                <a:lnTo>
                  <a:pt x="1331297" y="70243"/>
                </a:lnTo>
                <a:lnTo>
                  <a:pt x="1331583" y="70181"/>
                </a:lnTo>
                <a:lnTo>
                  <a:pt x="1331865" y="70108"/>
                </a:lnTo>
                <a:lnTo>
                  <a:pt x="1332144" y="70026"/>
                </a:lnTo>
                <a:lnTo>
                  <a:pt x="1332418" y="69935"/>
                </a:lnTo>
                <a:lnTo>
                  <a:pt x="1332690" y="69833"/>
                </a:lnTo>
                <a:lnTo>
                  <a:pt x="1332957" y="69722"/>
                </a:lnTo>
                <a:lnTo>
                  <a:pt x="1333222" y="69602"/>
                </a:lnTo>
                <a:lnTo>
                  <a:pt x="1333482" y="69471"/>
                </a:lnTo>
                <a:lnTo>
                  <a:pt x="1333739" y="69331"/>
                </a:lnTo>
                <a:lnTo>
                  <a:pt x="1333993" y="69182"/>
                </a:lnTo>
                <a:lnTo>
                  <a:pt x="1334243" y="69022"/>
                </a:lnTo>
                <a:lnTo>
                  <a:pt x="1334489" y="68854"/>
                </a:lnTo>
                <a:lnTo>
                  <a:pt x="1334732" y="68675"/>
                </a:lnTo>
                <a:lnTo>
                  <a:pt x="1334971" y="68487"/>
                </a:lnTo>
                <a:lnTo>
                  <a:pt x="1335206" y="68289"/>
                </a:lnTo>
                <a:lnTo>
                  <a:pt x="1335438" y="68081"/>
                </a:lnTo>
                <a:lnTo>
                  <a:pt x="1335667" y="67864"/>
                </a:lnTo>
                <a:lnTo>
                  <a:pt x="1335892" y="67637"/>
                </a:lnTo>
                <a:lnTo>
                  <a:pt x="1336110" y="67404"/>
                </a:lnTo>
                <a:lnTo>
                  <a:pt x="1336319" y="67166"/>
                </a:lnTo>
                <a:lnTo>
                  <a:pt x="1336519" y="66923"/>
                </a:lnTo>
                <a:lnTo>
                  <a:pt x="1336709" y="66677"/>
                </a:lnTo>
                <a:lnTo>
                  <a:pt x="1336891" y="66426"/>
                </a:lnTo>
                <a:lnTo>
                  <a:pt x="1337063" y="66170"/>
                </a:lnTo>
                <a:lnTo>
                  <a:pt x="1337225" y="65911"/>
                </a:lnTo>
                <a:lnTo>
                  <a:pt x="1337379" y="65647"/>
                </a:lnTo>
                <a:lnTo>
                  <a:pt x="1337523" y="65379"/>
                </a:lnTo>
                <a:lnTo>
                  <a:pt x="1337657" y="65107"/>
                </a:lnTo>
                <a:lnTo>
                  <a:pt x="1337783" y="64830"/>
                </a:lnTo>
                <a:lnTo>
                  <a:pt x="1337899" y="64549"/>
                </a:lnTo>
                <a:lnTo>
                  <a:pt x="1338006" y="64264"/>
                </a:lnTo>
                <a:lnTo>
                  <a:pt x="1338103" y="63974"/>
                </a:lnTo>
                <a:lnTo>
                  <a:pt x="1338192" y="63680"/>
                </a:lnTo>
                <a:lnTo>
                  <a:pt x="1338271" y="63382"/>
                </a:lnTo>
                <a:lnTo>
                  <a:pt x="1338340" y="63080"/>
                </a:lnTo>
                <a:lnTo>
                  <a:pt x="1338401" y="62773"/>
                </a:lnTo>
                <a:lnTo>
                  <a:pt x="1338452" y="62462"/>
                </a:lnTo>
                <a:lnTo>
                  <a:pt x="1338494" y="62147"/>
                </a:lnTo>
                <a:lnTo>
                  <a:pt x="1338526" y="61827"/>
                </a:lnTo>
                <a:lnTo>
                  <a:pt x="1338550" y="61503"/>
                </a:lnTo>
                <a:lnTo>
                  <a:pt x="1338564" y="61175"/>
                </a:lnTo>
                <a:lnTo>
                  <a:pt x="1338568" y="60843"/>
                </a:lnTo>
                <a:lnTo>
                  <a:pt x="1338562" y="60467"/>
                </a:lnTo>
                <a:lnTo>
                  <a:pt x="1338542" y="60095"/>
                </a:lnTo>
                <a:lnTo>
                  <a:pt x="1338510" y="59727"/>
                </a:lnTo>
                <a:lnTo>
                  <a:pt x="1338465" y="59363"/>
                </a:lnTo>
                <a:lnTo>
                  <a:pt x="1338407" y="59002"/>
                </a:lnTo>
                <a:lnTo>
                  <a:pt x="1338337" y="58646"/>
                </a:lnTo>
                <a:lnTo>
                  <a:pt x="1338253" y="58292"/>
                </a:lnTo>
                <a:lnTo>
                  <a:pt x="1338156" y="57943"/>
                </a:lnTo>
                <a:lnTo>
                  <a:pt x="1338047" y="57598"/>
                </a:lnTo>
                <a:lnTo>
                  <a:pt x="1337925" y="57256"/>
                </a:lnTo>
                <a:lnTo>
                  <a:pt x="1337790" y="56918"/>
                </a:lnTo>
                <a:lnTo>
                  <a:pt x="1337642" y="56583"/>
                </a:lnTo>
                <a:lnTo>
                  <a:pt x="1337481" y="56253"/>
                </a:lnTo>
                <a:lnTo>
                  <a:pt x="1337307" y="55926"/>
                </a:lnTo>
                <a:lnTo>
                  <a:pt x="1337120" y="55603"/>
                </a:lnTo>
                <a:lnTo>
                  <a:pt x="1336921" y="55284"/>
                </a:lnTo>
                <a:lnTo>
                  <a:pt x="1336709" y="54968"/>
                </a:lnTo>
                <a:lnTo>
                  <a:pt x="1336483" y="54656"/>
                </a:lnTo>
                <a:lnTo>
                  <a:pt x="1336245" y="54348"/>
                </a:lnTo>
                <a:lnTo>
                  <a:pt x="1335994" y="54044"/>
                </a:lnTo>
                <a:lnTo>
                  <a:pt x="1335731" y="53743"/>
                </a:lnTo>
                <a:lnTo>
                  <a:pt x="1335454" y="53447"/>
                </a:lnTo>
                <a:lnTo>
                  <a:pt x="1335164" y="53154"/>
                </a:lnTo>
                <a:lnTo>
                  <a:pt x="1334862" y="52864"/>
                </a:lnTo>
                <a:lnTo>
                  <a:pt x="1334550" y="52583"/>
                </a:lnTo>
                <a:lnTo>
                  <a:pt x="1334231" y="52313"/>
                </a:lnTo>
                <a:lnTo>
                  <a:pt x="1333905" y="52056"/>
                </a:lnTo>
                <a:lnTo>
                  <a:pt x="1333572" y="51811"/>
                </a:lnTo>
                <a:lnTo>
                  <a:pt x="1333233" y="51577"/>
                </a:lnTo>
                <a:lnTo>
                  <a:pt x="1332887" y="51355"/>
                </a:lnTo>
                <a:lnTo>
                  <a:pt x="1332534" y="51146"/>
                </a:lnTo>
                <a:lnTo>
                  <a:pt x="1332174" y="50948"/>
                </a:lnTo>
                <a:lnTo>
                  <a:pt x="1331807" y="50763"/>
                </a:lnTo>
                <a:lnTo>
                  <a:pt x="1331434" y="50589"/>
                </a:lnTo>
                <a:lnTo>
                  <a:pt x="1331054" y="50427"/>
                </a:lnTo>
                <a:lnTo>
                  <a:pt x="1330667" y="50278"/>
                </a:lnTo>
                <a:lnTo>
                  <a:pt x="1330273" y="50140"/>
                </a:lnTo>
                <a:lnTo>
                  <a:pt x="1329873" y="50014"/>
                </a:lnTo>
                <a:lnTo>
                  <a:pt x="1329465" y="49900"/>
                </a:lnTo>
                <a:lnTo>
                  <a:pt x="1329051" y="49799"/>
                </a:lnTo>
                <a:lnTo>
                  <a:pt x="1328630" y="49709"/>
                </a:lnTo>
                <a:lnTo>
                  <a:pt x="1328203" y="49631"/>
                </a:lnTo>
                <a:lnTo>
                  <a:pt x="1327768" y="49565"/>
                </a:lnTo>
                <a:lnTo>
                  <a:pt x="1327327" y="49511"/>
                </a:lnTo>
                <a:lnTo>
                  <a:pt x="1326879" y="49469"/>
                </a:lnTo>
                <a:lnTo>
                  <a:pt x="1326424" y="49439"/>
                </a:lnTo>
                <a:lnTo>
                  <a:pt x="1325962" y="49421"/>
                </a:lnTo>
                <a:lnTo>
                  <a:pt x="1325494" y="49416"/>
                </a:lnTo>
                <a:lnTo>
                  <a:pt x="1324457" y="49452"/>
                </a:lnTo>
                <a:lnTo>
                  <a:pt x="1323422" y="49563"/>
                </a:lnTo>
                <a:lnTo>
                  <a:pt x="1322389" y="49747"/>
                </a:lnTo>
                <a:lnTo>
                  <a:pt x="1321359" y="50005"/>
                </a:lnTo>
                <a:lnTo>
                  <a:pt x="1320330" y="50336"/>
                </a:lnTo>
                <a:lnTo>
                  <a:pt x="1319304" y="50741"/>
                </a:lnTo>
                <a:lnTo>
                  <a:pt x="1318280" y="51220"/>
                </a:lnTo>
                <a:lnTo>
                  <a:pt x="1317258" y="51772"/>
                </a:lnTo>
                <a:lnTo>
                  <a:pt x="1316238" y="52398"/>
                </a:lnTo>
                <a:lnTo>
                  <a:pt x="1315220" y="53097"/>
                </a:lnTo>
                <a:lnTo>
                  <a:pt x="1314205" y="53871"/>
                </a:lnTo>
                <a:lnTo>
                  <a:pt x="1313191" y="54717"/>
                </a:lnTo>
                <a:lnTo>
                  <a:pt x="1312180" y="55638"/>
                </a:lnTo>
                <a:lnTo>
                  <a:pt x="1311171" y="56632"/>
                </a:lnTo>
                <a:lnTo>
                  <a:pt x="1310164" y="57700"/>
                </a:lnTo>
                <a:lnTo>
                  <a:pt x="1309159" y="58841"/>
                </a:lnTo>
                <a:lnTo>
                  <a:pt x="1308156" y="60056"/>
                </a:lnTo>
                <a:lnTo>
                  <a:pt x="1307156" y="61345"/>
                </a:lnTo>
                <a:lnTo>
                  <a:pt x="1306157" y="62707"/>
                </a:lnTo>
                <a:lnTo>
                  <a:pt x="1305161" y="64143"/>
                </a:lnTo>
                <a:lnTo>
                  <a:pt x="1304167" y="65652"/>
                </a:lnTo>
                <a:lnTo>
                  <a:pt x="1303175" y="67236"/>
                </a:lnTo>
                <a:lnTo>
                  <a:pt x="1302185" y="68893"/>
                </a:lnTo>
                <a:lnTo>
                  <a:pt x="1301198" y="70623"/>
                </a:lnTo>
                <a:lnTo>
                  <a:pt x="1301198" y="49416"/>
                </a:lnTo>
                <a:lnTo>
                  <a:pt x="1296874" y="49416"/>
                </a:lnTo>
                <a:lnTo>
                  <a:pt x="1268357" y="60920"/>
                </a:lnTo>
                <a:lnTo>
                  <a:pt x="1269386" y="64620"/>
                </a:lnTo>
                <a:lnTo>
                  <a:pt x="1269720" y="64494"/>
                </a:lnTo>
                <a:close/>
                <a:moveTo>
                  <a:pt x="964297" y="135481"/>
                </a:moveTo>
                <a:lnTo>
                  <a:pt x="964351" y="136107"/>
                </a:lnTo>
                <a:lnTo>
                  <a:pt x="964415" y="136716"/>
                </a:lnTo>
                <a:lnTo>
                  <a:pt x="964488" y="137308"/>
                </a:lnTo>
                <a:lnTo>
                  <a:pt x="964572" y="137883"/>
                </a:lnTo>
                <a:lnTo>
                  <a:pt x="964666" y="138441"/>
                </a:lnTo>
                <a:lnTo>
                  <a:pt x="964769" y="138981"/>
                </a:lnTo>
                <a:lnTo>
                  <a:pt x="964883" y="139504"/>
                </a:lnTo>
                <a:lnTo>
                  <a:pt x="965007" y="140011"/>
                </a:lnTo>
                <a:lnTo>
                  <a:pt x="965140" y="140500"/>
                </a:lnTo>
                <a:lnTo>
                  <a:pt x="965284" y="140971"/>
                </a:lnTo>
                <a:lnTo>
                  <a:pt x="965438" y="141426"/>
                </a:lnTo>
                <a:lnTo>
                  <a:pt x="965601" y="141864"/>
                </a:lnTo>
                <a:lnTo>
                  <a:pt x="965775" y="142284"/>
                </a:lnTo>
                <a:lnTo>
                  <a:pt x="965959" y="142687"/>
                </a:lnTo>
                <a:lnTo>
                  <a:pt x="966153" y="143073"/>
                </a:lnTo>
                <a:lnTo>
                  <a:pt x="966356" y="143442"/>
                </a:lnTo>
                <a:lnTo>
                  <a:pt x="966570" y="143794"/>
                </a:lnTo>
                <a:lnTo>
                  <a:pt x="966794" y="144129"/>
                </a:lnTo>
                <a:lnTo>
                  <a:pt x="967028" y="144446"/>
                </a:lnTo>
                <a:lnTo>
                  <a:pt x="967272" y="144746"/>
                </a:lnTo>
                <a:lnTo>
                  <a:pt x="967524" y="145032"/>
                </a:lnTo>
                <a:lnTo>
                  <a:pt x="967783" y="145305"/>
                </a:lnTo>
                <a:lnTo>
                  <a:pt x="968050" y="145567"/>
                </a:lnTo>
                <a:lnTo>
                  <a:pt x="968324" y="145816"/>
                </a:lnTo>
                <a:lnTo>
                  <a:pt x="968605" y="146053"/>
                </a:lnTo>
                <a:lnTo>
                  <a:pt x="968893" y="146278"/>
                </a:lnTo>
                <a:lnTo>
                  <a:pt x="969188" y="146490"/>
                </a:lnTo>
                <a:lnTo>
                  <a:pt x="969491" y="146691"/>
                </a:lnTo>
                <a:lnTo>
                  <a:pt x="969800" y="146879"/>
                </a:lnTo>
                <a:lnTo>
                  <a:pt x="970117" y="147055"/>
                </a:lnTo>
                <a:lnTo>
                  <a:pt x="970441" y="147220"/>
                </a:lnTo>
                <a:lnTo>
                  <a:pt x="970772" y="147371"/>
                </a:lnTo>
                <a:lnTo>
                  <a:pt x="971110" y="147511"/>
                </a:lnTo>
                <a:lnTo>
                  <a:pt x="971455" y="147639"/>
                </a:lnTo>
                <a:lnTo>
                  <a:pt x="971808" y="147754"/>
                </a:lnTo>
                <a:lnTo>
                  <a:pt x="972167" y="147858"/>
                </a:lnTo>
                <a:lnTo>
                  <a:pt x="972534" y="147949"/>
                </a:lnTo>
                <a:lnTo>
                  <a:pt x="972908" y="148028"/>
                </a:lnTo>
                <a:lnTo>
                  <a:pt x="973289" y="148095"/>
                </a:lnTo>
                <a:lnTo>
                  <a:pt x="973677" y="148149"/>
                </a:lnTo>
                <a:lnTo>
                  <a:pt x="974073" y="148192"/>
                </a:lnTo>
                <a:lnTo>
                  <a:pt x="974475" y="148222"/>
                </a:lnTo>
                <a:lnTo>
                  <a:pt x="974885" y="148240"/>
                </a:lnTo>
                <a:lnTo>
                  <a:pt x="975302" y="148247"/>
                </a:lnTo>
                <a:lnTo>
                  <a:pt x="976178" y="148220"/>
                </a:lnTo>
                <a:lnTo>
                  <a:pt x="977059" y="148139"/>
                </a:lnTo>
                <a:lnTo>
                  <a:pt x="977943" y="148005"/>
                </a:lnTo>
                <a:lnTo>
                  <a:pt x="978830" y="147818"/>
                </a:lnTo>
                <a:lnTo>
                  <a:pt x="979722" y="147576"/>
                </a:lnTo>
                <a:lnTo>
                  <a:pt x="980616" y="147281"/>
                </a:lnTo>
                <a:lnTo>
                  <a:pt x="981515" y="146933"/>
                </a:lnTo>
                <a:lnTo>
                  <a:pt x="982416" y="146531"/>
                </a:lnTo>
                <a:lnTo>
                  <a:pt x="983322" y="146075"/>
                </a:lnTo>
                <a:lnTo>
                  <a:pt x="984231" y="145566"/>
                </a:lnTo>
                <a:lnTo>
                  <a:pt x="985144" y="145003"/>
                </a:lnTo>
                <a:lnTo>
                  <a:pt x="986060" y="144386"/>
                </a:lnTo>
                <a:lnTo>
                  <a:pt x="986979" y="143716"/>
                </a:lnTo>
                <a:lnTo>
                  <a:pt x="987903" y="142992"/>
                </a:lnTo>
                <a:lnTo>
                  <a:pt x="988830" y="142214"/>
                </a:lnTo>
                <a:lnTo>
                  <a:pt x="989760" y="141383"/>
                </a:lnTo>
                <a:lnTo>
                  <a:pt x="990694" y="140499"/>
                </a:lnTo>
                <a:lnTo>
                  <a:pt x="991632" y="139560"/>
                </a:lnTo>
                <a:lnTo>
                  <a:pt x="992573" y="138568"/>
                </a:lnTo>
                <a:lnTo>
                  <a:pt x="993518" y="137523"/>
                </a:lnTo>
                <a:lnTo>
                  <a:pt x="994466" y="136423"/>
                </a:lnTo>
                <a:lnTo>
                  <a:pt x="995418" y="135271"/>
                </a:lnTo>
                <a:lnTo>
                  <a:pt x="996374" y="134064"/>
                </a:lnTo>
                <a:lnTo>
                  <a:pt x="997333" y="132804"/>
                </a:lnTo>
                <a:lnTo>
                  <a:pt x="997333" y="127039"/>
                </a:lnTo>
                <a:lnTo>
                  <a:pt x="996825" y="127545"/>
                </a:lnTo>
                <a:lnTo>
                  <a:pt x="996331" y="128035"/>
                </a:lnTo>
                <a:lnTo>
                  <a:pt x="995851" y="128508"/>
                </a:lnTo>
                <a:lnTo>
                  <a:pt x="995385" y="128964"/>
                </a:lnTo>
                <a:lnTo>
                  <a:pt x="994933" y="129403"/>
                </a:lnTo>
                <a:lnTo>
                  <a:pt x="994495" y="129825"/>
                </a:lnTo>
                <a:lnTo>
                  <a:pt x="994071" y="130231"/>
                </a:lnTo>
                <a:lnTo>
                  <a:pt x="993661" y="130619"/>
                </a:lnTo>
                <a:lnTo>
                  <a:pt x="993265" y="130991"/>
                </a:lnTo>
                <a:lnTo>
                  <a:pt x="992882" y="131346"/>
                </a:lnTo>
                <a:lnTo>
                  <a:pt x="992514" y="131685"/>
                </a:lnTo>
                <a:lnTo>
                  <a:pt x="992159" y="132006"/>
                </a:lnTo>
                <a:lnTo>
                  <a:pt x="991819" y="132311"/>
                </a:lnTo>
                <a:lnTo>
                  <a:pt x="991492" y="132599"/>
                </a:lnTo>
                <a:lnTo>
                  <a:pt x="991180" y="132870"/>
                </a:lnTo>
                <a:lnTo>
                  <a:pt x="990881" y="133124"/>
                </a:lnTo>
                <a:lnTo>
                  <a:pt x="990596" y="133362"/>
                </a:lnTo>
                <a:lnTo>
                  <a:pt x="990326" y="133583"/>
                </a:lnTo>
                <a:lnTo>
                  <a:pt x="990069" y="133787"/>
                </a:lnTo>
                <a:lnTo>
                  <a:pt x="989826" y="133974"/>
                </a:lnTo>
                <a:lnTo>
                  <a:pt x="989597" y="134144"/>
                </a:lnTo>
                <a:lnTo>
                  <a:pt x="989382" y="134298"/>
                </a:lnTo>
                <a:lnTo>
                  <a:pt x="989181" y="134434"/>
                </a:lnTo>
                <a:lnTo>
                  <a:pt x="988994" y="134554"/>
                </a:lnTo>
                <a:lnTo>
                  <a:pt x="988890" y="134613"/>
                </a:lnTo>
                <a:lnTo>
                  <a:pt x="988785" y="134669"/>
                </a:lnTo>
                <a:lnTo>
                  <a:pt x="988679" y="134723"/>
                </a:lnTo>
                <a:lnTo>
                  <a:pt x="988571" y="134775"/>
                </a:lnTo>
                <a:lnTo>
                  <a:pt x="988461" y="134823"/>
                </a:lnTo>
                <a:lnTo>
                  <a:pt x="988350" y="134870"/>
                </a:lnTo>
                <a:lnTo>
                  <a:pt x="988238" y="134913"/>
                </a:lnTo>
                <a:lnTo>
                  <a:pt x="988124" y="134955"/>
                </a:lnTo>
                <a:lnTo>
                  <a:pt x="988009" y="134993"/>
                </a:lnTo>
                <a:lnTo>
                  <a:pt x="987893" y="135030"/>
                </a:lnTo>
                <a:lnTo>
                  <a:pt x="987775" y="135064"/>
                </a:lnTo>
                <a:lnTo>
                  <a:pt x="987655" y="135095"/>
                </a:lnTo>
                <a:lnTo>
                  <a:pt x="987535" y="135124"/>
                </a:lnTo>
                <a:lnTo>
                  <a:pt x="987412" y="135150"/>
                </a:lnTo>
                <a:lnTo>
                  <a:pt x="987289" y="135174"/>
                </a:lnTo>
                <a:lnTo>
                  <a:pt x="987164" y="135195"/>
                </a:lnTo>
                <a:lnTo>
                  <a:pt x="987037" y="135214"/>
                </a:lnTo>
                <a:lnTo>
                  <a:pt x="986909" y="135230"/>
                </a:lnTo>
                <a:lnTo>
                  <a:pt x="986780" y="135244"/>
                </a:lnTo>
                <a:lnTo>
                  <a:pt x="986649" y="135255"/>
                </a:lnTo>
                <a:lnTo>
                  <a:pt x="986517" y="135264"/>
                </a:lnTo>
                <a:lnTo>
                  <a:pt x="986383" y="135270"/>
                </a:lnTo>
                <a:lnTo>
                  <a:pt x="986248" y="135274"/>
                </a:lnTo>
                <a:lnTo>
                  <a:pt x="986111" y="135275"/>
                </a:lnTo>
                <a:lnTo>
                  <a:pt x="985983" y="135273"/>
                </a:lnTo>
                <a:lnTo>
                  <a:pt x="985856" y="135268"/>
                </a:lnTo>
                <a:lnTo>
                  <a:pt x="985731" y="135259"/>
                </a:lnTo>
                <a:lnTo>
                  <a:pt x="985606" y="135246"/>
                </a:lnTo>
                <a:lnTo>
                  <a:pt x="985483" y="135230"/>
                </a:lnTo>
                <a:lnTo>
                  <a:pt x="985362" y="135211"/>
                </a:lnTo>
                <a:lnTo>
                  <a:pt x="985241" y="135188"/>
                </a:lnTo>
                <a:lnTo>
                  <a:pt x="985122" y="135161"/>
                </a:lnTo>
                <a:lnTo>
                  <a:pt x="985004" y="135131"/>
                </a:lnTo>
                <a:lnTo>
                  <a:pt x="984887" y="135097"/>
                </a:lnTo>
                <a:lnTo>
                  <a:pt x="984771" y="135059"/>
                </a:lnTo>
                <a:lnTo>
                  <a:pt x="984657" y="135018"/>
                </a:lnTo>
                <a:lnTo>
                  <a:pt x="984544" y="134974"/>
                </a:lnTo>
                <a:lnTo>
                  <a:pt x="984432" y="134926"/>
                </a:lnTo>
                <a:lnTo>
                  <a:pt x="984322" y="134874"/>
                </a:lnTo>
                <a:lnTo>
                  <a:pt x="984212" y="134819"/>
                </a:lnTo>
                <a:lnTo>
                  <a:pt x="984104" y="134760"/>
                </a:lnTo>
                <a:lnTo>
                  <a:pt x="983998" y="134698"/>
                </a:lnTo>
                <a:lnTo>
                  <a:pt x="983892" y="134632"/>
                </a:lnTo>
                <a:lnTo>
                  <a:pt x="983788" y="134562"/>
                </a:lnTo>
                <a:lnTo>
                  <a:pt x="983685" y="134489"/>
                </a:lnTo>
                <a:lnTo>
                  <a:pt x="983583" y="134413"/>
                </a:lnTo>
                <a:lnTo>
                  <a:pt x="983482" y="134332"/>
                </a:lnTo>
                <a:lnTo>
                  <a:pt x="983383" y="134249"/>
                </a:lnTo>
                <a:lnTo>
                  <a:pt x="983286" y="134159"/>
                </a:lnTo>
                <a:lnTo>
                  <a:pt x="983190" y="134063"/>
                </a:lnTo>
                <a:lnTo>
                  <a:pt x="983098" y="133960"/>
                </a:lnTo>
                <a:lnTo>
                  <a:pt x="983007" y="133850"/>
                </a:lnTo>
                <a:lnTo>
                  <a:pt x="982919" y="133733"/>
                </a:lnTo>
                <a:lnTo>
                  <a:pt x="982833" y="133609"/>
                </a:lnTo>
                <a:lnTo>
                  <a:pt x="982749" y="133478"/>
                </a:lnTo>
                <a:lnTo>
                  <a:pt x="982668" y="133340"/>
                </a:lnTo>
                <a:lnTo>
                  <a:pt x="982589" y="133195"/>
                </a:lnTo>
                <a:lnTo>
                  <a:pt x="982513" y="133043"/>
                </a:lnTo>
                <a:lnTo>
                  <a:pt x="982438" y="132884"/>
                </a:lnTo>
                <a:lnTo>
                  <a:pt x="982366" y="132718"/>
                </a:lnTo>
                <a:lnTo>
                  <a:pt x="982297" y="132545"/>
                </a:lnTo>
                <a:lnTo>
                  <a:pt x="982230" y="132366"/>
                </a:lnTo>
                <a:lnTo>
                  <a:pt x="982165" y="132179"/>
                </a:lnTo>
                <a:lnTo>
                  <a:pt x="982102" y="131985"/>
                </a:lnTo>
                <a:lnTo>
                  <a:pt x="982042" y="131785"/>
                </a:lnTo>
                <a:lnTo>
                  <a:pt x="981984" y="131577"/>
                </a:lnTo>
                <a:lnTo>
                  <a:pt x="981928" y="131362"/>
                </a:lnTo>
                <a:lnTo>
                  <a:pt x="981875" y="131141"/>
                </a:lnTo>
                <a:lnTo>
                  <a:pt x="981824" y="130913"/>
                </a:lnTo>
                <a:lnTo>
                  <a:pt x="981775" y="130677"/>
                </a:lnTo>
                <a:lnTo>
                  <a:pt x="981728" y="130435"/>
                </a:lnTo>
                <a:lnTo>
                  <a:pt x="981684" y="130185"/>
                </a:lnTo>
                <a:lnTo>
                  <a:pt x="981642" y="129914"/>
                </a:lnTo>
                <a:lnTo>
                  <a:pt x="981602" y="129607"/>
                </a:lnTo>
                <a:lnTo>
                  <a:pt x="981564" y="129264"/>
                </a:lnTo>
                <a:lnTo>
                  <a:pt x="981527" y="128884"/>
                </a:lnTo>
                <a:lnTo>
                  <a:pt x="981492" y="128468"/>
                </a:lnTo>
                <a:lnTo>
                  <a:pt x="981459" y="128016"/>
                </a:lnTo>
                <a:lnTo>
                  <a:pt x="981428" y="127528"/>
                </a:lnTo>
                <a:lnTo>
                  <a:pt x="981398" y="127003"/>
                </a:lnTo>
                <a:lnTo>
                  <a:pt x="981371" y="126442"/>
                </a:lnTo>
                <a:lnTo>
                  <a:pt x="981345" y="125845"/>
                </a:lnTo>
                <a:lnTo>
                  <a:pt x="981321" y="125212"/>
                </a:lnTo>
                <a:lnTo>
                  <a:pt x="981298" y="124543"/>
                </a:lnTo>
                <a:lnTo>
                  <a:pt x="981278" y="123837"/>
                </a:lnTo>
                <a:lnTo>
                  <a:pt x="981259" y="123095"/>
                </a:lnTo>
                <a:lnTo>
                  <a:pt x="981242" y="122316"/>
                </a:lnTo>
                <a:lnTo>
                  <a:pt x="981227" y="121502"/>
                </a:lnTo>
                <a:lnTo>
                  <a:pt x="981213" y="120651"/>
                </a:lnTo>
                <a:lnTo>
                  <a:pt x="981202" y="119764"/>
                </a:lnTo>
                <a:lnTo>
                  <a:pt x="981192" y="118841"/>
                </a:lnTo>
                <a:lnTo>
                  <a:pt x="981184" y="117882"/>
                </a:lnTo>
                <a:lnTo>
                  <a:pt x="981178" y="116886"/>
                </a:lnTo>
                <a:lnTo>
                  <a:pt x="981173" y="115854"/>
                </a:lnTo>
                <a:lnTo>
                  <a:pt x="981171" y="114786"/>
                </a:lnTo>
                <a:lnTo>
                  <a:pt x="981170" y="113681"/>
                </a:lnTo>
                <a:lnTo>
                  <a:pt x="981170" y="81703"/>
                </a:lnTo>
                <a:lnTo>
                  <a:pt x="981166" y="80579"/>
                </a:lnTo>
                <a:lnTo>
                  <a:pt x="981157" y="79488"/>
                </a:lnTo>
                <a:lnTo>
                  <a:pt x="981141" y="78428"/>
                </a:lnTo>
                <a:lnTo>
                  <a:pt x="981118" y="77401"/>
                </a:lnTo>
                <a:lnTo>
                  <a:pt x="981089" y="76406"/>
                </a:lnTo>
                <a:lnTo>
                  <a:pt x="981054" y="75443"/>
                </a:lnTo>
                <a:lnTo>
                  <a:pt x="981012" y="74513"/>
                </a:lnTo>
                <a:lnTo>
                  <a:pt x="980964" y="73614"/>
                </a:lnTo>
                <a:lnTo>
                  <a:pt x="980909" y="72747"/>
                </a:lnTo>
                <a:lnTo>
                  <a:pt x="980848" y="71913"/>
                </a:lnTo>
                <a:lnTo>
                  <a:pt x="980780" y="71111"/>
                </a:lnTo>
                <a:lnTo>
                  <a:pt x="980706" y="70341"/>
                </a:lnTo>
                <a:lnTo>
                  <a:pt x="980626" y="69603"/>
                </a:lnTo>
                <a:lnTo>
                  <a:pt x="980539" y="68897"/>
                </a:lnTo>
                <a:lnTo>
                  <a:pt x="980446" y="68223"/>
                </a:lnTo>
                <a:lnTo>
                  <a:pt x="980346" y="67582"/>
                </a:lnTo>
                <a:lnTo>
                  <a:pt x="980240" y="66972"/>
                </a:lnTo>
                <a:lnTo>
                  <a:pt x="980127" y="66395"/>
                </a:lnTo>
                <a:lnTo>
                  <a:pt x="980008" y="65850"/>
                </a:lnTo>
                <a:lnTo>
                  <a:pt x="979883" y="65337"/>
                </a:lnTo>
                <a:lnTo>
                  <a:pt x="979751" y="64856"/>
                </a:lnTo>
                <a:lnTo>
                  <a:pt x="979613" y="64407"/>
                </a:lnTo>
                <a:lnTo>
                  <a:pt x="979468" y="63991"/>
                </a:lnTo>
                <a:lnTo>
                  <a:pt x="979317" y="63606"/>
                </a:lnTo>
                <a:lnTo>
                  <a:pt x="979071" y="63047"/>
                </a:lnTo>
                <a:lnTo>
                  <a:pt x="978814" y="62500"/>
                </a:lnTo>
                <a:lnTo>
                  <a:pt x="978546" y="61966"/>
                </a:lnTo>
                <a:lnTo>
                  <a:pt x="978267" y="61444"/>
                </a:lnTo>
                <a:lnTo>
                  <a:pt x="977977" y="60934"/>
                </a:lnTo>
                <a:lnTo>
                  <a:pt x="977676" y="60437"/>
                </a:lnTo>
                <a:lnTo>
                  <a:pt x="977364" y="59953"/>
                </a:lnTo>
                <a:lnTo>
                  <a:pt x="977040" y="59481"/>
                </a:lnTo>
                <a:lnTo>
                  <a:pt x="976706" y="59021"/>
                </a:lnTo>
                <a:lnTo>
                  <a:pt x="976360" y="58575"/>
                </a:lnTo>
                <a:lnTo>
                  <a:pt x="976004" y="58140"/>
                </a:lnTo>
                <a:lnTo>
                  <a:pt x="975636" y="57718"/>
                </a:lnTo>
                <a:lnTo>
                  <a:pt x="975257" y="57309"/>
                </a:lnTo>
                <a:lnTo>
                  <a:pt x="974868" y="56912"/>
                </a:lnTo>
                <a:lnTo>
                  <a:pt x="974467" y="56527"/>
                </a:lnTo>
                <a:lnTo>
                  <a:pt x="974055" y="56155"/>
                </a:lnTo>
                <a:lnTo>
                  <a:pt x="973632" y="55796"/>
                </a:lnTo>
                <a:lnTo>
                  <a:pt x="973198" y="55449"/>
                </a:lnTo>
                <a:lnTo>
                  <a:pt x="972752" y="55115"/>
                </a:lnTo>
                <a:lnTo>
                  <a:pt x="972296" y="54793"/>
                </a:lnTo>
                <a:lnTo>
                  <a:pt x="971829" y="54483"/>
                </a:lnTo>
                <a:lnTo>
                  <a:pt x="971350" y="54186"/>
                </a:lnTo>
                <a:lnTo>
                  <a:pt x="970861" y="53902"/>
                </a:lnTo>
                <a:lnTo>
                  <a:pt x="970360" y="53630"/>
                </a:lnTo>
                <a:lnTo>
                  <a:pt x="969683" y="53286"/>
                </a:lnTo>
                <a:lnTo>
                  <a:pt x="968990" y="52957"/>
                </a:lnTo>
                <a:lnTo>
                  <a:pt x="968282" y="52642"/>
                </a:lnTo>
                <a:lnTo>
                  <a:pt x="967558" y="52342"/>
                </a:lnTo>
                <a:lnTo>
                  <a:pt x="966818" y="52057"/>
                </a:lnTo>
                <a:lnTo>
                  <a:pt x="966062" y="51786"/>
                </a:lnTo>
                <a:lnTo>
                  <a:pt x="965291" y="51530"/>
                </a:lnTo>
                <a:lnTo>
                  <a:pt x="964503" y="51289"/>
                </a:lnTo>
                <a:lnTo>
                  <a:pt x="963701" y="51062"/>
                </a:lnTo>
                <a:lnTo>
                  <a:pt x="962882" y="50850"/>
                </a:lnTo>
                <a:lnTo>
                  <a:pt x="962048" y="50652"/>
                </a:lnTo>
                <a:lnTo>
                  <a:pt x="961198" y="50469"/>
                </a:lnTo>
                <a:lnTo>
                  <a:pt x="960332" y="50301"/>
                </a:lnTo>
                <a:lnTo>
                  <a:pt x="959450" y="50147"/>
                </a:lnTo>
                <a:lnTo>
                  <a:pt x="958553" y="50008"/>
                </a:lnTo>
                <a:lnTo>
                  <a:pt x="957640" y="49884"/>
                </a:lnTo>
                <a:lnTo>
                  <a:pt x="956711" y="49774"/>
                </a:lnTo>
                <a:lnTo>
                  <a:pt x="955767" y="49679"/>
                </a:lnTo>
                <a:lnTo>
                  <a:pt x="954807" y="49598"/>
                </a:lnTo>
                <a:lnTo>
                  <a:pt x="953831" y="49533"/>
                </a:lnTo>
                <a:lnTo>
                  <a:pt x="952839" y="49481"/>
                </a:lnTo>
                <a:lnTo>
                  <a:pt x="951832" y="49445"/>
                </a:lnTo>
                <a:lnTo>
                  <a:pt x="950809" y="49423"/>
                </a:lnTo>
                <a:lnTo>
                  <a:pt x="949770" y="49416"/>
                </a:lnTo>
                <a:lnTo>
                  <a:pt x="948419" y="49428"/>
                </a:lnTo>
                <a:lnTo>
                  <a:pt x="947093" y="49467"/>
                </a:lnTo>
                <a:lnTo>
                  <a:pt x="945792" y="49531"/>
                </a:lnTo>
                <a:lnTo>
                  <a:pt x="944517" y="49621"/>
                </a:lnTo>
                <a:lnTo>
                  <a:pt x="943267" y="49736"/>
                </a:lnTo>
                <a:lnTo>
                  <a:pt x="942043" y="49877"/>
                </a:lnTo>
                <a:lnTo>
                  <a:pt x="940844" y="50044"/>
                </a:lnTo>
                <a:lnTo>
                  <a:pt x="939670" y="50237"/>
                </a:lnTo>
                <a:lnTo>
                  <a:pt x="938521" y="50455"/>
                </a:lnTo>
                <a:lnTo>
                  <a:pt x="937398" y="50698"/>
                </a:lnTo>
                <a:lnTo>
                  <a:pt x="936301" y="50968"/>
                </a:lnTo>
                <a:lnTo>
                  <a:pt x="935229" y="51263"/>
                </a:lnTo>
                <a:lnTo>
                  <a:pt x="934182" y="51584"/>
                </a:lnTo>
                <a:lnTo>
                  <a:pt x="933160" y="51930"/>
                </a:lnTo>
                <a:lnTo>
                  <a:pt x="932164" y="52302"/>
                </a:lnTo>
                <a:lnTo>
                  <a:pt x="931194" y="52700"/>
                </a:lnTo>
                <a:lnTo>
                  <a:pt x="930248" y="53123"/>
                </a:lnTo>
                <a:lnTo>
                  <a:pt x="929328" y="53572"/>
                </a:lnTo>
                <a:lnTo>
                  <a:pt x="928434" y="54047"/>
                </a:lnTo>
                <a:lnTo>
                  <a:pt x="927565" y="54547"/>
                </a:lnTo>
                <a:lnTo>
                  <a:pt x="926721" y="55073"/>
                </a:lnTo>
                <a:lnTo>
                  <a:pt x="925903" y="55625"/>
                </a:lnTo>
                <a:lnTo>
                  <a:pt x="925109" y="56202"/>
                </a:lnTo>
                <a:lnTo>
                  <a:pt x="924342" y="56805"/>
                </a:lnTo>
                <a:lnTo>
                  <a:pt x="923603" y="57424"/>
                </a:lnTo>
                <a:lnTo>
                  <a:pt x="922895" y="58047"/>
                </a:lnTo>
                <a:lnTo>
                  <a:pt x="922219" y="58675"/>
                </a:lnTo>
                <a:lnTo>
                  <a:pt x="921574" y="59308"/>
                </a:lnTo>
                <a:lnTo>
                  <a:pt x="920960" y="59947"/>
                </a:lnTo>
                <a:lnTo>
                  <a:pt x="920378" y="60590"/>
                </a:lnTo>
                <a:lnTo>
                  <a:pt x="919828" y="61238"/>
                </a:lnTo>
                <a:lnTo>
                  <a:pt x="919309" y="61891"/>
                </a:lnTo>
                <a:lnTo>
                  <a:pt x="918821" y="62549"/>
                </a:lnTo>
                <a:lnTo>
                  <a:pt x="918365" y="63213"/>
                </a:lnTo>
                <a:lnTo>
                  <a:pt x="917940" y="63881"/>
                </a:lnTo>
                <a:lnTo>
                  <a:pt x="917547" y="64554"/>
                </a:lnTo>
                <a:lnTo>
                  <a:pt x="917185" y="65232"/>
                </a:lnTo>
                <a:lnTo>
                  <a:pt x="916855" y="65915"/>
                </a:lnTo>
                <a:lnTo>
                  <a:pt x="916556" y="66603"/>
                </a:lnTo>
                <a:lnTo>
                  <a:pt x="916289" y="67296"/>
                </a:lnTo>
                <a:lnTo>
                  <a:pt x="916053" y="67994"/>
                </a:lnTo>
                <a:lnTo>
                  <a:pt x="915849" y="68697"/>
                </a:lnTo>
                <a:lnTo>
                  <a:pt x="915676" y="69405"/>
                </a:lnTo>
                <a:lnTo>
                  <a:pt x="915534" y="70118"/>
                </a:lnTo>
                <a:lnTo>
                  <a:pt x="915424" y="70836"/>
                </a:lnTo>
                <a:lnTo>
                  <a:pt x="915345" y="71559"/>
                </a:lnTo>
                <a:lnTo>
                  <a:pt x="915298" y="72287"/>
                </a:lnTo>
                <a:lnTo>
                  <a:pt x="915282" y="73020"/>
                </a:lnTo>
                <a:lnTo>
                  <a:pt x="915287" y="73401"/>
                </a:lnTo>
                <a:lnTo>
                  <a:pt x="915299" y="73776"/>
                </a:lnTo>
                <a:lnTo>
                  <a:pt x="915320" y="74144"/>
                </a:lnTo>
                <a:lnTo>
                  <a:pt x="915350" y="74506"/>
                </a:lnTo>
                <a:lnTo>
                  <a:pt x="915387" y="74860"/>
                </a:lnTo>
                <a:lnTo>
                  <a:pt x="915434" y="75208"/>
                </a:lnTo>
                <a:lnTo>
                  <a:pt x="915488" y="75549"/>
                </a:lnTo>
                <a:lnTo>
                  <a:pt x="915551" y="75883"/>
                </a:lnTo>
                <a:lnTo>
                  <a:pt x="915623" y="76210"/>
                </a:lnTo>
                <a:lnTo>
                  <a:pt x="915702" y="76531"/>
                </a:lnTo>
                <a:lnTo>
                  <a:pt x="915791" y="76845"/>
                </a:lnTo>
                <a:lnTo>
                  <a:pt x="915887" y="77152"/>
                </a:lnTo>
                <a:lnTo>
                  <a:pt x="915992" y="77453"/>
                </a:lnTo>
                <a:lnTo>
                  <a:pt x="916106" y="77746"/>
                </a:lnTo>
                <a:lnTo>
                  <a:pt x="916227" y="78033"/>
                </a:lnTo>
                <a:lnTo>
                  <a:pt x="916358" y="78313"/>
                </a:lnTo>
                <a:lnTo>
                  <a:pt x="916496" y="78586"/>
                </a:lnTo>
                <a:lnTo>
                  <a:pt x="916643" y="78853"/>
                </a:lnTo>
                <a:lnTo>
                  <a:pt x="916799" y="79113"/>
                </a:lnTo>
                <a:lnTo>
                  <a:pt x="916962" y="79366"/>
                </a:lnTo>
                <a:lnTo>
                  <a:pt x="917135" y="79612"/>
                </a:lnTo>
                <a:lnTo>
                  <a:pt x="917315" y="79851"/>
                </a:lnTo>
                <a:lnTo>
                  <a:pt x="917504" y="80084"/>
                </a:lnTo>
                <a:lnTo>
                  <a:pt x="917702" y="80310"/>
                </a:lnTo>
                <a:lnTo>
                  <a:pt x="917906" y="80527"/>
                </a:lnTo>
                <a:lnTo>
                  <a:pt x="918114" y="80736"/>
                </a:lnTo>
                <a:lnTo>
                  <a:pt x="918328" y="80935"/>
                </a:lnTo>
                <a:lnTo>
                  <a:pt x="918547" y="81125"/>
                </a:lnTo>
                <a:lnTo>
                  <a:pt x="918770" y="81305"/>
                </a:lnTo>
                <a:lnTo>
                  <a:pt x="918998" y="81477"/>
                </a:lnTo>
                <a:lnTo>
                  <a:pt x="919231" y="81639"/>
                </a:lnTo>
                <a:lnTo>
                  <a:pt x="919469" y="81792"/>
                </a:lnTo>
                <a:lnTo>
                  <a:pt x="919712" y="81935"/>
                </a:lnTo>
                <a:lnTo>
                  <a:pt x="919959" y="82069"/>
                </a:lnTo>
                <a:lnTo>
                  <a:pt x="920211" y="82194"/>
                </a:lnTo>
                <a:lnTo>
                  <a:pt x="920468" y="82310"/>
                </a:lnTo>
                <a:lnTo>
                  <a:pt x="920730" y="82417"/>
                </a:lnTo>
                <a:lnTo>
                  <a:pt x="920997" y="82514"/>
                </a:lnTo>
                <a:lnTo>
                  <a:pt x="921269" y="82602"/>
                </a:lnTo>
                <a:lnTo>
                  <a:pt x="921545" y="82681"/>
                </a:lnTo>
                <a:lnTo>
                  <a:pt x="921826" y="82750"/>
                </a:lnTo>
                <a:lnTo>
                  <a:pt x="922112" y="82810"/>
                </a:lnTo>
                <a:lnTo>
                  <a:pt x="922403" y="82861"/>
                </a:lnTo>
                <a:lnTo>
                  <a:pt x="922699" y="82903"/>
                </a:lnTo>
                <a:lnTo>
                  <a:pt x="922999" y="82935"/>
                </a:lnTo>
                <a:lnTo>
                  <a:pt x="923305" y="82958"/>
                </a:lnTo>
                <a:lnTo>
                  <a:pt x="923615" y="82972"/>
                </a:lnTo>
                <a:lnTo>
                  <a:pt x="923930" y="82977"/>
                </a:lnTo>
                <a:lnTo>
                  <a:pt x="924253" y="82972"/>
                </a:lnTo>
                <a:lnTo>
                  <a:pt x="924572" y="82959"/>
                </a:lnTo>
                <a:lnTo>
                  <a:pt x="924885" y="82937"/>
                </a:lnTo>
                <a:lnTo>
                  <a:pt x="925193" y="82906"/>
                </a:lnTo>
                <a:lnTo>
                  <a:pt x="925495" y="82866"/>
                </a:lnTo>
                <a:lnTo>
                  <a:pt x="925793" y="82817"/>
                </a:lnTo>
                <a:lnTo>
                  <a:pt x="926085" y="82759"/>
                </a:lnTo>
                <a:lnTo>
                  <a:pt x="926372" y="82692"/>
                </a:lnTo>
                <a:lnTo>
                  <a:pt x="926654" y="82616"/>
                </a:lnTo>
                <a:lnTo>
                  <a:pt x="926931" y="82532"/>
                </a:lnTo>
                <a:lnTo>
                  <a:pt x="927203" y="82438"/>
                </a:lnTo>
                <a:lnTo>
                  <a:pt x="927469" y="82336"/>
                </a:lnTo>
                <a:lnTo>
                  <a:pt x="927730" y="82225"/>
                </a:lnTo>
                <a:lnTo>
                  <a:pt x="927986" y="82104"/>
                </a:lnTo>
                <a:lnTo>
                  <a:pt x="928237" y="81975"/>
                </a:lnTo>
                <a:lnTo>
                  <a:pt x="928483" y="81837"/>
                </a:lnTo>
                <a:lnTo>
                  <a:pt x="928723" y="81690"/>
                </a:lnTo>
                <a:lnTo>
                  <a:pt x="928958" y="81535"/>
                </a:lnTo>
                <a:lnTo>
                  <a:pt x="929189" y="81370"/>
                </a:lnTo>
                <a:lnTo>
                  <a:pt x="929414" y="81196"/>
                </a:lnTo>
                <a:lnTo>
                  <a:pt x="929633" y="81014"/>
                </a:lnTo>
                <a:lnTo>
                  <a:pt x="929848" y="80822"/>
                </a:lnTo>
                <a:lnTo>
                  <a:pt x="930057" y="80622"/>
                </a:lnTo>
                <a:lnTo>
                  <a:pt x="930261" y="80413"/>
                </a:lnTo>
                <a:lnTo>
                  <a:pt x="930459" y="80195"/>
                </a:lnTo>
                <a:lnTo>
                  <a:pt x="930648" y="79971"/>
                </a:lnTo>
                <a:lnTo>
                  <a:pt x="930828" y="79738"/>
                </a:lnTo>
                <a:lnTo>
                  <a:pt x="931001" y="79498"/>
                </a:lnTo>
                <a:lnTo>
                  <a:pt x="931164" y="79251"/>
                </a:lnTo>
                <a:lnTo>
                  <a:pt x="931320" y="78996"/>
                </a:lnTo>
                <a:lnTo>
                  <a:pt x="931467" y="78734"/>
                </a:lnTo>
                <a:lnTo>
                  <a:pt x="931605" y="78464"/>
                </a:lnTo>
                <a:lnTo>
                  <a:pt x="931736" y="78187"/>
                </a:lnTo>
                <a:lnTo>
                  <a:pt x="931857" y="77902"/>
                </a:lnTo>
                <a:lnTo>
                  <a:pt x="931971" y="77610"/>
                </a:lnTo>
                <a:lnTo>
                  <a:pt x="932076" y="77311"/>
                </a:lnTo>
                <a:lnTo>
                  <a:pt x="932172" y="77004"/>
                </a:lnTo>
                <a:lnTo>
                  <a:pt x="932261" y="76689"/>
                </a:lnTo>
                <a:lnTo>
                  <a:pt x="932340" y="76367"/>
                </a:lnTo>
                <a:lnTo>
                  <a:pt x="932412" y="76037"/>
                </a:lnTo>
                <a:lnTo>
                  <a:pt x="932475" y="75700"/>
                </a:lnTo>
                <a:lnTo>
                  <a:pt x="932529" y="75356"/>
                </a:lnTo>
                <a:lnTo>
                  <a:pt x="932576" y="75004"/>
                </a:lnTo>
                <a:lnTo>
                  <a:pt x="932613" y="74645"/>
                </a:lnTo>
                <a:lnTo>
                  <a:pt x="932643" y="74278"/>
                </a:lnTo>
                <a:lnTo>
                  <a:pt x="932664" y="73903"/>
                </a:lnTo>
                <a:lnTo>
                  <a:pt x="932676" y="73522"/>
                </a:lnTo>
                <a:lnTo>
                  <a:pt x="932681" y="73132"/>
                </a:lnTo>
                <a:lnTo>
                  <a:pt x="932475" y="67184"/>
                </a:lnTo>
                <a:lnTo>
                  <a:pt x="932482" y="66810"/>
                </a:lnTo>
                <a:lnTo>
                  <a:pt x="932502" y="66439"/>
                </a:lnTo>
                <a:lnTo>
                  <a:pt x="932536" y="66071"/>
                </a:lnTo>
                <a:lnTo>
                  <a:pt x="932583" y="65708"/>
                </a:lnTo>
                <a:lnTo>
                  <a:pt x="932645" y="65348"/>
                </a:lnTo>
                <a:lnTo>
                  <a:pt x="932719" y="64991"/>
                </a:lnTo>
                <a:lnTo>
                  <a:pt x="932808" y="64638"/>
                </a:lnTo>
                <a:lnTo>
                  <a:pt x="932909" y="64289"/>
                </a:lnTo>
                <a:lnTo>
                  <a:pt x="933025" y="63943"/>
                </a:lnTo>
                <a:lnTo>
                  <a:pt x="933154" y="63601"/>
                </a:lnTo>
                <a:lnTo>
                  <a:pt x="933297" y="63262"/>
                </a:lnTo>
                <a:lnTo>
                  <a:pt x="933453" y="62927"/>
                </a:lnTo>
                <a:lnTo>
                  <a:pt x="933623" y="62595"/>
                </a:lnTo>
                <a:lnTo>
                  <a:pt x="933806" y="62267"/>
                </a:lnTo>
                <a:lnTo>
                  <a:pt x="934003" y="61943"/>
                </a:lnTo>
                <a:lnTo>
                  <a:pt x="934213" y="61622"/>
                </a:lnTo>
                <a:lnTo>
                  <a:pt x="934438" y="61304"/>
                </a:lnTo>
                <a:lnTo>
                  <a:pt x="934675" y="60991"/>
                </a:lnTo>
                <a:lnTo>
                  <a:pt x="934927" y="60680"/>
                </a:lnTo>
                <a:lnTo>
                  <a:pt x="935192" y="60374"/>
                </a:lnTo>
                <a:lnTo>
                  <a:pt x="935470" y="60071"/>
                </a:lnTo>
                <a:lnTo>
                  <a:pt x="935762" y="59771"/>
                </a:lnTo>
                <a:lnTo>
                  <a:pt x="936068" y="59475"/>
                </a:lnTo>
                <a:lnTo>
                  <a:pt x="936387" y="59183"/>
                </a:lnTo>
                <a:lnTo>
                  <a:pt x="936709" y="58898"/>
                </a:lnTo>
                <a:lnTo>
                  <a:pt x="937040" y="58626"/>
                </a:lnTo>
                <a:lnTo>
                  <a:pt x="937381" y="58365"/>
                </a:lnTo>
                <a:lnTo>
                  <a:pt x="937731" y="58117"/>
                </a:lnTo>
                <a:lnTo>
                  <a:pt x="938090" y="57881"/>
                </a:lnTo>
                <a:lnTo>
                  <a:pt x="938459" y="57657"/>
                </a:lnTo>
                <a:lnTo>
                  <a:pt x="938837" y="57445"/>
                </a:lnTo>
                <a:lnTo>
                  <a:pt x="939224" y="57245"/>
                </a:lnTo>
                <a:lnTo>
                  <a:pt x="939620" y="57058"/>
                </a:lnTo>
                <a:lnTo>
                  <a:pt x="940026" y="56882"/>
                </a:lnTo>
                <a:lnTo>
                  <a:pt x="940441" y="56719"/>
                </a:lnTo>
                <a:lnTo>
                  <a:pt x="940865" y="56567"/>
                </a:lnTo>
                <a:lnTo>
                  <a:pt x="941299" y="56428"/>
                </a:lnTo>
                <a:lnTo>
                  <a:pt x="941742" y="56301"/>
                </a:lnTo>
                <a:lnTo>
                  <a:pt x="942194" y="56186"/>
                </a:lnTo>
                <a:lnTo>
                  <a:pt x="942655" y="56083"/>
                </a:lnTo>
                <a:lnTo>
                  <a:pt x="943126" y="55992"/>
                </a:lnTo>
                <a:lnTo>
                  <a:pt x="943606" y="55913"/>
                </a:lnTo>
                <a:lnTo>
                  <a:pt x="944096" y="55847"/>
                </a:lnTo>
                <a:lnTo>
                  <a:pt x="944594" y="55792"/>
                </a:lnTo>
                <a:lnTo>
                  <a:pt x="945102" y="55750"/>
                </a:lnTo>
                <a:lnTo>
                  <a:pt x="945619" y="55720"/>
                </a:lnTo>
                <a:lnTo>
                  <a:pt x="946146" y="55701"/>
                </a:lnTo>
                <a:lnTo>
                  <a:pt x="946682" y="55695"/>
                </a:lnTo>
                <a:lnTo>
                  <a:pt x="947387" y="55705"/>
                </a:lnTo>
                <a:lnTo>
                  <a:pt x="948078" y="55732"/>
                </a:lnTo>
                <a:lnTo>
                  <a:pt x="948754" y="55777"/>
                </a:lnTo>
                <a:lnTo>
                  <a:pt x="949417" y="55841"/>
                </a:lnTo>
                <a:lnTo>
                  <a:pt x="950066" y="55923"/>
                </a:lnTo>
                <a:lnTo>
                  <a:pt x="950700" y="56024"/>
                </a:lnTo>
                <a:lnTo>
                  <a:pt x="951320" y="56142"/>
                </a:lnTo>
                <a:lnTo>
                  <a:pt x="951926" y="56279"/>
                </a:lnTo>
                <a:lnTo>
                  <a:pt x="952518" y="56434"/>
                </a:lnTo>
                <a:lnTo>
                  <a:pt x="953096" y="56607"/>
                </a:lnTo>
                <a:lnTo>
                  <a:pt x="953660" y="56798"/>
                </a:lnTo>
                <a:lnTo>
                  <a:pt x="954210" y="57008"/>
                </a:lnTo>
                <a:lnTo>
                  <a:pt x="954745" y="57236"/>
                </a:lnTo>
                <a:lnTo>
                  <a:pt x="955267" y="57482"/>
                </a:lnTo>
                <a:lnTo>
                  <a:pt x="955774" y="57746"/>
                </a:lnTo>
                <a:lnTo>
                  <a:pt x="956267" y="58029"/>
                </a:lnTo>
                <a:lnTo>
                  <a:pt x="956747" y="58330"/>
                </a:lnTo>
                <a:lnTo>
                  <a:pt x="957212" y="58649"/>
                </a:lnTo>
                <a:lnTo>
                  <a:pt x="957662" y="58986"/>
                </a:lnTo>
                <a:lnTo>
                  <a:pt x="958099" y="59342"/>
                </a:lnTo>
                <a:lnTo>
                  <a:pt x="958522" y="59715"/>
                </a:lnTo>
                <a:lnTo>
                  <a:pt x="958930" y="60107"/>
                </a:lnTo>
                <a:lnTo>
                  <a:pt x="959325" y="60517"/>
                </a:lnTo>
                <a:lnTo>
                  <a:pt x="959705" y="60946"/>
                </a:lnTo>
                <a:lnTo>
                  <a:pt x="960070" y="61399"/>
                </a:lnTo>
                <a:lnTo>
                  <a:pt x="960420" y="61882"/>
                </a:lnTo>
                <a:lnTo>
                  <a:pt x="960754" y="62397"/>
                </a:lnTo>
                <a:lnTo>
                  <a:pt x="961073" y="62942"/>
                </a:lnTo>
                <a:lnTo>
                  <a:pt x="961376" y="63518"/>
                </a:lnTo>
                <a:lnTo>
                  <a:pt x="961664" y="64124"/>
                </a:lnTo>
                <a:lnTo>
                  <a:pt x="961936" y="64762"/>
                </a:lnTo>
                <a:lnTo>
                  <a:pt x="962193" y="65430"/>
                </a:lnTo>
                <a:lnTo>
                  <a:pt x="962434" y="66129"/>
                </a:lnTo>
                <a:lnTo>
                  <a:pt x="962659" y="66858"/>
                </a:lnTo>
                <a:lnTo>
                  <a:pt x="962869" y="67619"/>
                </a:lnTo>
                <a:lnTo>
                  <a:pt x="963064" y="68410"/>
                </a:lnTo>
                <a:lnTo>
                  <a:pt x="963242" y="69231"/>
                </a:lnTo>
                <a:lnTo>
                  <a:pt x="963406" y="70084"/>
                </a:lnTo>
                <a:lnTo>
                  <a:pt x="963553" y="70967"/>
                </a:lnTo>
                <a:lnTo>
                  <a:pt x="963686" y="71881"/>
                </a:lnTo>
                <a:lnTo>
                  <a:pt x="963802" y="72826"/>
                </a:lnTo>
                <a:lnTo>
                  <a:pt x="963903" y="73802"/>
                </a:lnTo>
                <a:lnTo>
                  <a:pt x="963989" y="74808"/>
                </a:lnTo>
                <a:lnTo>
                  <a:pt x="964059" y="75845"/>
                </a:lnTo>
                <a:lnTo>
                  <a:pt x="964113" y="76913"/>
                </a:lnTo>
                <a:lnTo>
                  <a:pt x="964152" y="78011"/>
                </a:lnTo>
                <a:lnTo>
                  <a:pt x="964175" y="79140"/>
                </a:lnTo>
                <a:lnTo>
                  <a:pt x="964183" y="80300"/>
                </a:lnTo>
                <a:lnTo>
                  <a:pt x="964183" y="84006"/>
                </a:lnTo>
                <a:lnTo>
                  <a:pt x="962182" y="84740"/>
                </a:lnTo>
                <a:lnTo>
                  <a:pt x="960230" y="85463"/>
                </a:lnTo>
                <a:lnTo>
                  <a:pt x="958325" y="86178"/>
                </a:lnTo>
                <a:lnTo>
                  <a:pt x="956469" y="86883"/>
                </a:lnTo>
                <a:lnTo>
                  <a:pt x="954661" y="87579"/>
                </a:lnTo>
                <a:lnTo>
                  <a:pt x="952901" y="88266"/>
                </a:lnTo>
                <a:lnTo>
                  <a:pt x="951188" y="88943"/>
                </a:lnTo>
                <a:lnTo>
                  <a:pt x="949524" y="89611"/>
                </a:lnTo>
                <a:lnTo>
                  <a:pt x="947908" y="90270"/>
                </a:lnTo>
                <a:lnTo>
                  <a:pt x="946340" y="90920"/>
                </a:lnTo>
                <a:lnTo>
                  <a:pt x="944821" y="91560"/>
                </a:lnTo>
                <a:lnTo>
                  <a:pt x="943349" y="92191"/>
                </a:lnTo>
                <a:lnTo>
                  <a:pt x="941925" y="92812"/>
                </a:lnTo>
                <a:lnTo>
                  <a:pt x="940550" y="93425"/>
                </a:lnTo>
                <a:lnTo>
                  <a:pt x="939222" y="94028"/>
                </a:lnTo>
                <a:lnTo>
                  <a:pt x="937943" y="94622"/>
                </a:lnTo>
                <a:lnTo>
                  <a:pt x="936711" y="95206"/>
                </a:lnTo>
                <a:lnTo>
                  <a:pt x="935528" y="95781"/>
                </a:lnTo>
                <a:lnTo>
                  <a:pt x="934393" y="96347"/>
                </a:lnTo>
                <a:lnTo>
                  <a:pt x="933306" y="96904"/>
                </a:lnTo>
                <a:lnTo>
                  <a:pt x="932266" y="97451"/>
                </a:lnTo>
                <a:lnTo>
                  <a:pt x="931276" y="97989"/>
                </a:lnTo>
                <a:lnTo>
                  <a:pt x="930333" y="98518"/>
                </a:lnTo>
                <a:lnTo>
                  <a:pt x="929438" y="99037"/>
                </a:lnTo>
                <a:lnTo>
                  <a:pt x="928578" y="99553"/>
                </a:lnTo>
                <a:lnTo>
                  <a:pt x="927740" y="100072"/>
                </a:lnTo>
                <a:lnTo>
                  <a:pt x="926923" y="100594"/>
                </a:lnTo>
                <a:lnTo>
                  <a:pt x="926128" y="101119"/>
                </a:lnTo>
                <a:lnTo>
                  <a:pt x="925354" y="101646"/>
                </a:lnTo>
                <a:lnTo>
                  <a:pt x="924602" y="102177"/>
                </a:lnTo>
                <a:lnTo>
                  <a:pt x="923872" y="102710"/>
                </a:lnTo>
                <a:lnTo>
                  <a:pt x="923164" y="103246"/>
                </a:lnTo>
                <a:lnTo>
                  <a:pt x="922477" y="103785"/>
                </a:lnTo>
                <a:lnTo>
                  <a:pt x="921811" y="104327"/>
                </a:lnTo>
                <a:lnTo>
                  <a:pt x="921168" y="104872"/>
                </a:lnTo>
                <a:lnTo>
                  <a:pt x="920546" y="105420"/>
                </a:lnTo>
                <a:lnTo>
                  <a:pt x="919945" y="105970"/>
                </a:lnTo>
                <a:lnTo>
                  <a:pt x="919366" y="106524"/>
                </a:lnTo>
                <a:lnTo>
                  <a:pt x="918809" y="107080"/>
                </a:lnTo>
                <a:lnTo>
                  <a:pt x="918274" y="107639"/>
                </a:lnTo>
                <a:lnTo>
                  <a:pt x="917760" y="108201"/>
                </a:lnTo>
                <a:lnTo>
                  <a:pt x="917267" y="108766"/>
                </a:lnTo>
                <a:lnTo>
                  <a:pt x="916797" y="109333"/>
                </a:lnTo>
                <a:lnTo>
                  <a:pt x="916348" y="109904"/>
                </a:lnTo>
                <a:lnTo>
                  <a:pt x="915920" y="110477"/>
                </a:lnTo>
                <a:lnTo>
                  <a:pt x="915514" y="111053"/>
                </a:lnTo>
                <a:lnTo>
                  <a:pt x="915130" y="111632"/>
                </a:lnTo>
                <a:lnTo>
                  <a:pt x="914768" y="112214"/>
                </a:lnTo>
                <a:lnTo>
                  <a:pt x="914516" y="112638"/>
                </a:lnTo>
                <a:lnTo>
                  <a:pt x="914274" y="113068"/>
                </a:lnTo>
                <a:lnTo>
                  <a:pt x="914044" y="113504"/>
                </a:lnTo>
                <a:lnTo>
                  <a:pt x="913824" y="113947"/>
                </a:lnTo>
                <a:lnTo>
                  <a:pt x="913615" y="114397"/>
                </a:lnTo>
                <a:lnTo>
                  <a:pt x="913416" y="114852"/>
                </a:lnTo>
                <a:lnTo>
                  <a:pt x="913229" y="115315"/>
                </a:lnTo>
                <a:lnTo>
                  <a:pt x="913052" y="115783"/>
                </a:lnTo>
                <a:lnTo>
                  <a:pt x="912886" y="116258"/>
                </a:lnTo>
                <a:lnTo>
                  <a:pt x="912730" y="116740"/>
                </a:lnTo>
                <a:lnTo>
                  <a:pt x="912585" y="117228"/>
                </a:lnTo>
                <a:lnTo>
                  <a:pt x="912451" y="117722"/>
                </a:lnTo>
                <a:lnTo>
                  <a:pt x="912328" y="118223"/>
                </a:lnTo>
                <a:lnTo>
                  <a:pt x="912215" y="118730"/>
                </a:lnTo>
                <a:lnTo>
                  <a:pt x="912113" y="119244"/>
                </a:lnTo>
                <a:lnTo>
                  <a:pt x="912022" y="119764"/>
                </a:lnTo>
                <a:lnTo>
                  <a:pt x="911942" y="120291"/>
                </a:lnTo>
                <a:lnTo>
                  <a:pt x="911872" y="120823"/>
                </a:lnTo>
                <a:lnTo>
                  <a:pt x="911813" y="121363"/>
                </a:lnTo>
                <a:lnTo>
                  <a:pt x="911765" y="121909"/>
                </a:lnTo>
                <a:lnTo>
                  <a:pt x="911727" y="122461"/>
                </a:lnTo>
                <a:lnTo>
                  <a:pt x="911701" y="123020"/>
                </a:lnTo>
                <a:lnTo>
                  <a:pt x="911684" y="123585"/>
                </a:lnTo>
                <a:lnTo>
                  <a:pt x="911679" y="124156"/>
                </a:lnTo>
                <a:lnTo>
                  <a:pt x="911690" y="125059"/>
                </a:lnTo>
                <a:lnTo>
                  <a:pt x="911723" y="125946"/>
                </a:lnTo>
                <a:lnTo>
                  <a:pt x="911778" y="126819"/>
                </a:lnTo>
                <a:lnTo>
                  <a:pt x="911855" y="127677"/>
                </a:lnTo>
                <a:lnTo>
                  <a:pt x="911954" y="128520"/>
                </a:lnTo>
                <a:lnTo>
                  <a:pt x="912075" y="129349"/>
                </a:lnTo>
                <a:lnTo>
                  <a:pt x="912218" y="130163"/>
                </a:lnTo>
                <a:lnTo>
                  <a:pt x="912383" y="130963"/>
                </a:lnTo>
                <a:lnTo>
                  <a:pt x="912569" y="131747"/>
                </a:lnTo>
                <a:lnTo>
                  <a:pt x="912778" y="132517"/>
                </a:lnTo>
                <a:lnTo>
                  <a:pt x="913009" y="133273"/>
                </a:lnTo>
                <a:lnTo>
                  <a:pt x="913262" y="134014"/>
                </a:lnTo>
                <a:lnTo>
                  <a:pt x="913537" y="134740"/>
                </a:lnTo>
                <a:lnTo>
                  <a:pt x="913834" y="135452"/>
                </a:lnTo>
                <a:lnTo>
                  <a:pt x="914152" y="136148"/>
                </a:lnTo>
                <a:lnTo>
                  <a:pt x="914493" y="136831"/>
                </a:lnTo>
                <a:lnTo>
                  <a:pt x="914856" y="137498"/>
                </a:lnTo>
                <a:lnTo>
                  <a:pt x="915241" y="138151"/>
                </a:lnTo>
                <a:lnTo>
                  <a:pt x="915647" y="138789"/>
                </a:lnTo>
                <a:lnTo>
                  <a:pt x="916076" y="139413"/>
                </a:lnTo>
                <a:lnTo>
                  <a:pt x="916527" y="140022"/>
                </a:lnTo>
                <a:lnTo>
                  <a:pt x="916999" y="140616"/>
                </a:lnTo>
                <a:lnTo>
                  <a:pt x="917494" y="141196"/>
                </a:lnTo>
                <a:lnTo>
                  <a:pt x="918010" y="141761"/>
                </a:lnTo>
                <a:lnTo>
                  <a:pt x="918544" y="142307"/>
                </a:lnTo>
                <a:lnTo>
                  <a:pt x="919090" y="142830"/>
                </a:lnTo>
                <a:lnTo>
                  <a:pt x="919647" y="143329"/>
                </a:lnTo>
                <a:lnTo>
                  <a:pt x="920217" y="143805"/>
                </a:lnTo>
                <a:lnTo>
                  <a:pt x="920798" y="144259"/>
                </a:lnTo>
                <a:lnTo>
                  <a:pt x="921392" y="144688"/>
                </a:lnTo>
                <a:lnTo>
                  <a:pt x="921997" y="145095"/>
                </a:lnTo>
                <a:lnTo>
                  <a:pt x="922615" y="145478"/>
                </a:lnTo>
                <a:lnTo>
                  <a:pt x="923244" y="145838"/>
                </a:lnTo>
                <a:lnTo>
                  <a:pt x="923885" y="146175"/>
                </a:lnTo>
                <a:lnTo>
                  <a:pt x="924539" y="146489"/>
                </a:lnTo>
                <a:lnTo>
                  <a:pt x="925204" y="146780"/>
                </a:lnTo>
                <a:lnTo>
                  <a:pt x="925881" y="147047"/>
                </a:lnTo>
                <a:lnTo>
                  <a:pt x="926571" y="147291"/>
                </a:lnTo>
                <a:lnTo>
                  <a:pt x="927272" y="147511"/>
                </a:lnTo>
                <a:lnTo>
                  <a:pt x="927985" y="147709"/>
                </a:lnTo>
                <a:lnTo>
                  <a:pt x="928710" y="147883"/>
                </a:lnTo>
                <a:lnTo>
                  <a:pt x="929447" y="148034"/>
                </a:lnTo>
                <a:lnTo>
                  <a:pt x="930197" y="148162"/>
                </a:lnTo>
                <a:lnTo>
                  <a:pt x="930958" y="148267"/>
                </a:lnTo>
                <a:lnTo>
                  <a:pt x="931731" y="148348"/>
                </a:lnTo>
                <a:lnTo>
                  <a:pt x="932516" y="148406"/>
                </a:lnTo>
                <a:lnTo>
                  <a:pt x="933313" y="148441"/>
                </a:lnTo>
                <a:lnTo>
                  <a:pt x="934122" y="148452"/>
                </a:lnTo>
                <a:lnTo>
                  <a:pt x="934644" y="148448"/>
                </a:lnTo>
                <a:lnTo>
                  <a:pt x="935164" y="148434"/>
                </a:lnTo>
                <a:lnTo>
                  <a:pt x="935681" y="148411"/>
                </a:lnTo>
                <a:lnTo>
                  <a:pt x="936195" y="148378"/>
                </a:lnTo>
                <a:lnTo>
                  <a:pt x="936707" y="148336"/>
                </a:lnTo>
                <a:lnTo>
                  <a:pt x="937217" y="148285"/>
                </a:lnTo>
                <a:lnTo>
                  <a:pt x="937724" y="148225"/>
                </a:lnTo>
                <a:lnTo>
                  <a:pt x="938229" y="148155"/>
                </a:lnTo>
                <a:lnTo>
                  <a:pt x="938731" y="148076"/>
                </a:lnTo>
                <a:lnTo>
                  <a:pt x="939230" y="147988"/>
                </a:lnTo>
                <a:lnTo>
                  <a:pt x="939727" y="147890"/>
                </a:lnTo>
                <a:lnTo>
                  <a:pt x="940222" y="147783"/>
                </a:lnTo>
                <a:lnTo>
                  <a:pt x="940714" y="147667"/>
                </a:lnTo>
                <a:lnTo>
                  <a:pt x="941203" y="147542"/>
                </a:lnTo>
                <a:lnTo>
                  <a:pt x="941690" y="147407"/>
                </a:lnTo>
                <a:lnTo>
                  <a:pt x="942175" y="147263"/>
                </a:lnTo>
                <a:lnTo>
                  <a:pt x="942657" y="147109"/>
                </a:lnTo>
                <a:lnTo>
                  <a:pt x="943136" y="146947"/>
                </a:lnTo>
                <a:lnTo>
                  <a:pt x="943613" y="146775"/>
                </a:lnTo>
                <a:lnTo>
                  <a:pt x="944088" y="146594"/>
                </a:lnTo>
                <a:lnTo>
                  <a:pt x="944560" y="146403"/>
                </a:lnTo>
                <a:lnTo>
                  <a:pt x="945030" y="146203"/>
                </a:lnTo>
                <a:lnTo>
                  <a:pt x="945497" y="145994"/>
                </a:lnTo>
                <a:lnTo>
                  <a:pt x="945961" y="145776"/>
                </a:lnTo>
                <a:lnTo>
                  <a:pt x="946289" y="145613"/>
                </a:lnTo>
                <a:lnTo>
                  <a:pt x="946654" y="145418"/>
                </a:lnTo>
                <a:lnTo>
                  <a:pt x="947057" y="145190"/>
                </a:lnTo>
                <a:lnTo>
                  <a:pt x="947497" y="144929"/>
                </a:lnTo>
                <a:lnTo>
                  <a:pt x="947975" y="144635"/>
                </a:lnTo>
                <a:lnTo>
                  <a:pt x="948490" y="144309"/>
                </a:lnTo>
                <a:lnTo>
                  <a:pt x="949043" y="143949"/>
                </a:lnTo>
                <a:lnTo>
                  <a:pt x="949633" y="143557"/>
                </a:lnTo>
                <a:lnTo>
                  <a:pt x="950261" y="143131"/>
                </a:lnTo>
                <a:lnTo>
                  <a:pt x="950926" y="142673"/>
                </a:lnTo>
                <a:lnTo>
                  <a:pt x="951629" y="142182"/>
                </a:lnTo>
                <a:lnTo>
                  <a:pt x="952370" y="141658"/>
                </a:lnTo>
                <a:lnTo>
                  <a:pt x="953148" y="141101"/>
                </a:lnTo>
                <a:lnTo>
                  <a:pt x="953963" y="140511"/>
                </a:lnTo>
                <a:lnTo>
                  <a:pt x="954816" y="139888"/>
                </a:lnTo>
                <a:lnTo>
                  <a:pt x="955707" y="139233"/>
                </a:lnTo>
                <a:lnTo>
                  <a:pt x="956635" y="138544"/>
                </a:lnTo>
                <a:lnTo>
                  <a:pt x="957601" y="137823"/>
                </a:lnTo>
                <a:lnTo>
                  <a:pt x="958604" y="137069"/>
                </a:lnTo>
                <a:lnTo>
                  <a:pt x="959645" y="136282"/>
                </a:lnTo>
                <a:lnTo>
                  <a:pt x="960723" y="135462"/>
                </a:lnTo>
                <a:lnTo>
                  <a:pt x="961839" y="134609"/>
                </a:lnTo>
                <a:lnTo>
                  <a:pt x="962992" y="133723"/>
                </a:lnTo>
                <a:lnTo>
                  <a:pt x="964183" y="132804"/>
                </a:lnTo>
                <a:lnTo>
                  <a:pt x="964197" y="133499"/>
                </a:lnTo>
                <a:lnTo>
                  <a:pt x="964220" y="134177"/>
                </a:lnTo>
                <a:lnTo>
                  <a:pt x="964254" y="134837"/>
                </a:lnTo>
                <a:lnTo>
                  <a:pt x="964297" y="135481"/>
                </a:lnTo>
                <a:close/>
                <a:moveTo>
                  <a:pt x="960065" y="129186"/>
                </a:moveTo>
                <a:lnTo>
                  <a:pt x="959079" y="129880"/>
                </a:lnTo>
                <a:lnTo>
                  <a:pt x="958109" y="130539"/>
                </a:lnTo>
                <a:lnTo>
                  <a:pt x="957157" y="131162"/>
                </a:lnTo>
                <a:lnTo>
                  <a:pt x="956222" y="131749"/>
                </a:lnTo>
                <a:lnTo>
                  <a:pt x="955304" y="132301"/>
                </a:lnTo>
                <a:lnTo>
                  <a:pt x="954403" y="132817"/>
                </a:lnTo>
                <a:lnTo>
                  <a:pt x="953519" y="133297"/>
                </a:lnTo>
                <a:lnTo>
                  <a:pt x="952653" y="133742"/>
                </a:lnTo>
                <a:lnTo>
                  <a:pt x="951803" y="134151"/>
                </a:lnTo>
                <a:lnTo>
                  <a:pt x="950971" y="134525"/>
                </a:lnTo>
                <a:lnTo>
                  <a:pt x="950156" y="134863"/>
                </a:lnTo>
                <a:lnTo>
                  <a:pt x="949358" y="135166"/>
                </a:lnTo>
                <a:lnTo>
                  <a:pt x="948578" y="135432"/>
                </a:lnTo>
                <a:lnTo>
                  <a:pt x="947814" y="135664"/>
                </a:lnTo>
                <a:lnTo>
                  <a:pt x="947068" y="135860"/>
                </a:lnTo>
                <a:lnTo>
                  <a:pt x="946339" y="136020"/>
                </a:lnTo>
                <a:lnTo>
                  <a:pt x="945627" y="136144"/>
                </a:lnTo>
                <a:lnTo>
                  <a:pt x="944932" y="136233"/>
                </a:lnTo>
                <a:lnTo>
                  <a:pt x="944254" y="136287"/>
                </a:lnTo>
                <a:lnTo>
                  <a:pt x="943593" y="136304"/>
                </a:lnTo>
                <a:lnTo>
                  <a:pt x="943115" y="136296"/>
                </a:lnTo>
                <a:lnTo>
                  <a:pt x="942642" y="136271"/>
                </a:lnTo>
                <a:lnTo>
                  <a:pt x="942173" y="136228"/>
                </a:lnTo>
                <a:lnTo>
                  <a:pt x="941709" y="136169"/>
                </a:lnTo>
                <a:lnTo>
                  <a:pt x="941249" y="136093"/>
                </a:lnTo>
                <a:lnTo>
                  <a:pt x="940794" y="136000"/>
                </a:lnTo>
                <a:lnTo>
                  <a:pt x="940344" y="135890"/>
                </a:lnTo>
                <a:lnTo>
                  <a:pt x="939899" y="135764"/>
                </a:lnTo>
                <a:lnTo>
                  <a:pt x="939458" y="135620"/>
                </a:lnTo>
                <a:lnTo>
                  <a:pt x="939021" y="135459"/>
                </a:lnTo>
                <a:lnTo>
                  <a:pt x="938590" y="135282"/>
                </a:lnTo>
                <a:lnTo>
                  <a:pt x="938163" y="135088"/>
                </a:lnTo>
                <a:lnTo>
                  <a:pt x="937740" y="134876"/>
                </a:lnTo>
                <a:lnTo>
                  <a:pt x="937323" y="134648"/>
                </a:lnTo>
                <a:lnTo>
                  <a:pt x="936910" y="134403"/>
                </a:lnTo>
                <a:lnTo>
                  <a:pt x="936501" y="134141"/>
                </a:lnTo>
                <a:lnTo>
                  <a:pt x="936097" y="133862"/>
                </a:lnTo>
                <a:lnTo>
                  <a:pt x="935698" y="133566"/>
                </a:lnTo>
                <a:lnTo>
                  <a:pt x="935304" y="133254"/>
                </a:lnTo>
                <a:lnTo>
                  <a:pt x="934914" y="132924"/>
                </a:lnTo>
                <a:lnTo>
                  <a:pt x="934529" y="132578"/>
                </a:lnTo>
                <a:lnTo>
                  <a:pt x="934148" y="132214"/>
                </a:lnTo>
                <a:lnTo>
                  <a:pt x="933773" y="131834"/>
                </a:lnTo>
                <a:lnTo>
                  <a:pt x="933401" y="131437"/>
                </a:lnTo>
                <a:lnTo>
                  <a:pt x="933040" y="131027"/>
                </a:lnTo>
                <a:lnTo>
                  <a:pt x="932694" y="130608"/>
                </a:lnTo>
                <a:lnTo>
                  <a:pt x="932364" y="130181"/>
                </a:lnTo>
                <a:lnTo>
                  <a:pt x="932049" y="129745"/>
                </a:lnTo>
                <a:lnTo>
                  <a:pt x="931749" y="129300"/>
                </a:lnTo>
                <a:lnTo>
                  <a:pt x="931465" y="128846"/>
                </a:lnTo>
                <a:lnTo>
                  <a:pt x="931196" y="128384"/>
                </a:lnTo>
                <a:lnTo>
                  <a:pt x="930942" y="127913"/>
                </a:lnTo>
                <a:lnTo>
                  <a:pt x="930704" y="127433"/>
                </a:lnTo>
                <a:lnTo>
                  <a:pt x="930481" y="126944"/>
                </a:lnTo>
                <a:lnTo>
                  <a:pt x="930273" y="126447"/>
                </a:lnTo>
                <a:lnTo>
                  <a:pt x="930081" y="125941"/>
                </a:lnTo>
                <a:lnTo>
                  <a:pt x="929904" y="125426"/>
                </a:lnTo>
                <a:lnTo>
                  <a:pt x="929743" y="124903"/>
                </a:lnTo>
                <a:lnTo>
                  <a:pt x="929597" y="124371"/>
                </a:lnTo>
                <a:lnTo>
                  <a:pt x="929466" y="123830"/>
                </a:lnTo>
                <a:lnTo>
                  <a:pt x="929351" y="123281"/>
                </a:lnTo>
                <a:lnTo>
                  <a:pt x="929251" y="122722"/>
                </a:lnTo>
                <a:lnTo>
                  <a:pt x="929167" y="122155"/>
                </a:lnTo>
                <a:lnTo>
                  <a:pt x="929098" y="121579"/>
                </a:lnTo>
                <a:lnTo>
                  <a:pt x="929044" y="120995"/>
                </a:lnTo>
                <a:lnTo>
                  <a:pt x="929005" y="120402"/>
                </a:lnTo>
                <a:lnTo>
                  <a:pt x="928982" y="119800"/>
                </a:lnTo>
                <a:lnTo>
                  <a:pt x="928975" y="119189"/>
                </a:lnTo>
                <a:lnTo>
                  <a:pt x="928981" y="118704"/>
                </a:lnTo>
                <a:lnTo>
                  <a:pt x="928999" y="118222"/>
                </a:lnTo>
                <a:lnTo>
                  <a:pt x="929029" y="117743"/>
                </a:lnTo>
                <a:lnTo>
                  <a:pt x="929072" y="117267"/>
                </a:lnTo>
                <a:lnTo>
                  <a:pt x="929126" y="116795"/>
                </a:lnTo>
                <a:lnTo>
                  <a:pt x="929193" y="116326"/>
                </a:lnTo>
                <a:lnTo>
                  <a:pt x="929272" y="115860"/>
                </a:lnTo>
                <a:lnTo>
                  <a:pt x="929363" y="115397"/>
                </a:lnTo>
                <a:lnTo>
                  <a:pt x="929467" y="114937"/>
                </a:lnTo>
                <a:lnTo>
                  <a:pt x="929582" y="114481"/>
                </a:lnTo>
                <a:lnTo>
                  <a:pt x="929710" y="114028"/>
                </a:lnTo>
                <a:lnTo>
                  <a:pt x="929850" y="113578"/>
                </a:lnTo>
                <a:lnTo>
                  <a:pt x="930002" y="113131"/>
                </a:lnTo>
                <a:lnTo>
                  <a:pt x="930166" y="112687"/>
                </a:lnTo>
                <a:lnTo>
                  <a:pt x="930342" y="112247"/>
                </a:lnTo>
                <a:lnTo>
                  <a:pt x="930530" y="111810"/>
                </a:lnTo>
                <a:lnTo>
                  <a:pt x="930731" y="111376"/>
                </a:lnTo>
                <a:lnTo>
                  <a:pt x="930943" y="110945"/>
                </a:lnTo>
                <a:lnTo>
                  <a:pt x="931168" y="110517"/>
                </a:lnTo>
                <a:lnTo>
                  <a:pt x="931405" y="110093"/>
                </a:lnTo>
                <a:lnTo>
                  <a:pt x="931654" y="109672"/>
                </a:lnTo>
                <a:lnTo>
                  <a:pt x="931916" y="109254"/>
                </a:lnTo>
                <a:lnTo>
                  <a:pt x="932189" y="108839"/>
                </a:lnTo>
                <a:lnTo>
                  <a:pt x="932475" y="108428"/>
                </a:lnTo>
                <a:lnTo>
                  <a:pt x="932775" y="108019"/>
                </a:lnTo>
                <a:lnTo>
                  <a:pt x="933090" y="107611"/>
                </a:lnTo>
                <a:lnTo>
                  <a:pt x="933422" y="107204"/>
                </a:lnTo>
                <a:lnTo>
                  <a:pt x="933770" y="106799"/>
                </a:lnTo>
                <a:lnTo>
                  <a:pt x="934134" y="106396"/>
                </a:lnTo>
                <a:lnTo>
                  <a:pt x="934514" y="105994"/>
                </a:lnTo>
                <a:lnTo>
                  <a:pt x="934911" y="105593"/>
                </a:lnTo>
                <a:lnTo>
                  <a:pt x="935323" y="105194"/>
                </a:lnTo>
                <a:lnTo>
                  <a:pt x="935751" y="104796"/>
                </a:lnTo>
                <a:lnTo>
                  <a:pt x="936196" y="104400"/>
                </a:lnTo>
                <a:lnTo>
                  <a:pt x="936657" y="104005"/>
                </a:lnTo>
                <a:lnTo>
                  <a:pt x="937133" y="103611"/>
                </a:lnTo>
                <a:lnTo>
                  <a:pt x="937626" y="103219"/>
                </a:lnTo>
                <a:lnTo>
                  <a:pt x="938135" y="102828"/>
                </a:lnTo>
                <a:lnTo>
                  <a:pt x="938660" y="102439"/>
                </a:lnTo>
                <a:lnTo>
                  <a:pt x="939201" y="102051"/>
                </a:lnTo>
                <a:lnTo>
                  <a:pt x="939758" y="101664"/>
                </a:lnTo>
                <a:lnTo>
                  <a:pt x="940331" y="101279"/>
                </a:lnTo>
                <a:lnTo>
                  <a:pt x="940920" y="100895"/>
                </a:lnTo>
                <a:lnTo>
                  <a:pt x="941526" y="100513"/>
                </a:lnTo>
                <a:lnTo>
                  <a:pt x="942147" y="100132"/>
                </a:lnTo>
                <a:lnTo>
                  <a:pt x="942785" y="99753"/>
                </a:lnTo>
                <a:lnTo>
                  <a:pt x="943438" y="99375"/>
                </a:lnTo>
                <a:lnTo>
                  <a:pt x="944108" y="98998"/>
                </a:lnTo>
                <a:lnTo>
                  <a:pt x="944505" y="98778"/>
                </a:lnTo>
                <a:lnTo>
                  <a:pt x="944939" y="98546"/>
                </a:lnTo>
                <a:lnTo>
                  <a:pt x="945413" y="98301"/>
                </a:lnTo>
                <a:lnTo>
                  <a:pt x="945924" y="98044"/>
                </a:lnTo>
                <a:lnTo>
                  <a:pt x="946474" y="97774"/>
                </a:lnTo>
                <a:lnTo>
                  <a:pt x="947061" y="97492"/>
                </a:lnTo>
                <a:lnTo>
                  <a:pt x="947687" y="97198"/>
                </a:lnTo>
                <a:lnTo>
                  <a:pt x="948352" y="96891"/>
                </a:lnTo>
                <a:lnTo>
                  <a:pt x="949054" y="96571"/>
                </a:lnTo>
                <a:lnTo>
                  <a:pt x="949795" y="96239"/>
                </a:lnTo>
                <a:lnTo>
                  <a:pt x="950574" y="95895"/>
                </a:lnTo>
                <a:lnTo>
                  <a:pt x="951392" y="95538"/>
                </a:lnTo>
                <a:lnTo>
                  <a:pt x="952247" y="95169"/>
                </a:lnTo>
                <a:lnTo>
                  <a:pt x="953141" y="94787"/>
                </a:lnTo>
                <a:lnTo>
                  <a:pt x="954073" y="94393"/>
                </a:lnTo>
                <a:lnTo>
                  <a:pt x="955044" y="93987"/>
                </a:lnTo>
                <a:lnTo>
                  <a:pt x="956052" y="93568"/>
                </a:lnTo>
                <a:lnTo>
                  <a:pt x="957099" y="93136"/>
                </a:lnTo>
                <a:lnTo>
                  <a:pt x="958184" y="92692"/>
                </a:lnTo>
                <a:lnTo>
                  <a:pt x="959307" y="92236"/>
                </a:lnTo>
                <a:lnTo>
                  <a:pt x="960469" y="91767"/>
                </a:lnTo>
                <a:lnTo>
                  <a:pt x="961669" y="91286"/>
                </a:lnTo>
                <a:lnTo>
                  <a:pt x="962907" y="90792"/>
                </a:lnTo>
                <a:lnTo>
                  <a:pt x="964183" y="90286"/>
                </a:lnTo>
                <a:lnTo>
                  <a:pt x="964183" y="126055"/>
                </a:lnTo>
                <a:lnTo>
                  <a:pt x="963128" y="126891"/>
                </a:lnTo>
                <a:lnTo>
                  <a:pt x="962090" y="127692"/>
                </a:lnTo>
                <a:lnTo>
                  <a:pt x="961069" y="128457"/>
                </a:lnTo>
                <a:lnTo>
                  <a:pt x="960065" y="129186"/>
                </a:lnTo>
                <a:close/>
                <a:moveTo>
                  <a:pt x="898001" y="83459"/>
                </a:moveTo>
                <a:lnTo>
                  <a:pt x="897877" y="82090"/>
                </a:lnTo>
                <a:lnTo>
                  <a:pt x="897718" y="80746"/>
                </a:lnTo>
                <a:lnTo>
                  <a:pt x="897524" y="79426"/>
                </a:lnTo>
                <a:lnTo>
                  <a:pt x="897294" y="78130"/>
                </a:lnTo>
                <a:lnTo>
                  <a:pt x="897028" y="76859"/>
                </a:lnTo>
                <a:lnTo>
                  <a:pt x="896727" y="75612"/>
                </a:lnTo>
                <a:lnTo>
                  <a:pt x="896391" y="74389"/>
                </a:lnTo>
                <a:lnTo>
                  <a:pt x="896020" y="73191"/>
                </a:lnTo>
                <a:lnTo>
                  <a:pt x="895613" y="72018"/>
                </a:lnTo>
                <a:lnTo>
                  <a:pt x="895170" y="70868"/>
                </a:lnTo>
                <a:lnTo>
                  <a:pt x="894693" y="69744"/>
                </a:lnTo>
                <a:lnTo>
                  <a:pt x="894179" y="68643"/>
                </a:lnTo>
                <a:lnTo>
                  <a:pt x="893631" y="67567"/>
                </a:lnTo>
                <a:lnTo>
                  <a:pt x="893047" y="66516"/>
                </a:lnTo>
                <a:lnTo>
                  <a:pt x="892428" y="65489"/>
                </a:lnTo>
                <a:lnTo>
                  <a:pt x="891773" y="64486"/>
                </a:lnTo>
                <a:lnTo>
                  <a:pt x="891083" y="63508"/>
                </a:lnTo>
                <a:lnTo>
                  <a:pt x="890357" y="62554"/>
                </a:lnTo>
                <a:lnTo>
                  <a:pt x="889597" y="61625"/>
                </a:lnTo>
                <a:lnTo>
                  <a:pt x="888800" y="60720"/>
                </a:lnTo>
                <a:lnTo>
                  <a:pt x="887969" y="59839"/>
                </a:lnTo>
                <a:lnTo>
                  <a:pt x="887109" y="58989"/>
                </a:lnTo>
                <a:lnTo>
                  <a:pt x="886231" y="58174"/>
                </a:lnTo>
                <a:lnTo>
                  <a:pt x="885332" y="57396"/>
                </a:lnTo>
                <a:lnTo>
                  <a:pt x="884414" y="56654"/>
                </a:lnTo>
                <a:lnTo>
                  <a:pt x="883476" y="55948"/>
                </a:lnTo>
                <a:lnTo>
                  <a:pt x="882519" y="55279"/>
                </a:lnTo>
                <a:lnTo>
                  <a:pt x="881542" y="54645"/>
                </a:lnTo>
                <a:lnTo>
                  <a:pt x="880545" y="54048"/>
                </a:lnTo>
                <a:lnTo>
                  <a:pt x="879528" y="53487"/>
                </a:lnTo>
                <a:lnTo>
                  <a:pt x="878492" y="52962"/>
                </a:lnTo>
                <a:lnTo>
                  <a:pt x="877437" y="52474"/>
                </a:lnTo>
                <a:lnTo>
                  <a:pt x="876361" y="52021"/>
                </a:lnTo>
                <a:lnTo>
                  <a:pt x="875266" y="51605"/>
                </a:lnTo>
                <a:lnTo>
                  <a:pt x="874151" y="51225"/>
                </a:lnTo>
                <a:lnTo>
                  <a:pt x="873017" y="50881"/>
                </a:lnTo>
                <a:lnTo>
                  <a:pt x="871863" y="50574"/>
                </a:lnTo>
                <a:lnTo>
                  <a:pt x="870689" y="50302"/>
                </a:lnTo>
                <a:lnTo>
                  <a:pt x="869496" y="50067"/>
                </a:lnTo>
                <a:lnTo>
                  <a:pt x="868283" y="49868"/>
                </a:lnTo>
                <a:lnTo>
                  <a:pt x="867050" y="49705"/>
                </a:lnTo>
                <a:lnTo>
                  <a:pt x="865798" y="49578"/>
                </a:lnTo>
                <a:lnTo>
                  <a:pt x="864526" y="49488"/>
                </a:lnTo>
                <a:lnTo>
                  <a:pt x="863234" y="49434"/>
                </a:lnTo>
                <a:lnTo>
                  <a:pt x="861923" y="49416"/>
                </a:lnTo>
                <a:lnTo>
                  <a:pt x="860372" y="49439"/>
                </a:lnTo>
                <a:lnTo>
                  <a:pt x="858844" y="49509"/>
                </a:lnTo>
                <a:lnTo>
                  <a:pt x="857337" y="49627"/>
                </a:lnTo>
                <a:lnTo>
                  <a:pt x="855853" y="49791"/>
                </a:lnTo>
                <a:lnTo>
                  <a:pt x="854390" y="50002"/>
                </a:lnTo>
                <a:lnTo>
                  <a:pt x="852950" y="50260"/>
                </a:lnTo>
                <a:lnTo>
                  <a:pt x="851531" y="50565"/>
                </a:lnTo>
                <a:lnTo>
                  <a:pt x="850135" y="50917"/>
                </a:lnTo>
                <a:lnTo>
                  <a:pt x="848760" y="51316"/>
                </a:lnTo>
                <a:lnTo>
                  <a:pt x="847408" y="51761"/>
                </a:lnTo>
                <a:lnTo>
                  <a:pt x="846077" y="52254"/>
                </a:lnTo>
                <a:lnTo>
                  <a:pt x="844769" y="52794"/>
                </a:lnTo>
                <a:lnTo>
                  <a:pt x="843482" y="53380"/>
                </a:lnTo>
                <a:lnTo>
                  <a:pt x="842217" y="54013"/>
                </a:lnTo>
                <a:lnTo>
                  <a:pt x="840975" y="54694"/>
                </a:lnTo>
                <a:lnTo>
                  <a:pt x="839754" y="55421"/>
                </a:lnTo>
                <a:lnTo>
                  <a:pt x="838556" y="56195"/>
                </a:lnTo>
                <a:lnTo>
                  <a:pt x="837379" y="57016"/>
                </a:lnTo>
                <a:lnTo>
                  <a:pt x="836224" y="57884"/>
                </a:lnTo>
                <a:lnTo>
                  <a:pt x="835091" y="58799"/>
                </a:lnTo>
                <a:lnTo>
                  <a:pt x="833981" y="59761"/>
                </a:lnTo>
                <a:lnTo>
                  <a:pt x="832892" y="60769"/>
                </a:lnTo>
                <a:lnTo>
                  <a:pt x="831825" y="61825"/>
                </a:lnTo>
                <a:lnTo>
                  <a:pt x="830780" y="62928"/>
                </a:lnTo>
                <a:lnTo>
                  <a:pt x="829768" y="64072"/>
                </a:lnTo>
                <a:lnTo>
                  <a:pt x="828799" y="65253"/>
                </a:lnTo>
                <a:lnTo>
                  <a:pt x="827873" y="66471"/>
                </a:lnTo>
                <a:lnTo>
                  <a:pt x="826990" y="67726"/>
                </a:lnTo>
                <a:lnTo>
                  <a:pt x="826150" y="69018"/>
                </a:lnTo>
                <a:lnTo>
                  <a:pt x="825353" y="70347"/>
                </a:lnTo>
                <a:lnTo>
                  <a:pt x="824599" y="71712"/>
                </a:lnTo>
                <a:lnTo>
                  <a:pt x="823889" y="73115"/>
                </a:lnTo>
                <a:lnTo>
                  <a:pt x="823221" y="74554"/>
                </a:lnTo>
                <a:lnTo>
                  <a:pt x="822596" y="76031"/>
                </a:lnTo>
                <a:lnTo>
                  <a:pt x="822015" y="77544"/>
                </a:lnTo>
                <a:lnTo>
                  <a:pt x="821476" y="79095"/>
                </a:lnTo>
                <a:lnTo>
                  <a:pt x="820981" y="80682"/>
                </a:lnTo>
                <a:lnTo>
                  <a:pt x="820529" y="82306"/>
                </a:lnTo>
                <a:lnTo>
                  <a:pt x="820120" y="83967"/>
                </a:lnTo>
                <a:lnTo>
                  <a:pt x="819754" y="85665"/>
                </a:lnTo>
                <a:lnTo>
                  <a:pt x="819430" y="87400"/>
                </a:lnTo>
                <a:lnTo>
                  <a:pt x="819150" y="89172"/>
                </a:lnTo>
                <a:lnTo>
                  <a:pt x="818914" y="90980"/>
                </a:lnTo>
                <a:lnTo>
                  <a:pt x="818720" y="92826"/>
                </a:lnTo>
                <a:lnTo>
                  <a:pt x="818569" y="94709"/>
                </a:lnTo>
                <a:lnTo>
                  <a:pt x="818461" y="96628"/>
                </a:lnTo>
                <a:lnTo>
                  <a:pt x="818397" y="98585"/>
                </a:lnTo>
                <a:lnTo>
                  <a:pt x="818375" y="100578"/>
                </a:lnTo>
                <a:lnTo>
                  <a:pt x="818396" y="102420"/>
                </a:lnTo>
                <a:lnTo>
                  <a:pt x="818459" y="104231"/>
                </a:lnTo>
                <a:lnTo>
                  <a:pt x="818564" y="106010"/>
                </a:lnTo>
                <a:lnTo>
                  <a:pt x="818711" y="107757"/>
                </a:lnTo>
                <a:lnTo>
                  <a:pt x="818900" y="109473"/>
                </a:lnTo>
                <a:lnTo>
                  <a:pt x="819131" y="111157"/>
                </a:lnTo>
                <a:lnTo>
                  <a:pt x="819404" y="112810"/>
                </a:lnTo>
                <a:lnTo>
                  <a:pt x="819719" y="114431"/>
                </a:lnTo>
                <a:lnTo>
                  <a:pt x="820076" y="116021"/>
                </a:lnTo>
                <a:lnTo>
                  <a:pt x="820475" y="117579"/>
                </a:lnTo>
                <a:lnTo>
                  <a:pt x="820916" y="119105"/>
                </a:lnTo>
                <a:lnTo>
                  <a:pt x="821399" y="120600"/>
                </a:lnTo>
                <a:lnTo>
                  <a:pt x="821924" y="122063"/>
                </a:lnTo>
                <a:lnTo>
                  <a:pt x="822491" y="123495"/>
                </a:lnTo>
                <a:lnTo>
                  <a:pt x="823100" y="124895"/>
                </a:lnTo>
                <a:lnTo>
                  <a:pt x="823751" y="126264"/>
                </a:lnTo>
                <a:lnTo>
                  <a:pt x="824444" y="127601"/>
                </a:lnTo>
                <a:lnTo>
                  <a:pt x="825179" y="128906"/>
                </a:lnTo>
                <a:lnTo>
                  <a:pt x="825956" y="130180"/>
                </a:lnTo>
                <a:lnTo>
                  <a:pt x="826775" y="131422"/>
                </a:lnTo>
                <a:lnTo>
                  <a:pt x="827637" y="132633"/>
                </a:lnTo>
                <a:lnTo>
                  <a:pt x="828540" y="133812"/>
                </a:lnTo>
                <a:lnTo>
                  <a:pt x="829485" y="134960"/>
                </a:lnTo>
                <a:lnTo>
                  <a:pt x="830472" y="136076"/>
                </a:lnTo>
                <a:lnTo>
                  <a:pt x="831488" y="137153"/>
                </a:lnTo>
                <a:lnTo>
                  <a:pt x="832522" y="138184"/>
                </a:lnTo>
                <a:lnTo>
                  <a:pt x="833572" y="139170"/>
                </a:lnTo>
                <a:lnTo>
                  <a:pt x="834640" y="140109"/>
                </a:lnTo>
                <a:lnTo>
                  <a:pt x="835724" y="141003"/>
                </a:lnTo>
                <a:lnTo>
                  <a:pt x="836826" y="141851"/>
                </a:lnTo>
                <a:lnTo>
                  <a:pt x="837944" y="142653"/>
                </a:lnTo>
                <a:lnTo>
                  <a:pt x="839079" y="143409"/>
                </a:lnTo>
                <a:lnTo>
                  <a:pt x="840232" y="144120"/>
                </a:lnTo>
                <a:lnTo>
                  <a:pt x="841401" y="144784"/>
                </a:lnTo>
                <a:lnTo>
                  <a:pt x="842587" y="145403"/>
                </a:lnTo>
                <a:lnTo>
                  <a:pt x="843791" y="145976"/>
                </a:lnTo>
                <a:lnTo>
                  <a:pt x="845011" y="146503"/>
                </a:lnTo>
                <a:lnTo>
                  <a:pt x="846248" y="146984"/>
                </a:lnTo>
                <a:lnTo>
                  <a:pt x="847502" y="147420"/>
                </a:lnTo>
                <a:lnTo>
                  <a:pt x="848774" y="147809"/>
                </a:lnTo>
                <a:lnTo>
                  <a:pt x="850062" y="148153"/>
                </a:lnTo>
                <a:lnTo>
                  <a:pt x="851367" y="148451"/>
                </a:lnTo>
                <a:lnTo>
                  <a:pt x="852689" y="148703"/>
                </a:lnTo>
                <a:lnTo>
                  <a:pt x="854028" y="148909"/>
                </a:lnTo>
                <a:lnTo>
                  <a:pt x="855384" y="149070"/>
                </a:lnTo>
                <a:lnTo>
                  <a:pt x="856758" y="149184"/>
                </a:lnTo>
                <a:lnTo>
                  <a:pt x="858148" y="149253"/>
                </a:lnTo>
                <a:lnTo>
                  <a:pt x="859555" y="149276"/>
                </a:lnTo>
                <a:lnTo>
                  <a:pt x="860850" y="149256"/>
                </a:lnTo>
                <a:lnTo>
                  <a:pt x="862126" y="149196"/>
                </a:lnTo>
                <a:lnTo>
                  <a:pt x="863385" y="149095"/>
                </a:lnTo>
                <a:lnTo>
                  <a:pt x="864625" y="148954"/>
                </a:lnTo>
                <a:lnTo>
                  <a:pt x="865847" y="148773"/>
                </a:lnTo>
                <a:lnTo>
                  <a:pt x="867051" y="148552"/>
                </a:lnTo>
                <a:lnTo>
                  <a:pt x="868236" y="148291"/>
                </a:lnTo>
                <a:lnTo>
                  <a:pt x="869404" y="147989"/>
                </a:lnTo>
                <a:lnTo>
                  <a:pt x="870553" y="147647"/>
                </a:lnTo>
                <a:lnTo>
                  <a:pt x="871683" y="147265"/>
                </a:lnTo>
                <a:lnTo>
                  <a:pt x="872796" y="146843"/>
                </a:lnTo>
                <a:lnTo>
                  <a:pt x="873890" y="146381"/>
                </a:lnTo>
                <a:lnTo>
                  <a:pt x="874967" y="145878"/>
                </a:lnTo>
                <a:lnTo>
                  <a:pt x="876024" y="145335"/>
                </a:lnTo>
                <a:lnTo>
                  <a:pt x="877064" y="144752"/>
                </a:lnTo>
                <a:lnTo>
                  <a:pt x="878086" y="144129"/>
                </a:lnTo>
                <a:lnTo>
                  <a:pt x="879089" y="143465"/>
                </a:lnTo>
                <a:lnTo>
                  <a:pt x="880074" y="142761"/>
                </a:lnTo>
                <a:lnTo>
                  <a:pt x="881041" y="142017"/>
                </a:lnTo>
                <a:lnTo>
                  <a:pt x="881989" y="141233"/>
                </a:lnTo>
                <a:lnTo>
                  <a:pt x="882919" y="140409"/>
                </a:lnTo>
                <a:lnTo>
                  <a:pt x="883831" y="139544"/>
                </a:lnTo>
                <a:lnTo>
                  <a:pt x="884725" y="138639"/>
                </a:lnTo>
                <a:lnTo>
                  <a:pt x="885601" y="137694"/>
                </a:lnTo>
                <a:lnTo>
                  <a:pt x="886453" y="136725"/>
                </a:lnTo>
                <a:lnTo>
                  <a:pt x="887277" y="135746"/>
                </a:lnTo>
                <a:lnTo>
                  <a:pt x="888072" y="134759"/>
                </a:lnTo>
                <a:lnTo>
                  <a:pt x="888838" y="133764"/>
                </a:lnTo>
                <a:lnTo>
                  <a:pt x="889576" y="132759"/>
                </a:lnTo>
                <a:lnTo>
                  <a:pt x="890285" y="131746"/>
                </a:lnTo>
                <a:lnTo>
                  <a:pt x="890966" y="130724"/>
                </a:lnTo>
                <a:lnTo>
                  <a:pt x="891618" y="129693"/>
                </a:lnTo>
                <a:lnTo>
                  <a:pt x="892241" y="128653"/>
                </a:lnTo>
                <a:lnTo>
                  <a:pt x="892836" y="127605"/>
                </a:lnTo>
                <a:lnTo>
                  <a:pt x="893402" y="126548"/>
                </a:lnTo>
                <a:lnTo>
                  <a:pt x="893940" y="125482"/>
                </a:lnTo>
                <a:lnTo>
                  <a:pt x="894449" y="124407"/>
                </a:lnTo>
                <a:lnTo>
                  <a:pt x="894929" y="123324"/>
                </a:lnTo>
                <a:lnTo>
                  <a:pt x="895381" y="122232"/>
                </a:lnTo>
                <a:lnTo>
                  <a:pt x="895804" y="121131"/>
                </a:lnTo>
                <a:lnTo>
                  <a:pt x="896199" y="120021"/>
                </a:lnTo>
                <a:lnTo>
                  <a:pt x="896565" y="118903"/>
                </a:lnTo>
                <a:lnTo>
                  <a:pt x="896902" y="117776"/>
                </a:lnTo>
                <a:lnTo>
                  <a:pt x="897211" y="116640"/>
                </a:lnTo>
                <a:lnTo>
                  <a:pt x="897491" y="115495"/>
                </a:lnTo>
                <a:lnTo>
                  <a:pt x="897743" y="114342"/>
                </a:lnTo>
                <a:lnTo>
                  <a:pt x="897966" y="113179"/>
                </a:lnTo>
                <a:lnTo>
                  <a:pt x="898161" y="112008"/>
                </a:lnTo>
                <a:lnTo>
                  <a:pt x="894969" y="109950"/>
                </a:lnTo>
                <a:lnTo>
                  <a:pt x="894579" y="110966"/>
                </a:lnTo>
                <a:lnTo>
                  <a:pt x="894182" y="111958"/>
                </a:lnTo>
                <a:lnTo>
                  <a:pt x="893776" y="112925"/>
                </a:lnTo>
                <a:lnTo>
                  <a:pt x="893363" y="113866"/>
                </a:lnTo>
                <a:lnTo>
                  <a:pt x="892943" y="114782"/>
                </a:lnTo>
                <a:lnTo>
                  <a:pt x="892514" y="115673"/>
                </a:lnTo>
                <a:lnTo>
                  <a:pt x="892078" y="116539"/>
                </a:lnTo>
                <a:lnTo>
                  <a:pt x="891635" y="117379"/>
                </a:lnTo>
                <a:lnTo>
                  <a:pt x="891183" y="118194"/>
                </a:lnTo>
                <a:lnTo>
                  <a:pt x="890724" y="118984"/>
                </a:lnTo>
                <a:lnTo>
                  <a:pt x="890258" y="119749"/>
                </a:lnTo>
                <a:lnTo>
                  <a:pt x="889783" y="120489"/>
                </a:lnTo>
                <a:lnTo>
                  <a:pt x="889301" y="121203"/>
                </a:lnTo>
                <a:lnTo>
                  <a:pt x="888811" y="121893"/>
                </a:lnTo>
                <a:lnTo>
                  <a:pt x="888314" y="122557"/>
                </a:lnTo>
                <a:lnTo>
                  <a:pt x="887809" y="123196"/>
                </a:lnTo>
                <a:lnTo>
                  <a:pt x="887296" y="123809"/>
                </a:lnTo>
                <a:lnTo>
                  <a:pt x="886775" y="124398"/>
                </a:lnTo>
                <a:lnTo>
                  <a:pt x="886247" y="124961"/>
                </a:lnTo>
                <a:lnTo>
                  <a:pt x="885711" y="125499"/>
                </a:lnTo>
                <a:lnTo>
                  <a:pt x="885167" y="126012"/>
                </a:lnTo>
                <a:lnTo>
                  <a:pt x="884616" y="126500"/>
                </a:lnTo>
                <a:lnTo>
                  <a:pt x="884057" y="126962"/>
                </a:lnTo>
                <a:lnTo>
                  <a:pt x="883490" y="127399"/>
                </a:lnTo>
                <a:lnTo>
                  <a:pt x="882916" y="127815"/>
                </a:lnTo>
                <a:lnTo>
                  <a:pt x="882333" y="128213"/>
                </a:lnTo>
                <a:lnTo>
                  <a:pt x="881741" y="128594"/>
                </a:lnTo>
                <a:lnTo>
                  <a:pt x="881141" y="128956"/>
                </a:lnTo>
                <a:lnTo>
                  <a:pt x="880533" y="129302"/>
                </a:lnTo>
                <a:lnTo>
                  <a:pt x="879916" y="129629"/>
                </a:lnTo>
                <a:lnTo>
                  <a:pt x="879291" y="129938"/>
                </a:lnTo>
                <a:lnTo>
                  <a:pt x="878657" y="130230"/>
                </a:lnTo>
                <a:lnTo>
                  <a:pt x="878016" y="130505"/>
                </a:lnTo>
                <a:lnTo>
                  <a:pt x="877365" y="130761"/>
                </a:lnTo>
                <a:lnTo>
                  <a:pt x="876707" y="131000"/>
                </a:lnTo>
                <a:lnTo>
                  <a:pt x="876039" y="131221"/>
                </a:lnTo>
                <a:lnTo>
                  <a:pt x="875364" y="131425"/>
                </a:lnTo>
                <a:lnTo>
                  <a:pt x="874680" y="131611"/>
                </a:lnTo>
                <a:lnTo>
                  <a:pt x="873988" y="131779"/>
                </a:lnTo>
                <a:lnTo>
                  <a:pt x="873287" y="131929"/>
                </a:lnTo>
                <a:lnTo>
                  <a:pt x="872578" y="132062"/>
                </a:lnTo>
                <a:lnTo>
                  <a:pt x="871860" y="132177"/>
                </a:lnTo>
                <a:lnTo>
                  <a:pt x="871134" y="132274"/>
                </a:lnTo>
                <a:lnTo>
                  <a:pt x="870400" y="132354"/>
                </a:lnTo>
                <a:lnTo>
                  <a:pt x="869657" y="132416"/>
                </a:lnTo>
                <a:lnTo>
                  <a:pt x="868906" y="132460"/>
                </a:lnTo>
                <a:lnTo>
                  <a:pt x="868147" y="132486"/>
                </a:lnTo>
                <a:lnTo>
                  <a:pt x="867379" y="132495"/>
                </a:lnTo>
                <a:lnTo>
                  <a:pt x="866227" y="132475"/>
                </a:lnTo>
                <a:lnTo>
                  <a:pt x="865088" y="132413"/>
                </a:lnTo>
                <a:lnTo>
                  <a:pt x="863961" y="132309"/>
                </a:lnTo>
                <a:lnTo>
                  <a:pt x="862846" y="132164"/>
                </a:lnTo>
                <a:lnTo>
                  <a:pt x="861744" y="131978"/>
                </a:lnTo>
                <a:lnTo>
                  <a:pt x="860655" y="131751"/>
                </a:lnTo>
                <a:lnTo>
                  <a:pt x="859578" y="131482"/>
                </a:lnTo>
                <a:lnTo>
                  <a:pt x="858514" y="131172"/>
                </a:lnTo>
                <a:lnTo>
                  <a:pt x="857462" y="130820"/>
                </a:lnTo>
                <a:lnTo>
                  <a:pt x="856423" y="130427"/>
                </a:lnTo>
                <a:lnTo>
                  <a:pt x="855396" y="129993"/>
                </a:lnTo>
                <a:lnTo>
                  <a:pt x="854382" y="129517"/>
                </a:lnTo>
                <a:lnTo>
                  <a:pt x="853380" y="129000"/>
                </a:lnTo>
                <a:lnTo>
                  <a:pt x="852390" y="128442"/>
                </a:lnTo>
                <a:lnTo>
                  <a:pt x="851414" y="127842"/>
                </a:lnTo>
                <a:lnTo>
                  <a:pt x="850449" y="127201"/>
                </a:lnTo>
                <a:lnTo>
                  <a:pt x="849498" y="126518"/>
                </a:lnTo>
                <a:lnTo>
                  <a:pt x="848558" y="125794"/>
                </a:lnTo>
                <a:lnTo>
                  <a:pt x="847632" y="125029"/>
                </a:lnTo>
                <a:lnTo>
                  <a:pt x="846718" y="124222"/>
                </a:lnTo>
                <a:lnTo>
                  <a:pt x="845816" y="123374"/>
                </a:lnTo>
                <a:lnTo>
                  <a:pt x="844927" y="122485"/>
                </a:lnTo>
                <a:lnTo>
                  <a:pt x="844050" y="121554"/>
                </a:lnTo>
                <a:lnTo>
                  <a:pt x="843186" y="120582"/>
                </a:lnTo>
                <a:lnTo>
                  <a:pt x="842346" y="119573"/>
                </a:lnTo>
                <a:lnTo>
                  <a:pt x="841542" y="118533"/>
                </a:lnTo>
                <a:lnTo>
                  <a:pt x="840775" y="117462"/>
                </a:lnTo>
                <a:lnTo>
                  <a:pt x="840043" y="116359"/>
                </a:lnTo>
                <a:lnTo>
                  <a:pt x="839348" y="115225"/>
                </a:lnTo>
                <a:lnTo>
                  <a:pt x="838688" y="114059"/>
                </a:lnTo>
                <a:lnTo>
                  <a:pt x="838065" y="112862"/>
                </a:lnTo>
                <a:lnTo>
                  <a:pt x="837478" y="111634"/>
                </a:lnTo>
                <a:lnTo>
                  <a:pt x="836927" y="110374"/>
                </a:lnTo>
                <a:lnTo>
                  <a:pt x="836412" y="109083"/>
                </a:lnTo>
                <a:lnTo>
                  <a:pt x="835933" y="107760"/>
                </a:lnTo>
                <a:lnTo>
                  <a:pt x="835490" y="106407"/>
                </a:lnTo>
                <a:lnTo>
                  <a:pt x="835084" y="105021"/>
                </a:lnTo>
                <a:lnTo>
                  <a:pt x="834713" y="103605"/>
                </a:lnTo>
                <a:lnTo>
                  <a:pt x="834379" y="102157"/>
                </a:lnTo>
                <a:lnTo>
                  <a:pt x="834081" y="100677"/>
                </a:lnTo>
                <a:lnTo>
                  <a:pt x="833818" y="99167"/>
                </a:lnTo>
                <a:lnTo>
                  <a:pt x="833592" y="97624"/>
                </a:lnTo>
                <a:lnTo>
                  <a:pt x="833402" y="96051"/>
                </a:lnTo>
                <a:lnTo>
                  <a:pt x="833248" y="94446"/>
                </a:lnTo>
                <a:lnTo>
                  <a:pt x="833131" y="92810"/>
                </a:lnTo>
                <a:lnTo>
                  <a:pt x="833049" y="91142"/>
                </a:lnTo>
                <a:lnTo>
                  <a:pt x="833003" y="89443"/>
                </a:lnTo>
                <a:lnTo>
                  <a:pt x="832994" y="87713"/>
                </a:lnTo>
                <a:lnTo>
                  <a:pt x="898161" y="87713"/>
                </a:lnTo>
                <a:lnTo>
                  <a:pt x="898143" y="86270"/>
                </a:lnTo>
                <a:lnTo>
                  <a:pt x="898090" y="84853"/>
                </a:lnTo>
                <a:lnTo>
                  <a:pt x="898001" y="83459"/>
                </a:lnTo>
                <a:close/>
                <a:moveTo>
                  <a:pt x="833527" y="77940"/>
                </a:moveTo>
                <a:lnTo>
                  <a:pt x="833709" y="77034"/>
                </a:lnTo>
                <a:lnTo>
                  <a:pt x="833911" y="76147"/>
                </a:lnTo>
                <a:lnTo>
                  <a:pt x="834132" y="75278"/>
                </a:lnTo>
                <a:lnTo>
                  <a:pt x="834372" y="74426"/>
                </a:lnTo>
                <a:lnTo>
                  <a:pt x="834632" y="73593"/>
                </a:lnTo>
                <a:lnTo>
                  <a:pt x="834912" y="72778"/>
                </a:lnTo>
                <a:lnTo>
                  <a:pt x="835211" y="71981"/>
                </a:lnTo>
                <a:lnTo>
                  <a:pt x="835529" y="71202"/>
                </a:lnTo>
                <a:lnTo>
                  <a:pt x="835867" y="70441"/>
                </a:lnTo>
                <a:lnTo>
                  <a:pt x="836224" y="69698"/>
                </a:lnTo>
                <a:lnTo>
                  <a:pt x="836601" y="68973"/>
                </a:lnTo>
                <a:lnTo>
                  <a:pt x="836997" y="68267"/>
                </a:lnTo>
                <a:lnTo>
                  <a:pt x="837413" y="67578"/>
                </a:lnTo>
                <a:lnTo>
                  <a:pt x="837849" y="66907"/>
                </a:lnTo>
                <a:lnTo>
                  <a:pt x="838303" y="66255"/>
                </a:lnTo>
                <a:lnTo>
                  <a:pt x="838778" y="65620"/>
                </a:lnTo>
                <a:lnTo>
                  <a:pt x="839271" y="65003"/>
                </a:lnTo>
                <a:lnTo>
                  <a:pt x="839785" y="64405"/>
                </a:lnTo>
                <a:lnTo>
                  <a:pt x="840317" y="63825"/>
                </a:lnTo>
                <a:lnTo>
                  <a:pt x="840869" y="63262"/>
                </a:lnTo>
                <a:lnTo>
                  <a:pt x="841435" y="62720"/>
                </a:lnTo>
                <a:lnTo>
                  <a:pt x="842006" y="62202"/>
                </a:lnTo>
                <a:lnTo>
                  <a:pt x="842583" y="61706"/>
                </a:lnTo>
                <a:lnTo>
                  <a:pt x="843167" y="61233"/>
                </a:lnTo>
                <a:lnTo>
                  <a:pt x="843757" y="60784"/>
                </a:lnTo>
                <a:lnTo>
                  <a:pt x="844354" y="60357"/>
                </a:lnTo>
                <a:lnTo>
                  <a:pt x="844956" y="59954"/>
                </a:lnTo>
                <a:lnTo>
                  <a:pt x="845565" y="59573"/>
                </a:lnTo>
                <a:lnTo>
                  <a:pt x="846180" y="59216"/>
                </a:lnTo>
                <a:lnTo>
                  <a:pt x="846802" y="58881"/>
                </a:lnTo>
                <a:lnTo>
                  <a:pt x="847429" y="58570"/>
                </a:lnTo>
                <a:lnTo>
                  <a:pt x="848063" y="58282"/>
                </a:lnTo>
                <a:lnTo>
                  <a:pt x="848703" y="58017"/>
                </a:lnTo>
                <a:lnTo>
                  <a:pt x="849350" y="57775"/>
                </a:lnTo>
                <a:lnTo>
                  <a:pt x="850002" y="57556"/>
                </a:lnTo>
                <a:lnTo>
                  <a:pt x="850661" y="57360"/>
                </a:lnTo>
                <a:lnTo>
                  <a:pt x="851326" y="57187"/>
                </a:lnTo>
                <a:lnTo>
                  <a:pt x="851998" y="57037"/>
                </a:lnTo>
                <a:lnTo>
                  <a:pt x="852675" y="56910"/>
                </a:lnTo>
                <a:lnTo>
                  <a:pt x="853359" y="56806"/>
                </a:lnTo>
                <a:lnTo>
                  <a:pt x="854049" y="56726"/>
                </a:lnTo>
                <a:lnTo>
                  <a:pt x="854746" y="56668"/>
                </a:lnTo>
                <a:lnTo>
                  <a:pt x="855448" y="56633"/>
                </a:lnTo>
                <a:lnTo>
                  <a:pt x="856157" y="56622"/>
                </a:lnTo>
                <a:lnTo>
                  <a:pt x="856620" y="56628"/>
                </a:lnTo>
                <a:lnTo>
                  <a:pt x="857081" y="56645"/>
                </a:lnTo>
                <a:lnTo>
                  <a:pt x="857540" y="56673"/>
                </a:lnTo>
                <a:lnTo>
                  <a:pt x="857998" y="56713"/>
                </a:lnTo>
                <a:lnTo>
                  <a:pt x="858454" y="56765"/>
                </a:lnTo>
                <a:lnTo>
                  <a:pt x="858908" y="56828"/>
                </a:lnTo>
                <a:lnTo>
                  <a:pt x="859361" y="56902"/>
                </a:lnTo>
                <a:lnTo>
                  <a:pt x="859812" y="56988"/>
                </a:lnTo>
                <a:lnTo>
                  <a:pt x="860262" y="57085"/>
                </a:lnTo>
                <a:lnTo>
                  <a:pt x="860710" y="57194"/>
                </a:lnTo>
                <a:lnTo>
                  <a:pt x="861156" y="57314"/>
                </a:lnTo>
                <a:lnTo>
                  <a:pt x="861601" y="57446"/>
                </a:lnTo>
                <a:lnTo>
                  <a:pt x="862044" y="57589"/>
                </a:lnTo>
                <a:lnTo>
                  <a:pt x="862486" y="57743"/>
                </a:lnTo>
                <a:lnTo>
                  <a:pt x="862926" y="57909"/>
                </a:lnTo>
                <a:lnTo>
                  <a:pt x="863364" y="58086"/>
                </a:lnTo>
                <a:lnTo>
                  <a:pt x="863801" y="58275"/>
                </a:lnTo>
                <a:lnTo>
                  <a:pt x="864236" y="58475"/>
                </a:lnTo>
                <a:lnTo>
                  <a:pt x="864669" y="58687"/>
                </a:lnTo>
                <a:lnTo>
                  <a:pt x="865101" y="58910"/>
                </a:lnTo>
                <a:lnTo>
                  <a:pt x="865531" y="59144"/>
                </a:lnTo>
                <a:lnTo>
                  <a:pt x="865960" y="59390"/>
                </a:lnTo>
                <a:lnTo>
                  <a:pt x="866387" y="59647"/>
                </a:lnTo>
                <a:lnTo>
                  <a:pt x="866813" y="59916"/>
                </a:lnTo>
                <a:lnTo>
                  <a:pt x="867233" y="60195"/>
                </a:lnTo>
                <a:lnTo>
                  <a:pt x="867644" y="60483"/>
                </a:lnTo>
                <a:lnTo>
                  <a:pt x="868047" y="60779"/>
                </a:lnTo>
                <a:lnTo>
                  <a:pt x="868441" y="61083"/>
                </a:lnTo>
                <a:lnTo>
                  <a:pt x="868826" y="61396"/>
                </a:lnTo>
                <a:lnTo>
                  <a:pt x="869203" y="61718"/>
                </a:lnTo>
                <a:lnTo>
                  <a:pt x="869571" y="62048"/>
                </a:lnTo>
                <a:lnTo>
                  <a:pt x="869930" y="62387"/>
                </a:lnTo>
                <a:lnTo>
                  <a:pt x="870280" y="62735"/>
                </a:lnTo>
                <a:lnTo>
                  <a:pt x="870621" y="63091"/>
                </a:lnTo>
                <a:lnTo>
                  <a:pt x="870954" y="63455"/>
                </a:lnTo>
                <a:lnTo>
                  <a:pt x="871278" y="63828"/>
                </a:lnTo>
                <a:lnTo>
                  <a:pt x="871593" y="64210"/>
                </a:lnTo>
                <a:lnTo>
                  <a:pt x="871900" y="64600"/>
                </a:lnTo>
                <a:lnTo>
                  <a:pt x="872197" y="64999"/>
                </a:lnTo>
                <a:lnTo>
                  <a:pt x="872486" y="65407"/>
                </a:lnTo>
                <a:lnTo>
                  <a:pt x="872766" y="65823"/>
                </a:lnTo>
                <a:lnTo>
                  <a:pt x="873038" y="66248"/>
                </a:lnTo>
                <a:lnTo>
                  <a:pt x="873300" y="66681"/>
                </a:lnTo>
                <a:lnTo>
                  <a:pt x="873554" y="67123"/>
                </a:lnTo>
                <a:lnTo>
                  <a:pt x="873799" y="67573"/>
                </a:lnTo>
                <a:lnTo>
                  <a:pt x="874036" y="68032"/>
                </a:lnTo>
                <a:lnTo>
                  <a:pt x="874263" y="68500"/>
                </a:lnTo>
                <a:lnTo>
                  <a:pt x="874482" y="68976"/>
                </a:lnTo>
                <a:lnTo>
                  <a:pt x="874618" y="69294"/>
                </a:lnTo>
                <a:lnTo>
                  <a:pt x="874749" y="69631"/>
                </a:lnTo>
                <a:lnTo>
                  <a:pt x="874876" y="69986"/>
                </a:lnTo>
                <a:lnTo>
                  <a:pt x="875000" y="70360"/>
                </a:lnTo>
                <a:lnTo>
                  <a:pt x="875120" y="70752"/>
                </a:lnTo>
                <a:lnTo>
                  <a:pt x="875235" y="71163"/>
                </a:lnTo>
                <a:lnTo>
                  <a:pt x="875347" y="71593"/>
                </a:lnTo>
                <a:lnTo>
                  <a:pt x="875455" y="72041"/>
                </a:lnTo>
                <a:lnTo>
                  <a:pt x="875558" y="72508"/>
                </a:lnTo>
                <a:lnTo>
                  <a:pt x="875658" y="72994"/>
                </a:lnTo>
                <a:lnTo>
                  <a:pt x="875754" y="73498"/>
                </a:lnTo>
                <a:lnTo>
                  <a:pt x="875846" y="74020"/>
                </a:lnTo>
                <a:lnTo>
                  <a:pt x="875935" y="74562"/>
                </a:lnTo>
                <a:lnTo>
                  <a:pt x="876019" y="75121"/>
                </a:lnTo>
                <a:lnTo>
                  <a:pt x="876099" y="75700"/>
                </a:lnTo>
                <a:lnTo>
                  <a:pt x="876175" y="76297"/>
                </a:lnTo>
                <a:lnTo>
                  <a:pt x="876248" y="76912"/>
                </a:lnTo>
                <a:lnTo>
                  <a:pt x="876316" y="77546"/>
                </a:lnTo>
                <a:lnTo>
                  <a:pt x="876381" y="78199"/>
                </a:lnTo>
                <a:lnTo>
                  <a:pt x="876441" y="78870"/>
                </a:lnTo>
                <a:lnTo>
                  <a:pt x="876498" y="79560"/>
                </a:lnTo>
                <a:lnTo>
                  <a:pt x="876551" y="80269"/>
                </a:lnTo>
                <a:lnTo>
                  <a:pt x="876599" y="80996"/>
                </a:lnTo>
                <a:lnTo>
                  <a:pt x="876644" y="81741"/>
                </a:lnTo>
                <a:lnTo>
                  <a:pt x="832994" y="81741"/>
                </a:lnTo>
                <a:lnTo>
                  <a:pt x="833098" y="80764"/>
                </a:lnTo>
                <a:lnTo>
                  <a:pt x="833222" y="79804"/>
                </a:lnTo>
                <a:lnTo>
                  <a:pt x="833365" y="78863"/>
                </a:lnTo>
                <a:lnTo>
                  <a:pt x="833527" y="77940"/>
                </a:lnTo>
                <a:close/>
                <a:moveTo>
                  <a:pt x="1260856" y="83459"/>
                </a:moveTo>
                <a:lnTo>
                  <a:pt x="1260732" y="82090"/>
                </a:lnTo>
                <a:lnTo>
                  <a:pt x="1260573" y="80746"/>
                </a:lnTo>
                <a:lnTo>
                  <a:pt x="1260378" y="79426"/>
                </a:lnTo>
                <a:lnTo>
                  <a:pt x="1260148" y="78130"/>
                </a:lnTo>
                <a:lnTo>
                  <a:pt x="1259883" y="76859"/>
                </a:lnTo>
                <a:lnTo>
                  <a:pt x="1259582" y="75612"/>
                </a:lnTo>
                <a:lnTo>
                  <a:pt x="1259246" y="74389"/>
                </a:lnTo>
                <a:lnTo>
                  <a:pt x="1258874" y="73191"/>
                </a:lnTo>
                <a:lnTo>
                  <a:pt x="1258467" y="72018"/>
                </a:lnTo>
                <a:lnTo>
                  <a:pt x="1258025" y="70868"/>
                </a:lnTo>
                <a:lnTo>
                  <a:pt x="1257547" y="69744"/>
                </a:lnTo>
                <a:lnTo>
                  <a:pt x="1257034" y="68643"/>
                </a:lnTo>
                <a:lnTo>
                  <a:pt x="1256486" y="67567"/>
                </a:lnTo>
                <a:lnTo>
                  <a:pt x="1255902" y="66516"/>
                </a:lnTo>
                <a:lnTo>
                  <a:pt x="1255282" y="65489"/>
                </a:lnTo>
                <a:lnTo>
                  <a:pt x="1254628" y="64486"/>
                </a:lnTo>
                <a:lnTo>
                  <a:pt x="1253938" y="63508"/>
                </a:lnTo>
                <a:lnTo>
                  <a:pt x="1253212" y="62554"/>
                </a:lnTo>
                <a:lnTo>
                  <a:pt x="1252451" y="61625"/>
                </a:lnTo>
                <a:lnTo>
                  <a:pt x="1251655" y="60720"/>
                </a:lnTo>
                <a:lnTo>
                  <a:pt x="1250823" y="59839"/>
                </a:lnTo>
                <a:lnTo>
                  <a:pt x="1249964" y="58989"/>
                </a:lnTo>
                <a:lnTo>
                  <a:pt x="1249085" y="58174"/>
                </a:lnTo>
                <a:lnTo>
                  <a:pt x="1248187" y="57396"/>
                </a:lnTo>
                <a:lnTo>
                  <a:pt x="1247269" y="56654"/>
                </a:lnTo>
                <a:lnTo>
                  <a:pt x="1246331" y="55948"/>
                </a:lnTo>
                <a:lnTo>
                  <a:pt x="1245374" y="55279"/>
                </a:lnTo>
                <a:lnTo>
                  <a:pt x="1244396" y="54645"/>
                </a:lnTo>
                <a:lnTo>
                  <a:pt x="1243400" y="54048"/>
                </a:lnTo>
                <a:lnTo>
                  <a:pt x="1242383" y="53487"/>
                </a:lnTo>
                <a:lnTo>
                  <a:pt x="1241347" y="52962"/>
                </a:lnTo>
                <a:lnTo>
                  <a:pt x="1240291" y="52474"/>
                </a:lnTo>
                <a:lnTo>
                  <a:pt x="1239216" y="52021"/>
                </a:lnTo>
                <a:lnTo>
                  <a:pt x="1238121" y="51605"/>
                </a:lnTo>
                <a:lnTo>
                  <a:pt x="1237006" y="51225"/>
                </a:lnTo>
                <a:lnTo>
                  <a:pt x="1235872" y="50881"/>
                </a:lnTo>
                <a:lnTo>
                  <a:pt x="1234718" y="50574"/>
                </a:lnTo>
                <a:lnTo>
                  <a:pt x="1233544" y="50302"/>
                </a:lnTo>
                <a:lnTo>
                  <a:pt x="1232351" y="50067"/>
                </a:lnTo>
                <a:lnTo>
                  <a:pt x="1231137" y="49868"/>
                </a:lnTo>
                <a:lnTo>
                  <a:pt x="1229905" y="49705"/>
                </a:lnTo>
                <a:lnTo>
                  <a:pt x="1228652" y="49578"/>
                </a:lnTo>
                <a:lnTo>
                  <a:pt x="1227380" y="49488"/>
                </a:lnTo>
                <a:lnTo>
                  <a:pt x="1226089" y="49434"/>
                </a:lnTo>
                <a:lnTo>
                  <a:pt x="1224777" y="49416"/>
                </a:lnTo>
                <a:lnTo>
                  <a:pt x="1223227" y="49439"/>
                </a:lnTo>
                <a:lnTo>
                  <a:pt x="1221699" y="49509"/>
                </a:lnTo>
                <a:lnTo>
                  <a:pt x="1220192" y="49627"/>
                </a:lnTo>
                <a:lnTo>
                  <a:pt x="1218708" y="49791"/>
                </a:lnTo>
                <a:lnTo>
                  <a:pt x="1217245" y="50002"/>
                </a:lnTo>
                <a:lnTo>
                  <a:pt x="1215805" y="50260"/>
                </a:lnTo>
                <a:lnTo>
                  <a:pt x="1214386" y="50565"/>
                </a:lnTo>
                <a:lnTo>
                  <a:pt x="1212990" y="50917"/>
                </a:lnTo>
                <a:lnTo>
                  <a:pt x="1211615" y="51316"/>
                </a:lnTo>
                <a:lnTo>
                  <a:pt x="1210263" y="51761"/>
                </a:lnTo>
                <a:lnTo>
                  <a:pt x="1208932" y="52254"/>
                </a:lnTo>
                <a:lnTo>
                  <a:pt x="1207623" y="52794"/>
                </a:lnTo>
                <a:lnTo>
                  <a:pt x="1206337" y="53380"/>
                </a:lnTo>
                <a:lnTo>
                  <a:pt x="1205072" y="54013"/>
                </a:lnTo>
                <a:lnTo>
                  <a:pt x="1203830" y="54694"/>
                </a:lnTo>
                <a:lnTo>
                  <a:pt x="1202609" y="55421"/>
                </a:lnTo>
                <a:lnTo>
                  <a:pt x="1201410" y="56195"/>
                </a:lnTo>
                <a:lnTo>
                  <a:pt x="1200234" y="57016"/>
                </a:lnTo>
                <a:lnTo>
                  <a:pt x="1199079" y="57884"/>
                </a:lnTo>
                <a:lnTo>
                  <a:pt x="1197946" y="58799"/>
                </a:lnTo>
                <a:lnTo>
                  <a:pt x="1196836" y="59761"/>
                </a:lnTo>
                <a:lnTo>
                  <a:pt x="1195747" y="60769"/>
                </a:lnTo>
                <a:lnTo>
                  <a:pt x="1194680" y="61825"/>
                </a:lnTo>
                <a:lnTo>
                  <a:pt x="1193635" y="62928"/>
                </a:lnTo>
                <a:lnTo>
                  <a:pt x="1192623" y="64072"/>
                </a:lnTo>
                <a:lnTo>
                  <a:pt x="1191654" y="65253"/>
                </a:lnTo>
                <a:lnTo>
                  <a:pt x="1190728" y="66471"/>
                </a:lnTo>
                <a:lnTo>
                  <a:pt x="1189845" y="67726"/>
                </a:lnTo>
                <a:lnTo>
                  <a:pt x="1189005" y="69018"/>
                </a:lnTo>
                <a:lnTo>
                  <a:pt x="1188208" y="70347"/>
                </a:lnTo>
                <a:lnTo>
                  <a:pt x="1187454" y="71712"/>
                </a:lnTo>
                <a:lnTo>
                  <a:pt x="1186743" y="73115"/>
                </a:lnTo>
                <a:lnTo>
                  <a:pt x="1186076" y="74554"/>
                </a:lnTo>
                <a:lnTo>
                  <a:pt x="1185451" y="76031"/>
                </a:lnTo>
                <a:lnTo>
                  <a:pt x="1184870" y="77544"/>
                </a:lnTo>
                <a:lnTo>
                  <a:pt x="1184331" y="79095"/>
                </a:lnTo>
                <a:lnTo>
                  <a:pt x="1183836" y="80682"/>
                </a:lnTo>
                <a:lnTo>
                  <a:pt x="1183384" y="82306"/>
                </a:lnTo>
                <a:lnTo>
                  <a:pt x="1182974" y="83967"/>
                </a:lnTo>
                <a:lnTo>
                  <a:pt x="1182608" y="85665"/>
                </a:lnTo>
                <a:lnTo>
                  <a:pt x="1182285" y="87400"/>
                </a:lnTo>
                <a:lnTo>
                  <a:pt x="1182005" y="89172"/>
                </a:lnTo>
                <a:lnTo>
                  <a:pt x="1181768" y="90980"/>
                </a:lnTo>
                <a:lnTo>
                  <a:pt x="1181575" y="92826"/>
                </a:lnTo>
                <a:lnTo>
                  <a:pt x="1181424" y="94709"/>
                </a:lnTo>
                <a:lnTo>
                  <a:pt x="1181316" y="96628"/>
                </a:lnTo>
                <a:lnTo>
                  <a:pt x="1181251" y="98585"/>
                </a:lnTo>
                <a:lnTo>
                  <a:pt x="1181230" y="100578"/>
                </a:lnTo>
                <a:lnTo>
                  <a:pt x="1181251" y="102420"/>
                </a:lnTo>
                <a:lnTo>
                  <a:pt x="1181314" y="104231"/>
                </a:lnTo>
                <a:lnTo>
                  <a:pt x="1181419" y="106010"/>
                </a:lnTo>
                <a:lnTo>
                  <a:pt x="1181566" y="107757"/>
                </a:lnTo>
                <a:lnTo>
                  <a:pt x="1181755" y="109473"/>
                </a:lnTo>
                <a:lnTo>
                  <a:pt x="1181986" y="111157"/>
                </a:lnTo>
                <a:lnTo>
                  <a:pt x="1182259" y="112810"/>
                </a:lnTo>
                <a:lnTo>
                  <a:pt x="1182574" y="114431"/>
                </a:lnTo>
                <a:lnTo>
                  <a:pt x="1182931" y="116021"/>
                </a:lnTo>
                <a:lnTo>
                  <a:pt x="1183330" y="117579"/>
                </a:lnTo>
                <a:lnTo>
                  <a:pt x="1183771" y="119105"/>
                </a:lnTo>
                <a:lnTo>
                  <a:pt x="1184254" y="120600"/>
                </a:lnTo>
                <a:lnTo>
                  <a:pt x="1184779" y="122063"/>
                </a:lnTo>
                <a:lnTo>
                  <a:pt x="1185346" y="123495"/>
                </a:lnTo>
                <a:lnTo>
                  <a:pt x="1185955" y="124895"/>
                </a:lnTo>
                <a:lnTo>
                  <a:pt x="1186606" y="126264"/>
                </a:lnTo>
                <a:lnTo>
                  <a:pt x="1187299" y="127601"/>
                </a:lnTo>
                <a:lnTo>
                  <a:pt x="1188034" y="128906"/>
                </a:lnTo>
                <a:lnTo>
                  <a:pt x="1188811" y="130180"/>
                </a:lnTo>
                <a:lnTo>
                  <a:pt x="1189630" y="131422"/>
                </a:lnTo>
                <a:lnTo>
                  <a:pt x="1190491" y="132633"/>
                </a:lnTo>
                <a:lnTo>
                  <a:pt x="1191394" y="133812"/>
                </a:lnTo>
                <a:lnTo>
                  <a:pt x="1192339" y="134960"/>
                </a:lnTo>
                <a:lnTo>
                  <a:pt x="1193326" y="136076"/>
                </a:lnTo>
                <a:lnTo>
                  <a:pt x="1194343" y="137153"/>
                </a:lnTo>
                <a:lnTo>
                  <a:pt x="1195376" y="138184"/>
                </a:lnTo>
                <a:lnTo>
                  <a:pt x="1196427" y="139170"/>
                </a:lnTo>
                <a:lnTo>
                  <a:pt x="1197494" y="140109"/>
                </a:lnTo>
                <a:lnTo>
                  <a:pt x="1198579" y="141003"/>
                </a:lnTo>
                <a:lnTo>
                  <a:pt x="1199680" y="141851"/>
                </a:lnTo>
                <a:lnTo>
                  <a:pt x="1200799" y="142653"/>
                </a:lnTo>
                <a:lnTo>
                  <a:pt x="1201934" y="143409"/>
                </a:lnTo>
                <a:lnTo>
                  <a:pt x="1203086" y="144120"/>
                </a:lnTo>
                <a:lnTo>
                  <a:pt x="1204256" y="144784"/>
                </a:lnTo>
                <a:lnTo>
                  <a:pt x="1205442" y="145403"/>
                </a:lnTo>
                <a:lnTo>
                  <a:pt x="1206645" y="145976"/>
                </a:lnTo>
                <a:lnTo>
                  <a:pt x="1207866" y="146503"/>
                </a:lnTo>
                <a:lnTo>
                  <a:pt x="1209103" y="146984"/>
                </a:lnTo>
                <a:lnTo>
                  <a:pt x="1210357" y="147420"/>
                </a:lnTo>
                <a:lnTo>
                  <a:pt x="1211628" y="147809"/>
                </a:lnTo>
                <a:lnTo>
                  <a:pt x="1212917" y="148153"/>
                </a:lnTo>
                <a:lnTo>
                  <a:pt x="1214222" y="148451"/>
                </a:lnTo>
                <a:lnTo>
                  <a:pt x="1215544" y="148703"/>
                </a:lnTo>
                <a:lnTo>
                  <a:pt x="1216883" y="148909"/>
                </a:lnTo>
                <a:lnTo>
                  <a:pt x="1218239" y="149070"/>
                </a:lnTo>
                <a:lnTo>
                  <a:pt x="1219612" y="149184"/>
                </a:lnTo>
                <a:lnTo>
                  <a:pt x="1221002" y="149253"/>
                </a:lnTo>
                <a:lnTo>
                  <a:pt x="1222410" y="149276"/>
                </a:lnTo>
                <a:lnTo>
                  <a:pt x="1223704" y="149256"/>
                </a:lnTo>
                <a:lnTo>
                  <a:pt x="1224981" y="149196"/>
                </a:lnTo>
                <a:lnTo>
                  <a:pt x="1226240" y="149095"/>
                </a:lnTo>
                <a:lnTo>
                  <a:pt x="1227480" y="148954"/>
                </a:lnTo>
                <a:lnTo>
                  <a:pt x="1228702" y="148773"/>
                </a:lnTo>
                <a:lnTo>
                  <a:pt x="1229905" y="148552"/>
                </a:lnTo>
                <a:lnTo>
                  <a:pt x="1231091" y="148291"/>
                </a:lnTo>
                <a:lnTo>
                  <a:pt x="1232258" y="147989"/>
                </a:lnTo>
                <a:lnTo>
                  <a:pt x="1233407" y="147647"/>
                </a:lnTo>
                <a:lnTo>
                  <a:pt x="1234538" y="147265"/>
                </a:lnTo>
                <a:lnTo>
                  <a:pt x="1235651" y="146843"/>
                </a:lnTo>
                <a:lnTo>
                  <a:pt x="1236745" y="146381"/>
                </a:lnTo>
                <a:lnTo>
                  <a:pt x="1237821" y="145878"/>
                </a:lnTo>
                <a:lnTo>
                  <a:pt x="1238879" y="145335"/>
                </a:lnTo>
                <a:lnTo>
                  <a:pt x="1239919" y="144752"/>
                </a:lnTo>
                <a:lnTo>
                  <a:pt x="1240940" y="144129"/>
                </a:lnTo>
                <a:lnTo>
                  <a:pt x="1241944" y="143465"/>
                </a:lnTo>
                <a:lnTo>
                  <a:pt x="1242929" y="142761"/>
                </a:lnTo>
                <a:lnTo>
                  <a:pt x="1243895" y="142017"/>
                </a:lnTo>
                <a:lnTo>
                  <a:pt x="1244844" y="141233"/>
                </a:lnTo>
                <a:lnTo>
                  <a:pt x="1245774" y="140409"/>
                </a:lnTo>
                <a:lnTo>
                  <a:pt x="1246686" y="139544"/>
                </a:lnTo>
                <a:lnTo>
                  <a:pt x="1247580" y="138639"/>
                </a:lnTo>
                <a:lnTo>
                  <a:pt x="1248456" y="137694"/>
                </a:lnTo>
                <a:lnTo>
                  <a:pt x="1249308" y="136725"/>
                </a:lnTo>
                <a:lnTo>
                  <a:pt x="1250131" y="135746"/>
                </a:lnTo>
                <a:lnTo>
                  <a:pt x="1250926" y="134759"/>
                </a:lnTo>
                <a:lnTo>
                  <a:pt x="1251693" y="133764"/>
                </a:lnTo>
                <a:lnTo>
                  <a:pt x="1252431" y="132759"/>
                </a:lnTo>
                <a:lnTo>
                  <a:pt x="1253140" y="131746"/>
                </a:lnTo>
                <a:lnTo>
                  <a:pt x="1253820" y="130724"/>
                </a:lnTo>
                <a:lnTo>
                  <a:pt x="1254472" y="129693"/>
                </a:lnTo>
                <a:lnTo>
                  <a:pt x="1255096" y="128653"/>
                </a:lnTo>
                <a:lnTo>
                  <a:pt x="1255691" y="127605"/>
                </a:lnTo>
                <a:lnTo>
                  <a:pt x="1256257" y="126548"/>
                </a:lnTo>
                <a:lnTo>
                  <a:pt x="1256794" y="125482"/>
                </a:lnTo>
                <a:lnTo>
                  <a:pt x="1257303" y="124407"/>
                </a:lnTo>
                <a:lnTo>
                  <a:pt x="1257784" y="123324"/>
                </a:lnTo>
                <a:lnTo>
                  <a:pt x="1258236" y="122232"/>
                </a:lnTo>
                <a:lnTo>
                  <a:pt x="1258659" y="121131"/>
                </a:lnTo>
                <a:lnTo>
                  <a:pt x="1259054" y="120021"/>
                </a:lnTo>
                <a:lnTo>
                  <a:pt x="1259420" y="118903"/>
                </a:lnTo>
                <a:lnTo>
                  <a:pt x="1259757" y="117776"/>
                </a:lnTo>
                <a:lnTo>
                  <a:pt x="1260066" y="116640"/>
                </a:lnTo>
                <a:lnTo>
                  <a:pt x="1260346" y="115495"/>
                </a:lnTo>
                <a:lnTo>
                  <a:pt x="1260598" y="114342"/>
                </a:lnTo>
                <a:lnTo>
                  <a:pt x="1260821" y="113179"/>
                </a:lnTo>
                <a:lnTo>
                  <a:pt x="1261015" y="112008"/>
                </a:lnTo>
                <a:lnTo>
                  <a:pt x="1257824" y="109950"/>
                </a:lnTo>
                <a:lnTo>
                  <a:pt x="1257434" y="110966"/>
                </a:lnTo>
                <a:lnTo>
                  <a:pt x="1257036" y="111958"/>
                </a:lnTo>
                <a:lnTo>
                  <a:pt x="1256631" y="112925"/>
                </a:lnTo>
                <a:lnTo>
                  <a:pt x="1256218" y="113866"/>
                </a:lnTo>
                <a:lnTo>
                  <a:pt x="1255798" y="114782"/>
                </a:lnTo>
                <a:lnTo>
                  <a:pt x="1255369" y="115673"/>
                </a:lnTo>
                <a:lnTo>
                  <a:pt x="1254933" y="116539"/>
                </a:lnTo>
                <a:lnTo>
                  <a:pt x="1254490" y="117379"/>
                </a:lnTo>
                <a:lnTo>
                  <a:pt x="1254038" y="118194"/>
                </a:lnTo>
                <a:lnTo>
                  <a:pt x="1253579" y="118984"/>
                </a:lnTo>
                <a:lnTo>
                  <a:pt x="1253112" y="119749"/>
                </a:lnTo>
                <a:lnTo>
                  <a:pt x="1252638" y="120489"/>
                </a:lnTo>
                <a:lnTo>
                  <a:pt x="1252156" y="121203"/>
                </a:lnTo>
                <a:lnTo>
                  <a:pt x="1251666" y="121893"/>
                </a:lnTo>
                <a:lnTo>
                  <a:pt x="1251168" y="122557"/>
                </a:lnTo>
                <a:lnTo>
                  <a:pt x="1250663" y="123196"/>
                </a:lnTo>
                <a:lnTo>
                  <a:pt x="1250150" y="123809"/>
                </a:lnTo>
                <a:lnTo>
                  <a:pt x="1249630" y="124398"/>
                </a:lnTo>
                <a:lnTo>
                  <a:pt x="1249102" y="124961"/>
                </a:lnTo>
                <a:lnTo>
                  <a:pt x="1248566" y="125499"/>
                </a:lnTo>
                <a:lnTo>
                  <a:pt x="1248022" y="126012"/>
                </a:lnTo>
                <a:lnTo>
                  <a:pt x="1247471" y="126500"/>
                </a:lnTo>
                <a:lnTo>
                  <a:pt x="1246912" y="126962"/>
                </a:lnTo>
                <a:lnTo>
                  <a:pt x="1246345" y="127399"/>
                </a:lnTo>
                <a:lnTo>
                  <a:pt x="1245770" y="127815"/>
                </a:lnTo>
                <a:lnTo>
                  <a:pt x="1245187" y="128213"/>
                </a:lnTo>
                <a:lnTo>
                  <a:pt x="1244596" y="128594"/>
                </a:lnTo>
                <a:lnTo>
                  <a:pt x="1243996" y="128956"/>
                </a:lnTo>
                <a:lnTo>
                  <a:pt x="1243388" y="129302"/>
                </a:lnTo>
                <a:lnTo>
                  <a:pt x="1242771" y="129629"/>
                </a:lnTo>
                <a:lnTo>
                  <a:pt x="1242146" y="129938"/>
                </a:lnTo>
                <a:lnTo>
                  <a:pt x="1241512" y="130230"/>
                </a:lnTo>
                <a:lnTo>
                  <a:pt x="1240870" y="130505"/>
                </a:lnTo>
                <a:lnTo>
                  <a:pt x="1240220" y="130761"/>
                </a:lnTo>
                <a:lnTo>
                  <a:pt x="1239561" y="131000"/>
                </a:lnTo>
                <a:lnTo>
                  <a:pt x="1238894" y="131221"/>
                </a:lnTo>
                <a:lnTo>
                  <a:pt x="1238219" y="131425"/>
                </a:lnTo>
                <a:lnTo>
                  <a:pt x="1237535" y="131611"/>
                </a:lnTo>
                <a:lnTo>
                  <a:pt x="1236842" y="131779"/>
                </a:lnTo>
                <a:lnTo>
                  <a:pt x="1236142" y="131929"/>
                </a:lnTo>
                <a:lnTo>
                  <a:pt x="1235433" y="132062"/>
                </a:lnTo>
                <a:lnTo>
                  <a:pt x="1234715" y="132177"/>
                </a:lnTo>
                <a:lnTo>
                  <a:pt x="1233989" y="132274"/>
                </a:lnTo>
                <a:lnTo>
                  <a:pt x="1233255" y="132354"/>
                </a:lnTo>
                <a:lnTo>
                  <a:pt x="1232512" y="132416"/>
                </a:lnTo>
                <a:lnTo>
                  <a:pt x="1231761" y="132460"/>
                </a:lnTo>
                <a:lnTo>
                  <a:pt x="1231002" y="132486"/>
                </a:lnTo>
                <a:lnTo>
                  <a:pt x="1230234" y="132495"/>
                </a:lnTo>
                <a:lnTo>
                  <a:pt x="1229082" y="132475"/>
                </a:lnTo>
                <a:lnTo>
                  <a:pt x="1227942" y="132413"/>
                </a:lnTo>
                <a:lnTo>
                  <a:pt x="1226815" y="132309"/>
                </a:lnTo>
                <a:lnTo>
                  <a:pt x="1225701" y="132164"/>
                </a:lnTo>
                <a:lnTo>
                  <a:pt x="1224599" y="131978"/>
                </a:lnTo>
                <a:lnTo>
                  <a:pt x="1223510" y="131751"/>
                </a:lnTo>
                <a:lnTo>
                  <a:pt x="1222433" y="131482"/>
                </a:lnTo>
                <a:lnTo>
                  <a:pt x="1221369" y="131172"/>
                </a:lnTo>
                <a:lnTo>
                  <a:pt x="1220317" y="130820"/>
                </a:lnTo>
                <a:lnTo>
                  <a:pt x="1219277" y="130427"/>
                </a:lnTo>
                <a:lnTo>
                  <a:pt x="1218251" y="129993"/>
                </a:lnTo>
                <a:lnTo>
                  <a:pt x="1217236" y="129517"/>
                </a:lnTo>
                <a:lnTo>
                  <a:pt x="1216235" y="129000"/>
                </a:lnTo>
                <a:lnTo>
                  <a:pt x="1215245" y="128442"/>
                </a:lnTo>
                <a:lnTo>
                  <a:pt x="1214269" y="127842"/>
                </a:lnTo>
                <a:lnTo>
                  <a:pt x="1213304" y="127201"/>
                </a:lnTo>
                <a:lnTo>
                  <a:pt x="1212353" y="126518"/>
                </a:lnTo>
                <a:lnTo>
                  <a:pt x="1211413" y="125794"/>
                </a:lnTo>
                <a:lnTo>
                  <a:pt x="1210487" y="125029"/>
                </a:lnTo>
                <a:lnTo>
                  <a:pt x="1209572" y="124222"/>
                </a:lnTo>
                <a:lnTo>
                  <a:pt x="1208671" y="123374"/>
                </a:lnTo>
                <a:lnTo>
                  <a:pt x="1207781" y="122485"/>
                </a:lnTo>
                <a:lnTo>
                  <a:pt x="1206905" y="121554"/>
                </a:lnTo>
                <a:lnTo>
                  <a:pt x="1206041" y="120582"/>
                </a:lnTo>
                <a:lnTo>
                  <a:pt x="1205201" y="119573"/>
                </a:lnTo>
                <a:lnTo>
                  <a:pt x="1204397" y="118533"/>
                </a:lnTo>
                <a:lnTo>
                  <a:pt x="1203629" y="117462"/>
                </a:lnTo>
                <a:lnTo>
                  <a:pt x="1202898" y="116359"/>
                </a:lnTo>
                <a:lnTo>
                  <a:pt x="1202202" y="115225"/>
                </a:lnTo>
                <a:lnTo>
                  <a:pt x="1201543" y="114059"/>
                </a:lnTo>
                <a:lnTo>
                  <a:pt x="1200920" y="112862"/>
                </a:lnTo>
                <a:lnTo>
                  <a:pt x="1200333" y="111634"/>
                </a:lnTo>
                <a:lnTo>
                  <a:pt x="1199782" y="110374"/>
                </a:lnTo>
                <a:lnTo>
                  <a:pt x="1199267" y="109083"/>
                </a:lnTo>
                <a:lnTo>
                  <a:pt x="1198788" y="107760"/>
                </a:lnTo>
                <a:lnTo>
                  <a:pt x="1198345" y="106407"/>
                </a:lnTo>
                <a:lnTo>
                  <a:pt x="1197939" y="105021"/>
                </a:lnTo>
                <a:lnTo>
                  <a:pt x="1197568" y="103605"/>
                </a:lnTo>
                <a:lnTo>
                  <a:pt x="1197234" y="102157"/>
                </a:lnTo>
                <a:lnTo>
                  <a:pt x="1196935" y="100677"/>
                </a:lnTo>
                <a:lnTo>
                  <a:pt x="1196673" y="99167"/>
                </a:lnTo>
                <a:lnTo>
                  <a:pt x="1196447" y="97624"/>
                </a:lnTo>
                <a:lnTo>
                  <a:pt x="1196257" y="96051"/>
                </a:lnTo>
                <a:lnTo>
                  <a:pt x="1196103" y="94446"/>
                </a:lnTo>
                <a:lnTo>
                  <a:pt x="1195985" y="92810"/>
                </a:lnTo>
                <a:lnTo>
                  <a:pt x="1195904" y="91142"/>
                </a:lnTo>
                <a:lnTo>
                  <a:pt x="1195858" y="89443"/>
                </a:lnTo>
                <a:lnTo>
                  <a:pt x="1195849" y="87713"/>
                </a:lnTo>
                <a:lnTo>
                  <a:pt x="1261015" y="87713"/>
                </a:lnTo>
                <a:lnTo>
                  <a:pt x="1260998" y="86270"/>
                </a:lnTo>
                <a:lnTo>
                  <a:pt x="1260945" y="84853"/>
                </a:lnTo>
                <a:lnTo>
                  <a:pt x="1260856" y="83459"/>
                </a:lnTo>
                <a:close/>
                <a:moveTo>
                  <a:pt x="1196382" y="77940"/>
                </a:moveTo>
                <a:lnTo>
                  <a:pt x="1196564" y="77034"/>
                </a:lnTo>
                <a:lnTo>
                  <a:pt x="1196766" y="76147"/>
                </a:lnTo>
                <a:lnTo>
                  <a:pt x="1196987" y="75278"/>
                </a:lnTo>
                <a:lnTo>
                  <a:pt x="1197227" y="74426"/>
                </a:lnTo>
                <a:lnTo>
                  <a:pt x="1197487" y="73593"/>
                </a:lnTo>
                <a:lnTo>
                  <a:pt x="1197766" y="72778"/>
                </a:lnTo>
                <a:lnTo>
                  <a:pt x="1198065" y="71981"/>
                </a:lnTo>
                <a:lnTo>
                  <a:pt x="1198384" y="71202"/>
                </a:lnTo>
                <a:lnTo>
                  <a:pt x="1198722" y="70441"/>
                </a:lnTo>
                <a:lnTo>
                  <a:pt x="1199079" y="69698"/>
                </a:lnTo>
                <a:lnTo>
                  <a:pt x="1199456" y="68973"/>
                </a:lnTo>
                <a:lnTo>
                  <a:pt x="1199852" y="68267"/>
                </a:lnTo>
                <a:lnTo>
                  <a:pt x="1200268" y="67578"/>
                </a:lnTo>
                <a:lnTo>
                  <a:pt x="1200703" y="66907"/>
                </a:lnTo>
                <a:lnTo>
                  <a:pt x="1201158" y="66255"/>
                </a:lnTo>
                <a:lnTo>
                  <a:pt x="1201632" y="65620"/>
                </a:lnTo>
                <a:lnTo>
                  <a:pt x="1202126" y="65003"/>
                </a:lnTo>
                <a:lnTo>
                  <a:pt x="1202639" y="64405"/>
                </a:lnTo>
                <a:lnTo>
                  <a:pt x="1203172" y="63825"/>
                </a:lnTo>
                <a:lnTo>
                  <a:pt x="1203724" y="63262"/>
                </a:lnTo>
                <a:lnTo>
                  <a:pt x="1204289" y="62720"/>
                </a:lnTo>
                <a:lnTo>
                  <a:pt x="1204861" y="62202"/>
                </a:lnTo>
                <a:lnTo>
                  <a:pt x="1205438" y="61706"/>
                </a:lnTo>
                <a:lnTo>
                  <a:pt x="1206022" y="61233"/>
                </a:lnTo>
                <a:lnTo>
                  <a:pt x="1206612" y="60784"/>
                </a:lnTo>
                <a:lnTo>
                  <a:pt x="1207208" y="60357"/>
                </a:lnTo>
                <a:lnTo>
                  <a:pt x="1207811" y="59954"/>
                </a:lnTo>
                <a:lnTo>
                  <a:pt x="1208420" y="59573"/>
                </a:lnTo>
                <a:lnTo>
                  <a:pt x="1209035" y="59216"/>
                </a:lnTo>
                <a:lnTo>
                  <a:pt x="1209656" y="58881"/>
                </a:lnTo>
                <a:lnTo>
                  <a:pt x="1210284" y="58570"/>
                </a:lnTo>
                <a:lnTo>
                  <a:pt x="1210918" y="58282"/>
                </a:lnTo>
                <a:lnTo>
                  <a:pt x="1211558" y="58017"/>
                </a:lnTo>
                <a:lnTo>
                  <a:pt x="1212204" y="57775"/>
                </a:lnTo>
                <a:lnTo>
                  <a:pt x="1212857" y="57556"/>
                </a:lnTo>
                <a:lnTo>
                  <a:pt x="1213516" y="57360"/>
                </a:lnTo>
                <a:lnTo>
                  <a:pt x="1214181" y="57187"/>
                </a:lnTo>
                <a:lnTo>
                  <a:pt x="1214852" y="57037"/>
                </a:lnTo>
                <a:lnTo>
                  <a:pt x="1215530" y="56910"/>
                </a:lnTo>
                <a:lnTo>
                  <a:pt x="1216214" y="56806"/>
                </a:lnTo>
                <a:lnTo>
                  <a:pt x="1216904" y="56726"/>
                </a:lnTo>
                <a:lnTo>
                  <a:pt x="1217601" y="56668"/>
                </a:lnTo>
                <a:lnTo>
                  <a:pt x="1218303" y="56633"/>
                </a:lnTo>
                <a:lnTo>
                  <a:pt x="1219012" y="56622"/>
                </a:lnTo>
                <a:lnTo>
                  <a:pt x="1219475" y="56628"/>
                </a:lnTo>
                <a:lnTo>
                  <a:pt x="1219936" y="56645"/>
                </a:lnTo>
                <a:lnTo>
                  <a:pt x="1220395" y="56673"/>
                </a:lnTo>
                <a:lnTo>
                  <a:pt x="1220852" y="56713"/>
                </a:lnTo>
                <a:lnTo>
                  <a:pt x="1221308" y="56765"/>
                </a:lnTo>
                <a:lnTo>
                  <a:pt x="1221763" y="56828"/>
                </a:lnTo>
                <a:lnTo>
                  <a:pt x="1222216" y="56902"/>
                </a:lnTo>
                <a:lnTo>
                  <a:pt x="1222667" y="56988"/>
                </a:lnTo>
                <a:lnTo>
                  <a:pt x="1223116" y="57085"/>
                </a:lnTo>
                <a:lnTo>
                  <a:pt x="1223564" y="57194"/>
                </a:lnTo>
                <a:lnTo>
                  <a:pt x="1224011" y="57314"/>
                </a:lnTo>
                <a:lnTo>
                  <a:pt x="1224456" y="57446"/>
                </a:lnTo>
                <a:lnTo>
                  <a:pt x="1224899" y="57589"/>
                </a:lnTo>
                <a:lnTo>
                  <a:pt x="1225340" y="57743"/>
                </a:lnTo>
                <a:lnTo>
                  <a:pt x="1225780" y="57909"/>
                </a:lnTo>
                <a:lnTo>
                  <a:pt x="1226219" y="58086"/>
                </a:lnTo>
                <a:lnTo>
                  <a:pt x="1226655" y="58275"/>
                </a:lnTo>
                <a:lnTo>
                  <a:pt x="1227090" y="58475"/>
                </a:lnTo>
                <a:lnTo>
                  <a:pt x="1227524" y="58687"/>
                </a:lnTo>
                <a:lnTo>
                  <a:pt x="1227956" y="58910"/>
                </a:lnTo>
                <a:lnTo>
                  <a:pt x="1228386" y="59144"/>
                </a:lnTo>
                <a:lnTo>
                  <a:pt x="1228815" y="59390"/>
                </a:lnTo>
                <a:lnTo>
                  <a:pt x="1229242" y="59647"/>
                </a:lnTo>
                <a:lnTo>
                  <a:pt x="1229667" y="59916"/>
                </a:lnTo>
                <a:lnTo>
                  <a:pt x="1230088" y="60195"/>
                </a:lnTo>
                <a:lnTo>
                  <a:pt x="1230499" y="60483"/>
                </a:lnTo>
                <a:lnTo>
                  <a:pt x="1230902" y="60779"/>
                </a:lnTo>
                <a:lnTo>
                  <a:pt x="1231296" y="61083"/>
                </a:lnTo>
                <a:lnTo>
                  <a:pt x="1231681" y="61396"/>
                </a:lnTo>
                <a:lnTo>
                  <a:pt x="1232058" y="61718"/>
                </a:lnTo>
                <a:lnTo>
                  <a:pt x="1232426" y="62048"/>
                </a:lnTo>
                <a:lnTo>
                  <a:pt x="1232784" y="62387"/>
                </a:lnTo>
                <a:lnTo>
                  <a:pt x="1233135" y="62735"/>
                </a:lnTo>
                <a:lnTo>
                  <a:pt x="1233476" y="63091"/>
                </a:lnTo>
                <a:lnTo>
                  <a:pt x="1233809" y="63455"/>
                </a:lnTo>
                <a:lnTo>
                  <a:pt x="1234133" y="63828"/>
                </a:lnTo>
                <a:lnTo>
                  <a:pt x="1234448" y="64210"/>
                </a:lnTo>
                <a:lnTo>
                  <a:pt x="1234754" y="64600"/>
                </a:lnTo>
                <a:lnTo>
                  <a:pt x="1235052" y="64999"/>
                </a:lnTo>
                <a:lnTo>
                  <a:pt x="1235341" y="65407"/>
                </a:lnTo>
                <a:lnTo>
                  <a:pt x="1235621" y="65823"/>
                </a:lnTo>
                <a:lnTo>
                  <a:pt x="1235893" y="66248"/>
                </a:lnTo>
                <a:lnTo>
                  <a:pt x="1236155" y="66681"/>
                </a:lnTo>
                <a:lnTo>
                  <a:pt x="1236409" y="67123"/>
                </a:lnTo>
                <a:lnTo>
                  <a:pt x="1236654" y="67573"/>
                </a:lnTo>
                <a:lnTo>
                  <a:pt x="1236891" y="68032"/>
                </a:lnTo>
                <a:lnTo>
                  <a:pt x="1237118" y="68500"/>
                </a:lnTo>
                <a:lnTo>
                  <a:pt x="1237337" y="68976"/>
                </a:lnTo>
                <a:lnTo>
                  <a:pt x="1237472" y="69294"/>
                </a:lnTo>
                <a:lnTo>
                  <a:pt x="1237604" y="69631"/>
                </a:lnTo>
                <a:lnTo>
                  <a:pt x="1237731" y="69986"/>
                </a:lnTo>
                <a:lnTo>
                  <a:pt x="1237855" y="70360"/>
                </a:lnTo>
                <a:lnTo>
                  <a:pt x="1237974" y="70752"/>
                </a:lnTo>
                <a:lnTo>
                  <a:pt x="1238090" y="71163"/>
                </a:lnTo>
                <a:lnTo>
                  <a:pt x="1238202" y="71593"/>
                </a:lnTo>
                <a:lnTo>
                  <a:pt x="1238309" y="72041"/>
                </a:lnTo>
                <a:lnTo>
                  <a:pt x="1238413" y="72508"/>
                </a:lnTo>
                <a:lnTo>
                  <a:pt x="1238513" y="72994"/>
                </a:lnTo>
                <a:lnTo>
                  <a:pt x="1238609" y="73498"/>
                </a:lnTo>
                <a:lnTo>
                  <a:pt x="1238701" y="74020"/>
                </a:lnTo>
                <a:lnTo>
                  <a:pt x="1238789" y="74562"/>
                </a:lnTo>
                <a:lnTo>
                  <a:pt x="1238873" y="75121"/>
                </a:lnTo>
                <a:lnTo>
                  <a:pt x="1238954" y="75700"/>
                </a:lnTo>
                <a:lnTo>
                  <a:pt x="1239030" y="76297"/>
                </a:lnTo>
                <a:lnTo>
                  <a:pt x="1239102" y="76912"/>
                </a:lnTo>
                <a:lnTo>
                  <a:pt x="1239171" y="77546"/>
                </a:lnTo>
                <a:lnTo>
                  <a:pt x="1239235" y="78199"/>
                </a:lnTo>
                <a:lnTo>
                  <a:pt x="1239296" y="78870"/>
                </a:lnTo>
                <a:lnTo>
                  <a:pt x="1239353" y="79560"/>
                </a:lnTo>
                <a:lnTo>
                  <a:pt x="1239405" y="80269"/>
                </a:lnTo>
                <a:lnTo>
                  <a:pt x="1239454" y="80996"/>
                </a:lnTo>
                <a:lnTo>
                  <a:pt x="1239499" y="81741"/>
                </a:lnTo>
                <a:lnTo>
                  <a:pt x="1195849" y="81741"/>
                </a:lnTo>
                <a:lnTo>
                  <a:pt x="1195953" y="80764"/>
                </a:lnTo>
                <a:lnTo>
                  <a:pt x="1196076" y="79804"/>
                </a:lnTo>
                <a:lnTo>
                  <a:pt x="1196219" y="78863"/>
                </a:lnTo>
                <a:lnTo>
                  <a:pt x="1196382" y="779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6787CF-942D-465C-9BEF-9AEF12D9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21" y="2194857"/>
            <a:ext cx="47690" cy="213219"/>
          </a:xfrm>
          <a:custGeom xmlns:a="http://schemas.openxmlformats.org/drawingml/2006/main">
            <a:pathLst>
              <a:path w="47690" h="213219">
                <a:moveTo>
                  <a:pt x="47690" y="209381"/>
                </a:moveTo>
                <a:cubicBezTo>
                  <a:pt x="47548" y="210376"/>
                  <a:pt x="47121" y="211229"/>
                  <a:pt x="46411" y="211939"/>
                </a:cubicBezTo>
                <a:cubicBezTo>
                  <a:pt x="45700" y="212650"/>
                  <a:pt x="44705" y="213077"/>
                  <a:pt x="43426" y="213219"/>
                </a:cubicBezTo>
                <a:cubicBezTo>
                  <a:pt x="42004" y="213219"/>
                  <a:pt x="40796" y="212508"/>
                  <a:pt x="39801" y="211087"/>
                </a:cubicBezTo>
                <a:cubicBezTo>
                  <a:pt x="39374" y="210092"/>
                  <a:pt x="32694" y="192608"/>
                  <a:pt x="19758" y="158635"/>
                </a:cubicBezTo>
                <a:cubicBezTo>
                  <a:pt x="6823" y="124662"/>
                  <a:pt x="284" y="107320"/>
                  <a:pt x="142" y="106609"/>
                </a:cubicBezTo>
                <a:cubicBezTo>
                  <a:pt x="0" y="105899"/>
                  <a:pt x="6468" y="88557"/>
                  <a:pt x="19545" y="54584"/>
                </a:cubicBezTo>
                <a:cubicBezTo>
                  <a:pt x="32622" y="20611"/>
                  <a:pt x="39374" y="3127"/>
                  <a:pt x="39801" y="2132"/>
                </a:cubicBezTo>
                <a:cubicBezTo>
                  <a:pt x="40227" y="1421"/>
                  <a:pt x="40938" y="782"/>
                  <a:pt x="41933" y="213"/>
                </a:cubicBezTo>
                <a:lnTo>
                  <a:pt x="42573" y="0"/>
                </a:lnTo>
                <a:cubicBezTo>
                  <a:pt x="42999" y="0"/>
                  <a:pt x="43283" y="0"/>
                  <a:pt x="43426" y="0"/>
                </a:cubicBezTo>
                <a:cubicBezTo>
                  <a:pt x="45984" y="0"/>
                  <a:pt x="47406" y="1279"/>
                  <a:pt x="47690" y="3838"/>
                </a:cubicBezTo>
                <a:cubicBezTo>
                  <a:pt x="47690" y="4549"/>
                  <a:pt x="41293" y="21819"/>
                  <a:pt x="28500" y="55650"/>
                </a:cubicBezTo>
                <a:cubicBezTo>
                  <a:pt x="15565" y="89339"/>
                  <a:pt x="9097" y="106325"/>
                  <a:pt x="9097" y="106609"/>
                </a:cubicBezTo>
                <a:cubicBezTo>
                  <a:pt x="9097" y="106894"/>
                  <a:pt x="15565" y="123880"/>
                  <a:pt x="28500" y="157569"/>
                </a:cubicBezTo>
                <a:cubicBezTo>
                  <a:pt x="41293" y="191399"/>
                  <a:pt x="47690" y="208670"/>
                  <a:pt x="47690" y="2093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21B6A2-C6BD-4FF0-820B-D9BEC8D6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21" y="2194857"/>
            <a:ext cx="47690" cy="213219"/>
          </a:xfrm>
          <a:custGeom xmlns:a="http://schemas.openxmlformats.org/drawingml/2006/main">
            <a:pathLst>
              <a:path w="47690" h="213219" fill="none">
                <a:moveTo>
                  <a:pt x="47690" y="209381"/>
                </a:moveTo>
                <a:cubicBezTo>
                  <a:pt x="47548" y="210376"/>
                  <a:pt x="47121" y="211229"/>
                  <a:pt x="46411" y="211939"/>
                </a:cubicBezTo>
                <a:cubicBezTo>
                  <a:pt x="45700" y="212650"/>
                  <a:pt x="44705" y="213077"/>
                  <a:pt x="43426" y="213219"/>
                </a:cubicBezTo>
                <a:cubicBezTo>
                  <a:pt x="42004" y="213219"/>
                  <a:pt x="40796" y="212508"/>
                  <a:pt x="39801" y="211087"/>
                </a:cubicBezTo>
                <a:cubicBezTo>
                  <a:pt x="39374" y="210092"/>
                  <a:pt x="32694" y="192608"/>
                  <a:pt x="19758" y="158635"/>
                </a:cubicBezTo>
                <a:cubicBezTo>
                  <a:pt x="6823" y="124662"/>
                  <a:pt x="284" y="107320"/>
                  <a:pt x="142" y="106609"/>
                </a:cubicBezTo>
                <a:cubicBezTo>
                  <a:pt x="0" y="105899"/>
                  <a:pt x="6468" y="88557"/>
                  <a:pt x="19545" y="54584"/>
                </a:cubicBezTo>
                <a:cubicBezTo>
                  <a:pt x="32622" y="20611"/>
                  <a:pt x="39374" y="3127"/>
                  <a:pt x="39801" y="2132"/>
                </a:cubicBezTo>
                <a:cubicBezTo>
                  <a:pt x="40227" y="1421"/>
                  <a:pt x="40938" y="782"/>
                  <a:pt x="41933" y="213"/>
                </a:cubicBezTo>
                <a:lnTo>
                  <a:pt x="42573" y="0"/>
                </a:lnTo>
                <a:cubicBezTo>
                  <a:pt x="42999" y="0"/>
                  <a:pt x="43283" y="0"/>
                  <a:pt x="43426" y="0"/>
                </a:cubicBezTo>
                <a:cubicBezTo>
                  <a:pt x="45984" y="0"/>
                  <a:pt x="47406" y="1279"/>
                  <a:pt x="47690" y="3838"/>
                </a:cubicBezTo>
                <a:cubicBezTo>
                  <a:pt x="47690" y="4549"/>
                  <a:pt x="41293" y="21819"/>
                  <a:pt x="28500" y="55650"/>
                </a:cubicBezTo>
                <a:cubicBezTo>
                  <a:pt x="15565" y="89339"/>
                  <a:pt x="9097" y="106325"/>
                  <a:pt x="9097" y="106609"/>
                </a:cubicBezTo>
                <a:cubicBezTo>
                  <a:pt x="9097" y="106894"/>
                  <a:pt x="15565" y="123880"/>
                  <a:pt x="28500" y="157569"/>
                </a:cubicBezTo>
                <a:cubicBezTo>
                  <a:pt x="41293" y="191399"/>
                  <a:pt x="47690" y="208670"/>
                  <a:pt x="47690" y="20938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3" cap="flat">
            <a:solidFill>
              <a:srgbClr val="000000">
                <a:alpha val="32760"/>
              </a:srgbClr>
            </a:solidFill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3C6F62-201E-497D-AD61-D40FA6BC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14" y="2260529"/>
            <a:ext cx="103838" cy="96588"/>
          </a:xfrm>
          <a:custGeom xmlns:a="http://schemas.openxmlformats.org/drawingml/2006/main">
            <a:pathLst>
              <a:path w="103838" h="96588">
                <a:moveTo>
                  <a:pt x="3625" y="32622"/>
                </a:moveTo>
                <a:cubicBezTo>
                  <a:pt x="4620" y="26652"/>
                  <a:pt x="8458" y="19758"/>
                  <a:pt x="15139" y="11940"/>
                </a:cubicBezTo>
                <a:cubicBezTo>
                  <a:pt x="21819" y="4122"/>
                  <a:pt x="30064" y="142"/>
                  <a:pt x="39872" y="0"/>
                </a:cubicBezTo>
                <a:cubicBezTo>
                  <a:pt x="44847" y="0"/>
                  <a:pt x="49396" y="1279"/>
                  <a:pt x="53518" y="3838"/>
                </a:cubicBezTo>
                <a:cubicBezTo>
                  <a:pt x="57640" y="6397"/>
                  <a:pt x="60696" y="9595"/>
                  <a:pt x="62686" y="13433"/>
                </a:cubicBezTo>
                <a:cubicBezTo>
                  <a:pt x="68656" y="4478"/>
                  <a:pt x="75835" y="0"/>
                  <a:pt x="84221" y="0"/>
                </a:cubicBezTo>
                <a:cubicBezTo>
                  <a:pt x="89481" y="0"/>
                  <a:pt x="94029" y="1564"/>
                  <a:pt x="97867" y="4691"/>
                </a:cubicBezTo>
                <a:cubicBezTo>
                  <a:pt x="101705" y="7818"/>
                  <a:pt x="103695" y="12011"/>
                  <a:pt x="103838" y="17271"/>
                </a:cubicBezTo>
                <a:cubicBezTo>
                  <a:pt x="103838" y="21393"/>
                  <a:pt x="102843" y="24733"/>
                  <a:pt x="100852" y="27292"/>
                </a:cubicBezTo>
                <a:cubicBezTo>
                  <a:pt x="98862" y="29851"/>
                  <a:pt x="96943" y="31414"/>
                  <a:pt x="95096" y="31983"/>
                </a:cubicBezTo>
                <a:cubicBezTo>
                  <a:pt x="93248" y="32551"/>
                  <a:pt x="91613" y="32836"/>
                  <a:pt x="90192" y="32836"/>
                </a:cubicBezTo>
                <a:cubicBezTo>
                  <a:pt x="87491" y="32836"/>
                  <a:pt x="85288" y="32054"/>
                  <a:pt x="83582" y="30490"/>
                </a:cubicBezTo>
                <a:cubicBezTo>
                  <a:pt x="81876" y="28927"/>
                  <a:pt x="81023" y="26866"/>
                  <a:pt x="81023" y="24307"/>
                </a:cubicBezTo>
                <a:cubicBezTo>
                  <a:pt x="81023" y="17768"/>
                  <a:pt x="84577" y="13291"/>
                  <a:pt x="91684" y="10874"/>
                </a:cubicBezTo>
                <a:cubicBezTo>
                  <a:pt x="90120" y="9026"/>
                  <a:pt x="87278" y="8102"/>
                  <a:pt x="83155" y="8102"/>
                </a:cubicBezTo>
                <a:cubicBezTo>
                  <a:pt x="81307" y="8102"/>
                  <a:pt x="79957" y="8244"/>
                  <a:pt x="79104" y="8529"/>
                </a:cubicBezTo>
                <a:cubicBezTo>
                  <a:pt x="73703" y="10803"/>
                  <a:pt x="69723" y="15494"/>
                  <a:pt x="67164" y="22601"/>
                </a:cubicBezTo>
                <a:cubicBezTo>
                  <a:pt x="58635" y="54015"/>
                  <a:pt x="54371" y="72352"/>
                  <a:pt x="54371" y="77612"/>
                </a:cubicBezTo>
                <a:cubicBezTo>
                  <a:pt x="54371" y="81592"/>
                  <a:pt x="55508" y="84435"/>
                  <a:pt x="57782" y="86140"/>
                </a:cubicBezTo>
                <a:cubicBezTo>
                  <a:pt x="60057" y="87846"/>
                  <a:pt x="62544" y="88699"/>
                  <a:pt x="65245" y="88699"/>
                </a:cubicBezTo>
                <a:cubicBezTo>
                  <a:pt x="70504" y="88699"/>
                  <a:pt x="75693" y="86354"/>
                  <a:pt x="80810" y="81663"/>
                </a:cubicBezTo>
                <a:cubicBezTo>
                  <a:pt x="85927" y="76972"/>
                  <a:pt x="89410" y="71215"/>
                  <a:pt x="91258" y="64392"/>
                </a:cubicBezTo>
                <a:cubicBezTo>
                  <a:pt x="91684" y="62971"/>
                  <a:pt x="92111" y="62189"/>
                  <a:pt x="92537" y="62047"/>
                </a:cubicBezTo>
                <a:cubicBezTo>
                  <a:pt x="92963" y="61905"/>
                  <a:pt x="94101" y="61762"/>
                  <a:pt x="95948" y="61620"/>
                </a:cubicBezTo>
                <a:lnTo>
                  <a:pt x="96801" y="61620"/>
                </a:lnTo>
                <a:cubicBezTo>
                  <a:pt x="98934" y="61620"/>
                  <a:pt x="100000" y="62189"/>
                  <a:pt x="100000" y="63326"/>
                </a:cubicBezTo>
                <a:cubicBezTo>
                  <a:pt x="100000" y="63468"/>
                  <a:pt x="99857" y="64250"/>
                  <a:pt x="99573" y="65671"/>
                </a:cubicBezTo>
                <a:cubicBezTo>
                  <a:pt x="97299" y="73774"/>
                  <a:pt x="92892" y="80952"/>
                  <a:pt x="86354" y="87206"/>
                </a:cubicBezTo>
                <a:cubicBezTo>
                  <a:pt x="79815" y="93461"/>
                  <a:pt x="72210" y="96588"/>
                  <a:pt x="63539" y="96588"/>
                </a:cubicBezTo>
                <a:cubicBezTo>
                  <a:pt x="53589" y="96588"/>
                  <a:pt x="46055" y="92111"/>
                  <a:pt x="40938" y="83155"/>
                </a:cubicBezTo>
                <a:cubicBezTo>
                  <a:pt x="35110" y="91968"/>
                  <a:pt x="28429" y="96375"/>
                  <a:pt x="20895" y="96375"/>
                </a:cubicBezTo>
                <a:lnTo>
                  <a:pt x="19616" y="96375"/>
                </a:lnTo>
                <a:cubicBezTo>
                  <a:pt x="12651" y="96375"/>
                  <a:pt x="7676" y="94527"/>
                  <a:pt x="4691" y="90831"/>
                </a:cubicBezTo>
                <a:cubicBezTo>
                  <a:pt x="1706" y="87135"/>
                  <a:pt x="142" y="83226"/>
                  <a:pt x="0" y="79104"/>
                </a:cubicBezTo>
                <a:cubicBezTo>
                  <a:pt x="0" y="74555"/>
                  <a:pt x="1350" y="70860"/>
                  <a:pt x="4051" y="68017"/>
                </a:cubicBezTo>
                <a:cubicBezTo>
                  <a:pt x="6752" y="65174"/>
                  <a:pt x="9950" y="63752"/>
                  <a:pt x="13646" y="63752"/>
                </a:cubicBezTo>
                <a:cubicBezTo>
                  <a:pt x="19758" y="63752"/>
                  <a:pt x="22814" y="66737"/>
                  <a:pt x="22814" y="72708"/>
                </a:cubicBezTo>
                <a:cubicBezTo>
                  <a:pt x="22814" y="75551"/>
                  <a:pt x="21962" y="78038"/>
                  <a:pt x="20256" y="80170"/>
                </a:cubicBezTo>
                <a:cubicBezTo>
                  <a:pt x="18550" y="82302"/>
                  <a:pt x="16915" y="83724"/>
                  <a:pt x="15352" y="84435"/>
                </a:cubicBezTo>
                <a:cubicBezTo>
                  <a:pt x="13788" y="85145"/>
                  <a:pt x="12864" y="85501"/>
                  <a:pt x="12580" y="85501"/>
                </a:cubicBezTo>
                <a:lnTo>
                  <a:pt x="11940" y="85714"/>
                </a:lnTo>
                <a:cubicBezTo>
                  <a:pt x="11940" y="85856"/>
                  <a:pt x="12367" y="86140"/>
                  <a:pt x="13220" y="86567"/>
                </a:cubicBezTo>
                <a:cubicBezTo>
                  <a:pt x="14072" y="86993"/>
                  <a:pt x="15210" y="87491"/>
                  <a:pt x="16631" y="88059"/>
                </a:cubicBezTo>
                <a:cubicBezTo>
                  <a:pt x="18053" y="88628"/>
                  <a:pt x="19403" y="88841"/>
                  <a:pt x="20682" y="88699"/>
                </a:cubicBezTo>
                <a:cubicBezTo>
                  <a:pt x="25799" y="88699"/>
                  <a:pt x="30206" y="85501"/>
                  <a:pt x="33902" y="79104"/>
                </a:cubicBezTo>
                <a:cubicBezTo>
                  <a:pt x="35181" y="76830"/>
                  <a:pt x="36816" y="71997"/>
                  <a:pt x="38806" y="64605"/>
                </a:cubicBezTo>
                <a:cubicBezTo>
                  <a:pt x="40796" y="57214"/>
                  <a:pt x="42786" y="49538"/>
                  <a:pt x="44776" y="41578"/>
                </a:cubicBezTo>
                <a:cubicBezTo>
                  <a:pt x="46766" y="33617"/>
                  <a:pt x="47903" y="28927"/>
                  <a:pt x="48187" y="27505"/>
                </a:cubicBezTo>
                <a:cubicBezTo>
                  <a:pt x="48898" y="23667"/>
                  <a:pt x="49254" y="20895"/>
                  <a:pt x="49254" y="19190"/>
                </a:cubicBezTo>
                <a:cubicBezTo>
                  <a:pt x="49254" y="15210"/>
                  <a:pt x="48187" y="12367"/>
                  <a:pt x="46055" y="10661"/>
                </a:cubicBezTo>
                <a:cubicBezTo>
                  <a:pt x="43923" y="8955"/>
                  <a:pt x="41507" y="8102"/>
                  <a:pt x="38806" y="8102"/>
                </a:cubicBezTo>
                <a:cubicBezTo>
                  <a:pt x="33120" y="8102"/>
                  <a:pt x="27790" y="10377"/>
                  <a:pt x="22814" y="14925"/>
                </a:cubicBezTo>
                <a:cubicBezTo>
                  <a:pt x="17839" y="19474"/>
                  <a:pt x="14357" y="25302"/>
                  <a:pt x="12367" y="32409"/>
                </a:cubicBezTo>
                <a:cubicBezTo>
                  <a:pt x="12082" y="33689"/>
                  <a:pt x="11727" y="34399"/>
                  <a:pt x="11301" y="34541"/>
                </a:cubicBezTo>
                <a:cubicBezTo>
                  <a:pt x="10874" y="34684"/>
                  <a:pt x="9737" y="34826"/>
                  <a:pt x="7889" y="34968"/>
                </a:cubicBezTo>
                <a:lnTo>
                  <a:pt x="4904" y="34968"/>
                </a:lnTo>
                <a:cubicBezTo>
                  <a:pt x="4051" y="34115"/>
                  <a:pt x="3625" y="33333"/>
                  <a:pt x="3625" y="326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21006-52BC-4FE7-9CEB-C0AFBD47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814" y="2260529"/>
            <a:ext cx="103838" cy="96588"/>
          </a:xfrm>
          <a:custGeom xmlns:a="http://schemas.openxmlformats.org/drawingml/2006/main">
            <a:pathLst>
              <a:path w="103838" h="96588" fill="none">
                <a:moveTo>
                  <a:pt x="3625" y="32622"/>
                </a:moveTo>
                <a:cubicBezTo>
                  <a:pt x="4620" y="26652"/>
                  <a:pt x="8458" y="19758"/>
                  <a:pt x="15139" y="11940"/>
                </a:cubicBezTo>
                <a:cubicBezTo>
                  <a:pt x="21819" y="4122"/>
                  <a:pt x="30064" y="142"/>
                  <a:pt x="39872" y="0"/>
                </a:cubicBezTo>
                <a:cubicBezTo>
                  <a:pt x="44847" y="0"/>
                  <a:pt x="49396" y="1279"/>
                  <a:pt x="53518" y="3838"/>
                </a:cubicBezTo>
                <a:cubicBezTo>
                  <a:pt x="57640" y="6397"/>
                  <a:pt x="60696" y="9595"/>
                  <a:pt x="62686" y="13433"/>
                </a:cubicBezTo>
                <a:cubicBezTo>
                  <a:pt x="68656" y="4478"/>
                  <a:pt x="75835" y="0"/>
                  <a:pt x="84221" y="0"/>
                </a:cubicBezTo>
                <a:cubicBezTo>
                  <a:pt x="89481" y="0"/>
                  <a:pt x="94029" y="1564"/>
                  <a:pt x="97867" y="4691"/>
                </a:cubicBezTo>
                <a:cubicBezTo>
                  <a:pt x="101705" y="7818"/>
                  <a:pt x="103695" y="12011"/>
                  <a:pt x="103838" y="17271"/>
                </a:cubicBezTo>
                <a:cubicBezTo>
                  <a:pt x="103838" y="21393"/>
                  <a:pt x="102843" y="24733"/>
                  <a:pt x="100852" y="27292"/>
                </a:cubicBezTo>
                <a:cubicBezTo>
                  <a:pt x="98862" y="29851"/>
                  <a:pt x="96943" y="31414"/>
                  <a:pt x="95096" y="31983"/>
                </a:cubicBezTo>
                <a:cubicBezTo>
                  <a:pt x="93248" y="32551"/>
                  <a:pt x="91613" y="32836"/>
                  <a:pt x="90192" y="32836"/>
                </a:cubicBezTo>
                <a:cubicBezTo>
                  <a:pt x="87491" y="32836"/>
                  <a:pt x="85288" y="32054"/>
                  <a:pt x="83582" y="30490"/>
                </a:cubicBezTo>
                <a:cubicBezTo>
                  <a:pt x="81876" y="28927"/>
                  <a:pt x="81023" y="26866"/>
                  <a:pt x="81023" y="24307"/>
                </a:cubicBezTo>
                <a:cubicBezTo>
                  <a:pt x="81023" y="17768"/>
                  <a:pt x="84577" y="13291"/>
                  <a:pt x="91684" y="10874"/>
                </a:cubicBezTo>
                <a:cubicBezTo>
                  <a:pt x="90120" y="9026"/>
                  <a:pt x="87278" y="8102"/>
                  <a:pt x="83155" y="8102"/>
                </a:cubicBezTo>
                <a:cubicBezTo>
                  <a:pt x="81307" y="8102"/>
                  <a:pt x="79957" y="8244"/>
                  <a:pt x="79104" y="8529"/>
                </a:cubicBezTo>
                <a:cubicBezTo>
                  <a:pt x="73703" y="10803"/>
                  <a:pt x="69723" y="15494"/>
                  <a:pt x="67164" y="22601"/>
                </a:cubicBezTo>
                <a:cubicBezTo>
                  <a:pt x="58635" y="54015"/>
                  <a:pt x="54371" y="72352"/>
                  <a:pt x="54371" y="77612"/>
                </a:cubicBezTo>
                <a:cubicBezTo>
                  <a:pt x="54371" y="81592"/>
                  <a:pt x="55508" y="84435"/>
                  <a:pt x="57782" y="86140"/>
                </a:cubicBezTo>
                <a:cubicBezTo>
                  <a:pt x="60057" y="87846"/>
                  <a:pt x="62544" y="88699"/>
                  <a:pt x="65245" y="88699"/>
                </a:cubicBezTo>
                <a:cubicBezTo>
                  <a:pt x="70504" y="88699"/>
                  <a:pt x="75693" y="86354"/>
                  <a:pt x="80810" y="81663"/>
                </a:cubicBezTo>
                <a:cubicBezTo>
                  <a:pt x="85927" y="76972"/>
                  <a:pt x="89410" y="71215"/>
                  <a:pt x="91258" y="64392"/>
                </a:cubicBezTo>
                <a:cubicBezTo>
                  <a:pt x="91684" y="62971"/>
                  <a:pt x="92111" y="62189"/>
                  <a:pt x="92537" y="62047"/>
                </a:cubicBezTo>
                <a:cubicBezTo>
                  <a:pt x="92963" y="61905"/>
                  <a:pt x="94101" y="61762"/>
                  <a:pt x="95948" y="61620"/>
                </a:cubicBezTo>
                <a:lnTo>
                  <a:pt x="96801" y="61620"/>
                </a:lnTo>
                <a:cubicBezTo>
                  <a:pt x="98934" y="61620"/>
                  <a:pt x="100000" y="62189"/>
                  <a:pt x="100000" y="63326"/>
                </a:cubicBezTo>
                <a:cubicBezTo>
                  <a:pt x="100000" y="63468"/>
                  <a:pt x="99857" y="64250"/>
                  <a:pt x="99573" y="65671"/>
                </a:cubicBezTo>
                <a:cubicBezTo>
                  <a:pt x="97299" y="73774"/>
                  <a:pt x="92892" y="80952"/>
                  <a:pt x="86354" y="87206"/>
                </a:cubicBezTo>
                <a:cubicBezTo>
                  <a:pt x="79815" y="93461"/>
                  <a:pt x="72210" y="96588"/>
                  <a:pt x="63539" y="96588"/>
                </a:cubicBezTo>
                <a:cubicBezTo>
                  <a:pt x="53589" y="96588"/>
                  <a:pt x="46055" y="92111"/>
                  <a:pt x="40938" y="83155"/>
                </a:cubicBezTo>
                <a:cubicBezTo>
                  <a:pt x="35110" y="91968"/>
                  <a:pt x="28429" y="96375"/>
                  <a:pt x="20895" y="96375"/>
                </a:cubicBezTo>
                <a:lnTo>
                  <a:pt x="19616" y="96375"/>
                </a:lnTo>
                <a:cubicBezTo>
                  <a:pt x="12651" y="96375"/>
                  <a:pt x="7676" y="94527"/>
                  <a:pt x="4691" y="90831"/>
                </a:cubicBezTo>
                <a:cubicBezTo>
                  <a:pt x="1706" y="87135"/>
                  <a:pt x="142" y="83226"/>
                  <a:pt x="0" y="79104"/>
                </a:cubicBezTo>
                <a:cubicBezTo>
                  <a:pt x="0" y="74555"/>
                  <a:pt x="1350" y="70860"/>
                  <a:pt x="4051" y="68017"/>
                </a:cubicBezTo>
                <a:cubicBezTo>
                  <a:pt x="6752" y="65174"/>
                  <a:pt x="9950" y="63752"/>
                  <a:pt x="13646" y="63752"/>
                </a:cubicBezTo>
                <a:cubicBezTo>
                  <a:pt x="19758" y="63752"/>
                  <a:pt x="22814" y="66737"/>
                  <a:pt x="22814" y="72708"/>
                </a:cubicBezTo>
                <a:cubicBezTo>
                  <a:pt x="22814" y="75551"/>
                  <a:pt x="21962" y="78038"/>
                  <a:pt x="20256" y="80170"/>
                </a:cubicBezTo>
                <a:cubicBezTo>
                  <a:pt x="18550" y="82302"/>
                  <a:pt x="16915" y="83724"/>
                  <a:pt x="15352" y="84435"/>
                </a:cubicBezTo>
                <a:cubicBezTo>
                  <a:pt x="13788" y="85145"/>
                  <a:pt x="12864" y="85501"/>
                  <a:pt x="12580" y="85501"/>
                </a:cubicBezTo>
                <a:lnTo>
                  <a:pt x="11940" y="85714"/>
                </a:lnTo>
                <a:cubicBezTo>
                  <a:pt x="11940" y="85856"/>
                  <a:pt x="12367" y="86140"/>
                  <a:pt x="13220" y="86567"/>
                </a:cubicBezTo>
                <a:cubicBezTo>
                  <a:pt x="14072" y="86993"/>
                  <a:pt x="15210" y="87491"/>
                  <a:pt x="16631" y="88059"/>
                </a:cubicBezTo>
                <a:cubicBezTo>
                  <a:pt x="18053" y="88628"/>
                  <a:pt x="19403" y="88841"/>
                  <a:pt x="20682" y="88699"/>
                </a:cubicBezTo>
                <a:cubicBezTo>
                  <a:pt x="25799" y="88699"/>
                  <a:pt x="30206" y="85501"/>
                  <a:pt x="33902" y="79104"/>
                </a:cubicBezTo>
                <a:cubicBezTo>
                  <a:pt x="35181" y="76830"/>
                  <a:pt x="36816" y="71997"/>
                  <a:pt x="38806" y="64605"/>
                </a:cubicBezTo>
                <a:cubicBezTo>
                  <a:pt x="40796" y="57214"/>
                  <a:pt x="42786" y="49538"/>
                  <a:pt x="44776" y="41578"/>
                </a:cubicBezTo>
                <a:cubicBezTo>
                  <a:pt x="46766" y="33617"/>
                  <a:pt x="47903" y="28927"/>
                  <a:pt x="48187" y="27505"/>
                </a:cubicBezTo>
                <a:cubicBezTo>
                  <a:pt x="48898" y="23667"/>
                  <a:pt x="49254" y="20895"/>
                  <a:pt x="49254" y="19190"/>
                </a:cubicBezTo>
                <a:cubicBezTo>
                  <a:pt x="49254" y="15210"/>
                  <a:pt x="48187" y="12367"/>
                  <a:pt x="46055" y="10661"/>
                </a:cubicBezTo>
                <a:cubicBezTo>
                  <a:pt x="43923" y="8955"/>
                  <a:pt x="41507" y="8102"/>
                  <a:pt x="38806" y="8102"/>
                </a:cubicBezTo>
                <a:cubicBezTo>
                  <a:pt x="33120" y="8102"/>
                  <a:pt x="27790" y="10377"/>
                  <a:pt x="22814" y="14925"/>
                </a:cubicBezTo>
                <a:cubicBezTo>
                  <a:pt x="17839" y="19474"/>
                  <a:pt x="14357" y="25302"/>
                  <a:pt x="12367" y="32409"/>
                </a:cubicBezTo>
                <a:cubicBezTo>
                  <a:pt x="12082" y="33689"/>
                  <a:pt x="11727" y="34399"/>
                  <a:pt x="11301" y="34541"/>
                </a:cubicBezTo>
                <a:cubicBezTo>
                  <a:pt x="10874" y="34684"/>
                  <a:pt x="9737" y="34826"/>
                  <a:pt x="7889" y="34968"/>
                </a:cubicBezTo>
                <a:lnTo>
                  <a:pt x="4904" y="34968"/>
                </a:lnTo>
                <a:cubicBezTo>
                  <a:pt x="4051" y="34115"/>
                  <a:pt x="3625" y="33333"/>
                  <a:pt x="3625" y="3262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3" cap="flat">
            <a:solidFill>
              <a:srgbClr val="000000">
                <a:alpha val="32760"/>
              </a:srgbClr>
            </a:solidFill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0263C-3EA9-4495-BD7C-73F4CDAB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60" y="2286358"/>
            <a:ext cx="51857" cy="100397"/>
          </a:xfrm>
          <a:custGeom xmlns:a="http://schemas.openxmlformats.org/drawingml/2006/main">
            <a:pathLst>
              <a:path w="51857" h="100397">
                <a:moveTo>
                  <a:pt x="19597" y="13266"/>
                </a:moveTo>
                <a:lnTo>
                  <a:pt x="17637" y="14019"/>
                </a:lnTo>
                <a:cubicBezTo>
                  <a:pt x="16230" y="14522"/>
                  <a:pt x="14220" y="15024"/>
                  <a:pt x="11607" y="15527"/>
                </a:cubicBezTo>
                <a:cubicBezTo>
                  <a:pt x="8994" y="16029"/>
                  <a:pt x="6080" y="16381"/>
                  <a:pt x="2864" y="16582"/>
                </a:cubicBezTo>
                <a:lnTo>
                  <a:pt x="0" y="16582"/>
                </a:lnTo>
                <a:lnTo>
                  <a:pt x="0" y="9648"/>
                </a:lnTo>
                <a:lnTo>
                  <a:pt x="2864" y="9648"/>
                </a:lnTo>
                <a:cubicBezTo>
                  <a:pt x="7588" y="9447"/>
                  <a:pt x="11959" y="8693"/>
                  <a:pt x="15979" y="7387"/>
                </a:cubicBezTo>
                <a:cubicBezTo>
                  <a:pt x="19999" y="6080"/>
                  <a:pt x="22813" y="4874"/>
                  <a:pt x="24421" y="3769"/>
                </a:cubicBezTo>
                <a:cubicBezTo>
                  <a:pt x="26029" y="2663"/>
                  <a:pt x="27436" y="1558"/>
                  <a:pt x="28642" y="452"/>
                </a:cubicBezTo>
                <a:cubicBezTo>
                  <a:pt x="28843" y="151"/>
                  <a:pt x="29446" y="0"/>
                  <a:pt x="30451" y="0"/>
                </a:cubicBezTo>
                <a:cubicBezTo>
                  <a:pt x="31355" y="0"/>
                  <a:pt x="32209" y="301"/>
                  <a:pt x="33013" y="904"/>
                </a:cubicBezTo>
                <a:lnTo>
                  <a:pt x="33013" y="45977"/>
                </a:lnTo>
                <a:lnTo>
                  <a:pt x="33164" y="91201"/>
                </a:lnTo>
                <a:cubicBezTo>
                  <a:pt x="33868" y="91905"/>
                  <a:pt x="34471" y="92357"/>
                  <a:pt x="34973" y="92558"/>
                </a:cubicBezTo>
                <a:cubicBezTo>
                  <a:pt x="35475" y="92759"/>
                  <a:pt x="36681" y="92960"/>
                  <a:pt x="38591" y="93161"/>
                </a:cubicBezTo>
                <a:cubicBezTo>
                  <a:pt x="40500" y="93362"/>
                  <a:pt x="43616" y="93462"/>
                  <a:pt x="47937" y="93462"/>
                </a:cubicBezTo>
                <a:lnTo>
                  <a:pt x="51857" y="93462"/>
                </a:lnTo>
                <a:lnTo>
                  <a:pt x="51857" y="100397"/>
                </a:lnTo>
                <a:lnTo>
                  <a:pt x="50198" y="100397"/>
                </a:lnTo>
                <a:cubicBezTo>
                  <a:pt x="48088" y="100095"/>
                  <a:pt x="40098" y="99944"/>
                  <a:pt x="26230" y="99944"/>
                </a:cubicBezTo>
                <a:cubicBezTo>
                  <a:pt x="12562" y="99944"/>
                  <a:pt x="4673" y="100095"/>
                  <a:pt x="2563" y="100397"/>
                </a:cubicBezTo>
                <a:lnTo>
                  <a:pt x="754" y="100397"/>
                </a:lnTo>
                <a:lnTo>
                  <a:pt x="754" y="93462"/>
                </a:lnTo>
                <a:lnTo>
                  <a:pt x="4673" y="93462"/>
                </a:lnTo>
                <a:cubicBezTo>
                  <a:pt x="6884" y="93462"/>
                  <a:pt x="8793" y="93462"/>
                  <a:pt x="10401" y="93462"/>
                </a:cubicBezTo>
                <a:cubicBezTo>
                  <a:pt x="12009" y="93462"/>
                  <a:pt x="13266" y="93412"/>
                  <a:pt x="14170" y="93312"/>
                </a:cubicBezTo>
                <a:cubicBezTo>
                  <a:pt x="15075" y="93211"/>
                  <a:pt x="15879" y="93060"/>
                  <a:pt x="16582" y="92859"/>
                </a:cubicBezTo>
                <a:cubicBezTo>
                  <a:pt x="17286" y="92658"/>
                  <a:pt x="17687" y="92558"/>
                  <a:pt x="17788" y="92558"/>
                </a:cubicBezTo>
                <a:cubicBezTo>
                  <a:pt x="17888" y="92558"/>
                  <a:pt x="18190" y="92307"/>
                  <a:pt x="18692" y="91804"/>
                </a:cubicBezTo>
                <a:cubicBezTo>
                  <a:pt x="19195" y="91302"/>
                  <a:pt x="19496" y="91101"/>
                  <a:pt x="19597" y="91201"/>
                </a:cubicBezTo>
                <a:lnTo>
                  <a:pt x="19597" y="132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A617E5-2A3F-411D-83EB-B197027A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60" y="2286358"/>
            <a:ext cx="51857" cy="100397"/>
          </a:xfrm>
          <a:custGeom xmlns:a="http://schemas.openxmlformats.org/drawingml/2006/main">
            <a:pathLst>
              <a:path w="51857" h="100397" fill="none">
                <a:moveTo>
                  <a:pt x="19597" y="13266"/>
                </a:moveTo>
                <a:lnTo>
                  <a:pt x="17637" y="14019"/>
                </a:lnTo>
                <a:cubicBezTo>
                  <a:pt x="16230" y="14522"/>
                  <a:pt x="14220" y="15024"/>
                  <a:pt x="11607" y="15527"/>
                </a:cubicBezTo>
                <a:cubicBezTo>
                  <a:pt x="8994" y="16029"/>
                  <a:pt x="6080" y="16381"/>
                  <a:pt x="2864" y="16582"/>
                </a:cubicBezTo>
                <a:lnTo>
                  <a:pt x="0" y="16582"/>
                </a:lnTo>
                <a:lnTo>
                  <a:pt x="0" y="9648"/>
                </a:lnTo>
                <a:lnTo>
                  <a:pt x="2864" y="9648"/>
                </a:lnTo>
                <a:cubicBezTo>
                  <a:pt x="7588" y="9447"/>
                  <a:pt x="11959" y="8693"/>
                  <a:pt x="15979" y="7387"/>
                </a:cubicBezTo>
                <a:cubicBezTo>
                  <a:pt x="19999" y="6080"/>
                  <a:pt x="22813" y="4874"/>
                  <a:pt x="24421" y="3769"/>
                </a:cubicBezTo>
                <a:cubicBezTo>
                  <a:pt x="26029" y="2663"/>
                  <a:pt x="27436" y="1558"/>
                  <a:pt x="28642" y="452"/>
                </a:cubicBezTo>
                <a:cubicBezTo>
                  <a:pt x="28843" y="151"/>
                  <a:pt x="29446" y="0"/>
                  <a:pt x="30451" y="0"/>
                </a:cubicBezTo>
                <a:cubicBezTo>
                  <a:pt x="31355" y="0"/>
                  <a:pt x="32209" y="301"/>
                  <a:pt x="33013" y="904"/>
                </a:cubicBezTo>
                <a:lnTo>
                  <a:pt x="33013" y="45977"/>
                </a:lnTo>
                <a:lnTo>
                  <a:pt x="33164" y="91201"/>
                </a:lnTo>
                <a:cubicBezTo>
                  <a:pt x="33868" y="91905"/>
                  <a:pt x="34471" y="92357"/>
                  <a:pt x="34973" y="92558"/>
                </a:cubicBezTo>
                <a:cubicBezTo>
                  <a:pt x="35475" y="92759"/>
                  <a:pt x="36681" y="92960"/>
                  <a:pt x="38591" y="93161"/>
                </a:cubicBezTo>
                <a:cubicBezTo>
                  <a:pt x="40500" y="93362"/>
                  <a:pt x="43616" y="93462"/>
                  <a:pt x="47937" y="93462"/>
                </a:cubicBezTo>
                <a:lnTo>
                  <a:pt x="51857" y="93462"/>
                </a:lnTo>
                <a:lnTo>
                  <a:pt x="51857" y="100397"/>
                </a:lnTo>
                <a:lnTo>
                  <a:pt x="50198" y="100397"/>
                </a:lnTo>
                <a:cubicBezTo>
                  <a:pt x="48088" y="100095"/>
                  <a:pt x="40098" y="99944"/>
                  <a:pt x="26230" y="99944"/>
                </a:cubicBezTo>
                <a:cubicBezTo>
                  <a:pt x="12562" y="99944"/>
                  <a:pt x="4673" y="100095"/>
                  <a:pt x="2563" y="100397"/>
                </a:cubicBezTo>
                <a:lnTo>
                  <a:pt x="754" y="100397"/>
                </a:lnTo>
                <a:lnTo>
                  <a:pt x="754" y="93462"/>
                </a:lnTo>
                <a:lnTo>
                  <a:pt x="4673" y="93462"/>
                </a:lnTo>
                <a:cubicBezTo>
                  <a:pt x="6884" y="93462"/>
                  <a:pt x="8793" y="93462"/>
                  <a:pt x="10401" y="93462"/>
                </a:cubicBezTo>
                <a:cubicBezTo>
                  <a:pt x="12009" y="93462"/>
                  <a:pt x="13266" y="93412"/>
                  <a:pt x="14170" y="93312"/>
                </a:cubicBezTo>
                <a:cubicBezTo>
                  <a:pt x="15075" y="93211"/>
                  <a:pt x="15879" y="93060"/>
                  <a:pt x="16582" y="92859"/>
                </a:cubicBezTo>
                <a:cubicBezTo>
                  <a:pt x="17286" y="92658"/>
                  <a:pt x="17687" y="92558"/>
                  <a:pt x="17788" y="92558"/>
                </a:cubicBezTo>
                <a:cubicBezTo>
                  <a:pt x="17888" y="92558"/>
                  <a:pt x="18190" y="92307"/>
                  <a:pt x="18692" y="91804"/>
                </a:cubicBezTo>
                <a:cubicBezTo>
                  <a:pt x="19195" y="91302"/>
                  <a:pt x="19496" y="91101"/>
                  <a:pt x="19597" y="91201"/>
                </a:cubicBezTo>
                <a:lnTo>
                  <a:pt x="19597" y="1326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" cap="flat">
            <a:solidFill>
              <a:srgbClr val="000000">
                <a:alpha val="23160"/>
              </a:srgbClr>
            </a:solidFill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8A4804-1FEC-4428-92F8-0BFB4CC9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66" y="2260529"/>
            <a:ext cx="103838" cy="96588"/>
          </a:xfrm>
          <a:custGeom xmlns:a="http://schemas.openxmlformats.org/drawingml/2006/main">
            <a:pathLst>
              <a:path w="103838" h="96588">
                <a:moveTo>
                  <a:pt x="3625" y="32622"/>
                </a:moveTo>
                <a:cubicBezTo>
                  <a:pt x="4620" y="26652"/>
                  <a:pt x="8458" y="19758"/>
                  <a:pt x="15139" y="11940"/>
                </a:cubicBezTo>
                <a:cubicBezTo>
                  <a:pt x="21819" y="4122"/>
                  <a:pt x="30064" y="142"/>
                  <a:pt x="39872" y="0"/>
                </a:cubicBezTo>
                <a:cubicBezTo>
                  <a:pt x="44847" y="0"/>
                  <a:pt x="49396" y="1279"/>
                  <a:pt x="53518" y="3838"/>
                </a:cubicBezTo>
                <a:cubicBezTo>
                  <a:pt x="57640" y="6397"/>
                  <a:pt x="60696" y="9595"/>
                  <a:pt x="62686" y="13433"/>
                </a:cubicBezTo>
                <a:cubicBezTo>
                  <a:pt x="68656" y="4478"/>
                  <a:pt x="75835" y="0"/>
                  <a:pt x="84221" y="0"/>
                </a:cubicBezTo>
                <a:cubicBezTo>
                  <a:pt x="89481" y="0"/>
                  <a:pt x="94029" y="1564"/>
                  <a:pt x="97867" y="4691"/>
                </a:cubicBezTo>
                <a:cubicBezTo>
                  <a:pt x="101705" y="7818"/>
                  <a:pt x="103695" y="12011"/>
                  <a:pt x="103838" y="17271"/>
                </a:cubicBezTo>
                <a:cubicBezTo>
                  <a:pt x="103838" y="21393"/>
                  <a:pt x="102843" y="24733"/>
                  <a:pt x="100852" y="27292"/>
                </a:cubicBezTo>
                <a:cubicBezTo>
                  <a:pt x="98862" y="29851"/>
                  <a:pt x="96943" y="31414"/>
                  <a:pt x="95096" y="31983"/>
                </a:cubicBezTo>
                <a:cubicBezTo>
                  <a:pt x="93248" y="32551"/>
                  <a:pt x="91613" y="32836"/>
                  <a:pt x="90192" y="32836"/>
                </a:cubicBezTo>
                <a:cubicBezTo>
                  <a:pt x="87491" y="32836"/>
                  <a:pt x="85288" y="32054"/>
                  <a:pt x="83582" y="30490"/>
                </a:cubicBezTo>
                <a:cubicBezTo>
                  <a:pt x="81876" y="28927"/>
                  <a:pt x="81023" y="26866"/>
                  <a:pt x="81023" y="24307"/>
                </a:cubicBezTo>
                <a:cubicBezTo>
                  <a:pt x="81023" y="17768"/>
                  <a:pt x="84577" y="13291"/>
                  <a:pt x="91684" y="10874"/>
                </a:cubicBezTo>
                <a:cubicBezTo>
                  <a:pt x="90120" y="9026"/>
                  <a:pt x="87278" y="8102"/>
                  <a:pt x="83155" y="8102"/>
                </a:cubicBezTo>
                <a:cubicBezTo>
                  <a:pt x="81307" y="8102"/>
                  <a:pt x="79957" y="8244"/>
                  <a:pt x="79104" y="8529"/>
                </a:cubicBezTo>
                <a:cubicBezTo>
                  <a:pt x="73703" y="10803"/>
                  <a:pt x="69723" y="15494"/>
                  <a:pt x="67164" y="22601"/>
                </a:cubicBezTo>
                <a:cubicBezTo>
                  <a:pt x="58635" y="54015"/>
                  <a:pt x="54371" y="72352"/>
                  <a:pt x="54371" y="77612"/>
                </a:cubicBezTo>
                <a:cubicBezTo>
                  <a:pt x="54371" y="81592"/>
                  <a:pt x="55508" y="84435"/>
                  <a:pt x="57782" y="86140"/>
                </a:cubicBezTo>
                <a:cubicBezTo>
                  <a:pt x="60057" y="87846"/>
                  <a:pt x="62544" y="88699"/>
                  <a:pt x="65245" y="88699"/>
                </a:cubicBezTo>
                <a:cubicBezTo>
                  <a:pt x="70504" y="88699"/>
                  <a:pt x="75693" y="86354"/>
                  <a:pt x="80810" y="81663"/>
                </a:cubicBezTo>
                <a:cubicBezTo>
                  <a:pt x="85927" y="76972"/>
                  <a:pt x="89410" y="71215"/>
                  <a:pt x="91258" y="64392"/>
                </a:cubicBezTo>
                <a:cubicBezTo>
                  <a:pt x="91684" y="62971"/>
                  <a:pt x="92111" y="62189"/>
                  <a:pt x="92537" y="62047"/>
                </a:cubicBezTo>
                <a:cubicBezTo>
                  <a:pt x="92963" y="61905"/>
                  <a:pt x="94101" y="61762"/>
                  <a:pt x="95948" y="61620"/>
                </a:cubicBezTo>
                <a:lnTo>
                  <a:pt x="96801" y="61620"/>
                </a:lnTo>
                <a:cubicBezTo>
                  <a:pt x="98934" y="61620"/>
                  <a:pt x="100000" y="62189"/>
                  <a:pt x="100000" y="63326"/>
                </a:cubicBezTo>
                <a:cubicBezTo>
                  <a:pt x="100000" y="63468"/>
                  <a:pt x="99857" y="64250"/>
                  <a:pt x="99573" y="65671"/>
                </a:cubicBezTo>
                <a:cubicBezTo>
                  <a:pt x="97299" y="73774"/>
                  <a:pt x="92892" y="80952"/>
                  <a:pt x="86354" y="87206"/>
                </a:cubicBezTo>
                <a:cubicBezTo>
                  <a:pt x="79815" y="93461"/>
                  <a:pt x="72210" y="96588"/>
                  <a:pt x="63539" y="96588"/>
                </a:cubicBezTo>
                <a:cubicBezTo>
                  <a:pt x="53589" y="96588"/>
                  <a:pt x="46055" y="92111"/>
                  <a:pt x="40938" y="83155"/>
                </a:cubicBezTo>
                <a:cubicBezTo>
                  <a:pt x="35110" y="91968"/>
                  <a:pt x="28429" y="96375"/>
                  <a:pt x="20895" y="96375"/>
                </a:cubicBezTo>
                <a:lnTo>
                  <a:pt x="19616" y="96375"/>
                </a:lnTo>
                <a:cubicBezTo>
                  <a:pt x="12651" y="96375"/>
                  <a:pt x="7676" y="94527"/>
                  <a:pt x="4691" y="90831"/>
                </a:cubicBezTo>
                <a:cubicBezTo>
                  <a:pt x="1706" y="87135"/>
                  <a:pt x="142" y="83226"/>
                  <a:pt x="0" y="79104"/>
                </a:cubicBezTo>
                <a:cubicBezTo>
                  <a:pt x="0" y="74555"/>
                  <a:pt x="1350" y="70860"/>
                  <a:pt x="4051" y="68017"/>
                </a:cubicBezTo>
                <a:cubicBezTo>
                  <a:pt x="6752" y="65174"/>
                  <a:pt x="9950" y="63752"/>
                  <a:pt x="13646" y="63752"/>
                </a:cubicBezTo>
                <a:cubicBezTo>
                  <a:pt x="19758" y="63752"/>
                  <a:pt x="22814" y="66737"/>
                  <a:pt x="22814" y="72708"/>
                </a:cubicBezTo>
                <a:cubicBezTo>
                  <a:pt x="22814" y="75551"/>
                  <a:pt x="21962" y="78038"/>
                  <a:pt x="20256" y="80170"/>
                </a:cubicBezTo>
                <a:cubicBezTo>
                  <a:pt x="18550" y="82302"/>
                  <a:pt x="16915" y="83724"/>
                  <a:pt x="15352" y="84435"/>
                </a:cubicBezTo>
                <a:cubicBezTo>
                  <a:pt x="13788" y="85145"/>
                  <a:pt x="12864" y="85501"/>
                  <a:pt x="12580" y="85501"/>
                </a:cubicBezTo>
                <a:lnTo>
                  <a:pt x="11940" y="85714"/>
                </a:lnTo>
                <a:cubicBezTo>
                  <a:pt x="11940" y="85856"/>
                  <a:pt x="12367" y="86140"/>
                  <a:pt x="13220" y="86567"/>
                </a:cubicBezTo>
                <a:cubicBezTo>
                  <a:pt x="14072" y="86993"/>
                  <a:pt x="15210" y="87491"/>
                  <a:pt x="16631" y="88059"/>
                </a:cubicBezTo>
                <a:cubicBezTo>
                  <a:pt x="18053" y="88628"/>
                  <a:pt x="19403" y="88841"/>
                  <a:pt x="20682" y="88699"/>
                </a:cubicBezTo>
                <a:cubicBezTo>
                  <a:pt x="25799" y="88699"/>
                  <a:pt x="30206" y="85501"/>
                  <a:pt x="33902" y="79104"/>
                </a:cubicBezTo>
                <a:cubicBezTo>
                  <a:pt x="35181" y="76830"/>
                  <a:pt x="36816" y="71997"/>
                  <a:pt x="38806" y="64605"/>
                </a:cubicBezTo>
                <a:cubicBezTo>
                  <a:pt x="40796" y="57214"/>
                  <a:pt x="42786" y="49538"/>
                  <a:pt x="44776" y="41578"/>
                </a:cubicBezTo>
                <a:cubicBezTo>
                  <a:pt x="46766" y="33617"/>
                  <a:pt x="47903" y="28927"/>
                  <a:pt x="48187" y="27505"/>
                </a:cubicBezTo>
                <a:cubicBezTo>
                  <a:pt x="48898" y="23667"/>
                  <a:pt x="49254" y="20895"/>
                  <a:pt x="49254" y="19190"/>
                </a:cubicBezTo>
                <a:cubicBezTo>
                  <a:pt x="49254" y="15210"/>
                  <a:pt x="48187" y="12367"/>
                  <a:pt x="46055" y="10661"/>
                </a:cubicBezTo>
                <a:cubicBezTo>
                  <a:pt x="43923" y="8955"/>
                  <a:pt x="41507" y="8102"/>
                  <a:pt x="38806" y="8102"/>
                </a:cubicBezTo>
                <a:cubicBezTo>
                  <a:pt x="33120" y="8102"/>
                  <a:pt x="27790" y="10377"/>
                  <a:pt x="22814" y="14925"/>
                </a:cubicBezTo>
                <a:cubicBezTo>
                  <a:pt x="17839" y="19474"/>
                  <a:pt x="14357" y="25302"/>
                  <a:pt x="12367" y="32409"/>
                </a:cubicBezTo>
                <a:cubicBezTo>
                  <a:pt x="12082" y="33689"/>
                  <a:pt x="11727" y="34399"/>
                  <a:pt x="11301" y="34541"/>
                </a:cubicBezTo>
                <a:cubicBezTo>
                  <a:pt x="10874" y="34684"/>
                  <a:pt x="9737" y="34826"/>
                  <a:pt x="7889" y="34968"/>
                </a:cubicBezTo>
                <a:lnTo>
                  <a:pt x="4904" y="34968"/>
                </a:lnTo>
                <a:cubicBezTo>
                  <a:pt x="4051" y="34115"/>
                  <a:pt x="3625" y="33333"/>
                  <a:pt x="3625" y="326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FE672E-B1E8-40B4-B721-BA550763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66" y="2260529"/>
            <a:ext cx="103838" cy="96588"/>
          </a:xfrm>
          <a:custGeom xmlns:a="http://schemas.openxmlformats.org/drawingml/2006/main">
            <a:pathLst>
              <a:path w="103838" h="96588" fill="none">
                <a:moveTo>
                  <a:pt x="3625" y="32622"/>
                </a:moveTo>
                <a:cubicBezTo>
                  <a:pt x="4620" y="26652"/>
                  <a:pt x="8458" y="19758"/>
                  <a:pt x="15139" y="11940"/>
                </a:cubicBezTo>
                <a:cubicBezTo>
                  <a:pt x="21819" y="4122"/>
                  <a:pt x="30064" y="142"/>
                  <a:pt x="39872" y="0"/>
                </a:cubicBezTo>
                <a:cubicBezTo>
                  <a:pt x="44847" y="0"/>
                  <a:pt x="49396" y="1279"/>
                  <a:pt x="53518" y="3838"/>
                </a:cubicBezTo>
                <a:cubicBezTo>
                  <a:pt x="57640" y="6397"/>
                  <a:pt x="60696" y="9595"/>
                  <a:pt x="62686" y="13433"/>
                </a:cubicBezTo>
                <a:cubicBezTo>
                  <a:pt x="68656" y="4478"/>
                  <a:pt x="75835" y="0"/>
                  <a:pt x="84221" y="0"/>
                </a:cubicBezTo>
                <a:cubicBezTo>
                  <a:pt x="89481" y="0"/>
                  <a:pt x="94029" y="1564"/>
                  <a:pt x="97867" y="4691"/>
                </a:cubicBezTo>
                <a:cubicBezTo>
                  <a:pt x="101705" y="7818"/>
                  <a:pt x="103695" y="12011"/>
                  <a:pt x="103838" y="17271"/>
                </a:cubicBezTo>
                <a:cubicBezTo>
                  <a:pt x="103838" y="21393"/>
                  <a:pt x="102843" y="24733"/>
                  <a:pt x="100852" y="27292"/>
                </a:cubicBezTo>
                <a:cubicBezTo>
                  <a:pt x="98862" y="29851"/>
                  <a:pt x="96943" y="31414"/>
                  <a:pt x="95096" y="31983"/>
                </a:cubicBezTo>
                <a:cubicBezTo>
                  <a:pt x="93248" y="32551"/>
                  <a:pt x="91613" y="32836"/>
                  <a:pt x="90192" y="32836"/>
                </a:cubicBezTo>
                <a:cubicBezTo>
                  <a:pt x="87491" y="32836"/>
                  <a:pt x="85288" y="32054"/>
                  <a:pt x="83582" y="30490"/>
                </a:cubicBezTo>
                <a:cubicBezTo>
                  <a:pt x="81876" y="28927"/>
                  <a:pt x="81023" y="26866"/>
                  <a:pt x="81023" y="24307"/>
                </a:cubicBezTo>
                <a:cubicBezTo>
                  <a:pt x="81023" y="17768"/>
                  <a:pt x="84577" y="13291"/>
                  <a:pt x="91684" y="10874"/>
                </a:cubicBezTo>
                <a:cubicBezTo>
                  <a:pt x="90120" y="9026"/>
                  <a:pt x="87278" y="8102"/>
                  <a:pt x="83155" y="8102"/>
                </a:cubicBezTo>
                <a:cubicBezTo>
                  <a:pt x="81307" y="8102"/>
                  <a:pt x="79957" y="8244"/>
                  <a:pt x="79104" y="8529"/>
                </a:cubicBezTo>
                <a:cubicBezTo>
                  <a:pt x="73703" y="10803"/>
                  <a:pt x="69723" y="15494"/>
                  <a:pt x="67164" y="22601"/>
                </a:cubicBezTo>
                <a:cubicBezTo>
                  <a:pt x="58635" y="54015"/>
                  <a:pt x="54371" y="72352"/>
                  <a:pt x="54371" y="77612"/>
                </a:cubicBezTo>
                <a:cubicBezTo>
                  <a:pt x="54371" y="81592"/>
                  <a:pt x="55508" y="84435"/>
                  <a:pt x="57782" y="86140"/>
                </a:cubicBezTo>
                <a:cubicBezTo>
                  <a:pt x="60057" y="87846"/>
                  <a:pt x="62544" y="88699"/>
                  <a:pt x="65245" y="88699"/>
                </a:cubicBezTo>
                <a:cubicBezTo>
                  <a:pt x="70504" y="88699"/>
                  <a:pt x="75693" y="86354"/>
                  <a:pt x="80810" y="81663"/>
                </a:cubicBezTo>
                <a:cubicBezTo>
                  <a:pt x="85927" y="76972"/>
                  <a:pt x="89410" y="71215"/>
                  <a:pt x="91258" y="64392"/>
                </a:cubicBezTo>
                <a:cubicBezTo>
                  <a:pt x="91684" y="62971"/>
                  <a:pt x="92111" y="62189"/>
                  <a:pt x="92537" y="62047"/>
                </a:cubicBezTo>
                <a:cubicBezTo>
                  <a:pt x="92963" y="61905"/>
                  <a:pt x="94101" y="61762"/>
                  <a:pt x="95948" y="61620"/>
                </a:cubicBezTo>
                <a:lnTo>
                  <a:pt x="96801" y="61620"/>
                </a:lnTo>
                <a:cubicBezTo>
                  <a:pt x="98934" y="61620"/>
                  <a:pt x="100000" y="62189"/>
                  <a:pt x="100000" y="63326"/>
                </a:cubicBezTo>
                <a:cubicBezTo>
                  <a:pt x="100000" y="63468"/>
                  <a:pt x="99857" y="64250"/>
                  <a:pt x="99573" y="65671"/>
                </a:cubicBezTo>
                <a:cubicBezTo>
                  <a:pt x="97299" y="73774"/>
                  <a:pt x="92892" y="80952"/>
                  <a:pt x="86354" y="87206"/>
                </a:cubicBezTo>
                <a:cubicBezTo>
                  <a:pt x="79815" y="93461"/>
                  <a:pt x="72210" y="96588"/>
                  <a:pt x="63539" y="96588"/>
                </a:cubicBezTo>
                <a:cubicBezTo>
                  <a:pt x="53589" y="96588"/>
                  <a:pt x="46055" y="92111"/>
                  <a:pt x="40938" y="83155"/>
                </a:cubicBezTo>
                <a:cubicBezTo>
                  <a:pt x="35110" y="91968"/>
                  <a:pt x="28429" y="96375"/>
                  <a:pt x="20895" y="96375"/>
                </a:cubicBezTo>
                <a:lnTo>
                  <a:pt x="19616" y="96375"/>
                </a:lnTo>
                <a:cubicBezTo>
                  <a:pt x="12651" y="96375"/>
                  <a:pt x="7676" y="94527"/>
                  <a:pt x="4691" y="90831"/>
                </a:cubicBezTo>
                <a:cubicBezTo>
                  <a:pt x="1706" y="87135"/>
                  <a:pt x="142" y="83226"/>
                  <a:pt x="0" y="79104"/>
                </a:cubicBezTo>
                <a:cubicBezTo>
                  <a:pt x="0" y="74555"/>
                  <a:pt x="1350" y="70860"/>
                  <a:pt x="4051" y="68017"/>
                </a:cubicBezTo>
                <a:cubicBezTo>
                  <a:pt x="6752" y="65174"/>
                  <a:pt x="9950" y="63752"/>
                  <a:pt x="13646" y="63752"/>
                </a:cubicBezTo>
                <a:cubicBezTo>
                  <a:pt x="19758" y="63752"/>
                  <a:pt x="22814" y="66737"/>
                  <a:pt x="22814" y="72708"/>
                </a:cubicBezTo>
                <a:cubicBezTo>
                  <a:pt x="22814" y="75551"/>
                  <a:pt x="21962" y="78038"/>
                  <a:pt x="20256" y="80170"/>
                </a:cubicBezTo>
                <a:cubicBezTo>
                  <a:pt x="18550" y="82302"/>
                  <a:pt x="16915" y="83724"/>
                  <a:pt x="15352" y="84435"/>
                </a:cubicBezTo>
                <a:cubicBezTo>
                  <a:pt x="13788" y="85145"/>
                  <a:pt x="12864" y="85501"/>
                  <a:pt x="12580" y="85501"/>
                </a:cubicBezTo>
                <a:lnTo>
                  <a:pt x="11940" y="85714"/>
                </a:lnTo>
                <a:cubicBezTo>
                  <a:pt x="11940" y="85856"/>
                  <a:pt x="12367" y="86140"/>
                  <a:pt x="13220" y="86567"/>
                </a:cubicBezTo>
                <a:cubicBezTo>
                  <a:pt x="14072" y="86993"/>
                  <a:pt x="15210" y="87491"/>
                  <a:pt x="16631" y="88059"/>
                </a:cubicBezTo>
                <a:cubicBezTo>
                  <a:pt x="18053" y="88628"/>
                  <a:pt x="19403" y="88841"/>
                  <a:pt x="20682" y="88699"/>
                </a:cubicBezTo>
                <a:cubicBezTo>
                  <a:pt x="25799" y="88699"/>
                  <a:pt x="30206" y="85501"/>
                  <a:pt x="33902" y="79104"/>
                </a:cubicBezTo>
                <a:cubicBezTo>
                  <a:pt x="35181" y="76830"/>
                  <a:pt x="36816" y="71997"/>
                  <a:pt x="38806" y="64605"/>
                </a:cubicBezTo>
                <a:cubicBezTo>
                  <a:pt x="40796" y="57214"/>
                  <a:pt x="42786" y="49538"/>
                  <a:pt x="44776" y="41578"/>
                </a:cubicBezTo>
                <a:cubicBezTo>
                  <a:pt x="46766" y="33617"/>
                  <a:pt x="47903" y="28927"/>
                  <a:pt x="48187" y="27505"/>
                </a:cubicBezTo>
                <a:cubicBezTo>
                  <a:pt x="48898" y="23667"/>
                  <a:pt x="49254" y="20895"/>
                  <a:pt x="49254" y="19190"/>
                </a:cubicBezTo>
                <a:cubicBezTo>
                  <a:pt x="49254" y="15210"/>
                  <a:pt x="48187" y="12367"/>
                  <a:pt x="46055" y="10661"/>
                </a:cubicBezTo>
                <a:cubicBezTo>
                  <a:pt x="43923" y="8955"/>
                  <a:pt x="41507" y="8102"/>
                  <a:pt x="38806" y="8102"/>
                </a:cubicBezTo>
                <a:cubicBezTo>
                  <a:pt x="33120" y="8102"/>
                  <a:pt x="27790" y="10377"/>
                  <a:pt x="22814" y="14925"/>
                </a:cubicBezTo>
                <a:cubicBezTo>
                  <a:pt x="17839" y="19474"/>
                  <a:pt x="14357" y="25302"/>
                  <a:pt x="12367" y="32409"/>
                </a:cubicBezTo>
                <a:cubicBezTo>
                  <a:pt x="12082" y="33689"/>
                  <a:pt x="11727" y="34399"/>
                  <a:pt x="11301" y="34541"/>
                </a:cubicBezTo>
                <a:cubicBezTo>
                  <a:pt x="10874" y="34684"/>
                  <a:pt x="9737" y="34826"/>
                  <a:pt x="7889" y="34968"/>
                </a:cubicBezTo>
                <a:lnTo>
                  <a:pt x="4904" y="34968"/>
                </a:lnTo>
                <a:cubicBezTo>
                  <a:pt x="4051" y="34115"/>
                  <a:pt x="3625" y="33333"/>
                  <a:pt x="3625" y="3262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3" cap="flat">
            <a:solidFill>
              <a:srgbClr val="000000">
                <a:alpha val="32760"/>
              </a:srgbClr>
            </a:solidFill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2B11F9-550A-4F27-A79E-1631435B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32" y="2286508"/>
            <a:ext cx="62559" cy="103562"/>
          </a:xfrm>
          <a:custGeom xmlns:a="http://schemas.openxmlformats.org/drawingml/2006/main">
            <a:pathLst>
              <a:path w="62559" h="103562">
                <a:moveTo>
                  <a:pt x="12813" y="30451"/>
                </a:moveTo>
                <a:cubicBezTo>
                  <a:pt x="10100" y="30451"/>
                  <a:pt x="7990" y="29596"/>
                  <a:pt x="6482" y="27888"/>
                </a:cubicBezTo>
                <a:cubicBezTo>
                  <a:pt x="4975" y="26179"/>
                  <a:pt x="4171" y="23969"/>
                  <a:pt x="4070" y="21255"/>
                </a:cubicBezTo>
                <a:cubicBezTo>
                  <a:pt x="4070" y="15728"/>
                  <a:pt x="6482" y="10803"/>
                  <a:pt x="11306" y="6482"/>
                </a:cubicBezTo>
                <a:cubicBezTo>
                  <a:pt x="16130" y="2161"/>
                  <a:pt x="21959" y="0"/>
                  <a:pt x="28792" y="0"/>
                </a:cubicBezTo>
                <a:cubicBezTo>
                  <a:pt x="32310" y="0"/>
                  <a:pt x="34521" y="50"/>
                  <a:pt x="35425" y="151"/>
                </a:cubicBezTo>
                <a:cubicBezTo>
                  <a:pt x="42862" y="1357"/>
                  <a:pt x="48540" y="4020"/>
                  <a:pt x="52459" y="8140"/>
                </a:cubicBezTo>
                <a:cubicBezTo>
                  <a:pt x="56379" y="12261"/>
                  <a:pt x="58389" y="16733"/>
                  <a:pt x="58489" y="21557"/>
                </a:cubicBezTo>
                <a:cubicBezTo>
                  <a:pt x="58489" y="26782"/>
                  <a:pt x="56781" y="31858"/>
                  <a:pt x="53364" y="36782"/>
                </a:cubicBezTo>
                <a:cubicBezTo>
                  <a:pt x="49947" y="41706"/>
                  <a:pt x="45224" y="45274"/>
                  <a:pt x="39194" y="47485"/>
                </a:cubicBezTo>
                <a:lnTo>
                  <a:pt x="38742" y="47786"/>
                </a:lnTo>
                <a:cubicBezTo>
                  <a:pt x="38742" y="47887"/>
                  <a:pt x="39194" y="48038"/>
                  <a:pt x="40098" y="48239"/>
                </a:cubicBezTo>
                <a:cubicBezTo>
                  <a:pt x="41003" y="48440"/>
                  <a:pt x="42460" y="48892"/>
                  <a:pt x="44470" y="49595"/>
                </a:cubicBezTo>
                <a:cubicBezTo>
                  <a:pt x="46480" y="50299"/>
                  <a:pt x="48389" y="51354"/>
                  <a:pt x="50198" y="52761"/>
                </a:cubicBezTo>
                <a:cubicBezTo>
                  <a:pt x="58439" y="58087"/>
                  <a:pt x="62559" y="65122"/>
                  <a:pt x="62559" y="73865"/>
                </a:cubicBezTo>
                <a:cubicBezTo>
                  <a:pt x="62559" y="81805"/>
                  <a:pt x="59444" y="88739"/>
                  <a:pt x="53213" y="94668"/>
                </a:cubicBezTo>
                <a:cubicBezTo>
                  <a:pt x="46982" y="100598"/>
                  <a:pt x="39093" y="103562"/>
                  <a:pt x="29546" y="103562"/>
                </a:cubicBezTo>
                <a:cubicBezTo>
                  <a:pt x="21506" y="103562"/>
                  <a:pt x="14572" y="101402"/>
                  <a:pt x="8743" y="97080"/>
                </a:cubicBezTo>
                <a:cubicBezTo>
                  <a:pt x="2914" y="92759"/>
                  <a:pt x="0" y="87282"/>
                  <a:pt x="0" y="80649"/>
                </a:cubicBezTo>
                <a:cubicBezTo>
                  <a:pt x="0" y="77835"/>
                  <a:pt x="904" y="75574"/>
                  <a:pt x="2713" y="73865"/>
                </a:cubicBezTo>
                <a:cubicBezTo>
                  <a:pt x="4522" y="72157"/>
                  <a:pt x="6784" y="71252"/>
                  <a:pt x="9497" y="71152"/>
                </a:cubicBezTo>
                <a:cubicBezTo>
                  <a:pt x="12311" y="71152"/>
                  <a:pt x="14622" y="72056"/>
                  <a:pt x="16431" y="73865"/>
                </a:cubicBezTo>
                <a:cubicBezTo>
                  <a:pt x="18240" y="75674"/>
                  <a:pt x="19145" y="77936"/>
                  <a:pt x="19145" y="80649"/>
                </a:cubicBezTo>
                <a:cubicBezTo>
                  <a:pt x="19145" y="81754"/>
                  <a:pt x="18994" y="82759"/>
                  <a:pt x="18692" y="83664"/>
                </a:cubicBezTo>
                <a:cubicBezTo>
                  <a:pt x="18391" y="84568"/>
                  <a:pt x="18039" y="85372"/>
                  <a:pt x="17637" y="86076"/>
                </a:cubicBezTo>
                <a:cubicBezTo>
                  <a:pt x="17235" y="86779"/>
                  <a:pt x="16683" y="87382"/>
                  <a:pt x="15979" y="87885"/>
                </a:cubicBezTo>
                <a:cubicBezTo>
                  <a:pt x="15276" y="88387"/>
                  <a:pt x="14673" y="88789"/>
                  <a:pt x="14170" y="89091"/>
                </a:cubicBezTo>
                <a:cubicBezTo>
                  <a:pt x="13668" y="89392"/>
                  <a:pt x="13165" y="89593"/>
                  <a:pt x="12663" y="89694"/>
                </a:cubicBezTo>
                <a:cubicBezTo>
                  <a:pt x="12160" y="89794"/>
                  <a:pt x="11758" y="89945"/>
                  <a:pt x="11457" y="90146"/>
                </a:cubicBezTo>
                <a:lnTo>
                  <a:pt x="10854" y="90297"/>
                </a:lnTo>
                <a:cubicBezTo>
                  <a:pt x="15979" y="94819"/>
                  <a:pt x="22210" y="97080"/>
                  <a:pt x="29546" y="97080"/>
                </a:cubicBezTo>
                <a:cubicBezTo>
                  <a:pt x="35073" y="97080"/>
                  <a:pt x="39244" y="94417"/>
                  <a:pt x="42058" y="89091"/>
                </a:cubicBezTo>
                <a:cubicBezTo>
                  <a:pt x="43766" y="85774"/>
                  <a:pt x="44621" y="80699"/>
                  <a:pt x="44621" y="73865"/>
                </a:cubicBezTo>
                <a:lnTo>
                  <a:pt x="44621" y="70850"/>
                </a:lnTo>
                <a:cubicBezTo>
                  <a:pt x="44621" y="61303"/>
                  <a:pt x="41405" y="54922"/>
                  <a:pt x="34973" y="51706"/>
                </a:cubicBezTo>
                <a:cubicBezTo>
                  <a:pt x="33466" y="51103"/>
                  <a:pt x="30400" y="50751"/>
                  <a:pt x="25778" y="50651"/>
                </a:cubicBezTo>
                <a:lnTo>
                  <a:pt x="19446" y="50500"/>
                </a:lnTo>
                <a:lnTo>
                  <a:pt x="18994" y="50198"/>
                </a:lnTo>
                <a:cubicBezTo>
                  <a:pt x="18793" y="49897"/>
                  <a:pt x="18692" y="49093"/>
                  <a:pt x="18692" y="47786"/>
                </a:cubicBezTo>
                <a:cubicBezTo>
                  <a:pt x="18692" y="45977"/>
                  <a:pt x="19094" y="45073"/>
                  <a:pt x="19898" y="45073"/>
                </a:cubicBezTo>
                <a:cubicBezTo>
                  <a:pt x="22712" y="45073"/>
                  <a:pt x="25627" y="44822"/>
                  <a:pt x="28642" y="44319"/>
                </a:cubicBezTo>
                <a:cubicBezTo>
                  <a:pt x="32059" y="43817"/>
                  <a:pt x="35174" y="41706"/>
                  <a:pt x="37988" y="37988"/>
                </a:cubicBezTo>
                <a:cubicBezTo>
                  <a:pt x="40802" y="34270"/>
                  <a:pt x="42209" y="28642"/>
                  <a:pt x="42209" y="21104"/>
                </a:cubicBezTo>
                <a:lnTo>
                  <a:pt x="42209" y="19898"/>
                </a:lnTo>
                <a:cubicBezTo>
                  <a:pt x="42209" y="14170"/>
                  <a:pt x="40450" y="10200"/>
                  <a:pt x="36933" y="7990"/>
                </a:cubicBezTo>
                <a:cubicBezTo>
                  <a:pt x="34722" y="6583"/>
                  <a:pt x="32360" y="5879"/>
                  <a:pt x="29848" y="5879"/>
                </a:cubicBezTo>
                <a:cubicBezTo>
                  <a:pt x="26632" y="5879"/>
                  <a:pt x="23667" y="6432"/>
                  <a:pt x="20954" y="7537"/>
                </a:cubicBezTo>
                <a:cubicBezTo>
                  <a:pt x="18240" y="8643"/>
                  <a:pt x="16331" y="9798"/>
                  <a:pt x="15225" y="11004"/>
                </a:cubicBezTo>
                <a:cubicBezTo>
                  <a:pt x="14120" y="12210"/>
                  <a:pt x="13567" y="12813"/>
                  <a:pt x="13567" y="12813"/>
                </a:cubicBezTo>
                <a:lnTo>
                  <a:pt x="14019" y="12813"/>
                </a:lnTo>
                <a:cubicBezTo>
                  <a:pt x="14321" y="12914"/>
                  <a:pt x="14723" y="13014"/>
                  <a:pt x="15225" y="13115"/>
                </a:cubicBezTo>
                <a:cubicBezTo>
                  <a:pt x="15728" y="13215"/>
                  <a:pt x="16230" y="13467"/>
                  <a:pt x="16733" y="13869"/>
                </a:cubicBezTo>
                <a:cubicBezTo>
                  <a:pt x="17235" y="14271"/>
                  <a:pt x="17838" y="14622"/>
                  <a:pt x="18542" y="14924"/>
                </a:cubicBezTo>
                <a:cubicBezTo>
                  <a:pt x="19245" y="15225"/>
                  <a:pt x="19748" y="15778"/>
                  <a:pt x="20049" y="16582"/>
                </a:cubicBezTo>
                <a:cubicBezTo>
                  <a:pt x="20351" y="17386"/>
                  <a:pt x="20753" y="18140"/>
                  <a:pt x="21255" y="18843"/>
                </a:cubicBezTo>
                <a:cubicBezTo>
                  <a:pt x="21758" y="19547"/>
                  <a:pt x="21908" y="20552"/>
                  <a:pt x="21707" y="21858"/>
                </a:cubicBezTo>
                <a:cubicBezTo>
                  <a:pt x="21707" y="24069"/>
                  <a:pt x="21004" y="26029"/>
                  <a:pt x="19597" y="27737"/>
                </a:cubicBezTo>
                <a:cubicBezTo>
                  <a:pt x="18190" y="29446"/>
                  <a:pt x="15929" y="30350"/>
                  <a:pt x="12813" y="304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F7BD6-E6EE-46BD-81A4-2039A846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32" y="2286508"/>
            <a:ext cx="62559" cy="103562"/>
          </a:xfrm>
          <a:custGeom xmlns:a="http://schemas.openxmlformats.org/drawingml/2006/main">
            <a:pathLst>
              <a:path w="62559" h="103562" fill="none">
                <a:moveTo>
                  <a:pt x="12813" y="30451"/>
                </a:moveTo>
                <a:cubicBezTo>
                  <a:pt x="10100" y="30451"/>
                  <a:pt x="7990" y="29596"/>
                  <a:pt x="6482" y="27888"/>
                </a:cubicBezTo>
                <a:cubicBezTo>
                  <a:pt x="4975" y="26179"/>
                  <a:pt x="4171" y="23969"/>
                  <a:pt x="4070" y="21255"/>
                </a:cubicBezTo>
                <a:cubicBezTo>
                  <a:pt x="4070" y="15728"/>
                  <a:pt x="6482" y="10803"/>
                  <a:pt x="11306" y="6482"/>
                </a:cubicBezTo>
                <a:cubicBezTo>
                  <a:pt x="16130" y="2161"/>
                  <a:pt x="21959" y="0"/>
                  <a:pt x="28792" y="0"/>
                </a:cubicBezTo>
                <a:cubicBezTo>
                  <a:pt x="32310" y="0"/>
                  <a:pt x="34521" y="50"/>
                  <a:pt x="35425" y="151"/>
                </a:cubicBezTo>
                <a:cubicBezTo>
                  <a:pt x="42862" y="1357"/>
                  <a:pt x="48540" y="4020"/>
                  <a:pt x="52459" y="8140"/>
                </a:cubicBezTo>
                <a:cubicBezTo>
                  <a:pt x="56379" y="12261"/>
                  <a:pt x="58389" y="16733"/>
                  <a:pt x="58489" y="21557"/>
                </a:cubicBezTo>
                <a:cubicBezTo>
                  <a:pt x="58489" y="26782"/>
                  <a:pt x="56781" y="31858"/>
                  <a:pt x="53364" y="36782"/>
                </a:cubicBezTo>
                <a:cubicBezTo>
                  <a:pt x="49947" y="41706"/>
                  <a:pt x="45224" y="45274"/>
                  <a:pt x="39194" y="47485"/>
                </a:cubicBezTo>
                <a:lnTo>
                  <a:pt x="38742" y="47786"/>
                </a:lnTo>
                <a:cubicBezTo>
                  <a:pt x="38742" y="47887"/>
                  <a:pt x="39194" y="48038"/>
                  <a:pt x="40098" y="48239"/>
                </a:cubicBezTo>
                <a:cubicBezTo>
                  <a:pt x="41003" y="48440"/>
                  <a:pt x="42460" y="48892"/>
                  <a:pt x="44470" y="49595"/>
                </a:cubicBezTo>
                <a:cubicBezTo>
                  <a:pt x="46480" y="50299"/>
                  <a:pt x="48389" y="51354"/>
                  <a:pt x="50198" y="52761"/>
                </a:cubicBezTo>
                <a:cubicBezTo>
                  <a:pt x="58439" y="58087"/>
                  <a:pt x="62559" y="65122"/>
                  <a:pt x="62559" y="73865"/>
                </a:cubicBezTo>
                <a:cubicBezTo>
                  <a:pt x="62559" y="81805"/>
                  <a:pt x="59444" y="88739"/>
                  <a:pt x="53213" y="94668"/>
                </a:cubicBezTo>
                <a:cubicBezTo>
                  <a:pt x="46982" y="100598"/>
                  <a:pt x="39093" y="103562"/>
                  <a:pt x="29546" y="103562"/>
                </a:cubicBezTo>
                <a:cubicBezTo>
                  <a:pt x="21506" y="103562"/>
                  <a:pt x="14572" y="101402"/>
                  <a:pt x="8743" y="97080"/>
                </a:cubicBezTo>
                <a:cubicBezTo>
                  <a:pt x="2914" y="92759"/>
                  <a:pt x="0" y="87282"/>
                  <a:pt x="0" y="80649"/>
                </a:cubicBezTo>
                <a:cubicBezTo>
                  <a:pt x="0" y="77835"/>
                  <a:pt x="904" y="75574"/>
                  <a:pt x="2713" y="73865"/>
                </a:cubicBezTo>
                <a:cubicBezTo>
                  <a:pt x="4522" y="72157"/>
                  <a:pt x="6784" y="71252"/>
                  <a:pt x="9497" y="71152"/>
                </a:cubicBezTo>
                <a:cubicBezTo>
                  <a:pt x="12311" y="71152"/>
                  <a:pt x="14622" y="72056"/>
                  <a:pt x="16431" y="73865"/>
                </a:cubicBezTo>
                <a:cubicBezTo>
                  <a:pt x="18240" y="75674"/>
                  <a:pt x="19145" y="77936"/>
                  <a:pt x="19145" y="80649"/>
                </a:cubicBezTo>
                <a:cubicBezTo>
                  <a:pt x="19145" y="81754"/>
                  <a:pt x="18994" y="82759"/>
                  <a:pt x="18692" y="83664"/>
                </a:cubicBezTo>
                <a:cubicBezTo>
                  <a:pt x="18391" y="84568"/>
                  <a:pt x="18039" y="85372"/>
                  <a:pt x="17637" y="86076"/>
                </a:cubicBezTo>
                <a:cubicBezTo>
                  <a:pt x="17235" y="86779"/>
                  <a:pt x="16683" y="87382"/>
                  <a:pt x="15979" y="87885"/>
                </a:cubicBezTo>
                <a:cubicBezTo>
                  <a:pt x="15276" y="88387"/>
                  <a:pt x="14673" y="88789"/>
                  <a:pt x="14170" y="89091"/>
                </a:cubicBezTo>
                <a:cubicBezTo>
                  <a:pt x="13668" y="89392"/>
                  <a:pt x="13165" y="89593"/>
                  <a:pt x="12663" y="89694"/>
                </a:cubicBezTo>
                <a:cubicBezTo>
                  <a:pt x="12160" y="89794"/>
                  <a:pt x="11758" y="89945"/>
                  <a:pt x="11457" y="90146"/>
                </a:cubicBezTo>
                <a:lnTo>
                  <a:pt x="10854" y="90297"/>
                </a:lnTo>
                <a:cubicBezTo>
                  <a:pt x="15979" y="94819"/>
                  <a:pt x="22210" y="97080"/>
                  <a:pt x="29546" y="97080"/>
                </a:cubicBezTo>
                <a:cubicBezTo>
                  <a:pt x="35073" y="97080"/>
                  <a:pt x="39244" y="94417"/>
                  <a:pt x="42058" y="89091"/>
                </a:cubicBezTo>
                <a:cubicBezTo>
                  <a:pt x="43766" y="85774"/>
                  <a:pt x="44621" y="80699"/>
                  <a:pt x="44621" y="73865"/>
                </a:cubicBezTo>
                <a:lnTo>
                  <a:pt x="44621" y="70850"/>
                </a:lnTo>
                <a:cubicBezTo>
                  <a:pt x="44621" y="61303"/>
                  <a:pt x="41405" y="54922"/>
                  <a:pt x="34973" y="51706"/>
                </a:cubicBezTo>
                <a:cubicBezTo>
                  <a:pt x="33466" y="51103"/>
                  <a:pt x="30400" y="50751"/>
                  <a:pt x="25778" y="50651"/>
                </a:cubicBezTo>
                <a:lnTo>
                  <a:pt x="19446" y="50500"/>
                </a:lnTo>
                <a:lnTo>
                  <a:pt x="18994" y="50198"/>
                </a:lnTo>
                <a:cubicBezTo>
                  <a:pt x="18793" y="49897"/>
                  <a:pt x="18692" y="49093"/>
                  <a:pt x="18692" y="47786"/>
                </a:cubicBezTo>
                <a:cubicBezTo>
                  <a:pt x="18692" y="45977"/>
                  <a:pt x="19094" y="45073"/>
                  <a:pt x="19898" y="45073"/>
                </a:cubicBezTo>
                <a:cubicBezTo>
                  <a:pt x="22712" y="45073"/>
                  <a:pt x="25627" y="44822"/>
                  <a:pt x="28642" y="44319"/>
                </a:cubicBezTo>
                <a:cubicBezTo>
                  <a:pt x="32059" y="43817"/>
                  <a:pt x="35174" y="41706"/>
                  <a:pt x="37988" y="37988"/>
                </a:cubicBezTo>
                <a:cubicBezTo>
                  <a:pt x="40802" y="34270"/>
                  <a:pt x="42209" y="28642"/>
                  <a:pt x="42209" y="21104"/>
                </a:cubicBezTo>
                <a:lnTo>
                  <a:pt x="42209" y="19898"/>
                </a:lnTo>
                <a:cubicBezTo>
                  <a:pt x="42209" y="14170"/>
                  <a:pt x="40450" y="10200"/>
                  <a:pt x="36933" y="7990"/>
                </a:cubicBezTo>
                <a:cubicBezTo>
                  <a:pt x="34722" y="6583"/>
                  <a:pt x="32360" y="5879"/>
                  <a:pt x="29848" y="5879"/>
                </a:cubicBezTo>
                <a:cubicBezTo>
                  <a:pt x="26632" y="5879"/>
                  <a:pt x="23667" y="6432"/>
                  <a:pt x="20954" y="7537"/>
                </a:cubicBezTo>
                <a:cubicBezTo>
                  <a:pt x="18240" y="8643"/>
                  <a:pt x="16331" y="9798"/>
                  <a:pt x="15225" y="11004"/>
                </a:cubicBezTo>
                <a:cubicBezTo>
                  <a:pt x="14120" y="12210"/>
                  <a:pt x="13567" y="12813"/>
                  <a:pt x="13567" y="12813"/>
                </a:cubicBezTo>
                <a:lnTo>
                  <a:pt x="14019" y="12813"/>
                </a:lnTo>
                <a:cubicBezTo>
                  <a:pt x="14321" y="12914"/>
                  <a:pt x="14723" y="13014"/>
                  <a:pt x="15225" y="13115"/>
                </a:cubicBezTo>
                <a:cubicBezTo>
                  <a:pt x="15728" y="13215"/>
                  <a:pt x="16230" y="13467"/>
                  <a:pt x="16733" y="13869"/>
                </a:cubicBezTo>
                <a:cubicBezTo>
                  <a:pt x="17235" y="14271"/>
                  <a:pt x="17838" y="14622"/>
                  <a:pt x="18542" y="14924"/>
                </a:cubicBezTo>
                <a:cubicBezTo>
                  <a:pt x="19245" y="15225"/>
                  <a:pt x="19748" y="15778"/>
                  <a:pt x="20049" y="16582"/>
                </a:cubicBezTo>
                <a:cubicBezTo>
                  <a:pt x="20351" y="17386"/>
                  <a:pt x="20753" y="18140"/>
                  <a:pt x="21255" y="18843"/>
                </a:cubicBezTo>
                <a:cubicBezTo>
                  <a:pt x="21758" y="19547"/>
                  <a:pt x="21908" y="20552"/>
                  <a:pt x="21707" y="21858"/>
                </a:cubicBezTo>
                <a:cubicBezTo>
                  <a:pt x="21707" y="24069"/>
                  <a:pt x="21004" y="26029"/>
                  <a:pt x="19597" y="27737"/>
                </a:cubicBezTo>
                <a:cubicBezTo>
                  <a:pt x="18190" y="29446"/>
                  <a:pt x="15929" y="30350"/>
                  <a:pt x="12813" y="3045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1" cap="flat">
            <a:solidFill>
              <a:srgbClr val="000000">
                <a:alpha val="23160"/>
              </a:srgbClr>
            </a:solidFill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955DD7-B46F-4577-99B6-4764E094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897" y="2260529"/>
            <a:ext cx="103838" cy="96588"/>
          </a:xfrm>
          <a:custGeom xmlns:a="http://schemas.openxmlformats.org/drawingml/2006/main">
            <a:pathLst>
              <a:path w="103838" h="96588">
                <a:moveTo>
                  <a:pt x="3625" y="32622"/>
                </a:moveTo>
                <a:cubicBezTo>
                  <a:pt x="4620" y="26652"/>
                  <a:pt x="8458" y="19758"/>
                  <a:pt x="15139" y="11940"/>
                </a:cubicBezTo>
                <a:cubicBezTo>
                  <a:pt x="21819" y="4122"/>
                  <a:pt x="30064" y="142"/>
                  <a:pt x="39872" y="0"/>
                </a:cubicBezTo>
                <a:cubicBezTo>
                  <a:pt x="44847" y="0"/>
                  <a:pt x="49396" y="1279"/>
                  <a:pt x="53518" y="3838"/>
                </a:cubicBezTo>
                <a:cubicBezTo>
                  <a:pt x="57640" y="6397"/>
                  <a:pt x="60696" y="9595"/>
                  <a:pt x="62686" y="13433"/>
                </a:cubicBezTo>
                <a:cubicBezTo>
                  <a:pt x="68656" y="4478"/>
                  <a:pt x="75835" y="0"/>
                  <a:pt x="84221" y="0"/>
                </a:cubicBezTo>
                <a:cubicBezTo>
                  <a:pt x="89481" y="0"/>
                  <a:pt x="94029" y="1564"/>
                  <a:pt x="97867" y="4691"/>
                </a:cubicBezTo>
                <a:cubicBezTo>
                  <a:pt x="101705" y="7818"/>
                  <a:pt x="103695" y="12011"/>
                  <a:pt x="103838" y="17271"/>
                </a:cubicBezTo>
                <a:cubicBezTo>
                  <a:pt x="103838" y="21393"/>
                  <a:pt x="102843" y="24733"/>
                  <a:pt x="100852" y="27292"/>
                </a:cubicBezTo>
                <a:cubicBezTo>
                  <a:pt x="98862" y="29851"/>
                  <a:pt x="96943" y="31414"/>
                  <a:pt x="95096" y="31983"/>
                </a:cubicBezTo>
                <a:cubicBezTo>
                  <a:pt x="93248" y="32551"/>
                  <a:pt x="91613" y="32836"/>
                  <a:pt x="90192" y="32836"/>
                </a:cubicBezTo>
                <a:cubicBezTo>
                  <a:pt x="87491" y="32836"/>
                  <a:pt x="85288" y="32054"/>
                  <a:pt x="83582" y="30490"/>
                </a:cubicBezTo>
                <a:cubicBezTo>
                  <a:pt x="81876" y="28927"/>
                  <a:pt x="81023" y="26866"/>
                  <a:pt x="81023" y="24307"/>
                </a:cubicBezTo>
                <a:cubicBezTo>
                  <a:pt x="81023" y="17768"/>
                  <a:pt x="84577" y="13291"/>
                  <a:pt x="91684" y="10874"/>
                </a:cubicBezTo>
                <a:cubicBezTo>
                  <a:pt x="90120" y="9026"/>
                  <a:pt x="87278" y="8102"/>
                  <a:pt x="83155" y="8102"/>
                </a:cubicBezTo>
                <a:cubicBezTo>
                  <a:pt x="81307" y="8102"/>
                  <a:pt x="79957" y="8244"/>
                  <a:pt x="79104" y="8529"/>
                </a:cubicBezTo>
                <a:cubicBezTo>
                  <a:pt x="73703" y="10803"/>
                  <a:pt x="69723" y="15494"/>
                  <a:pt x="67164" y="22601"/>
                </a:cubicBezTo>
                <a:cubicBezTo>
                  <a:pt x="58635" y="54015"/>
                  <a:pt x="54371" y="72352"/>
                  <a:pt x="54371" y="77612"/>
                </a:cubicBezTo>
                <a:cubicBezTo>
                  <a:pt x="54371" y="81592"/>
                  <a:pt x="55508" y="84435"/>
                  <a:pt x="57782" y="86140"/>
                </a:cubicBezTo>
                <a:cubicBezTo>
                  <a:pt x="60057" y="87846"/>
                  <a:pt x="62544" y="88699"/>
                  <a:pt x="65245" y="88699"/>
                </a:cubicBezTo>
                <a:cubicBezTo>
                  <a:pt x="70504" y="88699"/>
                  <a:pt x="75693" y="86354"/>
                  <a:pt x="80810" y="81663"/>
                </a:cubicBezTo>
                <a:cubicBezTo>
                  <a:pt x="85927" y="76972"/>
                  <a:pt x="89410" y="71215"/>
                  <a:pt x="91258" y="64392"/>
                </a:cubicBezTo>
                <a:cubicBezTo>
                  <a:pt x="91684" y="62971"/>
                  <a:pt x="92111" y="62189"/>
                  <a:pt x="92537" y="62047"/>
                </a:cubicBezTo>
                <a:cubicBezTo>
                  <a:pt x="92963" y="61905"/>
                  <a:pt x="94101" y="61762"/>
                  <a:pt x="95948" y="61620"/>
                </a:cubicBezTo>
                <a:lnTo>
                  <a:pt x="96801" y="61620"/>
                </a:lnTo>
                <a:cubicBezTo>
                  <a:pt x="98934" y="61620"/>
                  <a:pt x="100000" y="62189"/>
                  <a:pt x="100000" y="63326"/>
                </a:cubicBezTo>
                <a:cubicBezTo>
                  <a:pt x="100000" y="63468"/>
                  <a:pt x="99857" y="64250"/>
                  <a:pt x="99573" y="65671"/>
                </a:cubicBezTo>
                <a:cubicBezTo>
                  <a:pt x="97299" y="73774"/>
                  <a:pt x="92892" y="80952"/>
                  <a:pt x="86354" y="87206"/>
                </a:cubicBezTo>
                <a:cubicBezTo>
                  <a:pt x="79815" y="93461"/>
                  <a:pt x="72210" y="96588"/>
                  <a:pt x="63539" y="96588"/>
                </a:cubicBezTo>
                <a:cubicBezTo>
                  <a:pt x="53589" y="96588"/>
                  <a:pt x="46055" y="92111"/>
                  <a:pt x="40938" y="83155"/>
                </a:cubicBezTo>
                <a:cubicBezTo>
                  <a:pt x="35110" y="91968"/>
                  <a:pt x="28429" y="96375"/>
                  <a:pt x="20895" y="96375"/>
                </a:cubicBezTo>
                <a:lnTo>
                  <a:pt x="19616" y="96375"/>
                </a:lnTo>
                <a:cubicBezTo>
                  <a:pt x="12651" y="96375"/>
                  <a:pt x="7676" y="94527"/>
                  <a:pt x="4691" y="90831"/>
                </a:cubicBezTo>
                <a:cubicBezTo>
                  <a:pt x="1706" y="87135"/>
                  <a:pt x="142" y="83226"/>
                  <a:pt x="0" y="79104"/>
                </a:cubicBezTo>
                <a:cubicBezTo>
                  <a:pt x="0" y="74555"/>
                  <a:pt x="1350" y="70860"/>
                  <a:pt x="4051" y="68017"/>
                </a:cubicBezTo>
                <a:cubicBezTo>
                  <a:pt x="6752" y="65174"/>
                  <a:pt x="9950" y="63752"/>
                  <a:pt x="13646" y="63752"/>
                </a:cubicBezTo>
                <a:cubicBezTo>
                  <a:pt x="19758" y="63752"/>
                  <a:pt x="22814" y="66737"/>
                  <a:pt x="22814" y="72708"/>
                </a:cubicBezTo>
                <a:cubicBezTo>
                  <a:pt x="22814" y="75551"/>
                  <a:pt x="21962" y="78038"/>
                  <a:pt x="20256" y="80170"/>
                </a:cubicBezTo>
                <a:cubicBezTo>
                  <a:pt x="18550" y="82302"/>
                  <a:pt x="16915" y="83724"/>
                  <a:pt x="15352" y="84435"/>
                </a:cubicBezTo>
                <a:cubicBezTo>
                  <a:pt x="13788" y="85145"/>
                  <a:pt x="12864" y="85501"/>
                  <a:pt x="12580" y="85501"/>
                </a:cubicBezTo>
                <a:lnTo>
                  <a:pt x="11940" y="85714"/>
                </a:lnTo>
                <a:cubicBezTo>
                  <a:pt x="11940" y="85856"/>
                  <a:pt x="12367" y="86140"/>
                  <a:pt x="13220" y="86567"/>
                </a:cubicBezTo>
                <a:cubicBezTo>
                  <a:pt x="14072" y="86993"/>
                  <a:pt x="15210" y="87491"/>
                  <a:pt x="16631" y="88059"/>
                </a:cubicBezTo>
                <a:cubicBezTo>
                  <a:pt x="18053" y="88628"/>
                  <a:pt x="19403" y="88841"/>
                  <a:pt x="20682" y="88699"/>
                </a:cubicBezTo>
                <a:cubicBezTo>
                  <a:pt x="25799" y="88699"/>
                  <a:pt x="30206" y="85501"/>
                  <a:pt x="33902" y="79104"/>
                </a:cubicBezTo>
                <a:cubicBezTo>
                  <a:pt x="35181" y="76830"/>
                  <a:pt x="36816" y="71997"/>
                  <a:pt x="38806" y="64605"/>
                </a:cubicBezTo>
                <a:cubicBezTo>
                  <a:pt x="40796" y="57214"/>
                  <a:pt x="42786" y="49538"/>
                  <a:pt x="44776" y="41578"/>
                </a:cubicBezTo>
                <a:cubicBezTo>
                  <a:pt x="46766" y="33617"/>
                  <a:pt x="47903" y="28927"/>
                  <a:pt x="48187" y="27505"/>
                </a:cubicBezTo>
                <a:cubicBezTo>
                  <a:pt x="48898" y="23667"/>
                  <a:pt x="49254" y="20895"/>
                  <a:pt x="49254" y="19190"/>
                </a:cubicBezTo>
                <a:cubicBezTo>
                  <a:pt x="49254" y="15210"/>
                  <a:pt x="48187" y="12367"/>
                  <a:pt x="46055" y="10661"/>
                </a:cubicBezTo>
                <a:cubicBezTo>
                  <a:pt x="43923" y="8955"/>
                  <a:pt x="41507" y="8102"/>
                  <a:pt x="38806" y="8102"/>
                </a:cubicBezTo>
                <a:cubicBezTo>
                  <a:pt x="33120" y="8102"/>
                  <a:pt x="27790" y="10377"/>
                  <a:pt x="22814" y="14925"/>
                </a:cubicBezTo>
                <a:cubicBezTo>
                  <a:pt x="17839" y="19474"/>
                  <a:pt x="14357" y="25302"/>
                  <a:pt x="12367" y="32409"/>
                </a:cubicBezTo>
                <a:cubicBezTo>
                  <a:pt x="12082" y="33689"/>
                  <a:pt x="11727" y="34399"/>
                  <a:pt x="11301" y="34541"/>
                </a:cubicBezTo>
                <a:cubicBezTo>
                  <a:pt x="10874" y="34684"/>
                  <a:pt x="9737" y="34826"/>
                  <a:pt x="7889" y="34968"/>
                </a:cubicBezTo>
                <a:lnTo>
                  <a:pt x="4904" y="34968"/>
                </a:lnTo>
                <a:cubicBezTo>
                  <a:pt x="4051" y="34115"/>
                  <a:pt x="3625" y="33333"/>
                  <a:pt x="3625" y="326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0C1504-3C15-4D8F-BF2F-EE398569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897" y="2260529"/>
            <a:ext cx="103838" cy="96588"/>
          </a:xfrm>
          <a:custGeom xmlns:a="http://schemas.openxmlformats.org/drawingml/2006/main">
            <a:pathLst>
              <a:path w="103838" h="96588" fill="none">
                <a:moveTo>
                  <a:pt x="3625" y="32622"/>
                </a:moveTo>
                <a:cubicBezTo>
                  <a:pt x="4620" y="26652"/>
                  <a:pt x="8458" y="19758"/>
                  <a:pt x="15139" y="11940"/>
                </a:cubicBezTo>
                <a:cubicBezTo>
                  <a:pt x="21819" y="4122"/>
                  <a:pt x="30064" y="142"/>
                  <a:pt x="39872" y="0"/>
                </a:cubicBezTo>
                <a:cubicBezTo>
                  <a:pt x="44847" y="0"/>
                  <a:pt x="49396" y="1279"/>
                  <a:pt x="53518" y="3838"/>
                </a:cubicBezTo>
                <a:cubicBezTo>
                  <a:pt x="57640" y="6397"/>
                  <a:pt x="60696" y="9595"/>
                  <a:pt x="62686" y="13433"/>
                </a:cubicBezTo>
                <a:cubicBezTo>
                  <a:pt x="68656" y="4478"/>
                  <a:pt x="75835" y="0"/>
                  <a:pt x="84221" y="0"/>
                </a:cubicBezTo>
                <a:cubicBezTo>
                  <a:pt x="89481" y="0"/>
                  <a:pt x="94029" y="1564"/>
                  <a:pt x="97867" y="4691"/>
                </a:cubicBezTo>
                <a:cubicBezTo>
                  <a:pt x="101705" y="7818"/>
                  <a:pt x="103695" y="12011"/>
                  <a:pt x="103838" y="17271"/>
                </a:cubicBezTo>
                <a:cubicBezTo>
                  <a:pt x="103838" y="21393"/>
                  <a:pt x="102843" y="24733"/>
                  <a:pt x="100852" y="27292"/>
                </a:cubicBezTo>
                <a:cubicBezTo>
                  <a:pt x="98862" y="29851"/>
                  <a:pt x="96943" y="31414"/>
                  <a:pt x="95096" y="31983"/>
                </a:cubicBezTo>
                <a:cubicBezTo>
                  <a:pt x="93248" y="32551"/>
                  <a:pt x="91613" y="32836"/>
                  <a:pt x="90192" y="32836"/>
                </a:cubicBezTo>
                <a:cubicBezTo>
                  <a:pt x="87491" y="32836"/>
                  <a:pt x="85288" y="32054"/>
                  <a:pt x="83582" y="30490"/>
                </a:cubicBezTo>
                <a:cubicBezTo>
                  <a:pt x="81876" y="28927"/>
                  <a:pt x="81023" y="26866"/>
                  <a:pt x="81023" y="24307"/>
                </a:cubicBezTo>
                <a:cubicBezTo>
                  <a:pt x="81023" y="17768"/>
                  <a:pt x="84577" y="13291"/>
                  <a:pt x="91684" y="10874"/>
                </a:cubicBezTo>
                <a:cubicBezTo>
                  <a:pt x="90120" y="9026"/>
                  <a:pt x="87278" y="8102"/>
                  <a:pt x="83155" y="8102"/>
                </a:cubicBezTo>
                <a:cubicBezTo>
                  <a:pt x="81307" y="8102"/>
                  <a:pt x="79957" y="8244"/>
                  <a:pt x="79104" y="8529"/>
                </a:cubicBezTo>
                <a:cubicBezTo>
                  <a:pt x="73703" y="10803"/>
                  <a:pt x="69723" y="15494"/>
                  <a:pt x="67164" y="22601"/>
                </a:cubicBezTo>
                <a:cubicBezTo>
                  <a:pt x="58635" y="54015"/>
                  <a:pt x="54371" y="72352"/>
                  <a:pt x="54371" y="77612"/>
                </a:cubicBezTo>
                <a:cubicBezTo>
                  <a:pt x="54371" y="81592"/>
                  <a:pt x="55508" y="84435"/>
                  <a:pt x="57782" y="86140"/>
                </a:cubicBezTo>
                <a:cubicBezTo>
                  <a:pt x="60057" y="87846"/>
                  <a:pt x="62544" y="88699"/>
                  <a:pt x="65245" y="88699"/>
                </a:cubicBezTo>
                <a:cubicBezTo>
                  <a:pt x="70504" y="88699"/>
                  <a:pt x="75693" y="86354"/>
                  <a:pt x="80810" y="81663"/>
                </a:cubicBezTo>
                <a:cubicBezTo>
                  <a:pt x="85927" y="76972"/>
                  <a:pt x="89410" y="71215"/>
                  <a:pt x="91258" y="64392"/>
                </a:cubicBezTo>
                <a:cubicBezTo>
                  <a:pt x="91684" y="62971"/>
                  <a:pt x="92111" y="62189"/>
                  <a:pt x="92537" y="62047"/>
                </a:cubicBezTo>
                <a:cubicBezTo>
                  <a:pt x="92963" y="61905"/>
                  <a:pt x="94101" y="61762"/>
                  <a:pt x="95948" y="61620"/>
                </a:cubicBezTo>
                <a:lnTo>
                  <a:pt x="96801" y="61620"/>
                </a:lnTo>
                <a:cubicBezTo>
                  <a:pt x="98934" y="61620"/>
                  <a:pt x="100000" y="62189"/>
                  <a:pt x="100000" y="63326"/>
                </a:cubicBezTo>
                <a:cubicBezTo>
                  <a:pt x="100000" y="63468"/>
                  <a:pt x="99857" y="64250"/>
                  <a:pt x="99573" y="65671"/>
                </a:cubicBezTo>
                <a:cubicBezTo>
                  <a:pt x="97299" y="73774"/>
                  <a:pt x="92892" y="80952"/>
                  <a:pt x="86354" y="87206"/>
                </a:cubicBezTo>
                <a:cubicBezTo>
                  <a:pt x="79815" y="93461"/>
                  <a:pt x="72210" y="96588"/>
                  <a:pt x="63539" y="96588"/>
                </a:cubicBezTo>
                <a:cubicBezTo>
                  <a:pt x="53589" y="96588"/>
                  <a:pt x="46055" y="92111"/>
                  <a:pt x="40938" y="83155"/>
                </a:cubicBezTo>
                <a:cubicBezTo>
                  <a:pt x="35110" y="91968"/>
                  <a:pt x="28429" y="96375"/>
                  <a:pt x="20895" y="96375"/>
                </a:cubicBezTo>
                <a:lnTo>
                  <a:pt x="19616" y="96375"/>
                </a:lnTo>
                <a:cubicBezTo>
                  <a:pt x="12651" y="96375"/>
                  <a:pt x="7676" y="94527"/>
                  <a:pt x="4691" y="90831"/>
                </a:cubicBezTo>
                <a:cubicBezTo>
                  <a:pt x="1706" y="87135"/>
                  <a:pt x="142" y="83226"/>
                  <a:pt x="0" y="79104"/>
                </a:cubicBezTo>
                <a:cubicBezTo>
                  <a:pt x="0" y="74555"/>
                  <a:pt x="1350" y="70860"/>
                  <a:pt x="4051" y="68017"/>
                </a:cubicBezTo>
                <a:cubicBezTo>
                  <a:pt x="6752" y="65174"/>
                  <a:pt x="9950" y="63752"/>
                  <a:pt x="13646" y="63752"/>
                </a:cubicBezTo>
                <a:cubicBezTo>
                  <a:pt x="19758" y="63752"/>
                  <a:pt x="22814" y="66737"/>
                  <a:pt x="22814" y="72708"/>
                </a:cubicBezTo>
                <a:cubicBezTo>
                  <a:pt x="22814" y="75551"/>
                  <a:pt x="21962" y="78038"/>
                  <a:pt x="20256" y="80170"/>
                </a:cubicBezTo>
                <a:cubicBezTo>
                  <a:pt x="18550" y="82302"/>
                  <a:pt x="16915" y="83724"/>
                  <a:pt x="15352" y="84435"/>
                </a:cubicBezTo>
                <a:cubicBezTo>
                  <a:pt x="13788" y="85145"/>
                  <a:pt x="12864" y="85501"/>
                  <a:pt x="12580" y="85501"/>
                </a:cubicBezTo>
                <a:lnTo>
                  <a:pt x="11940" y="85714"/>
                </a:lnTo>
                <a:cubicBezTo>
                  <a:pt x="11940" y="85856"/>
                  <a:pt x="12367" y="86140"/>
                  <a:pt x="13220" y="86567"/>
                </a:cubicBezTo>
                <a:cubicBezTo>
                  <a:pt x="14072" y="86993"/>
                  <a:pt x="15210" y="87491"/>
                  <a:pt x="16631" y="88059"/>
                </a:cubicBezTo>
                <a:cubicBezTo>
                  <a:pt x="18053" y="88628"/>
                  <a:pt x="19403" y="88841"/>
                  <a:pt x="20682" y="88699"/>
                </a:cubicBezTo>
                <a:cubicBezTo>
                  <a:pt x="25799" y="88699"/>
                  <a:pt x="30206" y="85501"/>
                  <a:pt x="33902" y="79104"/>
                </a:cubicBezTo>
                <a:cubicBezTo>
                  <a:pt x="35181" y="76830"/>
                  <a:pt x="36816" y="71997"/>
                  <a:pt x="38806" y="64605"/>
                </a:cubicBezTo>
                <a:cubicBezTo>
                  <a:pt x="40796" y="57214"/>
                  <a:pt x="42786" y="49538"/>
                  <a:pt x="44776" y="41578"/>
                </a:cubicBezTo>
                <a:cubicBezTo>
                  <a:pt x="46766" y="33617"/>
                  <a:pt x="47903" y="28927"/>
                  <a:pt x="48187" y="27505"/>
                </a:cubicBezTo>
                <a:cubicBezTo>
                  <a:pt x="48898" y="23667"/>
                  <a:pt x="49254" y="20895"/>
                  <a:pt x="49254" y="19190"/>
                </a:cubicBezTo>
                <a:cubicBezTo>
                  <a:pt x="49254" y="15210"/>
                  <a:pt x="48187" y="12367"/>
                  <a:pt x="46055" y="10661"/>
                </a:cubicBezTo>
                <a:cubicBezTo>
                  <a:pt x="43923" y="8955"/>
                  <a:pt x="41507" y="8102"/>
                  <a:pt x="38806" y="8102"/>
                </a:cubicBezTo>
                <a:cubicBezTo>
                  <a:pt x="33120" y="8102"/>
                  <a:pt x="27790" y="10377"/>
                  <a:pt x="22814" y="14925"/>
                </a:cubicBezTo>
                <a:cubicBezTo>
                  <a:pt x="17839" y="19474"/>
                  <a:pt x="14357" y="25302"/>
                  <a:pt x="12367" y="32409"/>
                </a:cubicBezTo>
                <a:cubicBezTo>
                  <a:pt x="12082" y="33689"/>
                  <a:pt x="11727" y="34399"/>
                  <a:pt x="11301" y="34541"/>
                </a:cubicBezTo>
                <a:cubicBezTo>
                  <a:pt x="10874" y="34684"/>
                  <a:pt x="9737" y="34826"/>
                  <a:pt x="7889" y="34968"/>
                </a:cubicBezTo>
                <a:lnTo>
                  <a:pt x="4904" y="34968"/>
                </a:lnTo>
                <a:cubicBezTo>
                  <a:pt x="4051" y="34115"/>
                  <a:pt x="3625" y="33333"/>
                  <a:pt x="3625" y="3262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3" cap="flat">
            <a:solidFill>
              <a:srgbClr val="000000">
                <a:alpha val="32760"/>
              </a:srgbClr>
            </a:solidFill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F76343-E1B0-4C46-9A25-C3687E64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969" y="2286358"/>
            <a:ext cx="60148" cy="103713"/>
          </a:xfrm>
          <a:custGeom xmlns:a="http://schemas.openxmlformats.org/drawingml/2006/main">
            <a:pathLst>
              <a:path w="60148" h="103713">
                <a:moveTo>
                  <a:pt x="17185" y="76730"/>
                </a:moveTo>
                <a:cubicBezTo>
                  <a:pt x="17185" y="79141"/>
                  <a:pt x="16381" y="81151"/>
                  <a:pt x="14773" y="82759"/>
                </a:cubicBezTo>
                <a:cubicBezTo>
                  <a:pt x="13165" y="84367"/>
                  <a:pt x="11205" y="85171"/>
                  <a:pt x="8894" y="85171"/>
                </a:cubicBezTo>
                <a:lnTo>
                  <a:pt x="7839" y="85171"/>
                </a:lnTo>
                <a:cubicBezTo>
                  <a:pt x="12462" y="93111"/>
                  <a:pt x="18592" y="97080"/>
                  <a:pt x="26230" y="97080"/>
                </a:cubicBezTo>
                <a:cubicBezTo>
                  <a:pt x="33265" y="97080"/>
                  <a:pt x="38390" y="94065"/>
                  <a:pt x="41606" y="88035"/>
                </a:cubicBezTo>
                <a:cubicBezTo>
                  <a:pt x="43515" y="84719"/>
                  <a:pt x="44470" y="78287"/>
                  <a:pt x="44470" y="68740"/>
                </a:cubicBezTo>
                <a:cubicBezTo>
                  <a:pt x="44470" y="58389"/>
                  <a:pt x="43113" y="51404"/>
                  <a:pt x="40400" y="47786"/>
                </a:cubicBezTo>
                <a:cubicBezTo>
                  <a:pt x="37787" y="44470"/>
                  <a:pt x="34872" y="42812"/>
                  <a:pt x="31657" y="42812"/>
                </a:cubicBezTo>
                <a:lnTo>
                  <a:pt x="30752" y="42812"/>
                </a:lnTo>
                <a:cubicBezTo>
                  <a:pt x="22913" y="42812"/>
                  <a:pt x="16984" y="46229"/>
                  <a:pt x="12964" y="53062"/>
                </a:cubicBezTo>
                <a:cubicBezTo>
                  <a:pt x="12562" y="53766"/>
                  <a:pt x="12210" y="54168"/>
                  <a:pt x="11909" y="54268"/>
                </a:cubicBezTo>
                <a:cubicBezTo>
                  <a:pt x="11607" y="54369"/>
                  <a:pt x="10854" y="54469"/>
                  <a:pt x="9648" y="54570"/>
                </a:cubicBezTo>
                <a:cubicBezTo>
                  <a:pt x="7939" y="54570"/>
                  <a:pt x="6985" y="54268"/>
                  <a:pt x="6784" y="53665"/>
                </a:cubicBezTo>
                <a:cubicBezTo>
                  <a:pt x="6583" y="53263"/>
                  <a:pt x="6482" y="44470"/>
                  <a:pt x="6482" y="27285"/>
                </a:cubicBezTo>
                <a:lnTo>
                  <a:pt x="6482" y="7839"/>
                </a:lnTo>
                <a:cubicBezTo>
                  <a:pt x="6482" y="2814"/>
                  <a:pt x="6733" y="301"/>
                  <a:pt x="7236" y="301"/>
                </a:cubicBezTo>
                <a:cubicBezTo>
                  <a:pt x="7437" y="101"/>
                  <a:pt x="7638" y="0"/>
                  <a:pt x="7839" y="0"/>
                </a:cubicBezTo>
                <a:cubicBezTo>
                  <a:pt x="7939" y="0"/>
                  <a:pt x="8994" y="402"/>
                  <a:pt x="11004" y="1206"/>
                </a:cubicBezTo>
                <a:cubicBezTo>
                  <a:pt x="13014" y="2010"/>
                  <a:pt x="15778" y="2814"/>
                  <a:pt x="19295" y="3618"/>
                </a:cubicBezTo>
                <a:cubicBezTo>
                  <a:pt x="22813" y="4422"/>
                  <a:pt x="26581" y="4824"/>
                  <a:pt x="30601" y="4824"/>
                </a:cubicBezTo>
                <a:cubicBezTo>
                  <a:pt x="37737" y="4824"/>
                  <a:pt x="44570" y="3417"/>
                  <a:pt x="51103" y="603"/>
                </a:cubicBezTo>
                <a:cubicBezTo>
                  <a:pt x="51907" y="201"/>
                  <a:pt x="52560" y="0"/>
                  <a:pt x="53062" y="0"/>
                </a:cubicBezTo>
                <a:cubicBezTo>
                  <a:pt x="53866" y="0"/>
                  <a:pt x="54268" y="904"/>
                  <a:pt x="54268" y="2713"/>
                </a:cubicBezTo>
                <a:lnTo>
                  <a:pt x="54268" y="4673"/>
                </a:lnTo>
                <a:cubicBezTo>
                  <a:pt x="46028" y="14421"/>
                  <a:pt x="35727" y="19295"/>
                  <a:pt x="23366" y="19295"/>
                </a:cubicBezTo>
                <a:cubicBezTo>
                  <a:pt x="20250" y="19295"/>
                  <a:pt x="17436" y="18994"/>
                  <a:pt x="14924" y="18391"/>
                </a:cubicBezTo>
                <a:lnTo>
                  <a:pt x="13416" y="18089"/>
                </a:lnTo>
                <a:lnTo>
                  <a:pt x="13416" y="44018"/>
                </a:lnTo>
                <a:cubicBezTo>
                  <a:pt x="15326" y="42611"/>
                  <a:pt x="16833" y="41505"/>
                  <a:pt x="17939" y="40701"/>
                </a:cubicBezTo>
                <a:cubicBezTo>
                  <a:pt x="19044" y="39897"/>
                  <a:pt x="20853" y="39093"/>
                  <a:pt x="23366" y="38289"/>
                </a:cubicBezTo>
                <a:cubicBezTo>
                  <a:pt x="25878" y="37485"/>
                  <a:pt x="28441" y="37083"/>
                  <a:pt x="31054" y="37083"/>
                </a:cubicBezTo>
                <a:cubicBezTo>
                  <a:pt x="39194" y="37083"/>
                  <a:pt x="46078" y="40350"/>
                  <a:pt x="51706" y="46882"/>
                </a:cubicBezTo>
                <a:cubicBezTo>
                  <a:pt x="57334" y="53414"/>
                  <a:pt x="60148" y="61152"/>
                  <a:pt x="60148" y="70097"/>
                </a:cubicBezTo>
                <a:cubicBezTo>
                  <a:pt x="60148" y="79342"/>
                  <a:pt x="56932" y="87231"/>
                  <a:pt x="50500" y="93764"/>
                </a:cubicBezTo>
                <a:cubicBezTo>
                  <a:pt x="44068" y="100296"/>
                  <a:pt x="36229" y="103613"/>
                  <a:pt x="26983" y="103713"/>
                </a:cubicBezTo>
                <a:cubicBezTo>
                  <a:pt x="18843" y="103713"/>
                  <a:pt x="12311" y="101000"/>
                  <a:pt x="7387" y="95573"/>
                </a:cubicBezTo>
                <a:cubicBezTo>
                  <a:pt x="2462" y="90146"/>
                  <a:pt x="0" y="84016"/>
                  <a:pt x="0" y="77182"/>
                </a:cubicBezTo>
                <a:cubicBezTo>
                  <a:pt x="0" y="74770"/>
                  <a:pt x="553" y="72860"/>
                  <a:pt x="1658" y="71453"/>
                </a:cubicBezTo>
                <a:cubicBezTo>
                  <a:pt x="2764" y="70046"/>
                  <a:pt x="3919" y="69142"/>
                  <a:pt x="5125" y="68740"/>
                </a:cubicBezTo>
                <a:cubicBezTo>
                  <a:pt x="6331" y="68338"/>
                  <a:pt x="7487" y="68137"/>
                  <a:pt x="8593" y="68137"/>
                </a:cubicBezTo>
                <a:cubicBezTo>
                  <a:pt x="11105" y="68137"/>
                  <a:pt x="13165" y="68991"/>
                  <a:pt x="14773" y="70700"/>
                </a:cubicBezTo>
                <a:cubicBezTo>
                  <a:pt x="16381" y="72408"/>
                  <a:pt x="17185" y="74418"/>
                  <a:pt x="17185" y="767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EE34ED-92A8-4198-AD13-6F27A635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969" y="2286358"/>
            <a:ext cx="60148" cy="103713"/>
          </a:xfrm>
          <a:custGeom xmlns:a="http://schemas.openxmlformats.org/drawingml/2006/main">
            <a:pathLst>
              <a:path w="60148" h="103713" fill="none">
                <a:moveTo>
                  <a:pt x="17185" y="76730"/>
                </a:moveTo>
                <a:cubicBezTo>
                  <a:pt x="17185" y="79141"/>
                  <a:pt x="16381" y="81151"/>
                  <a:pt x="14773" y="82759"/>
                </a:cubicBezTo>
                <a:cubicBezTo>
                  <a:pt x="13165" y="84367"/>
                  <a:pt x="11205" y="85171"/>
                  <a:pt x="8894" y="85171"/>
                </a:cubicBezTo>
                <a:lnTo>
                  <a:pt x="7839" y="85171"/>
                </a:lnTo>
                <a:cubicBezTo>
                  <a:pt x="12462" y="93111"/>
                  <a:pt x="18592" y="97080"/>
                  <a:pt x="26230" y="97080"/>
                </a:cubicBezTo>
                <a:cubicBezTo>
                  <a:pt x="33265" y="97080"/>
                  <a:pt x="38390" y="94065"/>
                  <a:pt x="41606" y="88035"/>
                </a:cubicBezTo>
                <a:cubicBezTo>
                  <a:pt x="43515" y="84719"/>
                  <a:pt x="44470" y="78287"/>
                  <a:pt x="44470" y="68740"/>
                </a:cubicBezTo>
                <a:cubicBezTo>
                  <a:pt x="44470" y="58389"/>
                  <a:pt x="43113" y="51404"/>
                  <a:pt x="40400" y="47786"/>
                </a:cubicBezTo>
                <a:cubicBezTo>
                  <a:pt x="37787" y="44470"/>
                  <a:pt x="34872" y="42812"/>
                  <a:pt x="31657" y="42812"/>
                </a:cubicBezTo>
                <a:lnTo>
                  <a:pt x="30752" y="42812"/>
                </a:lnTo>
                <a:cubicBezTo>
                  <a:pt x="22913" y="42812"/>
                  <a:pt x="16984" y="46229"/>
                  <a:pt x="12964" y="53062"/>
                </a:cubicBezTo>
                <a:cubicBezTo>
                  <a:pt x="12562" y="53766"/>
                  <a:pt x="12210" y="54168"/>
                  <a:pt x="11909" y="54268"/>
                </a:cubicBezTo>
                <a:cubicBezTo>
                  <a:pt x="11607" y="54369"/>
                  <a:pt x="10854" y="54469"/>
                  <a:pt x="9648" y="54570"/>
                </a:cubicBezTo>
                <a:cubicBezTo>
                  <a:pt x="7939" y="54570"/>
                  <a:pt x="6985" y="54268"/>
                  <a:pt x="6784" y="53665"/>
                </a:cubicBezTo>
                <a:cubicBezTo>
                  <a:pt x="6583" y="53263"/>
                  <a:pt x="6482" y="44470"/>
                  <a:pt x="6482" y="27285"/>
                </a:cubicBezTo>
                <a:lnTo>
                  <a:pt x="6482" y="7839"/>
                </a:lnTo>
                <a:cubicBezTo>
                  <a:pt x="6482" y="2814"/>
                  <a:pt x="6733" y="301"/>
                  <a:pt x="7236" y="301"/>
                </a:cubicBezTo>
                <a:cubicBezTo>
                  <a:pt x="7437" y="101"/>
                  <a:pt x="7638" y="0"/>
                  <a:pt x="7839" y="0"/>
                </a:cubicBezTo>
                <a:cubicBezTo>
                  <a:pt x="7939" y="0"/>
                  <a:pt x="8994" y="402"/>
                  <a:pt x="11004" y="1206"/>
                </a:cubicBezTo>
                <a:cubicBezTo>
                  <a:pt x="13014" y="2010"/>
                  <a:pt x="15778" y="2814"/>
                  <a:pt x="19295" y="3618"/>
                </a:cubicBezTo>
                <a:cubicBezTo>
                  <a:pt x="22813" y="4422"/>
                  <a:pt x="26581" y="4824"/>
                  <a:pt x="30601" y="4824"/>
                </a:cubicBezTo>
                <a:cubicBezTo>
                  <a:pt x="37737" y="4824"/>
                  <a:pt x="44570" y="3417"/>
                  <a:pt x="51103" y="603"/>
                </a:cubicBezTo>
                <a:cubicBezTo>
                  <a:pt x="51907" y="201"/>
                  <a:pt x="52560" y="0"/>
                  <a:pt x="53062" y="0"/>
                </a:cubicBezTo>
                <a:cubicBezTo>
                  <a:pt x="53866" y="0"/>
                  <a:pt x="54268" y="904"/>
                  <a:pt x="54268" y="2713"/>
                </a:cubicBezTo>
                <a:lnTo>
                  <a:pt x="54268" y="4673"/>
                </a:lnTo>
                <a:cubicBezTo>
                  <a:pt x="46028" y="14421"/>
                  <a:pt x="35727" y="19295"/>
                  <a:pt x="23366" y="19295"/>
                </a:cubicBezTo>
                <a:cubicBezTo>
                  <a:pt x="20250" y="19295"/>
                  <a:pt x="17436" y="18994"/>
                  <a:pt x="14924" y="18391"/>
                </a:cubicBezTo>
                <a:lnTo>
                  <a:pt x="13416" y="18089"/>
                </a:lnTo>
                <a:lnTo>
                  <a:pt x="13416" y="44018"/>
                </a:lnTo>
                <a:cubicBezTo>
                  <a:pt x="15326" y="42611"/>
                  <a:pt x="16833" y="41505"/>
                  <a:pt x="17939" y="40701"/>
                </a:cubicBezTo>
                <a:cubicBezTo>
                  <a:pt x="19044" y="39897"/>
                  <a:pt x="20853" y="39093"/>
                  <a:pt x="23366" y="38289"/>
                </a:cubicBezTo>
                <a:cubicBezTo>
                  <a:pt x="25878" y="37485"/>
                  <a:pt x="28441" y="37083"/>
                  <a:pt x="31054" y="37083"/>
                </a:cubicBezTo>
                <a:cubicBezTo>
                  <a:pt x="39194" y="37083"/>
                  <a:pt x="46078" y="40350"/>
                  <a:pt x="51706" y="46882"/>
                </a:cubicBezTo>
                <a:cubicBezTo>
                  <a:pt x="57334" y="53414"/>
                  <a:pt x="60148" y="61152"/>
                  <a:pt x="60148" y="70097"/>
                </a:cubicBezTo>
                <a:cubicBezTo>
                  <a:pt x="60148" y="79342"/>
                  <a:pt x="56932" y="87231"/>
                  <a:pt x="50500" y="93764"/>
                </a:cubicBezTo>
                <a:cubicBezTo>
                  <a:pt x="44068" y="100296"/>
                  <a:pt x="36229" y="103613"/>
                  <a:pt x="26983" y="103713"/>
                </a:cubicBezTo>
                <a:cubicBezTo>
                  <a:pt x="18843" y="103713"/>
                  <a:pt x="12311" y="101000"/>
                  <a:pt x="7387" y="95573"/>
                </a:cubicBezTo>
                <a:cubicBezTo>
                  <a:pt x="2462" y="90146"/>
                  <a:pt x="0" y="84016"/>
                  <a:pt x="0" y="77182"/>
                </a:cubicBezTo>
                <a:cubicBezTo>
                  <a:pt x="0" y="74770"/>
                  <a:pt x="553" y="72860"/>
                  <a:pt x="1658" y="71453"/>
                </a:cubicBezTo>
                <a:cubicBezTo>
                  <a:pt x="2764" y="70046"/>
                  <a:pt x="3919" y="69142"/>
                  <a:pt x="5125" y="68740"/>
                </a:cubicBezTo>
                <a:cubicBezTo>
                  <a:pt x="6331" y="68338"/>
                  <a:pt x="7487" y="68137"/>
                  <a:pt x="8593" y="68137"/>
                </a:cubicBezTo>
                <a:cubicBezTo>
                  <a:pt x="11105" y="68137"/>
                  <a:pt x="13165" y="68991"/>
                  <a:pt x="14773" y="70700"/>
                </a:cubicBezTo>
                <a:cubicBezTo>
                  <a:pt x="16381" y="72408"/>
                  <a:pt x="17185" y="74418"/>
                  <a:pt x="17185" y="767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1" cap="flat">
            <a:solidFill>
              <a:srgbClr val="000000">
                <a:alpha val="23160"/>
              </a:srgbClr>
            </a:solidFill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62B7C4-C91C-4CE1-BD0F-B81907D7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18" y="2328972"/>
            <a:ext cx="28145" cy="67306"/>
          </a:xfrm>
          <a:custGeom xmlns:a="http://schemas.openxmlformats.org/drawingml/2006/main">
            <a:pathLst>
              <a:path w="28145" h="67306">
                <a:moveTo>
                  <a:pt x="0" y="18337"/>
                </a:moveTo>
                <a:cubicBezTo>
                  <a:pt x="0" y="18337"/>
                  <a:pt x="0" y="16560"/>
                  <a:pt x="0" y="13006"/>
                </a:cubicBezTo>
                <a:cubicBezTo>
                  <a:pt x="0" y="9453"/>
                  <a:pt x="1137" y="6397"/>
                  <a:pt x="3412" y="3838"/>
                </a:cubicBezTo>
                <a:cubicBezTo>
                  <a:pt x="5686" y="1279"/>
                  <a:pt x="8742" y="0"/>
                  <a:pt x="12580" y="0"/>
                </a:cubicBezTo>
                <a:cubicBezTo>
                  <a:pt x="16560" y="0"/>
                  <a:pt x="20114" y="1777"/>
                  <a:pt x="23241" y="5330"/>
                </a:cubicBezTo>
                <a:cubicBezTo>
                  <a:pt x="26368" y="8884"/>
                  <a:pt x="28003" y="15139"/>
                  <a:pt x="28145" y="24094"/>
                </a:cubicBezTo>
                <a:cubicBezTo>
                  <a:pt x="28145" y="29069"/>
                  <a:pt x="27505" y="33902"/>
                  <a:pt x="26226" y="38593"/>
                </a:cubicBezTo>
                <a:cubicBezTo>
                  <a:pt x="24947" y="43283"/>
                  <a:pt x="23454" y="47335"/>
                  <a:pt x="21748" y="50746"/>
                </a:cubicBezTo>
                <a:cubicBezTo>
                  <a:pt x="20043" y="54158"/>
                  <a:pt x="18195" y="57072"/>
                  <a:pt x="16205" y="59488"/>
                </a:cubicBezTo>
                <a:cubicBezTo>
                  <a:pt x="14215" y="61905"/>
                  <a:pt x="12509" y="63823"/>
                  <a:pt x="11087" y="65245"/>
                </a:cubicBezTo>
                <a:cubicBezTo>
                  <a:pt x="9666" y="66666"/>
                  <a:pt x="8742" y="67306"/>
                  <a:pt x="8316" y="67164"/>
                </a:cubicBezTo>
                <a:cubicBezTo>
                  <a:pt x="7747" y="67164"/>
                  <a:pt x="6823" y="66524"/>
                  <a:pt x="5544" y="65245"/>
                </a:cubicBezTo>
                <a:cubicBezTo>
                  <a:pt x="4264" y="63966"/>
                  <a:pt x="3625" y="63042"/>
                  <a:pt x="3625" y="62473"/>
                </a:cubicBezTo>
                <a:cubicBezTo>
                  <a:pt x="3625" y="61905"/>
                  <a:pt x="4407" y="60767"/>
                  <a:pt x="5970" y="59062"/>
                </a:cubicBezTo>
                <a:cubicBezTo>
                  <a:pt x="7534" y="57356"/>
                  <a:pt x="9311" y="55224"/>
                  <a:pt x="11301" y="52665"/>
                </a:cubicBezTo>
                <a:cubicBezTo>
                  <a:pt x="13291" y="50106"/>
                  <a:pt x="15139" y="46553"/>
                  <a:pt x="16844" y="42004"/>
                </a:cubicBezTo>
                <a:cubicBezTo>
                  <a:pt x="18550" y="37455"/>
                  <a:pt x="19687" y="32267"/>
                  <a:pt x="20256" y="26439"/>
                </a:cubicBezTo>
                <a:lnTo>
                  <a:pt x="20256" y="23881"/>
                </a:lnTo>
                <a:lnTo>
                  <a:pt x="20043" y="24094"/>
                </a:lnTo>
                <a:cubicBezTo>
                  <a:pt x="19758" y="24236"/>
                  <a:pt x="19403" y="24378"/>
                  <a:pt x="18976" y="24520"/>
                </a:cubicBezTo>
                <a:cubicBezTo>
                  <a:pt x="18550" y="24662"/>
                  <a:pt x="18124" y="24876"/>
                  <a:pt x="17697" y="25160"/>
                </a:cubicBezTo>
                <a:cubicBezTo>
                  <a:pt x="17271" y="25444"/>
                  <a:pt x="16631" y="25586"/>
                  <a:pt x="15778" y="25586"/>
                </a:cubicBezTo>
                <a:cubicBezTo>
                  <a:pt x="14925" y="25586"/>
                  <a:pt x="14072" y="25657"/>
                  <a:pt x="13220" y="25799"/>
                </a:cubicBezTo>
                <a:cubicBezTo>
                  <a:pt x="9382" y="25799"/>
                  <a:pt x="6254" y="24591"/>
                  <a:pt x="3838" y="22175"/>
                </a:cubicBezTo>
                <a:lnTo>
                  <a:pt x="0" y="183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BCD6BF-C147-4FAC-BFB8-F3B29E7B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18" y="2328972"/>
            <a:ext cx="28145" cy="67306"/>
          </a:xfrm>
          <a:custGeom xmlns:a="http://schemas.openxmlformats.org/drawingml/2006/main">
            <a:pathLst>
              <a:path w="28145" h="67306" fill="none">
                <a:moveTo>
                  <a:pt x="0" y="18337"/>
                </a:moveTo>
                <a:cubicBezTo>
                  <a:pt x="0" y="18337"/>
                  <a:pt x="0" y="16560"/>
                  <a:pt x="0" y="13006"/>
                </a:cubicBezTo>
                <a:cubicBezTo>
                  <a:pt x="0" y="9453"/>
                  <a:pt x="1137" y="6397"/>
                  <a:pt x="3412" y="3838"/>
                </a:cubicBezTo>
                <a:cubicBezTo>
                  <a:pt x="5686" y="1279"/>
                  <a:pt x="8742" y="0"/>
                  <a:pt x="12580" y="0"/>
                </a:cubicBezTo>
                <a:cubicBezTo>
                  <a:pt x="16560" y="0"/>
                  <a:pt x="20114" y="1777"/>
                  <a:pt x="23241" y="5330"/>
                </a:cubicBezTo>
                <a:cubicBezTo>
                  <a:pt x="26368" y="8884"/>
                  <a:pt x="28003" y="15139"/>
                  <a:pt x="28145" y="24094"/>
                </a:cubicBezTo>
                <a:cubicBezTo>
                  <a:pt x="28145" y="29069"/>
                  <a:pt x="27505" y="33902"/>
                  <a:pt x="26226" y="38593"/>
                </a:cubicBezTo>
                <a:cubicBezTo>
                  <a:pt x="24947" y="43283"/>
                  <a:pt x="23454" y="47335"/>
                  <a:pt x="21748" y="50746"/>
                </a:cubicBezTo>
                <a:cubicBezTo>
                  <a:pt x="20043" y="54158"/>
                  <a:pt x="18195" y="57072"/>
                  <a:pt x="16205" y="59488"/>
                </a:cubicBezTo>
                <a:cubicBezTo>
                  <a:pt x="14215" y="61905"/>
                  <a:pt x="12509" y="63823"/>
                  <a:pt x="11087" y="65245"/>
                </a:cubicBezTo>
                <a:cubicBezTo>
                  <a:pt x="9666" y="66666"/>
                  <a:pt x="8742" y="67306"/>
                  <a:pt x="8316" y="67164"/>
                </a:cubicBezTo>
                <a:cubicBezTo>
                  <a:pt x="7747" y="67164"/>
                  <a:pt x="6823" y="66524"/>
                  <a:pt x="5544" y="65245"/>
                </a:cubicBezTo>
                <a:cubicBezTo>
                  <a:pt x="4264" y="63966"/>
                  <a:pt x="3625" y="63042"/>
                  <a:pt x="3625" y="62473"/>
                </a:cubicBezTo>
                <a:cubicBezTo>
                  <a:pt x="3625" y="61905"/>
                  <a:pt x="4407" y="60767"/>
                  <a:pt x="5970" y="59062"/>
                </a:cubicBezTo>
                <a:cubicBezTo>
                  <a:pt x="7534" y="57356"/>
                  <a:pt x="9311" y="55224"/>
                  <a:pt x="11301" y="52665"/>
                </a:cubicBezTo>
                <a:cubicBezTo>
                  <a:pt x="13291" y="50106"/>
                  <a:pt x="15139" y="46553"/>
                  <a:pt x="16844" y="42004"/>
                </a:cubicBezTo>
                <a:cubicBezTo>
                  <a:pt x="18550" y="37455"/>
                  <a:pt x="19687" y="32267"/>
                  <a:pt x="20256" y="26439"/>
                </a:cubicBezTo>
                <a:lnTo>
                  <a:pt x="20256" y="23881"/>
                </a:lnTo>
                <a:lnTo>
                  <a:pt x="20043" y="24094"/>
                </a:lnTo>
                <a:cubicBezTo>
                  <a:pt x="19758" y="24236"/>
                  <a:pt x="19403" y="24378"/>
                  <a:pt x="18976" y="24520"/>
                </a:cubicBezTo>
                <a:cubicBezTo>
                  <a:pt x="18550" y="24662"/>
                  <a:pt x="18124" y="24876"/>
                  <a:pt x="17697" y="25160"/>
                </a:cubicBezTo>
                <a:cubicBezTo>
                  <a:pt x="17271" y="25444"/>
                  <a:pt x="16631" y="25586"/>
                  <a:pt x="15778" y="25586"/>
                </a:cubicBezTo>
                <a:cubicBezTo>
                  <a:pt x="14925" y="25586"/>
                  <a:pt x="14072" y="25657"/>
                  <a:pt x="13220" y="25799"/>
                </a:cubicBezTo>
                <a:cubicBezTo>
                  <a:pt x="9382" y="25799"/>
                  <a:pt x="6254" y="24591"/>
                  <a:pt x="3838" y="22175"/>
                </a:cubicBezTo>
                <a:lnTo>
                  <a:pt x="0" y="183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3" cap="flat">
            <a:solidFill>
              <a:srgbClr val="000000">
                <a:alpha val="32760"/>
              </a:srgbClr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A4CF1C-8673-4724-8298-DABCBB3B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62" y="2260387"/>
            <a:ext cx="101421" cy="138095"/>
          </a:xfrm>
          <a:custGeom xmlns:a="http://schemas.openxmlformats.org/drawingml/2006/main">
            <a:pathLst>
              <a:path w="101421" h="138095">
                <a:moveTo>
                  <a:pt x="0" y="33191"/>
                </a:moveTo>
                <a:cubicBezTo>
                  <a:pt x="0" y="31201"/>
                  <a:pt x="1066" y="27790"/>
                  <a:pt x="3198" y="22957"/>
                </a:cubicBezTo>
                <a:cubicBezTo>
                  <a:pt x="5330" y="18124"/>
                  <a:pt x="8742" y="13077"/>
                  <a:pt x="13433" y="7818"/>
                </a:cubicBezTo>
                <a:cubicBezTo>
                  <a:pt x="18124" y="2559"/>
                  <a:pt x="23383" y="0"/>
                  <a:pt x="29211" y="142"/>
                </a:cubicBezTo>
                <a:cubicBezTo>
                  <a:pt x="35039" y="142"/>
                  <a:pt x="39730" y="1777"/>
                  <a:pt x="43283" y="5046"/>
                </a:cubicBezTo>
                <a:cubicBezTo>
                  <a:pt x="46837" y="8316"/>
                  <a:pt x="48685" y="12864"/>
                  <a:pt x="48827" y="18692"/>
                </a:cubicBezTo>
                <a:cubicBezTo>
                  <a:pt x="48543" y="21393"/>
                  <a:pt x="48330" y="22885"/>
                  <a:pt x="48187" y="23170"/>
                </a:cubicBezTo>
                <a:cubicBezTo>
                  <a:pt x="48187" y="23596"/>
                  <a:pt x="47050" y="26866"/>
                  <a:pt x="44776" y="32978"/>
                </a:cubicBezTo>
                <a:cubicBezTo>
                  <a:pt x="42502" y="39090"/>
                  <a:pt x="40156" y="45984"/>
                  <a:pt x="37740" y="53660"/>
                </a:cubicBezTo>
                <a:cubicBezTo>
                  <a:pt x="35323" y="61336"/>
                  <a:pt x="34186" y="67448"/>
                  <a:pt x="34328" y="71997"/>
                </a:cubicBezTo>
                <a:cubicBezTo>
                  <a:pt x="34328" y="78109"/>
                  <a:pt x="35323" y="82374"/>
                  <a:pt x="37313" y="84790"/>
                </a:cubicBezTo>
                <a:cubicBezTo>
                  <a:pt x="39303" y="87206"/>
                  <a:pt x="42288" y="88486"/>
                  <a:pt x="46268" y="88628"/>
                </a:cubicBezTo>
                <a:cubicBezTo>
                  <a:pt x="49538" y="88628"/>
                  <a:pt x="52594" y="87846"/>
                  <a:pt x="55437" y="86283"/>
                </a:cubicBezTo>
                <a:cubicBezTo>
                  <a:pt x="58280" y="84719"/>
                  <a:pt x="60483" y="83084"/>
                  <a:pt x="62047" y="81378"/>
                </a:cubicBezTo>
                <a:cubicBezTo>
                  <a:pt x="63610" y="79673"/>
                  <a:pt x="65529" y="77327"/>
                  <a:pt x="67804" y="74342"/>
                </a:cubicBezTo>
                <a:cubicBezTo>
                  <a:pt x="67804" y="74200"/>
                  <a:pt x="68159" y="72779"/>
                  <a:pt x="68870" y="70078"/>
                </a:cubicBezTo>
                <a:cubicBezTo>
                  <a:pt x="69580" y="67377"/>
                  <a:pt x="70575" y="63184"/>
                  <a:pt x="71855" y="57498"/>
                </a:cubicBezTo>
                <a:cubicBezTo>
                  <a:pt x="73134" y="51812"/>
                  <a:pt x="74484" y="46553"/>
                  <a:pt x="75906" y="41720"/>
                </a:cubicBezTo>
                <a:cubicBezTo>
                  <a:pt x="81307" y="20398"/>
                  <a:pt x="84292" y="9239"/>
                  <a:pt x="84861" y="8244"/>
                </a:cubicBezTo>
                <a:cubicBezTo>
                  <a:pt x="86709" y="4407"/>
                  <a:pt x="89765" y="2488"/>
                  <a:pt x="94029" y="2488"/>
                </a:cubicBezTo>
                <a:cubicBezTo>
                  <a:pt x="95877" y="2488"/>
                  <a:pt x="97370" y="2985"/>
                  <a:pt x="98507" y="3980"/>
                </a:cubicBezTo>
                <a:cubicBezTo>
                  <a:pt x="99644" y="4975"/>
                  <a:pt x="100426" y="5828"/>
                  <a:pt x="100852" y="6539"/>
                </a:cubicBezTo>
                <a:cubicBezTo>
                  <a:pt x="101279" y="7249"/>
                  <a:pt x="101421" y="7889"/>
                  <a:pt x="101279" y="8458"/>
                </a:cubicBezTo>
                <a:cubicBezTo>
                  <a:pt x="101279" y="10306"/>
                  <a:pt x="97796" y="25231"/>
                  <a:pt x="90831" y="53234"/>
                </a:cubicBezTo>
                <a:cubicBezTo>
                  <a:pt x="83866" y="81236"/>
                  <a:pt x="79886" y="96588"/>
                  <a:pt x="78891" y="99289"/>
                </a:cubicBezTo>
                <a:cubicBezTo>
                  <a:pt x="74911" y="111087"/>
                  <a:pt x="68017" y="120469"/>
                  <a:pt x="58209" y="127434"/>
                </a:cubicBezTo>
                <a:cubicBezTo>
                  <a:pt x="48401" y="134399"/>
                  <a:pt x="38593" y="137953"/>
                  <a:pt x="28785" y="138095"/>
                </a:cubicBezTo>
                <a:cubicBezTo>
                  <a:pt x="22388" y="138095"/>
                  <a:pt x="16773" y="136531"/>
                  <a:pt x="11940" y="133404"/>
                </a:cubicBezTo>
                <a:cubicBezTo>
                  <a:pt x="7107" y="130277"/>
                  <a:pt x="4691" y="125586"/>
                  <a:pt x="4691" y="119331"/>
                </a:cubicBezTo>
                <a:cubicBezTo>
                  <a:pt x="4691" y="116204"/>
                  <a:pt x="5188" y="113575"/>
                  <a:pt x="6183" y="111442"/>
                </a:cubicBezTo>
                <a:cubicBezTo>
                  <a:pt x="7178" y="109310"/>
                  <a:pt x="8529" y="107747"/>
                  <a:pt x="10235" y="106752"/>
                </a:cubicBezTo>
                <a:cubicBezTo>
                  <a:pt x="11940" y="105757"/>
                  <a:pt x="13362" y="105046"/>
                  <a:pt x="14499" y="104619"/>
                </a:cubicBezTo>
                <a:cubicBezTo>
                  <a:pt x="15636" y="104193"/>
                  <a:pt x="16844" y="103980"/>
                  <a:pt x="18124" y="103980"/>
                </a:cubicBezTo>
                <a:cubicBezTo>
                  <a:pt x="24378" y="103980"/>
                  <a:pt x="27505" y="106965"/>
                  <a:pt x="27505" y="112935"/>
                </a:cubicBezTo>
                <a:cubicBezTo>
                  <a:pt x="27505" y="115778"/>
                  <a:pt x="26652" y="118265"/>
                  <a:pt x="24947" y="120398"/>
                </a:cubicBezTo>
                <a:cubicBezTo>
                  <a:pt x="23241" y="122530"/>
                  <a:pt x="21606" y="123951"/>
                  <a:pt x="20043" y="124662"/>
                </a:cubicBezTo>
                <a:cubicBezTo>
                  <a:pt x="18479" y="125373"/>
                  <a:pt x="17555" y="125728"/>
                  <a:pt x="17271" y="125728"/>
                </a:cubicBezTo>
                <a:lnTo>
                  <a:pt x="16631" y="125941"/>
                </a:lnTo>
                <a:cubicBezTo>
                  <a:pt x="16915" y="126652"/>
                  <a:pt x="18266" y="127505"/>
                  <a:pt x="20682" y="128500"/>
                </a:cubicBezTo>
                <a:cubicBezTo>
                  <a:pt x="23099" y="129495"/>
                  <a:pt x="25515" y="129992"/>
                  <a:pt x="27932" y="129992"/>
                </a:cubicBezTo>
                <a:lnTo>
                  <a:pt x="29637" y="129992"/>
                </a:lnTo>
                <a:cubicBezTo>
                  <a:pt x="32054" y="129992"/>
                  <a:pt x="33902" y="129850"/>
                  <a:pt x="35181" y="129566"/>
                </a:cubicBezTo>
                <a:cubicBezTo>
                  <a:pt x="39872" y="128287"/>
                  <a:pt x="44207" y="125586"/>
                  <a:pt x="48187" y="121464"/>
                </a:cubicBezTo>
                <a:cubicBezTo>
                  <a:pt x="52168" y="117341"/>
                  <a:pt x="55224" y="112935"/>
                  <a:pt x="57356" y="108244"/>
                </a:cubicBezTo>
                <a:cubicBezTo>
                  <a:pt x="59488" y="103553"/>
                  <a:pt x="61123" y="99573"/>
                  <a:pt x="62260" y="96304"/>
                </a:cubicBezTo>
                <a:cubicBezTo>
                  <a:pt x="63397" y="93034"/>
                  <a:pt x="63966" y="90902"/>
                  <a:pt x="63966" y="89907"/>
                </a:cubicBezTo>
                <a:lnTo>
                  <a:pt x="62686" y="90760"/>
                </a:lnTo>
                <a:cubicBezTo>
                  <a:pt x="61833" y="91329"/>
                  <a:pt x="60483" y="92111"/>
                  <a:pt x="58635" y="93106"/>
                </a:cubicBezTo>
                <a:cubicBezTo>
                  <a:pt x="56787" y="94101"/>
                  <a:pt x="54939" y="94953"/>
                  <a:pt x="53091" y="95664"/>
                </a:cubicBezTo>
                <a:cubicBezTo>
                  <a:pt x="50249" y="96375"/>
                  <a:pt x="47477" y="96730"/>
                  <a:pt x="44776" y="96730"/>
                </a:cubicBezTo>
                <a:cubicBezTo>
                  <a:pt x="38237" y="96730"/>
                  <a:pt x="32480" y="95167"/>
                  <a:pt x="27505" y="92039"/>
                </a:cubicBezTo>
                <a:cubicBezTo>
                  <a:pt x="22530" y="88912"/>
                  <a:pt x="19261" y="83866"/>
                  <a:pt x="17697" y="76901"/>
                </a:cubicBezTo>
                <a:cubicBezTo>
                  <a:pt x="17555" y="75906"/>
                  <a:pt x="17484" y="73703"/>
                  <a:pt x="17484" y="70291"/>
                </a:cubicBezTo>
                <a:cubicBezTo>
                  <a:pt x="17484" y="62189"/>
                  <a:pt x="19971" y="51599"/>
                  <a:pt x="24947" y="38522"/>
                </a:cubicBezTo>
                <a:cubicBezTo>
                  <a:pt x="29922" y="25444"/>
                  <a:pt x="32409" y="17129"/>
                  <a:pt x="32409" y="13575"/>
                </a:cubicBezTo>
                <a:cubicBezTo>
                  <a:pt x="32409" y="13433"/>
                  <a:pt x="32409" y="13291"/>
                  <a:pt x="32409" y="13148"/>
                </a:cubicBezTo>
                <a:cubicBezTo>
                  <a:pt x="32409" y="11869"/>
                  <a:pt x="32409" y="11016"/>
                  <a:pt x="32409" y="10590"/>
                </a:cubicBezTo>
                <a:cubicBezTo>
                  <a:pt x="32409" y="10163"/>
                  <a:pt x="32125" y="9666"/>
                  <a:pt x="31556" y="9097"/>
                </a:cubicBezTo>
                <a:cubicBezTo>
                  <a:pt x="30988" y="8529"/>
                  <a:pt x="30206" y="8244"/>
                  <a:pt x="29211" y="8244"/>
                </a:cubicBezTo>
                <a:lnTo>
                  <a:pt x="28358" y="8244"/>
                </a:lnTo>
                <a:cubicBezTo>
                  <a:pt x="25089" y="8244"/>
                  <a:pt x="22104" y="9595"/>
                  <a:pt x="19403" y="12296"/>
                </a:cubicBezTo>
                <a:cubicBezTo>
                  <a:pt x="16702" y="14996"/>
                  <a:pt x="14570" y="17910"/>
                  <a:pt x="13006" y="21038"/>
                </a:cubicBezTo>
                <a:cubicBezTo>
                  <a:pt x="11443" y="24165"/>
                  <a:pt x="10235" y="27150"/>
                  <a:pt x="9382" y="29993"/>
                </a:cubicBezTo>
                <a:cubicBezTo>
                  <a:pt x="8529" y="32836"/>
                  <a:pt x="7960" y="34399"/>
                  <a:pt x="7676" y="34684"/>
                </a:cubicBezTo>
                <a:cubicBezTo>
                  <a:pt x="7392" y="34968"/>
                  <a:pt x="6254" y="35110"/>
                  <a:pt x="4264" y="35110"/>
                </a:cubicBezTo>
                <a:lnTo>
                  <a:pt x="1279" y="35110"/>
                </a:lnTo>
                <a:cubicBezTo>
                  <a:pt x="426" y="34257"/>
                  <a:pt x="0" y="33617"/>
                  <a:pt x="0" y="331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BFA351-0893-4608-8B1A-076BD068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762" y="2260387"/>
            <a:ext cx="101421" cy="138095"/>
          </a:xfrm>
          <a:custGeom xmlns:a="http://schemas.openxmlformats.org/drawingml/2006/main">
            <a:pathLst>
              <a:path w="101421" h="138095" fill="none">
                <a:moveTo>
                  <a:pt x="0" y="33191"/>
                </a:moveTo>
                <a:cubicBezTo>
                  <a:pt x="0" y="31201"/>
                  <a:pt x="1066" y="27790"/>
                  <a:pt x="3198" y="22957"/>
                </a:cubicBezTo>
                <a:cubicBezTo>
                  <a:pt x="5330" y="18124"/>
                  <a:pt x="8742" y="13077"/>
                  <a:pt x="13433" y="7818"/>
                </a:cubicBezTo>
                <a:cubicBezTo>
                  <a:pt x="18124" y="2559"/>
                  <a:pt x="23383" y="0"/>
                  <a:pt x="29211" y="142"/>
                </a:cubicBezTo>
                <a:cubicBezTo>
                  <a:pt x="35039" y="142"/>
                  <a:pt x="39730" y="1777"/>
                  <a:pt x="43283" y="5046"/>
                </a:cubicBezTo>
                <a:cubicBezTo>
                  <a:pt x="46837" y="8316"/>
                  <a:pt x="48685" y="12864"/>
                  <a:pt x="48827" y="18692"/>
                </a:cubicBezTo>
                <a:cubicBezTo>
                  <a:pt x="48543" y="21393"/>
                  <a:pt x="48330" y="22885"/>
                  <a:pt x="48187" y="23170"/>
                </a:cubicBezTo>
                <a:cubicBezTo>
                  <a:pt x="48187" y="23596"/>
                  <a:pt x="47050" y="26866"/>
                  <a:pt x="44776" y="32978"/>
                </a:cubicBezTo>
                <a:cubicBezTo>
                  <a:pt x="42502" y="39090"/>
                  <a:pt x="40156" y="45984"/>
                  <a:pt x="37740" y="53660"/>
                </a:cubicBezTo>
                <a:cubicBezTo>
                  <a:pt x="35323" y="61336"/>
                  <a:pt x="34186" y="67448"/>
                  <a:pt x="34328" y="71997"/>
                </a:cubicBezTo>
                <a:cubicBezTo>
                  <a:pt x="34328" y="78109"/>
                  <a:pt x="35323" y="82374"/>
                  <a:pt x="37313" y="84790"/>
                </a:cubicBezTo>
                <a:cubicBezTo>
                  <a:pt x="39303" y="87206"/>
                  <a:pt x="42288" y="88486"/>
                  <a:pt x="46268" y="88628"/>
                </a:cubicBezTo>
                <a:cubicBezTo>
                  <a:pt x="49538" y="88628"/>
                  <a:pt x="52594" y="87846"/>
                  <a:pt x="55437" y="86283"/>
                </a:cubicBezTo>
                <a:cubicBezTo>
                  <a:pt x="58280" y="84719"/>
                  <a:pt x="60483" y="83084"/>
                  <a:pt x="62047" y="81378"/>
                </a:cubicBezTo>
                <a:cubicBezTo>
                  <a:pt x="63610" y="79673"/>
                  <a:pt x="65529" y="77327"/>
                  <a:pt x="67804" y="74342"/>
                </a:cubicBezTo>
                <a:cubicBezTo>
                  <a:pt x="67804" y="74200"/>
                  <a:pt x="68159" y="72779"/>
                  <a:pt x="68870" y="70078"/>
                </a:cubicBezTo>
                <a:cubicBezTo>
                  <a:pt x="69580" y="67377"/>
                  <a:pt x="70575" y="63184"/>
                  <a:pt x="71855" y="57498"/>
                </a:cubicBezTo>
                <a:cubicBezTo>
                  <a:pt x="73134" y="51812"/>
                  <a:pt x="74484" y="46553"/>
                  <a:pt x="75906" y="41720"/>
                </a:cubicBezTo>
                <a:cubicBezTo>
                  <a:pt x="81307" y="20398"/>
                  <a:pt x="84292" y="9239"/>
                  <a:pt x="84861" y="8244"/>
                </a:cubicBezTo>
                <a:cubicBezTo>
                  <a:pt x="86709" y="4407"/>
                  <a:pt x="89765" y="2488"/>
                  <a:pt x="94029" y="2488"/>
                </a:cubicBezTo>
                <a:cubicBezTo>
                  <a:pt x="95877" y="2488"/>
                  <a:pt x="97370" y="2985"/>
                  <a:pt x="98507" y="3980"/>
                </a:cubicBezTo>
                <a:cubicBezTo>
                  <a:pt x="99644" y="4975"/>
                  <a:pt x="100426" y="5828"/>
                  <a:pt x="100852" y="6539"/>
                </a:cubicBezTo>
                <a:cubicBezTo>
                  <a:pt x="101279" y="7249"/>
                  <a:pt x="101421" y="7889"/>
                  <a:pt x="101279" y="8458"/>
                </a:cubicBezTo>
                <a:cubicBezTo>
                  <a:pt x="101279" y="10306"/>
                  <a:pt x="97796" y="25231"/>
                  <a:pt x="90831" y="53234"/>
                </a:cubicBezTo>
                <a:cubicBezTo>
                  <a:pt x="83866" y="81236"/>
                  <a:pt x="79886" y="96588"/>
                  <a:pt x="78891" y="99289"/>
                </a:cubicBezTo>
                <a:cubicBezTo>
                  <a:pt x="74911" y="111087"/>
                  <a:pt x="68017" y="120469"/>
                  <a:pt x="58209" y="127434"/>
                </a:cubicBezTo>
                <a:cubicBezTo>
                  <a:pt x="48401" y="134399"/>
                  <a:pt x="38593" y="137953"/>
                  <a:pt x="28785" y="138095"/>
                </a:cubicBezTo>
                <a:cubicBezTo>
                  <a:pt x="22388" y="138095"/>
                  <a:pt x="16773" y="136531"/>
                  <a:pt x="11940" y="133404"/>
                </a:cubicBezTo>
                <a:cubicBezTo>
                  <a:pt x="7107" y="130277"/>
                  <a:pt x="4691" y="125586"/>
                  <a:pt x="4691" y="119331"/>
                </a:cubicBezTo>
                <a:cubicBezTo>
                  <a:pt x="4691" y="116204"/>
                  <a:pt x="5188" y="113575"/>
                  <a:pt x="6183" y="111442"/>
                </a:cubicBezTo>
                <a:cubicBezTo>
                  <a:pt x="7178" y="109310"/>
                  <a:pt x="8529" y="107747"/>
                  <a:pt x="10235" y="106752"/>
                </a:cubicBezTo>
                <a:cubicBezTo>
                  <a:pt x="11940" y="105757"/>
                  <a:pt x="13362" y="105046"/>
                  <a:pt x="14499" y="104619"/>
                </a:cubicBezTo>
                <a:cubicBezTo>
                  <a:pt x="15636" y="104193"/>
                  <a:pt x="16844" y="103980"/>
                  <a:pt x="18124" y="103980"/>
                </a:cubicBezTo>
                <a:cubicBezTo>
                  <a:pt x="24378" y="103980"/>
                  <a:pt x="27505" y="106965"/>
                  <a:pt x="27505" y="112935"/>
                </a:cubicBezTo>
                <a:cubicBezTo>
                  <a:pt x="27505" y="115778"/>
                  <a:pt x="26652" y="118265"/>
                  <a:pt x="24947" y="120398"/>
                </a:cubicBezTo>
                <a:cubicBezTo>
                  <a:pt x="23241" y="122530"/>
                  <a:pt x="21606" y="123951"/>
                  <a:pt x="20043" y="124662"/>
                </a:cubicBezTo>
                <a:cubicBezTo>
                  <a:pt x="18479" y="125373"/>
                  <a:pt x="17555" y="125728"/>
                  <a:pt x="17271" y="125728"/>
                </a:cubicBezTo>
                <a:lnTo>
                  <a:pt x="16631" y="125941"/>
                </a:lnTo>
                <a:cubicBezTo>
                  <a:pt x="16915" y="126652"/>
                  <a:pt x="18266" y="127505"/>
                  <a:pt x="20682" y="128500"/>
                </a:cubicBezTo>
                <a:cubicBezTo>
                  <a:pt x="23099" y="129495"/>
                  <a:pt x="25515" y="129992"/>
                  <a:pt x="27932" y="129992"/>
                </a:cubicBezTo>
                <a:lnTo>
                  <a:pt x="29637" y="129992"/>
                </a:lnTo>
                <a:cubicBezTo>
                  <a:pt x="32054" y="129992"/>
                  <a:pt x="33902" y="129850"/>
                  <a:pt x="35181" y="129566"/>
                </a:cubicBezTo>
                <a:cubicBezTo>
                  <a:pt x="39872" y="128287"/>
                  <a:pt x="44207" y="125586"/>
                  <a:pt x="48187" y="121464"/>
                </a:cubicBezTo>
                <a:cubicBezTo>
                  <a:pt x="52168" y="117341"/>
                  <a:pt x="55224" y="112935"/>
                  <a:pt x="57356" y="108244"/>
                </a:cubicBezTo>
                <a:cubicBezTo>
                  <a:pt x="59488" y="103553"/>
                  <a:pt x="61123" y="99573"/>
                  <a:pt x="62260" y="96304"/>
                </a:cubicBezTo>
                <a:cubicBezTo>
                  <a:pt x="63397" y="93034"/>
                  <a:pt x="63966" y="90902"/>
                  <a:pt x="63966" y="89907"/>
                </a:cubicBezTo>
                <a:lnTo>
                  <a:pt x="62686" y="90760"/>
                </a:lnTo>
                <a:cubicBezTo>
                  <a:pt x="61833" y="91329"/>
                  <a:pt x="60483" y="92111"/>
                  <a:pt x="58635" y="93106"/>
                </a:cubicBezTo>
                <a:cubicBezTo>
                  <a:pt x="56787" y="94101"/>
                  <a:pt x="54939" y="94953"/>
                  <a:pt x="53091" y="95664"/>
                </a:cubicBezTo>
                <a:cubicBezTo>
                  <a:pt x="50249" y="96375"/>
                  <a:pt x="47477" y="96730"/>
                  <a:pt x="44776" y="96730"/>
                </a:cubicBezTo>
                <a:cubicBezTo>
                  <a:pt x="38237" y="96730"/>
                  <a:pt x="32480" y="95167"/>
                  <a:pt x="27505" y="92039"/>
                </a:cubicBezTo>
                <a:cubicBezTo>
                  <a:pt x="22530" y="88912"/>
                  <a:pt x="19261" y="83866"/>
                  <a:pt x="17697" y="76901"/>
                </a:cubicBezTo>
                <a:cubicBezTo>
                  <a:pt x="17555" y="75906"/>
                  <a:pt x="17484" y="73703"/>
                  <a:pt x="17484" y="70291"/>
                </a:cubicBezTo>
                <a:cubicBezTo>
                  <a:pt x="17484" y="62189"/>
                  <a:pt x="19971" y="51599"/>
                  <a:pt x="24947" y="38522"/>
                </a:cubicBezTo>
                <a:cubicBezTo>
                  <a:pt x="29922" y="25444"/>
                  <a:pt x="32409" y="17129"/>
                  <a:pt x="32409" y="13575"/>
                </a:cubicBezTo>
                <a:cubicBezTo>
                  <a:pt x="32409" y="13433"/>
                  <a:pt x="32409" y="13291"/>
                  <a:pt x="32409" y="13148"/>
                </a:cubicBezTo>
                <a:cubicBezTo>
                  <a:pt x="32409" y="11869"/>
                  <a:pt x="32409" y="11016"/>
                  <a:pt x="32409" y="10590"/>
                </a:cubicBezTo>
                <a:cubicBezTo>
                  <a:pt x="32409" y="10163"/>
                  <a:pt x="32125" y="9666"/>
                  <a:pt x="31556" y="9097"/>
                </a:cubicBezTo>
                <a:cubicBezTo>
                  <a:pt x="30988" y="8529"/>
                  <a:pt x="30206" y="8244"/>
                  <a:pt x="29211" y="8244"/>
                </a:cubicBezTo>
                <a:lnTo>
                  <a:pt x="28358" y="8244"/>
                </a:lnTo>
                <a:cubicBezTo>
                  <a:pt x="25089" y="8244"/>
                  <a:pt x="22104" y="9595"/>
                  <a:pt x="19403" y="12296"/>
                </a:cubicBezTo>
                <a:cubicBezTo>
                  <a:pt x="16702" y="14996"/>
                  <a:pt x="14570" y="17910"/>
                  <a:pt x="13006" y="21038"/>
                </a:cubicBezTo>
                <a:cubicBezTo>
                  <a:pt x="11443" y="24165"/>
                  <a:pt x="10235" y="27150"/>
                  <a:pt x="9382" y="29993"/>
                </a:cubicBezTo>
                <a:cubicBezTo>
                  <a:pt x="8529" y="32836"/>
                  <a:pt x="7960" y="34399"/>
                  <a:pt x="7676" y="34684"/>
                </a:cubicBezTo>
                <a:cubicBezTo>
                  <a:pt x="7392" y="34968"/>
                  <a:pt x="6254" y="35110"/>
                  <a:pt x="4264" y="35110"/>
                </a:cubicBezTo>
                <a:lnTo>
                  <a:pt x="1279" y="35110"/>
                </a:lnTo>
                <a:cubicBezTo>
                  <a:pt x="426" y="34257"/>
                  <a:pt x="0" y="33617"/>
                  <a:pt x="0" y="3319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3" cap="flat">
            <a:solidFill>
              <a:srgbClr val="000000">
                <a:alpha val="32760"/>
              </a:srgbClr>
            </a:solidFill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373F88-D15D-4092-8B4B-8DB7D4CB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10" y="2286358"/>
            <a:ext cx="51857" cy="100397"/>
          </a:xfrm>
          <a:custGeom xmlns:a="http://schemas.openxmlformats.org/drawingml/2006/main">
            <a:pathLst>
              <a:path w="51857" h="100397">
                <a:moveTo>
                  <a:pt x="19597" y="13266"/>
                </a:moveTo>
                <a:lnTo>
                  <a:pt x="17637" y="14019"/>
                </a:lnTo>
                <a:cubicBezTo>
                  <a:pt x="16230" y="14522"/>
                  <a:pt x="14220" y="15024"/>
                  <a:pt x="11607" y="15527"/>
                </a:cubicBezTo>
                <a:cubicBezTo>
                  <a:pt x="8994" y="16029"/>
                  <a:pt x="6080" y="16381"/>
                  <a:pt x="2864" y="16582"/>
                </a:cubicBezTo>
                <a:lnTo>
                  <a:pt x="0" y="16582"/>
                </a:lnTo>
                <a:lnTo>
                  <a:pt x="0" y="9648"/>
                </a:lnTo>
                <a:lnTo>
                  <a:pt x="2864" y="9648"/>
                </a:lnTo>
                <a:cubicBezTo>
                  <a:pt x="7588" y="9447"/>
                  <a:pt x="11959" y="8693"/>
                  <a:pt x="15979" y="7387"/>
                </a:cubicBezTo>
                <a:cubicBezTo>
                  <a:pt x="19999" y="6080"/>
                  <a:pt x="22813" y="4874"/>
                  <a:pt x="24421" y="3769"/>
                </a:cubicBezTo>
                <a:cubicBezTo>
                  <a:pt x="26029" y="2663"/>
                  <a:pt x="27436" y="1558"/>
                  <a:pt x="28642" y="452"/>
                </a:cubicBezTo>
                <a:cubicBezTo>
                  <a:pt x="28843" y="151"/>
                  <a:pt x="29446" y="0"/>
                  <a:pt x="30451" y="0"/>
                </a:cubicBezTo>
                <a:cubicBezTo>
                  <a:pt x="31355" y="0"/>
                  <a:pt x="32209" y="301"/>
                  <a:pt x="33013" y="904"/>
                </a:cubicBezTo>
                <a:lnTo>
                  <a:pt x="33013" y="45977"/>
                </a:lnTo>
                <a:lnTo>
                  <a:pt x="33164" y="91201"/>
                </a:lnTo>
                <a:cubicBezTo>
                  <a:pt x="33868" y="91905"/>
                  <a:pt x="34471" y="92357"/>
                  <a:pt x="34973" y="92558"/>
                </a:cubicBezTo>
                <a:cubicBezTo>
                  <a:pt x="35475" y="92759"/>
                  <a:pt x="36681" y="92960"/>
                  <a:pt x="38591" y="93161"/>
                </a:cubicBezTo>
                <a:cubicBezTo>
                  <a:pt x="40500" y="93362"/>
                  <a:pt x="43616" y="93462"/>
                  <a:pt x="47937" y="93462"/>
                </a:cubicBezTo>
                <a:lnTo>
                  <a:pt x="51857" y="93462"/>
                </a:lnTo>
                <a:lnTo>
                  <a:pt x="51857" y="100397"/>
                </a:lnTo>
                <a:lnTo>
                  <a:pt x="50198" y="100397"/>
                </a:lnTo>
                <a:cubicBezTo>
                  <a:pt x="48088" y="100095"/>
                  <a:pt x="40098" y="99944"/>
                  <a:pt x="26230" y="99944"/>
                </a:cubicBezTo>
                <a:cubicBezTo>
                  <a:pt x="12562" y="99944"/>
                  <a:pt x="4673" y="100095"/>
                  <a:pt x="2563" y="100397"/>
                </a:cubicBezTo>
                <a:lnTo>
                  <a:pt x="754" y="100397"/>
                </a:lnTo>
                <a:lnTo>
                  <a:pt x="754" y="93462"/>
                </a:lnTo>
                <a:lnTo>
                  <a:pt x="4673" y="93462"/>
                </a:lnTo>
                <a:cubicBezTo>
                  <a:pt x="6884" y="93462"/>
                  <a:pt x="8793" y="93462"/>
                  <a:pt x="10401" y="93462"/>
                </a:cubicBezTo>
                <a:cubicBezTo>
                  <a:pt x="12009" y="93462"/>
                  <a:pt x="13266" y="93412"/>
                  <a:pt x="14170" y="93312"/>
                </a:cubicBezTo>
                <a:cubicBezTo>
                  <a:pt x="15075" y="93211"/>
                  <a:pt x="15879" y="93060"/>
                  <a:pt x="16582" y="92859"/>
                </a:cubicBezTo>
                <a:cubicBezTo>
                  <a:pt x="17286" y="92658"/>
                  <a:pt x="17687" y="92558"/>
                  <a:pt x="17788" y="92558"/>
                </a:cubicBezTo>
                <a:cubicBezTo>
                  <a:pt x="17888" y="92558"/>
                  <a:pt x="18190" y="92307"/>
                  <a:pt x="18692" y="91804"/>
                </a:cubicBezTo>
                <a:cubicBezTo>
                  <a:pt x="19195" y="91302"/>
                  <a:pt x="19496" y="91101"/>
                  <a:pt x="19597" y="91201"/>
                </a:cubicBezTo>
                <a:lnTo>
                  <a:pt x="19597" y="132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7E5F0F-EB51-470D-B707-98573B5C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10" y="2286358"/>
            <a:ext cx="51857" cy="100397"/>
          </a:xfrm>
          <a:custGeom xmlns:a="http://schemas.openxmlformats.org/drawingml/2006/main">
            <a:pathLst>
              <a:path w="51857" h="100397" fill="none">
                <a:moveTo>
                  <a:pt x="19597" y="13266"/>
                </a:moveTo>
                <a:lnTo>
                  <a:pt x="17637" y="14019"/>
                </a:lnTo>
                <a:cubicBezTo>
                  <a:pt x="16230" y="14522"/>
                  <a:pt x="14220" y="15024"/>
                  <a:pt x="11607" y="15527"/>
                </a:cubicBezTo>
                <a:cubicBezTo>
                  <a:pt x="8994" y="16029"/>
                  <a:pt x="6080" y="16381"/>
                  <a:pt x="2864" y="16582"/>
                </a:cubicBezTo>
                <a:lnTo>
                  <a:pt x="0" y="16582"/>
                </a:lnTo>
                <a:lnTo>
                  <a:pt x="0" y="9648"/>
                </a:lnTo>
                <a:lnTo>
                  <a:pt x="2864" y="9648"/>
                </a:lnTo>
                <a:cubicBezTo>
                  <a:pt x="7588" y="9447"/>
                  <a:pt x="11959" y="8693"/>
                  <a:pt x="15979" y="7387"/>
                </a:cubicBezTo>
                <a:cubicBezTo>
                  <a:pt x="19999" y="6080"/>
                  <a:pt x="22813" y="4874"/>
                  <a:pt x="24421" y="3769"/>
                </a:cubicBezTo>
                <a:cubicBezTo>
                  <a:pt x="26029" y="2663"/>
                  <a:pt x="27436" y="1558"/>
                  <a:pt x="28642" y="452"/>
                </a:cubicBezTo>
                <a:cubicBezTo>
                  <a:pt x="28843" y="151"/>
                  <a:pt x="29446" y="0"/>
                  <a:pt x="30451" y="0"/>
                </a:cubicBezTo>
                <a:cubicBezTo>
                  <a:pt x="31355" y="0"/>
                  <a:pt x="32209" y="301"/>
                  <a:pt x="33013" y="904"/>
                </a:cubicBezTo>
                <a:lnTo>
                  <a:pt x="33013" y="45977"/>
                </a:lnTo>
                <a:lnTo>
                  <a:pt x="33164" y="91201"/>
                </a:lnTo>
                <a:cubicBezTo>
                  <a:pt x="33868" y="91905"/>
                  <a:pt x="34471" y="92357"/>
                  <a:pt x="34973" y="92558"/>
                </a:cubicBezTo>
                <a:cubicBezTo>
                  <a:pt x="35475" y="92759"/>
                  <a:pt x="36681" y="92960"/>
                  <a:pt x="38591" y="93161"/>
                </a:cubicBezTo>
                <a:cubicBezTo>
                  <a:pt x="40500" y="93362"/>
                  <a:pt x="43616" y="93462"/>
                  <a:pt x="47937" y="93462"/>
                </a:cubicBezTo>
                <a:lnTo>
                  <a:pt x="51857" y="93462"/>
                </a:lnTo>
                <a:lnTo>
                  <a:pt x="51857" y="100397"/>
                </a:lnTo>
                <a:lnTo>
                  <a:pt x="50198" y="100397"/>
                </a:lnTo>
                <a:cubicBezTo>
                  <a:pt x="48088" y="100095"/>
                  <a:pt x="40098" y="99944"/>
                  <a:pt x="26230" y="99944"/>
                </a:cubicBezTo>
                <a:cubicBezTo>
                  <a:pt x="12562" y="99944"/>
                  <a:pt x="4673" y="100095"/>
                  <a:pt x="2563" y="100397"/>
                </a:cubicBezTo>
                <a:lnTo>
                  <a:pt x="754" y="100397"/>
                </a:lnTo>
                <a:lnTo>
                  <a:pt x="754" y="93462"/>
                </a:lnTo>
                <a:lnTo>
                  <a:pt x="4673" y="93462"/>
                </a:lnTo>
                <a:cubicBezTo>
                  <a:pt x="6884" y="93462"/>
                  <a:pt x="8793" y="93462"/>
                  <a:pt x="10401" y="93462"/>
                </a:cubicBezTo>
                <a:cubicBezTo>
                  <a:pt x="12009" y="93462"/>
                  <a:pt x="13266" y="93412"/>
                  <a:pt x="14170" y="93312"/>
                </a:cubicBezTo>
                <a:cubicBezTo>
                  <a:pt x="15075" y="93211"/>
                  <a:pt x="15879" y="93060"/>
                  <a:pt x="16582" y="92859"/>
                </a:cubicBezTo>
                <a:cubicBezTo>
                  <a:pt x="17286" y="92658"/>
                  <a:pt x="17687" y="92558"/>
                  <a:pt x="17788" y="92558"/>
                </a:cubicBezTo>
                <a:cubicBezTo>
                  <a:pt x="17888" y="92558"/>
                  <a:pt x="18190" y="92307"/>
                  <a:pt x="18692" y="91804"/>
                </a:cubicBezTo>
                <a:cubicBezTo>
                  <a:pt x="19195" y="91302"/>
                  <a:pt x="19496" y="91101"/>
                  <a:pt x="19597" y="91201"/>
                </a:cubicBezTo>
                <a:lnTo>
                  <a:pt x="19597" y="1326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" cap="flat">
            <a:solidFill>
              <a:srgbClr val="000000">
                <a:alpha val="23160"/>
              </a:srgbClr>
            </a:solidFill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252D51-E6EB-4022-A4FC-17468BB5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330" y="2260387"/>
            <a:ext cx="101421" cy="138095"/>
          </a:xfrm>
          <a:custGeom xmlns:a="http://schemas.openxmlformats.org/drawingml/2006/main">
            <a:pathLst>
              <a:path w="101421" h="138095">
                <a:moveTo>
                  <a:pt x="0" y="33191"/>
                </a:moveTo>
                <a:cubicBezTo>
                  <a:pt x="0" y="31201"/>
                  <a:pt x="1066" y="27790"/>
                  <a:pt x="3198" y="22957"/>
                </a:cubicBezTo>
                <a:cubicBezTo>
                  <a:pt x="5330" y="18124"/>
                  <a:pt x="8742" y="13077"/>
                  <a:pt x="13433" y="7818"/>
                </a:cubicBezTo>
                <a:cubicBezTo>
                  <a:pt x="18124" y="2559"/>
                  <a:pt x="23383" y="0"/>
                  <a:pt x="29211" y="142"/>
                </a:cubicBezTo>
                <a:cubicBezTo>
                  <a:pt x="35039" y="142"/>
                  <a:pt x="39730" y="1777"/>
                  <a:pt x="43283" y="5046"/>
                </a:cubicBezTo>
                <a:cubicBezTo>
                  <a:pt x="46837" y="8316"/>
                  <a:pt x="48685" y="12864"/>
                  <a:pt x="48827" y="18692"/>
                </a:cubicBezTo>
                <a:cubicBezTo>
                  <a:pt x="48543" y="21393"/>
                  <a:pt x="48330" y="22885"/>
                  <a:pt x="48187" y="23170"/>
                </a:cubicBezTo>
                <a:cubicBezTo>
                  <a:pt x="48187" y="23596"/>
                  <a:pt x="47050" y="26866"/>
                  <a:pt x="44776" y="32978"/>
                </a:cubicBezTo>
                <a:cubicBezTo>
                  <a:pt x="42502" y="39090"/>
                  <a:pt x="40156" y="45984"/>
                  <a:pt x="37740" y="53660"/>
                </a:cubicBezTo>
                <a:cubicBezTo>
                  <a:pt x="35323" y="61336"/>
                  <a:pt x="34186" y="67448"/>
                  <a:pt x="34328" y="71997"/>
                </a:cubicBezTo>
                <a:cubicBezTo>
                  <a:pt x="34328" y="78109"/>
                  <a:pt x="35323" y="82374"/>
                  <a:pt x="37313" y="84790"/>
                </a:cubicBezTo>
                <a:cubicBezTo>
                  <a:pt x="39303" y="87206"/>
                  <a:pt x="42288" y="88486"/>
                  <a:pt x="46268" y="88628"/>
                </a:cubicBezTo>
                <a:cubicBezTo>
                  <a:pt x="49538" y="88628"/>
                  <a:pt x="52594" y="87846"/>
                  <a:pt x="55437" y="86283"/>
                </a:cubicBezTo>
                <a:cubicBezTo>
                  <a:pt x="58280" y="84719"/>
                  <a:pt x="60483" y="83084"/>
                  <a:pt x="62047" y="81378"/>
                </a:cubicBezTo>
                <a:cubicBezTo>
                  <a:pt x="63610" y="79673"/>
                  <a:pt x="65529" y="77327"/>
                  <a:pt x="67804" y="74342"/>
                </a:cubicBezTo>
                <a:cubicBezTo>
                  <a:pt x="67804" y="74200"/>
                  <a:pt x="68159" y="72779"/>
                  <a:pt x="68870" y="70078"/>
                </a:cubicBezTo>
                <a:cubicBezTo>
                  <a:pt x="69580" y="67377"/>
                  <a:pt x="70575" y="63184"/>
                  <a:pt x="71855" y="57498"/>
                </a:cubicBezTo>
                <a:cubicBezTo>
                  <a:pt x="73134" y="51812"/>
                  <a:pt x="74484" y="46553"/>
                  <a:pt x="75906" y="41720"/>
                </a:cubicBezTo>
                <a:cubicBezTo>
                  <a:pt x="81307" y="20398"/>
                  <a:pt x="84292" y="9239"/>
                  <a:pt x="84861" y="8244"/>
                </a:cubicBezTo>
                <a:cubicBezTo>
                  <a:pt x="86709" y="4407"/>
                  <a:pt x="89765" y="2488"/>
                  <a:pt x="94029" y="2488"/>
                </a:cubicBezTo>
                <a:cubicBezTo>
                  <a:pt x="95877" y="2488"/>
                  <a:pt x="97370" y="2985"/>
                  <a:pt x="98507" y="3980"/>
                </a:cubicBezTo>
                <a:cubicBezTo>
                  <a:pt x="99644" y="4975"/>
                  <a:pt x="100426" y="5828"/>
                  <a:pt x="100852" y="6539"/>
                </a:cubicBezTo>
                <a:cubicBezTo>
                  <a:pt x="101279" y="7249"/>
                  <a:pt x="101421" y="7889"/>
                  <a:pt x="101279" y="8458"/>
                </a:cubicBezTo>
                <a:cubicBezTo>
                  <a:pt x="101279" y="10306"/>
                  <a:pt x="97796" y="25231"/>
                  <a:pt x="90831" y="53234"/>
                </a:cubicBezTo>
                <a:cubicBezTo>
                  <a:pt x="83866" y="81236"/>
                  <a:pt x="79886" y="96588"/>
                  <a:pt x="78891" y="99289"/>
                </a:cubicBezTo>
                <a:cubicBezTo>
                  <a:pt x="74911" y="111087"/>
                  <a:pt x="68017" y="120469"/>
                  <a:pt x="58209" y="127434"/>
                </a:cubicBezTo>
                <a:cubicBezTo>
                  <a:pt x="48401" y="134399"/>
                  <a:pt x="38593" y="137953"/>
                  <a:pt x="28785" y="138095"/>
                </a:cubicBezTo>
                <a:cubicBezTo>
                  <a:pt x="22388" y="138095"/>
                  <a:pt x="16773" y="136531"/>
                  <a:pt x="11940" y="133404"/>
                </a:cubicBezTo>
                <a:cubicBezTo>
                  <a:pt x="7107" y="130277"/>
                  <a:pt x="4691" y="125586"/>
                  <a:pt x="4691" y="119331"/>
                </a:cubicBezTo>
                <a:cubicBezTo>
                  <a:pt x="4691" y="116204"/>
                  <a:pt x="5188" y="113575"/>
                  <a:pt x="6183" y="111442"/>
                </a:cubicBezTo>
                <a:cubicBezTo>
                  <a:pt x="7178" y="109310"/>
                  <a:pt x="8529" y="107747"/>
                  <a:pt x="10235" y="106752"/>
                </a:cubicBezTo>
                <a:cubicBezTo>
                  <a:pt x="11940" y="105757"/>
                  <a:pt x="13362" y="105046"/>
                  <a:pt x="14499" y="104619"/>
                </a:cubicBezTo>
                <a:cubicBezTo>
                  <a:pt x="15636" y="104193"/>
                  <a:pt x="16844" y="103980"/>
                  <a:pt x="18124" y="103980"/>
                </a:cubicBezTo>
                <a:cubicBezTo>
                  <a:pt x="24378" y="103980"/>
                  <a:pt x="27505" y="106965"/>
                  <a:pt x="27505" y="112935"/>
                </a:cubicBezTo>
                <a:cubicBezTo>
                  <a:pt x="27505" y="115778"/>
                  <a:pt x="26652" y="118265"/>
                  <a:pt x="24947" y="120398"/>
                </a:cubicBezTo>
                <a:cubicBezTo>
                  <a:pt x="23241" y="122530"/>
                  <a:pt x="21606" y="123951"/>
                  <a:pt x="20043" y="124662"/>
                </a:cubicBezTo>
                <a:cubicBezTo>
                  <a:pt x="18479" y="125373"/>
                  <a:pt x="17555" y="125728"/>
                  <a:pt x="17271" y="125728"/>
                </a:cubicBezTo>
                <a:lnTo>
                  <a:pt x="16631" y="125941"/>
                </a:lnTo>
                <a:cubicBezTo>
                  <a:pt x="16915" y="126652"/>
                  <a:pt x="18266" y="127505"/>
                  <a:pt x="20682" y="128500"/>
                </a:cubicBezTo>
                <a:cubicBezTo>
                  <a:pt x="23099" y="129495"/>
                  <a:pt x="25515" y="129992"/>
                  <a:pt x="27932" y="129992"/>
                </a:cubicBezTo>
                <a:lnTo>
                  <a:pt x="29637" y="129992"/>
                </a:lnTo>
                <a:cubicBezTo>
                  <a:pt x="32054" y="129992"/>
                  <a:pt x="33902" y="129850"/>
                  <a:pt x="35181" y="129566"/>
                </a:cubicBezTo>
                <a:cubicBezTo>
                  <a:pt x="39872" y="128287"/>
                  <a:pt x="44207" y="125586"/>
                  <a:pt x="48187" y="121464"/>
                </a:cubicBezTo>
                <a:cubicBezTo>
                  <a:pt x="52168" y="117341"/>
                  <a:pt x="55224" y="112935"/>
                  <a:pt x="57356" y="108244"/>
                </a:cubicBezTo>
                <a:cubicBezTo>
                  <a:pt x="59488" y="103553"/>
                  <a:pt x="61123" y="99573"/>
                  <a:pt x="62260" y="96304"/>
                </a:cubicBezTo>
                <a:cubicBezTo>
                  <a:pt x="63397" y="93034"/>
                  <a:pt x="63966" y="90902"/>
                  <a:pt x="63966" y="89907"/>
                </a:cubicBezTo>
                <a:lnTo>
                  <a:pt x="62686" y="90760"/>
                </a:lnTo>
                <a:cubicBezTo>
                  <a:pt x="61833" y="91329"/>
                  <a:pt x="60483" y="92111"/>
                  <a:pt x="58635" y="93106"/>
                </a:cubicBezTo>
                <a:cubicBezTo>
                  <a:pt x="56787" y="94101"/>
                  <a:pt x="54939" y="94953"/>
                  <a:pt x="53091" y="95664"/>
                </a:cubicBezTo>
                <a:cubicBezTo>
                  <a:pt x="50249" y="96375"/>
                  <a:pt x="47477" y="96730"/>
                  <a:pt x="44776" y="96730"/>
                </a:cubicBezTo>
                <a:cubicBezTo>
                  <a:pt x="38237" y="96730"/>
                  <a:pt x="32480" y="95167"/>
                  <a:pt x="27505" y="92039"/>
                </a:cubicBezTo>
                <a:cubicBezTo>
                  <a:pt x="22530" y="88912"/>
                  <a:pt x="19261" y="83866"/>
                  <a:pt x="17697" y="76901"/>
                </a:cubicBezTo>
                <a:cubicBezTo>
                  <a:pt x="17555" y="75906"/>
                  <a:pt x="17484" y="73703"/>
                  <a:pt x="17484" y="70291"/>
                </a:cubicBezTo>
                <a:cubicBezTo>
                  <a:pt x="17484" y="62189"/>
                  <a:pt x="19971" y="51599"/>
                  <a:pt x="24947" y="38522"/>
                </a:cubicBezTo>
                <a:cubicBezTo>
                  <a:pt x="29922" y="25444"/>
                  <a:pt x="32409" y="17129"/>
                  <a:pt x="32409" y="13575"/>
                </a:cubicBezTo>
                <a:cubicBezTo>
                  <a:pt x="32409" y="13433"/>
                  <a:pt x="32409" y="13291"/>
                  <a:pt x="32409" y="13148"/>
                </a:cubicBezTo>
                <a:cubicBezTo>
                  <a:pt x="32409" y="11869"/>
                  <a:pt x="32409" y="11016"/>
                  <a:pt x="32409" y="10590"/>
                </a:cubicBezTo>
                <a:cubicBezTo>
                  <a:pt x="32409" y="10163"/>
                  <a:pt x="32125" y="9666"/>
                  <a:pt x="31556" y="9097"/>
                </a:cubicBezTo>
                <a:cubicBezTo>
                  <a:pt x="30988" y="8529"/>
                  <a:pt x="30206" y="8244"/>
                  <a:pt x="29211" y="8244"/>
                </a:cubicBezTo>
                <a:lnTo>
                  <a:pt x="28358" y="8244"/>
                </a:lnTo>
                <a:cubicBezTo>
                  <a:pt x="25089" y="8244"/>
                  <a:pt x="22104" y="9595"/>
                  <a:pt x="19403" y="12296"/>
                </a:cubicBezTo>
                <a:cubicBezTo>
                  <a:pt x="16702" y="14996"/>
                  <a:pt x="14570" y="17910"/>
                  <a:pt x="13006" y="21038"/>
                </a:cubicBezTo>
                <a:cubicBezTo>
                  <a:pt x="11443" y="24165"/>
                  <a:pt x="10235" y="27150"/>
                  <a:pt x="9382" y="29993"/>
                </a:cubicBezTo>
                <a:cubicBezTo>
                  <a:pt x="8529" y="32836"/>
                  <a:pt x="7960" y="34399"/>
                  <a:pt x="7676" y="34684"/>
                </a:cubicBezTo>
                <a:cubicBezTo>
                  <a:pt x="7392" y="34968"/>
                  <a:pt x="6254" y="35110"/>
                  <a:pt x="4264" y="35110"/>
                </a:cubicBezTo>
                <a:lnTo>
                  <a:pt x="1279" y="35110"/>
                </a:lnTo>
                <a:cubicBezTo>
                  <a:pt x="426" y="34257"/>
                  <a:pt x="0" y="33617"/>
                  <a:pt x="0" y="331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14ECCB-E706-4D32-80A6-D430C3C8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330" y="2260387"/>
            <a:ext cx="101421" cy="138095"/>
          </a:xfrm>
          <a:custGeom xmlns:a="http://schemas.openxmlformats.org/drawingml/2006/main">
            <a:pathLst>
              <a:path w="101421" h="138095" fill="none">
                <a:moveTo>
                  <a:pt x="0" y="33191"/>
                </a:moveTo>
                <a:cubicBezTo>
                  <a:pt x="0" y="31201"/>
                  <a:pt x="1066" y="27790"/>
                  <a:pt x="3198" y="22957"/>
                </a:cubicBezTo>
                <a:cubicBezTo>
                  <a:pt x="5330" y="18124"/>
                  <a:pt x="8742" y="13077"/>
                  <a:pt x="13433" y="7818"/>
                </a:cubicBezTo>
                <a:cubicBezTo>
                  <a:pt x="18124" y="2559"/>
                  <a:pt x="23383" y="0"/>
                  <a:pt x="29211" y="142"/>
                </a:cubicBezTo>
                <a:cubicBezTo>
                  <a:pt x="35039" y="142"/>
                  <a:pt x="39730" y="1777"/>
                  <a:pt x="43283" y="5046"/>
                </a:cubicBezTo>
                <a:cubicBezTo>
                  <a:pt x="46837" y="8316"/>
                  <a:pt x="48685" y="12864"/>
                  <a:pt x="48827" y="18692"/>
                </a:cubicBezTo>
                <a:cubicBezTo>
                  <a:pt x="48543" y="21393"/>
                  <a:pt x="48330" y="22885"/>
                  <a:pt x="48187" y="23170"/>
                </a:cubicBezTo>
                <a:cubicBezTo>
                  <a:pt x="48187" y="23596"/>
                  <a:pt x="47050" y="26866"/>
                  <a:pt x="44776" y="32978"/>
                </a:cubicBezTo>
                <a:cubicBezTo>
                  <a:pt x="42502" y="39090"/>
                  <a:pt x="40156" y="45984"/>
                  <a:pt x="37740" y="53660"/>
                </a:cubicBezTo>
                <a:cubicBezTo>
                  <a:pt x="35323" y="61336"/>
                  <a:pt x="34186" y="67448"/>
                  <a:pt x="34328" y="71997"/>
                </a:cubicBezTo>
                <a:cubicBezTo>
                  <a:pt x="34328" y="78109"/>
                  <a:pt x="35323" y="82374"/>
                  <a:pt x="37313" y="84790"/>
                </a:cubicBezTo>
                <a:cubicBezTo>
                  <a:pt x="39303" y="87206"/>
                  <a:pt x="42288" y="88486"/>
                  <a:pt x="46268" y="88628"/>
                </a:cubicBezTo>
                <a:cubicBezTo>
                  <a:pt x="49538" y="88628"/>
                  <a:pt x="52594" y="87846"/>
                  <a:pt x="55437" y="86283"/>
                </a:cubicBezTo>
                <a:cubicBezTo>
                  <a:pt x="58280" y="84719"/>
                  <a:pt x="60483" y="83084"/>
                  <a:pt x="62047" y="81378"/>
                </a:cubicBezTo>
                <a:cubicBezTo>
                  <a:pt x="63610" y="79673"/>
                  <a:pt x="65529" y="77327"/>
                  <a:pt x="67804" y="74342"/>
                </a:cubicBezTo>
                <a:cubicBezTo>
                  <a:pt x="67804" y="74200"/>
                  <a:pt x="68159" y="72779"/>
                  <a:pt x="68870" y="70078"/>
                </a:cubicBezTo>
                <a:cubicBezTo>
                  <a:pt x="69580" y="67377"/>
                  <a:pt x="70575" y="63184"/>
                  <a:pt x="71855" y="57498"/>
                </a:cubicBezTo>
                <a:cubicBezTo>
                  <a:pt x="73134" y="51812"/>
                  <a:pt x="74484" y="46553"/>
                  <a:pt x="75906" y="41720"/>
                </a:cubicBezTo>
                <a:cubicBezTo>
                  <a:pt x="81307" y="20398"/>
                  <a:pt x="84292" y="9239"/>
                  <a:pt x="84861" y="8244"/>
                </a:cubicBezTo>
                <a:cubicBezTo>
                  <a:pt x="86709" y="4407"/>
                  <a:pt x="89765" y="2488"/>
                  <a:pt x="94029" y="2488"/>
                </a:cubicBezTo>
                <a:cubicBezTo>
                  <a:pt x="95877" y="2488"/>
                  <a:pt x="97370" y="2985"/>
                  <a:pt x="98507" y="3980"/>
                </a:cubicBezTo>
                <a:cubicBezTo>
                  <a:pt x="99644" y="4975"/>
                  <a:pt x="100426" y="5828"/>
                  <a:pt x="100852" y="6539"/>
                </a:cubicBezTo>
                <a:cubicBezTo>
                  <a:pt x="101279" y="7249"/>
                  <a:pt x="101421" y="7889"/>
                  <a:pt x="101279" y="8458"/>
                </a:cubicBezTo>
                <a:cubicBezTo>
                  <a:pt x="101279" y="10306"/>
                  <a:pt x="97796" y="25231"/>
                  <a:pt x="90831" y="53234"/>
                </a:cubicBezTo>
                <a:cubicBezTo>
                  <a:pt x="83866" y="81236"/>
                  <a:pt x="79886" y="96588"/>
                  <a:pt x="78891" y="99289"/>
                </a:cubicBezTo>
                <a:cubicBezTo>
                  <a:pt x="74911" y="111087"/>
                  <a:pt x="68017" y="120469"/>
                  <a:pt x="58209" y="127434"/>
                </a:cubicBezTo>
                <a:cubicBezTo>
                  <a:pt x="48401" y="134399"/>
                  <a:pt x="38593" y="137953"/>
                  <a:pt x="28785" y="138095"/>
                </a:cubicBezTo>
                <a:cubicBezTo>
                  <a:pt x="22388" y="138095"/>
                  <a:pt x="16773" y="136531"/>
                  <a:pt x="11940" y="133404"/>
                </a:cubicBezTo>
                <a:cubicBezTo>
                  <a:pt x="7107" y="130277"/>
                  <a:pt x="4691" y="125586"/>
                  <a:pt x="4691" y="119331"/>
                </a:cubicBezTo>
                <a:cubicBezTo>
                  <a:pt x="4691" y="116204"/>
                  <a:pt x="5188" y="113575"/>
                  <a:pt x="6183" y="111442"/>
                </a:cubicBezTo>
                <a:cubicBezTo>
                  <a:pt x="7178" y="109310"/>
                  <a:pt x="8529" y="107747"/>
                  <a:pt x="10235" y="106752"/>
                </a:cubicBezTo>
                <a:cubicBezTo>
                  <a:pt x="11940" y="105757"/>
                  <a:pt x="13362" y="105046"/>
                  <a:pt x="14499" y="104619"/>
                </a:cubicBezTo>
                <a:cubicBezTo>
                  <a:pt x="15636" y="104193"/>
                  <a:pt x="16844" y="103980"/>
                  <a:pt x="18124" y="103980"/>
                </a:cubicBezTo>
                <a:cubicBezTo>
                  <a:pt x="24378" y="103980"/>
                  <a:pt x="27505" y="106965"/>
                  <a:pt x="27505" y="112935"/>
                </a:cubicBezTo>
                <a:cubicBezTo>
                  <a:pt x="27505" y="115778"/>
                  <a:pt x="26652" y="118265"/>
                  <a:pt x="24947" y="120398"/>
                </a:cubicBezTo>
                <a:cubicBezTo>
                  <a:pt x="23241" y="122530"/>
                  <a:pt x="21606" y="123951"/>
                  <a:pt x="20043" y="124662"/>
                </a:cubicBezTo>
                <a:cubicBezTo>
                  <a:pt x="18479" y="125373"/>
                  <a:pt x="17555" y="125728"/>
                  <a:pt x="17271" y="125728"/>
                </a:cubicBezTo>
                <a:lnTo>
                  <a:pt x="16631" y="125941"/>
                </a:lnTo>
                <a:cubicBezTo>
                  <a:pt x="16915" y="126652"/>
                  <a:pt x="18266" y="127505"/>
                  <a:pt x="20682" y="128500"/>
                </a:cubicBezTo>
                <a:cubicBezTo>
                  <a:pt x="23099" y="129495"/>
                  <a:pt x="25515" y="129992"/>
                  <a:pt x="27932" y="129992"/>
                </a:cubicBezTo>
                <a:lnTo>
                  <a:pt x="29637" y="129992"/>
                </a:lnTo>
                <a:cubicBezTo>
                  <a:pt x="32054" y="129992"/>
                  <a:pt x="33902" y="129850"/>
                  <a:pt x="35181" y="129566"/>
                </a:cubicBezTo>
                <a:cubicBezTo>
                  <a:pt x="39872" y="128287"/>
                  <a:pt x="44207" y="125586"/>
                  <a:pt x="48187" y="121464"/>
                </a:cubicBezTo>
                <a:cubicBezTo>
                  <a:pt x="52168" y="117341"/>
                  <a:pt x="55224" y="112935"/>
                  <a:pt x="57356" y="108244"/>
                </a:cubicBezTo>
                <a:cubicBezTo>
                  <a:pt x="59488" y="103553"/>
                  <a:pt x="61123" y="99573"/>
                  <a:pt x="62260" y="96304"/>
                </a:cubicBezTo>
                <a:cubicBezTo>
                  <a:pt x="63397" y="93034"/>
                  <a:pt x="63966" y="90902"/>
                  <a:pt x="63966" y="89907"/>
                </a:cubicBezTo>
                <a:lnTo>
                  <a:pt x="62686" y="90760"/>
                </a:lnTo>
                <a:cubicBezTo>
                  <a:pt x="61833" y="91329"/>
                  <a:pt x="60483" y="92111"/>
                  <a:pt x="58635" y="93106"/>
                </a:cubicBezTo>
                <a:cubicBezTo>
                  <a:pt x="56787" y="94101"/>
                  <a:pt x="54939" y="94953"/>
                  <a:pt x="53091" y="95664"/>
                </a:cubicBezTo>
                <a:cubicBezTo>
                  <a:pt x="50249" y="96375"/>
                  <a:pt x="47477" y="96730"/>
                  <a:pt x="44776" y="96730"/>
                </a:cubicBezTo>
                <a:cubicBezTo>
                  <a:pt x="38237" y="96730"/>
                  <a:pt x="32480" y="95167"/>
                  <a:pt x="27505" y="92039"/>
                </a:cubicBezTo>
                <a:cubicBezTo>
                  <a:pt x="22530" y="88912"/>
                  <a:pt x="19261" y="83866"/>
                  <a:pt x="17697" y="76901"/>
                </a:cubicBezTo>
                <a:cubicBezTo>
                  <a:pt x="17555" y="75906"/>
                  <a:pt x="17484" y="73703"/>
                  <a:pt x="17484" y="70291"/>
                </a:cubicBezTo>
                <a:cubicBezTo>
                  <a:pt x="17484" y="62189"/>
                  <a:pt x="19971" y="51599"/>
                  <a:pt x="24947" y="38522"/>
                </a:cubicBezTo>
                <a:cubicBezTo>
                  <a:pt x="29922" y="25444"/>
                  <a:pt x="32409" y="17129"/>
                  <a:pt x="32409" y="13575"/>
                </a:cubicBezTo>
                <a:cubicBezTo>
                  <a:pt x="32409" y="13433"/>
                  <a:pt x="32409" y="13291"/>
                  <a:pt x="32409" y="13148"/>
                </a:cubicBezTo>
                <a:cubicBezTo>
                  <a:pt x="32409" y="11869"/>
                  <a:pt x="32409" y="11016"/>
                  <a:pt x="32409" y="10590"/>
                </a:cubicBezTo>
                <a:cubicBezTo>
                  <a:pt x="32409" y="10163"/>
                  <a:pt x="32125" y="9666"/>
                  <a:pt x="31556" y="9097"/>
                </a:cubicBezTo>
                <a:cubicBezTo>
                  <a:pt x="30988" y="8529"/>
                  <a:pt x="30206" y="8244"/>
                  <a:pt x="29211" y="8244"/>
                </a:cubicBezTo>
                <a:lnTo>
                  <a:pt x="28358" y="8244"/>
                </a:lnTo>
                <a:cubicBezTo>
                  <a:pt x="25089" y="8244"/>
                  <a:pt x="22104" y="9595"/>
                  <a:pt x="19403" y="12296"/>
                </a:cubicBezTo>
                <a:cubicBezTo>
                  <a:pt x="16702" y="14996"/>
                  <a:pt x="14570" y="17910"/>
                  <a:pt x="13006" y="21038"/>
                </a:cubicBezTo>
                <a:cubicBezTo>
                  <a:pt x="11443" y="24165"/>
                  <a:pt x="10235" y="27150"/>
                  <a:pt x="9382" y="29993"/>
                </a:cubicBezTo>
                <a:cubicBezTo>
                  <a:pt x="8529" y="32836"/>
                  <a:pt x="7960" y="34399"/>
                  <a:pt x="7676" y="34684"/>
                </a:cubicBezTo>
                <a:cubicBezTo>
                  <a:pt x="7392" y="34968"/>
                  <a:pt x="6254" y="35110"/>
                  <a:pt x="4264" y="35110"/>
                </a:cubicBezTo>
                <a:lnTo>
                  <a:pt x="1279" y="35110"/>
                </a:lnTo>
                <a:cubicBezTo>
                  <a:pt x="426" y="34257"/>
                  <a:pt x="0" y="33617"/>
                  <a:pt x="0" y="3319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3" cap="flat">
            <a:solidFill>
              <a:srgbClr val="000000">
                <a:alpha val="32760"/>
              </a:srgbClr>
            </a:solidFill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DC43BE-F740-4BD0-8BBC-3E8D1F21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698" y="2286508"/>
            <a:ext cx="62559" cy="103562"/>
          </a:xfrm>
          <a:custGeom xmlns:a="http://schemas.openxmlformats.org/drawingml/2006/main">
            <a:pathLst>
              <a:path w="62559" h="103562">
                <a:moveTo>
                  <a:pt x="12813" y="30451"/>
                </a:moveTo>
                <a:cubicBezTo>
                  <a:pt x="10100" y="30451"/>
                  <a:pt x="7990" y="29596"/>
                  <a:pt x="6482" y="27888"/>
                </a:cubicBezTo>
                <a:cubicBezTo>
                  <a:pt x="4975" y="26179"/>
                  <a:pt x="4171" y="23969"/>
                  <a:pt x="4070" y="21255"/>
                </a:cubicBezTo>
                <a:cubicBezTo>
                  <a:pt x="4070" y="15728"/>
                  <a:pt x="6482" y="10803"/>
                  <a:pt x="11306" y="6482"/>
                </a:cubicBezTo>
                <a:cubicBezTo>
                  <a:pt x="16130" y="2161"/>
                  <a:pt x="21959" y="0"/>
                  <a:pt x="28792" y="0"/>
                </a:cubicBezTo>
                <a:cubicBezTo>
                  <a:pt x="32310" y="0"/>
                  <a:pt x="34521" y="50"/>
                  <a:pt x="35425" y="151"/>
                </a:cubicBezTo>
                <a:cubicBezTo>
                  <a:pt x="42862" y="1357"/>
                  <a:pt x="48540" y="4020"/>
                  <a:pt x="52459" y="8140"/>
                </a:cubicBezTo>
                <a:cubicBezTo>
                  <a:pt x="56379" y="12261"/>
                  <a:pt x="58389" y="16733"/>
                  <a:pt x="58489" y="21557"/>
                </a:cubicBezTo>
                <a:cubicBezTo>
                  <a:pt x="58489" y="26782"/>
                  <a:pt x="56781" y="31858"/>
                  <a:pt x="53364" y="36782"/>
                </a:cubicBezTo>
                <a:cubicBezTo>
                  <a:pt x="49947" y="41706"/>
                  <a:pt x="45224" y="45274"/>
                  <a:pt x="39194" y="47485"/>
                </a:cubicBezTo>
                <a:lnTo>
                  <a:pt x="38742" y="47786"/>
                </a:lnTo>
                <a:cubicBezTo>
                  <a:pt x="38742" y="47887"/>
                  <a:pt x="39194" y="48038"/>
                  <a:pt x="40098" y="48239"/>
                </a:cubicBezTo>
                <a:cubicBezTo>
                  <a:pt x="41003" y="48440"/>
                  <a:pt x="42460" y="48892"/>
                  <a:pt x="44470" y="49595"/>
                </a:cubicBezTo>
                <a:cubicBezTo>
                  <a:pt x="46480" y="50299"/>
                  <a:pt x="48389" y="51354"/>
                  <a:pt x="50198" y="52761"/>
                </a:cubicBezTo>
                <a:cubicBezTo>
                  <a:pt x="58439" y="58087"/>
                  <a:pt x="62559" y="65122"/>
                  <a:pt x="62559" y="73865"/>
                </a:cubicBezTo>
                <a:cubicBezTo>
                  <a:pt x="62559" y="81805"/>
                  <a:pt x="59444" y="88739"/>
                  <a:pt x="53213" y="94668"/>
                </a:cubicBezTo>
                <a:cubicBezTo>
                  <a:pt x="46982" y="100598"/>
                  <a:pt x="39093" y="103562"/>
                  <a:pt x="29546" y="103562"/>
                </a:cubicBezTo>
                <a:cubicBezTo>
                  <a:pt x="21506" y="103562"/>
                  <a:pt x="14572" y="101402"/>
                  <a:pt x="8743" y="97080"/>
                </a:cubicBezTo>
                <a:cubicBezTo>
                  <a:pt x="2914" y="92759"/>
                  <a:pt x="0" y="87282"/>
                  <a:pt x="0" y="80649"/>
                </a:cubicBezTo>
                <a:cubicBezTo>
                  <a:pt x="0" y="77835"/>
                  <a:pt x="904" y="75574"/>
                  <a:pt x="2713" y="73865"/>
                </a:cubicBezTo>
                <a:cubicBezTo>
                  <a:pt x="4522" y="72157"/>
                  <a:pt x="6784" y="71252"/>
                  <a:pt x="9497" y="71152"/>
                </a:cubicBezTo>
                <a:cubicBezTo>
                  <a:pt x="12311" y="71152"/>
                  <a:pt x="14622" y="72056"/>
                  <a:pt x="16431" y="73865"/>
                </a:cubicBezTo>
                <a:cubicBezTo>
                  <a:pt x="18240" y="75674"/>
                  <a:pt x="19145" y="77936"/>
                  <a:pt x="19145" y="80649"/>
                </a:cubicBezTo>
                <a:cubicBezTo>
                  <a:pt x="19145" y="81754"/>
                  <a:pt x="18994" y="82759"/>
                  <a:pt x="18692" y="83664"/>
                </a:cubicBezTo>
                <a:cubicBezTo>
                  <a:pt x="18391" y="84568"/>
                  <a:pt x="18039" y="85372"/>
                  <a:pt x="17637" y="86076"/>
                </a:cubicBezTo>
                <a:cubicBezTo>
                  <a:pt x="17235" y="86779"/>
                  <a:pt x="16683" y="87382"/>
                  <a:pt x="15979" y="87885"/>
                </a:cubicBezTo>
                <a:cubicBezTo>
                  <a:pt x="15276" y="88387"/>
                  <a:pt x="14673" y="88789"/>
                  <a:pt x="14170" y="89091"/>
                </a:cubicBezTo>
                <a:cubicBezTo>
                  <a:pt x="13668" y="89392"/>
                  <a:pt x="13165" y="89593"/>
                  <a:pt x="12663" y="89694"/>
                </a:cubicBezTo>
                <a:cubicBezTo>
                  <a:pt x="12160" y="89794"/>
                  <a:pt x="11758" y="89945"/>
                  <a:pt x="11457" y="90146"/>
                </a:cubicBezTo>
                <a:lnTo>
                  <a:pt x="10854" y="90297"/>
                </a:lnTo>
                <a:cubicBezTo>
                  <a:pt x="15979" y="94819"/>
                  <a:pt x="22210" y="97080"/>
                  <a:pt x="29546" y="97080"/>
                </a:cubicBezTo>
                <a:cubicBezTo>
                  <a:pt x="35073" y="97080"/>
                  <a:pt x="39244" y="94417"/>
                  <a:pt x="42058" y="89091"/>
                </a:cubicBezTo>
                <a:cubicBezTo>
                  <a:pt x="43766" y="85774"/>
                  <a:pt x="44621" y="80699"/>
                  <a:pt x="44621" y="73865"/>
                </a:cubicBezTo>
                <a:lnTo>
                  <a:pt x="44621" y="70850"/>
                </a:lnTo>
                <a:cubicBezTo>
                  <a:pt x="44621" y="61303"/>
                  <a:pt x="41405" y="54922"/>
                  <a:pt x="34973" y="51706"/>
                </a:cubicBezTo>
                <a:cubicBezTo>
                  <a:pt x="33466" y="51103"/>
                  <a:pt x="30400" y="50751"/>
                  <a:pt x="25778" y="50651"/>
                </a:cubicBezTo>
                <a:lnTo>
                  <a:pt x="19446" y="50500"/>
                </a:lnTo>
                <a:lnTo>
                  <a:pt x="18994" y="50198"/>
                </a:lnTo>
                <a:cubicBezTo>
                  <a:pt x="18793" y="49897"/>
                  <a:pt x="18692" y="49093"/>
                  <a:pt x="18692" y="47786"/>
                </a:cubicBezTo>
                <a:cubicBezTo>
                  <a:pt x="18692" y="45977"/>
                  <a:pt x="19094" y="45073"/>
                  <a:pt x="19898" y="45073"/>
                </a:cubicBezTo>
                <a:cubicBezTo>
                  <a:pt x="22712" y="45073"/>
                  <a:pt x="25627" y="44822"/>
                  <a:pt x="28642" y="44319"/>
                </a:cubicBezTo>
                <a:cubicBezTo>
                  <a:pt x="32059" y="43817"/>
                  <a:pt x="35174" y="41706"/>
                  <a:pt x="37988" y="37988"/>
                </a:cubicBezTo>
                <a:cubicBezTo>
                  <a:pt x="40802" y="34270"/>
                  <a:pt x="42209" y="28642"/>
                  <a:pt x="42209" y="21104"/>
                </a:cubicBezTo>
                <a:lnTo>
                  <a:pt x="42209" y="19898"/>
                </a:lnTo>
                <a:cubicBezTo>
                  <a:pt x="42209" y="14170"/>
                  <a:pt x="40450" y="10200"/>
                  <a:pt x="36933" y="7990"/>
                </a:cubicBezTo>
                <a:cubicBezTo>
                  <a:pt x="34722" y="6583"/>
                  <a:pt x="32360" y="5879"/>
                  <a:pt x="29848" y="5879"/>
                </a:cubicBezTo>
                <a:cubicBezTo>
                  <a:pt x="26632" y="5879"/>
                  <a:pt x="23667" y="6432"/>
                  <a:pt x="20954" y="7537"/>
                </a:cubicBezTo>
                <a:cubicBezTo>
                  <a:pt x="18240" y="8643"/>
                  <a:pt x="16331" y="9798"/>
                  <a:pt x="15225" y="11004"/>
                </a:cubicBezTo>
                <a:cubicBezTo>
                  <a:pt x="14120" y="12210"/>
                  <a:pt x="13567" y="12813"/>
                  <a:pt x="13567" y="12813"/>
                </a:cubicBezTo>
                <a:lnTo>
                  <a:pt x="14019" y="12813"/>
                </a:lnTo>
                <a:cubicBezTo>
                  <a:pt x="14321" y="12914"/>
                  <a:pt x="14723" y="13014"/>
                  <a:pt x="15225" y="13115"/>
                </a:cubicBezTo>
                <a:cubicBezTo>
                  <a:pt x="15728" y="13215"/>
                  <a:pt x="16230" y="13467"/>
                  <a:pt x="16733" y="13869"/>
                </a:cubicBezTo>
                <a:cubicBezTo>
                  <a:pt x="17235" y="14271"/>
                  <a:pt x="17838" y="14622"/>
                  <a:pt x="18542" y="14924"/>
                </a:cubicBezTo>
                <a:cubicBezTo>
                  <a:pt x="19245" y="15225"/>
                  <a:pt x="19748" y="15778"/>
                  <a:pt x="20049" y="16582"/>
                </a:cubicBezTo>
                <a:cubicBezTo>
                  <a:pt x="20351" y="17386"/>
                  <a:pt x="20753" y="18140"/>
                  <a:pt x="21255" y="18843"/>
                </a:cubicBezTo>
                <a:cubicBezTo>
                  <a:pt x="21758" y="19547"/>
                  <a:pt x="21908" y="20552"/>
                  <a:pt x="21707" y="21858"/>
                </a:cubicBezTo>
                <a:cubicBezTo>
                  <a:pt x="21707" y="24069"/>
                  <a:pt x="21004" y="26029"/>
                  <a:pt x="19597" y="27737"/>
                </a:cubicBezTo>
                <a:cubicBezTo>
                  <a:pt x="18190" y="29446"/>
                  <a:pt x="15929" y="30350"/>
                  <a:pt x="12813" y="304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A05557-EB76-41DB-9A4A-A2D43C4D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698" y="2286508"/>
            <a:ext cx="62559" cy="103562"/>
          </a:xfrm>
          <a:custGeom xmlns:a="http://schemas.openxmlformats.org/drawingml/2006/main">
            <a:pathLst>
              <a:path w="62559" h="103562" fill="none">
                <a:moveTo>
                  <a:pt x="12813" y="30451"/>
                </a:moveTo>
                <a:cubicBezTo>
                  <a:pt x="10100" y="30451"/>
                  <a:pt x="7990" y="29596"/>
                  <a:pt x="6482" y="27888"/>
                </a:cubicBezTo>
                <a:cubicBezTo>
                  <a:pt x="4975" y="26179"/>
                  <a:pt x="4171" y="23969"/>
                  <a:pt x="4070" y="21255"/>
                </a:cubicBezTo>
                <a:cubicBezTo>
                  <a:pt x="4070" y="15728"/>
                  <a:pt x="6482" y="10803"/>
                  <a:pt x="11306" y="6482"/>
                </a:cubicBezTo>
                <a:cubicBezTo>
                  <a:pt x="16130" y="2161"/>
                  <a:pt x="21959" y="0"/>
                  <a:pt x="28792" y="0"/>
                </a:cubicBezTo>
                <a:cubicBezTo>
                  <a:pt x="32310" y="0"/>
                  <a:pt x="34521" y="50"/>
                  <a:pt x="35425" y="151"/>
                </a:cubicBezTo>
                <a:cubicBezTo>
                  <a:pt x="42862" y="1357"/>
                  <a:pt x="48540" y="4020"/>
                  <a:pt x="52459" y="8140"/>
                </a:cubicBezTo>
                <a:cubicBezTo>
                  <a:pt x="56379" y="12261"/>
                  <a:pt x="58389" y="16733"/>
                  <a:pt x="58489" y="21557"/>
                </a:cubicBezTo>
                <a:cubicBezTo>
                  <a:pt x="58489" y="26782"/>
                  <a:pt x="56781" y="31858"/>
                  <a:pt x="53364" y="36782"/>
                </a:cubicBezTo>
                <a:cubicBezTo>
                  <a:pt x="49947" y="41706"/>
                  <a:pt x="45224" y="45274"/>
                  <a:pt x="39194" y="47485"/>
                </a:cubicBezTo>
                <a:lnTo>
                  <a:pt x="38742" y="47786"/>
                </a:lnTo>
                <a:cubicBezTo>
                  <a:pt x="38742" y="47887"/>
                  <a:pt x="39194" y="48038"/>
                  <a:pt x="40098" y="48239"/>
                </a:cubicBezTo>
                <a:cubicBezTo>
                  <a:pt x="41003" y="48440"/>
                  <a:pt x="42460" y="48892"/>
                  <a:pt x="44470" y="49595"/>
                </a:cubicBezTo>
                <a:cubicBezTo>
                  <a:pt x="46480" y="50299"/>
                  <a:pt x="48389" y="51354"/>
                  <a:pt x="50198" y="52761"/>
                </a:cubicBezTo>
                <a:cubicBezTo>
                  <a:pt x="58439" y="58087"/>
                  <a:pt x="62559" y="65122"/>
                  <a:pt x="62559" y="73865"/>
                </a:cubicBezTo>
                <a:cubicBezTo>
                  <a:pt x="62559" y="81805"/>
                  <a:pt x="59444" y="88739"/>
                  <a:pt x="53213" y="94668"/>
                </a:cubicBezTo>
                <a:cubicBezTo>
                  <a:pt x="46982" y="100598"/>
                  <a:pt x="39093" y="103562"/>
                  <a:pt x="29546" y="103562"/>
                </a:cubicBezTo>
                <a:cubicBezTo>
                  <a:pt x="21506" y="103562"/>
                  <a:pt x="14572" y="101402"/>
                  <a:pt x="8743" y="97080"/>
                </a:cubicBezTo>
                <a:cubicBezTo>
                  <a:pt x="2914" y="92759"/>
                  <a:pt x="0" y="87282"/>
                  <a:pt x="0" y="80649"/>
                </a:cubicBezTo>
                <a:cubicBezTo>
                  <a:pt x="0" y="77835"/>
                  <a:pt x="904" y="75574"/>
                  <a:pt x="2713" y="73865"/>
                </a:cubicBezTo>
                <a:cubicBezTo>
                  <a:pt x="4522" y="72157"/>
                  <a:pt x="6784" y="71252"/>
                  <a:pt x="9497" y="71152"/>
                </a:cubicBezTo>
                <a:cubicBezTo>
                  <a:pt x="12311" y="71152"/>
                  <a:pt x="14622" y="72056"/>
                  <a:pt x="16431" y="73865"/>
                </a:cubicBezTo>
                <a:cubicBezTo>
                  <a:pt x="18240" y="75674"/>
                  <a:pt x="19145" y="77936"/>
                  <a:pt x="19145" y="80649"/>
                </a:cubicBezTo>
                <a:cubicBezTo>
                  <a:pt x="19145" y="81754"/>
                  <a:pt x="18994" y="82759"/>
                  <a:pt x="18692" y="83664"/>
                </a:cubicBezTo>
                <a:cubicBezTo>
                  <a:pt x="18391" y="84568"/>
                  <a:pt x="18039" y="85372"/>
                  <a:pt x="17637" y="86076"/>
                </a:cubicBezTo>
                <a:cubicBezTo>
                  <a:pt x="17235" y="86779"/>
                  <a:pt x="16683" y="87382"/>
                  <a:pt x="15979" y="87885"/>
                </a:cubicBezTo>
                <a:cubicBezTo>
                  <a:pt x="15276" y="88387"/>
                  <a:pt x="14673" y="88789"/>
                  <a:pt x="14170" y="89091"/>
                </a:cubicBezTo>
                <a:cubicBezTo>
                  <a:pt x="13668" y="89392"/>
                  <a:pt x="13165" y="89593"/>
                  <a:pt x="12663" y="89694"/>
                </a:cubicBezTo>
                <a:cubicBezTo>
                  <a:pt x="12160" y="89794"/>
                  <a:pt x="11758" y="89945"/>
                  <a:pt x="11457" y="90146"/>
                </a:cubicBezTo>
                <a:lnTo>
                  <a:pt x="10854" y="90297"/>
                </a:lnTo>
                <a:cubicBezTo>
                  <a:pt x="15979" y="94819"/>
                  <a:pt x="22210" y="97080"/>
                  <a:pt x="29546" y="97080"/>
                </a:cubicBezTo>
                <a:cubicBezTo>
                  <a:pt x="35073" y="97080"/>
                  <a:pt x="39244" y="94417"/>
                  <a:pt x="42058" y="89091"/>
                </a:cubicBezTo>
                <a:cubicBezTo>
                  <a:pt x="43766" y="85774"/>
                  <a:pt x="44621" y="80699"/>
                  <a:pt x="44621" y="73865"/>
                </a:cubicBezTo>
                <a:lnTo>
                  <a:pt x="44621" y="70850"/>
                </a:lnTo>
                <a:cubicBezTo>
                  <a:pt x="44621" y="61303"/>
                  <a:pt x="41405" y="54922"/>
                  <a:pt x="34973" y="51706"/>
                </a:cubicBezTo>
                <a:cubicBezTo>
                  <a:pt x="33466" y="51103"/>
                  <a:pt x="30400" y="50751"/>
                  <a:pt x="25778" y="50651"/>
                </a:cubicBezTo>
                <a:lnTo>
                  <a:pt x="19446" y="50500"/>
                </a:lnTo>
                <a:lnTo>
                  <a:pt x="18994" y="50198"/>
                </a:lnTo>
                <a:cubicBezTo>
                  <a:pt x="18793" y="49897"/>
                  <a:pt x="18692" y="49093"/>
                  <a:pt x="18692" y="47786"/>
                </a:cubicBezTo>
                <a:cubicBezTo>
                  <a:pt x="18692" y="45977"/>
                  <a:pt x="19094" y="45073"/>
                  <a:pt x="19898" y="45073"/>
                </a:cubicBezTo>
                <a:cubicBezTo>
                  <a:pt x="22712" y="45073"/>
                  <a:pt x="25627" y="44822"/>
                  <a:pt x="28642" y="44319"/>
                </a:cubicBezTo>
                <a:cubicBezTo>
                  <a:pt x="32059" y="43817"/>
                  <a:pt x="35174" y="41706"/>
                  <a:pt x="37988" y="37988"/>
                </a:cubicBezTo>
                <a:cubicBezTo>
                  <a:pt x="40802" y="34270"/>
                  <a:pt x="42209" y="28642"/>
                  <a:pt x="42209" y="21104"/>
                </a:cubicBezTo>
                <a:lnTo>
                  <a:pt x="42209" y="19898"/>
                </a:lnTo>
                <a:cubicBezTo>
                  <a:pt x="42209" y="14170"/>
                  <a:pt x="40450" y="10200"/>
                  <a:pt x="36933" y="7990"/>
                </a:cubicBezTo>
                <a:cubicBezTo>
                  <a:pt x="34722" y="6583"/>
                  <a:pt x="32360" y="5879"/>
                  <a:pt x="29848" y="5879"/>
                </a:cubicBezTo>
                <a:cubicBezTo>
                  <a:pt x="26632" y="5879"/>
                  <a:pt x="23667" y="6432"/>
                  <a:pt x="20954" y="7537"/>
                </a:cubicBezTo>
                <a:cubicBezTo>
                  <a:pt x="18240" y="8643"/>
                  <a:pt x="16331" y="9798"/>
                  <a:pt x="15225" y="11004"/>
                </a:cubicBezTo>
                <a:cubicBezTo>
                  <a:pt x="14120" y="12210"/>
                  <a:pt x="13567" y="12813"/>
                  <a:pt x="13567" y="12813"/>
                </a:cubicBezTo>
                <a:lnTo>
                  <a:pt x="14019" y="12813"/>
                </a:lnTo>
                <a:cubicBezTo>
                  <a:pt x="14321" y="12914"/>
                  <a:pt x="14723" y="13014"/>
                  <a:pt x="15225" y="13115"/>
                </a:cubicBezTo>
                <a:cubicBezTo>
                  <a:pt x="15728" y="13215"/>
                  <a:pt x="16230" y="13467"/>
                  <a:pt x="16733" y="13869"/>
                </a:cubicBezTo>
                <a:cubicBezTo>
                  <a:pt x="17235" y="14271"/>
                  <a:pt x="17838" y="14622"/>
                  <a:pt x="18542" y="14924"/>
                </a:cubicBezTo>
                <a:cubicBezTo>
                  <a:pt x="19245" y="15225"/>
                  <a:pt x="19748" y="15778"/>
                  <a:pt x="20049" y="16582"/>
                </a:cubicBezTo>
                <a:cubicBezTo>
                  <a:pt x="20351" y="17386"/>
                  <a:pt x="20753" y="18140"/>
                  <a:pt x="21255" y="18843"/>
                </a:cubicBezTo>
                <a:cubicBezTo>
                  <a:pt x="21758" y="19547"/>
                  <a:pt x="21908" y="20552"/>
                  <a:pt x="21707" y="21858"/>
                </a:cubicBezTo>
                <a:cubicBezTo>
                  <a:pt x="21707" y="24069"/>
                  <a:pt x="21004" y="26029"/>
                  <a:pt x="19597" y="27737"/>
                </a:cubicBezTo>
                <a:cubicBezTo>
                  <a:pt x="18190" y="29446"/>
                  <a:pt x="15929" y="30350"/>
                  <a:pt x="12813" y="3045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1" cap="flat">
            <a:solidFill>
              <a:srgbClr val="000000">
                <a:alpha val="23160"/>
              </a:srgbClr>
            </a:solidFill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CC4A44-AAA9-4457-990D-C9228AE8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878" y="2260387"/>
            <a:ext cx="101421" cy="138095"/>
          </a:xfrm>
          <a:custGeom xmlns:a="http://schemas.openxmlformats.org/drawingml/2006/main">
            <a:pathLst>
              <a:path w="101421" h="138095">
                <a:moveTo>
                  <a:pt x="0" y="33191"/>
                </a:moveTo>
                <a:cubicBezTo>
                  <a:pt x="0" y="31201"/>
                  <a:pt x="1066" y="27790"/>
                  <a:pt x="3198" y="22957"/>
                </a:cubicBezTo>
                <a:cubicBezTo>
                  <a:pt x="5330" y="18124"/>
                  <a:pt x="8742" y="13077"/>
                  <a:pt x="13433" y="7818"/>
                </a:cubicBezTo>
                <a:cubicBezTo>
                  <a:pt x="18124" y="2559"/>
                  <a:pt x="23383" y="0"/>
                  <a:pt x="29211" y="142"/>
                </a:cubicBezTo>
                <a:cubicBezTo>
                  <a:pt x="35039" y="142"/>
                  <a:pt x="39730" y="1777"/>
                  <a:pt x="43283" y="5046"/>
                </a:cubicBezTo>
                <a:cubicBezTo>
                  <a:pt x="46837" y="8316"/>
                  <a:pt x="48685" y="12864"/>
                  <a:pt x="48827" y="18692"/>
                </a:cubicBezTo>
                <a:cubicBezTo>
                  <a:pt x="48543" y="21393"/>
                  <a:pt x="48330" y="22885"/>
                  <a:pt x="48187" y="23170"/>
                </a:cubicBezTo>
                <a:cubicBezTo>
                  <a:pt x="48187" y="23596"/>
                  <a:pt x="47050" y="26866"/>
                  <a:pt x="44776" y="32978"/>
                </a:cubicBezTo>
                <a:cubicBezTo>
                  <a:pt x="42502" y="39090"/>
                  <a:pt x="40156" y="45984"/>
                  <a:pt x="37740" y="53660"/>
                </a:cubicBezTo>
                <a:cubicBezTo>
                  <a:pt x="35323" y="61336"/>
                  <a:pt x="34186" y="67448"/>
                  <a:pt x="34328" y="71997"/>
                </a:cubicBezTo>
                <a:cubicBezTo>
                  <a:pt x="34328" y="78109"/>
                  <a:pt x="35323" y="82374"/>
                  <a:pt x="37313" y="84790"/>
                </a:cubicBezTo>
                <a:cubicBezTo>
                  <a:pt x="39303" y="87206"/>
                  <a:pt x="42288" y="88486"/>
                  <a:pt x="46268" y="88628"/>
                </a:cubicBezTo>
                <a:cubicBezTo>
                  <a:pt x="49538" y="88628"/>
                  <a:pt x="52594" y="87846"/>
                  <a:pt x="55437" y="86283"/>
                </a:cubicBezTo>
                <a:cubicBezTo>
                  <a:pt x="58280" y="84719"/>
                  <a:pt x="60483" y="83084"/>
                  <a:pt x="62047" y="81378"/>
                </a:cubicBezTo>
                <a:cubicBezTo>
                  <a:pt x="63610" y="79673"/>
                  <a:pt x="65529" y="77327"/>
                  <a:pt x="67804" y="74342"/>
                </a:cubicBezTo>
                <a:cubicBezTo>
                  <a:pt x="67804" y="74200"/>
                  <a:pt x="68159" y="72779"/>
                  <a:pt x="68870" y="70078"/>
                </a:cubicBezTo>
                <a:cubicBezTo>
                  <a:pt x="69580" y="67377"/>
                  <a:pt x="70575" y="63184"/>
                  <a:pt x="71855" y="57498"/>
                </a:cubicBezTo>
                <a:cubicBezTo>
                  <a:pt x="73134" y="51812"/>
                  <a:pt x="74484" y="46553"/>
                  <a:pt x="75906" y="41720"/>
                </a:cubicBezTo>
                <a:cubicBezTo>
                  <a:pt x="81307" y="20398"/>
                  <a:pt x="84292" y="9239"/>
                  <a:pt x="84861" y="8244"/>
                </a:cubicBezTo>
                <a:cubicBezTo>
                  <a:pt x="86709" y="4407"/>
                  <a:pt x="89765" y="2488"/>
                  <a:pt x="94029" y="2488"/>
                </a:cubicBezTo>
                <a:cubicBezTo>
                  <a:pt x="95877" y="2488"/>
                  <a:pt x="97370" y="2985"/>
                  <a:pt x="98507" y="3980"/>
                </a:cubicBezTo>
                <a:cubicBezTo>
                  <a:pt x="99644" y="4975"/>
                  <a:pt x="100426" y="5828"/>
                  <a:pt x="100852" y="6539"/>
                </a:cubicBezTo>
                <a:cubicBezTo>
                  <a:pt x="101279" y="7249"/>
                  <a:pt x="101421" y="7889"/>
                  <a:pt x="101279" y="8458"/>
                </a:cubicBezTo>
                <a:cubicBezTo>
                  <a:pt x="101279" y="10306"/>
                  <a:pt x="97796" y="25231"/>
                  <a:pt x="90831" y="53234"/>
                </a:cubicBezTo>
                <a:cubicBezTo>
                  <a:pt x="83866" y="81236"/>
                  <a:pt x="79886" y="96588"/>
                  <a:pt x="78891" y="99289"/>
                </a:cubicBezTo>
                <a:cubicBezTo>
                  <a:pt x="74911" y="111087"/>
                  <a:pt x="68017" y="120469"/>
                  <a:pt x="58209" y="127434"/>
                </a:cubicBezTo>
                <a:cubicBezTo>
                  <a:pt x="48401" y="134399"/>
                  <a:pt x="38593" y="137953"/>
                  <a:pt x="28785" y="138095"/>
                </a:cubicBezTo>
                <a:cubicBezTo>
                  <a:pt x="22388" y="138095"/>
                  <a:pt x="16773" y="136531"/>
                  <a:pt x="11940" y="133404"/>
                </a:cubicBezTo>
                <a:cubicBezTo>
                  <a:pt x="7107" y="130277"/>
                  <a:pt x="4691" y="125586"/>
                  <a:pt x="4691" y="119331"/>
                </a:cubicBezTo>
                <a:cubicBezTo>
                  <a:pt x="4691" y="116204"/>
                  <a:pt x="5188" y="113575"/>
                  <a:pt x="6183" y="111442"/>
                </a:cubicBezTo>
                <a:cubicBezTo>
                  <a:pt x="7178" y="109310"/>
                  <a:pt x="8529" y="107747"/>
                  <a:pt x="10235" y="106752"/>
                </a:cubicBezTo>
                <a:cubicBezTo>
                  <a:pt x="11940" y="105757"/>
                  <a:pt x="13362" y="105046"/>
                  <a:pt x="14499" y="104619"/>
                </a:cubicBezTo>
                <a:cubicBezTo>
                  <a:pt x="15636" y="104193"/>
                  <a:pt x="16844" y="103980"/>
                  <a:pt x="18124" y="103980"/>
                </a:cubicBezTo>
                <a:cubicBezTo>
                  <a:pt x="24378" y="103980"/>
                  <a:pt x="27505" y="106965"/>
                  <a:pt x="27505" y="112935"/>
                </a:cubicBezTo>
                <a:cubicBezTo>
                  <a:pt x="27505" y="115778"/>
                  <a:pt x="26652" y="118265"/>
                  <a:pt x="24947" y="120398"/>
                </a:cubicBezTo>
                <a:cubicBezTo>
                  <a:pt x="23241" y="122530"/>
                  <a:pt x="21606" y="123951"/>
                  <a:pt x="20043" y="124662"/>
                </a:cubicBezTo>
                <a:cubicBezTo>
                  <a:pt x="18479" y="125373"/>
                  <a:pt x="17555" y="125728"/>
                  <a:pt x="17271" y="125728"/>
                </a:cubicBezTo>
                <a:lnTo>
                  <a:pt x="16631" y="125941"/>
                </a:lnTo>
                <a:cubicBezTo>
                  <a:pt x="16915" y="126652"/>
                  <a:pt x="18266" y="127505"/>
                  <a:pt x="20682" y="128500"/>
                </a:cubicBezTo>
                <a:cubicBezTo>
                  <a:pt x="23099" y="129495"/>
                  <a:pt x="25515" y="129992"/>
                  <a:pt x="27932" y="129992"/>
                </a:cubicBezTo>
                <a:lnTo>
                  <a:pt x="29637" y="129992"/>
                </a:lnTo>
                <a:cubicBezTo>
                  <a:pt x="32054" y="129992"/>
                  <a:pt x="33902" y="129850"/>
                  <a:pt x="35181" y="129566"/>
                </a:cubicBezTo>
                <a:cubicBezTo>
                  <a:pt x="39872" y="128287"/>
                  <a:pt x="44207" y="125586"/>
                  <a:pt x="48187" y="121464"/>
                </a:cubicBezTo>
                <a:cubicBezTo>
                  <a:pt x="52168" y="117341"/>
                  <a:pt x="55224" y="112935"/>
                  <a:pt x="57356" y="108244"/>
                </a:cubicBezTo>
                <a:cubicBezTo>
                  <a:pt x="59488" y="103553"/>
                  <a:pt x="61123" y="99573"/>
                  <a:pt x="62260" y="96304"/>
                </a:cubicBezTo>
                <a:cubicBezTo>
                  <a:pt x="63397" y="93034"/>
                  <a:pt x="63966" y="90902"/>
                  <a:pt x="63966" y="89907"/>
                </a:cubicBezTo>
                <a:lnTo>
                  <a:pt x="62686" y="90760"/>
                </a:lnTo>
                <a:cubicBezTo>
                  <a:pt x="61833" y="91329"/>
                  <a:pt x="60483" y="92111"/>
                  <a:pt x="58635" y="93106"/>
                </a:cubicBezTo>
                <a:cubicBezTo>
                  <a:pt x="56787" y="94101"/>
                  <a:pt x="54939" y="94953"/>
                  <a:pt x="53091" y="95664"/>
                </a:cubicBezTo>
                <a:cubicBezTo>
                  <a:pt x="50249" y="96375"/>
                  <a:pt x="47477" y="96730"/>
                  <a:pt x="44776" y="96730"/>
                </a:cubicBezTo>
                <a:cubicBezTo>
                  <a:pt x="38237" y="96730"/>
                  <a:pt x="32480" y="95167"/>
                  <a:pt x="27505" y="92039"/>
                </a:cubicBezTo>
                <a:cubicBezTo>
                  <a:pt x="22530" y="88912"/>
                  <a:pt x="19261" y="83866"/>
                  <a:pt x="17697" y="76901"/>
                </a:cubicBezTo>
                <a:cubicBezTo>
                  <a:pt x="17555" y="75906"/>
                  <a:pt x="17484" y="73703"/>
                  <a:pt x="17484" y="70291"/>
                </a:cubicBezTo>
                <a:cubicBezTo>
                  <a:pt x="17484" y="62189"/>
                  <a:pt x="19971" y="51599"/>
                  <a:pt x="24947" y="38522"/>
                </a:cubicBezTo>
                <a:cubicBezTo>
                  <a:pt x="29922" y="25444"/>
                  <a:pt x="32409" y="17129"/>
                  <a:pt x="32409" y="13575"/>
                </a:cubicBezTo>
                <a:cubicBezTo>
                  <a:pt x="32409" y="13433"/>
                  <a:pt x="32409" y="13291"/>
                  <a:pt x="32409" y="13148"/>
                </a:cubicBezTo>
                <a:cubicBezTo>
                  <a:pt x="32409" y="11869"/>
                  <a:pt x="32409" y="11016"/>
                  <a:pt x="32409" y="10590"/>
                </a:cubicBezTo>
                <a:cubicBezTo>
                  <a:pt x="32409" y="10163"/>
                  <a:pt x="32125" y="9666"/>
                  <a:pt x="31556" y="9097"/>
                </a:cubicBezTo>
                <a:cubicBezTo>
                  <a:pt x="30988" y="8529"/>
                  <a:pt x="30206" y="8244"/>
                  <a:pt x="29211" y="8244"/>
                </a:cubicBezTo>
                <a:lnTo>
                  <a:pt x="28358" y="8244"/>
                </a:lnTo>
                <a:cubicBezTo>
                  <a:pt x="25089" y="8244"/>
                  <a:pt x="22104" y="9595"/>
                  <a:pt x="19403" y="12296"/>
                </a:cubicBezTo>
                <a:cubicBezTo>
                  <a:pt x="16702" y="14996"/>
                  <a:pt x="14570" y="17910"/>
                  <a:pt x="13006" y="21038"/>
                </a:cubicBezTo>
                <a:cubicBezTo>
                  <a:pt x="11443" y="24165"/>
                  <a:pt x="10235" y="27150"/>
                  <a:pt x="9382" y="29993"/>
                </a:cubicBezTo>
                <a:cubicBezTo>
                  <a:pt x="8529" y="32836"/>
                  <a:pt x="7960" y="34399"/>
                  <a:pt x="7676" y="34684"/>
                </a:cubicBezTo>
                <a:cubicBezTo>
                  <a:pt x="7392" y="34968"/>
                  <a:pt x="6254" y="35110"/>
                  <a:pt x="4264" y="35110"/>
                </a:cubicBezTo>
                <a:lnTo>
                  <a:pt x="1279" y="35110"/>
                </a:lnTo>
                <a:cubicBezTo>
                  <a:pt x="426" y="34257"/>
                  <a:pt x="0" y="33617"/>
                  <a:pt x="0" y="331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74553A-AD3B-41B3-BCE5-07174C78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878" y="2260387"/>
            <a:ext cx="101421" cy="138095"/>
          </a:xfrm>
          <a:custGeom xmlns:a="http://schemas.openxmlformats.org/drawingml/2006/main">
            <a:pathLst>
              <a:path w="101421" h="138095" fill="none">
                <a:moveTo>
                  <a:pt x="0" y="33191"/>
                </a:moveTo>
                <a:cubicBezTo>
                  <a:pt x="0" y="31201"/>
                  <a:pt x="1066" y="27790"/>
                  <a:pt x="3198" y="22957"/>
                </a:cubicBezTo>
                <a:cubicBezTo>
                  <a:pt x="5330" y="18124"/>
                  <a:pt x="8742" y="13077"/>
                  <a:pt x="13433" y="7818"/>
                </a:cubicBezTo>
                <a:cubicBezTo>
                  <a:pt x="18124" y="2559"/>
                  <a:pt x="23383" y="0"/>
                  <a:pt x="29211" y="142"/>
                </a:cubicBezTo>
                <a:cubicBezTo>
                  <a:pt x="35039" y="142"/>
                  <a:pt x="39730" y="1777"/>
                  <a:pt x="43283" y="5046"/>
                </a:cubicBezTo>
                <a:cubicBezTo>
                  <a:pt x="46837" y="8316"/>
                  <a:pt x="48685" y="12864"/>
                  <a:pt x="48827" y="18692"/>
                </a:cubicBezTo>
                <a:cubicBezTo>
                  <a:pt x="48543" y="21393"/>
                  <a:pt x="48330" y="22885"/>
                  <a:pt x="48187" y="23170"/>
                </a:cubicBezTo>
                <a:cubicBezTo>
                  <a:pt x="48187" y="23596"/>
                  <a:pt x="47050" y="26866"/>
                  <a:pt x="44776" y="32978"/>
                </a:cubicBezTo>
                <a:cubicBezTo>
                  <a:pt x="42502" y="39090"/>
                  <a:pt x="40156" y="45984"/>
                  <a:pt x="37740" y="53660"/>
                </a:cubicBezTo>
                <a:cubicBezTo>
                  <a:pt x="35323" y="61336"/>
                  <a:pt x="34186" y="67448"/>
                  <a:pt x="34328" y="71997"/>
                </a:cubicBezTo>
                <a:cubicBezTo>
                  <a:pt x="34328" y="78109"/>
                  <a:pt x="35323" y="82374"/>
                  <a:pt x="37313" y="84790"/>
                </a:cubicBezTo>
                <a:cubicBezTo>
                  <a:pt x="39303" y="87206"/>
                  <a:pt x="42288" y="88486"/>
                  <a:pt x="46268" y="88628"/>
                </a:cubicBezTo>
                <a:cubicBezTo>
                  <a:pt x="49538" y="88628"/>
                  <a:pt x="52594" y="87846"/>
                  <a:pt x="55437" y="86283"/>
                </a:cubicBezTo>
                <a:cubicBezTo>
                  <a:pt x="58280" y="84719"/>
                  <a:pt x="60483" y="83084"/>
                  <a:pt x="62047" y="81378"/>
                </a:cubicBezTo>
                <a:cubicBezTo>
                  <a:pt x="63610" y="79673"/>
                  <a:pt x="65529" y="77327"/>
                  <a:pt x="67804" y="74342"/>
                </a:cubicBezTo>
                <a:cubicBezTo>
                  <a:pt x="67804" y="74200"/>
                  <a:pt x="68159" y="72779"/>
                  <a:pt x="68870" y="70078"/>
                </a:cubicBezTo>
                <a:cubicBezTo>
                  <a:pt x="69580" y="67377"/>
                  <a:pt x="70575" y="63184"/>
                  <a:pt x="71855" y="57498"/>
                </a:cubicBezTo>
                <a:cubicBezTo>
                  <a:pt x="73134" y="51812"/>
                  <a:pt x="74484" y="46553"/>
                  <a:pt x="75906" y="41720"/>
                </a:cubicBezTo>
                <a:cubicBezTo>
                  <a:pt x="81307" y="20398"/>
                  <a:pt x="84292" y="9239"/>
                  <a:pt x="84861" y="8244"/>
                </a:cubicBezTo>
                <a:cubicBezTo>
                  <a:pt x="86709" y="4407"/>
                  <a:pt x="89765" y="2488"/>
                  <a:pt x="94029" y="2488"/>
                </a:cubicBezTo>
                <a:cubicBezTo>
                  <a:pt x="95877" y="2488"/>
                  <a:pt x="97370" y="2985"/>
                  <a:pt x="98507" y="3980"/>
                </a:cubicBezTo>
                <a:cubicBezTo>
                  <a:pt x="99644" y="4975"/>
                  <a:pt x="100426" y="5828"/>
                  <a:pt x="100852" y="6539"/>
                </a:cubicBezTo>
                <a:cubicBezTo>
                  <a:pt x="101279" y="7249"/>
                  <a:pt x="101421" y="7889"/>
                  <a:pt x="101279" y="8458"/>
                </a:cubicBezTo>
                <a:cubicBezTo>
                  <a:pt x="101279" y="10306"/>
                  <a:pt x="97796" y="25231"/>
                  <a:pt x="90831" y="53234"/>
                </a:cubicBezTo>
                <a:cubicBezTo>
                  <a:pt x="83866" y="81236"/>
                  <a:pt x="79886" y="96588"/>
                  <a:pt x="78891" y="99289"/>
                </a:cubicBezTo>
                <a:cubicBezTo>
                  <a:pt x="74911" y="111087"/>
                  <a:pt x="68017" y="120469"/>
                  <a:pt x="58209" y="127434"/>
                </a:cubicBezTo>
                <a:cubicBezTo>
                  <a:pt x="48401" y="134399"/>
                  <a:pt x="38593" y="137953"/>
                  <a:pt x="28785" y="138095"/>
                </a:cubicBezTo>
                <a:cubicBezTo>
                  <a:pt x="22388" y="138095"/>
                  <a:pt x="16773" y="136531"/>
                  <a:pt x="11940" y="133404"/>
                </a:cubicBezTo>
                <a:cubicBezTo>
                  <a:pt x="7107" y="130277"/>
                  <a:pt x="4691" y="125586"/>
                  <a:pt x="4691" y="119331"/>
                </a:cubicBezTo>
                <a:cubicBezTo>
                  <a:pt x="4691" y="116204"/>
                  <a:pt x="5188" y="113575"/>
                  <a:pt x="6183" y="111442"/>
                </a:cubicBezTo>
                <a:cubicBezTo>
                  <a:pt x="7178" y="109310"/>
                  <a:pt x="8529" y="107747"/>
                  <a:pt x="10235" y="106752"/>
                </a:cubicBezTo>
                <a:cubicBezTo>
                  <a:pt x="11940" y="105757"/>
                  <a:pt x="13362" y="105046"/>
                  <a:pt x="14499" y="104619"/>
                </a:cubicBezTo>
                <a:cubicBezTo>
                  <a:pt x="15636" y="104193"/>
                  <a:pt x="16844" y="103980"/>
                  <a:pt x="18124" y="103980"/>
                </a:cubicBezTo>
                <a:cubicBezTo>
                  <a:pt x="24378" y="103980"/>
                  <a:pt x="27505" y="106965"/>
                  <a:pt x="27505" y="112935"/>
                </a:cubicBezTo>
                <a:cubicBezTo>
                  <a:pt x="27505" y="115778"/>
                  <a:pt x="26652" y="118265"/>
                  <a:pt x="24947" y="120398"/>
                </a:cubicBezTo>
                <a:cubicBezTo>
                  <a:pt x="23241" y="122530"/>
                  <a:pt x="21606" y="123951"/>
                  <a:pt x="20043" y="124662"/>
                </a:cubicBezTo>
                <a:cubicBezTo>
                  <a:pt x="18479" y="125373"/>
                  <a:pt x="17555" y="125728"/>
                  <a:pt x="17271" y="125728"/>
                </a:cubicBezTo>
                <a:lnTo>
                  <a:pt x="16631" y="125941"/>
                </a:lnTo>
                <a:cubicBezTo>
                  <a:pt x="16915" y="126652"/>
                  <a:pt x="18266" y="127505"/>
                  <a:pt x="20682" y="128500"/>
                </a:cubicBezTo>
                <a:cubicBezTo>
                  <a:pt x="23099" y="129495"/>
                  <a:pt x="25515" y="129992"/>
                  <a:pt x="27932" y="129992"/>
                </a:cubicBezTo>
                <a:lnTo>
                  <a:pt x="29637" y="129992"/>
                </a:lnTo>
                <a:cubicBezTo>
                  <a:pt x="32054" y="129992"/>
                  <a:pt x="33902" y="129850"/>
                  <a:pt x="35181" y="129566"/>
                </a:cubicBezTo>
                <a:cubicBezTo>
                  <a:pt x="39872" y="128287"/>
                  <a:pt x="44207" y="125586"/>
                  <a:pt x="48187" y="121464"/>
                </a:cubicBezTo>
                <a:cubicBezTo>
                  <a:pt x="52168" y="117341"/>
                  <a:pt x="55224" y="112935"/>
                  <a:pt x="57356" y="108244"/>
                </a:cubicBezTo>
                <a:cubicBezTo>
                  <a:pt x="59488" y="103553"/>
                  <a:pt x="61123" y="99573"/>
                  <a:pt x="62260" y="96304"/>
                </a:cubicBezTo>
                <a:cubicBezTo>
                  <a:pt x="63397" y="93034"/>
                  <a:pt x="63966" y="90902"/>
                  <a:pt x="63966" y="89907"/>
                </a:cubicBezTo>
                <a:lnTo>
                  <a:pt x="62686" y="90760"/>
                </a:lnTo>
                <a:cubicBezTo>
                  <a:pt x="61833" y="91329"/>
                  <a:pt x="60483" y="92111"/>
                  <a:pt x="58635" y="93106"/>
                </a:cubicBezTo>
                <a:cubicBezTo>
                  <a:pt x="56787" y="94101"/>
                  <a:pt x="54939" y="94953"/>
                  <a:pt x="53091" y="95664"/>
                </a:cubicBezTo>
                <a:cubicBezTo>
                  <a:pt x="50249" y="96375"/>
                  <a:pt x="47477" y="96730"/>
                  <a:pt x="44776" y="96730"/>
                </a:cubicBezTo>
                <a:cubicBezTo>
                  <a:pt x="38237" y="96730"/>
                  <a:pt x="32480" y="95167"/>
                  <a:pt x="27505" y="92039"/>
                </a:cubicBezTo>
                <a:cubicBezTo>
                  <a:pt x="22530" y="88912"/>
                  <a:pt x="19261" y="83866"/>
                  <a:pt x="17697" y="76901"/>
                </a:cubicBezTo>
                <a:cubicBezTo>
                  <a:pt x="17555" y="75906"/>
                  <a:pt x="17484" y="73703"/>
                  <a:pt x="17484" y="70291"/>
                </a:cubicBezTo>
                <a:cubicBezTo>
                  <a:pt x="17484" y="62189"/>
                  <a:pt x="19971" y="51599"/>
                  <a:pt x="24947" y="38522"/>
                </a:cubicBezTo>
                <a:cubicBezTo>
                  <a:pt x="29922" y="25444"/>
                  <a:pt x="32409" y="17129"/>
                  <a:pt x="32409" y="13575"/>
                </a:cubicBezTo>
                <a:cubicBezTo>
                  <a:pt x="32409" y="13433"/>
                  <a:pt x="32409" y="13291"/>
                  <a:pt x="32409" y="13148"/>
                </a:cubicBezTo>
                <a:cubicBezTo>
                  <a:pt x="32409" y="11869"/>
                  <a:pt x="32409" y="11016"/>
                  <a:pt x="32409" y="10590"/>
                </a:cubicBezTo>
                <a:cubicBezTo>
                  <a:pt x="32409" y="10163"/>
                  <a:pt x="32125" y="9666"/>
                  <a:pt x="31556" y="9097"/>
                </a:cubicBezTo>
                <a:cubicBezTo>
                  <a:pt x="30988" y="8529"/>
                  <a:pt x="30206" y="8244"/>
                  <a:pt x="29211" y="8244"/>
                </a:cubicBezTo>
                <a:lnTo>
                  <a:pt x="28358" y="8244"/>
                </a:lnTo>
                <a:cubicBezTo>
                  <a:pt x="25089" y="8244"/>
                  <a:pt x="22104" y="9595"/>
                  <a:pt x="19403" y="12296"/>
                </a:cubicBezTo>
                <a:cubicBezTo>
                  <a:pt x="16702" y="14996"/>
                  <a:pt x="14570" y="17910"/>
                  <a:pt x="13006" y="21038"/>
                </a:cubicBezTo>
                <a:cubicBezTo>
                  <a:pt x="11443" y="24165"/>
                  <a:pt x="10235" y="27150"/>
                  <a:pt x="9382" y="29993"/>
                </a:cubicBezTo>
                <a:cubicBezTo>
                  <a:pt x="8529" y="32836"/>
                  <a:pt x="7960" y="34399"/>
                  <a:pt x="7676" y="34684"/>
                </a:cubicBezTo>
                <a:cubicBezTo>
                  <a:pt x="7392" y="34968"/>
                  <a:pt x="6254" y="35110"/>
                  <a:pt x="4264" y="35110"/>
                </a:cubicBezTo>
                <a:lnTo>
                  <a:pt x="1279" y="35110"/>
                </a:lnTo>
                <a:cubicBezTo>
                  <a:pt x="426" y="34257"/>
                  <a:pt x="0" y="33617"/>
                  <a:pt x="0" y="3319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3" cap="flat">
            <a:solidFill>
              <a:srgbClr val="000000">
                <a:alpha val="32760"/>
              </a:srgbClr>
            </a:solidFill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531004-DA6E-455A-B6FF-E3B0B409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450" y="2286358"/>
            <a:ext cx="60148" cy="103713"/>
          </a:xfrm>
          <a:custGeom xmlns:a="http://schemas.openxmlformats.org/drawingml/2006/main">
            <a:pathLst>
              <a:path w="60148" h="103713">
                <a:moveTo>
                  <a:pt x="17185" y="76730"/>
                </a:moveTo>
                <a:cubicBezTo>
                  <a:pt x="17185" y="79141"/>
                  <a:pt x="16381" y="81151"/>
                  <a:pt x="14773" y="82759"/>
                </a:cubicBezTo>
                <a:cubicBezTo>
                  <a:pt x="13165" y="84367"/>
                  <a:pt x="11205" y="85171"/>
                  <a:pt x="8894" y="85171"/>
                </a:cubicBezTo>
                <a:lnTo>
                  <a:pt x="7839" y="85171"/>
                </a:lnTo>
                <a:cubicBezTo>
                  <a:pt x="12462" y="93111"/>
                  <a:pt x="18592" y="97080"/>
                  <a:pt x="26230" y="97080"/>
                </a:cubicBezTo>
                <a:cubicBezTo>
                  <a:pt x="33265" y="97080"/>
                  <a:pt x="38390" y="94065"/>
                  <a:pt x="41606" y="88035"/>
                </a:cubicBezTo>
                <a:cubicBezTo>
                  <a:pt x="43515" y="84719"/>
                  <a:pt x="44470" y="78287"/>
                  <a:pt x="44470" y="68740"/>
                </a:cubicBezTo>
                <a:cubicBezTo>
                  <a:pt x="44470" y="58389"/>
                  <a:pt x="43113" y="51404"/>
                  <a:pt x="40400" y="47786"/>
                </a:cubicBezTo>
                <a:cubicBezTo>
                  <a:pt x="37787" y="44470"/>
                  <a:pt x="34872" y="42812"/>
                  <a:pt x="31657" y="42812"/>
                </a:cubicBezTo>
                <a:lnTo>
                  <a:pt x="30752" y="42812"/>
                </a:lnTo>
                <a:cubicBezTo>
                  <a:pt x="22913" y="42812"/>
                  <a:pt x="16984" y="46229"/>
                  <a:pt x="12964" y="53062"/>
                </a:cubicBezTo>
                <a:cubicBezTo>
                  <a:pt x="12562" y="53766"/>
                  <a:pt x="12210" y="54168"/>
                  <a:pt x="11909" y="54268"/>
                </a:cubicBezTo>
                <a:cubicBezTo>
                  <a:pt x="11607" y="54369"/>
                  <a:pt x="10854" y="54469"/>
                  <a:pt x="9648" y="54570"/>
                </a:cubicBezTo>
                <a:cubicBezTo>
                  <a:pt x="7939" y="54570"/>
                  <a:pt x="6985" y="54268"/>
                  <a:pt x="6784" y="53665"/>
                </a:cubicBezTo>
                <a:cubicBezTo>
                  <a:pt x="6583" y="53263"/>
                  <a:pt x="6482" y="44470"/>
                  <a:pt x="6482" y="27285"/>
                </a:cubicBezTo>
                <a:lnTo>
                  <a:pt x="6482" y="7839"/>
                </a:lnTo>
                <a:cubicBezTo>
                  <a:pt x="6482" y="2814"/>
                  <a:pt x="6733" y="301"/>
                  <a:pt x="7236" y="301"/>
                </a:cubicBezTo>
                <a:cubicBezTo>
                  <a:pt x="7437" y="101"/>
                  <a:pt x="7638" y="0"/>
                  <a:pt x="7839" y="0"/>
                </a:cubicBezTo>
                <a:cubicBezTo>
                  <a:pt x="7939" y="0"/>
                  <a:pt x="8994" y="402"/>
                  <a:pt x="11004" y="1206"/>
                </a:cubicBezTo>
                <a:cubicBezTo>
                  <a:pt x="13014" y="2010"/>
                  <a:pt x="15778" y="2814"/>
                  <a:pt x="19295" y="3618"/>
                </a:cubicBezTo>
                <a:cubicBezTo>
                  <a:pt x="22813" y="4422"/>
                  <a:pt x="26581" y="4824"/>
                  <a:pt x="30601" y="4824"/>
                </a:cubicBezTo>
                <a:cubicBezTo>
                  <a:pt x="37737" y="4824"/>
                  <a:pt x="44570" y="3417"/>
                  <a:pt x="51103" y="603"/>
                </a:cubicBezTo>
                <a:cubicBezTo>
                  <a:pt x="51907" y="201"/>
                  <a:pt x="52560" y="0"/>
                  <a:pt x="53062" y="0"/>
                </a:cubicBezTo>
                <a:cubicBezTo>
                  <a:pt x="53866" y="0"/>
                  <a:pt x="54268" y="904"/>
                  <a:pt x="54268" y="2713"/>
                </a:cubicBezTo>
                <a:lnTo>
                  <a:pt x="54268" y="4673"/>
                </a:lnTo>
                <a:cubicBezTo>
                  <a:pt x="46028" y="14421"/>
                  <a:pt x="35727" y="19295"/>
                  <a:pt x="23366" y="19295"/>
                </a:cubicBezTo>
                <a:cubicBezTo>
                  <a:pt x="20250" y="19295"/>
                  <a:pt x="17436" y="18994"/>
                  <a:pt x="14924" y="18391"/>
                </a:cubicBezTo>
                <a:lnTo>
                  <a:pt x="13416" y="18089"/>
                </a:lnTo>
                <a:lnTo>
                  <a:pt x="13416" y="44018"/>
                </a:lnTo>
                <a:cubicBezTo>
                  <a:pt x="15326" y="42611"/>
                  <a:pt x="16833" y="41505"/>
                  <a:pt x="17939" y="40701"/>
                </a:cubicBezTo>
                <a:cubicBezTo>
                  <a:pt x="19044" y="39897"/>
                  <a:pt x="20853" y="39093"/>
                  <a:pt x="23366" y="38289"/>
                </a:cubicBezTo>
                <a:cubicBezTo>
                  <a:pt x="25878" y="37485"/>
                  <a:pt x="28441" y="37083"/>
                  <a:pt x="31054" y="37083"/>
                </a:cubicBezTo>
                <a:cubicBezTo>
                  <a:pt x="39194" y="37083"/>
                  <a:pt x="46078" y="40350"/>
                  <a:pt x="51706" y="46882"/>
                </a:cubicBezTo>
                <a:cubicBezTo>
                  <a:pt x="57334" y="53414"/>
                  <a:pt x="60148" y="61152"/>
                  <a:pt x="60148" y="70097"/>
                </a:cubicBezTo>
                <a:cubicBezTo>
                  <a:pt x="60148" y="79342"/>
                  <a:pt x="56932" y="87231"/>
                  <a:pt x="50500" y="93764"/>
                </a:cubicBezTo>
                <a:cubicBezTo>
                  <a:pt x="44068" y="100296"/>
                  <a:pt x="36229" y="103613"/>
                  <a:pt x="26983" y="103713"/>
                </a:cubicBezTo>
                <a:cubicBezTo>
                  <a:pt x="18843" y="103713"/>
                  <a:pt x="12311" y="101000"/>
                  <a:pt x="7387" y="95573"/>
                </a:cubicBezTo>
                <a:cubicBezTo>
                  <a:pt x="2462" y="90146"/>
                  <a:pt x="0" y="84016"/>
                  <a:pt x="0" y="77182"/>
                </a:cubicBezTo>
                <a:cubicBezTo>
                  <a:pt x="0" y="74770"/>
                  <a:pt x="553" y="72860"/>
                  <a:pt x="1658" y="71453"/>
                </a:cubicBezTo>
                <a:cubicBezTo>
                  <a:pt x="2764" y="70046"/>
                  <a:pt x="3919" y="69142"/>
                  <a:pt x="5125" y="68740"/>
                </a:cubicBezTo>
                <a:cubicBezTo>
                  <a:pt x="6331" y="68338"/>
                  <a:pt x="7487" y="68137"/>
                  <a:pt x="8593" y="68137"/>
                </a:cubicBezTo>
                <a:cubicBezTo>
                  <a:pt x="11105" y="68137"/>
                  <a:pt x="13165" y="68991"/>
                  <a:pt x="14773" y="70700"/>
                </a:cubicBezTo>
                <a:cubicBezTo>
                  <a:pt x="16381" y="72408"/>
                  <a:pt x="17185" y="74418"/>
                  <a:pt x="17185" y="767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F2E46B-D3B8-43B2-BFEF-4943CE3E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450" y="2286358"/>
            <a:ext cx="60148" cy="103713"/>
          </a:xfrm>
          <a:custGeom xmlns:a="http://schemas.openxmlformats.org/drawingml/2006/main">
            <a:pathLst>
              <a:path w="60148" h="103713" fill="none">
                <a:moveTo>
                  <a:pt x="17185" y="76730"/>
                </a:moveTo>
                <a:cubicBezTo>
                  <a:pt x="17185" y="79141"/>
                  <a:pt x="16381" y="81151"/>
                  <a:pt x="14773" y="82759"/>
                </a:cubicBezTo>
                <a:cubicBezTo>
                  <a:pt x="13165" y="84367"/>
                  <a:pt x="11205" y="85171"/>
                  <a:pt x="8894" y="85171"/>
                </a:cubicBezTo>
                <a:lnTo>
                  <a:pt x="7839" y="85171"/>
                </a:lnTo>
                <a:cubicBezTo>
                  <a:pt x="12462" y="93111"/>
                  <a:pt x="18592" y="97080"/>
                  <a:pt x="26230" y="97080"/>
                </a:cubicBezTo>
                <a:cubicBezTo>
                  <a:pt x="33265" y="97080"/>
                  <a:pt x="38390" y="94065"/>
                  <a:pt x="41606" y="88035"/>
                </a:cubicBezTo>
                <a:cubicBezTo>
                  <a:pt x="43515" y="84719"/>
                  <a:pt x="44470" y="78287"/>
                  <a:pt x="44470" y="68740"/>
                </a:cubicBezTo>
                <a:cubicBezTo>
                  <a:pt x="44470" y="58389"/>
                  <a:pt x="43113" y="51404"/>
                  <a:pt x="40400" y="47786"/>
                </a:cubicBezTo>
                <a:cubicBezTo>
                  <a:pt x="37787" y="44470"/>
                  <a:pt x="34872" y="42812"/>
                  <a:pt x="31657" y="42812"/>
                </a:cubicBezTo>
                <a:lnTo>
                  <a:pt x="30752" y="42812"/>
                </a:lnTo>
                <a:cubicBezTo>
                  <a:pt x="22913" y="42812"/>
                  <a:pt x="16984" y="46229"/>
                  <a:pt x="12964" y="53062"/>
                </a:cubicBezTo>
                <a:cubicBezTo>
                  <a:pt x="12562" y="53766"/>
                  <a:pt x="12210" y="54168"/>
                  <a:pt x="11909" y="54268"/>
                </a:cubicBezTo>
                <a:cubicBezTo>
                  <a:pt x="11607" y="54369"/>
                  <a:pt x="10854" y="54469"/>
                  <a:pt x="9648" y="54570"/>
                </a:cubicBezTo>
                <a:cubicBezTo>
                  <a:pt x="7939" y="54570"/>
                  <a:pt x="6985" y="54268"/>
                  <a:pt x="6784" y="53665"/>
                </a:cubicBezTo>
                <a:cubicBezTo>
                  <a:pt x="6583" y="53263"/>
                  <a:pt x="6482" y="44470"/>
                  <a:pt x="6482" y="27285"/>
                </a:cubicBezTo>
                <a:lnTo>
                  <a:pt x="6482" y="7839"/>
                </a:lnTo>
                <a:cubicBezTo>
                  <a:pt x="6482" y="2814"/>
                  <a:pt x="6733" y="301"/>
                  <a:pt x="7236" y="301"/>
                </a:cubicBezTo>
                <a:cubicBezTo>
                  <a:pt x="7437" y="101"/>
                  <a:pt x="7638" y="0"/>
                  <a:pt x="7839" y="0"/>
                </a:cubicBezTo>
                <a:cubicBezTo>
                  <a:pt x="7939" y="0"/>
                  <a:pt x="8994" y="402"/>
                  <a:pt x="11004" y="1206"/>
                </a:cubicBezTo>
                <a:cubicBezTo>
                  <a:pt x="13014" y="2010"/>
                  <a:pt x="15778" y="2814"/>
                  <a:pt x="19295" y="3618"/>
                </a:cubicBezTo>
                <a:cubicBezTo>
                  <a:pt x="22813" y="4422"/>
                  <a:pt x="26581" y="4824"/>
                  <a:pt x="30601" y="4824"/>
                </a:cubicBezTo>
                <a:cubicBezTo>
                  <a:pt x="37737" y="4824"/>
                  <a:pt x="44570" y="3417"/>
                  <a:pt x="51103" y="603"/>
                </a:cubicBezTo>
                <a:cubicBezTo>
                  <a:pt x="51907" y="201"/>
                  <a:pt x="52560" y="0"/>
                  <a:pt x="53062" y="0"/>
                </a:cubicBezTo>
                <a:cubicBezTo>
                  <a:pt x="53866" y="0"/>
                  <a:pt x="54268" y="904"/>
                  <a:pt x="54268" y="2713"/>
                </a:cubicBezTo>
                <a:lnTo>
                  <a:pt x="54268" y="4673"/>
                </a:lnTo>
                <a:cubicBezTo>
                  <a:pt x="46028" y="14421"/>
                  <a:pt x="35727" y="19295"/>
                  <a:pt x="23366" y="19295"/>
                </a:cubicBezTo>
                <a:cubicBezTo>
                  <a:pt x="20250" y="19295"/>
                  <a:pt x="17436" y="18994"/>
                  <a:pt x="14924" y="18391"/>
                </a:cubicBezTo>
                <a:lnTo>
                  <a:pt x="13416" y="18089"/>
                </a:lnTo>
                <a:lnTo>
                  <a:pt x="13416" y="44018"/>
                </a:lnTo>
                <a:cubicBezTo>
                  <a:pt x="15326" y="42611"/>
                  <a:pt x="16833" y="41505"/>
                  <a:pt x="17939" y="40701"/>
                </a:cubicBezTo>
                <a:cubicBezTo>
                  <a:pt x="19044" y="39897"/>
                  <a:pt x="20853" y="39093"/>
                  <a:pt x="23366" y="38289"/>
                </a:cubicBezTo>
                <a:cubicBezTo>
                  <a:pt x="25878" y="37485"/>
                  <a:pt x="28441" y="37083"/>
                  <a:pt x="31054" y="37083"/>
                </a:cubicBezTo>
                <a:cubicBezTo>
                  <a:pt x="39194" y="37083"/>
                  <a:pt x="46078" y="40350"/>
                  <a:pt x="51706" y="46882"/>
                </a:cubicBezTo>
                <a:cubicBezTo>
                  <a:pt x="57334" y="53414"/>
                  <a:pt x="60148" y="61152"/>
                  <a:pt x="60148" y="70097"/>
                </a:cubicBezTo>
                <a:cubicBezTo>
                  <a:pt x="60148" y="79342"/>
                  <a:pt x="56932" y="87231"/>
                  <a:pt x="50500" y="93764"/>
                </a:cubicBezTo>
                <a:cubicBezTo>
                  <a:pt x="44068" y="100296"/>
                  <a:pt x="36229" y="103613"/>
                  <a:pt x="26983" y="103713"/>
                </a:cubicBezTo>
                <a:cubicBezTo>
                  <a:pt x="18843" y="103713"/>
                  <a:pt x="12311" y="101000"/>
                  <a:pt x="7387" y="95573"/>
                </a:cubicBezTo>
                <a:cubicBezTo>
                  <a:pt x="2462" y="90146"/>
                  <a:pt x="0" y="84016"/>
                  <a:pt x="0" y="77182"/>
                </a:cubicBezTo>
                <a:cubicBezTo>
                  <a:pt x="0" y="74770"/>
                  <a:pt x="553" y="72860"/>
                  <a:pt x="1658" y="71453"/>
                </a:cubicBezTo>
                <a:cubicBezTo>
                  <a:pt x="2764" y="70046"/>
                  <a:pt x="3919" y="69142"/>
                  <a:pt x="5125" y="68740"/>
                </a:cubicBezTo>
                <a:cubicBezTo>
                  <a:pt x="6331" y="68338"/>
                  <a:pt x="7487" y="68137"/>
                  <a:pt x="8593" y="68137"/>
                </a:cubicBezTo>
                <a:cubicBezTo>
                  <a:pt x="11105" y="68137"/>
                  <a:pt x="13165" y="68991"/>
                  <a:pt x="14773" y="70700"/>
                </a:cubicBezTo>
                <a:cubicBezTo>
                  <a:pt x="16381" y="72408"/>
                  <a:pt x="17185" y="74418"/>
                  <a:pt x="17185" y="767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1" cap="flat">
            <a:solidFill>
              <a:srgbClr val="000000">
                <a:alpha val="23160"/>
              </a:srgbClr>
            </a:solidFill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92DD3B-3481-4D78-BFA0-7508B3EB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695" y="2194857"/>
            <a:ext cx="47690" cy="213219"/>
          </a:xfrm>
          <a:custGeom xmlns:a="http://schemas.openxmlformats.org/drawingml/2006/main">
            <a:pathLst>
              <a:path w="47690" h="213219">
                <a:moveTo>
                  <a:pt x="0" y="3838"/>
                </a:moveTo>
                <a:cubicBezTo>
                  <a:pt x="142" y="2843"/>
                  <a:pt x="569" y="1990"/>
                  <a:pt x="1279" y="1279"/>
                </a:cubicBezTo>
                <a:cubicBezTo>
                  <a:pt x="1990" y="569"/>
                  <a:pt x="2985" y="142"/>
                  <a:pt x="4264" y="0"/>
                </a:cubicBezTo>
                <a:cubicBezTo>
                  <a:pt x="5686" y="0"/>
                  <a:pt x="6894" y="711"/>
                  <a:pt x="7889" y="2132"/>
                </a:cubicBezTo>
                <a:cubicBezTo>
                  <a:pt x="8316" y="3127"/>
                  <a:pt x="14996" y="20611"/>
                  <a:pt x="27932" y="54584"/>
                </a:cubicBezTo>
                <a:cubicBezTo>
                  <a:pt x="40867" y="88557"/>
                  <a:pt x="47406" y="105899"/>
                  <a:pt x="47548" y="106609"/>
                </a:cubicBezTo>
                <a:cubicBezTo>
                  <a:pt x="47690" y="107320"/>
                  <a:pt x="41222" y="124662"/>
                  <a:pt x="28145" y="158635"/>
                </a:cubicBezTo>
                <a:cubicBezTo>
                  <a:pt x="15067" y="192608"/>
                  <a:pt x="8316" y="210092"/>
                  <a:pt x="7889" y="211087"/>
                </a:cubicBezTo>
                <a:cubicBezTo>
                  <a:pt x="6894" y="212508"/>
                  <a:pt x="5686" y="213219"/>
                  <a:pt x="4264" y="213219"/>
                </a:cubicBezTo>
                <a:cubicBezTo>
                  <a:pt x="3127" y="213219"/>
                  <a:pt x="2203" y="212863"/>
                  <a:pt x="1493" y="212153"/>
                </a:cubicBezTo>
                <a:cubicBezTo>
                  <a:pt x="782" y="211442"/>
                  <a:pt x="284" y="210518"/>
                  <a:pt x="0" y="209381"/>
                </a:cubicBezTo>
                <a:cubicBezTo>
                  <a:pt x="0" y="208670"/>
                  <a:pt x="6397" y="191399"/>
                  <a:pt x="19190" y="157569"/>
                </a:cubicBezTo>
                <a:cubicBezTo>
                  <a:pt x="32125" y="123880"/>
                  <a:pt x="38593" y="106894"/>
                  <a:pt x="38593" y="106609"/>
                </a:cubicBezTo>
                <a:cubicBezTo>
                  <a:pt x="38593" y="106325"/>
                  <a:pt x="32125" y="89339"/>
                  <a:pt x="19190" y="55650"/>
                </a:cubicBezTo>
                <a:cubicBezTo>
                  <a:pt x="6397" y="21819"/>
                  <a:pt x="0" y="4549"/>
                  <a:pt x="0" y="38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0DCF95-A36B-4B7B-BBFE-25683037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695" y="2194857"/>
            <a:ext cx="47690" cy="213219"/>
          </a:xfrm>
          <a:custGeom xmlns:a="http://schemas.openxmlformats.org/drawingml/2006/main">
            <a:pathLst>
              <a:path w="47690" h="213219" fill="none">
                <a:moveTo>
                  <a:pt x="0" y="3838"/>
                </a:moveTo>
                <a:cubicBezTo>
                  <a:pt x="142" y="2843"/>
                  <a:pt x="569" y="1990"/>
                  <a:pt x="1279" y="1279"/>
                </a:cubicBezTo>
                <a:cubicBezTo>
                  <a:pt x="1990" y="569"/>
                  <a:pt x="2985" y="142"/>
                  <a:pt x="4264" y="0"/>
                </a:cubicBezTo>
                <a:cubicBezTo>
                  <a:pt x="5686" y="0"/>
                  <a:pt x="6894" y="711"/>
                  <a:pt x="7889" y="2132"/>
                </a:cubicBezTo>
                <a:cubicBezTo>
                  <a:pt x="8316" y="3127"/>
                  <a:pt x="14996" y="20611"/>
                  <a:pt x="27932" y="54584"/>
                </a:cubicBezTo>
                <a:cubicBezTo>
                  <a:pt x="40867" y="88557"/>
                  <a:pt x="47406" y="105899"/>
                  <a:pt x="47548" y="106609"/>
                </a:cubicBezTo>
                <a:cubicBezTo>
                  <a:pt x="47690" y="107320"/>
                  <a:pt x="41222" y="124662"/>
                  <a:pt x="28145" y="158635"/>
                </a:cubicBezTo>
                <a:cubicBezTo>
                  <a:pt x="15067" y="192608"/>
                  <a:pt x="8316" y="210092"/>
                  <a:pt x="7889" y="211087"/>
                </a:cubicBezTo>
                <a:cubicBezTo>
                  <a:pt x="6894" y="212508"/>
                  <a:pt x="5686" y="213219"/>
                  <a:pt x="4264" y="213219"/>
                </a:cubicBezTo>
                <a:cubicBezTo>
                  <a:pt x="3127" y="213219"/>
                  <a:pt x="2203" y="212863"/>
                  <a:pt x="1493" y="212153"/>
                </a:cubicBezTo>
                <a:cubicBezTo>
                  <a:pt x="782" y="211442"/>
                  <a:pt x="284" y="210518"/>
                  <a:pt x="0" y="209381"/>
                </a:cubicBezTo>
                <a:cubicBezTo>
                  <a:pt x="0" y="208670"/>
                  <a:pt x="6397" y="191399"/>
                  <a:pt x="19190" y="157569"/>
                </a:cubicBezTo>
                <a:cubicBezTo>
                  <a:pt x="32125" y="123880"/>
                  <a:pt x="38593" y="106894"/>
                  <a:pt x="38593" y="106609"/>
                </a:cubicBezTo>
                <a:cubicBezTo>
                  <a:pt x="38593" y="106325"/>
                  <a:pt x="32125" y="89339"/>
                  <a:pt x="19190" y="55650"/>
                </a:cubicBezTo>
                <a:cubicBezTo>
                  <a:pt x="6397" y="21819"/>
                  <a:pt x="0" y="4549"/>
                  <a:pt x="0" y="383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3" cap="flat">
            <a:solidFill>
              <a:srgbClr val="000000">
                <a:alpha val="32760"/>
              </a:srgbClr>
            </a:solidFill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F4B54F-0824-4EAC-905A-60B818CC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547" y="1181598"/>
            <a:ext cx="292833" cy="292833"/>
          </a:xfrm>
          <a:custGeom xmlns:a="http://schemas.openxmlformats.org/drawingml/2006/main">
            <a:pathLst>
              <a:path w="292833" h="292833">
                <a:moveTo>
                  <a:pt x="292833" y="146416"/>
                </a:moveTo>
                <a:cubicBezTo>
                  <a:pt x="292833" y="151212"/>
                  <a:pt x="292598" y="155995"/>
                  <a:pt x="292128" y="160768"/>
                </a:cubicBezTo>
                <a:cubicBezTo>
                  <a:pt x="291658" y="165540"/>
                  <a:pt x="290955" y="170278"/>
                  <a:pt x="290019" y="174981"/>
                </a:cubicBezTo>
                <a:cubicBezTo>
                  <a:pt x="289084" y="179684"/>
                  <a:pt x="287920" y="184330"/>
                  <a:pt x="286528" y="188919"/>
                </a:cubicBezTo>
                <a:cubicBezTo>
                  <a:pt x="285136" y="193507"/>
                  <a:pt x="283522" y="198017"/>
                  <a:pt x="281687" y="202447"/>
                </a:cubicBezTo>
                <a:cubicBezTo>
                  <a:pt x="279852" y="206878"/>
                  <a:pt x="277805" y="211207"/>
                  <a:pt x="275544" y="215436"/>
                </a:cubicBezTo>
                <a:cubicBezTo>
                  <a:pt x="273284" y="219665"/>
                  <a:pt x="270822" y="223774"/>
                  <a:pt x="268157" y="227761"/>
                </a:cubicBezTo>
                <a:cubicBezTo>
                  <a:pt x="265493" y="231748"/>
                  <a:pt x="262640" y="235595"/>
                  <a:pt x="259598" y="239302"/>
                </a:cubicBezTo>
                <a:cubicBezTo>
                  <a:pt x="256556" y="243009"/>
                  <a:pt x="253340" y="246557"/>
                  <a:pt x="249949" y="249948"/>
                </a:cubicBezTo>
                <a:cubicBezTo>
                  <a:pt x="246558" y="253339"/>
                  <a:pt x="243009" y="256555"/>
                  <a:pt x="239302" y="259598"/>
                </a:cubicBezTo>
                <a:cubicBezTo>
                  <a:pt x="235596" y="262640"/>
                  <a:pt x="231748" y="265493"/>
                  <a:pt x="227761" y="268157"/>
                </a:cubicBezTo>
                <a:cubicBezTo>
                  <a:pt x="223774" y="270821"/>
                  <a:pt x="219666" y="273283"/>
                  <a:pt x="215437" y="275544"/>
                </a:cubicBezTo>
                <a:cubicBezTo>
                  <a:pt x="211207" y="277804"/>
                  <a:pt x="206878" y="279852"/>
                  <a:pt x="202447" y="281687"/>
                </a:cubicBezTo>
                <a:cubicBezTo>
                  <a:pt x="198017" y="283522"/>
                  <a:pt x="193507" y="285136"/>
                  <a:pt x="188919" y="286528"/>
                </a:cubicBezTo>
                <a:cubicBezTo>
                  <a:pt x="184330" y="287920"/>
                  <a:pt x="179684" y="289084"/>
                  <a:pt x="174980" y="290019"/>
                </a:cubicBezTo>
                <a:cubicBezTo>
                  <a:pt x="170278" y="290955"/>
                  <a:pt x="165540" y="291658"/>
                  <a:pt x="160768" y="292128"/>
                </a:cubicBezTo>
                <a:cubicBezTo>
                  <a:pt x="155996" y="292598"/>
                  <a:pt x="151212" y="292833"/>
                  <a:pt x="146416" y="292833"/>
                </a:cubicBezTo>
                <a:cubicBezTo>
                  <a:pt x="141621" y="292833"/>
                  <a:pt x="136837" y="292598"/>
                  <a:pt x="132065" y="292128"/>
                </a:cubicBezTo>
                <a:cubicBezTo>
                  <a:pt x="127293" y="291658"/>
                  <a:pt x="122555" y="290955"/>
                  <a:pt x="117852" y="290019"/>
                </a:cubicBezTo>
                <a:cubicBezTo>
                  <a:pt x="113148" y="289084"/>
                  <a:pt x="108502" y="287920"/>
                  <a:pt x="103913" y="286528"/>
                </a:cubicBezTo>
                <a:cubicBezTo>
                  <a:pt x="99325" y="285136"/>
                  <a:pt x="94816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9" y="270821"/>
                  <a:pt x="65072" y="268157"/>
                </a:cubicBezTo>
                <a:cubicBezTo>
                  <a:pt x="61085" y="265493"/>
                  <a:pt x="57238" y="262640"/>
                  <a:pt x="53532" y="259598"/>
                </a:cubicBezTo>
                <a:cubicBezTo>
                  <a:pt x="49824" y="256555"/>
                  <a:pt x="46275" y="253339"/>
                  <a:pt x="42885" y="249948"/>
                </a:cubicBezTo>
                <a:cubicBezTo>
                  <a:pt x="39494" y="246557"/>
                  <a:pt x="36277" y="243009"/>
                  <a:pt x="33235" y="239302"/>
                </a:cubicBezTo>
                <a:cubicBezTo>
                  <a:pt x="30193" y="235595"/>
                  <a:pt x="27339" y="231748"/>
                  <a:pt x="24675" y="227761"/>
                </a:cubicBezTo>
                <a:cubicBezTo>
                  <a:pt x="22012" y="223774"/>
                  <a:pt x="19550" y="219665"/>
                  <a:pt x="17289" y="215436"/>
                </a:cubicBezTo>
                <a:cubicBezTo>
                  <a:pt x="15028" y="211207"/>
                  <a:pt x="12981" y="206878"/>
                  <a:pt x="11145" y="202447"/>
                </a:cubicBezTo>
                <a:cubicBezTo>
                  <a:pt x="9310" y="198017"/>
                  <a:pt x="7697" y="193507"/>
                  <a:pt x="6305" y="188919"/>
                </a:cubicBezTo>
                <a:cubicBezTo>
                  <a:pt x="4913" y="184330"/>
                  <a:pt x="3749" y="179684"/>
                  <a:pt x="2814" y="174981"/>
                </a:cubicBezTo>
                <a:cubicBezTo>
                  <a:pt x="1878" y="170278"/>
                  <a:pt x="1175" y="165540"/>
                  <a:pt x="705" y="160768"/>
                </a:cubicBezTo>
                <a:cubicBezTo>
                  <a:pt x="235" y="155995"/>
                  <a:pt x="0" y="151212"/>
                  <a:pt x="0" y="146416"/>
                </a:cubicBezTo>
                <a:cubicBezTo>
                  <a:pt x="0" y="141621"/>
                  <a:pt x="235" y="136837"/>
                  <a:pt x="705" y="132065"/>
                </a:cubicBezTo>
                <a:cubicBezTo>
                  <a:pt x="1175" y="127293"/>
                  <a:pt x="1878" y="122555"/>
                  <a:pt x="2814" y="117852"/>
                </a:cubicBezTo>
                <a:cubicBezTo>
                  <a:pt x="3749" y="113149"/>
                  <a:pt x="4913" y="108503"/>
                  <a:pt x="6305" y="103914"/>
                </a:cubicBezTo>
                <a:cubicBezTo>
                  <a:pt x="7697" y="99325"/>
                  <a:pt x="9311" y="94815"/>
                  <a:pt x="11146" y="90385"/>
                </a:cubicBezTo>
                <a:cubicBezTo>
                  <a:pt x="12981" y="85955"/>
                  <a:pt x="15029" y="81625"/>
                  <a:pt x="17289" y="77396"/>
                </a:cubicBezTo>
                <a:cubicBezTo>
                  <a:pt x="19550" y="73167"/>
                  <a:pt x="22012" y="69059"/>
                  <a:pt x="24676" y="65072"/>
                </a:cubicBezTo>
                <a:cubicBezTo>
                  <a:pt x="27340" y="61085"/>
                  <a:pt x="30193" y="57238"/>
                  <a:pt x="33235" y="53531"/>
                </a:cubicBezTo>
                <a:cubicBezTo>
                  <a:pt x="36277" y="49824"/>
                  <a:pt x="39494" y="46275"/>
                  <a:pt x="42885" y="42884"/>
                </a:cubicBezTo>
                <a:cubicBezTo>
                  <a:pt x="46275" y="39494"/>
                  <a:pt x="49824" y="36277"/>
                  <a:pt x="53531" y="33235"/>
                </a:cubicBezTo>
                <a:cubicBezTo>
                  <a:pt x="57238" y="30193"/>
                  <a:pt x="61085" y="27340"/>
                  <a:pt x="65072" y="24676"/>
                </a:cubicBezTo>
                <a:cubicBezTo>
                  <a:pt x="69059" y="22011"/>
                  <a:pt x="73168" y="19549"/>
                  <a:pt x="77397" y="17289"/>
                </a:cubicBezTo>
                <a:cubicBezTo>
                  <a:pt x="81626" y="15028"/>
                  <a:pt x="85956" y="12980"/>
                  <a:pt x="90386" y="11145"/>
                </a:cubicBezTo>
                <a:cubicBezTo>
                  <a:pt x="94816" y="9310"/>
                  <a:pt x="99325" y="7697"/>
                  <a:pt x="103914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3" y="1175"/>
                  <a:pt x="132065" y="705"/>
                </a:cubicBezTo>
                <a:cubicBezTo>
                  <a:pt x="136837" y="235"/>
                  <a:pt x="141621" y="0"/>
                  <a:pt x="146416" y="0"/>
                </a:cubicBezTo>
                <a:cubicBezTo>
                  <a:pt x="151212" y="0"/>
                  <a:pt x="155996" y="235"/>
                  <a:pt x="160768" y="705"/>
                </a:cubicBezTo>
                <a:cubicBezTo>
                  <a:pt x="165541" y="1175"/>
                  <a:pt x="170278" y="1878"/>
                  <a:pt x="174981" y="2813"/>
                </a:cubicBezTo>
                <a:cubicBezTo>
                  <a:pt x="179684" y="3749"/>
                  <a:pt x="184330" y="4913"/>
                  <a:pt x="188919" y="6305"/>
                </a:cubicBezTo>
                <a:cubicBezTo>
                  <a:pt x="193508" y="7697"/>
                  <a:pt x="198017" y="9310"/>
                  <a:pt x="202447" y="11145"/>
                </a:cubicBezTo>
                <a:cubicBezTo>
                  <a:pt x="206878" y="12980"/>
                  <a:pt x="211207" y="15028"/>
                  <a:pt x="215437" y="17289"/>
                </a:cubicBezTo>
                <a:cubicBezTo>
                  <a:pt x="219666" y="19549"/>
                  <a:pt x="223774" y="22011"/>
                  <a:pt x="227761" y="24676"/>
                </a:cubicBezTo>
                <a:cubicBezTo>
                  <a:pt x="231748" y="27340"/>
                  <a:pt x="235596" y="30193"/>
                  <a:pt x="239302" y="33235"/>
                </a:cubicBezTo>
                <a:cubicBezTo>
                  <a:pt x="243009" y="36277"/>
                  <a:pt x="246558" y="39494"/>
                  <a:pt x="249949" y="42884"/>
                </a:cubicBezTo>
                <a:cubicBezTo>
                  <a:pt x="253340" y="46275"/>
                  <a:pt x="256556" y="49824"/>
                  <a:pt x="259598" y="53531"/>
                </a:cubicBezTo>
                <a:cubicBezTo>
                  <a:pt x="262640" y="57238"/>
                  <a:pt x="265493" y="61085"/>
                  <a:pt x="268157" y="65072"/>
                </a:cubicBezTo>
                <a:cubicBezTo>
                  <a:pt x="270822" y="69059"/>
                  <a:pt x="273284" y="73167"/>
                  <a:pt x="275544" y="77396"/>
                </a:cubicBezTo>
                <a:cubicBezTo>
                  <a:pt x="277805" y="81625"/>
                  <a:pt x="279852" y="85955"/>
                  <a:pt x="281687" y="90385"/>
                </a:cubicBezTo>
                <a:cubicBezTo>
                  <a:pt x="283522" y="94815"/>
                  <a:pt x="285136" y="99325"/>
                  <a:pt x="286527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5" y="122555"/>
                  <a:pt x="291658" y="127293"/>
                  <a:pt x="292128" y="132065"/>
                </a:cubicBezTo>
                <a:cubicBezTo>
                  <a:pt x="292598" y="136837"/>
                  <a:pt x="292833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0ABCA4-C448-43F4-88F1-9E0181E7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547" y="1181598"/>
            <a:ext cx="292833" cy="292833"/>
          </a:xfrm>
          <a:custGeom xmlns:a="http://schemas.openxmlformats.org/drawingml/2006/main">
            <a:pathLst>
              <a:path w="292833" h="292833" fill="none">
                <a:moveTo>
                  <a:pt x="292833" y="146416"/>
                </a:moveTo>
                <a:cubicBezTo>
                  <a:pt x="292833" y="151212"/>
                  <a:pt x="292598" y="155995"/>
                  <a:pt x="292128" y="160768"/>
                </a:cubicBezTo>
                <a:cubicBezTo>
                  <a:pt x="291658" y="165540"/>
                  <a:pt x="290955" y="170278"/>
                  <a:pt x="290019" y="174981"/>
                </a:cubicBezTo>
                <a:cubicBezTo>
                  <a:pt x="289084" y="179684"/>
                  <a:pt x="287920" y="184330"/>
                  <a:pt x="286528" y="188919"/>
                </a:cubicBezTo>
                <a:cubicBezTo>
                  <a:pt x="285136" y="193507"/>
                  <a:pt x="283522" y="198017"/>
                  <a:pt x="281687" y="202447"/>
                </a:cubicBezTo>
                <a:cubicBezTo>
                  <a:pt x="279852" y="206878"/>
                  <a:pt x="277805" y="211207"/>
                  <a:pt x="275544" y="215436"/>
                </a:cubicBezTo>
                <a:cubicBezTo>
                  <a:pt x="273284" y="219665"/>
                  <a:pt x="270822" y="223774"/>
                  <a:pt x="268157" y="227761"/>
                </a:cubicBezTo>
                <a:cubicBezTo>
                  <a:pt x="265493" y="231748"/>
                  <a:pt x="262640" y="235595"/>
                  <a:pt x="259598" y="239302"/>
                </a:cubicBezTo>
                <a:cubicBezTo>
                  <a:pt x="256556" y="243009"/>
                  <a:pt x="253340" y="246557"/>
                  <a:pt x="249949" y="249948"/>
                </a:cubicBezTo>
                <a:cubicBezTo>
                  <a:pt x="246558" y="253339"/>
                  <a:pt x="243009" y="256555"/>
                  <a:pt x="239302" y="259598"/>
                </a:cubicBezTo>
                <a:cubicBezTo>
                  <a:pt x="235596" y="262640"/>
                  <a:pt x="231748" y="265493"/>
                  <a:pt x="227761" y="268157"/>
                </a:cubicBezTo>
                <a:cubicBezTo>
                  <a:pt x="223774" y="270821"/>
                  <a:pt x="219666" y="273283"/>
                  <a:pt x="215437" y="275544"/>
                </a:cubicBezTo>
                <a:cubicBezTo>
                  <a:pt x="211207" y="277804"/>
                  <a:pt x="206878" y="279852"/>
                  <a:pt x="202447" y="281687"/>
                </a:cubicBezTo>
                <a:cubicBezTo>
                  <a:pt x="198017" y="283522"/>
                  <a:pt x="193507" y="285136"/>
                  <a:pt x="188919" y="286528"/>
                </a:cubicBezTo>
                <a:cubicBezTo>
                  <a:pt x="184330" y="287920"/>
                  <a:pt x="179684" y="289084"/>
                  <a:pt x="174980" y="290019"/>
                </a:cubicBezTo>
                <a:cubicBezTo>
                  <a:pt x="170278" y="290955"/>
                  <a:pt x="165540" y="291658"/>
                  <a:pt x="160768" y="292128"/>
                </a:cubicBezTo>
                <a:cubicBezTo>
                  <a:pt x="155996" y="292598"/>
                  <a:pt x="151212" y="292833"/>
                  <a:pt x="146416" y="292833"/>
                </a:cubicBezTo>
                <a:cubicBezTo>
                  <a:pt x="141621" y="292833"/>
                  <a:pt x="136837" y="292598"/>
                  <a:pt x="132065" y="292128"/>
                </a:cubicBezTo>
                <a:cubicBezTo>
                  <a:pt x="127293" y="291658"/>
                  <a:pt x="122555" y="290955"/>
                  <a:pt x="117852" y="290019"/>
                </a:cubicBezTo>
                <a:cubicBezTo>
                  <a:pt x="113148" y="289084"/>
                  <a:pt x="108502" y="287920"/>
                  <a:pt x="103913" y="286528"/>
                </a:cubicBezTo>
                <a:cubicBezTo>
                  <a:pt x="99325" y="285136"/>
                  <a:pt x="94816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9" y="270821"/>
                  <a:pt x="65072" y="268157"/>
                </a:cubicBezTo>
                <a:cubicBezTo>
                  <a:pt x="61085" y="265493"/>
                  <a:pt x="57238" y="262640"/>
                  <a:pt x="53532" y="259598"/>
                </a:cubicBezTo>
                <a:cubicBezTo>
                  <a:pt x="49824" y="256555"/>
                  <a:pt x="46275" y="253339"/>
                  <a:pt x="42885" y="249948"/>
                </a:cubicBezTo>
                <a:cubicBezTo>
                  <a:pt x="39494" y="246557"/>
                  <a:pt x="36277" y="243009"/>
                  <a:pt x="33235" y="239302"/>
                </a:cubicBezTo>
                <a:cubicBezTo>
                  <a:pt x="30193" y="235595"/>
                  <a:pt x="27339" y="231748"/>
                  <a:pt x="24675" y="227761"/>
                </a:cubicBezTo>
                <a:cubicBezTo>
                  <a:pt x="22012" y="223774"/>
                  <a:pt x="19550" y="219665"/>
                  <a:pt x="17289" y="215436"/>
                </a:cubicBezTo>
                <a:cubicBezTo>
                  <a:pt x="15028" y="211207"/>
                  <a:pt x="12981" y="206878"/>
                  <a:pt x="11145" y="202447"/>
                </a:cubicBezTo>
                <a:cubicBezTo>
                  <a:pt x="9310" y="198017"/>
                  <a:pt x="7697" y="193507"/>
                  <a:pt x="6305" y="188919"/>
                </a:cubicBezTo>
                <a:cubicBezTo>
                  <a:pt x="4913" y="184330"/>
                  <a:pt x="3749" y="179684"/>
                  <a:pt x="2814" y="174981"/>
                </a:cubicBezTo>
                <a:cubicBezTo>
                  <a:pt x="1878" y="170278"/>
                  <a:pt x="1175" y="165540"/>
                  <a:pt x="705" y="160768"/>
                </a:cubicBezTo>
                <a:cubicBezTo>
                  <a:pt x="235" y="155995"/>
                  <a:pt x="0" y="151212"/>
                  <a:pt x="0" y="146416"/>
                </a:cubicBezTo>
                <a:cubicBezTo>
                  <a:pt x="0" y="141621"/>
                  <a:pt x="235" y="136837"/>
                  <a:pt x="705" y="132065"/>
                </a:cubicBezTo>
                <a:cubicBezTo>
                  <a:pt x="1175" y="127293"/>
                  <a:pt x="1878" y="122555"/>
                  <a:pt x="2814" y="117852"/>
                </a:cubicBezTo>
                <a:cubicBezTo>
                  <a:pt x="3749" y="113149"/>
                  <a:pt x="4913" y="108503"/>
                  <a:pt x="6305" y="103914"/>
                </a:cubicBezTo>
                <a:cubicBezTo>
                  <a:pt x="7697" y="99325"/>
                  <a:pt x="9311" y="94815"/>
                  <a:pt x="11146" y="90385"/>
                </a:cubicBezTo>
                <a:cubicBezTo>
                  <a:pt x="12981" y="85955"/>
                  <a:pt x="15029" y="81625"/>
                  <a:pt x="17289" y="77396"/>
                </a:cubicBezTo>
                <a:cubicBezTo>
                  <a:pt x="19550" y="73167"/>
                  <a:pt x="22012" y="69059"/>
                  <a:pt x="24676" y="65072"/>
                </a:cubicBezTo>
                <a:cubicBezTo>
                  <a:pt x="27340" y="61085"/>
                  <a:pt x="30193" y="57238"/>
                  <a:pt x="33235" y="53531"/>
                </a:cubicBezTo>
                <a:cubicBezTo>
                  <a:pt x="36277" y="49824"/>
                  <a:pt x="39494" y="46275"/>
                  <a:pt x="42885" y="42884"/>
                </a:cubicBezTo>
                <a:cubicBezTo>
                  <a:pt x="46275" y="39494"/>
                  <a:pt x="49824" y="36277"/>
                  <a:pt x="53531" y="33235"/>
                </a:cubicBezTo>
                <a:cubicBezTo>
                  <a:pt x="57238" y="30193"/>
                  <a:pt x="61085" y="27340"/>
                  <a:pt x="65072" y="24676"/>
                </a:cubicBezTo>
                <a:cubicBezTo>
                  <a:pt x="69059" y="22011"/>
                  <a:pt x="73168" y="19549"/>
                  <a:pt x="77397" y="17289"/>
                </a:cubicBezTo>
                <a:cubicBezTo>
                  <a:pt x="81626" y="15028"/>
                  <a:pt x="85956" y="12980"/>
                  <a:pt x="90386" y="11145"/>
                </a:cubicBezTo>
                <a:cubicBezTo>
                  <a:pt x="94816" y="9310"/>
                  <a:pt x="99325" y="7697"/>
                  <a:pt x="103914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3" y="1175"/>
                  <a:pt x="132065" y="705"/>
                </a:cubicBezTo>
                <a:cubicBezTo>
                  <a:pt x="136837" y="235"/>
                  <a:pt x="141621" y="0"/>
                  <a:pt x="146416" y="0"/>
                </a:cubicBezTo>
                <a:cubicBezTo>
                  <a:pt x="151212" y="0"/>
                  <a:pt x="155996" y="235"/>
                  <a:pt x="160768" y="705"/>
                </a:cubicBezTo>
                <a:cubicBezTo>
                  <a:pt x="165541" y="1175"/>
                  <a:pt x="170278" y="1878"/>
                  <a:pt x="174981" y="2813"/>
                </a:cubicBezTo>
                <a:cubicBezTo>
                  <a:pt x="179684" y="3749"/>
                  <a:pt x="184330" y="4913"/>
                  <a:pt x="188919" y="6305"/>
                </a:cubicBezTo>
                <a:cubicBezTo>
                  <a:pt x="193508" y="7697"/>
                  <a:pt x="198017" y="9310"/>
                  <a:pt x="202447" y="11145"/>
                </a:cubicBezTo>
                <a:cubicBezTo>
                  <a:pt x="206878" y="12980"/>
                  <a:pt x="211207" y="15028"/>
                  <a:pt x="215437" y="17289"/>
                </a:cubicBezTo>
                <a:cubicBezTo>
                  <a:pt x="219666" y="19549"/>
                  <a:pt x="223774" y="22011"/>
                  <a:pt x="227761" y="24676"/>
                </a:cubicBezTo>
                <a:cubicBezTo>
                  <a:pt x="231748" y="27340"/>
                  <a:pt x="235596" y="30193"/>
                  <a:pt x="239302" y="33235"/>
                </a:cubicBezTo>
                <a:cubicBezTo>
                  <a:pt x="243009" y="36277"/>
                  <a:pt x="246558" y="39494"/>
                  <a:pt x="249949" y="42884"/>
                </a:cubicBezTo>
                <a:cubicBezTo>
                  <a:pt x="253340" y="46275"/>
                  <a:pt x="256556" y="49824"/>
                  <a:pt x="259598" y="53531"/>
                </a:cubicBezTo>
                <a:cubicBezTo>
                  <a:pt x="262640" y="57238"/>
                  <a:pt x="265493" y="61085"/>
                  <a:pt x="268157" y="65072"/>
                </a:cubicBezTo>
                <a:cubicBezTo>
                  <a:pt x="270822" y="69059"/>
                  <a:pt x="273284" y="73167"/>
                  <a:pt x="275544" y="77396"/>
                </a:cubicBezTo>
                <a:cubicBezTo>
                  <a:pt x="277805" y="81625"/>
                  <a:pt x="279852" y="85955"/>
                  <a:pt x="281687" y="90385"/>
                </a:cubicBezTo>
                <a:cubicBezTo>
                  <a:pt x="283522" y="94815"/>
                  <a:pt x="285136" y="99325"/>
                  <a:pt x="286527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5" y="122555"/>
                  <a:pt x="291658" y="127293"/>
                  <a:pt x="292128" y="132065"/>
                </a:cubicBezTo>
                <a:cubicBezTo>
                  <a:pt x="292598" y="136837"/>
                  <a:pt x="292833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94" name="Text s">
            <a:extLst xmlns:a="http://schemas.openxmlformats.org/drawingml/2006/main">
              <a:ext uri="{FF2B5EF4-FFF2-40B4-BE49-F238E27FC236}">
                <a16:creationId xmlns:a16="http://schemas.microsoft.com/office/drawing/2014/main" id="{B2D09086-1CAE-4D89-8320-AC8D497F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297" y="1282867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5">
            <a:extLst xmlns:a="http://schemas.openxmlformats.org/drawingml/2006/main">
              <a:ext uri="{FF2B5EF4-FFF2-40B4-BE49-F238E27FC236}">
                <a16:creationId xmlns:a16="http://schemas.microsoft.com/office/drawing/2014/main" id="{952AE445-24CB-47A7-9E19-6180165B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551" y="1308973"/>
            <a:ext cx="60305" cy="105210"/>
          </a:xfrm>
          <a:custGeom xmlns:a="http://schemas.openxmlformats.org/drawingml/2006/main">
            <a:pathLst>
              <a:path w="60305" h="105210">
                <a:moveTo>
                  <a:pt x="60305" y="0"/>
                </a:moveTo>
                <a:lnTo>
                  <a:pt x="54359" y="13113"/>
                </a:lnTo>
                <a:lnTo>
                  <a:pt x="23253" y="13113"/>
                </a:lnTo>
                <a:lnTo>
                  <a:pt x="16468" y="26836"/>
                </a:lnTo>
                <a:cubicBezTo>
                  <a:pt x="29937" y="28819"/>
                  <a:pt x="40610" y="33825"/>
                  <a:pt x="48488" y="41855"/>
                </a:cubicBezTo>
                <a:cubicBezTo>
                  <a:pt x="55248" y="48768"/>
                  <a:pt x="58628" y="56900"/>
                  <a:pt x="58628" y="66252"/>
                </a:cubicBezTo>
                <a:cubicBezTo>
                  <a:pt x="58628" y="71690"/>
                  <a:pt x="57523" y="76722"/>
                  <a:pt x="55312" y="81347"/>
                </a:cubicBezTo>
                <a:cubicBezTo>
                  <a:pt x="53101" y="85973"/>
                  <a:pt x="50318" y="89912"/>
                  <a:pt x="46963" y="93165"/>
                </a:cubicBezTo>
                <a:cubicBezTo>
                  <a:pt x="43609" y="96417"/>
                  <a:pt x="39873" y="99035"/>
                  <a:pt x="35756" y="101017"/>
                </a:cubicBezTo>
                <a:cubicBezTo>
                  <a:pt x="29911" y="103813"/>
                  <a:pt x="23914" y="105210"/>
                  <a:pt x="17764" y="105210"/>
                </a:cubicBezTo>
                <a:cubicBezTo>
                  <a:pt x="11563" y="105210"/>
                  <a:pt x="7052" y="104156"/>
                  <a:pt x="4231" y="102046"/>
                </a:cubicBezTo>
                <a:cubicBezTo>
                  <a:pt x="1410" y="99937"/>
                  <a:pt x="0" y="97612"/>
                  <a:pt x="0" y="95071"/>
                </a:cubicBezTo>
                <a:cubicBezTo>
                  <a:pt x="0" y="93647"/>
                  <a:pt x="585" y="92389"/>
                  <a:pt x="1754" y="91297"/>
                </a:cubicBezTo>
                <a:cubicBezTo>
                  <a:pt x="2923" y="90204"/>
                  <a:pt x="4396" y="89658"/>
                  <a:pt x="6175" y="89658"/>
                </a:cubicBezTo>
                <a:cubicBezTo>
                  <a:pt x="7497" y="89658"/>
                  <a:pt x="8653" y="89861"/>
                  <a:pt x="9644" y="90267"/>
                </a:cubicBezTo>
                <a:cubicBezTo>
                  <a:pt x="10635" y="90674"/>
                  <a:pt x="12325" y="91716"/>
                  <a:pt x="14714" y="93393"/>
                </a:cubicBezTo>
                <a:cubicBezTo>
                  <a:pt x="18526" y="96036"/>
                  <a:pt x="22389" y="97358"/>
                  <a:pt x="26303" y="97358"/>
                </a:cubicBezTo>
                <a:cubicBezTo>
                  <a:pt x="32249" y="97358"/>
                  <a:pt x="37472" y="95109"/>
                  <a:pt x="41970" y="90611"/>
                </a:cubicBezTo>
                <a:cubicBezTo>
                  <a:pt x="46468" y="86112"/>
                  <a:pt x="48717" y="80636"/>
                  <a:pt x="48717" y="74181"/>
                </a:cubicBezTo>
                <a:cubicBezTo>
                  <a:pt x="48717" y="67929"/>
                  <a:pt x="46709" y="62097"/>
                  <a:pt x="42694" y="56684"/>
                </a:cubicBezTo>
                <a:cubicBezTo>
                  <a:pt x="38679" y="51271"/>
                  <a:pt x="33139" y="47091"/>
                  <a:pt x="26074" y="44143"/>
                </a:cubicBezTo>
                <a:cubicBezTo>
                  <a:pt x="20534" y="41855"/>
                  <a:pt x="12986" y="40534"/>
                  <a:pt x="3431" y="40178"/>
                </a:cubicBezTo>
                <a:lnTo>
                  <a:pt x="23253" y="0"/>
                </a:lnTo>
                <a:lnTo>
                  <a:pt x="6030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D7EA2B-8AE3-4BFD-BEA2-AE86F992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152" y="1328014"/>
            <a:ext cx="355089" cy="10"/>
          </a:xfrm>
          <a:custGeom xmlns:a="http://schemas.openxmlformats.org/drawingml/2006/main">
            <a:pathLst>
              <a:path w="355089" h="1" fill="none">
                <a:moveTo>
                  <a:pt x="0" y="0"/>
                </a:moveTo>
                <a:lnTo>
                  <a:pt x="355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EBAF85-CA87-477B-80C8-7F30EDDC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1991" y="1307516"/>
            <a:ext cx="40997" cy="40997"/>
          </a:xfrm>
          <a:custGeom xmlns:a="http://schemas.openxmlformats.org/drawingml/2006/main">
            <a:pathLst>
              <a:path w="40997" h="40997">
                <a:moveTo>
                  <a:pt x="40997" y="20498"/>
                </a:moveTo>
                <a:lnTo>
                  <a:pt x="0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56D424-EB34-44AB-9B48-642115AB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1991" y="1307516"/>
            <a:ext cx="40997" cy="40997"/>
          </a:xfrm>
          <a:custGeom xmlns:a="http://schemas.openxmlformats.org/drawingml/2006/main">
            <a:pathLst>
              <a:path w="40997" h="40997" fill="none">
                <a:moveTo>
                  <a:pt x="40997" y="20498"/>
                </a:moveTo>
                <a:lnTo>
                  <a:pt x="0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99" name="Text x">
            <a:extLst xmlns:a="http://schemas.openxmlformats.org/drawingml/2006/main">
              <a:ext uri="{FF2B5EF4-FFF2-40B4-BE49-F238E27FC236}">
                <a16:creationId xmlns:a16="http://schemas.microsoft.com/office/drawing/2014/main" id="{EF9F473E-1E3A-4335-827F-29E090EF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231" y="1378335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5">
            <a:extLst xmlns:a="http://schemas.openxmlformats.org/drawingml/2006/main">
              <a:ext uri="{FF2B5EF4-FFF2-40B4-BE49-F238E27FC236}">
                <a16:creationId xmlns:a16="http://schemas.microsoft.com/office/drawing/2014/main" id="{A959F33C-CFBB-4EED-9CB1-F309648F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172" y="1381584"/>
            <a:ext cx="67861" cy="118391"/>
          </a:xfrm>
          <a:custGeom xmlns:a="http://schemas.openxmlformats.org/drawingml/2006/main">
            <a:pathLst>
              <a:path w="67861" h="118391">
                <a:moveTo>
                  <a:pt x="67861" y="0"/>
                </a:moveTo>
                <a:lnTo>
                  <a:pt x="61169" y="14756"/>
                </a:lnTo>
                <a:lnTo>
                  <a:pt x="26166" y="14756"/>
                </a:lnTo>
                <a:lnTo>
                  <a:pt x="18531" y="30198"/>
                </a:lnTo>
                <a:cubicBezTo>
                  <a:pt x="33687" y="32429"/>
                  <a:pt x="45698" y="38063"/>
                  <a:pt x="54563" y="47099"/>
                </a:cubicBezTo>
                <a:cubicBezTo>
                  <a:pt x="62170" y="54878"/>
                  <a:pt x="65973" y="64029"/>
                  <a:pt x="65973" y="74552"/>
                </a:cubicBezTo>
                <a:cubicBezTo>
                  <a:pt x="65973" y="80672"/>
                  <a:pt x="64729" y="86334"/>
                  <a:pt x="62241" y="91539"/>
                </a:cubicBezTo>
                <a:cubicBezTo>
                  <a:pt x="59753" y="96743"/>
                  <a:pt x="56622" y="101176"/>
                  <a:pt x="52847" y="104836"/>
                </a:cubicBezTo>
                <a:cubicBezTo>
                  <a:pt x="49072" y="108497"/>
                  <a:pt x="44869" y="111442"/>
                  <a:pt x="40236" y="113673"/>
                </a:cubicBezTo>
                <a:cubicBezTo>
                  <a:pt x="33659" y="116818"/>
                  <a:pt x="26910" y="118391"/>
                  <a:pt x="19989" y="118391"/>
                </a:cubicBezTo>
                <a:cubicBezTo>
                  <a:pt x="13012" y="118391"/>
                  <a:pt x="7936" y="117205"/>
                  <a:pt x="4761" y="114831"/>
                </a:cubicBezTo>
                <a:cubicBezTo>
                  <a:pt x="1587" y="112457"/>
                  <a:pt x="0" y="109841"/>
                  <a:pt x="0" y="106981"/>
                </a:cubicBezTo>
                <a:cubicBezTo>
                  <a:pt x="0" y="105380"/>
                  <a:pt x="658" y="103964"/>
                  <a:pt x="1973" y="102734"/>
                </a:cubicBezTo>
                <a:cubicBezTo>
                  <a:pt x="3289" y="101505"/>
                  <a:pt x="4947" y="100890"/>
                  <a:pt x="6949" y="100890"/>
                </a:cubicBezTo>
                <a:cubicBezTo>
                  <a:pt x="8436" y="100890"/>
                  <a:pt x="9737" y="101119"/>
                  <a:pt x="10853" y="101576"/>
                </a:cubicBezTo>
                <a:cubicBezTo>
                  <a:pt x="11968" y="102034"/>
                  <a:pt x="13870" y="103206"/>
                  <a:pt x="16558" y="105094"/>
                </a:cubicBezTo>
                <a:cubicBezTo>
                  <a:pt x="20847" y="108068"/>
                  <a:pt x="25194" y="109555"/>
                  <a:pt x="29598" y="109555"/>
                </a:cubicBezTo>
                <a:cubicBezTo>
                  <a:pt x="36290" y="109555"/>
                  <a:pt x="42166" y="107024"/>
                  <a:pt x="47228" y="101962"/>
                </a:cubicBezTo>
                <a:cubicBezTo>
                  <a:pt x="52289" y="96901"/>
                  <a:pt x="54820" y="90738"/>
                  <a:pt x="54820" y="83474"/>
                </a:cubicBezTo>
                <a:cubicBezTo>
                  <a:pt x="54820" y="76440"/>
                  <a:pt x="52561" y="69877"/>
                  <a:pt x="48043" y="63785"/>
                </a:cubicBezTo>
                <a:cubicBezTo>
                  <a:pt x="43525" y="57694"/>
                  <a:pt x="37290" y="52990"/>
                  <a:pt x="29340" y="49673"/>
                </a:cubicBezTo>
                <a:cubicBezTo>
                  <a:pt x="23106" y="47099"/>
                  <a:pt x="14613" y="45612"/>
                  <a:pt x="3861" y="45212"/>
                </a:cubicBezTo>
                <a:lnTo>
                  <a:pt x="26166" y="0"/>
                </a:lnTo>
                <a:lnTo>
                  <a:pt x="6786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/y">
            <a:extLst xmlns:a="http://schemas.openxmlformats.org/drawingml/2006/main">
              <a:ext uri="{FF2B5EF4-FFF2-40B4-BE49-F238E27FC236}">
                <a16:creationId xmlns:a16="http://schemas.microsoft.com/office/drawing/2014/main" id="{75C53782-9241-40CB-A473-1932CB04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872" y="1334925"/>
            <a:ext cx="135407" cy="159914"/>
          </a:xfrm>
          <a:custGeom xmlns:a="http://schemas.openxmlformats.org/drawingml/2006/main">
            <a:pathLst>
              <a:path w="135407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7" y="43410"/>
                </a:moveTo>
                <a:lnTo>
                  <a:pt x="86249" y="43410"/>
                </a:lnTo>
                <a:lnTo>
                  <a:pt x="86249" y="46584"/>
                </a:lnTo>
                <a:lnTo>
                  <a:pt x="84448" y="46584"/>
                </a:lnTo>
                <a:cubicBezTo>
                  <a:pt x="81874" y="46584"/>
                  <a:pt x="79944" y="47142"/>
                  <a:pt x="78657" y="48257"/>
                </a:cubicBezTo>
                <a:cubicBezTo>
                  <a:pt x="77370" y="49373"/>
                  <a:pt x="76726" y="50760"/>
                  <a:pt x="76726" y="52418"/>
                </a:cubicBezTo>
                <a:cubicBezTo>
                  <a:pt x="76726" y="54649"/>
                  <a:pt x="77670" y="57737"/>
                  <a:pt x="79557" y="61684"/>
                </a:cubicBezTo>
                <a:lnTo>
                  <a:pt x="98689" y="101319"/>
                </a:lnTo>
                <a:lnTo>
                  <a:pt x="116276" y="57909"/>
                </a:lnTo>
                <a:cubicBezTo>
                  <a:pt x="117248" y="55564"/>
                  <a:pt x="117734" y="53247"/>
                  <a:pt x="117734" y="50960"/>
                </a:cubicBezTo>
                <a:cubicBezTo>
                  <a:pt x="117734" y="49930"/>
                  <a:pt x="117534" y="49158"/>
                  <a:pt x="117134" y="48643"/>
                </a:cubicBezTo>
                <a:cubicBezTo>
                  <a:pt x="116676" y="48014"/>
                  <a:pt x="115961" y="47514"/>
                  <a:pt x="114989" y="47142"/>
                </a:cubicBezTo>
                <a:cubicBezTo>
                  <a:pt x="114017" y="46770"/>
                  <a:pt x="112301" y="46584"/>
                  <a:pt x="109842" y="46584"/>
                </a:cubicBezTo>
                <a:lnTo>
                  <a:pt x="109842" y="43410"/>
                </a:lnTo>
                <a:lnTo>
                  <a:pt x="135407" y="43410"/>
                </a:lnTo>
                <a:lnTo>
                  <a:pt x="135407" y="46584"/>
                </a:lnTo>
                <a:cubicBezTo>
                  <a:pt x="133291" y="46813"/>
                  <a:pt x="131661" y="47271"/>
                  <a:pt x="130517" y="47957"/>
                </a:cubicBezTo>
                <a:cubicBezTo>
                  <a:pt x="129373" y="48643"/>
                  <a:pt x="128115" y="49930"/>
                  <a:pt x="126742" y="51818"/>
                </a:cubicBezTo>
                <a:cubicBezTo>
                  <a:pt x="126228" y="52618"/>
                  <a:pt x="125255" y="54820"/>
                  <a:pt x="123826" y="58424"/>
                </a:cubicBezTo>
                <a:lnTo>
                  <a:pt x="91826" y="136836"/>
                </a:lnTo>
                <a:cubicBezTo>
                  <a:pt x="88737" y="144443"/>
                  <a:pt x="84691" y="150191"/>
                  <a:pt x="79686" y="154080"/>
                </a:cubicBezTo>
                <a:cubicBezTo>
                  <a:pt x="74682" y="157969"/>
                  <a:pt x="69863" y="159914"/>
                  <a:pt x="65230" y="159914"/>
                </a:cubicBezTo>
                <a:cubicBezTo>
                  <a:pt x="61856" y="159914"/>
                  <a:pt x="59082" y="158953"/>
                  <a:pt x="56909" y="157032"/>
                </a:cubicBezTo>
                <a:cubicBezTo>
                  <a:pt x="54735" y="155111"/>
                  <a:pt x="53649" y="152907"/>
                  <a:pt x="53649" y="150421"/>
                </a:cubicBezTo>
                <a:cubicBezTo>
                  <a:pt x="53649" y="148047"/>
                  <a:pt x="54435" y="146133"/>
                  <a:pt x="56008" y="144678"/>
                </a:cubicBezTo>
                <a:cubicBezTo>
                  <a:pt x="57581" y="143225"/>
                  <a:pt x="59740" y="142499"/>
                  <a:pt x="62485" y="142499"/>
                </a:cubicBezTo>
                <a:cubicBezTo>
                  <a:pt x="64373" y="142499"/>
                  <a:pt x="66946" y="143128"/>
                  <a:pt x="70206" y="144386"/>
                </a:cubicBezTo>
                <a:cubicBezTo>
                  <a:pt x="72494" y="145244"/>
                  <a:pt x="73924" y="145673"/>
                  <a:pt x="74496" y="145673"/>
                </a:cubicBezTo>
                <a:cubicBezTo>
                  <a:pt x="76212" y="145673"/>
                  <a:pt x="78085" y="144780"/>
                  <a:pt x="80115" y="142995"/>
                </a:cubicBezTo>
                <a:cubicBezTo>
                  <a:pt x="82146" y="141211"/>
                  <a:pt x="84190" y="137758"/>
                  <a:pt x="86249" y="132635"/>
                </a:cubicBezTo>
                <a:lnTo>
                  <a:pt x="91826" y="118906"/>
                </a:lnTo>
                <a:lnTo>
                  <a:pt x="63600" y="59625"/>
                </a:lnTo>
                <a:cubicBezTo>
                  <a:pt x="62743" y="57852"/>
                  <a:pt x="61370" y="55650"/>
                  <a:pt x="59482" y="53019"/>
                </a:cubicBezTo>
                <a:cubicBezTo>
                  <a:pt x="58053" y="51017"/>
                  <a:pt x="56880" y="49673"/>
                  <a:pt x="55965" y="48987"/>
                </a:cubicBezTo>
                <a:cubicBezTo>
                  <a:pt x="54650" y="48071"/>
                  <a:pt x="52533" y="47271"/>
                  <a:pt x="49617" y="46584"/>
                </a:cubicBezTo>
                <a:lnTo>
                  <a:pt x="49617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5">
            <a:extLst xmlns:a="http://schemas.openxmlformats.org/drawingml/2006/main">
              <a:ext uri="{FF2B5EF4-FFF2-40B4-BE49-F238E27FC236}">
                <a16:creationId xmlns:a16="http://schemas.microsoft.com/office/drawing/2014/main" id="{82065DC8-2236-4D7E-9BD1-4E252A13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738" y="1381584"/>
            <a:ext cx="67861" cy="118391"/>
          </a:xfrm>
          <a:custGeom xmlns:a="http://schemas.openxmlformats.org/drawingml/2006/main">
            <a:pathLst>
              <a:path w="67861" h="118391">
                <a:moveTo>
                  <a:pt x="67861" y="0"/>
                </a:moveTo>
                <a:lnTo>
                  <a:pt x="61169" y="14756"/>
                </a:lnTo>
                <a:lnTo>
                  <a:pt x="26166" y="14756"/>
                </a:lnTo>
                <a:lnTo>
                  <a:pt x="18531" y="30198"/>
                </a:lnTo>
                <a:cubicBezTo>
                  <a:pt x="33687" y="32429"/>
                  <a:pt x="45698" y="38063"/>
                  <a:pt x="54563" y="47099"/>
                </a:cubicBezTo>
                <a:cubicBezTo>
                  <a:pt x="62170" y="54878"/>
                  <a:pt x="65973" y="64029"/>
                  <a:pt x="65973" y="74552"/>
                </a:cubicBezTo>
                <a:cubicBezTo>
                  <a:pt x="65973" y="80672"/>
                  <a:pt x="64729" y="86334"/>
                  <a:pt x="62241" y="91539"/>
                </a:cubicBezTo>
                <a:cubicBezTo>
                  <a:pt x="59753" y="96743"/>
                  <a:pt x="56622" y="101176"/>
                  <a:pt x="52847" y="104836"/>
                </a:cubicBezTo>
                <a:cubicBezTo>
                  <a:pt x="49072" y="108497"/>
                  <a:pt x="44869" y="111442"/>
                  <a:pt x="40236" y="113673"/>
                </a:cubicBezTo>
                <a:cubicBezTo>
                  <a:pt x="33659" y="116818"/>
                  <a:pt x="26910" y="118391"/>
                  <a:pt x="19989" y="118391"/>
                </a:cubicBezTo>
                <a:cubicBezTo>
                  <a:pt x="13012" y="118391"/>
                  <a:pt x="7936" y="117205"/>
                  <a:pt x="4761" y="114831"/>
                </a:cubicBezTo>
                <a:cubicBezTo>
                  <a:pt x="1587" y="112457"/>
                  <a:pt x="0" y="109841"/>
                  <a:pt x="0" y="106981"/>
                </a:cubicBezTo>
                <a:cubicBezTo>
                  <a:pt x="0" y="105380"/>
                  <a:pt x="658" y="103964"/>
                  <a:pt x="1973" y="102734"/>
                </a:cubicBezTo>
                <a:cubicBezTo>
                  <a:pt x="3289" y="101505"/>
                  <a:pt x="4947" y="100890"/>
                  <a:pt x="6949" y="100890"/>
                </a:cubicBezTo>
                <a:cubicBezTo>
                  <a:pt x="8436" y="100890"/>
                  <a:pt x="9737" y="101119"/>
                  <a:pt x="10853" y="101576"/>
                </a:cubicBezTo>
                <a:cubicBezTo>
                  <a:pt x="11968" y="102034"/>
                  <a:pt x="13870" y="103206"/>
                  <a:pt x="16558" y="105094"/>
                </a:cubicBezTo>
                <a:cubicBezTo>
                  <a:pt x="20847" y="108068"/>
                  <a:pt x="25194" y="109555"/>
                  <a:pt x="29598" y="109555"/>
                </a:cubicBezTo>
                <a:cubicBezTo>
                  <a:pt x="36290" y="109555"/>
                  <a:pt x="42166" y="107024"/>
                  <a:pt x="47228" y="101962"/>
                </a:cubicBezTo>
                <a:cubicBezTo>
                  <a:pt x="52289" y="96901"/>
                  <a:pt x="54820" y="90738"/>
                  <a:pt x="54820" y="83474"/>
                </a:cubicBezTo>
                <a:cubicBezTo>
                  <a:pt x="54820" y="76440"/>
                  <a:pt x="52561" y="69877"/>
                  <a:pt x="48043" y="63785"/>
                </a:cubicBezTo>
                <a:cubicBezTo>
                  <a:pt x="43525" y="57694"/>
                  <a:pt x="37290" y="52990"/>
                  <a:pt x="29340" y="49673"/>
                </a:cubicBezTo>
                <a:cubicBezTo>
                  <a:pt x="23106" y="47099"/>
                  <a:pt x="14613" y="45612"/>
                  <a:pt x="3861" y="45212"/>
                </a:cubicBezTo>
                <a:lnTo>
                  <a:pt x="26166" y="0"/>
                </a:lnTo>
                <a:lnTo>
                  <a:pt x="6786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ActiveLearner">
            <a:extLst xmlns:a="http://schemas.openxmlformats.org/drawingml/2006/main">
              <a:ext uri="{FF2B5EF4-FFF2-40B4-BE49-F238E27FC236}">
                <a16:creationId xmlns:a16="http://schemas.microsoft.com/office/drawing/2014/main" id="{F5305468-F06E-4D6F-828B-F1FE21A6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5232" y="213181"/>
            <a:ext cx="1359261" cy="145570"/>
          </a:xfrm>
          <a:custGeom xmlns:a="http://schemas.openxmlformats.org/drawingml/2006/main">
            <a:pathLst>
              <a:path w="1359261" h="145570">
                <a:moveTo>
                  <a:pt x="86065" y="102743"/>
                </a:moveTo>
                <a:lnTo>
                  <a:pt x="36753" y="102743"/>
                </a:lnTo>
                <a:lnTo>
                  <a:pt x="30885" y="116400"/>
                </a:lnTo>
                <a:cubicBezTo>
                  <a:pt x="28963" y="120979"/>
                  <a:pt x="28002" y="124760"/>
                  <a:pt x="28002" y="127744"/>
                </a:cubicBezTo>
                <a:cubicBezTo>
                  <a:pt x="28002" y="131696"/>
                  <a:pt x="29581" y="134610"/>
                  <a:pt x="32738" y="136485"/>
                </a:cubicBezTo>
                <a:cubicBezTo>
                  <a:pt x="34591" y="137593"/>
                  <a:pt x="39155" y="138426"/>
                  <a:pt x="46430" y="138981"/>
                </a:cubicBezTo>
                <a:lnTo>
                  <a:pt x="46430" y="142687"/>
                </a:lnTo>
                <a:lnTo>
                  <a:pt x="0" y="142687"/>
                </a:lnTo>
                <a:lnTo>
                  <a:pt x="0" y="138981"/>
                </a:lnTo>
                <a:cubicBezTo>
                  <a:pt x="5010" y="138220"/>
                  <a:pt x="9128" y="136124"/>
                  <a:pt x="12354" y="132695"/>
                </a:cubicBezTo>
                <a:cubicBezTo>
                  <a:pt x="15580" y="129263"/>
                  <a:pt x="19560" y="122177"/>
                  <a:pt x="24296" y="111436"/>
                </a:cubicBezTo>
                <a:lnTo>
                  <a:pt x="74226" y="0"/>
                </a:lnTo>
                <a:lnTo>
                  <a:pt x="76182" y="0"/>
                </a:lnTo>
                <a:lnTo>
                  <a:pt x="126524" y="114540"/>
                </a:lnTo>
                <a:cubicBezTo>
                  <a:pt x="131329" y="125496"/>
                  <a:pt x="135275" y="132395"/>
                  <a:pt x="138363" y="135236"/>
                </a:cubicBezTo>
                <a:cubicBezTo>
                  <a:pt x="140697" y="137385"/>
                  <a:pt x="143991" y="138634"/>
                  <a:pt x="148247" y="138981"/>
                </a:cubicBezTo>
                <a:lnTo>
                  <a:pt x="148247" y="142687"/>
                </a:lnTo>
                <a:lnTo>
                  <a:pt x="80712" y="142687"/>
                </a:lnTo>
                <a:lnTo>
                  <a:pt x="80712" y="138981"/>
                </a:lnTo>
                <a:lnTo>
                  <a:pt x="83492" y="138981"/>
                </a:lnTo>
                <a:cubicBezTo>
                  <a:pt x="88914" y="138981"/>
                  <a:pt x="92723" y="138213"/>
                  <a:pt x="94919" y="136678"/>
                </a:cubicBezTo>
                <a:cubicBezTo>
                  <a:pt x="96429" y="135562"/>
                  <a:pt x="97184" y="133957"/>
                  <a:pt x="97184" y="131862"/>
                </a:cubicBezTo>
                <a:cubicBezTo>
                  <a:pt x="97184" y="130607"/>
                  <a:pt x="96978" y="129316"/>
                  <a:pt x="96566" y="127988"/>
                </a:cubicBezTo>
                <a:cubicBezTo>
                  <a:pt x="96429" y="127362"/>
                  <a:pt x="95399" y="124745"/>
                  <a:pt x="93478" y="120138"/>
                </a:cubicBezTo>
                <a:lnTo>
                  <a:pt x="86065" y="102743"/>
                </a:lnTo>
                <a:moveTo>
                  <a:pt x="82565" y="95125"/>
                </a:moveTo>
                <a:lnTo>
                  <a:pt x="61769" y="46990"/>
                </a:lnTo>
                <a:lnTo>
                  <a:pt x="40356" y="95125"/>
                </a:lnTo>
                <a:lnTo>
                  <a:pt x="82565" y="95125"/>
                </a:lnTo>
                <a:close/>
                <a:moveTo>
                  <a:pt x="236232" y="117796"/>
                </a:moveTo>
                <a:lnTo>
                  <a:pt x="239424" y="120264"/>
                </a:lnTo>
                <a:cubicBezTo>
                  <a:pt x="234894" y="128802"/>
                  <a:pt x="229249" y="135155"/>
                  <a:pt x="222489" y="139322"/>
                </a:cubicBezTo>
                <a:cubicBezTo>
                  <a:pt x="215728" y="143487"/>
                  <a:pt x="208539" y="145570"/>
                  <a:pt x="200921" y="145570"/>
                </a:cubicBezTo>
                <a:cubicBezTo>
                  <a:pt x="188086" y="145570"/>
                  <a:pt x="177826" y="140727"/>
                  <a:pt x="170139" y="131041"/>
                </a:cubicBezTo>
                <a:cubicBezTo>
                  <a:pt x="162452" y="121353"/>
                  <a:pt x="158609" y="109708"/>
                  <a:pt x="158609" y="96106"/>
                </a:cubicBezTo>
                <a:cubicBezTo>
                  <a:pt x="158609" y="82982"/>
                  <a:pt x="162109" y="71440"/>
                  <a:pt x="169110" y="61480"/>
                </a:cubicBezTo>
                <a:cubicBezTo>
                  <a:pt x="177551" y="49456"/>
                  <a:pt x="189185" y="43444"/>
                  <a:pt x="204009" y="43444"/>
                </a:cubicBezTo>
                <a:cubicBezTo>
                  <a:pt x="213961" y="43444"/>
                  <a:pt x="221871" y="45957"/>
                  <a:pt x="227739" y="50982"/>
                </a:cubicBezTo>
                <a:cubicBezTo>
                  <a:pt x="233607" y="56005"/>
                  <a:pt x="236541" y="61614"/>
                  <a:pt x="236541" y="67808"/>
                </a:cubicBezTo>
                <a:cubicBezTo>
                  <a:pt x="236541" y="71731"/>
                  <a:pt x="235357" y="74862"/>
                  <a:pt x="232989" y="77202"/>
                </a:cubicBezTo>
                <a:cubicBezTo>
                  <a:pt x="230622" y="79542"/>
                  <a:pt x="227516" y="80712"/>
                  <a:pt x="223672" y="80712"/>
                </a:cubicBezTo>
                <a:cubicBezTo>
                  <a:pt x="219623" y="80712"/>
                  <a:pt x="216277" y="79369"/>
                  <a:pt x="213635" y="76684"/>
                </a:cubicBezTo>
                <a:cubicBezTo>
                  <a:pt x="210993" y="73997"/>
                  <a:pt x="209363" y="69210"/>
                  <a:pt x="208745" y="62323"/>
                </a:cubicBezTo>
                <a:cubicBezTo>
                  <a:pt x="208333" y="57984"/>
                  <a:pt x="207338" y="54953"/>
                  <a:pt x="205759" y="53231"/>
                </a:cubicBezTo>
                <a:cubicBezTo>
                  <a:pt x="204181" y="51511"/>
                  <a:pt x="202328" y="50651"/>
                  <a:pt x="200200" y="50651"/>
                </a:cubicBezTo>
                <a:cubicBezTo>
                  <a:pt x="196906" y="50651"/>
                  <a:pt x="194092" y="52401"/>
                  <a:pt x="191758" y="55901"/>
                </a:cubicBezTo>
                <a:cubicBezTo>
                  <a:pt x="188189" y="61186"/>
                  <a:pt x="186405" y="69285"/>
                  <a:pt x="186405" y="80197"/>
                </a:cubicBezTo>
                <a:cubicBezTo>
                  <a:pt x="186405" y="89257"/>
                  <a:pt x="187846" y="97922"/>
                  <a:pt x="190729" y="106192"/>
                </a:cubicBezTo>
                <a:cubicBezTo>
                  <a:pt x="193611" y="114462"/>
                  <a:pt x="197558" y="120622"/>
                  <a:pt x="202568" y="124671"/>
                </a:cubicBezTo>
                <a:cubicBezTo>
                  <a:pt x="206343" y="127622"/>
                  <a:pt x="210804" y="129098"/>
                  <a:pt x="215951" y="129098"/>
                </a:cubicBezTo>
                <a:cubicBezTo>
                  <a:pt x="219314" y="129098"/>
                  <a:pt x="222506" y="128311"/>
                  <a:pt x="225526" y="126737"/>
                </a:cubicBezTo>
                <a:cubicBezTo>
                  <a:pt x="228545" y="125160"/>
                  <a:pt x="232114" y="122180"/>
                  <a:pt x="236232" y="117796"/>
                </a:cubicBezTo>
                <a:close/>
                <a:moveTo>
                  <a:pt x="289489" y="10913"/>
                </a:moveTo>
                <a:lnTo>
                  <a:pt x="289489" y="46327"/>
                </a:lnTo>
                <a:lnTo>
                  <a:pt x="312344" y="46327"/>
                </a:lnTo>
                <a:lnTo>
                  <a:pt x="312344" y="56416"/>
                </a:lnTo>
                <a:lnTo>
                  <a:pt x="289489" y="56416"/>
                </a:lnTo>
                <a:lnTo>
                  <a:pt x="289489" y="115978"/>
                </a:lnTo>
                <a:cubicBezTo>
                  <a:pt x="289489" y="121553"/>
                  <a:pt x="289746" y="125148"/>
                  <a:pt x="290261" y="126766"/>
                </a:cubicBezTo>
                <a:cubicBezTo>
                  <a:pt x="290776" y="128383"/>
                  <a:pt x="291685" y="129691"/>
                  <a:pt x="292989" y="130690"/>
                </a:cubicBezTo>
                <a:cubicBezTo>
                  <a:pt x="294293" y="131688"/>
                  <a:pt x="295494" y="132186"/>
                  <a:pt x="296593" y="132186"/>
                </a:cubicBezTo>
                <a:cubicBezTo>
                  <a:pt x="301054" y="132186"/>
                  <a:pt x="305275" y="128755"/>
                  <a:pt x="309255" y="121892"/>
                </a:cubicBezTo>
                <a:lnTo>
                  <a:pt x="312344" y="124179"/>
                </a:lnTo>
                <a:cubicBezTo>
                  <a:pt x="306785" y="137479"/>
                  <a:pt x="297759" y="144129"/>
                  <a:pt x="285268" y="144129"/>
                </a:cubicBezTo>
                <a:cubicBezTo>
                  <a:pt x="279160" y="144129"/>
                  <a:pt x="273995" y="142425"/>
                  <a:pt x="269774" y="139016"/>
                </a:cubicBezTo>
                <a:cubicBezTo>
                  <a:pt x="265553" y="135606"/>
                  <a:pt x="262860" y="131800"/>
                  <a:pt x="261693" y="127599"/>
                </a:cubicBezTo>
                <a:cubicBezTo>
                  <a:pt x="261007" y="125257"/>
                  <a:pt x="260663" y="118920"/>
                  <a:pt x="260663" y="108589"/>
                </a:cubicBezTo>
                <a:lnTo>
                  <a:pt x="260663" y="56416"/>
                </a:lnTo>
                <a:lnTo>
                  <a:pt x="248104" y="56416"/>
                </a:lnTo>
                <a:lnTo>
                  <a:pt x="248104" y="52803"/>
                </a:lnTo>
                <a:cubicBezTo>
                  <a:pt x="256751" y="46682"/>
                  <a:pt x="264112" y="40251"/>
                  <a:pt x="270186" y="33510"/>
                </a:cubicBezTo>
                <a:cubicBezTo>
                  <a:pt x="276260" y="26769"/>
                  <a:pt x="281562" y="19236"/>
                  <a:pt x="286092" y="10913"/>
                </a:cubicBezTo>
                <a:lnTo>
                  <a:pt x="289489" y="10913"/>
                </a:lnTo>
                <a:close/>
                <a:moveTo>
                  <a:pt x="344668" y="0"/>
                </a:moveTo>
                <a:cubicBezTo>
                  <a:pt x="349129" y="0"/>
                  <a:pt x="352904" y="1567"/>
                  <a:pt x="355993" y="4700"/>
                </a:cubicBezTo>
                <a:cubicBezTo>
                  <a:pt x="359081" y="7832"/>
                  <a:pt x="360625" y="11601"/>
                  <a:pt x="360625" y="16009"/>
                </a:cubicBezTo>
                <a:cubicBezTo>
                  <a:pt x="360625" y="20416"/>
                  <a:pt x="359064" y="24169"/>
                  <a:pt x="355941" y="27269"/>
                </a:cubicBezTo>
                <a:cubicBezTo>
                  <a:pt x="352818" y="30366"/>
                  <a:pt x="349061" y="31914"/>
                  <a:pt x="344668" y="31914"/>
                </a:cubicBezTo>
                <a:cubicBezTo>
                  <a:pt x="340276" y="31914"/>
                  <a:pt x="336535" y="30366"/>
                  <a:pt x="333447" y="27269"/>
                </a:cubicBezTo>
                <a:cubicBezTo>
                  <a:pt x="330358" y="24169"/>
                  <a:pt x="328814" y="20416"/>
                  <a:pt x="328814" y="16009"/>
                </a:cubicBezTo>
                <a:cubicBezTo>
                  <a:pt x="328814" y="11601"/>
                  <a:pt x="330358" y="7832"/>
                  <a:pt x="333447" y="4700"/>
                </a:cubicBezTo>
                <a:cubicBezTo>
                  <a:pt x="336535" y="1567"/>
                  <a:pt x="340276" y="0"/>
                  <a:pt x="344668" y="0"/>
                </a:cubicBezTo>
                <a:moveTo>
                  <a:pt x="359081" y="46327"/>
                </a:moveTo>
                <a:lnTo>
                  <a:pt x="359081" y="122715"/>
                </a:lnTo>
                <a:cubicBezTo>
                  <a:pt x="359081" y="129510"/>
                  <a:pt x="359870" y="133851"/>
                  <a:pt x="361449" y="135738"/>
                </a:cubicBezTo>
                <a:cubicBezTo>
                  <a:pt x="363027" y="137626"/>
                  <a:pt x="366116" y="138707"/>
                  <a:pt x="370714" y="138981"/>
                </a:cubicBezTo>
                <a:lnTo>
                  <a:pt x="370714" y="142687"/>
                </a:lnTo>
                <a:lnTo>
                  <a:pt x="318725" y="142687"/>
                </a:lnTo>
                <a:lnTo>
                  <a:pt x="318725" y="138981"/>
                </a:lnTo>
                <a:cubicBezTo>
                  <a:pt x="322980" y="138844"/>
                  <a:pt x="326137" y="137608"/>
                  <a:pt x="328196" y="135275"/>
                </a:cubicBezTo>
                <a:cubicBezTo>
                  <a:pt x="329569" y="133696"/>
                  <a:pt x="330255" y="129510"/>
                  <a:pt x="330255" y="122715"/>
                </a:cubicBezTo>
                <a:lnTo>
                  <a:pt x="330255" y="66505"/>
                </a:lnTo>
                <a:cubicBezTo>
                  <a:pt x="330255" y="59625"/>
                  <a:pt x="329466" y="55229"/>
                  <a:pt x="327887" y="53318"/>
                </a:cubicBezTo>
                <a:cubicBezTo>
                  <a:pt x="326309" y="51407"/>
                  <a:pt x="323255" y="50312"/>
                  <a:pt x="318725" y="50033"/>
                </a:cubicBezTo>
                <a:lnTo>
                  <a:pt x="318725" y="46327"/>
                </a:lnTo>
                <a:lnTo>
                  <a:pt x="359081" y="46327"/>
                </a:lnTo>
                <a:close/>
                <a:moveTo>
                  <a:pt x="423563" y="145570"/>
                </a:moveTo>
                <a:lnTo>
                  <a:pt x="391134" y="70887"/>
                </a:lnTo>
                <a:cubicBezTo>
                  <a:pt x="387222" y="61825"/>
                  <a:pt x="384168" y="56085"/>
                  <a:pt x="381972" y="53665"/>
                </a:cubicBezTo>
                <a:cubicBezTo>
                  <a:pt x="380393" y="51866"/>
                  <a:pt x="378060" y="50655"/>
                  <a:pt x="374971" y="50033"/>
                </a:cubicBezTo>
                <a:lnTo>
                  <a:pt x="374971" y="46327"/>
                </a:lnTo>
                <a:lnTo>
                  <a:pt x="426137" y="46327"/>
                </a:lnTo>
                <a:lnTo>
                  <a:pt x="426137" y="50033"/>
                </a:lnTo>
                <a:cubicBezTo>
                  <a:pt x="422911" y="50033"/>
                  <a:pt x="420715" y="50620"/>
                  <a:pt x="419548" y="51793"/>
                </a:cubicBezTo>
                <a:cubicBezTo>
                  <a:pt x="417901" y="53314"/>
                  <a:pt x="417077" y="55109"/>
                  <a:pt x="417077" y="57178"/>
                </a:cubicBezTo>
                <a:cubicBezTo>
                  <a:pt x="417077" y="59733"/>
                  <a:pt x="418587" y="64532"/>
                  <a:pt x="421607" y="71575"/>
                </a:cubicBezTo>
                <a:lnTo>
                  <a:pt x="437461" y="107749"/>
                </a:lnTo>
                <a:lnTo>
                  <a:pt x="450124" y="76523"/>
                </a:lnTo>
                <a:cubicBezTo>
                  <a:pt x="453761" y="67556"/>
                  <a:pt x="455580" y="61210"/>
                  <a:pt x="455580" y="57484"/>
                </a:cubicBezTo>
                <a:cubicBezTo>
                  <a:pt x="455580" y="55346"/>
                  <a:pt x="454808" y="53604"/>
                  <a:pt x="453264" y="52259"/>
                </a:cubicBezTo>
                <a:cubicBezTo>
                  <a:pt x="451720" y="50913"/>
                  <a:pt x="448991" y="50170"/>
                  <a:pt x="445079" y="50033"/>
                </a:cubicBezTo>
                <a:lnTo>
                  <a:pt x="445079" y="46327"/>
                </a:lnTo>
                <a:lnTo>
                  <a:pt x="476582" y="46327"/>
                </a:lnTo>
                <a:lnTo>
                  <a:pt x="476582" y="50033"/>
                </a:lnTo>
                <a:cubicBezTo>
                  <a:pt x="473562" y="50447"/>
                  <a:pt x="471091" y="51585"/>
                  <a:pt x="469169" y="53447"/>
                </a:cubicBezTo>
                <a:cubicBezTo>
                  <a:pt x="467248" y="55308"/>
                  <a:pt x="464365" y="60789"/>
                  <a:pt x="460522" y="69889"/>
                </a:cubicBezTo>
                <a:lnTo>
                  <a:pt x="428402" y="145570"/>
                </a:lnTo>
                <a:lnTo>
                  <a:pt x="423563" y="145570"/>
                </a:lnTo>
                <a:close/>
                <a:moveTo>
                  <a:pt x="567074" y="91007"/>
                </a:moveTo>
                <a:lnTo>
                  <a:pt x="514262" y="91007"/>
                </a:lnTo>
                <a:cubicBezTo>
                  <a:pt x="514879" y="103807"/>
                  <a:pt x="518277" y="113923"/>
                  <a:pt x="524454" y="121354"/>
                </a:cubicBezTo>
                <a:cubicBezTo>
                  <a:pt x="529189" y="127066"/>
                  <a:pt x="534886" y="129922"/>
                  <a:pt x="541543" y="129922"/>
                </a:cubicBezTo>
                <a:cubicBezTo>
                  <a:pt x="545661" y="129922"/>
                  <a:pt x="549402" y="128772"/>
                  <a:pt x="552765" y="126473"/>
                </a:cubicBezTo>
                <a:cubicBezTo>
                  <a:pt x="556128" y="124174"/>
                  <a:pt x="559731" y="120038"/>
                  <a:pt x="563574" y="114067"/>
                </a:cubicBezTo>
                <a:lnTo>
                  <a:pt x="567074" y="116332"/>
                </a:lnTo>
                <a:cubicBezTo>
                  <a:pt x="561858" y="126970"/>
                  <a:pt x="556093" y="134503"/>
                  <a:pt x="549779" y="138930"/>
                </a:cubicBezTo>
                <a:cubicBezTo>
                  <a:pt x="543465" y="143356"/>
                  <a:pt x="536155" y="145570"/>
                  <a:pt x="527851" y="145570"/>
                </a:cubicBezTo>
                <a:cubicBezTo>
                  <a:pt x="513575" y="145570"/>
                  <a:pt x="502766" y="140074"/>
                  <a:pt x="495422" y="129082"/>
                </a:cubicBezTo>
                <a:cubicBezTo>
                  <a:pt x="489520" y="120220"/>
                  <a:pt x="486568" y="109228"/>
                  <a:pt x="486568" y="96106"/>
                </a:cubicBezTo>
                <a:cubicBezTo>
                  <a:pt x="486568" y="80029"/>
                  <a:pt x="490909" y="67233"/>
                  <a:pt x="499591" y="57719"/>
                </a:cubicBezTo>
                <a:cubicBezTo>
                  <a:pt x="508273" y="48203"/>
                  <a:pt x="518448" y="43444"/>
                  <a:pt x="530116" y="43444"/>
                </a:cubicBezTo>
                <a:cubicBezTo>
                  <a:pt x="539862" y="43444"/>
                  <a:pt x="548321" y="47442"/>
                  <a:pt x="555493" y="55438"/>
                </a:cubicBezTo>
                <a:cubicBezTo>
                  <a:pt x="562665" y="63434"/>
                  <a:pt x="566525" y="75290"/>
                  <a:pt x="567074" y="91007"/>
                </a:cubicBezTo>
                <a:moveTo>
                  <a:pt x="541749" y="84212"/>
                </a:moveTo>
                <a:cubicBezTo>
                  <a:pt x="541749" y="73162"/>
                  <a:pt x="541148" y="65578"/>
                  <a:pt x="539947" y="61461"/>
                </a:cubicBezTo>
                <a:cubicBezTo>
                  <a:pt x="538746" y="57343"/>
                  <a:pt x="536876" y="54220"/>
                  <a:pt x="534337" y="52092"/>
                </a:cubicBezTo>
                <a:cubicBezTo>
                  <a:pt x="532895" y="50857"/>
                  <a:pt x="530974" y="50239"/>
                  <a:pt x="528572" y="50239"/>
                </a:cubicBezTo>
                <a:cubicBezTo>
                  <a:pt x="525003" y="50239"/>
                  <a:pt x="522086" y="51989"/>
                  <a:pt x="519821" y="55489"/>
                </a:cubicBezTo>
                <a:cubicBezTo>
                  <a:pt x="515772" y="61598"/>
                  <a:pt x="513747" y="69971"/>
                  <a:pt x="513747" y="80609"/>
                </a:cubicBezTo>
                <a:lnTo>
                  <a:pt x="513747" y="84212"/>
                </a:lnTo>
                <a:lnTo>
                  <a:pt x="541749" y="84212"/>
                </a:lnTo>
                <a:close/>
                <a:moveTo>
                  <a:pt x="757870" y="93684"/>
                </a:moveTo>
                <a:lnTo>
                  <a:pt x="752620" y="142687"/>
                </a:lnTo>
                <a:lnTo>
                  <a:pt x="628669" y="142687"/>
                </a:lnTo>
                <a:lnTo>
                  <a:pt x="628669" y="138981"/>
                </a:lnTo>
                <a:lnTo>
                  <a:pt x="633302" y="138981"/>
                </a:lnTo>
                <a:cubicBezTo>
                  <a:pt x="637351" y="138981"/>
                  <a:pt x="640612" y="138257"/>
                  <a:pt x="643082" y="136810"/>
                </a:cubicBezTo>
                <a:cubicBezTo>
                  <a:pt x="644867" y="135842"/>
                  <a:pt x="646239" y="134186"/>
                  <a:pt x="647200" y="131842"/>
                </a:cubicBezTo>
                <a:cubicBezTo>
                  <a:pt x="647955" y="130186"/>
                  <a:pt x="648333" y="125840"/>
                  <a:pt x="648333" y="118803"/>
                </a:cubicBezTo>
                <a:lnTo>
                  <a:pt x="648333" y="26973"/>
                </a:lnTo>
                <a:cubicBezTo>
                  <a:pt x="648333" y="19798"/>
                  <a:pt x="647955" y="15315"/>
                  <a:pt x="647200" y="13522"/>
                </a:cubicBezTo>
                <a:cubicBezTo>
                  <a:pt x="646445" y="11727"/>
                  <a:pt x="644918" y="10157"/>
                  <a:pt x="642619" y="8812"/>
                </a:cubicBezTo>
                <a:cubicBezTo>
                  <a:pt x="640320" y="7467"/>
                  <a:pt x="637214" y="6795"/>
                  <a:pt x="633302" y="6795"/>
                </a:cubicBezTo>
                <a:lnTo>
                  <a:pt x="628669" y="6795"/>
                </a:lnTo>
                <a:lnTo>
                  <a:pt x="628669" y="3088"/>
                </a:lnTo>
                <a:lnTo>
                  <a:pt x="703102" y="3088"/>
                </a:lnTo>
                <a:lnTo>
                  <a:pt x="703102" y="6795"/>
                </a:lnTo>
                <a:lnTo>
                  <a:pt x="697028" y="6795"/>
                </a:lnTo>
                <a:cubicBezTo>
                  <a:pt x="692978" y="6795"/>
                  <a:pt x="689718" y="7518"/>
                  <a:pt x="687247" y="8966"/>
                </a:cubicBezTo>
                <a:cubicBezTo>
                  <a:pt x="685463" y="9934"/>
                  <a:pt x="684056" y="11589"/>
                  <a:pt x="683027" y="13933"/>
                </a:cubicBezTo>
                <a:cubicBezTo>
                  <a:pt x="682272" y="15589"/>
                  <a:pt x="681894" y="19936"/>
                  <a:pt x="681894" y="26973"/>
                </a:cubicBezTo>
                <a:lnTo>
                  <a:pt x="681894" y="115921"/>
                </a:lnTo>
                <a:cubicBezTo>
                  <a:pt x="681894" y="123058"/>
                  <a:pt x="682306" y="127605"/>
                  <a:pt x="683129" y="129561"/>
                </a:cubicBezTo>
                <a:cubicBezTo>
                  <a:pt x="683953" y="131517"/>
                  <a:pt x="685566" y="132976"/>
                  <a:pt x="687968" y="133937"/>
                </a:cubicBezTo>
                <a:cubicBezTo>
                  <a:pt x="689684" y="134554"/>
                  <a:pt x="693836" y="134863"/>
                  <a:pt x="700425" y="134863"/>
                </a:cubicBezTo>
                <a:lnTo>
                  <a:pt x="712058" y="134863"/>
                </a:lnTo>
                <a:cubicBezTo>
                  <a:pt x="719470" y="134863"/>
                  <a:pt x="725647" y="133559"/>
                  <a:pt x="730589" y="130951"/>
                </a:cubicBezTo>
                <a:cubicBezTo>
                  <a:pt x="735530" y="128343"/>
                  <a:pt x="739803" y="124225"/>
                  <a:pt x="743406" y="118597"/>
                </a:cubicBezTo>
                <a:cubicBezTo>
                  <a:pt x="747009" y="112969"/>
                  <a:pt x="750424" y="104665"/>
                  <a:pt x="753650" y="93684"/>
                </a:cubicBezTo>
                <a:lnTo>
                  <a:pt x="757870" y="93684"/>
                </a:lnTo>
                <a:close/>
                <a:moveTo>
                  <a:pt x="854026" y="91007"/>
                </a:moveTo>
                <a:lnTo>
                  <a:pt x="801213" y="91007"/>
                </a:lnTo>
                <a:cubicBezTo>
                  <a:pt x="801831" y="103807"/>
                  <a:pt x="805228" y="113923"/>
                  <a:pt x="811405" y="121354"/>
                </a:cubicBezTo>
                <a:cubicBezTo>
                  <a:pt x="816141" y="127066"/>
                  <a:pt x="821837" y="129922"/>
                  <a:pt x="828495" y="129922"/>
                </a:cubicBezTo>
                <a:cubicBezTo>
                  <a:pt x="832613" y="129922"/>
                  <a:pt x="836353" y="128772"/>
                  <a:pt x="839716" y="126473"/>
                </a:cubicBezTo>
                <a:cubicBezTo>
                  <a:pt x="843079" y="124174"/>
                  <a:pt x="846682" y="120038"/>
                  <a:pt x="850526" y="114067"/>
                </a:cubicBezTo>
                <a:lnTo>
                  <a:pt x="854026" y="116332"/>
                </a:lnTo>
                <a:cubicBezTo>
                  <a:pt x="848810" y="126970"/>
                  <a:pt x="843045" y="134503"/>
                  <a:pt x="836731" y="138930"/>
                </a:cubicBezTo>
                <a:cubicBezTo>
                  <a:pt x="830416" y="143356"/>
                  <a:pt x="823107" y="145570"/>
                  <a:pt x="814802" y="145570"/>
                </a:cubicBezTo>
                <a:cubicBezTo>
                  <a:pt x="800527" y="145570"/>
                  <a:pt x="789717" y="140074"/>
                  <a:pt x="782374" y="129082"/>
                </a:cubicBezTo>
                <a:cubicBezTo>
                  <a:pt x="776471" y="120220"/>
                  <a:pt x="773520" y="109228"/>
                  <a:pt x="773520" y="96106"/>
                </a:cubicBezTo>
                <a:cubicBezTo>
                  <a:pt x="773520" y="80029"/>
                  <a:pt x="777861" y="67233"/>
                  <a:pt x="786543" y="57719"/>
                </a:cubicBezTo>
                <a:cubicBezTo>
                  <a:pt x="795225" y="48203"/>
                  <a:pt x="805400" y="43444"/>
                  <a:pt x="817067" y="43444"/>
                </a:cubicBezTo>
                <a:cubicBezTo>
                  <a:pt x="826813" y="43444"/>
                  <a:pt x="835272" y="47442"/>
                  <a:pt x="842444" y="55438"/>
                </a:cubicBezTo>
                <a:cubicBezTo>
                  <a:pt x="849616" y="63434"/>
                  <a:pt x="853477" y="75290"/>
                  <a:pt x="854026" y="91007"/>
                </a:cubicBezTo>
                <a:moveTo>
                  <a:pt x="828701" y="84212"/>
                </a:moveTo>
                <a:cubicBezTo>
                  <a:pt x="828701" y="73162"/>
                  <a:pt x="828100" y="65578"/>
                  <a:pt x="826899" y="61461"/>
                </a:cubicBezTo>
                <a:cubicBezTo>
                  <a:pt x="825698" y="57343"/>
                  <a:pt x="823828" y="54220"/>
                  <a:pt x="821288" y="52092"/>
                </a:cubicBezTo>
                <a:cubicBezTo>
                  <a:pt x="819847" y="50857"/>
                  <a:pt x="817925" y="50239"/>
                  <a:pt x="815523" y="50239"/>
                </a:cubicBezTo>
                <a:cubicBezTo>
                  <a:pt x="811954" y="50239"/>
                  <a:pt x="809037" y="51989"/>
                  <a:pt x="806772" y="55489"/>
                </a:cubicBezTo>
                <a:cubicBezTo>
                  <a:pt x="802723" y="61598"/>
                  <a:pt x="800698" y="69971"/>
                  <a:pt x="800698" y="80609"/>
                </a:cubicBezTo>
                <a:lnTo>
                  <a:pt x="800698" y="84212"/>
                </a:lnTo>
                <a:lnTo>
                  <a:pt x="828701" y="84212"/>
                </a:lnTo>
                <a:close/>
                <a:moveTo>
                  <a:pt x="919226" y="128480"/>
                </a:moveTo>
                <a:cubicBezTo>
                  <a:pt x="907489" y="138912"/>
                  <a:pt x="896954" y="144129"/>
                  <a:pt x="887620" y="144129"/>
                </a:cubicBezTo>
                <a:cubicBezTo>
                  <a:pt x="882130" y="144129"/>
                  <a:pt x="877566" y="142322"/>
                  <a:pt x="873928" y="138708"/>
                </a:cubicBezTo>
                <a:cubicBezTo>
                  <a:pt x="870290" y="135092"/>
                  <a:pt x="868472" y="130564"/>
                  <a:pt x="868472" y="125125"/>
                </a:cubicBezTo>
                <a:cubicBezTo>
                  <a:pt x="868472" y="117755"/>
                  <a:pt x="871629" y="111127"/>
                  <a:pt x="877943" y="105240"/>
                </a:cubicBezTo>
                <a:cubicBezTo>
                  <a:pt x="884257" y="99352"/>
                  <a:pt x="898018" y="91519"/>
                  <a:pt x="919226" y="81741"/>
                </a:cubicBezTo>
                <a:lnTo>
                  <a:pt x="919226" y="72064"/>
                </a:lnTo>
                <a:cubicBezTo>
                  <a:pt x="919226" y="64789"/>
                  <a:pt x="918831" y="60208"/>
                  <a:pt x="918042" y="58321"/>
                </a:cubicBezTo>
                <a:cubicBezTo>
                  <a:pt x="917252" y="56433"/>
                  <a:pt x="915760" y="54786"/>
                  <a:pt x="913563" y="53379"/>
                </a:cubicBezTo>
                <a:cubicBezTo>
                  <a:pt x="911367" y="51972"/>
                  <a:pt x="908896" y="51269"/>
                  <a:pt x="906151" y="51269"/>
                </a:cubicBezTo>
                <a:cubicBezTo>
                  <a:pt x="901690" y="51269"/>
                  <a:pt x="898018" y="52264"/>
                  <a:pt x="895135" y="54254"/>
                </a:cubicBezTo>
                <a:cubicBezTo>
                  <a:pt x="893351" y="55489"/>
                  <a:pt x="892459" y="56931"/>
                  <a:pt x="892459" y="58578"/>
                </a:cubicBezTo>
                <a:cubicBezTo>
                  <a:pt x="892459" y="60019"/>
                  <a:pt x="893420" y="61804"/>
                  <a:pt x="895341" y="63931"/>
                </a:cubicBezTo>
                <a:cubicBezTo>
                  <a:pt x="897949" y="66883"/>
                  <a:pt x="899253" y="69731"/>
                  <a:pt x="899253" y="72476"/>
                </a:cubicBezTo>
                <a:cubicBezTo>
                  <a:pt x="899253" y="75839"/>
                  <a:pt x="898001" y="78704"/>
                  <a:pt x="895496" y="81072"/>
                </a:cubicBezTo>
                <a:cubicBezTo>
                  <a:pt x="892991" y="83440"/>
                  <a:pt x="889713" y="84624"/>
                  <a:pt x="885664" y="84624"/>
                </a:cubicBezTo>
                <a:cubicBezTo>
                  <a:pt x="881340" y="84624"/>
                  <a:pt x="877720" y="83320"/>
                  <a:pt x="874803" y="80712"/>
                </a:cubicBezTo>
                <a:cubicBezTo>
                  <a:pt x="871886" y="78104"/>
                  <a:pt x="870428" y="75050"/>
                  <a:pt x="870428" y="71550"/>
                </a:cubicBezTo>
                <a:cubicBezTo>
                  <a:pt x="870428" y="66608"/>
                  <a:pt x="872384" y="61889"/>
                  <a:pt x="876296" y="57394"/>
                </a:cubicBezTo>
                <a:cubicBezTo>
                  <a:pt x="880208" y="52899"/>
                  <a:pt x="885664" y="49450"/>
                  <a:pt x="892665" y="47048"/>
                </a:cubicBezTo>
                <a:cubicBezTo>
                  <a:pt x="899665" y="44646"/>
                  <a:pt x="906940" y="43444"/>
                  <a:pt x="914490" y="43444"/>
                </a:cubicBezTo>
                <a:cubicBezTo>
                  <a:pt x="923618" y="43444"/>
                  <a:pt x="930842" y="45389"/>
                  <a:pt x="936161" y="49277"/>
                </a:cubicBezTo>
                <a:cubicBezTo>
                  <a:pt x="941480" y="53163"/>
                  <a:pt x="944928" y="57377"/>
                  <a:pt x="946507" y="61917"/>
                </a:cubicBezTo>
                <a:cubicBezTo>
                  <a:pt x="947468" y="64806"/>
                  <a:pt x="947948" y="71444"/>
                  <a:pt x="947948" y="81832"/>
                </a:cubicBezTo>
                <a:lnTo>
                  <a:pt x="947948" y="119289"/>
                </a:lnTo>
                <a:cubicBezTo>
                  <a:pt x="947948" y="123692"/>
                  <a:pt x="948120" y="126462"/>
                  <a:pt x="948463" y="127599"/>
                </a:cubicBezTo>
                <a:cubicBezTo>
                  <a:pt x="948806" y="128733"/>
                  <a:pt x="949321" y="129576"/>
                  <a:pt x="950007" y="130127"/>
                </a:cubicBezTo>
                <a:cubicBezTo>
                  <a:pt x="950694" y="130677"/>
                  <a:pt x="951483" y="130951"/>
                  <a:pt x="952375" y="130951"/>
                </a:cubicBezTo>
                <a:cubicBezTo>
                  <a:pt x="954160" y="130951"/>
                  <a:pt x="955978" y="129681"/>
                  <a:pt x="957831" y="127142"/>
                </a:cubicBezTo>
                <a:lnTo>
                  <a:pt x="960920" y="129613"/>
                </a:lnTo>
                <a:cubicBezTo>
                  <a:pt x="957488" y="134692"/>
                  <a:pt x="953936" y="138381"/>
                  <a:pt x="950265" y="140680"/>
                </a:cubicBezTo>
                <a:cubicBezTo>
                  <a:pt x="946593" y="142979"/>
                  <a:pt x="942423" y="144129"/>
                  <a:pt x="937756" y="144129"/>
                </a:cubicBezTo>
                <a:cubicBezTo>
                  <a:pt x="932266" y="144129"/>
                  <a:pt x="927976" y="142833"/>
                  <a:pt x="924888" y="140242"/>
                </a:cubicBezTo>
                <a:cubicBezTo>
                  <a:pt x="921799" y="137651"/>
                  <a:pt x="919912" y="133731"/>
                  <a:pt x="919226" y="128480"/>
                </a:cubicBezTo>
                <a:moveTo>
                  <a:pt x="919226" y="120862"/>
                </a:moveTo>
                <a:lnTo>
                  <a:pt x="919226" y="88658"/>
                </a:lnTo>
                <a:cubicBezTo>
                  <a:pt x="910921" y="93555"/>
                  <a:pt x="904744" y="98797"/>
                  <a:pt x="900695" y="104384"/>
                </a:cubicBezTo>
                <a:cubicBezTo>
                  <a:pt x="898018" y="108107"/>
                  <a:pt x="896680" y="111866"/>
                  <a:pt x="896680" y="115660"/>
                </a:cubicBezTo>
                <a:cubicBezTo>
                  <a:pt x="896680" y="118832"/>
                  <a:pt x="897812" y="121626"/>
                  <a:pt x="900077" y="124041"/>
                </a:cubicBezTo>
                <a:cubicBezTo>
                  <a:pt x="901793" y="125902"/>
                  <a:pt x="904195" y="126833"/>
                  <a:pt x="907283" y="126833"/>
                </a:cubicBezTo>
                <a:cubicBezTo>
                  <a:pt x="910715" y="126833"/>
                  <a:pt x="914696" y="124843"/>
                  <a:pt x="919226" y="120862"/>
                </a:cubicBezTo>
                <a:close/>
                <a:moveTo>
                  <a:pt x="1011467" y="46327"/>
                </a:moveTo>
                <a:lnTo>
                  <a:pt x="1011467" y="68152"/>
                </a:lnTo>
                <a:cubicBezTo>
                  <a:pt x="1017850" y="58200"/>
                  <a:pt x="1023444" y="51595"/>
                  <a:pt x="1028248" y="48335"/>
                </a:cubicBezTo>
                <a:cubicBezTo>
                  <a:pt x="1033052" y="45074"/>
                  <a:pt x="1037685" y="43444"/>
                  <a:pt x="1042146" y="43444"/>
                </a:cubicBezTo>
                <a:cubicBezTo>
                  <a:pt x="1045989" y="43444"/>
                  <a:pt x="1049061" y="44633"/>
                  <a:pt x="1051360" y="47009"/>
                </a:cubicBezTo>
                <a:cubicBezTo>
                  <a:pt x="1053659" y="49385"/>
                  <a:pt x="1054809" y="52743"/>
                  <a:pt x="1054809" y="57082"/>
                </a:cubicBezTo>
                <a:cubicBezTo>
                  <a:pt x="1054809" y="61698"/>
                  <a:pt x="1053693" y="65280"/>
                  <a:pt x="1051463" y="67831"/>
                </a:cubicBezTo>
                <a:cubicBezTo>
                  <a:pt x="1049232" y="70378"/>
                  <a:pt x="1046539" y="71652"/>
                  <a:pt x="1043381" y="71652"/>
                </a:cubicBezTo>
                <a:cubicBezTo>
                  <a:pt x="1039744" y="71652"/>
                  <a:pt x="1036587" y="70486"/>
                  <a:pt x="1033910" y="68152"/>
                </a:cubicBezTo>
                <a:cubicBezTo>
                  <a:pt x="1031233" y="65819"/>
                  <a:pt x="1029655" y="64515"/>
                  <a:pt x="1029174" y="64240"/>
                </a:cubicBezTo>
                <a:cubicBezTo>
                  <a:pt x="1028488" y="63828"/>
                  <a:pt x="1027699" y="63622"/>
                  <a:pt x="1026807" y="63622"/>
                </a:cubicBezTo>
                <a:cubicBezTo>
                  <a:pt x="1024816" y="63622"/>
                  <a:pt x="1022929" y="64377"/>
                  <a:pt x="1021144" y="65887"/>
                </a:cubicBezTo>
                <a:cubicBezTo>
                  <a:pt x="1018331" y="68221"/>
                  <a:pt x="1016203" y="71550"/>
                  <a:pt x="1014762" y="75873"/>
                </a:cubicBezTo>
                <a:cubicBezTo>
                  <a:pt x="1012565" y="82531"/>
                  <a:pt x="1011467" y="89874"/>
                  <a:pt x="1011467" y="97904"/>
                </a:cubicBezTo>
                <a:lnTo>
                  <a:pt x="1011467" y="120038"/>
                </a:lnTo>
                <a:lnTo>
                  <a:pt x="1011570" y="125804"/>
                </a:lnTo>
                <a:cubicBezTo>
                  <a:pt x="1011570" y="129716"/>
                  <a:pt x="1011810" y="132221"/>
                  <a:pt x="1012291" y="133319"/>
                </a:cubicBezTo>
                <a:cubicBezTo>
                  <a:pt x="1013114" y="135172"/>
                  <a:pt x="1014333" y="136527"/>
                  <a:pt x="1015946" y="137385"/>
                </a:cubicBezTo>
                <a:cubicBezTo>
                  <a:pt x="1017558" y="138243"/>
                  <a:pt x="1020287" y="138775"/>
                  <a:pt x="1024130" y="138981"/>
                </a:cubicBezTo>
                <a:lnTo>
                  <a:pt x="1024130" y="142687"/>
                </a:lnTo>
                <a:lnTo>
                  <a:pt x="972141" y="142687"/>
                </a:lnTo>
                <a:lnTo>
                  <a:pt x="972141" y="138981"/>
                </a:lnTo>
                <a:cubicBezTo>
                  <a:pt x="976327" y="138638"/>
                  <a:pt x="979158" y="137488"/>
                  <a:pt x="980634" y="135532"/>
                </a:cubicBezTo>
                <a:cubicBezTo>
                  <a:pt x="982110" y="133576"/>
                  <a:pt x="982847" y="128412"/>
                  <a:pt x="982847" y="120038"/>
                </a:cubicBezTo>
                <a:lnTo>
                  <a:pt x="982847" y="66711"/>
                </a:lnTo>
                <a:cubicBezTo>
                  <a:pt x="982847" y="61186"/>
                  <a:pt x="982573" y="57664"/>
                  <a:pt x="982024" y="56146"/>
                </a:cubicBezTo>
                <a:cubicBezTo>
                  <a:pt x="981338" y="54211"/>
                  <a:pt x="980342" y="52796"/>
                  <a:pt x="979038" y="51899"/>
                </a:cubicBezTo>
                <a:cubicBezTo>
                  <a:pt x="977734" y="51000"/>
                  <a:pt x="975435" y="50379"/>
                  <a:pt x="972141" y="50033"/>
                </a:cubicBezTo>
                <a:lnTo>
                  <a:pt x="972141" y="46327"/>
                </a:lnTo>
                <a:lnTo>
                  <a:pt x="1011467" y="46327"/>
                </a:lnTo>
                <a:close/>
                <a:moveTo>
                  <a:pt x="1104463" y="46327"/>
                </a:moveTo>
                <a:lnTo>
                  <a:pt x="1104463" y="58887"/>
                </a:lnTo>
                <a:cubicBezTo>
                  <a:pt x="1109405" y="53497"/>
                  <a:pt x="1114140" y="49576"/>
                  <a:pt x="1118670" y="47125"/>
                </a:cubicBezTo>
                <a:cubicBezTo>
                  <a:pt x="1123200" y="44671"/>
                  <a:pt x="1128073" y="43444"/>
                  <a:pt x="1133289" y="43444"/>
                </a:cubicBezTo>
                <a:cubicBezTo>
                  <a:pt x="1139534" y="43444"/>
                  <a:pt x="1144716" y="45180"/>
                  <a:pt x="1148834" y="48650"/>
                </a:cubicBezTo>
                <a:cubicBezTo>
                  <a:pt x="1152952" y="52120"/>
                  <a:pt x="1155697" y="56432"/>
                  <a:pt x="1157070" y="61586"/>
                </a:cubicBezTo>
                <a:cubicBezTo>
                  <a:pt x="1158168" y="65504"/>
                  <a:pt x="1158717" y="73030"/>
                  <a:pt x="1158717" y="84164"/>
                </a:cubicBezTo>
                <a:lnTo>
                  <a:pt x="1158717" y="121686"/>
                </a:lnTo>
                <a:cubicBezTo>
                  <a:pt x="1158717" y="129098"/>
                  <a:pt x="1159386" y="133714"/>
                  <a:pt x="1160725" y="135532"/>
                </a:cubicBezTo>
                <a:cubicBezTo>
                  <a:pt x="1162063" y="137351"/>
                  <a:pt x="1164860" y="138501"/>
                  <a:pt x="1169115" y="138981"/>
                </a:cubicBezTo>
                <a:lnTo>
                  <a:pt x="1169115" y="142687"/>
                </a:lnTo>
                <a:lnTo>
                  <a:pt x="1120420" y="142687"/>
                </a:lnTo>
                <a:lnTo>
                  <a:pt x="1120420" y="138981"/>
                </a:lnTo>
                <a:cubicBezTo>
                  <a:pt x="1124058" y="138501"/>
                  <a:pt x="1126666" y="136991"/>
                  <a:pt x="1128244" y="134451"/>
                </a:cubicBezTo>
                <a:cubicBezTo>
                  <a:pt x="1129342" y="132736"/>
                  <a:pt x="1129891" y="128480"/>
                  <a:pt x="1129891" y="121686"/>
                </a:cubicBezTo>
                <a:lnTo>
                  <a:pt x="1129891" y="78859"/>
                </a:lnTo>
                <a:cubicBezTo>
                  <a:pt x="1129891" y="70966"/>
                  <a:pt x="1129583" y="65990"/>
                  <a:pt x="1128965" y="63931"/>
                </a:cubicBezTo>
                <a:cubicBezTo>
                  <a:pt x="1128347" y="61872"/>
                  <a:pt x="1127300" y="60277"/>
                  <a:pt x="1125825" y="59144"/>
                </a:cubicBezTo>
                <a:cubicBezTo>
                  <a:pt x="1124349" y="58012"/>
                  <a:pt x="1122719" y="57446"/>
                  <a:pt x="1120935" y="57446"/>
                </a:cubicBezTo>
                <a:cubicBezTo>
                  <a:pt x="1115032" y="57446"/>
                  <a:pt x="1109542" y="61701"/>
                  <a:pt x="1104463" y="70211"/>
                </a:cubicBezTo>
                <a:lnTo>
                  <a:pt x="1104463" y="121686"/>
                </a:lnTo>
                <a:cubicBezTo>
                  <a:pt x="1104463" y="128892"/>
                  <a:pt x="1105132" y="133456"/>
                  <a:pt x="1106470" y="135378"/>
                </a:cubicBezTo>
                <a:cubicBezTo>
                  <a:pt x="1107809" y="137300"/>
                  <a:pt x="1110297" y="138501"/>
                  <a:pt x="1113934" y="138981"/>
                </a:cubicBezTo>
                <a:lnTo>
                  <a:pt x="1113934" y="142687"/>
                </a:lnTo>
                <a:lnTo>
                  <a:pt x="1065239" y="142687"/>
                </a:lnTo>
                <a:lnTo>
                  <a:pt x="1065239" y="138981"/>
                </a:lnTo>
                <a:cubicBezTo>
                  <a:pt x="1069289" y="138569"/>
                  <a:pt x="1072171" y="137265"/>
                  <a:pt x="1073887" y="135069"/>
                </a:cubicBezTo>
                <a:cubicBezTo>
                  <a:pt x="1075054" y="133559"/>
                  <a:pt x="1075637" y="129098"/>
                  <a:pt x="1075637" y="121686"/>
                </a:cubicBezTo>
                <a:lnTo>
                  <a:pt x="1075637" y="67329"/>
                </a:lnTo>
                <a:cubicBezTo>
                  <a:pt x="1075637" y="59966"/>
                  <a:pt x="1074968" y="55381"/>
                  <a:pt x="1073630" y="53575"/>
                </a:cubicBezTo>
                <a:cubicBezTo>
                  <a:pt x="1072291" y="51769"/>
                  <a:pt x="1069495" y="50589"/>
                  <a:pt x="1065239" y="50033"/>
                </a:cubicBezTo>
                <a:lnTo>
                  <a:pt x="1065239" y="46327"/>
                </a:lnTo>
                <a:lnTo>
                  <a:pt x="1104463" y="46327"/>
                </a:lnTo>
                <a:close/>
                <a:moveTo>
                  <a:pt x="1263899" y="91007"/>
                </a:moveTo>
                <a:lnTo>
                  <a:pt x="1211086" y="91007"/>
                </a:lnTo>
                <a:cubicBezTo>
                  <a:pt x="1211704" y="103807"/>
                  <a:pt x="1215101" y="113923"/>
                  <a:pt x="1221278" y="121354"/>
                </a:cubicBezTo>
                <a:cubicBezTo>
                  <a:pt x="1226013" y="127066"/>
                  <a:pt x="1231710" y="129922"/>
                  <a:pt x="1238367" y="129922"/>
                </a:cubicBezTo>
                <a:cubicBezTo>
                  <a:pt x="1242485" y="129922"/>
                  <a:pt x="1246226" y="128772"/>
                  <a:pt x="1249589" y="126473"/>
                </a:cubicBezTo>
                <a:cubicBezTo>
                  <a:pt x="1252952" y="124174"/>
                  <a:pt x="1256555" y="120038"/>
                  <a:pt x="1260398" y="114067"/>
                </a:cubicBezTo>
                <a:lnTo>
                  <a:pt x="1263899" y="116332"/>
                </a:lnTo>
                <a:cubicBezTo>
                  <a:pt x="1258683" y="126970"/>
                  <a:pt x="1252917" y="134503"/>
                  <a:pt x="1246603" y="138930"/>
                </a:cubicBezTo>
                <a:cubicBezTo>
                  <a:pt x="1240289" y="143356"/>
                  <a:pt x="1232980" y="145570"/>
                  <a:pt x="1224675" y="145570"/>
                </a:cubicBezTo>
                <a:cubicBezTo>
                  <a:pt x="1210400" y="145570"/>
                  <a:pt x="1199590" y="140074"/>
                  <a:pt x="1192246" y="129082"/>
                </a:cubicBezTo>
                <a:cubicBezTo>
                  <a:pt x="1186344" y="120220"/>
                  <a:pt x="1183393" y="109228"/>
                  <a:pt x="1183393" y="96106"/>
                </a:cubicBezTo>
                <a:cubicBezTo>
                  <a:pt x="1183393" y="80029"/>
                  <a:pt x="1187734" y="67233"/>
                  <a:pt x="1196416" y="57719"/>
                </a:cubicBezTo>
                <a:cubicBezTo>
                  <a:pt x="1205098" y="48203"/>
                  <a:pt x="1215272" y="43444"/>
                  <a:pt x="1226940" y="43444"/>
                </a:cubicBezTo>
                <a:cubicBezTo>
                  <a:pt x="1236686" y="43444"/>
                  <a:pt x="1245145" y="47442"/>
                  <a:pt x="1252317" y="55438"/>
                </a:cubicBezTo>
                <a:cubicBezTo>
                  <a:pt x="1259489" y="63434"/>
                  <a:pt x="1263350" y="75290"/>
                  <a:pt x="1263899" y="91007"/>
                </a:cubicBezTo>
                <a:moveTo>
                  <a:pt x="1238573" y="84212"/>
                </a:moveTo>
                <a:cubicBezTo>
                  <a:pt x="1238573" y="73162"/>
                  <a:pt x="1237973" y="65578"/>
                  <a:pt x="1236772" y="61461"/>
                </a:cubicBezTo>
                <a:cubicBezTo>
                  <a:pt x="1235571" y="57343"/>
                  <a:pt x="1233700" y="54220"/>
                  <a:pt x="1231161" y="52092"/>
                </a:cubicBezTo>
                <a:cubicBezTo>
                  <a:pt x="1229720" y="50857"/>
                  <a:pt x="1227798" y="50239"/>
                  <a:pt x="1225396" y="50239"/>
                </a:cubicBezTo>
                <a:cubicBezTo>
                  <a:pt x="1221827" y="50239"/>
                  <a:pt x="1218910" y="51989"/>
                  <a:pt x="1216645" y="55489"/>
                </a:cubicBezTo>
                <a:cubicBezTo>
                  <a:pt x="1212596" y="61598"/>
                  <a:pt x="1210571" y="69971"/>
                  <a:pt x="1210571" y="80609"/>
                </a:cubicBezTo>
                <a:lnTo>
                  <a:pt x="1210571" y="84212"/>
                </a:lnTo>
                <a:lnTo>
                  <a:pt x="1238573" y="84212"/>
                </a:lnTo>
                <a:close/>
                <a:moveTo>
                  <a:pt x="1315920" y="46327"/>
                </a:moveTo>
                <a:lnTo>
                  <a:pt x="1315920" y="68152"/>
                </a:lnTo>
                <a:cubicBezTo>
                  <a:pt x="1322303" y="58200"/>
                  <a:pt x="1327896" y="51595"/>
                  <a:pt x="1332701" y="48335"/>
                </a:cubicBezTo>
                <a:cubicBezTo>
                  <a:pt x="1337505" y="45074"/>
                  <a:pt x="1342138" y="43444"/>
                  <a:pt x="1346599" y="43444"/>
                </a:cubicBezTo>
                <a:cubicBezTo>
                  <a:pt x="1350442" y="43444"/>
                  <a:pt x="1353513" y="44633"/>
                  <a:pt x="1355813" y="47009"/>
                </a:cubicBezTo>
                <a:cubicBezTo>
                  <a:pt x="1358112" y="49385"/>
                  <a:pt x="1359261" y="52743"/>
                  <a:pt x="1359261" y="57082"/>
                </a:cubicBezTo>
                <a:cubicBezTo>
                  <a:pt x="1359261" y="61698"/>
                  <a:pt x="1358146" y="65280"/>
                  <a:pt x="1355916" y="67831"/>
                </a:cubicBezTo>
                <a:cubicBezTo>
                  <a:pt x="1353685" y="70378"/>
                  <a:pt x="1350991" y="71652"/>
                  <a:pt x="1347834" y="71652"/>
                </a:cubicBezTo>
                <a:cubicBezTo>
                  <a:pt x="1344197" y="71652"/>
                  <a:pt x="1341039" y="70486"/>
                  <a:pt x="1338363" y="68152"/>
                </a:cubicBezTo>
                <a:cubicBezTo>
                  <a:pt x="1335686" y="65819"/>
                  <a:pt x="1334108" y="64515"/>
                  <a:pt x="1333627" y="64240"/>
                </a:cubicBezTo>
                <a:cubicBezTo>
                  <a:pt x="1332941" y="63828"/>
                  <a:pt x="1332151" y="63622"/>
                  <a:pt x="1331259" y="63622"/>
                </a:cubicBezTo>
                <a:cubicBezTo>
                  <a:pt x="1329269" y="63622"/>
                  <a:pt x="1327382" y="64377"/>
                  <a:pt x="1325597" y="65887"/>
                </a:cubicBezTo>
                <a:cubicBezTo>
                  <a:pt x="1322783" y="68221"/>
                  <a:pt x="1320656" y="71550"/>
                  <a:pt x="1319214" y="75873"/>
                </a:cubicBezTo>
                <a:cubicBezTo>
                  <a:pt x="1317018" y="82531"/>
                  <a:pt x="1315920" y="89874"/>
                  <a:pt x="1315920" y="97904"/>
                </a:cubicBezTo>
                <a:lnTo>
                  <a:pt x="1315920" y="120038"/>
                </a:lnTo>
                <a:lnTo>
                  <a:pt x="1316023" y="125804"/>
                </a:lnTo>
                <a:cubicBezTo>
                  <a:pt x="1316023" y="129716"/>
                  <a:pt x="1316263" y="132221"/>
                  <a:pt x="1316743" y="133319"/>
                </a:cubicBezTo>
                <a:cubicBezTo>
                  <a:pt x="1317567" y="135172"/>
                  <a:pt x="1318785" y="136527"/>
                  <a:pt x="1320398" y="137385"/>
                </a:cubicBezTo>
                <a:cubicBezTo>
                  <a:pt x="1322011" y="138243"/>
                  <a:pt x="1324739" y="138775"/>
                  <a:pt x="1328583" y="138981"/>
                </a:cubicBezTo>
                <a:lnTo>
                  <a:pt x="1328583" y="142687"/>
                </a:lnTo>
                <a:lnTo>
                  <a:pt x="1276593" y="142687"/>
                </a:lnTo>
                <a:lnTo>
                  <a:pt x="1276593" y="138981"/>
                </a:lnTo>
                <a:cubicBezTo>
                  <a:pt x="1280780" y="138638"/>
                  <a:pt x="1283611" y="137488"/>
                  <a:pt x="1285087" y="135532"/>
                </a:cubicBezTo>
                <a:cubicBezTo>
                  <a:pt x="1286562" y="133576"/>
                  <a:pt x="1287300" y="128412"/>
                  <a:pt x="1287300" y="120038"/>
                </a:cubicBezTo>
                <a:lnTo>
                  <a:pt x="1287300" y="66711"/>
                </a:lnTo>
                <a:cubicBezTo>
                  <a:pt x="1287300" y="61186"/>
                  <a:pt x="1287026" y="57664"/>
                  <a:pt x="1286476" y="56146"/>
                </a:cubicBezTo>
                <a:cubicBezTo>
                  <a:pt x="1285790" y="54211"/>
                  <a:pt x="1284795" y="52796"/>
                  <a:pt x="1283491" y="51899"/>
                </a:cubicBezTo>
                <a:cubicBezTo>
                  <a:pt x="1282187" y="51000"/>
                  <a:pt x="1279888" y="50379"/>
                  <a:pt x="1276593" y="50033"/>
                </a:cubicBezTo>
                <a:lnTo>
                  <a:pt x="1276593" y="46327"/>
                </a:lnTo>
                <a:lnTo>
                  <a:pt x="1315920" y="463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E49EFB-2C6D-4875-8664-1BFF4702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121" y="1270619"/>
            <a:ext cx="17570" cy="158130"/>
          </a:xfrm>
          <a:custGeom xmlns:a="http://schemas.openxmlformats.org/drawingml/2006/main">
            <a:pathLst>
              <a:path w="17570" h="158130">
                <a:moveTo>
                  <a:pt x="0" y="158130"/>
                </a:moveTo>
                <a:lnTo>
                  <a:pt x="0" y="105420"/>
                </a:lnTo>
                <a:lnTo>
                  <a:pt x="17570" y="105420"/>
                </a:lnTo>
                <a:lnTo>
                  <a:pt x="17570" y="158130"/>
                </a:lnTo>
                <a:lnTo>
                  <a:pt x="0" y="158130"/>
                </a:lnTo>
                <a:close/>
                <a:moveTo>
                  <a:pt x="0" y="52710"/>
                </a:moveTo>
                <a:lnTo>
                  <a:pt x="0" y="1816"/>
                </a:lnTo>
                <a:lnTo>
                  <a:pt x="0" y="0"/>
                </a:lnTo>
                <a:lnTo>
                  <a:pt x="17570" y="0"/>
                </a:lnTo>
                <a:lnTo>
                  <a:pt x="17570" y="1816"/>
                </a:lnTo>
                <a:lnTo>
                  <a:pt x="17570" y="52710"/>
                </a:lnTo>
                <a:lnTo>
                  <a:pt x="0" y="527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64DCE8-2154-4162-9B75-2A8861C3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551" y="1218612"/>
            <a:ext cx="52710" cy="52710"/>
          </a:xfrm>
          <a:custGeom xmlns:a="http://schemas.openxmlformats.org/drawingml/2006/main">
            <a:pathLst>
              <a:path w="52710" h="52710">
                <a:moveTo>
                  <a:pt x="26355" y="0"/>
                </a:moveTo>
                <a:lnTo>
                  <a:pt x="52710" y="52710"/>
                </a:lnTo>
                <a:lnTo>
                  <a:pt x="26355" y="39532"/>
                </a:lnTo>
                <a:lnTo>
                  <a:pt x="0" y="52710"/>
                </a:lnTo>
                <a:lnTo>
                  <a:pt x="2635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DC3A15-4421-43F9-8BF8-653E4AC7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3551" y="1218612"/>
            <a:ext cx="52710" cy="52710"/>
          </a:xfrm>
          <a:custGeom xmlns:a="http://schemas.openxmlformats.org/drawingml/2006/main">
            <a:pathLst>
              <a:path w="52710" h="52710" fill="none">
                <a:moveTo>
                  <a:pt x="26355" y="0"/>
                </a:moveTo>
                <a:lnTo>
                  <a:pt x="52710" y="52710"/>
                </a:lnTo>
                <a:lnTo>
                  <a:pt x="26355" y="39532"/>
                </a:lnTo>
                <a:lnTo>
                  <a:pt x="0" y="52710"/>
                </a:lnTo>
                <a:lnTo>
                  <a:pt x="2635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0" cap="flat">
            <a:solidFill>
              <a:srgbClr val="000000"/>
            </a:solidFill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4A0D56-A377-4E38-A5CA-3FBC8E9D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121" y="941885"/>
            <a:ext cx="527099" cy="984738"/>
          </a:xfrm>
          <a:custGeom xmlns:a="http://schemas.openxmlformats.org/drawingml/2006/main">
            <a:pathLst>
              <a:path w="527099" h="984738" fill="none">
                <a:moveTo>
                  <a:pt x="0" y="984679"/>
                </a:moveTo>
                <a:lnTo>
                  <a:pt x="527099" y="984738"/>
                </a:lnTo>
                <a:lnTo>
                  <a:pt x="5270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0" cap="flat">
            <a:solidFill>
              <a:srgbClr val="000000"/>
            </a:solidFill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DE9884-0AA4-41F9-BD89-12F03734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864" y="902353"/>
            <a:ext cx="52710" cy="52710"/>
          </a:xfrm>
          <a:custGeom xmlns:a="http://schemas.openxmlformats.org/drawingml/2006/main">
            <a:pathLst>
              <a:path w="52710" h="52710">
                <a:moveTo>
                  <a:pt x="26355" y="0"/>
                </a:moveTo>
                <a:lnTo>
                  <a:pt x="52710" y="52710"/>
                </a:lnTo>
                <a:lnTo>
                  <a:pt x="26355" y="39532"/>
                </a:lnTo>
                <a:lnTo>
                  <a:pt x="0" y="52710"/>
                </a:lnTo>
                <a:lnTo>
                  <a:pt x="2635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16B531-95FF-4B1B-A563-9AEDB46A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864" y="902353"/>
            <a:ext cx="52710" cy="52710"/>
          </a:xfrm>
          <a:custGeom xmlns:a="http://schemas.openxmlformats.org/drawingml/2006/main">
            <a:pathLst>
              <a:path w="52710" h="52710" fill="none">
                <a:moveTo>
                  <a:pt x="26355" y="0"/>
                </a:moveTo>
                <a:lnTo>
                  <a:pt x="52710" y="52710"/>
                </a:lnTo>
                <a:lnTo>
                  <a:pt x="26355" y="39532"/>
                </a:lnTo>
                <a:lnTo>
                  <a:pt x="0" y="52710"/>
                </a:lnTo>
                <a:lnTo>
                  <a:pt x="2635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0" cap="flat">
            <a:solidFill>
              <a:srgbClr val="000000"/>
            </a:solidFill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E985D-3EA9-4D4C-B991-98F6382E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542" y="1419964"/>
            <a:ext cx="2477364" cy="1013201"/>
          </a:xfrm>
          <a:custGeom xmlns:a="http://schemas.openxmlformats.org/drawingml/2006/main">
            <a:pathLst>
              <a:path w="2477364" h="1013201">
                <a:moveTo>
                  <a:pt x="8785" y="14642"/>
                </a:moveTo>
                <a:lnTo>
                  <a:pt x="0" y="14642"/>
                </a:lnTo>
                <a:lnTo>
                  <a:pt x="0" y="67352"/>
                </a:lnTo>
                <a:lnTo>
                  <a:pt x="17570" y="67352"/>
                </a:lnTo>
                <a:lnTo>
                  <a:pt x="17570" y="17570"/>
                </a:lnTo>
                <a:lnTo>
                  <a:pt x="61495" y="17570"/>
                </a:lnTo>
                <a:lnTo>
                  <a:pt x="61495" y="0"/>
                </a:lnTo>
                <a:lnTo>
                  <a:pt x="8785" y="0"/>
                </a:lnTo>
                <a:lnTo>
                  <a:pt x="8785" y="14642"/>
                </a:lnTo>
                <a:close/>
                <a:moveTo>
                  <a:pt x="166915" y="17570"/>
                </a:moveTo>
                <a:lnTo>
                  <a:pt x="166915" y="0"/>
                </a:lnTo>
                <a:lnTo>
                  <a:pt x="114205" y="0"/>
                </a:lnTo>
                <a:lnTo>
                  <a:pt x="114205" y="17570"/>
                </a:lnTo>
                <a:lnTo>
                  <a:pt x="166915" y="17570"/>
                </a:lnTo>
                <a:close/>
                <a:moveTo>
                  <a:pt x="272334" y="17570"/>
                </a:moveTo>
                <a:lnTo>
                  <a:pt x="272334" y="0"/>
                </a:lnTo>
                <a:lnTo>
                  <a:pt x="219624" y="0"/>
                </a:lnTo>
                <a:lnTo>
                  <a:pt x="219624" y="17570"/>
                </a:lnTo>
                <a:lnTo>
                  <a:pt x="272334" y="17570"/>
                </a:lnTo>
                <a:close/>
                <a:moveTo>
                  <a:pt x="377754" y="17570"/>
                </a:moveTo>
                <a:lnTo>
                  <a:pt x="377754" y="0"/>
                </a:lnTo>
                <a:lnTo>
                  <a:pt x="325044" y="0"/>
                </a:lnTo>
                <a:lnTo>
                  <a:pt x="325044" y="17570"/>
                </a:lnTo>
                <a:lnTo>
                  <a:pt x="377754" y="17570"/>
                </a:lnTo>
                <a:close/>
                <a:moveTo>
                  <a:pt x="483174" y="17570"/>
                </a:moveTo>
                <a:lnTo>
                  <a:pt x="483174" y="0"/>
                </a:lnTo>
                <a:lnTo>
                  <a:pt x="430464" y="0"/>
                </a:lnTo>
                <a:lnTo>
                  <a:pt x="430464" y="17570"/>
                </a:lnTo>
                <a:lnTo>
                  <a:pt x="483174" y="17570"/>
                </a:lnTo>
                <a:close/>
                <a:moveTo>
                  <a:pt x="588594" y="17570"/>
                </a:moveTo>
                <a:lnTo>
                  <a:pt x="588594" y="0"/>
                </a:lnTo>
                <a:lnTo>
                  <a:pt x="535884" y="0"/>
                </a:lnTo>
                <a:lnTo>
                  <a:pt x="535884" y="17570"/>
                </a:lnTo>
                <a:lnTo>
                  <a:pt x="588594" y="17570"/>
                </a:lnTo>
                <a:close/>
                <a:moveTo>
                  <a:pt x="17570" y="120061"/>
                </a:moveTo>
                <a:lnTo>
                  <a:pt x="0" y="120061"/>
                </a:lnTo>
                <a:lnTo>
                  <a:pt x="0" y="172771"/>
                </a:lnTo>
                <a:lnTo>
                  <a:pt x="17570" y="172771"/>
                </a:lnTo>
                <a:lnTo>
                  <a:pt x="17570" y="120061"/>
                </a:lnTo>
                <a:close/>
                <a:moveTo>
                  <a:pt x="17570" y="225481"/>
                </a:moveTo>
                <a:lnTo>
                  <a:pt x="0" y="225481"/>
                </a:lnTo>
                <a:lnTo>
                  <a:pt x="0" y="278191"/>
                </a:lnTo>
                <a:lnTo>
                  <a:pt x="17570" y="278191"/>
                </a:lnTo>
                <a:lnTo>
                  <a:pt x="17570" y="225481"/>
                </a:lnTo>
                <a:close/>
                <a:moveTo>
                  <a:pt x="17570" y="330901"/>
                </a:moveTo>
                <a:lnTo>
                  <a:pt x="0" y="330901"/>
                </a:lnTo>
                <a:lnTo>
                  <a:pt x="0" y="383611"/>
                </a:lnTo>
                <a:lnTo>
                  <a:pt x="17570" y="383611"/>
                </a:lnTo>
                <a:lnTo>
                  <a:pt x="17570" y="330901"/>
                </a:lnTo>
                <a:close/>
                <a:moveTo>
                  <a:pt x="17570" y="436321"/>
                </a:moveTo>
                <a:lnTo>
                  <a:pt x="0" y="436321"/>
                </a:lnTo>
                <a:lnTo>
                  <a:pt x="0" y="489030"/>
                </a:lnTo>
                <a:lnTo>
                  <a:pt x="17570" y="489030"/>
                </a:lnTo>
                <a:lnTo>
                  <a:pt x="17570" y="436321"/>
                </a:lnTo>
                <a:close/>
                <a:moveTo>
                  <a:pt x="17570" y="541740"/>
                </a:moveTo>
                <a:lnTo>
                  <a:pt x="0" y="541740"/>
                </a:lnTo>
                <a:lnTo>
                  <a:pt x="0" y="594450"/>
                </a:lnTo>
                <a:lnTo>
                  <a:pt x="17570" y="594450"/>
                </a:lnTo>
                <a:lnTo>
                  <a:pt x="17570" y="541740"/>
                </a:lnTo>
                <a:close/>
                <a:moveTo>
                  <a:pt x="17570" y="647160"/>
                </a:moveTo>
                <a:lnTo>
                  <a:pt x="0" y="647160"/>
                </a:lnTo>
                <a:lnTo>
                  <a:pt x="0" y="699870"/>
                </a:lnTo>
                <a:lnTo>
                  <a:pt x="17570" y="699870"/>
                </a:lnTo>
                <a:lnTo>
                  <a:pt x="17570" y="647160"/>
                </a:lnTo>
                <a:close/>
                <a:moveTo>
                  <a:pt x="17570" y="752580"/>
                </a:moveTo>
                <a:lnTo>
                  <a:pt x="0" y="752580"/>
                </a:lnTo>
                <a:lnTo>
                  <a:pt x="0" y="805290"/>
                </a:lnTo>
                <a:lnTo>
                  <a:pt x="17570" y="805290"/>
                </a:lnTo>
                <a:lnTo>
                  <a:pt x="17570" y="752580"/>
                </a:lnTo>
                <a:close/>
                <a:moveTo>
                  <a:pt x="0" y="858000"/>
                </a:moveTo>
                <a:lnTo>
                  <a:pt x="0" y="910709"/>
                </a:lnTo>
                <a:lnTo>
                  <a:pt x="17570" y="910709"/>
                </a:lnTo>
                <a:lnTo>
                  <a:pt x="17570" y="858000"/>
                </a:lnTo>
                <a:lnTo>
                  <a:pt x="0" y="858000"/>
                </a:lnTo>
                <a:close/>
                <a:moveTo>
                  <a:pt x="17570" y="963419"/>
                </a:moveTo>
                <a:lnTo>
                  <a:pt x="0" y="963419"/>
                </a:lnTo>
                <a:lnTo>
                  <a:pt x="0" y="1013201"/>
                </a:lnTo>
                <a:lnTo>
                  <a:pt x="20498" y="1013201"/>
                </a:lnTo>
                <a:lnTo>
                  <a:pt x="20498" y="995631"/>
                </a:lnTo>
                <a:lnTo>
                  <a:pt x="17570" y="995631"/>
                </a:lnTo>
                <a:lnTo>
                  <a:pt x="17570" y="963419"/>
                </a:lnTo>
                <a:close/>
                <a:moveTo>
                  <a:pt x="73208" y="995631"/>
                </a:moveTo>
                <a:lnTo>
                  <a:pt x="73208" y="1013201"/>
                </a:lnTo>
                <a:lnTo>
                  <a:pt x="125918" y="1013201"/>
                </a:lnTo>
                <a:lnTo>
                  <a:pt x="125918" y="995631"/>
                </a:lnTo>
                <a:lnTo>
                  <a:pt x="73208" y="995631"/>
                </a:lnTo>
                <a:close/>
                <a:moveTo>
                  <a:pt x="178628" y="995631"/>
                </a:moveTo>
                <a:lnTo>
                  <a:pt x="178628" y="1013201"/>
                </a:lnTo>
                <a:lnTo>
                  <a:pt x="231338" y="1013201"/>
                </a:lnTo>
                <a:lnTo>
                  <a:pt x="231338" y="995631"/>
                </a:lnTo>
                <a:lnTo>
                  <a:pt x="178628" y="995631"/>
                </a:lnTo>
                <a:close/>
                <a:moveTo>
                  <a:pt x="284048" y="995631"/>
                </a:moveTo>
                <a:lnTo>
                  <a:pt x="284048" y="1013201"/>
                </a:lnTo>
                <a:lnTo>
                  <a:pt x="336758" y="1013201"/>
                </a:lnTo>
                <a:lnTo>
                  <a:pt x="336758" y="995631"/>
                </a:lnTo>
                <a:lnTo>
                  <a:pt x="284048" y="995631"/>
                </a:lnTo>
                <a:close/>
                <a:moveTo>
                  <a:pt x="389467" y="995631"/>
                </a:moveTo>
                <a:lnTo>
                  <a:pt x="389467" y="1013201"/>
                </a:lnTo>
                <a:lnTo>
                  <a:pt x="442177" y="1013201"/>
                </a:lnTo>
                <a:lnTo>
                  <a:pt x="442177" y="995631"/>
                </a:lnTo>
                <a:lnTo>
                  <a:pt x="389467" y="995631"/>
                </a:lnTo>
                <a:close/>
                <a:moveTo>
                  <a:pt x="494887" y="995631"/>
                </a:moveTo>
                <a:lnTo>
                  <a:pt x="494887" y="1013201"/>
                </a:lnTo>
                <a:lnTo>
                  <a:pt x="547597" y="1013201"/>
                </a:lnTo>
                <a:lnTo>
                  <a:pt x="547597" y="995631"/>
                </a:lnTo>
                <a:lnTo>
                  <a:pt x="494887" y="995631"/>
                </a:lnTo>
                <a:close/>
                <a:moveTo>
                  <a:pt x="694013" y="17570"/>
                </a:moveTo>
                <a:lnTo>
                  <a:pt x="694013" y="0"/>
                </a:lnTo>
                <a:lnTo>
                  <a:pt x="641303" y="0"/>
                </a:lnTo>
                <a:lnTo>
                  <a:pt x="641303" y="17570"/>
                </a:lnTo>
                <a:lnTo>
                  <a:pt x="694013" y="17570"/>
                </a:lnTo>
                <a:close/>
                <a:moveTo>
                  <a:pt x="799433" y="17570"/>
                </a:moveTo>
                <a:lnTo>
                  <a:pt x="799433" y="0"/>
                </a:lnTo>
                <a:lnTo>
                  <a:pt x="746723" y="0"/>
                </a:lnTo>
                <a:lnTo>
                  <a:pt x="746723" y="17570"/>
                </a:lnTo>
                <a:lnTo>
                  <a:pt x="799433" y="17570"/>
                </a:lnTo>
                <a:close/>
                <a:moveTo>
                  <a:pt x="904853" y="17570"/>
                </a:moveTo>
                <a:lnTo>
                  <a:pt x="904853" y="0"/>
                </a:lnTo>
                <a:lnTo>
                  <a:pt x="852143" y="0"/>
                </a:lnTo>
                <a:lnTo>
                  <a:pt x="852143" y="17570"/>
                </a:lnTo>
                <a:lnTo>
                  <a:pt x="904853" y="17570"/>
                </a:lnTo>
                <a:close/>
                <a:moveTo>
                  <a:pt x="1010273" y="17570"/>
                </a:moveTo>
                <a:lnTo>
                  <a:pt x="1010273" y="0"/>
                </a:lnTo>
                <a:lnTo>
                  <a:pt x="957563" y="0"/>
                </a:lnTo>
                <a:lnTo>
                  <a:pt x="957563" y="17570"/>
                </a:lnTo>
                <a:lnTo>
                  <a:pt x="1010273" y="17570"/>
                </a:lnTo>
                <a:close/>
                <a:moveTo>
                  <a:pt x="1115692" y="17570"/>
                </a:moveTo>
                <a:lnTo>
                  <a:pt x="1115692" y="0"/>
                </a:lnTo>
                <a:lnTo>
                  <a:pt x="1062982" y="0"/>
                </a:lnTo>
                <a:lnTo>
                  <a:pt x="1062982" y="17570"/>
                </a:lnTo>
                <a:lnTo>
                  <a:pt x="1115692" y="17570"/>
                </a:lnTo>
                <a:close/>
                <a:moveTo>
                  <a:pt x="1221112" y="17570"/>
                </a:moveTo>
                <a:lnTo>
                  <a:pt x="1221112" y="0"/>
                </a:lnTo>
                <a:lnTo>
                  <a:pt x="1168402" y="0"/>
                </a:lnTo>
                <a:lnTo>
                  <a:pt x="1168402" y="17570"/>
                </a:lnTo>
                <a:lnTo>
                  <a:pt x="1221112" y="17570"/>
                </a:lnTo>
                <a:close/>
                <a:moveTo>
                  <a:pt x="1326532" y="17570"/>
                </a:moveTo>
                <a:lnTo>
                  <a:pt x="1326532" y="0"/>
                </a:lnTo>
                <a:lnTo>
                  <a:pt x="1273822" y="0"/>
                </a:lnTo>
                <a:lnTo>
                  <a:pt x="1273822" y="17570"/>
                </a:lnTo>
                <a:lnTo>
                  <a:pt x="1326532" y="17570"/>
                </a:lnTo>
                <a:close/>
                <a:moveTo>
                  <a:pt x="1431952" y="17570"/>
                </a:moveTo>
                <a:lnTo>
                  <a:pt x="1431952" y="0"/>
                </a:lnTo>
                <a:lnTo>
                  <a:pt x="1379242" y="0"/>
                </a:lnTo>
                <a:lnTo>
                  <a:pt x="1379242" y="17570"/>
                </a:lnTo>
                <a:lnTo>
                  <a:pt x="1431952" y="17570"/>
                </a:lnTo>
                <a:close/>
                <a:moveTo>
                  <a:pt x="1537371" y="17570"/>
                </a:moveTo>
                <a:lnTo>
                  <a:pt x="1537371" y="0"/>
                </a:lnTo>
                <a:lnTo>
                  <a:pt x="1484661" y="0"/>
                </a:lnTo>
                <a:lnTo>
                  <a:pt x="1484661" y="17570"/>
                </a:lnTo>
                <a:lnTo>
                  <a:pt x="1537371" y="17570"/>
                </a:lnTo>
                <a:close/>
                <a:moveTo>
                  <a:pt x="1642791" y="0"/>
                </a:moveTo>
                <a:lnTo>
                  <a:pt x="1590081" y="0"/>
                </a:lnTo>
                <a:lnTo>
                  <a:pt x="1590081" y="17570"/>
                </a:lnTo>
                <a:lnTo>
                  <a:pt x="1642791" y="17570"/>
                </a:lnTo>
                <a:lnTo>
                  <a:pt x="1642791" y="0"/>
                </a:lnTo>
                <a:close/>
                <a:moveTo>
                  <a:pt x="1748211" y="0"/>
                </a:moveTo>
                <a:lnTo>
                  <a:pt x="1695501" y="0"/>
                </a:lnTo>
                <a:lnTo>
                  <a:pt x="1695501" y="17570"/>
                </a:lnTo>
                <a:lnTo>
                  <a:pt x="1748211" y="17570"/>
                </a:lnTo>
                <a:lnTo>
                  <a:pt x="1748211" y="0"/>
                </a:lnTo>
                <a:close/>
                <a:moveTo>
                  <a:pt x="600307" y="995631"/>
                </a:moveTo>
                <a:lnTo>
                  <a:pt x="600307" y="1013201"/>
                </a:lnTo>
                <a:lnTo>
                  <a:pt x="653017" y="1013201"/>
                </a:lnTo>
                <a:lnTo>
                  <a:pt x="653017" y="995631"/>
                </a:lnTo>
                <a:lnTo>
                  <a:pt x="600307" y="995631"/>
                </a:lnTo>
                <a:close/>
                <a:moveTo>
                  <a:pt x="705727" y="995631"/>
                </a:moveTo>
                <a:lnTo>
                  <a:pt x="705727" y="1013201"/>
                </a:lnTo>
                <a:lnTo>
                  <a:pt x="758437" y="1013201"/>
                </a:lnTo>
                <a:lnTo>
                  <a:pt x="758437" y="995631"/>
                </a:lnTo>
                <a:lnTo>
                  <a:pt x="705727" y="995631"/>
                </a:lnTo>
                <a:close/>
                <a:moveTo>
                  <a:pt x="811146" y="995631"/>
                </a:moveTo>
                <a:lnTo>
                  <a:pt x="811146" y="1013201"/>
                </a:lnTo>
                <a:lnTo>
                  <a:pt x="863856" y="1013201"/>
                </a:lnTo>
                <a:lnTo>
                  <a:pt x="863856" y="995631"/>
                </a:lnTo>
                <a:lnTo>
                  <a:pt x="811146" y="995631"/>
                </a:lnTo>
                <a:close/>
                <a:moveTo>
                  <a:pt x="916566" y="995631"/>
                </a:moveTo>
                <a:lnTo>
                  <a:pt x="916566" y="1013201"/>
                </a:lnTo>
                <a:lnTo>
                  <a:pt x="969276" y="1013201"/>
                </a:lnTo>
                <a:lnTo>
                  <a:pt x="969276" y="995631"/>
                </a:lnTo>
                <a:lnTo>
                  <a:pt x="916566" y="995631"/>
                </a:lnTo>
                <a:close/>
                <a:moveTo>
                  <a:pt x="1021986" y="995631"/>
                </a:moveTo>
                <a:lnTo>
                  <a:pt x="1021986" y="1013201"/>
                </a:lnTo>
                <a:lnTo>
                  <a:pt x="1074696" y="1013201"/>
                </a:lnTo>
                <a:lnTo>
                  <a:pt x="1074696" y="995631"/>
                </a:lnTo>
                <a:lnTo>
                  <a:pt x="1021986" y="995631"/>
                </a:lnTo>
                <a:close/>
                <a:moveTo>
                  <a:pt x="1127406" y="995631"/>
                </a:moveTo>
                <a:lnTo>
                  <a:pt x="1127406" y="1013201"/>
                </a:lnTo>
                <a:lnTo>
                  <a:pt x="1180115" y="1013201"/>
                </a:lnTo>
                <a:lnTo>
                  <a:pt x="1180115" y="995631"/>
                </a:lnTo>
                <a:lnTo>
                  <a:pt x="1127406" y="995631"/>
                </a:lnTo>
                <a:close/>
                <a:moveTo>
                  <a:pt x="1232825" y="995631"/>
                </a:moveTo>
                <a:lnTo>
                  <a:pt x="1232825" y="1013201"/>
                </a:lnTo>
                <a:lnTo>
                  <a:pt x="1285535" y="1013201"/>
                </a:lnTo>
                <a:lnTo>
                  <a:pt x="1285535" y="995631"/>
                </a:lnTo>
                <a:lnTo>
                  <a:pt x="1232825" y="995631"/>
                </a:lnTo>
                <a:close/>
                <a:moveTo>
                  <a:pt x="1338245" y="995631"/>
                </a:moveTo>
                <a:lnTo>
                  <a:pt x="1338245" y="1013201"/>
                </a:lnTo>
                <a:lnTo>
                  <a:pt x="1390955" y="1013201"/>
                </a:lnTo>
                <a:lnTo>
                  <a:pt x="1390955" y="995631"/>
                </a:lnTo>
                <a:lnTo>
                  <a:pt x="1338245" y="995631"/>
                </a:lnTo>
                <a:close/>
                <a:moveTo>
                  <a:pt x="1443665" y="995631"/>
                </a:moveTo>
                <a:lnTo>
                  <a:pt x="1443665" y="1013201"/>
                </a:lnTo>
                <a:lnTo>
                  <a:pt x="1496375" y="1013201"/>
                </a:lnTo>
                <a:lnTo>
                  <a:pt x="1496375" y="995631"/>
                </a:lnTo>
                <a:lnTo>
                  <a:pt x="1443665" y="995631"/>
                </a:lnTo>
                <a:close/>
                <a:moveTo>
                  <a:pt x="1549085" y="995631"/>
                </a:moveTo>
                <a:lnTo>
                  <a:pt x="1549085" y="1013201"/>
                </a:lnTo>
                <a:lnTo>
                  <a:pt x="1601794" y="1013201"/>
                </a:lnTo>
                <a:lnTo>
                  <a:pt x="1601794" y="995631"/>
                </a:lnTo>
                <a:lnTo>
                  <a:pt x="1549085" y="995631"/>
                </a:lnTo>
                <a:close/>
                <a:moveTo>
                  <a:pt x="1654504" y="995631"/>
                </a:moveTo>
                <a:lnTo>
                  <a:pt x="1654504" y="1013201"/>
                </a:lnTo>
                <a:lnTo>
                  <a:pt x="1707214" y="1013201"/>
                </a:lnTo>
                <a:lnTo>
                  <a:pt x="1707214" y="995631"/>
                </a:lnTo>
                <a:lnTo>
                  <a:pt x="1654504" y="995631"/>
                </a:lnTo>
                <a:close/>
                <a:moveTo>
                  <a:pt x="1759924" y="995631"/>
                </a:moveTo>
                <a:lnTo>
                  <a:pt x="1759924" y="1013201"/>
                </a:lnTo>
                <a:lnTo>
                  <a:pt x="1812634" y="1013201"/>
                </a:lnTo>
                <a:lnTo>
                  <a:pt x="1812634" y="995631"/>
                </a:lnTo>
                <a:lnTo>
                  <a:pt x="1759924" y="995631"/>
                </a:lnTo>
                <a:close/>
                <a:moveTo>
                  <a:pt x="1853631" y="17570"/>
                </a:moveTo>
                <a:lnTo>
                  <a:pt x="1853631" y="0"/>
                </a:lnTo>
                <a:lnTo>
                  <a:pt x="1800921" y="0"/>
                </a:lnTo>
                <a:lnTo>
                  <a:pt x="1800921" y="17570"/>
                </a:lnTo>
                <a:lnTo>
                  <a:pt x="1853631" y="17570"/>
                </a:lnTo>
                <a:close/>
                <a:moveTo>
                  <a:pt x="1959050" y="17570"/>
                </a:moveTo>
                <a:lnTo>
                  <a:pt x="1959050" y="0"/>
                </a:lnTo>
                <a:lnTo>
                  <a:pt x="1906340" y="0"/>
                </a:lnTo>
                <a:lnTo>
                  <a:pt x="1906340" y="17570"/>
                </a:lnTo>
                <a:lnTo>
                  <a:pt x="1959050" y="17570"/>
                </a:lnTo>
                <a:close/>
                <a:moveTo>
                  <a:pt x="2064470" y="17570"/>
                </a:moveTo>
                <a:lnTo>
                  <a:pt x="2064470" y="0"/>
                </a:lnTo>
                <a:lnTo>
                  <a:pt x="2011760" y="0"/>
                </a:lnTo>
                <a:lnTo>
                  <a:pt x="2011760" y="17570"/>
                </a:lnTo>
                <a:lnTo>
                  <a:pt x="2064470" y="17570"/>
                </a:lnTo>
                <a:close/>
                <a:moveTo>
                  <a:pt x="2169890" y="0"/>
                </a:moveTo>
                <a:lnTo>
                  <a:pt x="2117180" y="0"/>
                </a:lnTo>
                <a:lnTo>
                  <a:pt x="2117180" y="17570"/>
                </a:lnTo>
                <a:lnTo>
                  <a:pt x="2169890" y="17570"/>
                </a:lnTo>
                <a:lnTo>
                  <a:pt x="2169890" y="0"/>
                </a:lnTo>
                <a:close/>
                <a:moveTo>
                  <a:pt x="2275310" y="0"/>
                </a:moveTo>
                <a:lnTo>
                  <a:pt x="2222600" y="0"/>
                </a:lnTo>
                <a:lnTo>
                  <a:pt x="2222600" y="17570"/>
                </a:lnTo>
                <a:lnTo>
                  <a:pt x="2275310" y="17570"/>
                </a:lnTo>
                <a:lnTo>
                  <a:pt x="2275310" y="0"/>
                </a:lnTo>
                <a:close/>
                <a:moveTo>
                  <a:pt x="2380729" y="17570"/>
                </a:moveTo>
                <a:lnTo>
                  <a:pt x="2380729" y="0"/>
                </a:lnTo>
                <a:lnTo>
                  <a:pt x="2328019" y="0"/>
                </a:lnTo>
                <a:lnTo>
                  <a:pt x="2328019" y="17570"/>
                </a:lnTo>
                <a:lnTo>
                  <a:pt x="2380729" y="17570"/>
                </a:lnTo>
                <a:close/>
                <a:moveTo>
                  <a:pt x="2459794" y="17570"/>
                </a:moveTo>
                <a:lnTo>
                  <a:pt x="2459794" y="26355"/>
                </a:lnTo>
                <a:lnTo>
                  <a:pt x="2477364" y="26355"/>
                </a:lnTo>
                <a:lnTo>
                  <a:pt x="2477364" y="0"/>
                </a:lnTo>
                <a:lnTo>
                  <a:pt x="2433439" y="0"/>
                </a:lnTo>
                <a:lnTo>
                  <a:pt x="2433439" y="17570"/>
                </a:lnTo>
                <a:lnTo>
                  <a:pt x="2459794" y="17570"/>
                </a:lnTo>
                <a:close/>
                <a:moveTo>
                  <a:pt x="2459794" y="131775"/>
                </a:moveTo>
                <a:lnTo>
                  <a:pt x="2477364" y="131775"/>
                </a:lnTo>
                <a:lnTo>
                  <a:pt x="2477364" y="79065"/>
                </a:lnTo>
                <a:lnTo>
                  <a:pt x="2459794" y="79065"/>
                </a:lnTo>
                <a:lnTo>
                  <a:pt x="2459794" y="131775"/>
                </a:lnTo>
                <a:close/>
                <a:moveTo>
                  <a:pt x="2459794" y="237194"/>
                </a:moveTo>
                <a:lnTo>
                  <a:pt x="2477364" y="237194"/>
                </a:lnTo>
                <a:lnTo>
                  <a:pt x="2477364" y="184485"/>
                </a:lnTo>
                <a:lnTo>
                  <a:pt x="2459794" y="184485"/>
                </a:lnTo>
                <a:lnTo>
                  <a:pt x="2459794" y="237194"/>
                </a:lnTo>
                <a:close/>
                <a:moveTo>
                  <a:pt x="2459794" y="342614"/>
                </a:moveTo>
                <a:lnTo>
                  <a:pt x="2477364" y="342614"/>
                </a:lnTo>
                <a:lnTo>
                  <a:pt x="2477364" y="289904"/>
                </a:lnTo>
                <a:lnTo>
                  <a:pt x="2459794" y="289904"/>
                </a:lnTo>
                <a:lnTo>
                  <a:pt x="2459794" y="342614"/>
                </a:lnTo>
                <a:close/>
                <a:moveTo>
                  <a:pt x="2459794" y="448034"/>
                </a:moveTo>
                <a:lnTo>
                  <a:pt x="2477364" y="448034"/>
                </a:lnTo>
                <a:lnTo>
                  <a:pt x="2477364" y="395324"/>
                </a:lnTo>
                <a:lnTo>
                  <a:pt x="2459794" y="395324"/>
                </a:lnTo>
                <a:lnTo>
                  <a:pt x="2459794" y="448034"/>
                </a:lnTo>
                <a:close/>
                <a:moveTo>
                  <a:pt x="2477364" y="553454"/>
                </a:moveTo>
                <a:lnTo>
                  <a:pt x="2477364" y="500744"/>
                </a:lnTo>
                <a:lnTo>
                  <a:pt x="2459794" y="500744"/>
                </a:lnTo>
                <a:lnTo>
                  <a:pt x="2459794" y="553454"/>
                </a:lnTo>
                <a:lnTo>
                  <a:pt x="2477364" y="553454"/>
                </a:lnTo>
                <a:close/>
                <a:moveTo>
                  <a:pt x="2477364" y="658873"/>
                </a:moveTo>
                <a:lnTo>
                  <a:pt x="2477364" y="606164"/>
                </a:lnTo>
                <a:lnTo>
                  <a:pt x="2459794" y="606164"/>
                </a:lnTo>
                <a:lnTo>
                  <a:pt x="2459794" y="658873"/>
                </a:lnTo>
                <a:lnTo>
                  <a:pt x="2477364" y="658873"/>
                </a:lnTo>
                <a:close/>
                <a:moveTo>
                  <a:pt x="2459794" y="764293"/>
                </a:moveTo>
                <a:lnTo>
                  <a:pt x="2477364" y="764293"/>
                </a:lnTo>
                <a:lnTo>
                  <a:pt x="2477364" y="711583"/>
                </a:lnTo>
                <a:lnTo>
                  <a:pt x="2459794" y="711583"/>
                </a:lnTo>
                <a:lnTo>
                  <a:pt x="2459794" y="764293"/>
                </a:lnTo>
                <a:close/>
                <a:moveTo>
                  <a:pt x="2459794" y="869713"/>
                </a:moveTo>
                <a:lnTo>
                  <a:pt x="2477364" y="869713"/>
                </a:lnTo>
                <a:lnTo>
                  <a:pt x="2477364" y="817003"/>
                </a:lnTo>
                <a:lnTo>
                  <a:pt x="2459794" y="817003"/>
                </a:lnTo>
                <a:lnTo>
                  <a:pt x="2459794" y="869713"/>
                </a:lnTo>
                <a:close/>
                <a:moveTo>
                  <a:pt x="2459794" y="975133"/>
                </a:moveTo>
                <a:lnTo>
                  <a:pt x="2477364" y="975133"/>
                </a:lnTo>
                <a:lnTo>
                  <a:pt x="2477364" y="922423"/>
                </a:lnTo>
                <a:lnTo>
                  <a:pt x="2459794" y="922423"/>
                </a:lnTo>
                <a:lnTo>
                  <a:pt x="2459794" y="975133"/>
                </a:lnTo>
                <a:close/>
                <a:moveTo>
                  <a:pt x="1865344" y="995631"/>
                </a:moveTo>
                <a:lnTo>
                  <a:pt x="1865344" y="1013201"/>
                </a:lnTo>
                <a:lnTo>
                  <a:pt x="1918054" y="1013201"/>
                </a:lnTo>
                <a:lnTo>
                  <a:pt x="1918054" y="995631"/>
                </a:lnTo>
                <a:lnTo>
                  <a:pt x="1865344" y="995631"/>
                </a:lnTo>
                <a:close/>
                <a:moveTo>
                  <a:pt x="1970764" y="995631"/>
                </a:moveTo>
                <a:lnTo>
                  <a:pt x="1970764" y="1013201"/>
                </a:lnTo>
                <a:lnTo>
                  <a:pt x="2023473" y="1013201"/>
                </a:lnTo>
                <a:lnTo>
                  <a:pt x="2023473" y="995631"/>
                </a:lnTo>
                <a:lnTo>
                  <a:pt x="1970764" y="995631"/>
                </a:lnTo>
                <a:close/>
                <a:moveTo>
                  <a:pt x="2076183" y="995631"/>
                </a:moveTo>
                <a:lnTo>
                  <a:pt x="2076183" y="1013201"/>
                </a:lnTo>
                <a:lnTo>
                  <a:pt x="2128893" y="1013201"/>
                </a:lnTo>
                <a:lnTo>
                  <a:pt x="2128893" y="995631"/>
                </a:lnTo>
                <a:lnTo>
                  <a:pt x="2076183" y="995631"/>
                </a:lnTo>
                <a:close/>
                <a:moveTo>
                  <a:pt x="2181603" y="995631"/>
                </a:moveTo>
                <a:lnTo>
                  <a:pt x="2181603" y="1013201"/>
                </a:lnTo>
                <a:lnTo>
                  <a:pt x="2234313" y="1013201"/>
                </a:lnTo>
                <a:lnTo>
                  <a:pt x="2234313" y="995631"/>
                </a:lnTo>
                <a:lnTo>
                  <a:pt x="2181603" y="995631"/>
                </a:lnTo>
                <a:close/>
                <a:moveTo>
                  <a:pt x="2287023" y="1013201"/>
                </a:moveTo>
                <a:lnTo>
                  <a:pt x="2339733" y="1013201"/>
                </a:lnTo>
                <a:lnTo>
                  <a:pt x="2339733" y="995631"/>
                </a:lnTo>
                <a:lnTo>
                  <a:pt x="2287023" y="995631"/>
                </a:lnTo>
                <a:lnTo>
                  <a:pt x="2287023" y="1013201"/>
                </a:lnTo>
                <a:close/>
                <a:moveTo>
                  <a:pt x="2392443" y="1013201"/>
                </a:moveTo>
                <a:lnTo>
                  <a:pt x="2445152" y="1013201"/>
                </a:lnTo>
                <a:lnTo>
                  <a:pt x="2445152" y="995631"/>
                </a:lnTo>
                <a:lnTo>
                  <a:pt x="2392443" y="995631"/>
                </a:lnTo>
                <a:lnTo>
                  <a:pt x="2392443" y="1013201"/>
                </a:lnTo>
                <a:close/>
              </a:path>
            </a:pathLst>
          </a:custGeom>
          <a:solidFill xmlns:a="http://schemas.openxmlformats.org/drawingml/2006/main">
            <a:srgbClr val="6161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89146E-CC28-4276-9A5E-3B1B0C03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718" y="1748756"/>
            <a:ext cx="497874" cy="261675"/>
          </a:xfrm>
          <a:custGeom xmlns:a="http://schemas.openxmlformats.org/drawingml/2006/main">
            <a:pathLst>
              <a:path w="497874" h="261675" fill="none">
                <a:moveTo>
                  <a:pt x="0" y="261675"/>
                </a:moveTo>
                <a:lnTo>
                  <a:pt x="4978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0854A7-30E0-43DF-A180-D59C8FC2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968" y="1734466"/>
            <a:ext cx="45799" cy="37190"/>
          </a:xfrm>
          <a:custGeom xmlns:a="http://schemas.openxmlformats.org/drawingml/2006/main">
            <a:pathLst>
              <a:path w="45799" h="37190">
                <a:moveTo>
                  <a:pt x="45799" y="0"/>
                </a:moveTo>
                <a:lnTo>
                  <a:pt x="19034" y="37190"/>
                </a:lnTo>
                <a:lnTo>
                  <a:pt x="18624" y="14290"/>
                </a:lnTo>
                <a:lnTo>
                  <a:pt x="0" y="937"/>
                </a:lnTo>
                <a:lnTo>
                  <a:pt x="4579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76BF63-955D-46C4-9B2A-F1CD58F5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968" y="1734466"/>
            <a:ext cx="45799" cy="37190"/>
          </a:xfrm>
          <a:custGeom xmlns:a="http://schemas.openxmlformats.org/drawingml/2006/main">
            <a:pathLst>
              <a:path w="45799" h="37190" fill="none">
                <a:moveTo>
                  <a:pt x="45799" y="0"/>
                </a:moveTo>
                <a:lnTo>
                  <a:pt x="19034" y="37190"/>
                </a:lnTo>
                <a:lnTo>
                  <a:pt x="18624" y="14290"/>
                </a:lnTo>
                <a:lnTo>
                  <a:pt x="0" y="937"/>
                </a:lnTo>
                <a:lnTo>
                  <a:pt x="4579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500853-93AA-447D-A33C-8F0A55E5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757" y="1967561"/>
            <a:ext cx="292833" cy="292833"/>
          </a:xfrm>
          <a:custGeom xmlns:a="http://schemas.openxmlformats.org/drawingml/2006/main">
            <a:pathLst>
              <a:path w="292833" h="292833">
                <a:moveTo>
                  <a:pt x="292833" y="146416"/>
                </a:moveTo>
                <a:cubicBezTo>
                  <a:pt x="292833" y="151212"/>
                  <a:pt x="292598" y="155995"/>
                  <a:pt x="292128" y="160768"/>
                </a:cubicBezTo>
                <a:cubicBezTo>
                  <a:pt x="291658" y="165540"/>
                  <a:pt x="290955" y="170277"/>
                  <a:pt x="290019" y="174981"/>
                </a:cubicBezTo>
                <a:cubicBezTo>
                  <a:pt x="289083" y="179684"/>
                  <a:pt x="287920" y="184330"/>
                  <a:pt x="286528" y="188919"/>
                </a:cubicBezTo>
                <a:cubicBezTo>
                  <a:pt x="285135" y="193507"/>
                  <a:pt x="283522" y="198017"/>
                  <a:pt x="281687" y="202447"/>
                </a:cubicBezTo>
                <a:cubicBezTo>
                  <a:pt x="279852" y="206877"/>
                  <a:pt x="277804" y="211207"/>
                  <a:pt x="275544" y="215436"/>
                </a:cubicBezTo>
                <a:cubicBezTo>
                  <a:pt x="273283" y="219665"/>
                  <a:pt x="270820" y="223774"/>
                  <a:pt x="268156" y="227761"/>
                </a:cubicBezTo>
                <a:cubicBezTo>
                  <a:pt x="265493" y="231748"/>
                  <a:pt x="262640" y="235595"/>
                  <a:pt x="259598" y="239302"/>
                </a:cubicBezTo>
                <a:cubicBezTo>
                  <a:pt x="256555" y="243009"/>
                  <a:pt x="253339" y="246557"/>
                  <a:pt x="249948" y="249948"/>
                </a:cubicBezTo>
                <a:cubicBezTo>
                  <a:pt x="246557" y="253339"/>
                  <a:pt x="243009" y="256556"/>
                  <a:pt x="239301" y="259598"/>
                </a:cubicBezTo>
                <a:cubicBezTo>
                  <a:pt x="235595" y="262640"/>
                  <a:pt x="231748" y="265493"/>
                  <a:pt x="227761" y="268157"/>
                </a:cubicBezTo>
                <a:cubicBezTo>
                  <a:pt x="223774" y="270821"/>
                  <a:pt x="219665" y="273283"/>
                  <a:pt x="215436" y="275544"/>
                </a:cubicBezTo>
                <a:cubicBezTo>
                  <a:pt x="211207" y="277804"/>
                  <a:pt x="206877" y="279852"/>
                  <a:pt x="202447" y="281687"/>
                </a:cubicBezTo>
                <a:cubicBezTo>
                  <a:pt x="198017" y="283522"/>
                  <a:pt x="193507" y="285136"/>
                  <a:pt x="188919" y="286528"/>
                </a:cubicBezTo>
                <a:cubicBezTo>
                  <a:pt x="184330" y="287920"/>
                  <a:pt x="179684" y="289084"/>
                  <a:pt x="174980" y="290019"/>
                </a:cubicBezTo>
                <a:cubicBezTo>
                  <a:pt x="170277" y="290955"/>
                  <a:pt x="165540" y="291657"/>
                  <a:pt x="160767" y="292127"/>
                </a:cubicBezTo>
                <a:cubicBezTo>
                  <a:pt x="155995" y="292598"/>
                  <a:pt x="151212" y="292833"/>
                  <a:pt x="146416" y="292833"/>
                </a:cubicBezTo>
                <a:cubicBezTo>
                  <a:pt x="141621" y="292833"/>
                  <a:pt x="136838" y="292598"/>
                  <a:pt x="132065" y="292128"/>
                </a:cubicBezTo>
                <a:cubicBezTo>
                  <a:pt x="127293" y="291658"/>
                  <a:pt x="122555" y="290955"/>
                  <a:pt x="117852" y="290019"/>
                </a:cubicBezTo>
                <a:cubicBezTo>
                  <a:pt x="113149" y="289084"/>
                  <a:pt x="108503" y="287920"/>
                  <a:pt x="103914" y="286528"/>
                </a:cubicBezTo>
                <a:cubicBezTo>
                  <a:pt x="99325" y="285136"/>
                  <a:pt x="94815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9" y="270821"/>
                  <a:pt x="65071" y="268157"/>
                </a:cubicBezTo>
                <a:cubicBezTo>
                  <a:pt x="61084" y="265493"/>
                  <a:pt x="57238" y="262640"/>
                  <a:pt x="53531" y="259598"/>
                </a:cubicBezTo>
                <a:cubicBezTo>
                  <a:pt x="49824" y="256556"/>
                  <a:pt x="46275" y="253339"/>
                  <a:pt x="42884" y="249948"/>
                </a:cubicBezTo>
                <a:cubicBezTo>
                  <a:pt x="39494" y="246557"/>
                  <a:pt x="36277" y="243009"/>
                  <a:pt x="33235" y="239302"/>
                </a:cubicBezTo>
                <a:cubicBezTo>
                  <a:pt x="30193" y="235595"/>
                  <a:pt x="27340" y="231748"/>
                  <a:pt x="24675" y="227761"/>
                </a:cubicBezTo>
                <a:cubicBezTo>
                  <a:pt x="22011" y="223774"/>
                  <a:pt x="19549" y="219665"/>
                  <a:pt x="17288" y="215436"/>
                </a:cubicBezTo>
                <a:cubicBezTo>
                  <a:pt x="15028" y="211207"/>
                  <a:pt x="12980" y="206877"/>
                  <a:pt x="11145" y="202447"/>
                </a:cubicBezTo>
                <a:cubicBezTo>
                  <a:pt x="9310" y="198017"/>
                  <a:pt x="7696" y="193507"/>
                  <a:pt x="6304" y="188919"/>
                </a:cubicBezTo>
                <a:cubicBezTo>
                  <a:pt x="4912" y="184330"/>
                  <a:pt x="3748" y="179684"/>
                  <a:pt x="2813" y="174981"/>
                </a:cubicBezTo>
                <a:cubicBezTo>
                  <a:pt x="1878" y="170277"/>
                  <a:pt x="1175" y="165540"/>
                  <a:pt x="705" y="160767"/>
                </a:cubicBezTo>
                <a:cubicBezTo>
                  <a:pt x="235" y="155995"/>
                  <a:pt x="1" y="151212"/>
                  <a:pt x="0" y="146416"/>
                </a:cubicBezTo>
                <a:cubicBezTo>
                  <a:pt x="1" y="141621"/>
                  <a:pt x="235" y="136837"/>
                  <a:pt x="705" y="132065"/>
                </a:cubicBezTo>
                <a:cubicBezTo>
                  <a:pt x="1175" y="127293"/>
                  <a:pt x="1878" y="122555"/>
                  <a:pt x="2813" y="117852"/>
                </a:cubicBezTo>
                <a:cubicBezTo>
                  <a:pt x="3748" y="113148"/>
                  <a:pt x="4912" y="108503"/>
                  <a:pt x="6304" y="103914"/>
                </a:cubicBezTo>
                <a:cubicBezTo>
                  <a:pt x="7696" y="99325"/>
                  <a:pt x="9310" y="94815"/>
                  <a:pt x="11145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9" y="73167"/>
                  <a:pt x="22011" y="69059"/>
                  <a:pt x="24675" y="65072"/>
                </a:cubicBezTo>
                <a:cubicBezTo>
                  <a:pt x="27340" y="61085"/>
                  <a:pt x="30193" y="57238"/>
                  <a:pt x="33235" y="53531"/>
                </a:cubicBezTo>
                <a:cubicBezTo>
                  <a:pt x="36277" y="49824"/>
                  <a:pt x="39494" y="46275"/>
                  <a:pt x="42884" y="42884"/>
                </a:cubicBezTo>
                <a:cubicBezTo>
                  <a:pt x="46275" y="39494"/>
                  <a:pt x="49824" y="36277"/>
                  <a:pt x="53531" y="33235"/>
                </a:cubicBezTo>
                <a:cubicBezTo>
                  <a:pt x="57238" y="30193"/>
                  <a:pt x="61085" y="27340"/>
                  <a:pt x="65071" y="24675"/>
                </a:cubicBezTo>
                <a:cubicBezTo>
                  <a:pt x="69059" y="22011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5" y="11145"/>
                </a:cubicBezTo>
                <a:cubicBezTo>
                  <a:pt x="94815" y="9310"/>
                  <a:pt x="99325" y="7697"/>
                  <a:pt x="103914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3" y="1175"/>
                  <a:pt x="132065" y="705"/>
                </a:cubicBezTo>
                <a:cubicBezTo>
                  <a:pt x="136838" y="235"/>
                  <a:pt x="141621" y="0"/>
                  <a:pt x="146416" y="0"/>
                </a:cubicBezTo>
                <a:cubicBezTo>
                  <a:pt x="151212" y="0"/>
                  <a:pt x="155995" y="235"/>
                  <a:pt x="160768" y="705"/>
                </a:cubicBezTo>
                <a:cubicBezTo>
                  <a:pt x="165540" y="1175"/>
                  <a:pt x="170277" y="1878"/>
                  <a:pt x="174980" y="2813"/>
                </a:cubicBezTo>
                <a:cubicBezTo>
                  <a:pt x="179684" y="3749"/>
                  <a:pt x="184330" y="4913"/>
                  <a:pt x="188918" y="6305"/>
                </a:cubicBezTo>
                <a:cubicBezTo>
                  <a:pt x="193507" y="7697"/>
                  <a:pt x="198017" y="9310"/>
                  <a:pt x="202447" y="11145"/>
                </a:cubicBezTo>
                <a:cubicBezTo>
                  <a:pt x="206877" y="12980"/>
                  <a:pt x="211207" y="15028"/>
                  <a:pt x="215436" y="17289"/>
                </a:cubicBezTo>
                <a:cubicBezTo>
                  <a:pt x="219665" y="19549"/>
                  <a:pt x="223774" y="22011"/>
                  <a:pt x="227761" y="24675"/>
                </a:cubicBezTo>
                <a:cubicBezTo>
                  <a:pt x="231748" y="27340"/>
                  <a:pt x="235595" y="30193"/>
                  <a:pt x="239301" y="33235"/>
                </a:cubicBezTo>
                <a:cubicBezTo>
                  <a:pt x="243009" y="36277"/>
                  <a:pt x="246557" y="39494"/>
                  <a:pt x="249948" y="42884"/>
                </a:cubicBezTo>
                <a:cubicBezTo>
                  <a:pt x="253339" y="46275"/>
                  <a:pt x="256555" y="49824"/>
                  <a:pt x="259597" y="53531"/>
                </a:cubicBezTo>
                <a:cubicBezTo>
                  <a:pt x="262640" y="57238"/>
                  <a:pt x="265493" y="61085"/>
                  <a:pt x="268156" y="65072"/>
                </a:cubicBezTo>
                <a:cubicBezTo>
                  <a:pt x="270820" y="69059"/>
                  <a:pt x="273283" y="73167"/>
                  <a:pt x="275544" y="77396"/>
                </a:cubicBezTo>
                <a:cubicBezTo>
                  <a:pt x="277804" y="81625"/>
                  <a:pt x="279852" y="85955"/>
                  <a:pt x="281687" y="90385"/>
                </a:cubicBezTo>
                <a:cubicBezTo>
                  <a:pt x="283522" y="94816"/>
                  <a:pt x="285135" y="99325"/>
                  <a:pt x="286528" y="103914"/>
                </a:cubicBezTo>
                <a:cubicBezTo>
                  <a:pt x="287920" y="108503"/>
                  <a:pt x="289083" y="113149"/>
                  <a:pt x="290019" y="117852"/>
                </a:cubicBezTo>
                <a:cubicBezTo>
                  <a:pt x="290955" y="122555"/>
                  <a:pt x="291658" y="127293"/>
                  <a:pt x="292128" y="132065"/>
                </a:cubicBezTo>
                <a:cubicBezTo>
                  <a:pt x="292598" y="136837"/>
                  <a:pt x="292833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0E2971-A633-495B-AE50-3FC2F083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757" y="1967561"/>
            <a:ext cx="292833" cy="292833"/>
          </a:xfrm>
          <a:custGeom xmlns:a="http://schemas.openxmlformats.org/drawingml/2006/main">
            <a:pathLst>
              <a:path w="292833" h="292833" fill="none">
                <a:moveTo>
                  <a:pt x="292833" y="146416"/>
                </a:moveTo>
                <a:cubicBezTo>
                  <a:pt x="292833" y="151212"/>
                  <a:pt x="292598" y="155995"/>
                  <a:pt x="292128" y="160768"/>
                </a:cubicBezTo>
                <a:cubicBezTo>
                  <a:pt x="291658" y="165540"/>
                  <a:pt x="290955" y="170277"/>
                  <a:pt x="290019" y="174981"/>
                </a:cubicBezTo>
                <a:cubicBezTo>
                  <a:pt x="289083" y="179684"/>
                  <a:pt x="287920" y="184330"/>
                  <a:pt x="286528" y="188919"/>
                </a:cubicBezTo>
                <a:cubicBezTo>
                  <a:pt x="285135" y="193507"/>
                  <a:pt x="283522" y="198017"/>
                  <a:pt x="281687" y="202447"/>
                </a:cubicBezTo>
                <a:cubicBezTo>
                  <a:pt x="279852" y="206877"/>
                  <a:pt x="277804" y="211207"/>
                  <a:pt x="275544" y="215436"/>
                </a:cubicBezTo>
                <a:cubicBezTo>
                  <a:pt x="273283" y="219665"/>
                  <a:pt x="270820" y="223774"/>
                  <a:pt x="268156" y="227761"/>
                </a:cubicBezTo>
                <a:cubicBezTo>
                  <a:pt x="265493" y="231748"/>
                  <a:pt x="262640" y="235595"/>
                  <a:pt x="259598" y="239302"/>
                </a:cubicBezTo>
                <a:cubicBezTo>
                  <a:pt x="256555" y="243009"/>
                  <a:pt x="253339" y="246557"/>
                  <a:pt x="249948" y="249948"/>
                </a:cubicBezTo>
                <a:cubicBezTo>
                  <a:pt x="246557" y="253339"/>
                  <a:pt x="243009" y="256556"/>
                  <a:pt x="239301" y="259598"/>
                </a:cubicBezTo>
                <a:cubicBezTo>
                  <a:pt x="235595" y="262640"/>
                  <a:pt x="231748" y="265493"/>
                  <a:pt x="227761" y="268157"/>
                </a:cubicBezTo>
                <a:cubicBezTo>
                  <a:pt x="223774" y="270821"/>
                  <a:pt x="219665" y="273283"/>
                  <a:pt x="215436" y="275544"/>
                </a:cubicBezTo>
                <a:cubicBezTo>
                  <a:pt x="211207" y="277804"/>
                  <a:pt x="206877" y="279852"/>
                  <a:pt x="202447" y="281687"/>
                </a:cubicBezTo>
                <a:cubicBezTo>
                  <a:pt x="198017" y="283522"/>
                  <a:pt x="193507" y="285136"/>
                  <a:pt x="188919" y="286528"/>
                </a:cubicBezTo>
                <a:cubicBezTo>
                  <a:pt x="184330" y="287920"/>
                  <a:pt x="179684" y="289084"/>
                  <a:pt x="174980" y="290019"/>
                </a:cubicBezTo>
                <a:cubicBezTo>
                  <a:pt x="170277" y="290955"/>
                  <a:pt x="165540" y="291657"/>
                  <a:pt x="160767" y="292127"/>
                </a:cubicBezTo>
                <a:cubicBezTo>
                  <a:pt x="155995" y="292598"/>
                  <a:pt x="151212" y="292833"/>
                  <a:pt x="146416" y="292833"/>
                </a:cubicBezTo>
                <a:cubicBezTo>
                  <a:pt x="141621" y="292833"/>
                  <a:pt x="136838" y="292598"/>
                  <a:pt x="132065" y="292128"/>
                </a:cubicBezTo>
                <a:cubicBezTo>
                  <a:pt x="127293" y="291658"/>
                  <a:pt x="122555" y="290955"/>
                  <a:pt x="117852" y="290019"/>
                </a:cubicBezTo>
                <a:cubicBezTo>
                  <a:pt x="113149" y="289084"/>
                  <a:pt x="108503" y="287920"/>
                  <a:pt x="103914" y="286528"/>
                </a:cubicBezTo>
                <a:cubicBezTo>
                  <a:pt x="99325" y="285136"/>
                  <a:pt x="94815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9" y="270821"/>
                  <a:pt x="65071" y="268157"/>
                </a:cubicBezTo>
                <a:cubicBezTo>
                  <a:pt x="61084" y="265493"/>
                  <a:pt x="57238" y="262640"/>
                  <a:pt x="53531" y="259598"/>
                </a:cubicBezTo>
                <a:cubicBezTo>
                  <a:pt x="49824" y="256556"/>
                  <a:pt x="46275" y="253339"/>
                  <a:pt x="42884" y="249948"/>
                </a:cubicBezTo>
                <a:cubicBezTo>
                  <a:pt x="39494" y="246557"/>
                  <a:pt x="36277" y="243009"/>
                  <a:pt x="33235" y="239302"/>
                </a:cubicBezTo>
                <a:cubicBezTo>
                  <a:pt x="30193" y="235595"/>
                  <a:pt x="27340" y="231748"/>
                  <a:pt x="24675" y="227761"/>
                </a:cubicBezTo>
                <a:cubicBezTo>
                  <a:pt x="22011" y="223774"/>
                  <a:pt x="19549" y="219665"/>
                  <a:pt x="17288" y="215436"/>
                </a:cubicBezTo>
                <a:cubicBezTo>
                  <a:pt x="15028" y="211207"/>
                  <a:pt x="12980" y="206877"/>
                  <a:pt x="11145" y="202447"/>
                </a:cubicBezTo>
                <a:cubicBezTo>
                  <a:pt x="9310" y="198017"/>
                  <a:pt x="7696" y="193507"/>
                  <a:pt x="6304" y="188919"/>
                </a:cubicBezTo>
                <a:cubicBezTo>
                  <a:pt x="4912" y="184330"/>
                  <a:pt x="3748" y="179684"/>
                  <a:pt x="2813" y="174981"/>
                </a:cubicBezTo>
                <a:cubicBezTo>
                  <a:pt x="1878" y="170277"/>
                  <a:pt x="1175" y="165540"/>
                  <a:pt x="705" y="160767"/>
                </a:cubicBezTo>
                <a:cubicBezTo>
                  <a:pt x="235" y="155995"/>
                  <a:pt x="1" y="151212"/>
                  <a:pt x="0" y="146416"/>
                </a:cubicBezTo>
                <a:cubicBezTo>
                  <a:pt x="1" y="141621"/>
                  <a:pt x="235" y="136837"/>
                  <a:pt x="705" y="132065"/>
                </a:cubicBezTo>
                <a:cubicBezTo>
                  <a:pt x="1175" y="127293"/>
                  <a:pt x="1878" y="122555"/>
                  <a:pt x="2813" y="117852"/>
                </a:cubicBezTo>
                <a:cubicBezTo>
                  <a:pt x="3748" y="113148"/>
                  <a:pt x="4912" y="108503"/>
                  <a:pt x="6304" y="103914"/>
                </a:cubicBezTo>
                <a:cubicBezTo>
                  <a:pt x="7696" y="99325"/>
                  <a:pt x="9310" y="94815"/>
                  <a:pt x="11145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9" y="73167"/>
                  <a:pt x="22011" y="69059"/>
                  <a:pt x="24675" y="65072"/>
                </a:cubicBezTo>
                <a:cubicBezTo>
                  <a:pt x="27340" y="61085"/>
                  <a:pt x="30193" y="57238"/>
                  <a:pt x="33235" y="53531"/>
                </a:cubicBezTo>
                <a:cubicBezTo>
                  <a:pt x="36277" y="49824"/>
                  <a:pt x="39494" y="46275"/>
                  <a:pt x="42884" y="42884"/>
                </a:cubicBezTo>
                <a:cubicBezTo>
                  <a:pt x="46275" y="39494"/>
                  <a:pt x="49824" y="36277"/>
                  <a:pt x="53531" y="33235"/>
                </a:cubicBezTo>
                <a:cubicBezTo>
                  <a:pt x="57238" y="30193"/>
                  <a:pt x="61085" y="27340"/>
                  <a:pt x="65071" y="24675"/>
                </a:cubicBezTo>
                <a:cubicBezTo>
                  <a:pt x="69059" y="22011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5" y="11145"/>
                </a:cubicBezTo>
                <a:cubicBezTo>
                  <a:pt x="94815" y="9310"/>
                  <a:pt x="99325" y="7697"/>
                  <a:pt x="103914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3" y="1175"/>
                  <a:pt x="132065" y="705"/>
                </a:cubicBezTo>
                <a:cubicBezTo>
                  <a:pt x="136838" y="235"/>
                  <a:pt x="141621" y="0"/>
                  <a:pt x="146416" y="0"/>
                </a:cubicBezTo>
                <a:cubicBezTo>
                  <a:pt x="151212" y="0"/>
                  <a:pt x="155995" y="235"/>
                  <a:pt x="160768" y="705"/>
                </a:cubicBezTo>
                <a:cubicBezTo>
                  <a:pt x="165540" y="1175"/>
                  <a:pt x="170277" y="1878"/>
                  <a:pt x="174980" y="2813"/>
                </a:cubicBezTo>
                <a:cubicBezTo>
                  <a:pt x="179684" y="3749"/>
                  <a:pt x="184330" y="4913"/>
                  <a:pt x="188918" y="6305"/>
                </a:cubicBezTo>
                <a:cubicBezTo>
                  <a:pt x="193507" y="7697"/>
                  <a:pt x="198017" y="9310"/>
                  <a:pt x="202447" y="11145"/>
                </a:cubicBezTo>
                <a:cubicBezTo>
                  <a:pt x="206877" y="12980"/>
                  <a:pt x="211207" y="15028"/>
                  <a:pt x="215436" y="17289"/>
                </a:cubicBezTo>
                <a:cubicBezTo>
                  <a:pt x="219665" y="19549"/>
                  <a:pt x="223774" y="22011"/>
                  <a:pt x="227761" y="24675"/>
                </a:cubicBezTo>
                <a:cubicBezTo>
                  <a:pt x="231748" y="27340"/>
                  <a:pt x="235595" y="30193"/>
                  <a:pt x="239301" y="33235"/>
                </a:cubicBezTo>
                <a:cubicBezTo>
                  <a:pt x="243009" y="36277"/>
                  <a:pt x="246557" y="39494"/>
                  <a:pt x="249948" y="42884"/>
                </a:cubicBezTo>
                <a:cubicBezTo>
                  <a:pt x="253339" y="46275"/>
                  <a:pt x="256555" y="49824"/>
                  <a:pt x="259597" y="53531"/>
                </a:cubicBezTo>
                <a:cubicBezTo>
                  <a:pt x="262640" y="57238"/>
                  <a:pt x="265493" y="61085"/>
                  <a:pt x="268156" y="65072"/>
                </a:cubicBezTo>
                <a:cubicBezTo>
                  <a:pt x="270820" y="69059"/>
                  <a:pt x="273283" y="73167"/>
                  <a:pt x="275544" y="77396"/>
                </a:cubicBezTo>
                <a:cubicBezTo>
                  <a:pt x="277804" y="81625"/>
                  <a:pt x="279852" y="85955"/>
                  <a:pt x="281687" y="90385"/>
                </a:cubicBezTo>
                <a:cubicBezTo>
                  <a:pt x="283522" y="94816"/>
                  <a:pt x="285135" y="99325"/>
                  <a:pt x="286528" y="103914"/>
                </a:cubicBezTo>
                <a:cubicBezTo>
                  <a:pt x="287920" y="108503"/>
                  <a:pt x="289083" y="113149"/>
                  <a:pt x="290019" y="117852"/>
                </a:cubicBezTo>
                <a:cubicBezTo>
                  <a:pt x="290955" y="122555"/>
                  <a:pt x="291658" y="127293"/>
                  <a:pt x="292128" y="132065"/>
                </a:cubicBezTo>
                <a:cubicBezTo>
                  <a:pt x="292598" y="136837"/>
                  <a:pt x="292833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116" name="Text s">
            <a:extLst xmlns:a="http://schemas.openxmlformats.org/drawingml/2006/main">
              <a:ext uri="{FF2B5EF4-FFF2-40B4-BE49-F238E27FC236}">
                <a16:creationId xmlns:a16="http://schemas.microsoft.com/office/drawing/2014/main" id="{060C858B-1562-4EEF-B693-68D9C20A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8808" y="2073515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1">
            <a:extLst xmlns:a="http://schemas.openxmlformats.org/drawingml/2006/main">
              <a:ext uri="{FF2B5EF4-FFF2-40B4-BE49-F238E27FC236}">
                <a16:creationId xmlns:a16="http://schemas.microsoft.com/office/drawing/2014/main" id="{9426E19E-459F-4B0C-ABE3-6E3AB922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888" y="2097487"/>
            <a:ext cx="40712" cy="105515"/>
          </a:xfrm>
          <a:custGeom xmlns:a="http://schemas.openxmlformats.org/drawingml/2006/main">
            <a:pathLst>
              <a:path w="40712" h="105515">
                <a:moveTo>
                  <a:pt x="0" y="12275"/>
                </a:moveTo>
                <a:lnTo>
                  <a:pt x="25159" y="0"/>
                </a:lnTo>
                <a:lnTo>
                  <a:pt x="27675" y="0"/>
                </a:lnTo>
                <a:lnTo>
                  <a:pt x="27675" y="87294"/>
                </a:lnTo>
                <a:cubicBezTo>
                  <a:pt x="27675" y="93088"/>
                  <a:pt x="27916" y="96697"/>
                  <a:pt x="28399" y="98120"/>
                </a:cubicBezTo>
                <a:cubicBezTo>
                  <a:pt x="28882" y="99543"/>
                  <a:pt x="29886" y="100636"/>
                  <a:pt x="31411" y="101398"/>
                </a:cubicBezTo>
                <a:cubicBezTo>
                  <a:pt x="32935" y="102161"/>
                  <a:pt x="36036" y="102593"/>
                  <a:pt x="40712" y="102695"/>
                </a:cubicBezTo>
                <a:lnTo>
                  <a:pt x="40712" y="105515"/>
                </a:lnTo>
                <a:lnTo>
                  <a:pt x="1830" y="105515"/>
                </a:lnTo>
                <a:lnTo>
                  <a:pt x="1830" y="102695"/>
                </a:lnTo>
                <a:cubicBezTo>
                  <a:pt x="6709" y="102593"/>
                  <a:pt x="9860" y="102174"/>
                  <a:pt x="11283" y="101437"/>
                </a:cubicBezTo>
                <a:cubicBezTo>
                  <a:pt x="12707" y="100700"/>
                  <a:pt x="13698" y="99708"/>
                  <a:pt x="14257" y="98463"/>
                </a:cubicBezTo>
                <a:cubicBezTo>
                  <a:pt x="14816" y="97218"/>
                  <a:pt x="15095" y="93495"/>
                  <a:pt x="15095" y="87294"/>
                </a:cubicBezTo>
                <a:lnTo>
                  <a:pt x="15095" y="31487"/>
                </a:lnTo>
                <a:cubicBezTo>
                  <a:pt x="15095" y="23965"/>
                  <a:pt x="14841" y="19136"/>
                  <a:pt x="14333" y="17001"/>
                </a:cubicBezTo>
                <a:cubicBezTo>
                  <a:pt x="13977" y="15375"/>
                  <a:pt x="13329" y="14181"/>
                  <a:pt x="12389" y="13418"/>
                </a:cubicBezTo>
                <a:cubicBezTo>
                  <a:pt x="11449" y="12656"/>
                  <a:pt x="10318" y="12275"/>
                  <a:pt x="8996" y="12275"/>
                </a:cubicBezTo>
                <a:cubicBezTo>
                  <a:pt x="7116" y="12275"/>
                  <a:pt x="4498" y="13062"/>
                  <a:pt x="1144" y="14638"/>
                </a:cubicBezTo>
                <a:lnTo>
                  <a:pt x="0" y="122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273DA8-FE8B-47F0-9E3C-B604655F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695" y="1985131"/>
            <a:ext cx="292833" cy="292833"/>
          </a:xfrm>
          <a:custGeom xmlns:a="http://schemas.openxmlformats.org/drawingml/2006/main">
            <a:pathLst>
              <a:path w="292833" h="292833">
                <a:moveTo>
                  <a:pt x="292833" y="146416"/>
                </a:moveTo>
                <a:cubicBezTo>
                  <a:pt x="292833" y="151212"/>
                  <a:pt x="292597" y="155995"/>
                  <a:pt x="292127" y="160768"/>
                </a:cubicBezTo>
                <a:cubicBezTo>
                  <a:pt x="291657" y="165540"/>
                  <a:pt x="290954" y="170277"/>
                  <a:pt x="290019" y="174981"/>
                </a:cubicBezTo>
                <a:cubicBezTo>
                  <a:pt x="289084" y="179684"/>
                  <a:pt x="287919" y="184330"/>
                  <a:pt x="286528" y="188919"/>
                </a:cubicBezTo>
                <a:cubicBezTo>
                  <a:pt x="285136" y="193507"/>
                  <a:pt x="283522" y="198017"/>
                  <a:pt x="281687" y="202447"/>
                </a:cubicBezTo>
                <a:cubicBezTo>
                  <a:pt x="279853" y="206877"/>
                  <a:pt x="277805" y="211207"/>
                  <a:pt x="275544" y="215436"/>
                </a:cubicBezTo>
                <a:cubicBezTo>
                  <a:pt x="273283" y="219665"/>
                  <a:pt x="270821" y="223774"/>
                  <a:pt x="268156" y="227761"/>
                </a:cubicBezTo>
                <a:cubicBezTo>
                  <a:pt x="265493" y="231748"/>
                  <a:pt x="262640" y="235595"/>
                  <a:pt x="259598" y="239302"/>
                </a:cubicBezTo>
                <a:cubicBezTo>
                  <a:pt x="256556" y="243008"/>
                  <a:pt x="253339" y="246557"/>
                  <a:pt x="249948" y="249948"/>
                </a:cubicBezTo>
                <a:cubicBezTo>
                  <a:pt x="246557" y="253339"/>
                  <a:pt x="243008" y="256555"/>
                  <a:pt x="239302" y="259597"/>
                </a:cubicBezTo>
                <a:cubicBezTo>
                  <a:pt x="235595" y="262640"/>
                  <a:pt x="231748" y="265493"/>
                  <a:pt x="227761" y="268157"/>
                </a:cubicBezTo>
                <a:cubicBezTo>
                  <a:pt x="223773" y="270821"/>
                  <a:pt x="219664" y="273283"/>
                  <a:pt x="215436" y="275544"/>
                </a:cubicBezTo>
                <a:cubicBezTo>
                  <a:pt x="211207" y="277804"/>
                  <a:pt x="206877" y="279852"/>
                  <a:pt x="202446" y="281687"/>
                </a:cubicBezTo>
                <a:cubicBezTo>
                  <a:pt x="198016" y="283522"/>
                  <a:pt x="193507" y="285136"/>
                  <a:pt x="188919" y="286528"/>
                </a:cubicBezTo>
                <a:cubicBezTo>
                  <a:pt x="184330" y="287920"/>
                  <a:pt x="179684" y="289083"/>
                  <a:pt x="174980" y="290019"/>
                </a:cubicBezTo>
                <a:cubicBezTo>
                  <a:pt x="170277" y="290955"/>
                  <a:pt x="165541" y="291658"/>
                  <a:pt x="160769" y="292127"/>
                </a:cubicBezTo>
                <a:cubicBezTo>
                  <a:pt x="155997" y="292598"/>
                  <a:pt x="151212" y="292833"/>
                  <a:pt x="146416" y="292833"/>
                </a:cubicBezTo>
                <a:cubicBezTo>
                  <a:pt x="141621" y="292833"/>
                  <a:pt x="136837" y="292598"/>
                  <a:pt x="132065" y="292128"/>
                </a:cubicBezTo>
                <a:cubicBezTo>
                  <a:pt x="127293" y="291658"/>
                  <a:pt x="122555" y="290955"/>
                  <a:pt x="117852" y="290019"/>
                </a:cubicBezTo>
                <a:cubicBezTo>
                  <a:pt x="113149" y="289083"/>
                  <a:pt x="108503" y="287920"/>
                  <a:pt x="103913" y="286528"/>
                </a:cubicBezTo>
                <a:cubicBezTo>
                  <a:pt x="99324" y="285136"/>
                  <a:pt x="94815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9" y="270821"/>
                  <a:pt x="65071" y="268157"/>
                </a:cubicBezTo>
                <a:cubicBezTo>
                  <a:pt x="61084" y="265493"/>
                  <a:pt x="57238" y="262640"/>
                  <a:pt x="53530" y="259598"/>
                </a:cubicBezTo>
                <a:cubicBezTo>
                  <a:pt x="49824" y="256555"/>
                  <a:pt x="46275" y="253339"/>
                  <a:pt x="42884" y="249948"/>
                </a:cubicBezTo>
                <a:cubicBezTo>
                  <a:pt x="39494" y="246557"/>
                  <a:pt x="36277" y="243008"/>
                  <a:pt x="33235" y="239302"/>
                </a:cubicBezTo>
                <a:cubicBezTo>
                  <a:pt x="30193" y="235595"/>
                  <a:pt x="27339" y="231748"/>
                  <a:pt x="24675" y="227761"/>
                </a:cubicBezTo>
                <a:cubicBezTo>
                  <a:pt x="22011" y="223774"/>
                  <a:pt x="19549" y="219665"/>
                  <a:pt x="17289" y="215436"/>
                </a:cubicBezTo>
                <a:cubicBezTo>
                  <a:pt x="15028" y="211207"/>
                  <a:pt x="12980" y="206877"/>
                  <a:pt x="11145" y="202447"/>
                </a:cubicBezTo>
                <a:cubicBezTo>
                  <a:pt x="9310" y="198017"/>
                  <a:pt x="7697" y="193507"/>
                  <a:pt x="6305" y="188918"/>
                </a:cubicBezTo>
                <a:cubicBezTo>
                  <a:pt x="4913" y="184330"/>
                  <a:pt x="3749" y="179684"/>
                  <a:pt x="2814" y="174980"/>
                </a:cubicBezTo>
                <a:cubicBezTo>
                  <a:pt x="1878" y="170277"/>
                  <a:pt x="1175" y="165540"/>
                  <a:pt x="706" y="160768"/>
                </a:cubicBezTo>
                <a:cubicBezTo>
                  <a:pt x="236" y="155995"/>
                  <a:pt x="1" y="151212"/>
                  <a:pt x="0" y="146416"/>
                </a:cubicBezTo>
                <a:cubicBezTo>
                  <a:pt x="1" y="141621"/>
                  <a:pt x="236" y="136837"/>
                  <a:pt x="706" y="132065"/>
                </a:cubicBezTo>
                <a:cubicBezTo>
                  <a:pt x="1175" y="127293"/>
                  <a:pt x="1878" y="122555"/>
                  <a:pt x="2814" y="117852"/>
                </a:cubicBezTo>
                <a:cubicBezTo>
                  <a:pt x="3749" y="113149"/>
                  <a:pt x="4913" y="108503"/>
                  <a:pt x="6305" y="103914"/>
                </a:cubicBezTo>
                <a:cubicBezTo>
                  <a:pt x="7697" y="99325"/>
                  <a:pt x="9310" y="94816"/>
                  <a:pt x="11145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9" y="73167"/>
                  <a:pt x="22011" y="69059"/>
                  <a:pt x="24675" y="65072"/>
                </a:cubicBezTo>
                <a:cubicBezTo>
                  <a:pt x="27339" y="61085"/>
                  <a:pt x="30193" y="57238"/>
                  <a:pt x="33235" y="53531"/>
                </a:cubicBezTo>
                <a:cubicBezTo>
                  <a:pt x="36277" y="49824"/>
                  <a:pt x="39494" y="46275"/>
                  <a:pt x="42884" y="42884"/>
                </a:cubicBezTo>
                <a:cubicBezTo>
                  <a:pt x="46275" y="39494"/>
                  <a:pt x="49824" y="36277"/>
                  <a:pt x="53530" y="33235"/>
                </a:cubicBezTo>
                <a:cubicBezTo>
                  <a:pt x="57238" y="30193"/>
                  <a:pt x="61084" y="27340"/>
                  <a:pt x="65071" y="24675"/>
                </a:cubicBezTo>
                <a:cubicBezTo>
                  <a:pt x="69059" y="22011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5" y="11145"/>
                </a:cubicBezTo>
                <a:cubicBezTo>
                  <a:pt x="94815" y="9310"/>
                  <a:pt x="99324" y="7697"/>
                  <a:pt x="103913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3" y="1175"/>
                  <a:pt x="132065" y="705"/>
                </a:cubicBezTo>
                <a:cubicBezTo>
                  <a:pt x="136837" y="235"/>
                  <a:pt x="141621" y="0"/>
                  <a:pt x="146416" y="0"/>
                </a:cubicBezTo>
                <a:cubicBezTo>
                  <a:pt x="151212" y="0"/>
                  <a:pt x="155997" y="235"/>
                  <a:pt x="160769" y="705"/>
                </a:cubicBezTo>
                <a:cubicBezTo>
                  <a:pt x="165541" y="1175"/>
                  <a:pt x="170277" y="1878"/>
                  <a:pt x="174980" y="2813"/>
                </a:cubicBezTo>
                <a:cubicBezTo>
                  <a:pt x="179684" y="3749"/>
                  <a:pt x="184330" y="4913"/>
                  <a:pt x="188919" y="6305"/>
                </a:cubicBezTo>
                <a:cubicBezTo>
                  <a:pt x="193507" y="7697"/>
                  <a:pt x="198016" y="9310"/>
                  <a:pt x="202446" y="11145"/>
                </a:cubicBezTo>
                <a:cubicBezTo>
                  <a:pt x="206877" y="12980"/>
                  <a:pt x="211207" y="15028"/>
                  <a:pt x="215436" y="17289"/>
                </a:cubicBezTo>
                <a:cubicBezTo>
                  <a:pt x="219664" y="19549"/>
                  <a:pt x="223773" y="22011"/>
                  <a:pt x="227761" y="24675"/>
                </a:cubicBezTo>
                <a:cubicBezTo>
                  <a:pt x="231748" y="27340"/>
                  <a:pt x="235595" y="30193"/>
                  <a:pt x="239302" y="33235"/>
                </a:cubicBezTo>
                <a:cubicBezTo>
                  <a:pt x="243008" y="36277"/>
                  <a:pt x="246557" y="39494"/>
                  <a:pt x="249948" y="42884"/>
                </a:cubicBezTo>
                <a:cubicBezTo>
                  <a:pt x="253339" y="46275"/>
                  <a:pt x="256556" y="49824"/>
                  <a:pt x="259598" y="53531"/>
                </a:cubicBezTo>
                <a:cubicBezTo>
                  <a:pt x="262640" y="57238"/>
                  <a:pt x="265493" y="61085"/>
                  <a:pt x="268156" y="65072"/>
                </a:cubicBezTo>
                <a:cubicBezTo>
                  <a:pt x="270821" y="69059"/>
                  <a:pt x="273283" y="73167"/>
                  <a:pt x="275544" y="77396"/>
                </a:cubicBezTo>
                <a:cubicBezTo>
                  <a:pt x="277805" y="81625"/>
                  <a:pt x="279853" y="85955"/>
                  <a:pt x="281687" y="90385"/>
                </a:cubicBezTo>
                <a:cubicBezTo>
                  <a:pt x="283522" y="94816"/>
                  <a:pt x="285136" y="99325"/>
                  <a:pt x="286528" y="103914"/>
                </a:cubicBezTo>
                <a:cubicBezTo>
                  <a:pt x="287919" y="108503"/>
                  <a:pt x="289084" y="113149"/>
                  <a:pt x="290019" y="117852"/>
                </a:cubicBezTo>
                <a:cubicBezTo>
                  <a:pt x="290954" y="122555"/>
                  <a:pt x="291657" y="127293"/>
                  <a:pt x="292127" y="132065"/>
                </a:cubicBezTo>
                <a:cubicBezTo>
                  <a:pt x="292597" y="136837"/>
                  <a:pt x="292833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8362C9-61A3-4BCF-B4A2-765BCE5E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695" y="1985131"/>
            <a:ext cx="292833" cy="292833"/>
          </a:xfrm>
          <a:custGeom xmlns:a="http://schemas.openxmlformats.org/drawingml/2006/main">
            <a:pathLst>
              <a:path w="292833" h="292833" fill="none">
                <a:moveTo>
                  <a:pt x="292833" y="146416"/>
                </a:moveTo>
                <a:cubicBezTo>
                  <a:pt x="292833" y="151212"/>
                  <a:pt x="292597" y="155995"/>
                  <a:pt x="292127" y="160768"/>
                </a:cubicBezTo>
                <a:cubicBezTo>
                  <a:pt x="291657" y="165540"/>
                  <a:pt x="290954" y="170277"/>
                  <a:pt x="290019" y="174981"/>
                </a:cubicBezTo>
                <a:cubicBezTo>
                  <a:pt x="289084" y="179684"/>
                  <a:pt x="287919" y="184330"/>
                  <a:pt x="286528" y="188919"/>
                </a:cubicBezTo>
                <a:cubicBezTo>
                  <a:pt x="285136" y="193507"/>
                  <a:pt x="283522" y="198017"/>
                  <a:pt x="281687" y="202447"/>
                </a:cubicBezTo>
                <a:cubicBezTo>
                  <a:pt x="279853" y="206877"/>
                  <a:pt x="277805" y="211207"/>
                  <a:pt x="275544" y="215436"/>
                </a:cubicBezTo>
                <a:cubicBezTo>
                  <a:pt x="273283" y="219665"/>
                  <a:pt x="270821" y="223774"/>
                  <a:pt x="268156" y="227761"/>
                </a:cubicBezTo>
                <a:cubicBezTo>
                  <a:pt x="265493" y="231748"/>
                  <a:pt x="262640" y="235595"/>
                  <a:pt x="259598" y="239302"/>
                </a:cubicBezTo>
                <a:cubicBezTo>
                  <a:pt x="256556" y="243008"/>
                  <a:pt x="253339" y="246557"/>
                  <a:pt x="249948" y="249948"/>
                </a:cubicBezTo>
                <a:cubicBezTo>
                  <a:pt x="246557" y="253339"/>
                  <a:pt x="243008" y="256555"/>
                  <a:pt x="239302" y="259597"/>
                </a:cubicBezTo>
                <a:cubicBezTo>
                  <a:pt x="235595" y="262640"/>
                  <a:pt x="231748" y="265493"/>
                  <a:pt x="227761" y="268157"/>
                </a:cubicBezTo>
                <a:cubicBezTo>
                  <a:pt x="223773" y="270821"/>
                  <a:pt x="219664" y="273283"/>
                  <a:pt x="215436" y="275544"/>
                </a:cubicBezTo>
                <a:cubicBezTo>
                  <a:pt x="211207" y="277804"/>
                  <a:pt x="206877" y="279852"/>
                  <a:pt x="202446" y="281687"/>
                </a:cubicBezTo>
                <a:cubicBezTo>
                  <a:pt x="198016" y="283522"/>
                  <a:pt x="193507" y="285136"/>
                  <a:pt x="188919" y="286528"/>
                </a:cubicBezTo>
                <a:cubicBezTo>
                  <a:pt x="184330" y="287920"/>
                  <a:pt x="179684" y="289083"/>
                  <a:pt x="174980" y="290019"/>
                </a:cubicBezTo>
                <a:cubicBezTo>
                  <a:pt x="170277" y="290955"/>
                  <a:pt x="165541" y="291658"/>
                  <a:pt x="160769" y="292127"/>
                </a:cubicBezTo>
                <a:cubicBezTo>
                  <a:pt x="155997" y="292598"/>
                  <a:pt x="151212" y="292833"/>
                  <a:pt x="146416" y="292833"/>
                </a:cubicBezTo>
                <a:cubicBezTo>
                  <a:pt x="141621" y="292833"/>
                  <a:pt x="136837" y="292598"/>
                  <a:pt x="132065" y="292128"/>
                </a:cubicBezTo>
                <a:cubicBezTo>
                  <a:pt x="127293" y="291658"/>
                  <a:pt x="122555" y="290955"/>
                  <a:pt x="117852" y="290019"/>
                </a:cubicBezTo>
                <a:cubicBezTo>
                  <a:pt x="113149" y="289083"/>
                  <a:pt x="108503" y="287920"/>
                  <a:pt x="103913" y="286528"/>
                </a:cubicBezTo>
                <a:cubicBezTo>
                  <a:pt x="99324" y="285136"/>
                  <a:pt x="94815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9" y="270821"/>
                  <a:pt x="65071" y="268157"/>
                </a:cubicBezTo>
                <a:cubicBezTo>
                  <a:pt x="61084" y="265493"/>
                  <a:pt x="57238" y="262640"/>
                  <a:pt x="53530" y="259598"/>
                </a:cubicBezTo>
                <a:cubicBezTo>
                  <a:pt x="49824" y="256555"/>
                  <a:pt x="46275" y="253339"/>
                  <a:pt x="42884" y="249948"/>
                </a:cubicBezTo>
                <a:cubicBezTo>
                  <a:pt x="39494" y="246557"/>
                  <a:pt x="36277" y="243008"/>
                  <a:pt x="33235" y="239302"/>
                </a:cubicBezTo>
                <a:cubicBezTo>
                  <a:pt x="30193" y="235595"/>
                  <a:pt x="27339" y="231748"/>
                  <a:pt x="24675" y="227761"/>
                </a:cubicBezTo>
                <a:cubicBezTo>
                  <a:pt x="22011" y="223774"/>
                  <a:pt x="19549" y="219665"/>
                  <a:pt x="17289" y="215436"/>
                </a:cubicBezTo>
                <a:cubicBezTo>
                  <a:pt x="15028" y="211207"/>
                  <a:pt x="12980" y="206877"/>
                  <a:pt x="11145" y="202447"/>
                </a:cubicBezTo>
                <a:cubicBezTo>
                  <a:pt x="9310" y="198017"/>
                  <a:pt x="7697" y="193507"/>
                  <a:pt x="6305" y="188918"/>
                </a:cubicBezTo>
                <a:cubicBezTo>
                  <a:pt x="4913" y="184330"/>
                  <a:pt x="3749" y="179684"/>
                  <a:pt x="2814" y="174980"/>
                </a:cubicBezTo>
                <a:cubicBezTo>
                  <a:pt x="1878" y="170277"/>
                  <a:pt x="1175" y="165540"/>
                  <a:pt x="706" y="160768"/>
                </a:cubicBezTo>
                <a:cubicBezTo>
                  <a:pt x="236" y="155995"/>
                  <a:pt x="1" y="151212"/>
                  <a:pt x="0" y="146416"/>
                </a:cubicBezTo>
                <a:cubicBezTo>
                  <a:pt x="1" y="141621"/>
                  <a:pt x="236" y="136837"/>
                  <a:pt x="706" y="132065"/>
                </a:cubicBezTo>
                <a:cubicBezTo>
                  <a:pt x="1175" y="127293"/>
                  <a:pt x="1878" y="122555"/>
                  <a:pt x="2814" y="117852"/>
                </a:cubicBezTo>
                <a:cubicBezTo>
                  <a:pt x="3749" y="113149"/>
                  <a:pt x="4913" y="108503"/>
                  <a:pt x="6305" y="103914"/>
                </a:cubicBezTo>
                <a:cubicBezTo>
                  <a:pt x="7697" y="99325"/>
                  <a:pt x="9310" y="94816"/>
                  <a:pt x="11145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9" y="73167"/>
                  <a:pt x="22011" y="69059"/>
                  <a:pt x="24675" y="65072"/>
                </a:cubicBezTo>
                <a:cubicBezTo>
                  <a:pt x="27339" y="61085"/>
                  <a:pt x="30193" y="57238"/>
                  <a:pt x="33235" y="53531"/>
                </a:cubicBezTo>
                <a:cubicBezTo>
                  <a:pt x="36277" y="49824"/>
                  <a:pt x="39494" y="46275"/>
                  <a:pt x="42884" y="42884"/>
                </a:cubicBezTo>
                <a:cubicBezTo>
                  <a:pt x="46275" y="39494"/>
                  <a:pt x="49824" y="36277"/>
                  <a:pt x="53530" y="33235"/>
                </a:cubicBezTo>
                <a:cubicBezTo>
                  <a:pt x="57238" y="30193"/>
                  <a:pt x="61084" y="27340"/>
                  <a:pt x="65071" y="24675"/>
                </a:cubicBezTo>
                <a:cubicBezTo>
                  <a:pt x="69059" y="22011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5" y="11145"/>
                </a:cubicBezTo>
                <a:cubicBezTo>
                  <a:pt x="94815" y="9310"/>
                  <a:pt x="99324" y="7697"/>
                  <a:pt x="103913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3" y="1175"/>
                  <a:pt x="132065" y="705"/>
                </a:cubicBezTo>
                <a:cubicBezTo>
                  <a:pt x="136837" y="235"/>
                  <a:pt x="141621" y="0"/>
                  <a:pt x="146416" y="0"/>
                </a:cubicBezTo>
                <a:cubicBezTo>
                  <a:pt x="151212" y="0"/>
                  <a:pt x="155997" y="235"/>
                  <a:pt x="160769" y="705"/>
                </a:cubicBezTo>
                <a:cubicBezTo>
                  <a:pt x="165541" y="1175"/>
                  <a:pt x="170277" y="1878"/>
                  <a:pt x="174980" y="2813"/>
                </a:cubicBezTo>
                <a:cubicBezTo>
                  <a:pt x="179684" y="3749"/>
                  <a:pt x="184330" y="4913"/>
                  <a:pt x="188919" y="6305"/>
                </a:cubicBezTo>
                <a:cubicBezTo>
                  <a:pt x="193507" y="7697"/>
                  <a:pt x="198016" y="9310"/>
                  <a:pt x="202446" y="11145"/>
                </a:cubicBezTo>
                <a:cubicBezTo>
                  <a:pt x="206877" y="12980"/>
                  <a:pt x="211207" y="15028"/>
                  <a:pt x="215436" y="17289"/>
                </a:cubicBezTo>
                <a:cubicBezTo>
                  <a:pt x="219664" y="19549"/>
                  <a:pt x="223773" y="22011"/>
                  <a:pt x="227761" y="24675"/>
                </a:cubicBezTo>
                <a:cubicBezTo>
                  <a:pt x="231748" y="27340"/>
                  <a:pt x="235595" y="30193"/>
                  <a:pt x="239302" y="33235"/>
                </a:cubicBezTo>
                <a:cubicBezTo>
                  <a:pt x="243008" y="36277"/>
                  <a:pt x="246557" y="39494"/>
                  <a:pt x="249948" y="42884"/>
                </a:cubicBezTo>
                <a:cubicBezTo>
                  <a:pt x="253339" y="46275"/>
                  <a:pt x="256556" y="49824"/>
                  <a:pt x="259598" y="53531"/>
                </a:cubicBezTo>
                <a:cubicBezTo>
                  <a:pt x="262640" y="57238"/>
                  <a:pt x="265493" y="61085"/>
                  <a:pt x="268156" y="65072"/>
                </a:cubicBezTo>
                <a:cubicBezTo>
                  <a:pt x="270821" y="69059"/>
                  <a:pt x="273283" y="73167"/>
                  <a:pt x="275544" y="77396"/>
                </a:cubicBezTo>
                <a:cubicBezTo>
                  <a:pt x="277805" y="81625"/>
                  <a:pt x="279853" y="85955"/>
                  <a:pt x="281687" y="90385"/>
                </a:cubicBezTo>
                <a:cubicBezTo>
                  <a:pt x="283522" y="94816"/>
                  <a:pt x="285136" y="99325"/>
                  <a:pt x="286528" y="103914"/>
                </a:cubicBezTo>
                <a:cubicBezTo>
                  <a:pt x="287919" y="108503"/>
                  <a:pt x="289084" y="113149"/>
                  <a:pt x="290019" y="117852"/>
                </a:cubicBezTo>
                <a:cubicBezTo>
                  <a:pt x="290954" y="122555"/>
                  <a:pt x="291657" y="127293"/>
                  <a:pt x="292127" y="132065"/>
                </a:cubicBezTo>
                <a:cubicBezTo>
                  <a:pt x="292597" y="136837"/>
                  <a:pt x="292833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120" name="Text s">
            <a:extLst xmlns:a="http://schemas.openxmlformats.org/drawingml/2006/main">
              <a:ext uri="{FF2B5EF4-FFF2-40B4-BE49-F238E27FC236}">
                <a16:creationId xmlns:a16="http://schemas.microsoft.com/office/drawing/2014/main" id="{CB93C926-F6AC-4DA7-AC06-261DC8A4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746" y="2091085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2">
            <a:extLst xmlns:a="http://schemas.openxmlformats.org/drawingml/2006/main">
              <a:ext uri="{FF2B5EF4-FFF2-40B4-BE49-F238E27FC236}">
                <a16:creationId xmlns:a16="http://schemas.microsoft.com/office/drawing/2014/main" id="{AF95E739-C9AA-40E5-8867-FBF702D1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884" y="2115057"/>
            <a:ext cx="68234" cy="105515"/>
          </a:xfrm>
          <a:custGeom xmlns:a="http://schemas.openxmlformats.org/drawingml/2006/main">
            <a:pathLst>
              <a:path w="68234" h="105515">
                <a:moveTo>
                  <a:pt x="68234" y="85541"/>
                </a:moveTo>
                <a:lnTo>
                  <a:pt x="60992" y="105515"/>
                </a:lnTo>
                <a:lnTo>
                  <a:pt x="0" y="105515"/>
                </a:lnTo>
                <a:lnTo>
                  <a:pt x="0" y="102690"/>
                </a:lnTo>
                <a:cubicBezTo>
                  <a:pt x="17942" y="86297"/>
                  <a:pt x="30572" y="72908"/>
                  <a:pt x="37891" y="62523"/>
                </a:cubicBezTo>
                <a:cubicBezTo>
                  <a:pt x="45210" y="52137"/>
                  <a:pt x="48869" y="42642"/>
                  <a:pt x="48869" y="34039"/>
                </a:cubicBezTo>
                <a:cubicBezTo>
                  <a:pt x="48869" y="27472"/>
                  <a:pt x="46862" y="22077"/>
                  <a:pt x="42847" y="17852"/>
                </a:cubicBezTo>
                <a:cubicBezTo>
                  <a:pt x="38831" y="13625"/>
                  <a:pt x="34028" y="11512"/>
                  <a:pt x="28437" y="11512"/>
                </a:cubicBezTo>
                <a:cubicBezTo>
                  <a:pt x="23355" y="11512"/>
                  <a:pt x="18793" y="13005"/>
                  <a:pt x="14752" y="15991"/>
                </a:cubicBezTo>
                <a:cubicBezTo>
                  <a:pt x="10712" y="18977"/>
                  <a:pt x="7726" y="23355"/>
                  <a:pt x="5794" y="29123"/>
                </a:cubicBezTo>
                <a:lnTo>
                  <a:pt x="2973" y="29123"/>
                </a:lnTo>
                <a:cubicBezTo>
                  <a:pt x="4244" y="19744"/>
                  <a:pt x="7510" y="12546"/>
                  <a:pt x="12770" y="7529"/>
                </a:cubicBezTo>
                <a:cubicBezTo>
                  <a:pt x="18031" y="2510"/>
                  <a:pt x="24600" y="0"/>
                  <a:pt x="32478" y="0"/>
                </a:cubicBezTo>
                <a:cubicBezTo>
                  <a:pt x="40864" y="0"/>
                  <a:pt x="47866" y="2694"/>
                  <a:pt x="53482" y="8081"/>
                </a:cubicBezTo>
                <a:cubicBezTo>
                  <a:pt x="59098" y="13469"/>
                  <a:pt x="61906" y="19822"/>
                  <a:pt x="61906" y="27141"/>
                </a:cubicBezTo>
                <a:cubicBezTo>
                  <a:pt x="61906" y="32376"/>
                  <a:pt x="60687" y="37611"/>
                  <a:pt x="58247" y="42847"/>
                </a:cubicBezTo>
                <a:cubicBezTo>
                  <a:pt x="54486" y="51080"/>
                  <a:pt x="48387" y="59797"/>
                  <a:pt x="39949" y="68997"/>
                </a:cubicBezTo>
                <a:cubicBezTo>
                  <a:pt x="27294" y="82821"/>
                  <a:pt x="19390" y="91157"/>
                  <a:pt x="16239" y="94003"/>
                </a:cubicBezTo>
                <a:lnTo>
                  <a:pt x="43228" y="94003"/>
                </a:lnTo>
                <a:cubicBezTo>
                  <a:pt x="48717" y="94003"/>
                  <a:pt x="52567" y="93798"/>
                  <a:pt x="54778" y="93389"/>
                </a:cubicBezTo>
                <a:cubicBezTo>
                  <a:pt x="56989" y="92977"/>
                  <a:pt x="58984" y="92143"/>
                  <a:pt x="60763" y="90887"/>
                </a:cubicBezTo>
                <a:cubicBezTo>
                  <a:pt x="62542" y="89631"/>
                  <a:pt x="64092" y="87848"/>
                  <a:pt x="65413" y="85541"/>
                </a:cubicBezTo>
                <a:lnTo>
                  <a:pt x="68234" y="855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935174-D32C-44B7-BC53-9CD537C1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299" y="2131547"/>
            <a:ext cx="355089" cy="10"/>
          </a:xfrm>
          <a:custGeom xmlns:a="http://schemas.openxmlformats.org/drawingml/2006/main">
            <a:pathLst>
              <a:path w="355089" h="1" fill="none">
                <a:moveTo>
                  <a:pt x="0" y="0"/>
                </a:moveTo>
                <a:lnTo>
                  <a:pt x="355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2A7770-B855-43BA-A807-BBAAC306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139" y="2111049"/>
            <a:ext cx="40997" cy="40997"/>
          </a:xfrm>
          <a:custGeom xmlns:a="http://schemas.openxmlformats.org/drawingml/2006/main">
            <a:pathLst>
              <a:path w="40997" h="40997">
                <a:moveTo>
                  <a:pt x="40997" y="20498"/>
                </a:moveTo>
                <a:lnTo>
                  <a:pt x="0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21FA58-597F-47B4-A304-17FA6222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139" y="2111049"/>
            <a:ext cx="40997" cy="40997"/>
          </a:xfrm>
          <a:custGeom xmlns:a="http://schemas.openxmlformats.org/drawingml/2006/main">
            <a:pathLst>
              <a:path w="40997" h="40997" fill="none">
                <a:moveTo>
                  <a:pt x="40997" y="20498"/>
                </a:moveTo>
                <a:lnTo>
                  <a:pt x="0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1104A3-C7F5-4F83-AD0A-BBBE90F2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742" y="1750982"/>
            <a:ext cx="429234" cy="277020"/>
          </a:xfrm>
          <a:custGeom xmlns:a="http://schemas.openxmlformats.org/drawingml/2006/main">
            <a:pathLst>
              <a:path w="429234" h="277020" fill="none">
                <a:moveTo>
                  <a:pt x="0" y="277020"/>
                </a:moveTo>
                <a:lnTo>
                  <a:pt x="4292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D95C70-1AF7-4CB9-9925-1E532D18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0239" y="1734290"/>
            <a:ext cx="45565" cy="39474"/>
          </a:xfrm>
          <a:custGeom xmlns:a="http://schemas.openxmlformats.org/drawingml/2006/main">
            <a:pathLst>
              <a:path w="45565" h="39474">
                <a:moveTo>
                  <a:pt x="45565" y="0"/>
                </a:moveTo>
                <a:lnTo>
                  <a:pt x="22255" y="39474"/>
                </a:lnTo>
                <a:lnTo>
                  <a:pt x="19737" y="16691"/>
                </a:lnTo>
                <a:lnTo>
                  <a:pt x="0" y="5037"/>
                </a:lnTo>
                <a:lnTo>
                  <a:pt x="4556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23C188-C898-495F-81DF-CD4A0528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0239" y="1734290"/>
            <a:ext cx="45565" cy="39474"/>
          </a:xfrm>
          <a:custGeom xmlns:a="http://schemas.openxmlformats.org/drawingml/2006/main">
            <a:pathLst>
              <a:path w="45565" h="39474" fill="none">
                <a:moveTo>
                  <a:pt x="45565" y="0"/>
                </a:moveTo>
                <a:lnTo>
                  <a:pt x="22255" y="39474"/>
                </a:lnTo>
                <a:lnTo>
                  <a:pt x="19737" y="16691"/>
                </a:lnTo>
                <a:lnTo>
                  <a:pt x="0" y="5037"/>
                </a:lnTo>
                <a:lnTo>
                  <a:pt x="4556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CB8436-495F-4963-A9AC-CF4F5E99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780" y="1985131"/>
            <a:ext cx="292833" cy="292833"/>
          </a:xfrm>
          <a:custGeom xmlns:a="http://schemas.openxmlformats.org/drawingml/2006/main">
            <a:pathLst>
              <a:path w="292833" h="292833">
                <a:moveTo>
                  <a:pt x="292833" y="146416"/>
                </a:moveTo>
                <a:cubicBezTo>
                  <a:pt x="292832" y="151212"/>
                  <a:pt x="292597" y="155995"/>
                  <a:pt x="292127" y="160768"/>
                </a:cubicBezTo>
                <a:cubicBezTo>
                  <a:pt x="291657" y="165540"/>
                  <a:pt x="290954" y="170277"/>
                  <a:pt x="290019" y="174981"/>
                </a:cubicBezTo>
                <a:cubicBezTo>
                  <a:pt x="289083" y="179684"/>
                  <a:pt x="287919" y="184330"/>
                  <a:pt x="286528" y="188919"/>
                </a:cubicBezTo>
                <a:cubicBezTo>
                  <a:pt x="285136" y="193507"/>
                  <a:pt x="283522" y="198017"/>
                  <a:pt x="281686" y="202447"/>
                </a:cubicBezTo>
                <a:cubicBezTo>
                  <a:pt x="279851" y="206877"/>
                  <a:pt x="277803" y="211207"/>
                  <a:pt x="275544" y="215436"/>
                </a:cubicBezTo>
                <a:cubicBezTo>
                  <a:pt x="273283" y="219665"/>
                  <a:pt x="270820" y="223774"/>
                  <a:pt x="268156" y="227761"/>
                </a:cubicBezTo>
                <a:cubicBezTo>
                  <a:pt x="265493" y="231748"/>
                  <a:pt x="262639" y="235595"/>
                  <a:pt x="259597" y="239302"/>
                </a:cubicBezTo>
                <a:cubicBezTo>
                  <a:pt x="256555" y="243008"/>
                  <a:pt x="253338" y="246557"/>
                  <a:pt x="249947" y="249948"/>
                </a:cubicBezTo>
                <a:cubicBezTo>
                  <a:pt x="246557" y="253339"/>
                  <a:pt x="243008" y="256555"/>
                  <a:pt x="239302" y="259597"/>
                </a:cubicBezTo>
                <a:cubicBezTo>
                  <a:pt x="235594" y="262640"/>
                  <a:pt x="231748" y="265493"/>
                  <a:pt x="227759" y="268157"/>
                </a:cubicBezTo>
                <a:cubicBezTo>
                  <a:pt x="223773" y="270821"/>
                  <a:pt x="219664" y="273283"/>
                  <a:pt x="215435" y="275544"/>
                </a:cubicBezTo>
                <a:cubicBezTo>
                  <a:pt x="211206" y="277804"/>
                  <a:pt x="206877" y="279852"/>
                  <a:pt x="202446" y="281687"/>
                </a:cubicBezTo>
                <a:cubicBezTo>
                  <a:pt x="198016" y="283522"/>
                  <a:pt x="193507" y="285136"/>
                  <a:pt x="188918" y="286528"/>
                </a:cubicBezTo>
                <a:cubicBezTo>
                  <a:pt x="184329" y="287920"/>
                  <a:pt x="179683" y="289083"/>
                  <a:pt x="174980" y="290019"/>
                </a:cubicBezTo>
                <a:cubicBezTo>
                  <a:pt x="170277" y="290955"/>
                  <a:pt x="165540" y="291658"/>
                  <a:pt x="160768" y="292127"/>
                </a:cubicBezTo>
                <a:cubicBezTo>
                  <a:pt x="155995" y="292598"/>
                  <a:pt x="151212" y="292833"/>
                  <a:pt x="146416" y="292833"/>
                </a:cubicBezTo>
                <a:cubicBezTo>
                  <a:pt x="141621" y="292833"/>
                  <a:pt x="136838" y="292598"/>
                  <a:pt x="132066" y="292128"/>
                </a:cubicBezTo>
                <a:cubicBezTo>
                  <a:pt x="127294" y="291658"/>
                  <a:pt x="122555" y="290955"/>
                  <a:pt x="117852" y="290019"/>
                </a:cubicBezTo>
                <a:cubicBezTo>
                  <a:pt x="113149" y="289083"/>
                  <a:pt x="108503" y="287920"/>
                  <a:pt x="103913" y="286528"/>
                </a:cubicBezTo>
                <a:cubicBezTo>
                  <a:pt x="99325" y="285136"/>
                  <a:pt x="94815" y="283522"/>
                  <a:pt x="90385" y="281687"/>
                </a:cubicBezTo>
                <a:cubicBezTo>
                  <a:pt x="85954" y="279852"/>
                  <a:pt x="81625" y="277804"/>
                  <a:pt x="77396" y="275544"/>
                </a:cubicBezTo>
                <a:cubicBezTo>
                  <a:pt x="73167" y="273283"/>
                  <a:pt x="69058" y="270821"/>
                  <a:pt x="65071" y="268157"/>
                </a:cubicBezTo>
                <a:cubicBezTo>
                  <a:pt x="61084" y="265493"/>
                  <a:pt x="57238" y="262640"/>
                  <a:pt x="53530" y="259598"/>
                </a:cubicBezTo>
                <a:cubicBezTo>
                  <a:pt x="49824" y="256555"/>
                  <a:pt x="46275" y="253339"/>
                  <a:pt x="42884" y="249948"/>
                </a:cubicBezTo>
                <a:cubicBezTo>
                  <a:pt x="39493" y="246557"/>
                  <a:pt x="36277" y="243008"/>
                  <a:pt x="33235" y="239302"/>
                </a:cubicBezTo>
                <a:cubicBezTo>
                  <a:pt x="30192" y="235595"/>
                  <a:pt x="27339" y="231748"/>
                  <a:pt x="24674" y="227761"/>
                </a:cubicBezTo>
                <a:cubicBezTo>
                  <a:pt x="22011" y="223774"/>
                  <a:pt x="19549" y="219665"/>
                  <a:pt x="17288" y="215436"/>
                </a:cubicBezTo>
                <a:cubicBezTo>
                  <a:pt x="15028" y="211207"/>
                  <a:pt x="12980" y="206877"/>
                  <a:pt x="11144" y="202447"/>
                </a:cubicBezTo>
                <a:cubicBezTo>
                  <a:pt x="9309" y="198017"/>
                  <a:pt x="7696" y="193507"/>
                  <a:pt x="6304" y="188918"/>
                </a:cubicBezTo>
                <a:cubicBezTo>
                  <a:pt x="4913" y="184330"/>
                  <a:pt x="3748" y="179684"/>
                  <a:pt x="2812" y="174980"/>
                </a:cubicBezTo>
                <a:cubicBezTo>
                  <a:pt x="1878" y="170277"/>
                  <a:pt x="1175" y="165540"/>
                  <a:pt x="705" y="160768"/>
                </a:cubicBezTo>
                <a:cubicBezTo>
                  <a:pt x="234" y="155995"/>
                  <a:pt x="0" y="151212"/>
                  <a:pt x="0" y="146416"/>
                </a:cubicBezTo>
                <a:cubicBezTo>
                  <a:pt x="0" y="141621"/>
                  <a:pt x="234" y="136837"/>
                  <a:pt x="705" y="132065"/>
                </a:cubicBezTo>
                <a:cubicBezTo>
                  <a:pt x="1175" y="127293"/>
                  <a:pt x="1878" y="122555"/>
                  <a:pt x="2812" y="117852"/>
                </a:cubicBezTo>
                <a:cubicBezTo>
                  <a:pt x="3748" y="113149"/>
                  <a:pt x="4913" y="108503"/>
                  <a:pt x="6304" y="103914"/>
                </a:cubicBezTo>
                <a:cubicBezTo>
                  <a:pt x="7696" y="99325"/>
                  <a:pt x="9309" y="94816"/>
                  <a:pt x="11144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9" y="73167"/>
                  <a:pt x="22011" y="69059"/>
                  <a:pt x="24674" y="65072"/>
                </a:cubicBezTo>
                <a:cubicBezTo>
                  <a:pt x="27339" y="61085"/>
                  <a:pt x="30192" y="57238"/>
                  <a:pt x="33235" y="53531"/>
                </a:cubicBezTo>
                <a:cubicBezTo>
                  <a:pt x="36277" y="49824"/>
                  <a:pt x="39493" y="46275"/>
                  <a:pt x="42884" y="42884"/>
                </a:cubicBezTo>
                <a:cubicBezTo>
                  <a:pt x="46275" y="39494"/>
                  <a:pt x="49824" y="36277"/>
                  <a:pt x="53530" y="33235"/>
                </a:cubicBezTo>
                <a:cubicBezTo>
                  <a:pt x="57238" y="30193"/>
                  <a:pt x="61084" y="27340"/>
                  <a:pt x="65071" y="24675"/>
                </a:cubicBezTo>
                <a:cubicBezTo>
                  <a:pt x="69058" y="22011"/>
                  <a:pt x="73167" y="19549"/>
                  <a:pt x="77396" y="17289"/>
                </a:cubicBezTo>
                <a:cubicBezTo>
                  <a:pt x="81624" y="15028"/>
                  <a:pt x="85954" y="12980"/>
                  <a:pt x="90385" y="11145"/>
                </a:cubicBezTo>
                <a:cubicBezTo>
                  <a:pt x="94815" y="9310"/>
                  <a:pt x="99325" y="7697"/>
                  <a:pt x="103913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4" y="1175"/>
                  <a:pt x="132066" y="705"/>
                </a:cubicBezTo>
                <a:cubicBezTo>
                  <a:pt x="136838" y="235"/>
                  <a:pt x="141621" y="0"/>
                  <a:pt x="146416" y="0"/>
                </a:cubicBezTo>
                <a:cubicBezTo>
                  <a:pt x="151212" y="0"/>
                  <a:pt x="155995" y="235"/>
                  <a:pt x="160768" y="705"/>
                </a:cubicBezTo>
                <a:cubicBezTo>
                  <a:pt x="165540" y="1175"/>
                  <a:pt x="170277" y="1878"/>
                  <a:pt x="174980" y="2813"/>
                </a:cubicBezTo>
                <a:cubicBezTo>
                  <a:pt x="179683" y="3749"/>
                  <a:pt x="184329" y="4913"/>
                  <a:pt x="188918" y="6305"/>
                </a:cubicBezTo>
                <a:cubicBezTo>
                  <a:pt x="193507" y="7697"/>
                  <a:pt x="198016" y="9310"/>
                  <a:pt x="202446" y="11145"/>
                </a:cubicBezTo>
                <a:cubicBezTo>
                  <a:pt x="206877" y="12980"/>
                  <a:pt x="211206" y="15028"/>
                  <a:pt x="215435" y="17289"/>
                </a:cubicBezTo>
                <a:cubicBezTo>
                  <a:pt x="219664" y="19549"/>
                  <a:pt x="223773" y="22011"/>
                  <a:pt x="227759" y="24675"/>
                </a:cubicBezTo>
                <a:cubicBezTo>
                  <a:pt x="231748" y="27340"/>
                  <a:pt x="235594" y="30193"/>
                  <a:pt x="239302" y="33235"/>
                </a:cubicBezTo>
                <a:cubicBezTo>
                  <a:pt x="243008" y="36277"/>
                  <a:pt x="246557" y="39494"/>
                  <a:pt x="249947" y="42884"/>
                </a:cubicBezTo>
                <a:cubicBezTo>
                  <a:pt x="253338" y="46275"/>
                  <a:pt x="256555" y="49824"/>
                  <a:pt x="259597" y="53531"/>
                </a:cubicBezTo>
                <a:cubicBezTo>
                  <a:pt x="262639" y="57238"/>
                  <a:pt x="265493" y="61085"/>
                  <a:pt x="268156" y="65072"/>
                </a:cubicBezTo>
                <a:cubicBezTo>
                  <a:pt x="270820" y="69059"/>
                  <a:pt x="273283" y="73167"/>
                  <a:pt x="275543" y="77396"/>
                </a:cubicBezTo>
                <a:cubicBezTo>
                  <a:pt x="277803" y="81625"/>
                  <a:pt x="279851" y="85955"/>
                  <a:pt x="281686" y="90385"/>
                </a:cubicBezTo>
                <a:cubicBezTo>
                  <a:pt x="283522" y="94816"/>
                  <a:pt x="285136" y="99325"/>
                  <a:pt x="286528" y="103914"/>
                </a:cubicBezTo>
                <a:cubicBezTo>
                  <a:pt x="287919" y="108503"/>
                  <a:pt x="289083" y="113149"/>
                  <a:pt x="290019" y="117852"/>
                </a:cubicBezTo>
                <a:cubicBezTo>
                  <a:pt x="290954" y="122555"/>
                  <a:pt x="291657" y="127293"/>
                  <a:pt x="292127" y="132065"/>
                </a:cubicBezTo>
                <a:cubicBezTo>
                  <a:pt x="292597" y="136837"/>
                  <a:pt x="292832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7F91F1-AA64-4C17-8C02-509EA2F7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0780" y="1985131"/>
            <a:ext cx="292833" cy="292833"/>
          </a:xfrm>
          <a:custGeom xmlns:a="http://schemas.openxmlformats.org/drawingml/2006/main">
            <a:pathLst>
              <a:path w="292833" h="292833" fill="none">
                <a:moveTo>
                  <a:pt x="292833" y="146416"/>
                </a:moveTo>
                <a:cubicBezTo>
                  <a:pt x="292832" y="151212"/>
                  <a:pt x="292597" y="155995"/>
                  <a:pt x="292127" y="160768"/>
                </a:cubicBezTo>
                <a:cubicBezTo>
                  <a:pt x="291657" y="165540"/>
                  <a:pt x="290954" y="170277"/>
                  <a:pt x="290019" y="174981"/>
                </a:cubicBezTo>
                <a:cubicBezTo>
                  <a:pt x="289083" y="179684"/>
                  <a:pt x="287919" y="184330"/>
                  <a:pt x="286528" y="188919"/>
                </a:cubicBezTo>
                <a:cubicBezTo>
                  <a:pt x="285136" y="193507"/>
                  <a:pt x="283522" y="198017"/>
                  <a:pt x="281686" y="202447"/>
                </a:cubicBezTo>
                <a:cubicBezTo>
                  <a:pt x="279851" y="206877"/>
                  <a:pt x="277803" y="211207"/>
                  <a:pt x="275544" y="215436"/>
                </a:cubicBezTo>
                <a:cubicBezTo>
                  <a:pt x="273283" y="219665"/>
                  <a:pt x="270820" y="223774"/>
                  <a:pt x="268156" y="227761"/>
                </a:cubicBezTo>
                <a:cubicBezTo>
                  <a:pt x="265493" y="231748"/>
                  <a:pt x="262639" y="235595"/>
                  <a:pt x="259597" y="239302"/>
                </a:cubicBezTo>
                <a:cubicBezTo>
                  <a:pt x="256555" y="243008"/>
                  <a:pt x="253338" y="246557"/>
                  <a:pt x="249947" y="249948"/>
                </a:cubicBezTo>
                <a:cubicBezTo>
                  <a:pt x="246557" y="253339"/>
                  <a:pt x="243008" y="256555"/>
                  <a:pt x="239302" y="259597"/>
                </a:cubicBezTo>
                <a:cubicBezTo>
                  <a:pt x="235594" y="262640"/>
                  <a:pt x="231748" y="265493"/>
                  <a:pt x="227759" y="268157"/>
                </a:cubicBezTo>
                <a:cubicBezTo>
                  <a:pt x="223773" y="270821"/>
                  <a:pt x="219664" y="273283"/>
                  <a:pt x="215435" y="275544"/>
                </a:cubicBezTo>
                <a:cubicBezTo>
                  <a:pt x="211206" y="277804"/>
                  <a:pt x="206877" y="279852"/>
                  <a:pt x="202446" y="281687"/>
                </a:cubicBezTo>
                <a:cubicBezTo>
                  <a:pt x="198016" y="283522"/>
                  <a:pt x="193507" y="285136"/>
                  <a:pt x="188918" y="286528"/>
                </a:cubicBezTo>
                <a:cubicBezTo>
                  <a:pt x="184329" y="287920"/>
                  <a:pt x="179683" y="289083"/>
                  <a:pt x="174980" y="290019"/>
                </a:cubicBezTo>
                <a:cubicBezTo>
                  <a:pt x="170277" y="290955"/>
                  <a:pt x="165540" y="291658"/>
                  <a:pt x="160768" y="292127"/>
                </a:cubicBezTo>
                <a:cubicBezTo>
                  <a:pt x="155995" y="292598"/>
                  <a:pt x="151212" y="292833"/>
                  <a:pt x="146416" y="292833"/>
                </a:cubicBezTo>
                <a:cubicBezTo>
                  <a:pt x="141621" y="292833"/>
                  <a:pt x="136838" y="292598"/>
                  <a:pt x="132066" y="292128"/>
                </a:cubicBezTo>
                <a:cubicBezTo>
                  <a:pt x="127294" y="291658"/>
                  <a:pt x="122555" y="290955"/>
                  <a:pt x="117852" y="290019"/>
                </a:cubicBezTo>
                <a:cubicBezTo>
                  <a:pt x="113149" y="289083"/>
                  <a:pt x="108503" y="287920"/>
                  <a:pt x="103913" y="286528"/>
                </a:cubicBezTo>
                <a:cubicBezTo>
                  <a:pt x="99325" y="285136"/>
                  <a:pt x="94815" y="283522"/>
                  <a:pt x="90385" y="281687"/>
                </a:cubicBezTo>
                <a:cubicBezTo>
                  <a:pt x="85954" y="279852"/>
                  <a:pt x="81625" y="277804"/>
                  <a:pt x="77396" y="275544"/>
                </a:cubicBezTo>
                <a:cubicBezTo>
                  <a:pt x="73167" y="273283"/>
                  <a:pt x="69058" y="270821"/>
                  <a:pt x="65071" y="268157"/>
                </a:cubicBezTo>
                <a:cubicBezTo>
                  <a:pt x="61084" y="265493"/>
                  <a:pt x="57238" y="262640"/>
                  <a:pt x="53530" y="259598"/>
                </a:cubicBezTo>
                <a:cubicBezTo>
                  <a:pt x="49824" y="256555"/>
                  <a:pt x="46275" y="253339"/>
                  <a:pt x="42884" y="249948"/>
                </a:cubicBezTo>
                <a:cubicBezTo>
                  <a:pt x="39493" y="246557"/>
                  <a:pt x="36277" y="243008"/>
                  <a:pt x="33235" y="239302"/>
                </a:cubicBezTo>
                <a:cubicBezTo>
                  <a:pt x="30192" y="235595"/>
                  <a:pt x="27339" y="231748"/>
                  <a:pt x="24674" y="227761"/>
                </a:cubicBezTo>
                <a:cubicBezTo>
                  <a:pt x="22011" y="223774"/>
                  <a:pt x="19549" y="219665"/>
                  <a:pt x="17288" y="215436"/>
                </a:cubicBezTo>
                <a:cubicBezTo>
                  <a:pt x="15028" y="211207"/>
                  <a:pt x="12980" y="206877"/>
                  <a:pt x="11144" y="202447"/>
                </a:cubicBezTo>
                <a:cubicBezTo>
                  <a:pt x="9309" y="198017"/>
                  <a:pt x="7696" y="193507"/>
                  <a:pt x="6304" y="188918"/>
                </a:cubicBezTo>
                <a:cubicBezTo>
                  <a:pt x="4913" y="184330"/>
                  <a:pt x="3748" y="179684"/>
                  <a:pt x="2812" y="174980"/>
                </a:cubicBezTo>
                <a:cubicBezTo>
                  <a:pt x="1878" y="170277"/>
                  <a:pt x="1175" y="165540"/>
                  <a:pt x="705" y="160768"/>
                </a:cubicBezTo>
                <a:cubicBezTo>
                  <a:pt x="234" y="155995"/>
                  <a:pt x="0" y="151212"/>
                  <a:pt x="0" y="146416"/>
                </a:cubicBezTo>
                <a:cubicBezTo>
                  <a:pt x="0" y="141621"/>
                  <a:pt x="234" y="136837"/>
                  <a:pt x="705" y="132065"/>
                </a:cubicBezTo>
                <a:cubicBezTo>
                  <a:pt x="1175" y="127293"/>
                  <a:pt x="1878" y="122555"/>
                  <a:pt x="2812" y="117852"/>
                </a:cubicBezTo>
                <a:cubicBezTo>
                  <a:pt x="3748" y="113149"/>
                  <a:pt x="4913" y="108503"/>
                  <a:pt x="6304" y="103914"/>
                </a:cubicBezTo>
                <a:cubicBezTo>
                  <a:pt x="7696" y="99325"/>
                  <a:pt x="9309" y="94816"/>
                  <a:pt x="11144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9" y="73167"/>
                  <a:pt x="22011" y="69059"/>
                  <a:pt x="24674" y="65072"/>
                </a:cubicBezTo>
                <a:cubicBezTo>
                  <a:pt x="27339" y="61085"/>
                  <a:pt x="30192" y="57238"/>
                  <a:pt x="33235" y="53531"/>
                </a:cubicBezTo>
                <a:cubicBezTo>
                  <a:pt x="36277" y="49824"/>
                  <a:pt x="39493" y="46275"/>
                  <a:pt x="42884" y="42884"/>
                </a:cubicBezTo>
                <a:cubicBezTo>
                  <a:pt x="46275" y="39494"/>
                  <a:pt x="49824" y="36277"/>
                  <a:pt x="53530" y="33235"/>
                </a:cubicBezTo>
                <a:cubicBezTo>
                  <a:pt x="57238" y="30193"/>
                  <a:pt x="61084" y="27340"/>
                  <a:pt x="65071" y="24675"/>
                </a:cubicBezTo>
                <a:cubicBezTo>
                  <a:pt x="69058" y="22011"/>
                  <a:pt x="73167" y="19549"/>
                  <a:pt x="77396" y="17289"/>
                </a:cubicBezTo>
                <a:cubicBezTo>
                  <a:pt x="81624" y="15028"/>
                  <a:pt x="85954" y="12980"/>
                  <a:pt x="90385" y="11145"/>
                </a:cubicBezTo>
                <a:cubicBezTo>
                  <a:pt x="94815" y="9310"/>
                  <a:pt x="99325" y="7697"/>
                  <a:pt x="103913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4" y="1175"/>
                  <a:pt x="132066" y="705"/>
                </a:cubicBezTo>
                <a:cubicBezTo>
                  <a:pt x="136838" y="235"/>
                  <a:pt x="141621" y="0"/>
                  <a:pt x="146416" y="0"/>
                </a:cubicBezTo>
                <a:cubicBezTo>
                  <a:pt x="151212" y="0"/>
                  <a:pt x="155995" y="235"/>
                  <a:pt x="160768" y="705"/>
                </a:cubicBezTo>
                <a:cubicBezTo>
                  <a:pt x="165540" y="1175"/>
                  <a:pt x="170277" y="1878"/>
                  <a:pt x="174980" y="2813"/>
                </a:cubicBezTo>
                <a:cubicBezTo>
                  <a:pt x="179683" y="3749"/>
                  <a:pt x="184329" y="4913"/>
                  <a:pt x="188918" y="6305"/>
                </a:cubicBezTo>
                <a:cubicBezTo>
                  <a:pt x="193507" y="7697"/>
                  <a:pt x="198016" y="9310"/>
                  <a:pt x="202446" y="11145"/>
                </a:cubicBezTo>
                <a:cubicBezTo>
                  <a:pt x="206877" y="12980"/>
                  <a:pt x="211206" y="15028"/>
                  <a:pt x="215435" y="17289"/>
                </a:cubicBezTo>
                <a:cubicBezTo>
                  <a:pt x="219664" y="19549"/>
                  <a:pt x="223773" y="22011"/>
                  <a:pt x="227759" y="24675"/>
                </a:cubicBezTo>
                <a:cubicBezTo>
                  <a:pt x="231748" y="27340"/>
                  <a:pt x="235594" y="30193"/>
                  <a:pt x="239302" y="33235"/>
                </a:cubicBezTo>
                <a:cubicBezTo>
                  <a:pt x="243008" y="36277"/>
                  <a:pt x="246557" y="39494"/>
                  <a:pt x="249947" y="42884"/>
                </a:cubicBezTo>
                <a:cubicBezTo>
                  <a:pt x="253338" y="46275"/>
                  <a:pt x="256555" y="49824"/>
                  <a:pt x="259597" y="53531"/>
                </a:cubicBezTo>
                <a:cubicBezTo>
                  <a:pt x="262639" y="57238"/>
                  <a:pt x="265493" y="61085"/>
                  <a:pt x="268156" y="65072"/>
                </a:cubicBezTo>
                <a:cubicBezTo>
                  <a:pt x="270820" y="69059"/>
                  <a:pt x="273283" y="73167"/>
                  <a:pt x="275543" y="77396"/>
                </a:cubicBezTo>
                <a:cubicBezTo>
                  <a:pt x="277803" y="81625"/>
                  <a:pt x="279851" y="85955"/>
                  <a:pt x="281686" y="90385"/>
                </a:cubicBezTo>
                <a:cubicBezTo>
                  <a:pt x="283522" y="94816"/>
                  <a:pt x="285136" y="99325"/>
                  <a:pt x="286528" y="103914"/>
                </a:cubicBezTo>
                <a:cubicBezTo>
                  <a:pt x="287919" y="108503"/>
                  <a:pt x="289083" y="113149"/>
                  <a:pt x="290019" y="117852"/>
                </a:cubicBezTo>
                <a:cubicBezTo>
                  <a:pt x="290954" y="122555"/>
                  <a:pt x="291657" y="127293"/>
                  <a:pt x="292127" y="132065"/>
                </a:cubicBezTo>
                <a:cubicBezTo>
                  <a:pt x="292597" y="136837"/>
                  <a:pt x="292832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130" name="Text s">
            <a:extLst xmlns:a="http://schemas.openxmlformats.org/drawingml/2006/main">
              <a:ext uri="{FF2B5EF4-FFF2-40B4-BE49-F238E27FC236}">
                <a16:creationId xmlns:a16="http://schemas.microsoft.com/office/drawing/2014/main" id="{333783E7-3516-4695-8C47-B3A89130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831" y="2108655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4">
            <a:extLst xmlns:a="http://schemas.openxmlformats.org/drawingml/2006/main">
              <a:ext uri="{FF2B5EF4-FFF2-40B4-BE49-F238E27FC236}">
                <a16:creationId xmlns:a16="http://schemas.microsoft.com/office/drawing/2014/main" id="{1A314622-D3DE-410C-A84D-EFCF4D63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054" y="2089342"/>
            <a:ext cx="70217" cy="105515"/>
          </a:xfrm>
          <a:custGeom xmlns:a="http://schemas.openxmlformats.org/drawingml/2006/main">
            <a:pathLst>
              <a:path w="70217" h="105515">
                <a:moveTo>
                  <a:pt x="70217" y="67396"/>
                </a:moveTo>
                <a:lnTo>
                  <a:pt x="70217" y="78222"/>
                </a:lnTo>
                <a:lnTo>
                  <a:pt x="56341" y="78222"/>
                </a:lnTo>
                <a:lnTo>
                  <a:pt x="56341" y="105515"/>
                </a:lnTo>
                <a:lnTo>
                  <a:pt x="43761" y="105515"/>
                </a:lnTo>
                <a:lnTo>
                  <a:pt x="43761" y="78222"/>
                </a:lnTo>
                <a:lnTo>
                  <a:pt x="0" y="78222"/>
                </a:lnTo>
                <a:lnTo>
                  <a:pt x="0" y="68463"/>
                </a:lnTo>
                <a:lnTo>
                  <a:pt x="47955" y="0"/>
                </a:lnTo>
                <a:lnTo>
                  <a:pt x="56341" y="0"/>
                </a:lnTo>
                <a:lnTo>
                  <a:pt x="56341" y="67396"/>
                </a:lnTo>
                <a:lnTo>
                  <a:pt x="70217" y="67396"/>
                </a:lnTo>
                <a:moveTo>
                  <a:pt x="43761" y="67396"/>
                </a:moveTo>
                <a:lnTo>
                  <a:pt x="43761" y="16087"/>
                </a:lnTo>
                <a:lnTo>
                  <a:pt x="7471" y="67396"/>
                </a:lnTo>
                <a:lnTo>
                  <a:pt x="43761" y="673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6D3E81-1879-4386-A383-472A9707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8384" y="2131547"/>
            <a:ext cx="355089" cy="10"/>
          </a:xfrm>
          <a:custGeom xmlns:a="http://schemas.openxmlformats.org/drawingml/2006/main">
            <a:pathLst>
              <a:path w="355089" h="1" fill="none">
                <a:moveTo>
                  <a:pt x="0" y="0"/>
                </a:moveTo>
                <a:lnTo>
                  <a:pt x="355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A7E311-592C-497B-BA8D-3EB4E144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224" y="2111049"/>
            <a:ext cx="40997" cy="40997"/>
          </a:xfrm>
          <a:custGeom xmlns:a="http://schemas.openxmlformats.org/drawingml/2006/main">
            <a:pathLst>
              <a:path w="40997" h="40997">
                <a:moveTo>
                  <a:pt x="40997" y="20498"/>
                </a:moveTo>
                <a:lnTo>
                  <a:pt x="0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7B12E0-970E-417C-B132-9DB89342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3224" y="2111049"/>
            <a:ext cx="40997" cy="40997"/>
          </a:xfrm>
          <a:custGeom xmlns:a="http://schemas.openxmlformats.org/drawingml/2006/main">
            <a:pathLst>
              <a:path w="40997" h="40997" fill="none">
                <a:moveTo>
                  <a:pt x="40997" y="20498"/>
                </a:moveTo>
                <a:lnTo>
                  <a:pt x="0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135" name="Text x">
            <a:extLst xmlns:a="http://schemas.openxmlformats.org/drawingml/2006/main">
              <a:ext uri="{FF2B5EF4-FFF2-40B4-BE49-F238E27FC236}">
                <a16:creationId xmlns:a16="http://schemas.microsoft.com/office/drawing/2014/main" id="{6F911144-8882-4159-80CE-F9ED57A4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7394" y="2186553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1">
            <a:extLst xmlns:a="http://schemas.openxmlformats.org/drawingml/2006/main">
              <a:ext uri="{FF2B5EF4-FFF2-40B4-BE49-F238E27FC236}">
                <a16:creationId xmlns:a16="http://schemas.microsoft.com/office/drawing/2014/main" id="{A1EEFAE7-8F6B-46C1-A76B-BEED706B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517" y="2187399"/>
            <a:ext cx="45812" cy="118734"/>
          </a:xfrm>
          <a:custGeom xmlns:a="http://schemas.openxmlformats.org/drawingml/2006/main">
            <a:pathLst>
              <a:path w="45812" h="118734">
                <a:moveTo>
                  <a:pt x="0" y="13812"/>
                </a:moveTo>
                <a:lnTo>
                  <a:pt x="28311" y="0"/>
                </a:lnTo>
                <a:lnTo>
                  <a:pt x="31142" y="0"/>
                </a:lnTo>
                <a:lnTo>
                  <a:pt x="31142" y="98230"/>
                </a:lnTo>
                <a:cubicBezTo>
                  <a:pt x="31142" y="104751"/>
                  <a:pt x="31414" y="108811"/>
                  <a:pt x="31957" y="110413"/>
                </a:cubicBezTo>
                <a:cubicBezTo>
                  <a:pt x="32500" y="112014"/>
                  <a:pt x="33630" y="113244"/>
                  <a:pt x="35346" y="114102"/>
                </a:cubicBezTo>
                <a:cubicBezTo>
                  <a:pt x="37062" y="114960"/>
                  <a:pt x="40550" y="115446"/>
                  <a:pt x="45812" y="115560"/>
                </a:cubicBezTo>
                <a:lnTo>
                  <a:pt x="45812" y="118734"/>
                </a:lnTo>
                <a:lnTo>
                  <a:pt x="2059" y="118734"/>
                </a:lnTo>
                <a:lnTo>
                  <a:pt x="2059" y="115560"/>
                </a:lnTo>
                <a:cubicBezTo>
                  <a:pt x="7550" y="115446"/>
                  <a:pt x="11096" y="114974"/>
                  <a:pt x="12697" y="114145"/>
                </a:cubicBezTo>
                <a:cubicBezTo>
                  <a:pt x="14298" y="113315"/>
                  <a:pt x="15414" y="112200"/>
                  <a:pt x="16043" y="110799"/>
                </a:cubicBezTo>
                <a:cubicBezTo>
                  <a:pt x="16672" y="109398"/>
                  <a:pt x="16987" y="105208"/>
                  <a:pt x="16987" y="98230"/>
                </a:cubicBezTo>
                <a:lnTo>
                  <a:pt x="16987" y="35432"/>
                </a:lnTo>
                <a:cubicBezTo>
                  <a:pt x="16987" y="26967"/>
                  <a:pt x="16701" y="21533"/>
                  <a:pt x="16129" y="19131"/>
                </a:cubicBezTo>
                <a:cubicBezTo>
                  <a:pt x="15728" y="17301"/>
                  <a:pt x="14999" y="15957"/>
                  <a:pt x="13941" y="15099"/>
                </a:cubicBezTo>
                <a:cubicBezTo>
                  <a:pt x="12883" y="14241"/>
                  <a:pt x="11610" y="13812"/>
                  <a:pt x="10123" y="13812"/>
                </a:cubicBezTo>
                <a:cubicBezTo>
                  <a:pt x="8007" y="13812"/>
                  <a:pt x="5062" y="14699"/>
                  <a:pt x="1287" y="16472"/>
                </a:cubicBezTo>
                <a:lnTo>
                  <a:pt x="0" y="13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/y">
            <a:extLst xmlns:a="http://schemas.openxmlformats.org/drawingml/2006/main">
              <a:ext uri="{FF2B5EF4-FFF2-40B4-BE49-F238E27FC236}">
                <a16:creationId xmlns:a16="http://schemas.microsoft.com/office/drawing/2014/main" id="{578F18FA-72B3-4783-BF35-9789934F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034" y="2143143"/>
            <a:ext cx="135407" cy="159914"/>
          </a:xfrm>
          <a:custGeom xmlns:a="http://schemas.openxmlformats.org/drawingml/2006/main">
            <a:pathLst>
              <a:path w="135407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7" y="43410"/>
                </a:moveTo>
                <a:lnTo>
                  <a:pt x="86249" y="43410"/>
                </a:lnTo>
                <a:lnTo>
                  <a:pt x="86249" y="46584"/>
                </a:lnTo>
                <a:lnTo>
                  <a:pt x="84448" y="46584"/>
                </a:lnTo>
                <a:cubicBezTo>
                  <a:pt x="81874" y="46584"/>
                  <a:pt x="79944" y="47142"/>
                  <a:pt x="78657" y="48257"/>
                </a:cubicBezTo>
                <a:cubicBezTo>
                  <a:pt x="77370" y="49373"/>
                  <a:pt x="76726" y="50760"/>
                  <a:pt x="76726" y="52418"/>
                </a:cubicBezTo>
                <a:cubicBezTo>
                  <a:pt x="76726" y="54649"/>
                  <a:pt x="77670" y="57737"/>
                  <a:pt x="79557" y="61684"/>
                </a:cubicBezTo>
                <a:lnTo>
                  <a:pt x="98689" y="101319"/>
                </a:lnTo>
                <a:lnTo>
                  <a:pt x="116276" y="57909"/>
                </a:lnTo>
                <a:cubicBezTo>
                  <a:pt x="117248" y="55564"/>
                  <a:pt x="117734" y="53247"/>
                  <a:pt x="117734" y="50960"/>
                </a:cubicBezTo>
                <a:cubicBezTo>
                  <a:pt x="117734" y="49930"/>
                  <a:pt x="117534" y="49158"/>
                  <a:pt x="117134" y="48643"/>
                </a:cubicBezTo>
                <a:cubicBezTo>
                  <a:pt x="116676" y="48014"/>
                  <a:pt x="115961" y="47514"/>
                  <a:pt x="114989" y="47142"/>
                </a:cubicBezTo>
                <a:cubicBezTo>
                  <a:pt x="114017" y="46770"/>
                  <a:pt x="112301" y="46584"/>
                  <a:pt x="109842" y="46584"/>
                </a:cubicBezTo>
                <a:lnTo>
                  <a:pt x="109842" y="43410"/>
                </a:lnTo>
                <a:lnTo>
                  <a:pt x="135407" y="43410"/>
                </a:lnTo>
                <a:lnTo>
                  <a:pt x="135407" y="46584"/>
                </a:lnTo>
                <a:cubicBezTo>
                  <a:pt x="133291" y="46813"/>
                  <a:pt x="131661" y="47271"/>
                  <a:pt x="130517" y="47957"/>
                </a:cubicBezTo>
                <a:cubicBezTo>
                  <a:pt x="129373" y="48643"/>
                  <a:pt x="128115" y="49930"/>
                  <a:pt x="126742" y="51818"/>
                </a:cubicBezTo>
                <a:cubicBezTo>
                  <a:pt x="126228" y="52618"/>
                  <a:pt x="125255" y="54820"/>
                  <a:pt x="123826" y="58424"/>
                </a:cubicBezTo>
                <a:lnTo>
                  <a:pt x="91826" y="136836"/>
                </a:lnTo>
                <a:cubicBezTo>
                  <a:pt x="88737" y="144443"/>
                  <a:pt x="84691" y="150191"/>
                  <a:pt x="79686" y="154080"/>
                </a:cubicBezTo>
                <a:cubicBezTo>
                  <a:pt x="74682" y="157969"/>
                  <a:pt x="69863" y="159914"/>
                  <a:pt x="65230" y="159914"/>
                </a:cubicBezTo>
                <a:cubicBezTo>
                  <a:pt x="61856" y="159914"/>
                  <a:pt x="59082" y="158953"/>
                  <a:pt x="56909" y="157032"/>
                </a:cubicBezTo>
                <a:cubicBezTo>
                  <a:pt x="54735" y="155111"/>
                  <a:pt x="53649" y="152907"/>
                  <a:pt x="53649" y="150421"/>
                </a:cubicBezTo>
                <a:cubicBezTo>
                  <a:pt x="53649" y="148047"/>
                  <a:pt x="54435" y="146133"/>
                  <a:pt x="56008" y="144678"/>
                </a:cubicBezTo>
                <a:cubicBezTo>
                  <a:pt x="57581" y="143225"/>
                  <a:pt x="59740" y="142499"/>
                  <a:pt x="62485" y="142499"/>
                </a:cubicBezTo>
                <a:cubicBezTo>
                  <a:pt x="64373" y="142499"/>
                  <a:pt x="66946" y="143128"/>
                  <a:pt x="70206" y="144386"/>
                </a:cubicBezTo>
                <a:cubicBezTo>
                  <a:pt x="72494" y="145244"/>
                  <a:pt x="73924" y="145673"/>
                  <a:pt x="74496" y="145673"/>
                </a:cubicBezTo>
                <a:cubicBezTo>
                  <a:pt x="76212" y="145673"/>
                  <a:pt x="78085" y="144780"/>
                  <a:pt x="80115" y="142995"/>
                </a:cubicBezTo>
                <a:cubicBezTo>
                  <a:pt x="82146" y="141211"/>
                  <a:pt x="84190" y="137758"/>
                  <a:pt x="86249" y="132635"/>
                </a:cubicBezTo>
                <a:lnTo>
                  <a:pt x="91826" y="118906"/>
                </a:lnTo>
                <a:lnTo>
                  <a:pt x="63600" y="59625"/>
                </a:lnTo>
                <a:cubicBezTo>
                  <a:pt x="62743" y="57852"/>
                  <a:pt x="61370" y="55650"/>
                  <a:pt x="59482" y="53019"/>
                </a:cubicBezTo>
                <a:cubicBezTo>
                  <a:pt x="58053" y="51017"/>
                  <a:pt x="56880" y="49673"/>
                  <a:pt x="55965" y="48987"/>
                </a:cubicBezTo>
                <a:cubicBezTo>
                  <a:pt x="54650" y="48071"/>
                  <a:pt x="52533" y="47271"/>
                  <a:pt x="49617" y="46584"/>
                </a:cubicBezTo>
                <a:lnTo>
                  <a:pt x="49617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1">
            <a:extLst xmlns:a="http://schemas.openxmlformats.org/drawingml/2006/main">
              <a:ext uri="{FF2B5EF4-FFF2-40B4-BE49-F238E27FC236}">
                <a16:creationId xmlns:a16="http://schemas.microsoft.com/office/drawing/2014/main" id="{D2599B20-AB89-43B8-914E-E151898A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083" y="2187399"/>
            <a:ext cx="45812" cy="118734"/>
          </a:xfrm>
          <a:custGeom xmlns:a="http://schemas.openxmlformats.org/drawingml/2006/main">
            <a:pathLst>
              <a:path w="45812" h="118734">
                <a:moveTo>
                  <a:pt x="0" y="13812"/>
                </a:moveTo>
                <a:lnTo>
                  <a:pt x="28311" y="0"/>
                </a:lnTo>
                <a:lnTo>
                  <a:pt x="31142" y="0"/>
                </a:lnTo>
                <a:lnTo>
                  <a:pt x="31142" y="98230"/>
                </a:lnTo>
                <a:cubicBezTo>
                  <a:pt x="31142" y="104751"/>
                  <a:pt x="31414" y="108811"/>
                  <a:pt x="31957" y="110413"/>
                </a:cubicBezTo>
                <a:cubicBezTo>
                  <a:pt x="32500" y="112014"/>
                  <a:pt x="33630" y="113244"/>
                  <a:pt x="35346" y="114102"/>
                </a:cubicBezTo>
                <a:cubicBezTo>
                  <a:pt x="37062" y="114960"/>
                  <a:pt x="40550" y="115446"/>
                  <a:pt x="45812" y="115560"/>
                </a:cubicBezTo>
                <a:lnTo>
                  <a:pt x="45812" y="118734"/>
                </a:lnTo>
                <a:lnTo>
                  <a:pt x="2059" y="118734"/>
                </a:lnTo>
                <a:lnTo>
                  <a:pt x="2059" y="115560"/>
                </a:lnTo>
                <a:cubicBezTo>
                  <a:pt x="7550" y="115446"/>
                  <a:pt x="11096" y="114974"/>
                  <a:pt x="12697" y="114145"/>
                </a:cubicBezTo>
                <a:cubicBezTo>
                  <a:pt x="14298" y="113315"/>
                  <a:pt x="15414" y="112200"/>
                  <a:pt x="16043" y="110799"/>
                </a:cubicBezTo>
                <a:cubicBezTo>
                  <a:pt x="16672" y="109398"/>
                  <a:pt x="16987" y="105208"/>
                  <a:pt x="16987" y="98230"/>
                </a:cubicBezTo>
                <a:lnTo>
                  <a:pt x="16987" y="35432"/>
                </a:lnTo>
                <a:cubicBezTo>
                  <a:pt x="16987" y="26967"/>
                  <a:pt x="16701" y="21533"/>
                  <a:pt x="16129" y="19131"/>
                </a:cubicBezTo>
                <a:cubicBezTo>
                  <a:pt x="15728" y="17301"/>
                  <a:pt x="14999" y="15957"/>
                  <a:pt x="13941" y="15099"/>
                </a:cubicBezTo>
                <a:cubicBezTo>
                  <a:pt x="12883" y="14241"/>
                  <a:pt x="11610" y="13812"/>
                  <a:pt x="10123" y="13812"/>
                </a:cubicBezTo>
                <a:cubicBezTo>
                  <a:pt x="8007" y="13812"/>
                  <a:pt x="5062" y="14699"/>
                  <a:pt x="1287" y="16472"/>
                </a:cubicBezTo>
                <a:lnTo>
                  <a:pt x="0" y="13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x">
            <a:extLst xmlns:a="http://schemas.openxmlformats.org/drawingml/2006/main">
              <a:ext uri="{FF2B5EF4-FFF2-40B4-BE49-F238E27FC236}">
                <a16:creationId xmlns:a16="http://schemas.microsoft.com/office/drawing/2014/main" id="{4D4C80D9-4881-412B-ADC0-616535E3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052" y="2186553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3">
            <a:extLst xmlns:a="http://schemas.openxmlformats.org/drawingml/2006/main">
              <a:ext uri="{FF2B5EF4-FFF2-40B4-BE49-F238E27FC236}">
                <a16:creationId xmlns:a16="http://schemas.microsoft.com/office/drawing/2014/main" id="{1CD14CA6-4344-480C-8805-7E8F3859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706" y="2187399"/>
            <a:ext cx="66145" cy="120793"/>
          </a:xfrm>
          <a:custGeom xmlns:a="http://schemas.openxmlformats.org/drawingml/2006/main">
            <a:pathLst>
              <a:path w="66145" h="120793">
                <a:moveTo>
                  <a:pt x="1802" y="24450"/>
                </a:moveTo>
                <a:cubicBezTo>
                  <a:pt x="5119" y="16615"/>
                  <a:pt x="9308" y="10581"/>
                  <a:pt x="14370" y="6349"/>
                </a:cubicBezTo>
                <a:cubicBezTo>
                  <a:pt x="19432" y="2116"/>
                  <a:pt x="25737" y="0"/>
                  <a:pt x="33287" y="0"/>
                </a:cubicBezTo>
                <a:cubicBezTo>
                  <a:pt x="42609" y="0"/>
                  <a:pt x="49759" y="3027"/>
                  <a:pt x="54735" y="9080"/>
                </a:cubicBezTo>
                <a:cubicBezTo>
                  <a:pt x="58509" y="13593"/>
                  <a:pt x="60397" y="18420"/>
                  <a:pt x="60397" y="23560"/>
                </a:cubicBezTo>
                <a:cubicBezTo>
                  <a:pt x="60397" y="32012"/>
                  <a:pt x="55078" y="40751"/>
                  <a:pt x="44440" y="49775"/>
                </a:cubicBezTo>
                <a:cubicBezTo>
                  <a:pt x="51589" y="52581"/>
                  <a:pt x="56994" y="56589"/>
                  <a:pt x="60654" y="61799"/>
                </a:cubicBezTo>
                <a:cubicBezTo>
                  <a:pt x="64315" y="67007"/>
                  <a:pt x="66145" y="73132"/>
                  <a:pt x="66145" y="80174"/>
                </a:cubicBezTo>
                <a:cubicBezTo>
                  <a:pt x="66145" y="90251"/>
                  <a:pt x="62942" y="98982"/>
                  <a:pt x="56536" y="106367"/>
                </a:cubicBezTo>
                <a:cubicBezTo>
                  <a:pt x="48186" y="115985"/>
                  <a:pt x="36089" y="120793"/>
                  <a:pt x="20247" y="120793"/>
                </a:cubicBezTo>
                <a:cubicBezTo>
                  <a:pt x="12411" y="120793"/>
                  <a:pt x="7078" y="119821"/>
                  <a:pt x="4247" y="117877"/>
                </a:cubicBezTo>
                <a:cubicBezTo>
                  <a:pt x="1416" y="115932"/>
                  <a:pt x="0" y="113844"/>
                  <a:pt x="0" y="111614"/>
                </a:cubicBezTo>
                <a:cubicBezTo>
                  <a:pt x="0" y="109955"/>
                  <a:pt x="672" y="108497"/>
                  <a:pt x="2016" y="107239"/>
                </a:cubicBezTo>
                <a:cubicBezTo>
                  <a:pt x="3360" y="105980"/>
                  <a:pt x="4976" y="105351"/>
                  <a:pt x="6863" y="105351"/>
                </a:cubicBezTo>
                <a:cubicBezTo>
                  <a:pt x="8293" y="105351"/>
                  <a:pt x="9752" y="105580"/>
                  <a:pt x="11239" y="106037"/>
                </a:cubicBezTo>
                <a:cubicBezTo>
                  <a:pt x="12211" y="106323"/>
                  <a:pt x="14413" y="107367"/>
                  <a:pt x="17844" y="109169"/>
                </a:cubicBezTo>
                <a:cubicBezTo>
                  <a:pt x="21276" y="110970"/>
                  <a:pt x="23650" y="112043"/>
                  <a:pt x="24965" y="112386"/>
                </a:cubicBezTo>
                <a:cubicBezTo>
                  <a:pt x="27081" y="113015"/>
                  <a:pt x="29340" y="113330"/>
                  <a:pt x="31743" y="113330"/>
                </a:cubicBezTo>
                <a:cubicBezTo>
                  <a:pt x="37576" y="113330"/>
                  <a:pt x="42652" y="111067"/>
                  <a:pt x="46970" y="106541"/>
                </a:cubicBezTo>
                <a:cubicBezTo>
                  <a:pt x="51289" y="102016"/>
                  <a:pt x="53448" y="96659"/>
                  <a:pt x="53448" y="90472"/>
                </a:cubicBezTo>
                <a:cubicBezTo>
                  <a:pt x="53448" y="85946"/>
                  <a:pt x="52447" y="81535"/>
                  <a:pt x="50445" y="77239"/>
                </a:cubicBezTo>
                <a:cubicBezTo>
                  <a:pt x="48958" y="74030"/>
                  <a:pt x="47328" y="71596"/>
                  <a:pt x="45555" y="69936"/>
                </a:cubicBezTo>
                <a:cubicBezTo>
                  <a:pt x="43096" y="67642"/>
                  <a:pt x="39721" y="65566"/>
                  <a:pt x="35432" y="63705"/>
                </a:cubicBezTo>
                <a:cubicBezTo>
                  <a:pt x="31142" y="61843"/>
                  <a:pt x="26767" y="60911"/>
                  <a:pt x="22306" y="60911"/>
                </a:cubicBezTo>
                <a:lnTo>
                  <a:pt x="19560" y="60911"/>
                </a:lnTo>
                <a:lnTo>
                  <a:pt x="19560" y="58338"/>
                </a:lnTo>
                <a:cubicBezTo>
                  <a:pt x="24079" y="57766"/>
                  <a:pt x="28611" y="56136"/>
                  <a:pt x="33158" y="53448"/>
                </a:cubicBezTo>
                <a:cubicBezTo>
                  <a:pt x="37705" y="50760"/>
                  <a:pt x="41008" y="47528"/>
                  <a:pt x="43067" y="43753"/>
                </a:cubicBezTo>
                <a:cubicBezTo>
                  <a:pt x="45126" y="39979"/>
                  <a:pt x="46155" y="35832"/>
                  <a:pt x="46155" y="31314"/>
                </a:cubicBezTo>
                <a:cubicBezTo>
                  <a:pt x="46155" y="25423"/>
                  <a:pt x="44311" y="20661"/>
                  <a:pt x="40622" y="17029"/>
                </a:cubicBezTo>
                <a:cubicBezTo>
                  <a:pt x="36933" y="13398"/>
                  <a:pt x="32343" y="11582"/>
                  <a:pt x="26853" y="11582"/>
                </a:cubicBezTo>
                <a:cubicBezTo>
                  <a:pt x="17987" y="11582"/>
                  <a:pt x="10581" y="16329"/>
                  <a:pt x="4633" y="25823"/>
                </a:cubicBezTo>
                <a:lnTo>
                  <a:pt x="1802" y="24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/y">
            <a:extLst xmlns:a="http://schemas.openxmlformats.org/drawingml/2006/main">
              <a:ext uri="{FF2B5EF4-FFF2-40B4-BE49-F238E27FC236}">
                <a16:creationId xmlns:a16="http://schemas.microsoft.com/office/drawing/2014/main" id="{3446DD1C-0F7E-45B7-9889-EB93D425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8693" y="2143143"/>
            <a:ext cx="135407" cy="159914"/>
          </a:xfrm>
          <a:custGeom xmlns:a="http://schemas.openxmlformats.org/drawingml/2006/main">
            <a:pathLst>
              <a:path w="135407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7" y="43410"/>
                </a:moveTo>
                <a:lnTo>
                  <a:pt x="86249" y="43410"/>
                </a:lnTo>
                <a:lnTo>
                  <a:pt x="86249" y="46584"/>
                </a:lnTo>
                <a:lnTo>
                  <a:pt x="84448" y="46584"/>
                </a:lnTo>
                <a:cubicBezTo>
                  <a:pt x="81874" y="46584"/>
                  <a:pt x="79944" y="47142"/>
                  <a:pt x="78657" y="48257"/>
                </a:cubicBezTo>
                <a:cubicBezTo>
                  <a:pt x="77370" y="49373"/>
                  <a:pt x="76726" y="50760"/>
                  <a:pt x="76726" y="52418"/>
                </a:cubicBezTo>
                <a:cubicBezTo>
                  <a:pt x="76726" y="54649"/>
                  <a:pt x="77670" y="57737"/>
                  <a:pt x="79557" y="61684"/>
                </a:cubicBezTo>
                <a:lnTo>
                  <a:pt x="98689" y="101319"/>
                </a:lnTo>
                <a:lnTo>
                  <a:pt x="116276" y="57909"/>
                </a:lnTo>
                <a:cubicBezTo>
                  <a:pt x="117248" y="55564"/>
                  <a:pt x="117734" y="53247"/>
                  <a:pt x="117734" y="50960"/>
                </a:cubicBezTo>
                <a:cubicBezTo>
                  <a:pt x="117734" y="49930"/>
                  <a:pt x="117534" y="49158"/>
                  <a:pt x="117134" y="48643"/>
                </a:cubicBezTo>
                <a:cubicBezTo>
                  <a:pt x="116676" y="48014"/>
                  <a:pt x="115961" y="47514"/>
                  <a:pt x="114989" y="47142"/>
                </a:cubicBezTo>
                <a:cubicBezTo>
                  <a:pt x="114017" y="46770"/>
                  <a:pt x="112301" y="46584"/>
                  <a:pt x="109842" y="46584"/>
                </a:cubicBezTo>
                <a:lnTo>
                  <a:pt x="109842" y="43410"/>
                </a:lnTo>
                <a:lnTo>
                  <a:pt x="135407" y="43410"/>
                </a:lnTo>
                <a:lnTo>
                  <a:pt x="135407" y="46584"/>
                </a:lnTo>
                <a:cubicBezTo>
                  <a:pt x="133291" y="46813"/>
                  <a:pt x="131661" y="47271"/>
                  <a:pt x="130517" y="47957"/>
                </a:cubicBezTo>
                <a:cubicBezTo>
                  <a:pt x="129373" y="48643"/>
                  <a:pt x="128115" y="49930"/>
                  <a:pt x="126742" y="51818"/>
                </a:cubicBezTo>
                <a:cubicBezTo>
                  <a:pt x="126228" y="52618"/>
                  <a:pt x="125255" y="54820"/>
                  <a:pt x="123826" y="58424"/>
                </a:cubicBezTo>
                <a:lnTo>
                  <a:pt x="91826" y="136836"/>
                </a:lnTo>
                <a:cubicBezTo>
                  <a:pt x="88737" y="144443"/>
                  <a:pt x="84691" y="150191"/>
                  <a:pt x="79686" y="154080"/>
                </a:cubicBezTo>
                <a:cubicBezTo>
                  <a:pt x="74682" y="157969"/>
                  <a:pt x="69863" y="159914"/>
                  <a:pt x="65230" y="159914"/>
                </a:cubicBezTo>
                <a:cubicBezTo>
                  <a:pt x="61856" y="159914"/>
                  <a:pt x="59082" y="158953"/>
                  <a:pt x="56909" y="157032"/>
                </a:cubicBezTo>
                <a:cubicBezTo>
                  <a:pt x="54735" y="155111"/>
                  <a:pt x="53649" y="152907"/>
                  <a:pt x="53649" y="150421"/>
                </a:cubicBezTo>
                <a:cubicBezTo>
                  <a:pt x="53649" y="148047"/>
                  <a:pt x="54435" y="146133"/>
                  <a:pt x="56008" y="144678"/>
                </a:cubicBezTo>
                <a:cubicBezTo>
                  <a:pt x="57581" y="143225"/>
                  <a:pt x="59740" y="142499"/>
                  <a:pt x="62485" y="142499"/>
                </a:cubicBezTo>
                <a:cubicBezTo>
                  <a:pt x="64373" y="142499"/>
                  <a:pt x="66946" y="143128"/>
                  <a:pt x="70206" y="144386"/>
                </a:cubicBezTo>
                <a:cubicBezTo>
                  <a:pt x="72494" y="145244"/>
                  <a:pt x="73924" y="145673"/>
                  <a:pt x="74496" y="145673"/>
                </a:cubicBezTo>
                <a:cubicBezTo>
                  <a:pt x="76212" y="145673"/>
                  <a:pt x="78085" y="144780"/>
                  <a:pt x="80115" y="142995"/>
                </a:cubicBezTo>
                <a:cubicBezTo>
                  <a:pt x="82146" y="141211"/>
                  <a:pt x="84190" y="137758"/>
                  <a:pt x="86249" y="132635"/>
                </a:cubicBezTo>
                <a:lnTo>
                  <a:pt x="91826" y="118906"/>
                </a:lnTo>
                <a:lnTo>
                  <a:pt x="63600" y="59625"/>
                </a:lnTo>
                <a:cubicBezTo>
                  <a:pt x="62743" y="57852"/>
                  <a:pt x="61370" y="55650"/>
                  <a:pt x="59482" y="53019"/>
                </a:cubicBezTo>
                <a:cubicBezTo>
                  <a:pt x="58053" y="51017"/>
                  <a:pt x="56880" y="49673"/>
                  <a:pt x="55965" y="48987"/>
                </a:cubicBezTo>
                <a:cubicBezTo>
                  <a:pt x="54650" y="48071"/>
                  <a:pt x="52533" y="47271"/>
                  <a:pt x="49617" y="46584"/>
                </a:cubicBezTo>
                <a:lnTo>
                  <a:pt x="49617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3">
            <a:extLst xmlns:a="http://schemas.openxmlformats.org/drawingml/2006/main">
              <a:ext uri="{FF2B5EF4-FFF2-40B4-BE49-F238E27FC236}">
                <a16:creationId xmlns:a16="http://schemas.microsoft.com/office/drawing/2014/main" id="{777D9743-1C3B-422D-9FD5-783DF3EC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272" y="2187399"/>
            <a:ext cx="66145" cy="120793"/>
          </a:xfrm>
          <a:custGeom xmlns:a="http://schemas.openxmlformats.org/drawingml/2006/main">
            <a:pathLst>
              <a:path w="66145" h="120793">
                <a:moveTo>
                  <a:pt x="1802" y="24450"/>
                </a:moveTo>
                <a:cubicBezTo>
                  <a:pt x="5119" y="16615"/>
                  <a:pt x="9308" y="10581"/>
                  <a:pt x="14370" y="6349"/>
                </a:cubicBezTo>
                <a:cubicBezTo>
                  <a:pt x="19432" y="2116"/>
                  <a:pt x="25737" y="0"/>
                  <a:pt x="33287" y="0"/>
                </a:cubicBezTo>
                <a:cubicBezTo>
                  <a:pt x="42609" y="0"/>
                  <a:pt x="49759" y="3027"/>
                  <a:pt x="54735" y="9080"/>
                </a:cubicBezTo>
                <a:cubicBezTo>
                  <a:pt x="58509" y="13593"/>
                  <a:pt x="60397" y="18420"/>
                  <a:pt x="60397" y="23560"/>
                </a:cubicBezTo>
                <a:cubicBezTo>
                  <a:pt x="60397" y="32012"/>
                  <a:pt x="55078" y="40751"/>
                  <a:pt x="44440" y="49775"/>
                </a:cubicBezTo>
                <a:cubicBezTo>
                  <a:pt x="51589" y="52581"/>
                  <a:pt x="56994" y="56589"/>
                  <a:pt x="60654" y="61799"/>
                </a:cubicBezTo>
                <a:cubicBezTo>
                  <a:pt x="64315" y="67007"/>
                  <a:pt x="66145" y="73132"/>
                  <a:pt x="66145" y="80174"/>
                </a:cubicBezTo>
                <a:cubicBezTo>
                  <a:pt x="66145" y="90251"/>
                  <a:pt x="62942" y="98982"/>
                  <a:pt x="56536" y="106367"/>
                </a:cubicBezTo>
                <a:cubicBezTo>
                  <a:pt x="48186" y="115985"/>
                  <a:pt x="36089" y="120793"/>
                  <a:pt x="20247" y="120793"/>
                </a:cubicBezTo>
                <a:cubicBezTo>
                  <a:pt x="12411" y="120793"/>
                  <a:pt x="7078" y="119821"/>
                  <a:pt x="4247" y="117877"/>
                </a:cubicBezTo>
                <a:cubicBezTo>
                  <a:pt x="1416" y="115932"/>
                  <a:pt x="0" y="113844"/>
                  <a:pt x="0" y="111614"/>
                </a:cubicBezTo>
                <a:cubicBezTo>
                  <a:pt x="0" y="109955"/>
                  <a:pt x="672" y="108497"/>
                  <a:pt x="2016" y="107239"/>
                </a:cubicBezTo>
                <a:cubicBezTo>
                  <a:pt x="3360" y="105980"/>
                  <a:pt x="4976" y="105351"/>
                  <a:pt x="6863" y="105351"/>
                </a:cubicBezTo>
                <a:cubicBezTo>
                  <a:pt x="8293" y="105351"/>
                  <a:pt x="9752" y="105580"/>
                  <a:pt x="11239" y="106037"/>
                </a:cubicBezTo>
                <a:cubicBezTo>
                  <a:pt x="12211" y="106323"/>
                  <a:pt x="14413" y="107367"/>
                  <a:pt x="17844" y="109169"/>
                </a:cubicBezTo>
                <a:cubicBezTo>
                  <a:pt x="21276" y="110970"/>
                  <a:pt x="23650" y="112043"/>
                  <a:pt x="24965" y="112386"/>
                </a:cubicBezTo>
                <a:cubicBezTo>
                  <a:pt x="27081" y="113015"/>
                  <a:pt x="29340" y="113330"/>
                  <a:pt x="31743" y="113330"/>
                </a:cubicBezTo>
                <a:cubicBezTo>
                  <a:pt x="37576" y="113330"/>
                  <a:pt x="42652" y="111067"/>
                  <a:pt x="46970" y="106541"/>
                </a:cubicBezTo>
                <a:cubicBezTo>
                  <a:pt x="51289" y="102016"/>
                  <a:pt x="53448" y="96659"/>
                  <a:pt x="53448" y="90472"/>
                </a:cubicBezTo>
                <a:cubicBezTo>
                  <a:pt x="53448" y="85946"/>
                  <a:pt x="52447" y="81535"/>
                  <a:pt x="50445" y="77239"/>
                </a:cubicBezTo>
                <a:cubicBezTo>
                  <a:pt x="48958" y="74030"/>
                  <a:pt x="47328" y="71596"/>
                  <a:pt x="45555" y="69936"/>
                </a:cubicBezTo>
                <a:cubicBezTo>
                  <a:pt x="43096" y="67642"/>
                  <a:pt x="39721" y="65566"/>
                  <a:pt x="35432" y="63705"/>
                </a:cubicBezTo>
                <a:cubicBezTo>
                  <a:pt x="31142" y="61843"/>
                  <a:pt x="26767" y="60911"/>
                  <a:pt x="22306" y="60911"/>
                </a:cubicBezTo>
                <a:lnTo>
                  <a:pt x="19560" y="60911"/>
                </a:lnTo>
                <a:lnTo>
                  <a:pt x="19560" y="58338"/>
                </a:lnTo>
                <a:cubicBezTo>
                  <a:pt x="24079" y="57766"/>
                  <a:pt x="28611" y="56136"/>
                  <a:pt x="33158" y="53448"/>
                </a:cubicBezTo>
                <a:cubicBezTo>
                  <a:pt x="37705" y="50760"/>
                  <a:pt x="41008" y="47528"/>
                  <a:pt x="43067" y="43753"/>
                </a:cubicBezTo>
                <a:cubicBezTo>
                  <a:pt x="45126" y="39979"/>
                  <a:pt x="46155" y="35832"/>
                  <a:pt x="46155" y="31314"/>
                </a:cubicBezTo>
                <a:cubicBezTo>
                  <a:pt x="46155" y="25423"/>
                  <a:pt x="44311" y="20661"/>
                  <a:pt x="40622" y="17029"/>
                </a:cubicBezTo>
                <a:cubicBezTo>
                  <a:pt x="36933" y="13398"/>
                  <a:pt x="32343" y="11582"/>
                  <a:pt x="26853" y="11582"/>
                </a:cubicBezTo>
                <a:cubicBezTo>
                  <a:pt x="17987" y="11582"/>
                  <a:pt x="10581" y="16329"/>
                  <a:pt x="4633" y="25823"/>
                </a:cubicBezTo>
                <a:lnTo>
                  <a:pt x="1802" y="24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F13393-4CBF-433C-BE0F-47485875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9657" y="1731421"/>
            <a:ext cx="452192" cy="277137"/>
          </a:xfrm>
          <a:custGeom xmlns:a="http://schemas.openxmlformats.org/drawingml/2006/main">
            <a:pathLst>
              <a:path w="452192" h="277137" fill="none">
                <a:moveTo>
                  <a:pt x="0" y="0"/>
                </a:moveTo>
                <a:lnTo>
                  <a:pt x="452192" y="277137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D6BEF4-8CC0-4C52-8647-9CA4D3A1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405" y="1985717"/>
            <a:ext cx="45682" cy="38888"/>
          </a:xfrm>
          <a:custGeom xmlns:a="http://schemas.openxmlformats.org/drawingml/2006/main">
            <a:pathLst>
              <a:path w="45682" h="38888">
                <a:moveTo>
                  <a:pt x="45682" y="38888"/>
                </a:moveTo>
                <a:lnTo>
                  <a:pt x="0" y="34906"/>
                </a:lnTo>
                <a:lnTo>
                  <a:pt x="19444" y="22841"/>
                </a:lnTo>
                <a:lnTo>
                  <a:pt x="21435" y="0"/>
                </a:lnTo>
                <a:lnTo>
                  <a:pt x="45682" y="388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C78E59-B46C-4940-8AD7-129C8CEF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405" y="1985717"/>
            <a:ext cx="45682" cy="38888"/>
          </a:xfrm>
          <a:custGeom xmlns:a="http://schemas.openxmlformats.org/drawingml/2006/main">
            <a:pathLst>
              <a:path w="45682" h="38888" fill="none">
                <a:moveTo>
                  <a:pt x="45682" y="38888"/>
                </a:moveTo>
                <a:lnTo>
                  <a:pt x="0" y="34906"/>
                </a:lnTo>
                <a:lnTo>
                  <a:pt x="19444" y="22841"/>
                </a:lnTo>
                <a:lnTo>
                  <a:pt x="21435" y="0"/>
                </a:lnTo>
                <a:lnTo>
                  <a:pt x="45682" y="388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C3C6EA-1016-466B-99B8-62F0179A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2527" y="1627407"/>
            <a:ext cx="1028604" cy="527"/>
          </a:xfrm>
          <a:custGeom xmlns:a="http://schemas.openxmlformats.org/drawingml/2006/main">
            <a:pathLst>
              <a:path w="1028604" h="527" fill="none">
                <a:moveTo>
                  <a:pt x="0" y="469"/>
                </a:moveTo>
                <a:lnTo>
                  <a:pt x="532955" y="527"/>
                </a:lnTo>
                <a:lnTo>
                  <a:pt x="10286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41D079-081E-48D2-82EF-14D28EDC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0882" y="1606908"/>
            <a:ext cx="40997" cy="40997"/>
          </a:xfrm>
          <a:custGeom xmlns:a="http://schemas.openxmlformats.org/drawingml/2006/main">
            <a:pathLst>
              <a:path w="40997" h="40997">
                <a:moveTo>
                  <a:pt x="40997" y="20440"/>
                </a:moveTo>
                <a:lnTo>
                  <a:pt x="59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24EBA0-6405-4E76-BFF6-1ACD2A0D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0882" y="1606908"/>
            <a:ext cx="40997" cy="40997"/>
          </a:xfrm>
          <a:custGeom xmlns:a="http://schemas.openxmlformats.org/drawingml/2006/main">
            <a:pathLst>
              <a:path w="40997" h="40997" fill="none">
                <a:moveTo>
                  <a:pt x="40997" y="20440"/>
                </a:moveTo>
                <a:lnTo>
                  <a:pt x="59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177D45-5CD8-4D31-8453-F91C6E59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695" y="1481459"/>
            <a:ext cx="292833" cy="292833"/>
          </a:xfrm>
          <a:custGeom xmlns:a="http://schemas.openxmlformats.org/drawingml/2006/main">
            <a:pathLst>
              <a:path w="292833" h="292833">
                <a:moveTo>
                  <a:pt x="292833" y="146416"/>
                </a:moveTo>
                <a:cubicBezTo>
                  <a:pt x="292833" y="151212"/>
                  <a:pt x="292597" y="155995"/>
                  <a:pt x="292127" y="160768"/>
                </a:cubicBezTo>
                <a:cubicBezTo>
                  <a:pt x="291657" y="165540"/>
                  <a:pt x="290954" y="170278"/>
                  <a:pt x="290019" y="174981"/>
                </a:cubicBezTo>
                <a:cubicBezTo>
                  <a:pt x="289084" y="179684"/>
                  <a:pt x="287919" y="184330"/>
                  <a:pt x="286528" y="188919"/>
                </a:cubicBezTo>
                <a:cubicBezTo>
                  <a:pt x="285136" y="193508"/>
                  <a:pt x="283522" y="198017"/>
                  <a:pt x="281687" y="202447"/>
                </a:cubicBezTo>
                <a:cubicBezTo>
                  <a:pt x="279853" y="206878"/>
                  <a:pt x="277805" y="211208"/>
                  <a:pt x="275544" y="215436"/>
                </a:cubicBezTo>
                <a:cubicBezTo>
                  <a:pt x="273283" y="219666"/>
                  <a:pt x="270821" y="223774"/>
                  <a:pt x="268156" y="227761"/>
                </a:cubicBezTo>
                <a:cubicBezTo>
                  <a:pt x="265493" y="231748"/>
                  <a:pt x="262640" y="235595"/>
                  <a:pt x="259598" y="239302"/>
                </a:cubicBezTo>
                <a:cubicBezTo>
                  <a:pt x="256556" y="243009"/>
                  <a:pt x="253339" y="246558"/>
                  <a:pt x="249948" y="249948"/>
                </a:cubicBezTo>
                <a:cubicBezTo>
                  <a:pt x="246557" y="253339"/>
                  <a:pt x="243008" y="256556"/>
                  <a:pt x="239302" y="259598"/>
                </a:cubicBezTo>
                <a:cubicBezTo>
                  <a:pt x="235595" y="262640"/>
                  <a:pt x="231748" y="265493"/>
                  <a:pt x="227761" y="268157"/>
                </a:cubicBezTo>
                <a:cubicBezTo>
                  <a:pt x="223773" y="270821"/>
                  <a:pt x="219664" y="273283"/>
                  <a:pt x="215436" y="275544"/>
                </a:cubicBezTo>
                <a:cubicBezTo>
                  <a:pt x="211207" y="277804"/>
                  <a:pt x="206877" y="279852"/>
                  <a:pt x="202446" y="281687"/>
                </a:cubicBezTo>
                <a:cubicBezTo>
                  <a:pt x="198016" y="283522"/>
                  <a:pt x="193507" y="285136"/>
                  <a:pt x="188919" y="286528"/>
                </a:cubicBezTo>
                <a:cubicBezTo>
                  <a:pt x="184330" y="287920"/>
                  <a:pt x="179684" y="289084"/>
                  <a:pt x="174980" y="290019"/>
                </a:cubicBezTo>
                <a:cubicBezTo>
                  <a:pt x="170277" y="290955"/>
                  <a:pt x="165541" y="291658"/>
                  <a:pt x="160769" y="292127"/>
                </a:cubicBezTo>
                <a:cubicBezTo>
                  <a:pt x="155997" y="292598"/>
                  <a:pt x="151212" y="292833"/>
                  <a:pt x="146416" y="292833"/>
                </a:cubicBezTo>
                <a:cubicBezTo>
                  <a:pt x="141621" y="292833"/>
                  <a:pt x="136837" y="292598"/>
                  <a:pt x="132065" y="292127"/>
                </a:cubicBezTo>
                <a:cubicBezTo>
                  <a:pt x="127293" y="291658"/>
                  <a:pt x="122555" y="290955"/>
                  <a:pt x="117852" y="290019"/>
                </a:cubicBezTo>
                <a:cubicBezTo>
                  <a:pt x="113149" y="289084"/>
                  <a:pt x="108503" y="287920"/>
                  <a:pt x="103913" y="286528"/>
                </a:cubicBezTo>
                <a:cubicBezTo>
                  <a:pt x="99324" y="285136"/>
                  <a:pt x="94815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9" y="270821"/>
                  <a:pt x="65071" y="268157"/>
                </a:cubicBezTo>
                <a:cubicBezTo>
                  <a:pt x="61084" y="265493"/>
                  <a:pt x="57238" y="262640"/>
                  <a:pt x="53530" y="259598"/>
                </a:cubicBezTo>
                <a:cubicBezTo>
                  <a:pt x="49824" y="256556"/>
                  <a:pt x="46275" y="253339"/>
                  <a:pt x="42884" y="249948"/>
                </a:cubicBezTo>
                <a:cubicBezTo>
                  <a:pt x="39494" y="246558"/>
                  <a:pt x="36277" y="243009"/>
                  <a:pt x="33235" y="239302"/>
                </a:cubicBezTo>
                <a:cubicBezTo>
                  <a:pt x="30193" y="235595"/>
                  <a:pt x="27339" y="231748"/>
                  <a:pt x="24675" y="227761"/>
                </a:cubicBezTo>
                <a:cubicBezTo>
                  <a:pt x="22011" y="223774"/>
                  <a:pt x="19549" y="219666"/>
                  <a:pt x="17289" y="215436"/>
                </a:cubicBezTo>
                <a:cubicBezTo>
                  <a:pt x="15028" y="211208"/>
                  <a:pt x="12980" y="206878"/>
                  <a:pt x="11145" y="202447"/>
                </a:cubicBezTo>
                <a:cubicBezTo>
                  <a:pt x="9310" y="198017"/>
                  <a:pt x="7697" y="193508"/>
                  <a:pt x="6305" y="188919"/>
                </a:cubicBezTo>
                <a:cubicBezTo>
                  <a:pt x="4913" y="184330"/>
                  <a:pt x="3749" y="179684"/>
                  <a:pt x="2814" y="174981"/>
                </a:cubicBezTo>
                <a:cubicBezTo>
                  <a:pt x="1878" y="170278"/>
                  <a:pt x="1175" y="165540"/>
                  <a:pt x="706" y="160768"/>
                </a:cubicBezTo>
                <a:cubicBezTo>
                  <a:pt x="236" y="155995"/>
                  <a:pt x="1" y="151212"/>
                  <a:pt x="0" y="146416"/>
                </a:cubicBezTo>
                <a:cubicBezTo>
                  <a:pt x="1" y="141621"/>
                  <a:pt x="236" y="136837"/>
                  <a:pt x="706" y="132065"/>
                </a:cubicBezTo>
                <a:cubicBezTo>
                  <a:pt x="1175" y="127293"/>
                  <a:pt x="1878" y="122555"/>
                  <a:pt x="2814" y="117852"/>
                </a:cubicBezTo>
                <a:cubicBezTo>
                  <a:pt x="3749" y="113149"/>
                  <a:pt x="4913" y="108503"/>
                  <a:pt x="6305" y="103914"/>
                </a:cubicBezTo>
                <a:cubicBezTo>
                  <a:pt x="7697" y="99325"/>
                  <a:pt x="9310" y="94815"/>
                  <a:pt x="11145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9" y="73167"/>
                  <a:pt x="22011" y="69059"/>
                  <a:pt x="24675" y="65072"/>
                </a:cubicBezTo>
                <a:cubicBezTo>
                  <a:pt x="27339" y="61085"/>
                  <a:pt x="30193" y="57238"/>
                  <a:pt x="33235" y="53531"/>
                </a:cubicBezTo>
                <a:cubicBezTo>
                  <a:pt x="36277" y="49824"/>
                  <a:pt x="39494" y="46275"/>
                  <a:pt x="42884" y="42884"/>
                </a:cubicBezTo>
                <a:cubicBezTo>
                  <a:pt x="46275" y="39494"/>
                  <a:pt x="49824" y="36277"/>
                  <a:pt x="53530" y="33235"/>
                </a:cubicBezTo>
                <a:cubicBezTo>
                  <a:pt x="57238" y="30193"/>
                  <a:pt x="61084" y="27340"/>
                  <a:pt x="65071" y="24676"/>
                </a:cubicBezTo>
                <a:cubicBezTo>
                  <a:pt x="69059" y="22011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5" y="11145"/>
                </a:cubicBezTo>
                <a:cubicBezTo>
                  <a:pt x="94815" y="9310"/>
                  <a:pt x="99324" y="7697"/>
                  <a:pt x="103913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3" y="1175"/>
                  <a:pt x="132065" y="705"/>
                </a:cubicBezTo>
                <a:cubicBezTo>
                  <a:pt x="136837" y="235"/>
                  <a:pt x="141621" y="0"/>
                  <a:pt x="146416" y="0"/>
                </a:cubicBezTo>
                <a:cubicBezTo>
                  <a:pt x="151212" y="0"/>
                  <a:pt x="155997" y="235"/>
                  <a:pt x="160769" y="705"/>
                </a:cubicBezTo>
                <a:cubicBezTo>
                  <a:pt x="165541" y="1175"/>
                  <a:pt x="170277" y="1878"/>
                  <a:pt x="174980" y="2813"/>
                </a:cubicBezTo>
                <a:cubicBezTo>
                  <a:pt x="179684" y="3749"/>
                  <a:pt x="184330" y="4913"/>
                  <a:pt x="188919" y="6305"/>
                </a:cubicBezTo>
                <a:cubicBezTo>
                  <a:pt x="193507" y="7697"/>
                  <a:pt x="198016" y="9310"/>
                  <a:pt x="202446" y="11145"/>
                </a:cubicBezTo>
                <a:cubicBezTo>
                  <a:pt x="206877" y="12980"/>
                  <a:pt x="211207" y="15028"/>
                  <a:pt x="215436" y="17289"/>
                </a:cubicBezTo>
                <a:cubicBezTo>
                  <a:pt x="219664" y="19549"/>
                  <a:pt x="223773" y="22011"/>
                  <a:pt x="227761" y="24676"/>
                </a:cubicBezTo>
                <a:cubicBezTo>
                  <a:pt x="231748" y="27340"/>
                  <a:pt x="235595" y="30193"/>
                  <a:pt x="239302" y="33235"/>
                </a:cubicBezTo>
                <a:cubicBezTo>
                  <a:pt x="243008" y="36277"/>
                  <a:pt x="246557" y="39494"/>
                  <a:pt x="249948" y="42884"/>
                </a:cubicBezTo>
                <a:cubicBezTo>
                  <a:pt x="253339" y="46275"/>
                  <a:pt x="256556" y="49824"/>
                  <a:pt x="259598" y="53531"/>
                </a:cubicBezTo>
                <a:cubicBezTo>
                  <a:pt x="262640" y="57238"/>
                  <a:pt x="265493" y="61085"/>
                  <a:pt x="268156" y="65072"/>
                </a:cubicBezTo>
                <a:cubicBezTo>
                  <a:pt x="270821" y="69059"/>
                  <a:pt x="273283" y="73167"/>
                  <a:pt x="275544" y="77396"/>
                </a:cubicBezTo>
                <a:cubicBezTo>
                  <a:pt x="277805" y="81625"/>
                  <a:pt x="279853" y="85955"/>
                  <a:pt x="281687" y="90385"/>
                </a:cubicBezTo>
                <a:cubicBezTo>
                  <a:pt x="283522" y="94815"/>
                  <a:pt x="285136" y="99325"/>
                  <a:pt x="286528" y="103914"/>
                </a:cubicBezTo>
                <a:cubicBezTo>
                  <a:pt x="287919" y="108503"/>
                  <a:pt x="289084" y="113149"/>
                  <a:pt x="290019" y="117852"/>
                </a:cubicBezTo>
                <a:cubicBezTo>
                  <a:pt x="290954" y="122555"/>
                  <a:pt x="291657" y="127293"/>
                  <a:pt x="292127" y="132065"/>
                </a:cubicBezTo>
                <a:cubicBezTo>
                  <a:pt x="292597" y="136837"/>
                  <a:pt x="292833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7AE673-C860-45C5-BEE5-448C1530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695" y="1481459"/>
            <a:ext cx="292833" cy="292833"/>
          </a:xfrm>
          <a:custGeom xmlns:a="http://schemas.openxmlformats.org/drawingml/2006/main">
            <a:pathLst>
              <a:path w="292833" h="292833" fill="none">
                <a:moveTo>
                  <a:pt x="292833" y="146416"/>
                </a:moveTo>
                <a:cubicBezTo>
                  <a:pt x="292833" y="151212"/>
                  <a:pt x="292597" y="155995"/>
                  <a:pt x="292127" y="160768"/>
                </a:cubicBezTo>
                <a:cubicBezTo>
                  <a:pt x="291657" y="165540"/>
                  <a:pt x="290954" y="170278"/>
                  <a:pt x="290019" y="174981"/>
                </a:cubicBezTo>
                <a:cubicBezTo>
                  <a:pt x="289084" y="179684"/>
                  <a:pt x="287919" y="184330"/>
                  <a:pt x="286528" y="188919"/>
                </a:cubicBezTo>
                <a:cubicBezTo>
                  <a:pt x="285136" y="193508"/>
                  <a:pt x="283522" y="198017"/>
                  <a:pt x="281687" y="202447"/>
                </a:cubicBezTo>
                <a:cubicBezTo>
                  <a:pt x="279853" y="206878"/>
                  <a:pt x="277805" y="211208"/>
                  <a:pt x="275544" y="215436"/>
                </a:cubicBezTo>
                <a:cubicBezTo>
                  <a:pt x="273283" y="219666"/>
                  <a:pt x="270821" y="223774"/>
                  <a:pt x="268156" y="227761"/>
                </a:cubicBezTo>
                <a:cubicBezTo>
                  <a:pt x="265493" y="231748"/>
                  <a:pt x="262640" y="235595"/>
                  <a:pt x="259598" y="239302"/>
                </a:cubicBezTo>
                <a:cubicBezTo>
                  <a:pt x="256556" y="243009"/>
                  <a:pt x="253339" y="246558"/>
                  <a:pt x="249948" y="249948"/>
                </a:cubicBezTo>
                <a:cubicBezTo>
                  <a:pt x="246557" y="253339"/>
                  <a:pt x="243008" y="256556"/>
                  <a:pt x="239302" y="259598"/>
                </a:cubicBezTo>
                <a:cubicBezTo>
                  <a:pt x="235595" y="262640"/>
                  <a:pt x="231748" y="265493"/>
                  <a:pt x="227761" y="268157"/>
                </a:cubicBezTo>
                <a:cubicBezTo>
                  <a:pt x="223773" y="270821"/>
                  <a:pt x="219664" y="273283"/>
                  <a:pt x="215436" y="275544"/>
                </a:cubicBezTo>
                <a:cubicBezTo>
                  <a:pt x="211207" y="277804"/>
                  <a:pt x="206877" y="279852"/>
                  <a:pt x="202446" y="281687"/>
                </a:cubicBezTo>
                <a:cubicBezTo>
                  <a:pt x="198016" y="283522"/>
                  <a:pt x="193507" y="285136"/>
                  <a:pt x="188919" y="286528"/>
                </a:cubicBezTo>
                <a:cubicBezTo>
                  <a:pt x="184330" y="287920"/>
                  <a:pt x="179684" y="289084"/>
                  <a:pt x="174980" y="290019"/>
                </a:cubicBezTo>
                <a:cubicBezTo>
                  <a:pt x="170277" y="290955"/>
                  <a:pt x="165541" y="291658"/>
                  <a:pt x="160769" y="292127"/>
                </a:cubicBezTo>
                <a:cubicBezTo>
                  <a:pt x="155997" y="292598"/>
                  <a:pt x="151212" y="292833"/>
                  <a:pt x="146416" y="292833"/>
                </a:cubicBezTo>
                <a:cubicBezTo>
                  <a:pt x="141621" y="292833"/>
                  <a:pt x="136837" y="292598"/>
                  <a:pt x="132065" y="292127"/>
                </a:cubicBezTo>
                <a:cubicBezTo>
                  <a:pt x="127293" y="291658"/>
                  <a:pt x="122555" y="290955"/>
                  <a:pt x="117852" y="290019"/>
                </a:cubicBezTo>
                <a:cubicBezTo>
                  <a:pt x="113149" y="289084"/>
                  <a:pt x="108503" y="287920"/>
                  <a:pt x="103913" y="286528"/>
                </a:cubicBezTo>
                <a:cubicBezTo>
                  <a:pt x="99324" y="285136"/>
                  <a:pt x="94815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9" y="270821"/>
                  <a:pt x="65071" y="268157"/>
                </a:cubicBezTo>
                <a:cubicBezTo>
                  <a:pt x="61084" y="265493"/>
                  <a:pt x="57238" y="262640"/>
                  <a:pt x="53530" y="259598"/>
                </a:cubicBezTo>
                <a:cubicBezTo>
                  <a:pt x="49824" y="256556"/>
                  <a:pt x="46275" y="253339"/>
                  <a:pt x="42884" y="249948"/>
                </a:cubicBezTo>
                <a:cubicBezTo>
                  <a:pt x="39494" y="246558"/>
                  <a:pt x="36277" y="243009"/>
                  <a:pt x="33235" y="239302"/>
                </a:cubicBezTo>
                <a:cubicBezTo>
                  <a:pt x="30193" y="235595"/>
                  <a:pt x="27339" y="231748"/>
                  <a:pt x="24675" y="227761"/>
                </a:cubicBezTo>
                <a:cubicBezTo>
                  <a:pt x="22011" y="223774"/>
                  <a:pt x="19549" y="219666"/>
                  <a:pt x="17289" y="215436"/>
                </a:cubicBezTo>
                <a:cubicBezTo>
                  <a:pt x="15028" y="211208"/>
                  <a:pt x="12980" y="206878"/>
                  <a:pt x="11145" y="202447"/>
                </a:cubicBezTo>
                <a:cubicBezTo>
                  <a:pt x="9310" y="198017"/>
                  <a:pt x="7697" y="193508"/>
                  <a:pt x="6305" y="188919"/>
                </a:cubicBezTo>
                <a:cubicBezTo>
                  <a:pt x="4913" y="184330"/>
                  <a:pt x="3749" y="179684"/>
                  <a:pt x="2814" y="174981"/>
                </a:cubicBezTo>
                <a:cubicBezTo>
                  <a:pt x="1878" y="170278"/>
                  <a:pt x="1175" y="165540"/>
                  <a:pt x="706" y="160768"/>
                </a:cubicBezTo>
                <a:cubicBezTo>
                  <a:pt x="236" y="155995"/>
                  <a:pt x="1" y="151212"/>
                  <a:pt x="0" y="146416"/>
                </a:cubicBezTo>
                <a:cubicBezTo>
                  <a:pt x="1" y="141621"/>
                  <a:pt x="236" y="136837"/>
                  <a:pt x="706" y="132065"/>
                </a:cubicBezTo>
                <a:cubicBezTo>
                  <a:pt x="1175" y="127293"/>
                  <a:pt x="1878" y="122555"/>
                  <a:pt x="2814" y="117852"/>
                </a:cubicBezTo>
                <a:cubicBezTo>
                  <a:pt x="3749" y="113149"/>
                  <a:pt x="4913" y="108503"/>
                  <a:pt x="6305" y="103914"/>
                </a:cubicBezTo>
                <a:cubicBezTo>
                  <a:pt x="7697" y="99325"/>
                  <a:pt x="9310" y="94815"/>
                  <a:pt x="11145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9" y="73167"/>
                  <a:pt x="22011" y="69059"/>
                  <a:pt x="24675" y="65072"/>
                </a:cubicBezTo>
                <a:cubicBezTo>
                  <a:pt x="27339" y="61085"/>
                  <a:pt x="30193" y="57238"/>
                  <a:pt x="33235" y="53531"/>
                </a:cubicBezTo>
                <a:cubicBezTo>
                  <a:pt x="36277" y="49824"/>
                  <a:pt x="39494" y="46275"/>
                  <a:pt x="42884" y="42884"/>
                </a:cubicBezTo>
                <a:cubicBezTo>
                  <a:pt x="46275" y="39494"/>
                  <a:pt x="49824" y="36277"/>
                  <a:pt x="53530" y="33235"/>
                </a:cubicBezTo>
                <a:cubicBezTo>
                  <a:pt x="57238" y="30193"/>
                  <a:pt x="61084" y="27340"/>
                  <a:pt x="65071" y="24676"/>
                </a:cubicBezTo>
                <a:cubicBezTo>
                  <a:pt x="69059" y="22011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5" y="11145"/>
                </a:cubicBezTo>
                <a:cubicBezTo>
                  <a:pt x="94815" y="9310"/>
                  <a:pt x="99324" y="7697"/>
                  <a:pt x="103913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3" y="1175"/>
                  <a:pt x="132065" y="705"/>
                </a:cubicBezTo>
                <a:cubicBezTo>
                  <a:pt x="136837" y="235"/>
                  <a:pt x="141621" y="0"/>
                  <a:pt x="146416" y="0"/>
                </a:cubicBezTo>
                <a:cubicBezTo>
                  <a:pt x="151212" y="0"/>
                  <a:pt x="155997" y="235"/>
                  <a:pt x="160769" y="705"/>
                </a:cubicBezTo>
                <a:cubicBezTo>
                  <a:pt x="165541" y="1175"/>
                  <a:pt x="170277" y="1878"/>
                  <a:pt x="174980" y="2813"/>
                </a:cubicBezTo>
                <a:cubicBezTo>
                  <a:pt x="179684" y="3749"/>
                  <a:pt x="184330" y="4913"/>
                  <a:pt x="188919" y="6305"/>
                </a:cubicBezTo>
                <a:cubicBezTo>
                  <a:pt x="193507" y="7697"/>
                  <a:pt x="198016" y="9310"/>
                  <a:pt x="202446" y="11145"/>
                </a:cubicBezTo>
                <a:cubicBezTo>
                  <a:pt x="206877" y="12980"/>
                  <a:pt x="211207" y="15028"/>
                  <a:pt x="215436" y="17289"/>
                </a:cubicBezTo>
                <a:cubicBezTo>
                  <a:pt x="219664" y="19549"/>
                  <a:pt x="223773" y="22011"/>
                  <a:pt x="227761" y="24676"/>
                </a:cubicBezTo>
                <a:cubicBezTo>
                  <a:pt x="231748" y="27340"/>
                  <a:pt x="235595" y="30193"/>
                  <a:pt x="239302" y="33235"/>
                </a:cubicBezTo>
                <a:cubicBezTo>
                  <a:pt x="243008" y="36277"/>
                  <a:pt x="246557" y="39494"/>
                  <a:pt x="249948" y="42884"/>
                </a:cubicBezTo>
                <a:cubicBezTo>
                  <a:pt x="253339" y="46275"/>
                  <a:pt x="256556" y="49824"/>
                  <a:pt x="259598" y="53531"/>
                </a:cubicBezTo>
                <a:cubicBezTo>
                  <a:pt x="262640" y="57238"/>
                  <a:pt x="265493" y="61085"/>
                  <a:pt x="268156" y="65072"/>
                </a:cubicBezTo>
                <a:cubicBezTo>
                  <a:pt x="270821" y="69059"/>
                  <a:pt x="273283" y="73167"/>
                  <a:pt x="275544" y="77396"/>
                </a:cubicBezTo>
                <a:cubicBezTo>
                  <a:pt x="277805" y="81625"/>
                  <a:pt x="279853" y="85955"/>
                  <a:pt x="281687" y="90385"/>
                </a:cubicBezTo>
                <a:cubicBezTo>
                  <a:pt x="283522" y="94815"/>
                  <a:pt x="285136" y="99325"/>
                  <a:pt x="286528" y="103914"/>
                </a:cubicBezTo>
                <a:cubicBezTo>
                  <a:pt x="287919" y="108503"/>
                  <a:pt x="289084" y="113149"/>
                  <a:pt x="290019" y="117852"/>
                </a:cubicBezTo>
                <a:cubicBezTo>
                  <a:pt x="290954" y="122555"/>
                  <a:pt x="291657" y="127293"/>
                  <a:pt x="292127" y="132065"/>
                </a:cubicBezTo>
                <a:cubicBezTo>
                  <a:pt x="292597" y="136837"/>
                  <a:pt x="292833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151" name="Text s">
            <a:extLst xmlns:a="http://schemas.openxmlformats.org/drawingml/2006/main">
              <a:ext uri="{FF2B5EF4-FFF2-40B4-BE49-F238E27FC236}">
                <a16:creationId xmlns:a16="http://schemas.microsoft.com/office/drawing/2014/main" id="{9F4F0F8B-6E1A-4BCC-86E2-7A31E45F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746" y="1587413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3">
            <a:extLst xmlns:a="http://schemas.openxmlformats.org/drawingml/2006/main">
              <a:ext uri="{FF2B5EF4-FFF2-40B4-BE49-F238E27FC236}">
                <a16:creationId xmlns:a16="http://schemas.microsoft.com/office/drawing/2014/main" id="{D588B239-AC88-4709-B0AA-C2587333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6857" y="1611385"/>
            <a:ext cx="58781" cy="107345"/>
          </a:xfrm>
          <a:custGeom xmlns:a="http://schemas.openxmlformats.org/drawingml/2006/main">
            <a:pathLst>
              <a:path w="58781" h="107345">
                <a:moveTo>
                  <a:pt x="1601" y="21728"/>
                </a:moveTo>
                <a:cubicBezTo>
                  <a:pt x="4549" y="14765"/>
                  <a:pt x="8272" y="9403"/>
                  <a:pt x="12770" y="5642"/>
                </a:cubicBezTo>
                <a:cubicBezTo>
                  <a:pt x="17268" y="1881"/>
                  <a:pt x="22872" y="0"/>
                  <a:pt x="29581" y="0"/>
                </a:cubicBezTo>
                <a:cubicBezTo>
                  <a:pt x="37866" y="0"/>
                  <a:pt x="44219" y="2690"/>
                  <a:pt x="48641" y="8069"/>
                </a:cubicBezTo>
                <a:cubicBezTo>
                  <a:pt x="51995" y="12080"/>
                  <a:pt x="53673" y="16369"/>
                  <a:pt x="53673" y="20937"/>
                </a:cubicBezTo>
                <a:cubicBezTo>
                  <a:pt x="53673" y="28448"/>
                  <a:pt x="48946" y="36214"/>
                  <a:pt x="39492" y="44233"/>
                </a:cubicBezTo>
                <a:cubicBezTo>
                  <a:pt x="45845" y="46727"/>
                  <a:pt x="50648" y="50289"/>
                  <a:pt x="53901" y="54919"/>
                </a:cubicBezTo>
                <a:cubicBezTo>
                  <a:pt x="57154" y="59547"/>
                  <a:pt x="58781" y="64990"/>
                  <a:pt x="58781" y="71248"/>
                </a:cubicBezTo>
                <a:cubicBezTo>
                  <a:pt x="58781" y="80203"/>
                  <a:pt x="55934" y="87962"/>
                  <a:pt x="50242" y="94525"/>
                </a:cubicBezTo>
                <a:cubicBezTo>
                  <a:pt x="42821" y="103072"/>
                  <a:pt x="32071" y="107345"/>
                  <a:pt x="17993" y="107345"/>
                </a:cubicBezTo>
                <a:cubicBezTo>
                  <a:pt x="11029" y="107345"/>
                  <a:pt x="6290" y="106481"/>
                  <a:pt x="3774" y="104753"/>
                </a:cubicBezTo>
                <a:cubicBezTo>
                  <a:pt x="1258" y="103025"/>
                  <a:pt x="0" y="101170"/>
                  <a:pt x="0" y="99188"/>
                </a:cubicBezTo>
                <a:cubicBezTo>
                  <a:pt x="0" y="97714"/>
                  <a:pt x="597" y="96417"/>
                  <a:pt x="1792" y="95299"/>
                </a:cubicBezTo>
                <a:cubicBezTo>
                  <a:pt x="2986" y="94181"/>
                  <a:pt x="4422" y="93622"/>
                  <a:pt x="6099" y="93622"/>
                </a:cubicBezTo>
                <a:cubicBezTo>
                  <a:pt x="7370" y="93622"/>
                  <a:pt x="8666" y="93825"/>
                  <a:pt x="9987" y="94232"/>
                </a:cubicBezTo>
                <a:cubicBezTo>
                  <a:pt x="10851" y="94486"/>
                  <a:pt x="12808" y="95414"/>
                  <a:pt x="15858" y="97015"/>
                </a:cubicBezTo>
                <a:cubicBezTo>
                  <a:pt x="18907" y="98616"/>
                  <a:pt x="21017" y="99569"/>
                  <a:pt x="22186" y="99874"/>
                </a:cubicBezTo>
                <a:cubicBezTo>
                  <a:pt x="24066" y="100433"/>
                  <a:pt x="26074" y="100712"/>
                  <a:pt x="28209" y="100712"/>
                </a:cubicBezTo>
                <a:cubicBezTo>
                  <a:pt x="33393" y="100712"/>
                  <a:pt x="37904" y="98701"/>
                  <a:pt x="41741" y="94680"/>
                </a:cubicBezTo>
                <a:cubicBezTo>
                  <a:pt x="45578" y="90658"/>
                  <a:pt x="47497" y="85898"/>
                  <a:pt x="47497" y="80399"/>
                </a:cubicBezTo>
                <a:cubicBezTo>
                  <a:pt x="47497" y="76378"/>
                  <a:pt x="46608" y="72458"/>
                  <a:pt x="44829" y="68639"/>
                </a:cubicBezTo>
                <a:cubicBezTo>
                  <a:pt x="43507" y="65788"/>
                  <a:pt x="42059" y="63625"/>
                  <a:pt x="40483" y="62149"/>
                </a:cubicBezTo>
                <a:cubicBezTo>
                  <a:pt x="38298" y="60112"/>
                  <a:pt x="35299" y="58266"/>
                  <a:pt x="31487" y="56613"/>
                </a:cubicBezTo>
                <a:cubicBezTo>
                  <a:pt x="27675" y="54958"/>
                  <a:pt x="23787" y="54130"/>
                  <a:pt x="19822" y="54130"/>
                </a:cubicBezTo>
                <a:lnTo>
                  <a:pt x="17383" y="54130"/>
                </a:lnTo>
                <a:lnTo>
                  <a:pt x="17383" y="51843"/>
                </a:lnTo>
                <a:cubicBezTo>
                  <a:pt x="21398" y="51335"/>
                  <a:pt x="25426" y="49886"/>
                  <a:pt x="29467" y="47497"/>
                </a:cubicBezTo>
                <a:cubicBezTo>
                  <a:pt x="33507" y="45108"/>
                  <a:pt x="36442" y="42237"/>
                  <a:pt x="38272" y="38882"/>
                </a:cubicBezTo>
                <a:cubicBezTo>
                  <a:pt x="40102" y="35528"/>
                  <a:pt x="41017" y="31843"/>
                  <a:pt x="41017" y="27827"/>
                </a:cubicBezTo>
                <a:cubicBezTo>
                  <a:pt x="41017" y="22592"/>
                  <a:pt x="39378" y="18361"/>
                  <a:pt x="36099" y="15134"/>
                </a:cubicBezTo>
                <a:cubicBezTo>
                  <a:pt x="32821" y="11906"/>
                  <a:pt x="28742" y="10292"/>
                  <a:pt x="23863" y="10292"/>
                </a:cubicBezTo>
                <a:cubicBezTo>
                  <a:pt x="15985" y="10292"/>
                  <a:pt x="9403" y="14511"/>
                  <a:pt x="4117" y="22948"/>
                </a:cubicBezTo>
                <a:lnTo>
                  <a:pt x="1601" y="217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x">
            <a:extLst xmlns:a="http://schemas.openxmlformats.org/drawingml/2006/main">
              <a:ext uri="{FF2B5EF4-FFF2-40B4-BE49-F238E27FC236}">
                <a16:creationId xmlns:a16="http://schemas.microsoft.com/office/drawing/2014/main" id="{BC9DEC00-3950-49F7-83E8-1F288F79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0698" y="1770731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2">
            <a:extLst xmlns:a="http://schemas.openxmlformats.org/drawingml/2006/main">
              <a:ext uri="{FF2B5EF4-FFF2-40B4-BE49-F238E27FC236}">
                <a16:creationId xmlns:a16="http://schemas.microsoft.com/office/drawing/2014/main" id="{62A094D5-D405-47A7-9E3E-20D0915F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006" y="1771577"/>
            <a:ext cx="76783" cy="118734"/>
          </a:xfrm>
          <a:custGeom xmlns:a="http://schemas.openxmlformats.org/drawingml/2006/main">
            <a:pathLst>
              <a:path w="76783" h="118734">
                <a:moveTo>
                  <a:pt x="76783" y="96257"/>
                </a:moveTo>
                <a:lnTo>
                  <a:pt x="68633" y="118734"/>
                </a:lnTo>
                <a:lnTo>
                  <a:pt x="0" y="118734"/>
                </a:lnTo>
                <a:lnTo>
                  <a:pt x="0" y="115555"/>
                </a:lnTo>
                <a:cubicBezTo>
                  <a:pt x="20189" y="97108"/>
                  <a:pt x="34402" y="82042"/>
                  <a:pt x="42638" y="70357"/>
                </a:cubicBezTo>
                <a:cubicBezTo>
                  <a:pt x="50874" y="58669"/>
                  <a:pt x="54992" y="47985"/>
                  <a:pt x="54992" y="38303"/>
                </a:cubicBezTo>
                <a:cubicBezTo>
                  <a:pt x="54992" y="30914"/>
                  <a:pt x="52733" y="24843"/>
                  <a:pt x="48214" y="20088"/>
                </a:cubicBezTo>
                <a:cubicBezTo>
                  <a:pt x="43696" y="15332"/>
                  <a:pt x="38291" y="12954"/>
                  <a:pt x="32000" y="12954"/>
                </a:cubicBezTo>
                <a:cubicBezTo>
                  <a:pt x="26281" y="12954"/>
                  <a:pt x="21147" y="14634"/>
                  <a:pt x="16601" y="17995"/>
                </a:cubicBezTo>
                <a:cubicBezTo>
                  <a:pt x="12054" y="21355"/>
                  <a:pt x="8693" y="26281"/>
                  <a:pt x="6520" y="32772"/>
                </a:cubicBezTo>
                <a:lnTo>
                  <a:pt x="3346" y="32772"/>
                </a:lnTo>
                <a:cubicBezTo>
                  <a:pt x="4776" y="22218"/>
                  <a:pt x="8450" y="14118"/>
                  <a:pt x="14370" y="8472"/>
                </a:cubicBezTo>
                <a:cubicBezTo>
                  <a:pt x="20290" y="2824"/>
                  <a:pt x="27682" y="0"/>
                  <a:pt x="36547" y="0"/>
                </a:cubicBezTo>
                <a:cubicBezTo>
                  <a:pt x="45984" y="0"/>
                  <a:pt x="53862" y="3031"/>
                  <a:pt x="60182" y="9094"/>
                </a:cubicBezTo>
                <a:cubicBezTo>
                  <a:pt x="66502" y="15156"/>
                  <a:pt x="69662" y="22306"/>
                  <a:pt x="69662" y="30542"/>
                </a:cubicBezTo>
                <a:cubicBezTo>
                  <a:pt x="69662" y="36433"/>
                  <a:pt x="68289" y="42323"/>
                  <a:pt x="65544" y="48214"/>
                </a:cubicBezTo>
                <a:cubicBezTo>
                  <a:pt x="61312" y="57480"/>
                  <a:pt x="54449" y="67289"/>
                  <a:pt x="44954" y="77641"/>
                </a:cubicBezTo>
                <a:cubicBezTo>
                  <a:pt x="30713" y="93197"/>
                  <a:pt x="21819" y="102577"/>
                  <a:pt x="18273" y="105780"/>
                </a:cubicBezTo>
                <a:lnTo>
                  <a:pt x="48643" y="105780"/>
                </a:lnTo>
                <a:cubicBezTo>
                  <a:pt x="54820" y="105780"/>
                  <a:pt x="59153" y="105550"/>
                  <a:pt x="61641" y="105088"/>
                </a:cubicBezTo>
                <a:cubicBezTo>
                  <a:pt x="64129" y="104625"/>
                  <a:pt x="66373" y="103687"/>
                  <a:pt x="68375" y="102273"/>
                </a:cubicBezTo>
                <a:cubicBezTo>
                  <a:pt x="70377" y="100860"/>
                  <a:pt x="72121" y="98854"/>
                  <a:pt x="73609" y="96257"/>
                </a:cubicBezTo>
                <a:lnTo>
                  <a:pt x="76783" y="962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/y">
            <a:extLst xmlns:a="http://schemas.openxmlformats.org/drawingml/2006/main">
              <a:ext uri="{FF2B5EF4-FFF2-40B4-BE49-F238E27FC236}">
                <a16:creationId xmlns:a16="http://schemas.microsoft.com/office/drawing/2014/main" id="{5B96F1FE-FD2A-49F4-9C5A-82D73BC3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338" y="1727321"/>
            <a:ext cx="135408" cy="159914"/>
          </a:xfrm>
          <a:custGeom xmlns:a="http://schemas.openxmlformats.org/drawingml/2006/main">
            <a:pathLst>
              <a:path w="135408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7" y="43410"/>
                </a:moveTo>
                <a:lnTo>
                  <a:pt x="86249" y="43410"/>
                </a:lnTo>
                <a:lnTo>
                  <a:pt x="86249" y="46584"/>
                </a:lnTo>
                <a:lnTo>
                  <a:pt x="84448" y="46584"/>
                </a:lnTo>
                <a:cubicBezTo>
                  <a:pt x="81874" y="46584"/>
                  <a:pt x="79944" y="47142"/>
                  <a:pt x="78657" y="48257"/>
                </a:cubicBezTo>
                <a:cubicBezTo>
                  <a:pt x="77370" y="49373"/>
                  <a:pt x="76727" y="50760"/>
                  <a:pt x="76727" y="52418"/>
                </a:cubicBezTo>
                <a:cubicBezTo>
                  <a:pt x="76727" y="54649"/>
                  <a:pt x="77670" y="57737"/>
                  <a:pt x="79558" y="61684"/>
                </a:cubicBezTo>
                <a:lnTo>
                  <a:pt x="98689" y="101319"/>
                </a:lnTo>
                <a:lnTo>
                  <a:pt x="116276" y="57909"/>
                </a:lnTo>
                <a:cubicBezTo>
                  <a:pt x="117249" y="55564"/>
                  <a:pt x="117735" y="53247"/>
                  <a:pt x="117735" y="50960"/>
                </a:cubicBezTo>
                <a:cubicBezTo>
                  <a:pt x="117735" y="49930"/>
                  <a:pt x="117535" y="49158"/>
                  <a:pt x="117134" y="48643"/>
                </a:cubicBezTo>
                <a:cubicBezTo>
                  <a:pt x="116677" y="48014"/>
                  <a:pt x="115962" y="47514"/>
                  <a:pt x="114989" y="47142"/>
                </a:cubicBezTo>
                <a:cubicBezTo>
                  <a:pt x="114017" y="46770"/>
                  <a:pt x="112301" y="46584"/>
                  <a:pt x="109842" y="46584"/>
                </a:cubicBezTo>
                <a:lnTo>
                  <a:pt x="109842" y="43410"/>
                </a:lnTo>
                <a:lnTo>
                  <a:pt x="135408" y="43410"/>
                </a:lnTo>
                <a:lnTo>
                  <a:pt x="135408" y="46584"/>
                </a:lnTo>
                <a:cubicBezTo>
                  <a:pt x="133291" y="46813"/>
                  <a:pt x="131661" y="47271"/>
                  <a:pt x="130518" y="47957"/>
                </a:cubicBezTo>
                <a:cubicBezTo>
                  <a:pt x="129374" y="48643"/>
                  <a:pt x="128115" y="49930"/>
                  <a:pt x="126743" y="51818"/>
                </a:cubicBezTo>
                <a:cubicBezTo>
                  <a:pt x="126228" y="52618"/>
                  <a:pt x="125256" y="54820"/>
                  <a:pt x="123826" y="58424"/>
                </a:cubicBezTo>
                <a:lnTo>
                  <a:pt x="91826" y="136836"/>
                </a:lnTo>
                <a:cubicBezTo>
                  <a:pt x="88737" y="144443"/>
                  <a:pt x="84691" y="150191"/>
                  <a:pt x="79686" y="154080"/>
                </a:cubicBezTo>
                <a:cubicBezTo>
                  <a:pt x="74682" y="157969"/>
                  <a:pt x="69863" y="159914"/>
                  <a:pt x="65231" y="159914"/>
                </a:cubicBezTo>
                <a:cubicBezTo>
                  <a:pt x="61856" y="159914"/>
                  <a:pt x="59082" y="158953"/>
                  <a:pt x="56909" y="157032"/>
                </a:cubicBezTo>
                <a:cubicBezTo>
                  <a:pt x="54736" y="155111"/>
                  <a:pt x="53649" y="152907"/>
                  <a:pt x="53649" y="150421"/>
                </a:cubicBezTo>
                <a:cubicBezTo>
                  <a:pt x="53649" y="148047"/>
                  <a:pt x="54435" y="146133"/>
                  <a:pt x="56008" y="144678"/>
                </a:cubicBezTo>
                <a:cubicBezTo>
                  <a:pt x="57581" y="143225"/>
                  <a:pt x="59740" y="142499"/>
                  <a:pt x="62485" y="142499"/>
                </a:cubicBezTo>
                <a:cubicBezTo>
                  <a:pt x="64373" y="142499"/>
                  <a:pt x="66947" y="143128"/>
                  <a:pt x="70207" y="144386"/>
                </a:cubicBezTo>
                <a:cubicBezTo>
                  <a:pt x="72494" y="145244"/>
                  <a:pt x="73924" y="145673"/>
                  <a:pt x="74496" y="145673"/>
                </a:cubicBezTo>
                <a:cubicBezTo>
                  <a:pt x="76212" y="145673"/>
                  <a:pt x="78085" y="144780"/>
                  <a:pt x="80115" y="142995"/>
                </a:cubicBezTo>
                <a:cubicBezTo>
                  <a:pt x="82146" y="141211"/>
                  <a:pt x="84190" y="137758"/>
                  <a:pt x="86249" y="132635"/>
                </a:cubicBezTo>
                <a:lnTo>
                  <a:pt x="91826" y="118906"/>
                </a:lnTo>
                <a:lnTo>
                  <a:pt x="63601" y="59625"/>
                </a:lnTo>
                <a:cubicBezTo>
                  <a:pt x="62743" y="57852"/>
                  <a:pt x="61370" y="55650"/>
                  <a:pt x="59483" y="53019"/>
                </a:cubicBezTo>
                <a:cubicBezTo>
                  <a:pt x="58053" y="51017"/>
                  <a:pt x="56880" y="49673"/>
                  <a:pt x="55965" y="48987"/>
                </a:cubicBezTo>
                <a:cubicBezTo>
                  <a:pt x="54650" y="48071"/>
                  <a:pt x="52534" y="47271"/>
                  <a:pt x="49617" y="46584"/>
                </a:cubicBezTo>
                <a:lnTo>
                  <a:pt x="49617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2">
            <a:extLst xmlns:a="http://schemas.openxmlformats.org/drawingml/2006/main">
              <a:ext uri="{FF2B5EF4-FFF2-40B4-BE49-F238E27FC236}">
                <a16:creationId xmlns:a16="http://schemas.microsoft.com/office/drawing/2014/main" id="{CF602604-C47A-4236-AE0D-EB913C30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572" y="1771577"/>
            <a:ext cx="76783" cy="118734"/>
          </a:xfrm>
          <a:custGeom xmlns:a="http://schemas.openxmlformats.org/drawingml/2006/main">
            <a:pathLst>
              <a:path w="76783" h="118734">
                <a:moveTo>
                  <a:pt x="76783" y="96257"/>
                </a:moveTo>
                <a:lnTo>
                  <a:pt x="68633" y="118734"/>
                </a:lnTo>
                <a:lnTo>
                  <a:pt x="0" y="118734"/>
                </a:lnTo>
                <a:lnTo>
                  <a:pt x="0" y="115555"/>
                </a:lnTo>
                <a:cubicBezTo>
                  <a:pt x="20189" y="97108"/>
                  <a:pt x="34402" y="82042"/>
                  <a:pt x="42638" y="70357"/>
                </a:cubicBezTo>
                <a:cubicBezTo>
                  <a:pt x="50874" y="58669"/>
                  <a:pt x="54992" y="47985"/>
                  <a:pt x="54992" y="38303"/>
                </a:cubicBezTo>
                <a:cubicBezTo>
                  <a:pt x="54992" y="30914"/>
                  <a:pt x="52733" y="24843"/>
                  <a:pt x="48214" y="20088"/>
                </a:cubicBezTo>
                <a:cubicBezTo>
                  <a:pt x="43696" y="15332"/>
                  <a:pt x="38291" y="12954"/>
                  <a:pt x="32000" y="12954"/>
                </a:cubicBezTo>
                <a:cubicBezTo>
                  <a:pt x="26281" y="12954"/>
                  <a:pt x="21147" y="14634"/>
                  <a:pt x="16601" y="17995"/>
                </a:cubicBezTo>
                <a:cubicBezTo>
                  <a:pt x="12054" y="21355"/>
                  <a:pt x="8693" y="26281"/>
                  <a:pt x="6520" y="32772"/>
                </a:cubicBezTo>
                <a:lnTo>
                  <a:pt x="3346" y="32772"/>
                </a:lnTo>
                <a:cubicBezTo>
                  <a:pt x="4776" y="22218"/>
                  <a:pt x="8450" y="14118"/>
                  <a:pt x="14370" y="8472"/>
                </a:cubicBezTo>
                <a:cubicBezTo>
                  <a:pt x="20290" y="2824"/>
                  <a:pt x="27682" y="0"/>
                  <a:pt x="36547" y="0"/>
                </a:cubicBezTo>
                <a:cubicBezTo>
                  <a:pt x="45984" y="0"/>
                  <a:pt x="53862" y="3031"/>
                  <a:pt x="60182" y="9094"/>
                </a:cubicBezTo>
                <a:cubicBezTo>
                  <a:pt x="66502" y="15156"/>
                  <a:pt x="69662" y="22306"/>
                  <a:pt x="69662" y="30542"/>
                </a:cubicBezTo>
                <a:cubicBezTo>
                  <a:pt x="69662" y="36433"/>
                  <a:pt x="68289" y="42323"/>
                  <a:pt x="65544" y="48214"/>
                </a:cubicBezTo>
                <a:cubicBezTo>
                  <a:pt x="61312" y="57480"/>
                  <a:pt x="54449" y="67289"/>
                  <a:pt x="44954" y="77641"/>
                </a:cubicBezTo>
                <a:cubicBezTo>
                  <a:pt x="30713" y="93197"/>
                  <a:pt x="21819" y="102577"/>
                  <a:pt x="18273" y="105780"/>
                </a:cubicBezTo>
                <a:lnTo>
                  <a:pt x="48643" y="105780"/>
                </a:lnTo>
                <a:cubicBezTo>
                  <a:pt x="54820" y="105780"/>
                  <a:pt x="59153" y="105550"/>
                  <a:pt x="61641" y="105088"/>
                </a:cubicBezTo>
                <a:cubicBezTo>
                  <a:pt x="64129" y="104625"/>
                  <a:pt x="66373" y="103687"/>
                  <a:pt x="68375" y="102273"/>
                </a:cubicBezTo>
                <a:cubicBezTo>
                  <a:pt x="70377" y="100860"/>
                  <a:pt x="72121" y="98854"/>
                  <a:pt x="73609" y="96257"/>
                </a:cubicBezTo>
                <a:lnTo>
                  <a:pt x="76783" y="962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x">
            <a:extLst xmlns:a="http://schemas.openxmlformats.org/drawingml/2006/main">
              <a:ext uri="{FF2B5EF4-FFF2-40B4-BE49-F238E27FC236}">
                <a16:creationId xmlns:a16="http://schemas.microsoft.com/office/drawing/2014/main" id="{E17AB27B-CEE4-4FCF-9919-4B2AEF6E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4178" y="1794157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4">
            <a:extLst xmlns:a="http://schemas.openxmlformats.org/drawingml/2006/main">
              <a:ext uri="{FF2B5EF4-FFF2-40B4-BE49-F238E27FC236}">
                <a16:creationId xmlns:a16="http://schemas.microsoft.com/office/drawing/2014/main" id="{F1F01CD0-7A8D-4679-9366-154D1E4B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2457" y="1795004"/>
            <a:ext cx="79013" cy="118734"/>
          </a:xfrm>
          <a:custGeom xmlns:a="http://schemas.openxmlformats.org/drawingml/2006/main">
            <a:pathLst>
              <a:path w="79013" h="118734">
                <a:moveTo>
                  <a:pt x="79013" y="75839"/>
                </a:moveTo>
                <a:lnTo>
                  <a:pt x="79013" y="88021"/>
                </a:lnTo>
                <a:lnTo>
                  <a:pt x="63399" y="88021"/>
                </a:lnTo>
                <a:lnTo>
                  <a:pt x="63399" y="118734"/>
                </a:lnTo>
                <a:lnTo>
                  <a:pt x="49244" y="118734"/>
                </a:lnTo>
                <a:lnTo>
                  <a:pt x="49244" y="88021"/>
                </a:lnTo>
                <a:lnTo>
                  <a:pt x="0" y="88021"/>
                </a:lnTo>
                <a:lnTo>
                  <a:pt x="0" y="77040"/>
                </a:lnTo>
                <a:lnTo>
                  <a:pt x="53962" y="0"/>
                </a:lnTo>
                <a:lnTo>
                  <a:pt x="63399" y="0"/>
                </a:lnTo>
                <a:lnTo>
                  <a:pt x="63399" y="75839"/>
                </a:lnTo>
                <a:lnTo>
                  <a:pt x="79013" y="75839"/>
                </a:lnTo>
                <a:moveTo>
                  <a:pt x="49244" y="75839"/>
                </a:moveTo>
                <a:lnTo>
                  <a:pt x="49244" y="18102"/>
                </a:lnTo>
                <a:lnTo>
                  <a:pt x="8407" y="75839"/>
                </a:lnTo>
                <a:lnTo>
                  <a:pt x="49244" y="758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/y">
            <a:extLst xmlns:a="http://schemas.openxmlformats.org/drawingml/2006/main">
              <a:ext uri="{FF2B5EF4-FFF2-40B4-BE49-F238E27FC236}">
                <a16:creationId xmlns:a16="http://schemas.microsoft.com/office/drawing/2014/main" id="{B67DF9EE-6104-4638-8816-F24DB385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819" y="1750747"/>
            <a:ext cx="135407" cy="159914"/>
          </a:xfrm>
          <a:custGeom xmlns:a="http://schemas.openxmlformats.org/drawingml/2006/main">
            <a:pathLst>
              <a:path w="135407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6" y="43410"/>
                </a:moveTo>
                <a:lnTo>
                  <a:pt x="86249" y="43410"/>
                </a:lnTo>
                <a:lnTo>
                  <a:pt x="86249" y="46584"/>
                </a:lnTo>
                <a:lnTo>
                  <a:pt x="84447" y="46584"/>
                </a:lnTo>
                <a:cubicBezTo>
                  <a:pt x="81874" y="46584"/>
                  <a:pt x="79943" y="47142"/>
                  <a:pt x="78656" y="48257"/>
                </a:cubicBezTo>
                <a:cubicBezTo>
                  <a:pt x="77370" y="49373"/>
                  <a:pt x="76726" y="50760"/>
                  <a:pt x="76726" y="52418"/>
                </a:cubicBezTo>
                <a:cubicBezTo>
                  <a:pt x="76726" y="54649"/>
                  <a:pt x="77670" y="57737"/>
                  <a:pt x="79557" y="61684"/>
                </a:cubicBezTo>
                <a:lnTo>
                  <a:pt x="98689" y="101319"/>
                </a:lnTo>
                <a:lnTo>
                  <a:pt x="116276" y="57909"/>
                </a:lnTo>
                <a:cubicBezTo>
                  <a:pt x="117248" y="55564"/>
                  <a:pt x="117734" y="53247"/>
                  <a:pt x="117734" y="50960"/>
                </a:cubicBezTo>
                <a:cubicBezTo>
                  <a:pt x="117734" y="49930"/>
                  <a:pt x="117534" y="49158"/>
                  <a:pt x="117134" y="48643"/>
                </a:cubicBezTo>
                <a:cubicBezTo>
                  <a:pt x="116676" y="48014"/>
                  <a:pt x="115961" y="47514"/>
                  <a:pt x="114989" y="47142"/>
                </a:cubicBezTo>
                <a:cubicBezTo>
                  <a:pt x="114017" y="46770"/>
                  <a:pt x="112301" y="46584"/>
                  <a:pt x="109841" y="46584"/>
                </a:cubicBezTo>
                <a:lnTo>
                  <a:pt x="109841" y="43410"/>
                </a:lnTo>
                <a:lnTo>
                  <a:pt x="135407" y="43410"/>
                </a:lnTo>
                <a:lnTo>
                  <a:pt x="135407" y="46584"/>
                </a:lnTo>
                <a:cubicBezTo>
                  <a:pt x="133291" y="46813"/>
                  <a:pt x="131661" y="47271"/>
                  <a:pt x="130517" y="47957"/>
                </a:cubicBezTo>
                <a:cubicBezTo>
                  <a:pt x="129373" y="48643"/>
                  <a:pt x="128115" y="49930"/>
                  <a:pt x="126742" y="51818"/>
                </a:cubicBezTo>
                <a:cubicBezTo>
                  <a:pt x="126227" y="52618"/>
                  <a:pt x="125255" y="54820"/>
                  <a:pt x="123825" y="58424"/>
                </a:cubicBezTo>
                <a:lnTo>
                  <a:pt x="91825" y="136836"/>
                </a:lnTo>
                <a:cubicBezTo>
                  <a:pt x="88737" y="144443"/>
                  <a:pt x="84690" y="150191"/>
                  <a:pt x="79686" y="154080"/>
                </a:cubicBezTo>
                <a:cubicBezTo>
                  <a:pt x="74681" y="157969"/>
                  <a:pt x="69863" y="159914"/>
                  <a:pt x="65230" y="159914"/>
                </a:cubicBezTo>
                <a:cubicBezTo>
                  <a:pt x="61856" y="159914"/>
                  <a:pt x="59082" y="158953"/>
                  <a:pt x="56908" y="157032"/>
                </a:cubicBezTo>
                <a:cubicBezTo>
                  <a:pt x="54735" y="155111"/>
                  <a:pt x="53648" y="152907"/>
                  <a:pt x="53648" y="150421"/>
                </a:cubicBezTo>
                <a:cubicBezTo>
                  <a:pt x="53648" y="148047"/>
                  <a:pt x="54435" y="146133"/>
                  <a:pt x="56008" y="144678"/>
                </a:cubicBezTo>
                <a:cubicBezTo>
                  <a:pt x="57580" y="143225"/>
                  <a:pt x="59740" y="142499"/>
                  <a:pt x="62485" y="142499"/>
                </a:cubicBezTo>
                <a:cubicBezTo>
                  <a:pt x="64372" y="142499"/>
                  <a:pt x="66946" y="143128"/>
                  <a:pt x="70206" y="144386"/>
                </a:cubicBezTo>
                <a:cubicBezTo>
                  <a:pt x="72494" y="145244"/>
                  <a:pt x="73924" y="145673"/>
                  <a:pt x="74496" y="145673"/>
                </a:cubicBezTo>
                <a:cubicBezTo>
                  <a:pt x="76211" y="145673"/>
                  <a:pt x="78084" y="144780"/>
                  <a:pt x="80115" y="142995"/>
                </a:cubicBezTo>
                <a:cubicBezTo>
                  <a:pt x="82145" y="141211"/>
                  <a:pt x="84190" y="137758"/>
                  <a:pt x="86249" y="132635"/>
                </a:cubicBezTo>
                <a:lnTo>
                  <a:pt x="91825" y="118906"/>
                </a:lnTo>
                <a:lnTo>
                  <a:pt x="63600" y="59625"/>
                </a:lnTo>
                <a:cubicBezTo>
                  <a:pt x="62742" y="57852"/>
                  <a:pt x="61370" y="55650"/>
                  <a:pt x="59482" y="53019"/>
                </a:cubicBezTo>
                <a:cubicBezTo>
                  <a:pt x="58052" y="51017"/>
                  <a:pt x="56880" y="49673"/>
                  <a:pt x="55965" y="48987"/>
                </a:cubicBezTo>
                <a:cubicBezTo>
                  <a:pt x="54649" y="48071"/>
                  <a:pt x="52533" y="47271"/>
                  <a:pt x="49616" y="46584"/>
                </a:cubicBezTo>
                <a:lnTo>
                  <a:pt x="49616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4">
            <a:extLst xmlns:a="http://schemas.openxmlformats.org/drawingml/2006/main">
              <a:ext uri="{FF2B5EF4-FFF2-40B4-BE49-F238E27FC236}">
                <a16:creationId xmlns:a16="http://schemas.microsoft.com/office/drawing/2014/main" id="{F4A7B607-43A2-4BB8-A498-709C2647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7023" y="1795004"/>
            <a:ext cx="79013" cy="118734"/>
          </a:xfrm>
          <a:custGeom xmlns:a="http://schemas.openxmlformats.org/drawingml/2006/main">
            <a:pathLst>
              <a:path w="79013" h="118734">
                <a:moveTo>
                  <a:pt x="79013" y="75839"/>
                </a:moveTo>
                <a:lnTo>
                  <a:pt x="79013" y="88021"/>
                </a:lnTo>
                <a:lnTo>
                  <a:pt x="63399" y="88021"/>
                </a:lnTo>
                <a:lnTo>
                  <a:pt x="63399" y="118734"/>
                </a:lnTo>
                <a:lnTo>
                  <a:pt x="49244" y="118734"/>
                </a:lnTo>
                <a:lnTo>
                  <a:pt x="49244" y="88021"/>
                </a:lnTo>
                <a:lnTo>
                  <a:pt x="0" y="88021"/>
                </a:lnTo>
                <a:lnTo>
                  <a:pt x="0" y="77040"/>
                </a:lnTo>
                <a:lnTo>
                  <a:pt x="53962" y="0"/>
                </a:lnTo>
                <a:lnTo>
                  <a:pt x="63399" y="0"/>
                </a:lnTo>
                <a:lnTo>
                  <a:pt x="63399" y="75839"/>
                </a:lnTo>
                <a:lnTo>
                  <a:pt x="79013" y="75839"/>
                </a:lnTo>
                <a:moveTo>
                  <a:pt x="49244" y="75839"/>
                </a:moveTo>
                <a:lnTo>
                  <a:pt x="49244" y="18102"/>
                </a:lnTo>
                <a:lnTo>
                  <a:pt x="8407" y="75839"/>
                </a:lnTo>
                <a:lnTo>
                  <a:pt x="49244" y="758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HypothesisModel,">
            <a:extLst xmlns:a="http://schemas.openxmlformats.org/drawingml/2006/main">
              <a:ext uri="{FF2B5EF4-FFF2-40B4-BE49-F238E27FC236}">
                <a16:creationId xmlns:a16="http://schemas.microsoft.com/office/drawing/2014/main" id="{8DA5D406-A8CA-46A6-886D-649D001A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5981" y="2499426"/>
            <a:ext cx="1590391" cy="191897"/>
          </a:xfrm>
          <a:custGeom xmlns:a="http://schemas.openxmlformats.org/drawingml/2006/main">
            <a:pathLst>
              <a:path w="1590391" h="191897">
                <a:moveTo>
                  <a:pt x="39738" y="71447"/>
                </a:moveTo>
                <a:lnTo>
                  <a:pt x="104596" y="71447"/>
                </a:lnTo>
                <a:lnTo>
                  <a:pt x="104596" y="31570"/>
                </a:lnTo>
                <a:cubicBezTo>
                  <a:pt x="104596" y="24445"/>
                  <a:pt x="104150" y="19751"/>
                  <a:pt x="103258" y="17488"/>
                </a:cubicBezTo>
                <a:cubicBezTo>
                  <a:pt x="102572" y="15777"/>
                  <a:pt x="101130" y="14305"/>
                  <a:pt x="98934" y="13071"/>
                </a:cubicBezTo>
                <a:cubicBezTo>
                  <a:pt x="95983" y="11426"/>
                  <a:pt x="92860" y="10604"/>
                  <a:pt x="89566" y="10604"/>
                </a:cubicBezTo>
                <a:lnTo>
                  <a:pt x="84624" y="10604"/>
                </a:lnTo>
                <a:lnTo>
                  <a:pt x="84624" y="6795"/>
                </a:lnTo>
                <a:lnTo>
                  <a:pt x="144334" y="6795"/>
                </a:lnTo>
                <a:lnTo>
                  <a:pt x="144334" y="10604"/>
                </a:lnTo>
                <a:lnTo>
                  <a:pt x="139393" y="10604"/>
                </a:lnTo>
                <a:cubicBezTo>
                  <a:pt x="136099" y="10604"/>
                  <a:pt x="132976" y="11393"/>
                  <a:pt x="130025" y="12972"/>
                </a:cubicBezTo>
                <a:cubicBezTo>
                  <a:pt x="127828" y="14070"/>
                  <a:pt x="126336" y="15734"/>
                  <a:pt x="125546" y="17965"/>
                </a:cubicBezTo>
                <a:cubicBezTo>
                  <a:pt x="124757" y="20195"/>
                  <a:pt x="124362" y="24742"/>
                  <a:pt x="124362" y="31605"/>
                </a:cubicBezTo>
                <a:lnTo>
                  <a:pt x="124362" y="121686"/>
                </a:lnTo>
                <a:cubicBezTo>
                  <a:pt x="124362" y="128755"/>
                  <a:pt x="124808" y="133422"/>
                  <a:pt x="125701" y="135687"/>
                </a:cubicBezTo>
                <a:cubicBezTo>
                  <a:pt x="126387" y="137403"/>
                  <a:pt x="127794" y="138878"/>
                  <a:pt x="129922" y="140114"/>
                </a:cubicBezTo>
                <a:cubicBezTo>
                  <a:pt x="132941" y="141761"/>
                  <a:pt x="136099" y="142584"/>
                  <a:pt x="139393" y="142584"/>
                </a:cubicBezTo>
                <a:lnTo>
                  <a:pt x="144334" y="142584"/>
                </a:lnTo>
                <a:lnTo>
                  <a:pt x="144334" y="146393"/>
                </a:lnTo>
                <a:lnTo>
                  <a:pt x="84624" y="146393"/>
                </a:lnTo>
                <a:lnTo>
                  <a:pt x="84624" y="142584"/>
                </a:lnTo>
                <a:lnTo>
                  <a:pt x="89566" y="142584"/>
                </a:lnTo>
                <a:cubicBezTo>
                  <a:pt x="95262" y="142584"/>
                  <a:pt x="99414" y="140900"/>
                  <a:pt x="102022" y="137530"/>
                </a:cubicBezTo>
                <a:cubicBezTo>
                  <a:pt x="103738" y="135332"/>
                  <a:pt x="104596" y="130038"/>
                  <a:pt x="104596" y="121650"/>
                </a:cubicBezTo>
                <a:lnTo>
                  <a:pt x="104596" y="79065"/>
                </a:lnTo>
                <a:lnTo>
                  <a:pt x="39738" y="79065"/>
                </a:lnTo>
                <a:lnTo>
                  <a:pt x="39738" y="121650"/>
                </a:lnTo>
                <a:cubicBezTo>
                  <a:pt x="39738" y="128732"/>
                  <a:pt x="40184" y="133408"/>
                  <a:pt x="41077" y="135677"/>
                </a:cubicBezTo>
                <a:cubicBezTo>
                  <a:pt x="41763" y="137395"/>
                  <a:pt x="43204" y="138873"/>
                  <a:pt x="45400" y="140110"/>
                </a:cubicBezTo>
                <a:cubicBezTo>
                  <a:pt x="48352" y="141760"/>
                  <a:pt x="51474" y="142584"/>
                  <a:pt x="54769" y="142584"/>
                </a:cubicBezTo>
                <a:lnTo>
                  <a:pt x="59813" y="142584"/>
                </a:lnTo>
                <a:lnTo>
                  <a:pt x="59813" y="146393"/>
                </a:lnTo>
                <a:lnTo>
                  <a:pt x="0" y="146393"/>
                </a:lnTo>
                <a:lnTo>
                  <a:pt x="0" y="142584"/>
                </a:lnTo>
                <a:lnTo>
                  <a:pt x="4942" y="142584"/>
                </a:lnTo>
                <a:cubicBezTo>
                  <a:pt x="10707" y="142584"/>
                  <a:pt x="14893" y="140903"/>
                  <a:pt x="17501" y="137540"/>
                </a:cubicBezTo>
                <a:cubicBezTo>
                  <a:pt x="19149" y="135344"/>
                  <a:pt x="19972" y="130059"/>
                  <a:pt x="19972" y="121686"/>
                </a:cubicBezTo>
                <a:lnTo>
                  <a:pt x="19972" y="31605"/>
                </a:lnTo>
                <a:cubicBezTo>
                  <a:pt x="19972" y="24468"/>
                  <a:pt x="19526" y="19766"/>
                  <a:pt x="18634" y="17501"/>
                </a:cubicBezTo>
                <a:cubicBezTo>
                  <a:pt x="17947" y="15786"/>
                  <a:pt x="16540" y="14310"/>
                  <a:pt x="14413" y="13075"/>
                </a:cubicBezTo>
                <a:cubicBezTo>
                  <a:pt x="11393" y="11427"/>
                  <a:pt x="8236" y="10604"/>
                  <a:pt x="4942" y="10604"/>
                </a:cubicBezTo>
                <a:lnTo>
                  <a:pt x="0" y="10604"/>
                </a:lnTo>
                <a:lnTo>
                  <a:pt x="0" y="6795"/>
                </a:lnTo>
                <a:lnTo>
                  <a:pt x="59813" y="6795"/>
                </a:lnTo>
                <a:lnTo>
                  <a:pt x="59813" y="10604"/>
                </a:lnTo>
                <a:lnTo>
                  <a:pt x="54769" y="10604"/>
                </a:lnTo>
                <a:cubicBezTo>
                  <a:pt x="51474" y="10604"/>
                  <a:pt x="48352" y="11392"/>
                  <a:pt x="45400" y="12968"/>
                </a:cubicBezTo>
                <a:cubicBezTo>
                  <a:pt x="43273" y="14064"/>
                  <a:pt x="41797" y="15725"/>
                  <a:pt x="40974" y="17952"/>
                </a:cubicBezTo>
                <a:cubicBezTo>
                  <a:pt x="40150" y="20178"/>
                  <a:pt x="39738" y="24717"/>
                  <a:pt x="39738" y="31570"/>
                </a:cubicBezTo>
                <a:lnTo>
                  <a:pt x="39738" y="71447"/>
                </a:lnTo>
                <a:close/>
                <a:moveTo>
                  <a:pt x="149858" y="52092"/>
                </a:moveTo>
                <a:lnTo>
                  <a:pt x="193817" y="52092"/>
                </a:lnTo>
                <a:lnTo>
                  <a:pt x="193817" y="55901"/>
                </a:lnTo>
                <a:lnTo>
                  <a:pt x="191655" y="55901"/>
                </a:lnTo>
                <a:cubicBezTo>
                  <a:pt x="188567" y="55901"/>
                  <a:pt x="186251" y="56570"/>
                  <a:pt x="184706" y="57909"/>
                </a:cubicBezTo>
                <a:cubicBezTo>
                  <a:pt x="183162" y="59247"/>
                  <a:pt x="182390" y="60911"/>
                  <a:pt x="182390" y="62902"/>
                </a:cubicBezTo>
                <a:cubicBezTo>
                  <a:pt x="182390" y="65578"/>
                  <a:pt x="183522" y="69285"/>
                  <a:pt x="185787" y="74020"/>
                </a:cubicBezTo>
                <a:lnTo>
                  <a:pt x="208745" y="121583"/>
                </a:lnTo>
                <a:lnTo>
                  <a:pt x="229849" y="69491"/>
                </a:lnTo>
                <a:cubicBezTo>
                  <a:pt x="231016" y="66677"/>
                  <a:pt x="231600" y="63897"/>
                  <a:pt x="231600" y="61152"/>
                </a:cubicBezTo>
                <a:cubicBezTo>
                  <a:pt x="231600" y="59916"/>
                  <a:pt x="231359" y="58990"/>
                  <a:pt x="230879" y="58372"/>
                </a:cubicBezTo>
                <a:cubicBezTo>
                  <a:pt x="230330" y="57617"/>
                  <a:pt x="229472" y="57017"/>
                  <a:pt x="228305" y="56570"/>
                </a:cubicBezTo>
                <a:cubicBezTo>
                  <a:pt x="227138" y="56124"/>
                  <a:pt x="225079" y="55901"/>
                  <a:pt x="222128" y="55901"/>
                </a:cubicBezTo>
                <a:lnTo>
                  <a:pt x="222128" y="52092"/>
                </a:lnTo>
                <a:lnTo>
                  <a:pt x="252807" y="52092"/>
                </a:lnTo>
                <a:lnTo>
                  <a:pt x="252807" y="55901"/>
                </a:lnTo>
                <a:cubicBezTo>
                  <a:pt x="250268" y="56176"/>
                  <a:pt x="248312" y="56725"/>
                  <a:pt x="246939" y="57548"/>
                </a:cubicBezTo>
                <a:cubicBezTo>
                  <a:pt x="245566" y="58372"/>
                  <a:pt x="244056" y="59916"/>
                  <a:pt x="242409" y="62181"/>
                </a:cubicBezTo>
                <a:cubicBezTo>
                  <a:pt x="241791" y="63142"/>
                  <a:pt x="240625" y="65784"/>
                  <a:pt x="238909" y="70108"/>
                </a:cubicBezTo>
                <a:lnTo>
                  <a:pt x="200509" y="164204"/>
                </a:lnTo>
                <a:cubicBezTo>
                  <a:pt x="196803" y="173332"/>
                  <a:pt x="191947" y="180229"/>
                  <a:pt x="185942" y="184896"/>
                </a:cubicBezTo>
                <a:cubicBezTo>
                  <a:pt x="179936" y="189563"/>
                  <a:pt x="174154" y="191897"/>
                  <a:pt x="168595" y="191897"/>
                </a:cubicBezTo>
                <a:cubicBezTo>
                  <a:pt x="164545" y="191897"/>
                  <a:pt x="161217" y="190744"/>
                  <a:pt x="158609" y="188438"/>
                </a:cubicBezTo>
                <a:cubicBezTo>
                  <a:pt x="156001" y="186133"/>
                  <a:pt x="154697" y="183488"/>
                  <a:pt x="154697" y="180505"/>
                </a:cubicBezTo>
                <a:cubicBezTo>
                  <a:pt x="154697" y="177657"/>
                  <a:pt x="155640" y="175360"/>
                  <a:pt x="157528" y="173614"/>
                </a:cubicBezTo>
                <a:cubicBezTo>
                  <a:pt x="159415" y="171870"/>
                  <a:pt x="162006" y="170998"/>
                  <a:pt x="165300" y="170998"/>
                </a:cubicBezTo>
                <a:cubicBezTo>
                  <a:pt x="167565" y="170998"/>
                  <a:pt x="170654" y="171753"/>
                  <a:pt x="174566" y="173263"/>
                </a:cubicBezTo>
                <a:cubicBezTo>
                  <a:pt x="177311" y="174293"/>
                  <a:pt x="179027" y="174807"/>
                  <a:pt x="179713" y="174807"/>
                </a:cubicBezTo>
                <a:cubicBezTo>
                  <a:pt x="181772" y="174807"/>
                  <a:pt x="184020" y="173736"/>
                  <a:pt x="186456" y="171593"/>
                </a:cubicBezTo>
                <a:cubicBezTo>
                  <a:pt x="188893" y="169453"/>
                  <a:pt x="191346" y="165309"/>
                  <a:pt x="193817" y="159162"/>
                </a:cubicBezTo>
                <a:lnTo>
                  <a:pt x="200509" y="142687"/>
                </a:lnTo>
                <a:lnTo>
                  <a:pt x="166639" y="71550"/>
                </a:lnTo>
                <a:cubicBezTo>
                  <a:pt x="165609" y="69422"/>
                  <a:pt x="163962" y="66780"/>
                  <a:pt x="161697" y="63622"/>
                </a:cubicBezTo>
                <a:cubicBezTo>
                  <a:pt x="159981" y="61220"/>
                  <a:pt x="158574" y="59607"/>
                  <a:pt x="157476" y="58784"/>
                </a:cubicBezTo>
                <a:cubicBezTo>
                  <a:pt x="155898" y="57686"/>
                  <a:pt x="153358" y="56725"/>
                  <a:pt x="149858" y="55901"/>
                </a:cubicBezTo>
                <a:lnTo>
                  <a:pt x="149858" y="52092"/>
                </a:lnTo>
                <a:close/>
                <a:moveTo>
                  <a:pt x="253836" y="61367"/>
                </a:moveTo>
                <a:lnTo>
                  <a:pt x="282868" y="49621"/>
                </a:lnTo>
                <a:lnTo>
                  <a:pt x="286780" y="49621"/>
                </a:lnTo>
                <a:lnTo>
                  <a:pt x="286780" y="71652"/>
                </a:lnTo>
                <a:cubicBezTo>
                  <a:pt x="291653" y="63348"/>
                  <a:pt x="296543" y="57566"/>
                  <a:pt x="301450" y="54306"/>
                </a:cubicBezTo>
                <a:cubicBezTo>
                  <a:pt x="306357" y="51046"/>
                  <a:pt x="311522" y="49416"/>
                  <a:pt x="316944" y="49416"/>
                </a:cubicBezTo>
                <a:cubicBezTo>
                  <a:pt x="326415" y="49416"/>
                  <a:pt x="334308" y="53117"/>
                  <a:pt x="340622" y="60521"/>
                </a:cubicBezTo>
                <a:cubicBezTo>
                  <a:pt x="348378" y="69572"/>
                  <a:pt x="352255" y="81365"/>
                  <a:pt x="352255" y="95900"/>
                </a:cubicBezTo>
                <a:cubicBezTo>
                  <a:pt x="352255" y="112149"/>
                  <a:pt x="347588" y="125587"/>
                  <a:pt x="338254" y="136214"/>
                </a:cubicBezTo>
                <a:cubicBezTo>
                  <a:pt x="330568" y="144922"/>
                  <a:pt x="320890" y="149276"/>
                  <a:pt x="309223" y="149276"/>
                </a:cubicBezTo>
                <a:cubicBezTo>
                  <a:pt x="304144" y="149276"/>
                  <a:pt x="299751" y="148555"/>
                  <a:pt x="296045" y="147114"/>
                </a:cubicBezTo>
                <a:cubicBezTo>
                  <a:pt x="293300" y="146085"/>
                  <a:pt x="290212" y="144026"/>
                  <a:pt x="286780" y="140937"/>
                </a:cubicBezTo>
                <a:lnTo>
                  <a:pt x="286780" y="169660"/>
                </a:lnTo>
                <a:cubicBezTo>
                  <a:pt x="286780" y="176111"/>
                  <a:pt x="287175" y="180212"/>
                  <a:pt x="287964" y="181962"/>
                </a:cubicBezTo>
                <a:cubicBezTo>
                  <a:pt x="288753" y="183712"/>
                  <a:pt x="290126" y="185102"/>
                  <a:pt x="292082" y="186132"/>
                </a:cubicBezTo>
                <a:cubicBezTo>
                  <a:pt x="294038" y="187161"/>
                  <a:pt x="297590" y="187676"/>
                  <a:pt x="302737" y="187676"/>
                </a:cubicBezTo>
                <a:lnTo>
                  <a:pt x="302737" y="191485"/>
                </a:lnTo>
                <a:lnTo>
                  <a:pt x="253321" y="191485"/>
                </a:lnTo>
                <a:lnTo>
                  <a:pt x="253321" y="187676"/>
                </a:lnTo>
                <a:lnTo>
                  <a:pt x="255895" y="187676"/>
                </a:lnTo>
                <a:cubicBezTo>
                  <a:pt x="259670" y="187745"/>
                  <a:pt x="262896" y="187023"/>
                  <a:pt x="265572" y="185511"/>
                </a:cubicBezTo>
                <a:cubicBezTo>
                  <a:pt x="266876" y="184756"/>
                  <a:pt x="267889" y="183537"/>
                  <a:pt x="268609" y="181853"/>
                </a:cubicBezTo>
                <a:cubicBezTo>
                  <a:pt x="269330" y="180171"/>
                  <a:pt x="269690" y="175897"/>
                  <a:pt x="269690" y="169029"/>
                </a:cubicBezTo>
                <a:lnTo>
                  <a:pt x="269690" y="79808"/>
                </a:lnTo>
                <a:cubicBezTo>
                  <a:pt x="269690" y="73695"/>
                  <a:pt x="269416" y="69815"/>
                  <a:pt x="268867" y="68168"/>
                </a:cubicBezTo>
                <a:cubicBezTo>
                  <a:pt x="268318" y="66519"/>
                  <a:pt x="267443" y="65283"/>
                  <a:pt x="266242" y="64459"/>
                </a:cubicBezTo>
                <a:cubicBezTo>
                  <a:pt x="265041" y="63633"/>
                  <a:pt x="263410" y="63220"/>
                  <a:pt x="261352" y="63220"/>
                </a:cubicBezTo>
                <a:cubicBezTo>
                  <a:pt x="259704" y="63220"/>
                  <a:pt x="257611" y="63701"/>
                  <a:pt x="255072" y="64662"/>
                </a:cubicBezTo>
                <a:lnTo>
                  <a:pt x="253836" y="61367"/>
                </a:lnTo>
                <a:moveTo>
                  <a:pt x="286780" y="77913"/>
                </a:moveTo>
                <a:lnTo>
                  <a:pt x="286780" y="113077"/>
                </a:lnTo>
                <a:cubicBezTo>
                  <a:pt x="286780" y="120686"/>
                  <a:pt x="287089" y="125690"/>
                  <a:pt x="287706" y="128088"/>
                </a:cubicBezTo>
                <a:cubicBezTo>
                  <a:pt x="288667" y="132064"/>
                  <a:pt x="291018" y="135560"/>
                  <a:pt x="294758" y="138576"/>
                </a:cubicBezTo>
                <a:cubicBezTo>
                  <a:pt x="298499" y="141591"/>
                  <a:pt x="303217" y="143099"/>
                  <a:pt x="308914" y="143099"/>
                </a:cubicBezTo>
                <a:cubicBezTo>
                  <a:pt x="315777" y="143099"/>
                  <a:pt x="321336" y="140426"/>
                  <a:pt x="325592" y="135079"/>
                </a:cubicBezTo>
                <a:cubicBezTo>
                  <a:pt x="331151" y="128089"/>
                  <a:pt x="333931" y="118253"/>
                  <a:pt x="333931" y="105571"/>
                </a:cubicBezTo>
                <a:cubicBezTo>
                  <a:pt x="333931" y="91177"/>
                  <a:pt x="330773" y="80108"/>
                  <a:pt x="324459" y="72363"/>
                </a:cubicBezTo>
                <a:cubicBezTo>
                  <a:pt x="320067" y="67017"/>
                  <a:pt x="314851" y="64343"/>
                  <a:pt x="308811" y="64343"/>
                </a:cubicBezTo>
                <a:cubicBezTo>
                  <a:pt x="305517" y="64343"/>
                  <a:pt x="302257" y="65166"/>
                  <a:pt x="299031" y="66811"/>
                </a:cubicBezTo>
                <a:cubicBezTo>
                  <a:pt x="296560" y="68044"/>
                  <a:pt x="292476" y="71745"/>
                  <a:pt x="286780" y="77913"/>
                </a:cubicBezTo>
                <a:close/>
                <a:moveTo>
                  <a:pt x="412172" y="49416"/>
                </a:moveTo>
                <a:cubicBezTo>
                  <a:pt x="426448" y="49416"/>
                  <a:pt x="437909" y="54832"/>
                  <a:pt x="446557" y="65665"/>
                </a:cubicBezTo>
                <a:cubicBezTo>
                  <a:pt x="453901" y="74920"/>
                  <a:pt x="457573" y="85547"/>
                  <a:pt x="457573" y="97547"/>
                </a:cubicBezTo>
                <a:cubicBezTo>
                  <a:pt x="457573" y="105981"/>
                  <a:pt x="455548" y="114517"/>
                  <a:pt x="451499" y="123156"/>
                </a:cubicBezTo>
                <a:cubicBezTo>
                  <a:pt x="447449" y="131793"/>
                  <a:pt x="441873" y="138306"/>
                  <a:pt x="434769" y="142694"/>
                </a:cubicBezTo>
                <a:cubicBezTo>
                  <a:pt x="427666" y="147082"/>
                  <a:pt x="419756" y="149276"/>
                  <a:pt x="411040" y="149276"/>
                </a:cubicBezTo>
                <a:cubicBezTo>
                  <a:pt x="396833" y="149276"/>
                  <a:pt x="385543" y="143619"/>
                  <a:pt x="377169" y="132306"/>
                </a:cubicBezTo>
                <a:cubicBezTo>
                  <a:pt x="370100" y="122776"/>
                  <a:pt x="366566" y="112081"/>
                  <a:pt x="366566" y="100221"/>
                </a:cubicBezTo>
                <a:cubicBezTo>
                  <a:pt x="366566" y="91582"/>
                  <a:pt x="368710" y="82994"/>
                  <a:pt x="373000" y="74458"/>
                </a:cubicBezTo>
                <a:cubicBezTo>
                  <a:pt x="377289" y="65922"/>
                  <a:pt x="382935" y="59614"/>
                  <a:pt x="389935" y="55535"/>
                </a:cubicBezTo>
                <a:cubicBezTo>
                  <a:pt x="396936" y="51455"/>
                  <a:pt x="404348" y="49416"/>
                  <a:pt x="412172" y="49416"/>
                </a:cubicBezTo>
                <a:moveTo>
                  <a:pt x="408981" y="56210"/>
                </a:moveTo>
                <a:cubicBezTo>
                  <a:pt x="405343" y="56210"/>
                  <a:pt x="401688" y="57290"/>
                  <a:pt x="398017" y="59450"/>
                </a:cubicBezTo>
                <a:cubicBezTo>
                  <a:pt x="394345" y="61610"/>
                  <a:pt x="391376" y="65397"/>
                  <a:pt x="389111" y="70813"/>
                </a:cubicBezTo>
                <a:cubicBezTo>
                  <a:pt x="386847" y="76228"/>
                  <a:pt x="385714" y="83186"/>
                  <a:pt x="385714" y="91686"/>
                </a:cubicBezTo>
                <a:cubicBezTo>
                  <a:pt x="385714" y="105395"/>
                  <a:pt x="388442" y="117220"/>
                  <a:pt x="393899" y="127161"/>
                </a:cubicBezTo>
                <a:cubicBezTo>
                  <a:pt x="399355" y="137100"/>
                  <a:pt x="406544" y="142070"/>
                  <a:pt x="415466" y="142070"/>
                </a:cubicBezTo>
                <a:cubicBezTo>
                  <a:pt x="422124" y="142070"/>
                  <a:pt x="427614" y="139327"/>
                  <a:pt x="431938" y="133843"/>
                </a:cubicBezTo>
                <a:cubicBezTo>
                  <a:pt x="436262" y="128359"/>
                  <a:pt x="438424" y="118934"/>
                  <a:pt x="438424" y="105568"/>
                </a:cubicBezTo>
                <a:cubicBezTo>
                  <a:pt x="438424" y="88841"/>
                  <a:pt x="434821" y="75678"/>
                  <a:pt x="427614" y="66080"/>
                </a:cubicBezTo>
                <a:cubicBezTo>
                  <a:pt x="422741" y="59500"/>
                  <a:pt x="416530" y="56210"/>
                  <a:pt x="408981" y="56210"/>
                </a:cubicBezTo>
                <a:close/>
                <a:moveTo>
                  <a:pt x="498855" y="21002"/>
                </a:moveTo>
                <a:lnTo>
                  <a:pt x="498855" y="52092"/>
                </a:lnTo>
                <a:lnTo>
                  <a:pt x="520886" y="52092"/>
                </a:lnTo>
                <a:lnTo>
                  <a:pt x="520886" y="59299"/>
                </a:lnTo>
                <a:lnTo>
                  <a:pt x="498855" y="59299"/>
                </a:lnTo>
                <a:lnTo>
                  <a:pt x="498855" y="120367"/>
                </a:lnTo>
                <a:cubicBezTo>
                  <a:pt x="498855" y="126469"/>
                  <a:pt x="499730" y="130582"/>
                  <a:pt x="501480" y="132708"/>
                </a:cubicBezTo>
                <a:cubicBezTo>
                  <a:pt x="503230" y="134831"/>
                  <a:pt x="505478" y="135893"/>
                  <a:pt x="508223" y="135893"/>
                </a:cubicBezTo>
                <a:cubicBezTo>
                  <a:pt x="510488" y="135893"/>
                  <a:pt x="512684" y="135189"/>
                  <a:pt x="514812" y="133782"/>
                </a:cubicBezTo>
                <a:cubicBezTo>
                  <a:pt x="516939" y="132375"/>
                  <a:pt x="518587" y="130299"/>
                  <a:pt x="519753" y="127554"/>
                </a:cubicBezTo>
                <a:lnTo>
                  <a:pt x="523768" y="127554"/>
                </a:lnTo>
                <a:cubicBezTo>
                  <a:pt x="521366" y="134299"/>
                  <a:pt x="517969" y="139400"/>
                  <a:pt x="513576" y="142858"/>
                </a:cubicBezTo>
                <a:cubicBezTo>
                  <a:pt x="509184" y="146313"/>
                  <a:pt x="504654" y="148041"/>
                  <a:pt x="499987" y="148041"/>
                </a:cubicBezTo>
                <a:cubicBezTo>
                  <a:pt x="496830" y="148041"/>
                  <a:pt x="493742" y="147164"/>
                  <a:pt x="490722" y="145412"/>
                </a:cubicBezTo>
                <a:cubicBezTo>
                  <a:pt x="487702" y="143660"/>
                  <a:pt x="485471" y="141153"/>
                  <a:pt x="484030" y="137891"/>
                </a:cubicBezTo>
                <a:cubicBezTo>
                  <a:pt x="482589" y="134626"/>
                  <a:pt x="481868" y="129592"/>
                  <a:pt x="481868" y="122789"/>
                </a:cubicBezTo>
                <a:lnTo>
                  <a:pt x="481868" y="59299"/>
                </a:lnTo>
                <a:lnTo>
                  <a:pt x="466941" y="59299"/>
                </a:lnTo>
                <a:lnTo>
                  <a:pt x="466941" y="55901"/>
                </a:lnTo>
                <a:cubicBezTo>
                  <a:pt x="470715" y="54387"/>
                  <a:pt x="474576" y="51823"/>
                  <a:pt x="478522" y="48209"/>
                </a:cubicBezTo>
                <a:cubicBezTo>
                  <a:pt x="482469" y="44595"/>
                  <a:pt x="485986" y="40310"/>
                  <a:pt x="489075" y="35353"/>
                </a:cubicBezTo>
                <a:cubicBezTo>
                  <a:pt x="490653" y="32739"/>
                  <a:pt x="492849" y="27955"/>
                  <a:pt x="495663" y="21002"/>
                </a:cubicBezTo>
                <a:lnTo>
                  <a:pt x="498855" y="21002"/>
                </a:lnTo>
                <a:close/>
                <a:moveTo>
                  <a:pt x="557778" y="0"/>
                </a:moveTo>
                <a:lnTo>
                  <a:pt x="557778" y="69079"/>
                </a:lnTo>
                <a:cubicBezTo>
                  <a:pt x="565396" y="60706"/>
                  <a:pt x="571435" y="55335"/>
                  <a:pt x="575897" y="52967"/>
                </a:cubicBezTo>
                <a:cubicBezTo>
                  <a:pt x="580358" y="50599"/>
                  <a:pt x="584819" y="49416"/>
                  <a:pt x="589280" y="49416"/>
                </a:cubicBezTo>
                <a:cubicBezTo>
                  <a:pt x="594633" y="49416"/>
                  <a:pt x="599232" y="50888"/>
                  <a:pt x="603075" y="53833"/>
                </a:cubicBezTo>
                <a:cubicBezTo>
                  <a:pt x="606919" y="56777"/>
                  <a:pt x="609767" y="61399"/>
                  <a:pt x="611620" y="67699"/>
                </a:cubicBezTo>
                <a:cubicBezTo>
                  <a:pt x="612924" y="72083"/>
                  <a:pt x="613576" y="80095"/>
                  <a:pt x="613576" y="91737"/>
                </a:cubicBezTo>
                <a:lnTo>
                  <a:pt x="613576" y="125019"/>
                </a:lnTo>
                <a:cubicBezTo>
                  <a:pt x="613576" y="130977"/>
                  <a:pt x="614056" y="135052"/>
                  <a:pt x="615017" y="137244"/>
                </a:cubicBezTo>
                <a:cubicBezTo>
                  <a:pt x="615703" y="138887"/>
                  <a:pt x="616870" y="140188"/>
                  <a:pt x="618517" y="141146"/>
                </a:cubicBezTo>
                <a:cubicBezTo>
                  <a:pt x="620165" y="142105"/>
                  <a:pt x="623184" y="142584"/>
                  <a:pt x="627577" y="142584"/>
                </a:cubicBezTo>
                <a:lnTo>
                  <a:pt x="627577" y="146393"/>
                </a:lnTo>
                <a:lnTo>
                  <a:pt x="581250" y="146393"/>
                </a:lnTo>
                <a:lnTo>
                  <a:pt x="581250" y="142584"/>
                </a:lnTo>
                <a:lnTo>
                  <a:pt x="583412" y="142584"/>
                </a:lnTo>
                <a:cubicBezTo>
                  <a:pt x="587804" y="142584"/>
                  <a:pt x="590858" y="141915"/>
                  <a:pt x="592574" y="140577"/>
                </a:cubicBezTo>
                <a:cubicBezTo>
                  <a:pt x="594290" y="139238"/>
                  <a:pt x="595491" y="137265"/>
                  <a:pt x="596177" y="134657"/>
                </a:cubicBezTo>
                <a:cubicBezTo>
                  <a:pt x="596383" y="133559"/>
                  <a:pt x="596486" y="130333"/>
                  <a:pt x="596486" y="124980"/>
                </a:cubicBezTo>
                <a:lnTo>
                  <a:pt x="596486" y="91625"/>
                </a:lnTo>
                <a:cubicBezTo>
                  <a:pt x="596486" y="81330"/>
                  <a:pt x="595954" y="74569"/>
                  <a:pt x="594891" y="71344"/>
                </a:cubicBezTo>
                <a:cubicBezTo>
                  <a:pt x="593827" y="68118"/>
                  <a:pt x="592128" y="65699"/>
                  <a:pt x="589795" y="64086"/>
                </a:cubicBezTo>
                <a:cubicBezTo>
                  <a:pt x="587461" y="62473"/>
                  <a:pt x="584647" y="61666"/>
                  <a:pt x="581353" y="61666"/>
                </a:cubicBezTo>
                <a:cubicBezTo>
                  <a:pt x="577990" y="61666"/>
                  <a:pt x="574490" y="62559"/>
                  <a:pt x="570852" y="64343"/>
                </a:cubicBezTo>
                <a:cubicBezTo>
                  <a:pt x="567215" y="66128"/>
                  <a:pt x="562856" y="69731"/>
                  <a:pt x="557778" y="75153"/>
                </a:cubicBezTo>
                <a:lnTo>
                  <a:pt x="557778" y="124980"/>
                </a:lnTo>
                <a:cubicBezTo>
                  <a:pt x="557778" y="131432"/>
                  <a:pt x="558138" y="135447"/>
                  <a:pt x="558858" y="137025"/>
                </a:cubicBezTo>
                <a:cubicBezTo>
                  <a:pt x="559579" y="138604"/>
                  <a:pt x="560917" y="139925"/>
                  <a:pt x="562874" y="140989"/>
                </a:cubicBezTo>
                <a:cubicBezTo>
                  <a:pt x="564830" y="142052"/>
                  <a:pt x="568210" y="142584"/>
                  <a:pt x="573014" y="142584"/>
                </a:cubicBezTo>
                <a:lnTo>
                  <a:pt x="573014" y="146393"/>
                </a:lnTo>
                <a:lnTo>
                  <a:pt x="526275" y="146393"/>
                </a:lnTo>
                <a:lnTo>
                  <a:pt x="526275" y="142584"/>
                </a:lnTo>
                <a:cubicBezTo>
                  <a:pt x="530462" y="142584"/>
                  <a:pt x="533756" y="141932"/>
                  <a:pt x="536158" y="140628"/>
                </a:cubicBezTo>
                <a:cubicBezTo>
                  <a:pt x="537531" y="139944"/>
                  <a:pt x="538629" y="138642"/>
                  <a:pt x="539453" y="136723"/>
                </a:cubicBezTo>
                <a:cubicBezTo>
                  <a:pt x="540276" y="134801"/>
                  <a:pt x="540688" y="130891"/>
                  <a:pt x="540688" y="124993"/>
                </a:cubicBezTo>
                <a:lnTo>
                  <a:pt x="540688" y="39709"/>
                </a:lnTo>
                <a:cubicBezTo>
                  <a:pt x="540688" y="28943"/>
                  <a:pt x="540431" y="22325"/>
                  <a:pt x="539916" y="19856"/>
                </a:cubicBezTo>
                <a:cubicBezTo>
                  <a:pt x="539401" y="17386"/>
                  <a:pt x="538612" y="15705"/>
                  <a:pt x="537548" y="14815"/>
                </a:cubicBezTo>
                <a:cubicBezTo>
                  <a:pt x="536484" y="13923"/>
                  <a:pt x="535060" y="13477"/>
                  <a:pt x="533276" y="13477"/>
                </a:cubicBezTo>
                <a:cubicBezTo>
                  <a:pt x="531834" y="13477"/>
                  <a:pt x="529501" y="14026"/>
                  <a:pt x="526275" y="15124"/>
                </a:cubicBezTo>
                <a:lnTo>
                  <a:pt x="524834" y="11521"/>
                </a:lnTo>
                <a:lnTo>
                  <a:pt x="553042" y="0"/>
                </a:lnTo>
                <a:lnTo>
                  <a:pt x="557778" y="0"/>
                </a:lnTo>
                <a:close/>
                <a:moveTo>
                  <a:pt x="651358" y="87713"/>
                </a:moveTo>
                <a:cubicBezTo>
                  <a:pt x="651289" y="101681"/>
                  <a:pt x="654687" y="112638"/>
                  <a:pt x="661550" y="120582"/>
                </a:cubicBezTo>
                <a:cubicBezTo>
                  <a:pt x="668413" y="128524"/>
                  <a:pt x="676477" y="132495"/>
                  <a:pt x="685743" y="132495"/>
                </a:cubicBezTo>
                <a:cubicBezTo>
                  <a:pt x="691920" y="132495"/>
                  <a:pt x="697290" y="130797"/>
                  <a:pt x="701854" y="127399"/>
                </a:cubicBezTo>
                <a:cubicBezTo>
                  <a:pt x="706418" y="124002"/>
                  <a:pt x="710245" y="118185"/>
                  <a:pt x="713333" y="109950"/>
                </a:cubicBezTo>
                <a:lnTo>
                  <a:pt x="716525" y="112008"/>
                </a:lnTo>
                <a:cubicBezTo>
                  <a:pt x="715083" y="121411"/>
                  <a:pt x="710897" y="129973"/>
                  <a:pt x="703965" y="137694"/>
                </a:cubicBezTo>
                <a:cubicBezTo>
                  <a:pt x="697033" y="145415"/>
                  <a:pt x="688351" y="149276"/>
                  <a:pt x="677919" y="149276"/>
                </a:cubicBezTo>
                <a:cubicBezTo>
                  <a:pt x="666594" y="149276"/>
                  <a:pt x="656900" y="144876"/>
                  <a:pt x="648836" y="136076"/>
                </a:cubicBezTo>
                <a:cubicBezTo>
                  <a:pt x="640771" y="127274"/>
                  <a:pt x="636739" y="115441"/>
                  <a:pt x="636739" y="100578"/>
                </a:cubicBezTo>
                <a:cubicBezTo>
                  <a:pt x="636739" y="84484"/>
                  <a:pt x="640874" y="71933"/>
                  <a:pt x="649144" y="62928"/>
                </a:cubicBezTo>
                <a:cubicBezTo>
                  <a:pt x="657415" y="53920"/>
                  <a:pt x="667795" y="49416"/>
                  <a:pt x="680287" y="49416"/>
                </a:cubicBezTo>
                <a:cubicBezTo>
                  <a:pt x="690856" y="49416"/>
                  <a:pt x="699538" y="52890"/>
                  <a:pt x="706333" y="59839"/>
                </a:cubicBezTo>
                <a:cubicBezTo>
                  <a:pt x="713127" y="66786"/>
                  <a:pt x="716525" y="76077"/>
                  <a:pt x="716525" y="87713"/>
                </a:cubicBezTo>
                <a:lnTo>
                  <a:pt x="651358" y="87713"/>
                </a:lnTo>
                <a:moveTo>
                  <a:pt x="651358" y="81741"/>
                </a:moveTo>
                <a:lnTo>
                  <a:pt x="695008" y="81741"/>
                </a:lnTo>
                <a:cubicBezTo>
                  <a:pt x="694665" y="75702"/>
                  <a:pt x="693944" y="71447"/>
                  <a:pt x="692846" y="68976"/>
                </a:cubicBezTo>
                <a:cubicBezTo>
                  <a:pt x="691130" y="65132"/>
                  <a:pt x="688574" y="62113"/>
                  <a:pt x="685177" y="59916"/>
                </a:cubicBezTo>
                <a:cubicBezTo>
                  <a:pt x="681779" y="57720"/>
                  <a:pt x="678228" y="56622"/>
                  <a:pt x="674521" y="56622"/>
                </a:cubicBezTo>
                <a:cubicBezTo>
                  <a:pt x="668825" y="56622"/>
                  <a:pt x="663729" y="58835"/>
                  <a:pt x="659233" y="63262"/>
                </a:cubicBezTo>
                <a:cubicBezTo>
                  <a:pt x="654738" y="67689"/>
                  <a:pt x="652113" y="73849"/>
                  <a:pt x="651358" y="81741"/>
                </a:cubicBezTo>
                <a:close/>
                <a:moveTo>
                  <a:pt x="790063" y="49416"/>
                </a:moveTo>
                <a:lnTo>
                  <a:pt x="790063" y="81330"/>
                </a:lnTo>
                <a:lnTo>
                  <a:pt x="786665" y="81330"/>
                </a:lnTo>
                <a:cubicBezTo>
                  <a:pt x="784057" y="71320"/>
                  <a:pt x="780711" y="64511"/>
                  <a:pt x="776628" y="60904"/>
                </a:cubicBezTo>
                <a:cubicBezTo>
                  <a:pt x="772544" y="57294"/>
                  <a:pt x="767345" y="55489"/>
                  <a:pt x="761031" y="55489"/>
                </a:cubicBezTo>
                <a:cubicBezTo>
                  <a:pt x="756227" y="55489"/>
                  <a:pt x="752349" y="56758"/>
                  <a:pt x="749398" y="59295"/>
                </a:cubicBezTo>
                <a:cubicBezTo>
                  <a:pt x="746447" y="61831"/>
                  <a:pt x="744971" y="64641"/>
                  <a:pt x="744971" y="67728"/>
                </a:cubicBezTo>
                <a:cubicBezTo>
                  <a:pt x="744971" y="71567"/>
                  <a:pt x="746069" y="74857"/>
                  <a:pt x="748265" y="77598"/>
                </a:cubicBezTo>
                <a:cubicBezTo>
                  <a:pt x="750393" y="80410"/>
                  <a:pt x="754717" y="83392"/>
                  <a:pt x="761237" y="86545"/>
                </a:cubicBezTo>
                <a:lnTo>
                  <a:pt x="776267" y="93848"/>
                </a:lnTo>
                <a:cubicBezTo>
                  <a:pt x="790200" y="100634"/>
                  <a:pt x="797166" y="109581"/>
                  <a:pt x="797166" y="120688"/>
                </a:cubicBezTo>
                <a:cubicBezTo>
                  <a:pt x="797166" y="129257"/>
                  <a:pt x="793923" y="136164"/>
                  <a:pt x="787437" y="141410"/>
                </a:cubicBezTo>
                <a:cubicBezTo>
                  <a:pt x="780952" y="146654"/>
                  <a:pt x="773694" y="149276"/>
                  <a:pt x="765664" y="149276"/>
                </a:cubicBezTo>
                <a:cubicBezTo>
                  <a:pt x="759899" y="149276"/>
                  <a:pt x="753310" y="148247"/>
                  <a:pt x="745898" y="146188"/>
                </a:cubicBezTo>
                <a:cubicBezTo>
                  <a:pt x="743633" y="145501"/>
                  <a:pt x="741780" y="145158"/>
                  <a:pt x="740338" y="145158"/>
                </a:cubicBezTo>
                <a:cubicBezTo>
                  <a:pt x="738760" y="145158"/>
                  <a:pt x="737524" y="146050"/>
                  <a:pt x="736632" y="147835"/>
                </a:cubicBezTo>
                <a:lnTo>
                  <a:pt x="733235" y="147835"/>
                </a:lnTo>
                <a:lnTo>
                  <a:pt x="733235" y="114067"/>
                </a:lnTo>
                <a:lnTo>
                  <a:pt x="736632" y="114067"/>
                </a:lnTo>
                <a:cubicBezTo>
                  <a:pt x="738554" y="123710"/>
                  <a:pt x="742226" y="130977"/>
                  <a:pt x="747648" y="135867"/>
                </a:cubicBezTo>
                <a:cubicBezTo>
                  <a:pt x="753070" y="140757"/>
                  <a:pt x="759144" y="143202"/>
                  <a:pt x="765870" y="143202"/>
                </a:cubicBezTo>
                <a:cubicBezTo>
                  <a:pt x="770605" y="143202"/>
                  <a:pt x="774466" y="141814"/>
                  <a:pt x="777451" y="139039"/>
                </a:cubicBezTo>
                <a:cubicBezTo>
                  <a:pt x="780437" y="136262"/>
                  <a:pt x="781930" y="132919"/>
                  <a:pt x="781930" y="129011"/>
                </a:cubicBezTo>
                <a:cubicBezTo>
                  <a:pt x="781930" y="124280"/>
                  <a:pt x="780265" y="120303"/>
                  <a:pt x="776937" y="117082"/>
                </a:cubicBezTo>
                <a:cubicBezTo>
                  <a:pt x="773608" y="113860"/>
                  <a:pt x="766968" y="109782"/>
                  <a:pt x="757016" y="104847"/>
                </a:cubicBezTo>
                <a:cubicBezTo>
                  <a:pt x="747064" y="99910"/>
                  <a:pt x="740544" y="95453"/>
                  <a:pt x="737456" y="91477"/>
                </a:cubicBezTo>
                <a:cubicBezTo>
                  <a:pt x="734367" y="87569"/>
                  <a:pt x="732823" y="82633"/>
                  <a:pt x="732823" y="76668"/>
                </a:cubicBezTo>
                <a:cubicBezTo>
                  <a:pt x="732823" y="68921"/>
                  <a:pt x="735483" y="62443"/>
                  <a:pt x="740802" y="57233"/>
                </a:cubicBezTo>
                <a:cubicBezTo>
                  <a:pt x="746121" y="52021"/>
                  <a:pt x="753001" y="49416"/>
                  <a:pt x="761443" y="49416"/>
                </a:cubicBezTo>
                <a:cubicBezTo>
                  <a:pt x="765149" y="49416"/>
                  <a:pt x="769644" y="50205"/>
                  <a:pt x="774929" y="51783"/>
                </a:cubicBezTo>
                <a:cubicBezTo>
                  <a:pt x="778429" y="52813"/>
                  <a:pt x="780763" y="53328"/>
                  <a:pt x="781930" y="53328"/>
                </a:cubicBezTo>
                <a:cubicBezTo>
                  <a:pt x="783028" y="53328"/>
                  <a:pt x="783886" y="53087"/>
                  <a:pt x="784503" y="52607"/>
                </a:cubicBezTo>
                <a:cubicBezTo>
                  <a:pt x="785121" y="52126"/>
                  <a:pt x="785842" y="51063"/>
                  <a:pt x="786665" y="49416"/>
                </a:cubicBezTo>
                <a:lnTo>
                  <a:pt x="790063" y="49416"/>
                </a:lnTo>
                <a:close/>
                <a:moveTo>
                  <a:pt x="835120" y="0"/>
                </a:moveTo>
                <a:cubicBezTo>
                  <a:pt x="838003" y="0"/>
                  <a:pt x="840457" y="1018"/>
                  <a:pt x="842481" y="3053"/>
                </a:cubicBezTo>
                <a:cubicBezTo>
                  <a:pt x="844506" y="5086"/>
                  <a:pt x="845518" y="7552"/>
                  <a:pt x="845518" y="10449"/>
                </a:cubicBezTo>
                <a:cubicBezTo>
                  <a:pt x="845518" y="13347"/>
                  <a:pt x="844506" y="15831"/>
                  <a:pt x="842481" y="17900"/>
                </a:cubicBezTo>
                <a:cubicBezTo>
                  <a:pt x="840457" y="19968"/>
                  <a:pt x="838003" y="21002"/>
                  <a:pt x="835120" y="21002"/>
                </a:cubicBezTo>
                <a:cubicBezTo>
                  <a:pt x="832238" y="21002"/>
                  <a:pt x="829767" y="19968"/>
                  <a:pt x="827708" y="17900"/>
                </a:cubicBezTo>
                <a:cubicBezTo>
                  <a:pt x="825649" y="15831"/>
                  <a:pt x="824620" y="13347"/>
                  <a:pt x="824620" y="10449"/>
                </a:cubicBezTo>
                <a:cubicBezTo>
                  <a:pt x="824620" y="7552"/>
                  <a:pt x="825632" y="5086"/>
                  <a:pt x="827657" y="3053"/>
                </a:cubicBezTo>
                <a:cubicBezTo>
                  <a:pt x="829681" y="1018"/>
                  <a:pt x="832169" y="0"/>
                  <a:pt x="835120" y="0"/>
                </a:cubicBezTo>
                <a:moveTo>
                  <a:pt x="843665" y="49416"/>
                </a:moveTo>
                <a:lnTo>
                  <a:pt x="843665" y="125019"/>
                </a:lnTo>
                <a:cubicBezTo>
                  <a:pt x="843665" y="130908"/>
                  <a:pt x="844094" y="134829"/>
                  <a:pt x="844952" y="136781"/>
                </a:cubicBezTo>
                <a:cubicBezTo>
                  <a:pt x="845810" y="138732"/>
                  <a:pt x="847080" y="140188"/>
                  <a:pt x="848761" y="141146"/>
                </a:cubicBezTo>
                <a:cubicBezTo>
                  <a:pt x="850443" y="142105"/>
                  <a:pt x="853514" y="142584"/>
                  <a:pt x="857975" y="142584"/>
                </a:cubicBezTo>
                <a:lnTo>
                  <a:pt x="857975" y="146393"/>
                </a:lnTo>
                <a:lnTo>
                  <a:pt x="812163" y="146393"/>
                </a:lnTo>
                <a:lnTo>
                  <a:pt x="812163" y="142584"/>
                </a:lnTo>
                <a:cubicBezTo>
                  <a:pt x="816761" y="142584"/>
                  <a:pt x="819850" y="142139"/>
                  <a:pt x="821428" y="141249"/>
                </a:cubicBezTo>
                <a:cubicBezTo>
                  <a:pt x="823007" y="140359"/>
                  <a:pt x="824259" y="138887"/>
                  <a:pt x="825186" y="136832"/>
                </a:cubicBezTo>
                <a:cubicBezTo>
                  <a:pt x="826112" y="134777"/>
                  <a:pt x="826576" y="130840"/>
                  <a:pt x="826576" y="125019"/>
                </a:cubicBezTo>
                <a:lnTo>
                  <a:pt x="826576" y="88758"/>
                </a:lnTo>
                <a:cubicBezTo>
                  <a:pt x="826576" y="78553"/>
                  <a:pt x="826267" y="71945"/>
                  <a:pt x="825649" y="68934"/>
                </a:cubicBezTo>
                <a:cubicBezTo>
                  <a:pt x="825169" y="66742"/>
                  <a:pt x="824414" y="65218"/>
                  <a:pt x="823384" y="64362"/>
                </a:cubicBezTo>
                <a:cubicBezTo>
                  <a:pt x="822355" y="63507"/>
                  <a:pt x="820948" y="63079"/>
                  <a:pt x="819163" y="63079"/>
                </a:cubicBezTo>
                <a:cubicBezTo>
                  <a:pt x="817242" y="63079"/>
                  <a:pt x="814908" y="63592"/>
                  <a:pt x="812163" y="64620"/>
                </a:cubicBezTo>
                <a:lnTo>
                  <a:pt x="810722" y="60920"/>
                </a:lnTo>
                <a:lnTo>
                  <a:pt x="839136" y="49416"/>
                </a:lnTo>
                <a:lnTo>
                  <a:pt x="843665" y="49416"/>
                </a:lnTo>
                <a:close/>
                <a:moveTo>
                  <a:pt x="930693" y="49416"/>
                </a:moveTo>
                <a:lnTo>
                  <a:pt x="930693" y="81330"/>
                </a:lnTo>
                <a:lnTo>
                  <a:pt x="927296" y="81330"/>
                </a:lnTo>
                <a:cubicBezTo>
                  <a:pt x="924688" y="71320"/>
                  <a:pt x="921342" y="64511"/>
                  <a:pt x="917258" y="60904"/>
                </a:cubicBezTo>
                <a:cubicBezTo>
                  <a:pt x="913175" y="57294"/>
                  <a:pt x="907976" y="55489"/>
                  <a:pt x="901661" y="55489"/>
                </a:cubicBezTo>
                <a:cubicBezTo>
                  <a:pt x="896857" y="55489"/>
                  <a:pt x="892979" y="56758"/>
                  <a:pt x="890028" y="59295"/>
                </a:cubicBezTo>
                <a:cubicBezTo>
                  <a:pt x="887077" y="61831"/>
                  <a:pt x="885601" y="64641"/>
                  <a:pt x="885601" y="67728"/>
                </a:cubicBezTo>
                <a:cubicBezTo>
                  <a:pt x="885601" y="71567"/>
                  <a:pt x="886700" y="74857"/>
                  <a:pt x="888896" y="77598"/>
                </a:cubicBezTo>
                <a:cubicBezTo>
                  <a:pt x="891023" y="80410"/>
                  <a:pt x="895347" y="83392"/>
                  <a:pt x="901867" y="86545"/>
                </a:cubicBezTo>
                <a:lnTo>
                  <a:pt x="916898" y="93848"/>
                </a:lnTo>
                <a:cubicBezTo>
                  <a:pt x="930830" y="100634"/>
                  <a:pt x="937797" y="109581"/>
                  <a:pt x="937797" y="120688"/>
                </a:cubicBezTo>
                <a:cubicBezTo>
                  <a:pt x="937797" y="129257"/>
                  <a:pt x="934554" y="136164"/>
                  <a:pt x="928068" y="141410"/>
                </a:cubicBezTo>
                <a:cubicBezTo>
                  <a:pt x="921582" y="146654"/>
                  <a:pt x="914324" y="149276"/>
                  <a:pt x="906294" y="149276"/>
                </a:cubicBezTo>
                <a:cubicBezTo>
                  <a:pt x="900529" y="149276"/>
                  <a:pt x="893940" y="148247"/>
                  <a:pt x="886528" y="146188"/>
                </a:cubicBezTo>
                <a:cubicBezTo>
                  <a:pt x="884263" y="145501"/>
                  <a:pt x="882410" y="145158"/>
                  <a:pt x="880969" y="145158"/>
                </a:cubicBezTo>
                <a:cubicBezTo>
                  <a:pt x="879390" y="145158"/>
                  <a:pt x="878155" y="146050"/>
                  <a:pt x="877263" y="147835"/>
                </a:cubicBezTo>
                <a:lnTo>
                  <a:pt x="873865" y="147835"/>
                </a:lnTo>
                <a:lnTo>
                  <a:pt x="873865" y="114067"/>
                </a:lnTo>
                <a:lnTo>
                  <a:pt x="877263" y="114067"/>
                </a:lnTo>
                <a:cubicBezTo>
                  <a:pt x="879184" y="123710"/>
                  <a:pt x="882856" y="130977"/>
                  <a:pt x="888278" y="135867"/>
                </a:cubicBezTo>
                <a:cubicBezTo>
                  <a:pt x="893700" y="140757"/>
                  <a:pt x="899774" y="143202"/>
                  <a:pt x="906500" y="143202"/>
                </a:cubicBezTo>
                <a:cubicBezTo>
                  <a:pt x="911236" y="143202"/>
                  <a:pt x="915096" y="141814"/>
                  <a:pt x="918082" y="139039"/>
                </a:cubicBezTo>
                <a:cubicBezTo>
                  <a:pt x="921067" y="136262"/>
                  <a:pt x="922560" y="132919"/>
                  <a:pt x="922560" y="129011"/>
                </a:cubicBezTo>
                <a:cubicBezTo>
                  <a:pt x="922560" y="124280"/>
                  <a:pt x="920896" y="120303"/>
                  <a:pt x="917567" y="117082"/>
                </a:cubicBezTo>
                <a:cubicBezTo>
                  <a:pt x="914238" y="113860"/>
                  <a:pt x="907598" y="109782"/>
                  <a:pt x="897646" y="104847"/>
                </a:cubicBezTo>
                <a:cubicBezTo>
                  <a:pt x="887695" y="99910"/>
                  <a:pt x="881175" y="95453"/>
                  <a:pt x="878086" y="91477"/>
                </a:cubicBezTo>
                <a:cubicBezTo>
                  <a:pt x="874998" y="87569"/>
                  <a:pt x="873453" y="82633"/>
                  <a:pt x="873453" y="76668"/>
                </a:cubicBezTo>
                <a:cubicBezTo>
                  <a:pt x="873453" y="68921"/>
                  <a:pt x="876113" y="62443"/>
                  <a:pt x="881432" y="57233"/>
                </a:cubicBezTo>
                <a:cubicBezTo>
                  <a:pt x="886751" y="52021"/>
                  <a:pt x="893631" y="49416"/>
                  <a:pt x="902073" y="49416"/>
                </a:cubicBezTo>
                <a:cubicBezTo>
                  <a:pt x="905779" y="49416"/>
                  <a:pt x="910275" y="50205"/>
                  <a:pt x="915560" y="51783"/>
                </a:cubicBezTo>
                <a:cubicBezTo>
                  <a:pt x="919060" y="52813"/>
                  <a:pt x="921393" y="53328"/>
                  <a:pt x="922560" y="53328"/>
                </a:cubicBezTo>
                <a:cubicBezTo>
                  <a:pt x="923658" y="53328"/>
                  <a:pt x="924516" y="53087"/>
                  <a:pt x="925134" y="52607"/>
                </a:cubicBezTo>
                <a:cubicBezTo>
                  <a:pt x="925752" y="52126"/>
                  <a:pt x="926472" y="51063"/>
                  <a:pt x="927296" y="49416"/>
                </a:cubicBezTo>
                <a:lnTo>
                  <a:pt x="930693" y="49416"/>
                </a:lnTo>
                <a:close/>
                <a:moveTo>
                  <a:pt x="1084156" y="146393"/>
                </a:moveTo>
                <a:lnTo>
                  <a:pt x="1030211" y="28929"/>
                </a:lnTo>
                <a:lnTo>
                  <a:pt x="1030211" y="122200"/>
                </a:lnTo>
                <a:cubicBezTo>
                  <a:pt x="1030211" y="130780"/>
                  <a:pt x="1031138" y="136133"/>
                  <a:pt x="1032991" y="138260"/>
                </a:cubicBezTo>
                <a:cubicBezTo>
                  <a:pt x="1035530" y="141143"/>
                  <a:pt x="1039545" y="142584"/>
                  <a:pt x="1045036" y="142584"/>
                </a:cubicBezTo>
                <a:lnTo>
                  <a:pt x="1049977" y="142584"/>
                </a:lnTo>
                <a:lnTo>
                  <a:pt x="1049977" y="146393"/>
                </a:lnTo>
                <a:lnTo>
                  <a:pt x="1001385" y="146393"/>
                </a:lnTo>
                <a:lnTo>
                  <a:pt x="1001385" y="142584"/>
                </a:lnTo>
                <a:lnTo>
                  <a:pt x="1006327" y="142584"/>
                </a:lnTo>
                <a:cubicBezTo>
                  <a:pt x="1012229" y="142584"/>
                  <a:pt x="1016416" y="140800"/>
                  <a:pt x="1018887" y="137231"/>
                </a:cubicBezTo>
                <a:cubicBezTo>
                  <a:pt x="1020397" y="135035"/>
                  <a:pt x="1021152" y="130025"/>
                  <a:pt x="1021152" y="122200"/>
                </a:cubicBezTo>
                <a:lnTo>
                  <a:pt x="1021152" y="30988"/>
                </a:lnTo>
                <a:cubicBezTo>
                  <a:pt x="1021152" y="24811"/>
                  <a:pt x="1020465" y="20350"/>
                  <a:pt x="1019093" y="17604"/>
                </a:cubicBezTo>
                <a:cubicBezTo>
                  <a:pt x="1018132" y="15614"/>
                  <a:pt x="1016364" y="13950"/>
                  <a:pt x="1013791" y="12611"/>
                </a:cubicBezTo>
                <a:cubicBezTo>
                  <a:pt x="1011217" y="11273"/>
                  <a:pt x="1007082" y="10604"/>
                  <a:pt x="1001385" y="10604"/>
                </a:cubicBezTo>
                <a:lnTo>
                  <a:pt x="1001385" y="6795"/>
                </a:lnTo>
                <a:lnTo>
                  <a:pt x="1040918" y="6795"/>
                </a:lnTo>
                <a:lnTo>
                  <a:pt x="1091569" y="116023"/>
                </a:lnTo>
                <a:lnTo>
                  <a:pt x="1141396" y="6795"/>
                </a:lnTo>
                <a:lnTo>
                  <a:pt x="1180928" y="6795"/>
                </a:lnTo>
                <a:lnTo>
                  <a:pt x="1180928" y="10604"/>
                </a:lnTo>
                <a:lnTo>
                  <a:pt x="1176090" y="10604"/>
                </a:lnTo>
                <a:cubicBezTo>
                  <a:pt x="1170119" y="10604"/>
                  <a:pt x="1165898" y="12388"/>
                  <a:pt x="1163427" y="15957"/>
                </a:cubicBezTo>
                <a:cubicBezTo>
                  <a:pt x="1161917" y="18153"/>
                  <a:pt x="1161162" y="23164"/>
                  <a:pt x="1161162" y="30988"/>
                </a:cubicBezTo>
                <a:lnTo>
                  <a:pt x="1161162" y="122200"/>
                </a:lnTo>
                <a:cubicBezTo>
                  <a:pt x="1161162" y="130780"/>
                  <a:pt x="1162123" y="136133"/>
                  <a:pt x="1164045" y="138260"/>
                </a:cubicBezTo>
                <a:cubicBezTo>
                  <a:pt x="1166584" y="141143"/>
                  <a:pt x="1170599" y="142584"/>
                  <a:pt x="1176090" y="142584"/>
                </a:cubicBezTo>
                <a:lnTo>
                  <a:pt x="1180928" y="142584"/>
                </a:lnTo>
                <a:lnTo>
                  <a:pt x="1180928" y="146393"/>
                </a:lnTo>
                <a:lnTo>
                  <a:pt x="1121630" y="146393"/>
                </a:lnTo>
                <a:lnTo>
                  <a:pt x="1121630" y="142584"/>
                </a:lnTo>
                <a:lnTo>
                  <a:pt x="1126571" y="142584"/>
                </a:lnTo>
                <a:cubicBezTo>
                  <a:pt x="1132542" y="142584"/>
                  <a:pt x="1136729" y="140800"/>
                  <a:pt x="1139131" y="137231"/>
                </a:cubicBezTo>
                <a:cubicBezTo>
                  <a:pt x="1140641" y="135035"/>
                  <a:pt x="1141396" y="130025"/>
                  <a:pt x="1141396" y="122200"/>
                </a:cubicBezTo>
                <a:lnTo>
                  <a:pt x="1141396" y="28929"/>
                </a:lnTo>
                <a:lnTo>
                  <a:pt x="1087554" y="146393"/>
                </a:lnTo>
                <a:lnTo>
                  <a:pt x="1084156" y="146393"/>
                </a:lnTo>
                <a:close/>
                <a:moveTo>
                  <a:pt x="1238031" y="49416"/>
                </a:moveTo>
                <a:cubicBezTo>
                  <a:pt x="1252307" y="49416"/>
                  <a:pt x="1263768" y="54832"/>
                  <a:pt x="1272416" y="65665"/>
                </a:cubicBezTo>
                <a:cubicBezTo>
                  <a:pt x="1279760" y="74920"/>
                  <a:pt x="1283432" y="85547"/>
                  <a:pt x="1283432" y="97547"/>
                </a:cubicBezTo>
                <a:cubicBezTo>
                  <a:pt x="1283432" y="105981"/>
                  <a:pt x="1281407" y="114517"/>
                  <a:pt x="1277358" y="123156"/>
                </a:cubicBezTo>
                <a:cubicBezTo>
                  <a:pt x="1273308" y="131793"/>
                  <a:pt x="1267732" y="138306"/>
                  <a:pt x="1260629" y="142694"/>
                </a:cubicBezTo>
                <a:cubicBezTo>
                  <a:pt x="1253525" y="147082"/>
                  <a:pt x="1245615" y="149276"/>
                  <a:pt x="1236899" y="149276"/>
                </a:cubicBezTo>
                <a:cubicBezTo>
                  <a:pt x="1222692" y="149276"/>
                  <a:pt x="1211402" y="143619"/>
                  <a:pt x="1203029" y="132306"/>
                </a:cubicBezTo>
                <a:cubicBezTo>
                  <a:pt x="1195959" y="122776"/>
                  <a:pt x="1192425" y="112081"/>
                  <a:pt x="1192425" y="100221"/>
                </a:cubicBezTo>
                <a:cubicBezTo>
                  <a:pt x="1192425" y="91582"/>
                  <a:pt x="1194570" y="82994"/>
                  <a:pt x="1198859" y="74458"/>
                </a:cubicBezTo>
                <a:cubicBezTo>
                  <a:pt x="1203149" y="65922"/>
                  <a:pt x="1208794" y="59614"/>
                  <a:pt x="1215794" y="55535"/>
                </a:cubicBezTo>
                <a:cubicBezTo>
                  <a:pt x="1222795" y="51455"/>
                  <a:pt x="1230207" y="49416"/>
                  <a:pt x="1238031" y="49416"/>
                </a:cubicBezTo>
                <a:moveTo>
                  <a:pt x="1234840" y="56210"/>
                </a:moveTo>
                <a:cubicBezTo>
                  <a:pt x="1231202" y="56210"/>
                  <a:pt x="1227548" y="57290"/>
                  <a:pt x="1223876" y="59450"/>
                </a:cubicBezTo>
                <a:cubicBezTo>
                  <a:pt x="1220204" y="61610"/>
                  <a:pt x="1217236" y="65397"/>
                  <a:pt x="1214971" y="70813"/>
                </a:cubicBezTo>
                <a:cubicBezTo>
                  <a:pt x="1212706" y="76228"/>
                  <a:pt x="1211573" y="83186"/>
                  <a:pt x="1211573" y="91686"/>
                </a:cubicBezTo>
                <a:cubicBezTo>
                  <a:pt x="1211573" y="105395"/>
                  <a:pt x="1214302" y="117220"/>
                  <a:pt x="1219758" y="127161"/>
                </a:cubicBezTo>
                <a:cubicBezTo>
                  <a:pt x="1225214" y="137100"/>
                  <a:pt x="1232403" y="142070"/>
                  <a:pt x="1241326" y="142070"/>
                </a:cubicBezTo>
                <a:cubicBezTo>
                  <a:pt x="1247983" y="142070"/>
                  <a:pt x="1253474" y="139327"/>
                  <a:pt x="1257797" y="133843"/>
                </a:cubicBezTo>
                <a:cubicBezTo>
                  <a:pt x="1262121" y="128359"/>
                  <a:pt x="1264283" y="118934"/>
                  <a:pt x="1264283" y="105568"/>
                </a:cubicBezTo>
                <a:cubicBezTo>
                  <a:pt x="1264283" y="88841"/>
                  <a:pt x="1260680" y="75678"/>
                  <a:pt x="1253474" y="66080"/>
                </a:cubicBezTo>
                <a:cubicBezTo>
                  <a:pt x="1248601" y="59500"/>
                  <a:pt x="1242389" y="56210"/>
                  <a:pt x="1234840" y="56210"/>
                </a:cubicBezTo>
                <a:close/>
                <a:moveTo>
                  <a:pt x="1363938" y="135790"/>
                </a:moveTo>
                <a:cubicBezTo>
                  <a:pt x="1359340" y="140594"/>
                  <a:pt x="1354844" y="144043"/>
                  <a:pt x="1350452" y="146136"/>
                </a:cubicBezTo>
                <a:cubicBezTo>
                  <a:pt x="1346059" y="148229"/>
                  <a:pt x="1341324" y="149276"/>
                  <a:pt x="1336245" y="149276"/>
                </a:cubicBezTo>
                <a:cubicBezTo>
                  <a:pt x="1325950" y="149276"/>
                  <a:pt x="1316959" y="144979"/>
                  <a:pt x="1309272" y="136385"/>
                </a:cubicBezTo>
                <a:cubicBezTo>
                  <a:pt x="1301585" y="127789"/>
                  <a:pt x="1297742" y="116743"/>
                  <a:pt x="1297742" y="103248"/>
                </a:cubicBezTo>
                <a:cubicBezTo>
                  <a:pt x="1297742" y="89755"/>
                  <a:pt x="1301997" y="77410"/>
                  <a:pt x="1310508" y="66212"/>
                </a:cubicBezTo>
                <a:cubicBezTo>
                  <a:pt x="1319018" y="55014"/>
                  <a:pt x="1329965" y="49416"/>
                  <a:pt x="1343348" y="49416"/>
                </a:cubicBezTo>
                <a:cubicBezTo>
                  <a:pt x="1351653" y="49416"/>
                  <a:pt x="1358516" y="52058"/>
                  <a:pt x="1363938" y="57343"/>
                </a:cubicBezTo>
                <a:lnTo>
                  <a:pt x="1363938" y="39906"/>
                </a:lnTo>
                <a:cubicBezTo>
                  <a:pt x="1363938" y="29085"/>
                  <a:pt x="1363681" y="22434"/>
                  <a:pt x="1363166" y="19953"/>
                </a:cubicBezTo>
                <a:cubicBezTo>
                  <a:pt x="1362651" y="17471"/>
                  <a:pt x="1361845" y="15783"/>
                  <a:pt x="1360747" y="14889"/>
                </a:cubicBezTo>
                <a:cubicBezTo>
                  <a:pt x="1359649" y="13992"/>
                  <a:pt x="1358276" y="13544"/>
                  <a:pt x="1356629" y="13544"/>
                </a:cubicBezTo>
                <a:cubicBezTo>
                  <a:pt x="1354844" y="13544"/>
                  <a:pt x="1352476" y="14095"/>
                  <a:pt x="1349525" y="15198"/>
                </a:cubicBezTo>
                <a:lnTo>
                  <a:pt x="1348187" y="11579"/>
                </a:lnTo>
                <a:lnTo>
                  <a:pt x="1376292" y="0"/>
                </a:lnTo>
                <a:lnTo>
                  <a:pt x="1380925" y="0"/>
                </a:lnTo>
                <a:lnTo>
                  <a:pt x="1380925" y="109023"/>
                </a:lnTo>
                <a:cubicBezTo>
                  <a:pt x="1380925" y="120073"/>
                  <a:pt x="1381182" y="126816"/>
                  <a:pt x="1381697" y="129252"/>
                </a:cubicBezTo>
                <a:cubicBezTo>
                  <a:pt x="1382212" y="131689"/>
                  <a:pt x="1383035" y="133388"/>
                  <a:pt x="1384168" y="134348"/>
                </a:cubicBezTo>
                <a:cubicBezTo>
                  <a:pt x="1385300" y="135309"/>
                  <a:pt x="1386621" y="135790"/>
                  <a:pt x="1388131" y="135790"/>
                </a:cubicBezTo>
                <a:cubicBezTo>
                  <a:pt x="1389984" y="135790"/>
                  <a:pt x="1392455" y="135206"/>
                  <a:pt x="1395543" y="134040"/>
                </a:cubicBezTo>
                <a:lnTo>
                  <a:pt x="1396676" y="137643"/>
                </a:lnTo>
                <a:lnTo>
                  <a:pt x="1368674" y="149276"/>
                </a:lnTo>
                <a:lnTo>
                  <a:pt x="1363938" y="149276"/>
                </a:lnTo>
                <a:lnTo>
                  <a:pt x="1363938" y="135790"/>
                </a:lnTo>
                <a:moveTo>
                  <a:pt x="1363938" y="128606"/>
                </a:moveTo>
                <a:lnTo>
                  <a:pt x="1363938" y="80136"/>
                </a:lnTo>
                <a:cubicBezTo>
                  <a:pt x="1363526" y="75480"/>
                  <a:pt x="1362291" y="71235"/>
                  <a:pt x="1360232" y="67403"/>
                </a:cubicBezTo>
                <a:cubicBezTo>
                  <a:pt x="1358173" y="63568"/>
                  <a:pt x="1355445" y="60676"/>
                  <a:pt x="1352048" y="58726"/>
                </a:cubicBezTo>
                <a:cubicBezTo>
                  <a:pt x="1348650" y="56774"/>
                  <a:pt x="1345339" y="55798"/>
                  <a:pt x="1342113" y="55798"/>
                </a:cubicBezTo>
                <a:cubicBezTo>
                  <a:pt x="1336073" y="55798"/>
                  <a:pt x="1330686" y="58503"/>
                  <a:pt x="1325950" y="63912"/>
                </a:cubicBezTo>
                <a:cubicBezTo>
                  <a:pt x="1319704" y="71031"/>
                  <a:pt x="1316582" y="81436"/>
                  <a:pt x="1316582" y="95128"/>
                </a:cubicBezTo>
                <a:cubicBezTo>
                  <a:pt x="1316582" y="108958"/>
                  <a:pt x="1319601" y="119553"/>
                  <a:pt x="1325641" y="126914"/>
                </a:cubicBezTo>
                <a:cubicBezTo>
                  <a:pt x="1331681" y="134272"/>
                  <a:pt x="1338407" y="137952"/>
                  <a:pt x="1345819" y="137952"/>
                </a:cubicBezTo>
                <a:cubicBezTo>
                  <a:pt x="1352065" y="137952"/>
                  <a:pt x="1358104" y="134836"/>
                  <a:pt x="1363938" y="128606"/>
                </a:cubicBezTo>
                <a:close/>
                <a:moveTo>
                  <a:pt x="1418604" y="87713"/>
                </a:moveTo>
                <a:cubicBezTo>
                  <a:pt x="1418535" y="101681"/>
                  <a:pt x="1421933" y="112638"/>
                  <a:pt x="1428796" y="120582"/>
                </a:cubicBezTo>
                <a:cubicBezTo>
                  <a:pt x="1435659" y="128524"/>
                  <a:pt x="1443724" y="132495"/>
                  <a:pt x="1452989" y="132495"/>
                </a:cubicBezTo>
                <a:cubicBezTo>
                  <a:pt x="1459166" y="132495"/>
                  <a:pt x="1464536" y="130797"/>
                  <a:pt x="1469101" y="127399"/>
                </a:cubicBezTo>
                <a:cubicBezTo>
                  <a:pt x="1473665" y="124002"/>
                  <a:pt x="1477491" y="118185"/>
                  <a:pt x="1480579" y="109950"/>
                </a:cubicBezTo>
                <a:lnTo>
                  <a:pt x="1483771" y="112008"/>
                </a:lnTo>
                <a:cubicBezTo>
                  <a:pt x="1482329" y="121411"/>
                  <a:pt x="1478143" y="129973"/>
                  <a:pt x="1471211" y="137694"/>
                </a:cubicBezTo>
                <a:cubicBezTo>
                  <a:pt x="1464279" y="145415"/>
                  <a:pt x="1455597" y="149276"/>
                  <a:pt x="1445165" y="149276"/>
                </a:cubicBezTo>
                <a:cubicBezTo>
                  <a:pt x="1433840" y="149276"/>
                  <a:pt x="1424146" y="144876"/>
                  <a:pt x="1416082" y="136076"/>
                </a:cubicBezTo>
                <a:cubicBezTo>
                  <a:pt x="1408017" y="127274"/>
                  <a:pt x="1403985" y="115441"/>
                  <a:pt x="1403985" y="100578"/>
                </a:cubicBezTo>
                <a:cubicBezTo>
                  <a:pt x="1403985" y="84484"/>
                  <a:pt x="1408120" y="71933"/>
                  <a:pt x="1416391" y="62928"/>
                </a:cubicBezTo>
                <a:cubicBezTo>
                  <a:pt x="1424661" y="53920"/>
                  <a:pt x="1435042" y="49416"/>
                  <a:pt x="1447533" y="49416"/>
                </a:cubicBezTo>
                <a:cubicBezTo>
                  <a:pt x="1458102" y="49416"/>
                  <a:pt x="1466784" y="52890"/>
                  <a:pt x="1473579" y="59839"/>
                </a:cubicBezTo>
                <a:cubicBezTo>
                  <a:pt x="1480373" y="66786"/>
                  <a:pt x="1483771" y="76077"/>
                  <a:pt x="1483771" y="87713"/>
                </a:cubicBezTo>
                <a:lnTo>
                  <a:pt x="1418604" y="87713"/>
                </a:lnTo>
                <a:moveTo>
                  <a:pt x="1418604" y="81741"/>
                </a:moveTo>
                <a:lnTo>
                  <a:pt x="1462254" y="81741"/>
                </a:lnTo>
                <a:cubicBezTo>
                  <a:pt x="1461911" y="75702"/>
                  <a:pt x="1461191" y="71447"/>
                  <a:pt x="1460092" y="68976"/>
                </a:cubicBezTo>
                <a:cubicBezTo>
                  <a:pt x="1458377" y="65132"/>
                  <a:pt x="1455820" y="62113"/>
                  <a:pt x="1452423" y="59916"/>
                </a:cubicBezTo>
                <a:cubicBezTo>
                  <a:pt x="1449025" y="57720"/>
                  <a:pt x="1445474" y="56622"/>
                  <a:pt x="1441768" y="56622"/>
                </a:cubicBezTo>
                <a:cubicBezTo>
                  <a:pt x="1436071" y="56622"/>
                  <a:pt x="1430975" y="58835"/>
                  <a:pt x="1426480" y="63262"/>
                </a:cubicBezTo>
                <a:cubicBezTo>
                  <a:pt x="1421984" y="67689"/>
                  <a:pt x="1419359" y="73849"/>
                  <a:pt x="1418604" y="81741"/>
                </a:cubicBezTo>
                <a:close/>
                <a:moveTo>
                  <a:pt x="1528791" y="0"/>
                </a:moveTo>
                <a:lnTo>
                  <a:pt x="1528791" y="124993"/>
                </a:lnTo>
                <a:cubicBezTo>
                  <a:pt x="1528791" y="130891"/>
                  <a:pt x="1529220" y="134801"/>
                  <a:pt x="1530078" y="136723"/>
                </a:cubicBezTo>
                <a:cubicBezTo>
                  <a:pt x="1530936" y="138642"/>
                  <a:pt x="1532257" y="140100"/>
                  <a:pt x="1534042" y="141095"/>
                </a:cubicBezTo>
                <a:cubicBezTo>
                  <a:pt x="1535826" y="142088"/>
                  <a:pt x="1539155" y="142584"/>
                  <a:pt x="1544028" y="142584"/>
                </a:cubicBezTo>
                <a:lnTo>
                  <a:pt x="1544028" y="146393"/>
                </a:lnTo>
                <a:lnTo>
                  <a:pt x="1497804" y="146393"/>
                </a:lnTo>
                <a:lnTo>
                  <a:pt x="1497804" y="142584"/>
                </a:lnTo>
                <a:cubicBezTo>
                  <a:pt x="1502128" y="142584"/>
                  <a:pt x="1505079" y="142139"/>
                  <a:pt x="1506657" y="141249"/>
                </a:cubicBezTo>
                <a:cubicBezTo>
                  <a:pt x="1508236" y="140357"/>
                  <a:pt x="1509471" y="138882"/>
                  <a:pt x="1510364" y="136826"/>
                </a:cubicBezTo>
                <a:cubicBezTo>
                  <a:pt x="1511256" y="134767"/>
                  <a:pt x="1511702" y="130822"/>
                  <a:pt x="1511702" y="124993"/>
                </a:cubicBezTo>
                <a:lnTo>
                  <a:pt x="1511702" y="39401"/>
                </a:lnTo>
                <a:cubicBezTo>
                  <a:pt x="1511702" y="28771"/>
                  <a:pt x="1511462" y="22239"/>
                  <a:pt x="1510981" y="19805"/>
                </a:cubicBezTo>
                <a:cubicBezTo>
                  <a:pt x="1510501" y="17368"/>
                  <a:pt x="1509729" y="15705"/>
                  <a:pt x="1508665" y="14815"/>
                </a:cubicBezTo>
                <a:cubicBezTo>
                  <a:pt x="1507601" y="13923"/>
                  <a:pt x="1506246" y="13477"/>
                  <a:pt x="1504598" y="13477"/>
                </a:cubicBezTo>
                <a:cubicBezTo>
                  <a:pt x="1502814" y="13477"/>
                  <a:pt x="1500549" y="14026"/>
                  <a:pt x="1497804" y="15124"/>
                </a:cubicBezTo>
                <a:lnTo>
                  <a:pt x="1496054" y="11521"/>
                </a:lnTo>
                <a:lnTo>
                  <a:pt x="1524159" y="0"/>
                </a:lnTo>
                <a:lnTo>
                  <a:pt x="1528791" y="0"/>
                </a:lnTo>
                <a:close/>
                <a:moveTo>
                  <a:pt x="1559712" y="181602"/>
                </a:moveTo>
                <a:lnTo>
                  <a:pt x="1559712" y="177072"/>
                </a:lnTo>
                <a:cubicBezTo>
                  <a:pt x="1566781" y="174730"/>
                  <a:pt x="1572254" y="171096"/>
                  <a:pt x="1576132" y="166169"/>
                </a:cubicBezTo>
                <a:cubicBezTo>
                  <a:pt x="1580010" y="161245"/>
                  <a:pt x="1581949" y="156027"/>
                  <a:pt x="1581949" y="150515"/>
                </a:cubicBezTo>
                <a:cubicBezTo>
                  <a:pt x="1581949" y="149208"/>
                  <a:pt x="1581640" y="148109"/>
                  <a:pt x="1581022" y="147217"/>
                </a:cubicBezTo>
                <a:cubicBezTo>
                  <a:pt x="1580542" y="146599"/>
                  <a:pt x="1580061" y="146290"/>
                  <a:pt x="1579581" y="146290"/>
                </a:cubicBezTo>
                <a:cubicBezTo>
                  <a:pt x="1578826" y="146290"/>
                  <a:pt x="1577179" y="146977"/>
                  <a:pt x="1574639" y="148349"/>
                </a:cubicBezTo>
                <a:cubicBezTo>
                  <a:pt x="1573404" y="148967"/>
                  <a:pt x="1572100" y="149276"/>
                  <a:pt x="1570727" y="149276"/>
                </a:cubicBezTo>
                <a:cubicBezTo>
                  <a:pt x="1567364" y="149276"/>
                  <a:pt x="1564688" y="148281"/>
                  <a:pt x="1562697" y="146290"/>
                </a:cubicBezTo>
                <a:cubicBezTo>
                  <a:pt x="1560707" y="144300"/>
                  <a:pt x="1559712" y="141555"/>
                  <a:pt x="1559712" y="138055"/>
                </a:cubicBezTo>
                <a:cubicBezTo>
                  <a:pt x="1559712" y="134692"/>
                  <a:pt x="1560999" y="131809"/>
                  <a:pt x="1563572" y="129407"/>
                </a:cubicBezTo>
                <a:cubicBezTo>
                  <a:pt x="1566146" y="127005"/>
                  <a:pt x="1569286" y="125804"/>
                  <a:pt x="1572992" y="125804"/>
                </a:cubicBezTo>
                <a:cubicBezTo>
                  <a:pt x="1577522" y="125804"/>
                  <a:pt x="1581554" y="127781"/>
                  <a:pt x="1585089" y="131736"/>
                </a:cubicBezTo>
                <a:cubicBezTo>
                  <a:pt x="1588623" y="135689"/>
                  <a:pt x="1590391" y="140931"/>
                  <a:pt x="1590391" y="147462"/>
                </a:cubicBezTo>
                <a:cubicBezTo>
                  <a:pt x="1590391" y="154546"/>
                  <a:pt x="1587937" y="161130"/>
                  <a:pt x="1583030" y="167215"/>
                </a:cubicBezTo>
                <a:cubicBezTo>
                  <a:pt x="1578122" y="173300"/>
                  <a:pt x="1570350" y="178095"/>
                  <a:pt x="1559712" y="1816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85FDD8-A670-4537-A8CD-7670A5E7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6008" y="1985131"/>
            <a:ext cx="292833" cy="292833"/>
          </a:xfrm>
          <a:custGeom xmlns:a="http://schemas.openxmlformats.org/drawingml/2006/main">
            <a:pathLst>
              <a:path w="292833" h="292833">
                <a:moveTo>
                  <a:pt x="292833" y="146416"/>
                </a:moveTo>
                <a:cubicBezTo>
                  <a:pt x="292833" y="151212"/>
                  <a:pt x="292598" y="155995"/>
                  <a:pt x="292127" y="160768"/>
                </a:cubicBezTo>
                <a:cubicBezTo>
                  <a:pt x="291658" y="165540"/>
                  <a:pt x="290954" y="170277"/>
                  <a:pt x="290019" y="174981"/>
                </a:cubicBezTo>
                <a:cubicBezTo>
                  <a:pt x="289084" y="179684"/>
                  <a:pt x="287919" y="184330"/>
                  <a:pt x="286528" y="188919"/>
                </a:cubicBezTo>
                <a:cubicBezTo>
                  <a:pt x="285136" y="193507"/>
                  <a:pt x="283522" y="198017"/>
                  <a:pt x="281686" y="202447"/>
                </a:cubicBezTo>
                <a:cubicBezTo>
                  <a:pt x="279852" y="206877"/>
                  <a:pt x="277804" y="211207"/>
                  <a:pt x="275544" y="215436"/>
                </a:cubicBezTo>
                <a:cubicBezTo>
                  <a:pt x="273283" y="219665"/>
                  <a:pt x="270820" y="223774"/>
                  <a:pt x="268156" y="227761"/>
                </a:cubicBezTo>
                <a:cubicBezTo>
                  <a:pt x="265492" y="231748"/>
                  <a:pt x="262639" y="235595"/>
                  <a:pt x="259597" y="239302"/>
                </a:cubicBezTo>
                <a:cubicBezTo>
                  <a:pt x="256555" y="243008"/>
                  <a:pt x="253339" y="246557"/>
                  <a:pt x="249947" y="249948"/>
                </a:cubicBezTo>
                <a:cubicBezTo>
                  <a:pt x="246556" y="253339"/>
                  <a:pt x="243008" y="256555"/>
                  <a:pt x="239302" y="259597"/>
                </a:cubicBezTo>
                <a:cubicBezTo>
                  <a:pt x="235594" y="262640"/>
                  <a:pt x="231748" y="265493"/>
                  <a:pt x="227759" y="268157"/>
                </a:cubicBezTo>
                <a:cubicBezTo>
                  <a:pt x="223773" y="270821"/>
                  <a:pt x="219664" y="273283"/>
                  <a:pt x="215436" y="275544"/>
                </a:cubicBezTo>
                <a:cubicBezTo>
                  <a:pt x="211207" y="277804"/>
                  <a:pt x="206877" y="279852"/>
                  <a:pt x="202446" y="281687"/>
                </a:cubicBezTo>
                <a:cubicBezTo>
                  <a:pt x="198017" y="283522"/>
                  <a:pt x="193508" y="285136"/>
                  <a:pt x="188919" y="286528"/>
                </a:cubicBezTo>
                <a:cubicBezTo>
                  <a:pt x="184329" y="287920"/>
                  <a:pt x="179683" y="289083"/>
                  <a:pt x="174980" y="290019"/>
                </a:cubicBezTo>
                <a:cubicBezTo>
                  <a:pt x="170277" y="290955"/>
                  <a:pt x="165540" y="291658"/>
                  <a:pt x="160768" y="292127"/>
                </a:cubicBezTo>
                <a:cubicBezTo>
                  <a:pt x="155995" y="292598"/>
                  <a:pt x="151212" y="292833"/>
                  <a:pt x="146416" y="292833"/>
                </a:cubicBezTo>
                <a:cubicBezTo>
                  <a:pt x="141621" y="292833"/>
                  <a:pt x="136838" y="292598"/>
                  <a:pt x="132065" y="292128"/>
                </a:cubicBezTo>
                <a:cubicBezTo>
                  <a:pt x="127293" y="291658"/>
                  <a:pt x="122555" y="290955"/>
                  <a:pt x="117852" y="290019"/>
                </a:cubicBezTo>
                <a:cubicBezTo>
                  <a:pt x="113149" y="289083"/>
                  <a:pt x="108503" y="287920"/>
                  <a:pt x="103915" y="286528"/>
                </a:cubicBezTo>
                <a:cubicBezTo>
                  <a:pt x="99325" y="285136"/>
                  <a:pt x="94815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8" y="270821"/>
                  <a:pt x="65071" y="268157"/>
                </a:cubicBezTo>
                <a:cubicBezTo>
                  <a:pt x="61084" y="265493"/>
                  <a:pt x="57238" y="262640"/>
                  <a:pt x="53532" y="259598"/>
                </a:cubicBezTo>
                <a:cubicBezTo>
                  <a:pt x="49824" y="256555"/>
                  <a:pt x="46275" y="253339"/>
                  <a:pt x="42884" y="249948"/>
                </a:cubicBezTo>
                <a:cubicBezTo>
                  <a:pt x="39493" y="246557"/>
                  <a:pt x="36277" y="243008"/>
                  <a:pt x="33235" y="239302"/>
                </a:cubicBezTo>
                <a:cubicBezTo>
                  <a:pt x="30193" y="235595"/>
                  <a:pt x="27339" y="231748"/>
                  <a:pt x="24675" y="227761"/>
                </a:cubicBezTo>
                <a:cubicBezTo>
                  <a:pt x="22011" y="223774"/>
                  <a:pt x="19549" y="219665"/>
                  <a:pt x="17289" y="215436"/>
                </a:cubicBezTo>
                <a:cubicBezTo>
                  <a:pt x="15028" y="211207"/>
                  <a:pt x="12980" y="206877"/>
                  <a:pt x="11144" y="202447"/>
                </a:cubicBezTo>
                <a:cubicBezTo>
                  <a:pt x="9310" y="198017"/>
                  <a:pt x="7696" y="193507"/>
                  <a:pt x="6304" y="188918"/>
                </a:cubicBezTo>
                <a:cubicBezTo>
                  <a:pt x="4913" y="184330"/>
                  <a:pt x="3748" y="179684"/>
                  <a:pt x="2812" y="174980"/>
                </a:cubicBezTo>
                <a:cubicBezTo>
                  <a:pt x="1878" y="170277"/>
                  <a:pt x="1175" y="165540"/>
                  <a:pt x="706" y="160768"/>
                </a:cubicBezTo>
                <a:cubicBezTo>
                  <a:pt x="236" y="155995"/>
                  <a:pt x="1" y="151212"/>
                  <a:pt x="0" y="146416"/>
                </a:cubicBezTo>
                <a:cubicBezTo>
                  <a:pt x="1" y="141621"/>
                  <a:pt x="236" y="136837"/>
                  <a:pt x="706" y="132065"/>
                </a:cubicBezTo>
                <a:cubicBezTo>
                  <a:pt x="1175" y="127293"/>
                  <a:pt x="1878" y="122555"/>
                  <a:pt x="2812" y="117852"/>
                </a:cubicBezTo>
                <a:cubicBezTo>
                  <a:pt x="3748" y="113149"/>
                  <a:pt x="4913" y="108503"/>
                  <a:pt x="6304" y="103914"/>
                </a:cubicBezTo>
                <a:cubicBezTo>
                  <a:pt x="7696" y="99325"/>
                  <a:pt x="9310" y="94816"/>
                  <a:pt x="11144" y="90385"/>
                </a:cubicBezTo>
                <a:cubicBezTo>
                  <a:pt x="12980" y="85955"/>
                  <a:pt x="15028" y="81625"/>
                  <a:pt x="17289" y="77396"/>
                </a:cubicBezTo>
                <a:cubicBezTo>
                  <a:pt x="19549" y="73167"/>
                  <a:pt x="22011" y="69059"/>
                  <a:pt x="24675" y="65072"/>
                </a:cubicBezTo>
                <a:cubicBezTo>
                  <a:pt x="27339" y="61085"/>
                  <a:pt x="30193" y="57238"/>
                  <a:pt x="33235" y="53531"/>
                </a:cubicBezTo>
                <a:cubicBezTo>
                  <a:pt x="36277" y="49824"/>
                  <a:pt x="39493" y="46275"/>
                  <a:pt x="42884" y="42884"/>
                </a:cubicBezTo>
                <a:cubicBezTo>
                  <a:pt x="46275" y="39494"/>
                  <a:pt x="49824" y="36277"/>
                  <a:pt x="53532" y="33235"/>
                </a:cubicBezTo>
                <a:cubicBezTo>
                  <a:pt x="57238" y="30193"/>
                  <a:pt x="61084" y="27340"/>
                  <a:pt x="65071" y="24675"/>
                </a:cubicBezTo>
                <a:cubicBezTo>
                  <a:pt x="69058" y="22011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5" y="11145"/>
                </a:cubicBezTo>
                <a:cubicBezTo>
                  <a:pt x="94815" y="9310"/>
                  <a:pt x="99325" y="7697"/>
                  <a:pt x="103914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3" y="1175"/>
                  <a:pt x="132065" y="705"/>
                </a:cubicBezTo>
                <a:cubicBezTo>
                  <a:pt x="136838" y="235"/>
                  <a:pt x="141621" y="0"/>
                  <a:pt x="146416" y="0"/>
                </a:cubicBezTo>
                <a:cubicBezTo>
                  <a:pt x="151212" y="0"/>
                  <a:pt x="155995" y="235"/>
                  <a:pt x="160768" y="705"/>
                </a:cubicBezTo>
                <a:cubicBezTo>
                  <a:pt x="165540" y="1175"/>
                  <a:pt x="170277" y="1878"/>
                  <a:pt x="174980" y="2813"/>
                </a:cubicBezTo>
                <a:cubicBezTo>
                  <a:pt x="179683" y="3749"/>
                  <a:pt x="184329" y="4913"/>
                  <a:pt x="188919" y="6305"/>
                </a:cubicBezTo>
                <a:cubicBezTo>
                  <a:pt x="193508" y="7697"/>
                  <a:pt x="198017" y="9310"/>
                  <a:pt x="202446" y="11145"/>
                </a:cubicBezTo>
                <a:cubicBezTo>
                  <a:pt x="206877" y="12980"/>
                  <a:pt x="211207" y="15028"/>
                  <a:pt x="215436" y="17289"/>
                </a:cubicBezTo>
                <a:cubicBezTo>
                  <a:pt x="219664" y="19549"/>
                  <a:pt x="223773" y="22011"/>
                  <a:pt x="227759" y="24675"/>
                </a:cubicBezTo>
                <a:cubicBezTo>
                  <a:pt x="231748" y="27340"/>
                  <a:pt x="235594" y="30193"/>
                  <a:pt x="239302" y="33235"/>
                </a:cubicBezTo>
                <a:cubicBezTo>
                  <a:pt x="243008" y="36277"/>
                  <a:pt x="246556" y="39494"/>
                  <a:pt x="249947" y="42884"/>
                </a:cubicBezTo>
                <a:cubicBezTo>
                  <a:pt x="253339" y="46275"/>
                  <a:pt x="256555" y="49824"/>
                  <a:pt x="259597" y="53531"/>
                </a:cubicBezTo>
                <a:cubicBezTo>
                  <a:pt x="262639" y="57238"/>
                  <a:pt x="265492" y="61085"/>
                  <a:pt x="268156" y="65072"/>
                </a:cubicBezTo>
                <a:cubicBezTo>
                  <a:pt x="270820" y="69059"/>
                  <a:pt x="273283" y="73167"/>
                  <a:pt x="275544" y="77396"/>
                </a:cubicBezTo>
                <a:cubicBezTo>
                  <a:pt x="277804" y="81625"/>
                  <a:pt x="279852" y="85955"/>
                  <a:pt x="281686" y="90385"/>
                </a:cubicBezTo>
                <a:cubicBezTo>
                  <a:pt x="283522" y="94816"/>
                  <a:pt x="285136" y="99325"/>
                  <a:pt x="286528" y="103914"/>
                </a:cubicBezTo>
                <a:cubicBezTo>
                  <a:pt x="287919" y="108503"/>
                  <a:pt x="289084" y="113149"/>
                  <a:pt x="290019" y="117852"/>
                </a:cubicBezTo>
                <a:cubicBezTo>
                  <a:pt x="290954" y="122555"/>
                  <a:pt x="291658" y="127293"/>
                  <a:pt x="292127" y="132065"/>
                </a:cubicBezTo>
                <a:cubicBezTo>
                  <a:pt x="292598" y="136837"/>
                  <a:pt x="292833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F61699-94FD-4A51-8E58-B27F82D7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6008" y="1985131"/>
            <a:ext cx="292833" cy="292833"/>
          </a:xfrm>
          <a:custGeom xmlns:a="http://schemas.openxmlformats.org/drawingml/2006/main">
            <a:pathLst>
              <a:path w="292833" h="292833" fill="none">
                <a:moveTo>
                  <a:pt x="292833" y="146416"/>
                </a:moveTo>
                <a:cubicBezTo>
                  <a:pt x="292833" y="151212"/>
                  <a:pt x="292598" y="155995"/>
                  <a:pt x="292127" y="160768"/>
                </a:cubicBezTo>
                <a:cubicBezTo>
                  <a:pt x="291658" y="165540"/>
                  <a:pt x="290954" y="170277"/>
                  <a:pt x="290019" y="174981"/>
                </a:cubicBezTo>
                <a:cubicBezTo>
                  <a:pt x="289084" y="179684"/>
                  <a:pt x="287919" y="184330"/>
                  <a:pt x="286528" y="188919"/>
                </a:cubicBezTo>
                <a:cubicBezTo>
                  <a:pt x="285136" y="193507"/>
                  <a:pt x="283522" y="198017"/>
                  <a:pt x="281686" y="202447"/>
                </a:cubicBezTo>
                <a:cubicBezTo>
                  <a:pt x="279852" y="206877"/>
                  <a:pt x="277804" y="211207"/>
                  <a:pt x="275544" y="215436"/>
                </a:cubicBezTo>
                <a:cubicBezTo>
                  <a:pt x="273283" y="219665"/>
                  <a:pt x="270820" y="223774"/>
                  <a:pt x="268156" y="227761"/>
                </a:cubicBezTo>
                <a:cubicBezTo>
                  <a:pt x="265492" y="231748"/>
                  <a:pt x="262639" y="235595"/>
                  <a:pt x="259597" y="239302"/>
                </a:cubicBezTo>
                <a:cubicBezTo>
                  <a:pt x="256555" y="243008"/>
                  <a:pt x="253339" y="246557"/>
                  <a:pt x="249947" y="249948"/>
                </a:cubicBezTo>
                <a:cubicBezTo>
                  <a:pt x="246556" y="253339"/>
                  <a:pt x="243008" y="256555"/>
                  <a:pt x="239302" y="259597"/>
                </a:cubicBezTo>
                <a:cubicBezTo>
                  <a:pt x="235594" y="262640"/>
                  <a:pt x="231748" y="265493"/>
                  <a:pt x="227759" y="268157"/>
                </a:cubicBezTo>
                <a:cubicBezTo>
                  <a:pt x="223773" y="270821"/>
                  <a:pt x="219664" y="273283"/>
                  <a:pt x="215436" y="275544"/>
                </a:cubicBezTo>
                <a:cubicBezTo>
                  <a:pt x="211207" y="277804"/>
                  <a:pt x="206877" y="279852"/>
                  <a:pt x="202446" y="281687"/>
                </a:cubicBezTo>
                <a:cubicBezTo>
                  <a:pt x="198017" y="283522"/>
                  <a:pt x="193508" y="285136"/>
                  <a:pt x="188919" y="286528"/>
                </a:cubicBezTo>
                <a:cubicBezTo>
                  <a:pt x="184329" y="287920"/>
                  <a:pt x="179683" y="289083"/>
                  <a:pt x="174980" y="290019"/>
                </a:cubicBezTo>
                <a:cubicBezTo>
                  <a:pt x="170277" y="290955"/>
                  <a:pt x="165540" y="291658"/>
                  <a:pt x="160768" y="292127"/>
                </a:cubicBezTo>
                <a:cubicBezTo>
                  <a:pt x="155995" y="292598"/>
                  <a:pt x="151212" y="292833"/>
                  <a:pt x="146416" y="292833"/>
                </a:cubicBezTo>
                <a:cubicBezTo>
                  <a:pt x="141621" y="292833"/>
                  <a:pt x="136838" y="292598"/>
                  <a:pt x="132065" y="292128"/>
                </a:cubicBezTo>
                <a:cubicBezTo>
                  <a:pt x="127293" y="291658"/>
                  <a:pt x="122555" y="290955"/>
                  <a:pt x="117852" y="290019"/>
                </a:cubicBezTo>
                <a:cubicBezTo>
                  <a:pt x="113149" y="289083"/>
                  <a:pt x="108503" y="287920"/>
                  <a:pt x="103915" y="286528"/>
                </a:cubicBezTo>
                <a:cubicBezTo>
                  <a:pt x="99325" y="285136"/>
                  <a:pt x="94815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8" y="270821"/>
                  <a:pt x="65071" y="268157"/>
                </a:cubicBezTo>
                <a:cubicBezTo>
                  <a:pt x="61084" y="265493"/>
                  <a:pt x="57238" y="262640"/>
                  <a:pt x="53532" y="259598"/>
                </a:cubicBezTo>
                <a:cubicBezTo>
                  <a:pt x="49824" y="256555"/>
                  <a:pt x="46275" y="253339"/>
                  <a:pt x="42884" y="249948"/>
                </a:cubicBezTo>
                <a:cubicBezTo>
                  <a:pt x="39493" y="246557"/>
                  <a:pt x="36277" y="243008"/>
                  <a:pt x="33235" y="239302"/>
                </a:cubicBezTo>
                <a:cubicBezTo>
                  <a:pt x="30193" y="235595"/>
                  <a:pt x="27339" y="231748"/>
                  <a:pt x="24675" y="227761"/>
                </a:cubicBezTo>
                <a:cubicBezTo>
                  <a:pt x="22011" y="223774"/>
                  <a:pt x="19549" y="219665"/>
                  <a:pt x="17289" y="215436"/>
                </a:cubicBezTo>
                <a:cubicBezTo>
                  <a:pt x="15028" y="211207"/>
                  <a:pt x="12980" y="206877"/>
                  <a:pt x="11144" y="202447"/>
                </a:cubicBezTo>
                <a:cubicBezTo>
                  <a:pt x="9310" y="198017"/>
                  <a:pt x="7696" y="193507"/>
                  <a:pt x="6304" y="188918"/>
                </a:cubicBezTo>
                <a:cubicBezTo>
                  <a:pt x="4913" y="184330"/>
                  <a:pt x="3748" y="179684"/>
                  <a:pt x="2812" y="174980"/>
                </a:cubicBezTo>
                <a:cubicBezTo>
                  <a:pt x="1878" y="170277"/>
                  <a:pt x="1175" y="165540"/>
                  <a:pt x="706" y="160768"/>
                </a:cubicBezTo>
                <a:cubicBezTo>
                  <a:pt x="236" y="155995"/>
                  <a:pt x="1" y="151212"/>
                  <a:pt x="0" y="146416"/>
                </a:cubicBezTo>
                <a:cubicBezTo>
                  <a:pt x="1" y="141621"/>
                  <a:pt x="236" y="136837"/>
                  <a:pt x="706" y="132065"/>
                </a:cubicBezTo>
                <a:cubicBezTo>
                  <a:pt x="1175" y="127293"/>
                  <a:pt x="1878" y="122555"/>
                  <a:pt x="2812" y="117852"/>
                </a:cubicBezTo>
                <a:cubicBezTo>
                  <a:pt x="3748" y="113149"/>
                  <a:pt x="4913" y="108503"/>
                  <a:pt x="6304" y="103914"/>
                </a:cubicBezTo>
                <a:cubicBezTo>
                  <a:pt x="7696" y="99325"/>
                  <a:pt x="9310" y="94816"/>
                  <a:pt x="11144" y="90385"/>
                </a:cubicBezTo>
                <a:cubicBezTo>
                  <a:pt x="12980" y="85955"/>
                  <a:pt x="15028" y="81625"/>
                  <a:pt x="17289" y="77396"/>
                </a:cubicBezTo>
                <a:cubicBezTo>
                  <a:pt x="19549" y="73167"/>
                  <a:pt x="22011" y="69059"/>
                  <a:pt x="24675" y="65072"/>
                </a:cubicBezTo>
                <a:cubicBezTo>
                  <a:pt x="27339" y="61085"/>
                  <a:pt x="30193" y="57238"/>
                  <a:pt x="33235" y="53531"/>
                </a:cubicBezTo>
                <a:cubicBezTo>
                  <a:pt x="36277" y="49824"/>
                  <a:pt x="39493" y="46275"/>
                  <a:pt x="42884" y="42884"/>
                </a:cubicBezTo>
                <a:cubicBezTo>
                  <a:pt x="46275" y="39494"/>
                  <a:pt x="49824" y="36277"/>
                  <a:pt x="53532" y="33235"/>
                </a:cubicBezTo>
                <a:cubicBezTo>
                  <a:pt x="57238" y="30193"/>
                  <a:pt x="61084" y="27340"/>
                  <a:pt x="65071" y="24675"/>
                </a:cubicBezTo>
                <a:cubicBezTo>
                  <a:pt x="69058" y="22011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5" y="11145"/>
                </a:cubicBezTo>
                <a:cubicBezTo>
                  <a:pt x="94815" y="9310"/>
                  <a:pt x="99325" y="7697"/>
                  <a:pt x="103914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3" y="1175"/>
                  <a:pt x="132065" y="705"/>
                </a:cubicBezTo>
                <a:cubicBezTo>
                  <a:pt x="136838" y="235"/>
                  <a:pt x="141621" y="0"/>
                  <a:pt x="146416" y="0"/>
                </a:cubicBezTo>
                <a:cubicBezTo>
                  <a:pt x="151212" y="0"/>
                  <a:pt x="155995" y="235"/>
                  <a:pt x="160768" y="705"/>
                </a:cubicBezTo>
                <a:cubicBezTo>
                  <a:pt x="165540" y="1175"/>
                  <a:pt x="170277" y="1878"/>
                  <a:pt x="174980" y="2813"/>
                </a:cubicBezTo>
                <a:cubicBezTo>
                  <a:pt x="179683" y="3749"/>
                  <a:pt x="184329" y="4913"/>
                  <a:pt x="188919" y="6305"/>
                </a:cubicBezTo>
                <a:cubicBezTo>
                  <a:pt x="193508" y="7697"/>
                  <a:pt x="198017" y="9310"/>
                  <a:pt x="202446" y="11145"/>
                </a:cubicBezTo>
                <a:cubicBezTo>
                  <a:pt x="206877" y="12980"/>
                  <a:pt x="211207" y="15028"/>
                  <a:pt x="215436" y="17289"/>
                </a:cubicBezTo>
                <a:cubicBezTo>
                  <a:pt x="219664" y="19549"/>
                  <a:pt x="223773" y="22011"/>
                  <a:pt x="227759" y="24675"/>
                </a:cubicBezTo>
                <a:cubicBezTo>
                  <a:pt x="231748" y="27340"/>
                  <a:pt x="235594" y="30193"/>
                  <a:pt x="239302" y="33235"/>
                </a:cubicBezTo>
                <a:cubicBezTo>
                  <a:pt x="243008" y="36277"/>
                  <a:pt x="246556" y="39494"/>
                  <a:pt x="249947" y="42884"/>
                </a:cubicBezTo>
                <a:cubicBezTo>
                  <a:pt x="253339" y="46275"/>
                  <a:pt x="256555" y="49824"/>
                  <a:pt x="259597" y="53531"/>
                </a:cubicBezTo>
                <a:cubicBezTo>
                  <a:pt x="262639" y="57238"/>
                  <a:pt x="265492" y="61085"/>
                  <a:pt x="268156" y="65072"/>
                </a:cubicBezTo>
                <a:cubicBezTo>
                  <a:pt x="270820" y="69059"/>
                  <a:pt x="273283" y="73167"/>
                  <a:pt x="275544" y="77396"/>
                </a:cubicBezTo>
                <a:cubicBezTo>
                  <a:pt x="277804" y="81625"/>
                  <a:pt x="279852" y="85955"/>
                  <a:pt x="281686" y="90385"/>
                </a:cubicBezTo>
                <a:cubicBezTo>
                  <a:pt x="283522" y="94816"/>
                  <a:pt x="285136" y="99325"/>
                  <a:pt x="286528" y="103914"/>
                </a:cubicBezTo>
                <a:cubicBezTo>
                  <a:pt x="287919" y="108503"/>
                  <a:pt x="289084" y="113149"/>
                  <a:pt x="290019" y="117852"/>
                </a:cubicBezTo>
                <a:cubicBezTo>
                  <a:pt x="290954" y="122555"/>
                  <a:pt x="291658" y="127293"/>
                  <a:pt x="292127" y="132065"/>
                </a:cubicBezTo>
                <a:cubicBezTo>
                  <a:pt x="292598" y="136837"/>
                  <a:pt x="292833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164" name="Text s">
            <a:extLst xmlns:a="http://schemas.openxmlformats.org/drawingml/2006/main">
              <a:ext uri="{FF2B5EF4-FFF2-40B4-BE49-F238E27FC236}">
                <a16:creationId xmlns:a16="http://schemas.microsoft.com/office/drawing/2014/main" id="{D16D32F6-CC32-467B-9F4C-483E6628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3060" y="2091085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5">
            <a:extLst xmlns:a="http://schemas.openxmlformats.org/drawingml/2006/main">
              <a:ext uri="{FF2B5EF4-FFF2-40B4-BE49-F238E27FC236}">
                <a16:creationId xmlns:a16="http://schemas.microsoft.com/office/drawing/2014/main" id="{92AE31F7-29E3-4BE1-9C28-637AD656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4314" y="2117191"/>
            <a:ext cx="60305" cy="105210"/>
          </a:xfrm>
          <a:custGeom xmlns:a="http://schemas.openxmlformats.org/drawingml/2006/main">
            <a:pathLst>
              <a:path w="60305" h="105210">
                <a:moveTo>
                  <a:pt x="60305" y="0"/>
                </a:moveTo>
                <a:lnTo>
                  <a:pt x="54359" y="13113"/>
                </a:lnTo>
                <a:lnTo>
                  <a:pt x="23253" y="13113"/>
                </a:lnTo>
                <a:lnTo>
                  <a:pt x="16468" y="26836"/>
                </a:lnTo>
                <a:cubicBezTo>
                  <a:pt x="29937" y="28819"/>
                  <a:pt x="40610" y="33825"/>
                  <a:pt x="48488" y="41855"/>
                </a:cubicBezTo>
                <a:cubicBezTo>
                  <a:pt x="55248" y="48768"/>
                  <a:pt x="58628" y="56900"/>
                  <a:pt x="58628" y="66252"/>
                </a:cubicBezTo>
                <a:cubicBezTo>
                  <a:pt x="58628" y="71690"/>
                  <a:pt x="57523" y="76722"/>
                  <a:pt x="55312" y="81347"/>
                </a:cubicBezTo>
                <a:cubicBezTo>
                  <a:pt x="53101" y="85973"/>
                  <a:pt x="50318" y="89912"/>
                  <a:pt x="46963" y="93165"/>
                </a:cubicBezTo>
                <a:cubicBezTo>
                  <a:pt x="43609" y="96417"/>
                  <a:pt x="39873" y="99035"/>
                  <a:pt x="35756" y="101017"/>
                </a:cubicBezTo>
                <a:cubicBezTo>
                  <a:pt x="29911" y="103813"/>
                  <a:pt x="23914" y="105210"/>
                  <a:pt x="17764" y="105210"/>
                </a:cubicBezTo>
                <a:cubicBezTo>
                  <a:pt x="11563" y="105210"/>
                  <a:pt x="7052" y="104156"/>
                  <a:pt x="4231" y="102046"/>
                </a:cubicBezTo>
                <a:cubicBezTo>
                  <a:pt x="1410" y="99937"/>
                  <a:pt x="0" y="97612"/>
                  <a:pt x="0" y="95071"/>
                </a:cubicBezTo>
                <a:cubicBezTo>
                  <a:pt x="0" y="93647"/>
                  <a:pt x="585" y="92389"/>
                  <a:pt x="1754" y="91297"/>
                </a:cubicBezTo>
                <a:cubicBezTo>
                  <a:pt x="2923" y="90204"/>
                  <a:pt x="4396" y="89658"/>
                  <a:pt x="6175" y="89658"/>
                </a:cubicBezTo>
                <a:cubicBezTo>
                  <a:pt x="7497" y="89658"/>
                  <a:pt x="8653" y="89861"/>
                  <a:pt x="9644" y="90267"/>
                </a:cubicBezTo>
                <a:cubicBezTo>
                  <a:pt x="10635" y="90674"/>
                  <a:pt x="12325" y="91716"/>
                  <a:pt x="14714" y="93393"/>
                </a:cubicBezTo>
                <a:cubicBezTo>
                  <a:pt x="18526" y="96036"/>
                  <a:pt x="22389" y="97358"/>
                  <a:pt x="26303" y="97358"/>
                </a:cubicBezTo>
                <a:cubicBezTo>
                  <a:pt x="32249" y="97358"/>
                  <a:pt x="37472" y="95109"/>
                  <a:pt x="41970" y="90611"/>
                </a:cubicBezTo>
                <a:cubicBezTo>
                  <a:pt x="46468" y="86112"/>
                  <a:pt x="48717" y="80636"/>
                  <a:pt x="48717" y="74181"/>
                </a:cubicBezTo>
                <a:cubicBezTo>
                  <a:pt x="48717" y="67929"/>
                  <a:pt x="46709" y="62097"/>
                  <a:pt x="42694" y="56684"/>
                </a:cubicBezTo>
                <a:cubicBezTo>
                  <a:pt x="38679" y="51271"/>
                  <a:pt x="33139" y="47091"/>
                  <a:pt x="26074" y="44143"/>
                </a:cubicBezTo>
                <a:cubicBezTo>
                  <a:pt x="20534" y="41855"/>
                  <a:pt x="12986" y="40534"/>
                  <a:pt x="3431" y="40178"/>
                </a:cubicBezTo>
                <a:lnTo>
                  <a:pt x="23253" y="0"/>
                </a:lnTo>
                <a:lnTo>
                  <a:pt x="6030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326E49-C181-4B1D-B01C-E0D06975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3612" y="2131547"/>
            <a:ext cx="355089" cy="10"/>
          </a:xfrm>
          <a:custGeom xmlns:a="http://schemas.openxmlformats.org/drawingml/2006/main">
            <a:pathLst>
              <a:path w="355089" h="1" fill="none">
                <a:moveTo>
                  <a:pt x="0" y="0"/>
                </a:moveTo>
                <a:lnTo>
                  <a:pt x="355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80E5B7-4CEF-4493-9343-D0EFF5E0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8452" y="2111049"/>
            <a:ext cx="40997" cy="40997"/>
          </a:xfrm>
          <a:custGeom xmlns:a="http://schemas.openxmlformats.org/drawingml/2006/main">
            <a:pathLst>
              <a:path w="40997" h="40997">
                <a:moveTo>
                  <a:pt x="40997" y="20498"/>
                </a:moveTo>
                <a:lnTo>
                  <a:pt x="0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D1A4DA-6DDD-49E8-A627-50FCA403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8452" y="2111049"/>
            <a:ext cx="40997" cy="40997"/>
          </a:xfrm>
          <a:custGeom xmlns:a="http://schemas.openxmlformats.org/drawingml/2006/main">
            <a:pathLst>
              <a:path w="40997" h="40997" fill="none">
                <a:moveTo>
                  <a:pt x="40997" y="20498"/>
                </a:moveTo>
                <a:lnTo>
                  <a:pt x="0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169" name="Text x">
            <a:extLst xmlns:a="http://schemas.openxmlformats.org/drawingml/2006/main">
              <a:ext uri="{FF2B5EF4-FFF2-40B4-BE49-F238E27FC236}">
                <a16:creationId xmlns:a16="http://schemas.microsoft.com/office/drawing/2014/main" id="{23353FF5-3814-46EF-A699-3B20861F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995" y="2186553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Text 5">
            <a:extLst xmlns:a="http://schemas.openxmlformats.org/drawingml/2006/main">
              <a:ext uri="{FF2B5EF4-FFF2-40B4-BE49-F238E27FC236}">
                <a16:creationId xmlns:a16="http://schemas.microsoft.com/office/drawing/2014/main" id="{208A9465-FB67-4B32-892E-2E2E1681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5935" y="2189802"/>
            <a:ext cx="67861" cy="118391"/>
          </a:xfrm>
          <a:custGeom xmlns:a="http://schemas.openxmlformats.org/drawingml/2006/main">
            <a:pathLst>
              <a:path w="67861" h="118391">
                <a:moveTo>
                  <a:pt x="67861" y="0"/>
                </a:moveTo>
                <a:lnTo>
                  <a:pt x="61169" y="14756"/>
                </a:lnTo>
                <a:lnTo>
                  <a:pt x="26166" y="14756"/>
                </a:lnTo>
                <a:lnTo>
                  <a:pt x="18531" y="30198"/>
                </a:lnTo>
                <a:cubicBezTo>
                  <a:pt x="33687" y="32429"/>
                  <a:pt x="45698" y="38063"/>
                  <a:pt x="54563" y="47099"/>
                </a:cubicBezTo>
                <a:cubicBezTo>
                  <a:pt x="62170" y="54878"/>
                  <a:pt x="65973" y="64029"/>
                  <a:pt x="65973" y="74552"/>
                </a:cubicBezTo>
                <a:cubicBezTo>
                  <a:pt x="65973" y="80672"/>
                  <a:pt x="64729" y="86334"/>
                  <a:pt x="62241" y="91539"/>
                </a:cubicBezTo>
                <a:cubicBezTo>
                  <a:pt x="59753" y="96743"/>
                  <a:pt x="56622" y="101176"/>
                  <a:pt x="52847" y="104836"/>
                </a:cubicBezTo>
                <a:cubicBezTo>
                  <a:pt x="49072" y="108497"/>
                  <a:pt x="44869" y="111442"/>
                  <a:pt x="40236" y="113673"/>
                </a:cubicBezTo>
                <a:cubicBezTo>
                  <a:pt x="33659" y="116818"/>
                  <a:pt x="26910" y="118391"/>
                  <a:pt x="19989" y="118391"/>
                </a:cubicBezTo>
                <a:cubicBezTo>
                  <a:pt x="13012" y="118391"/>
                  <a:pt x="7936" y="117205"/>
                  <a:pt x="4761" y="114831"/>
                </a:cubicBezTo>
                <a:cubicBezTo>
                  <a:pt x="1587" y="112457"/>
                  <a:pt x="0" y="109841"/>
                  <a:pt x="0" y="106981"/>
                </a:cubicBezTo>
                <a:cubicBezTo>
                  <a:pt x="0" y="105380"/>
                  <a:pt x="658" y="103964"/>
                  <a:pt x="1973" y="102734"/>
                </a:cubicBezTo>
                <a:cubicBezTo>
                  <a:pt x="3289" y="101505"/>
                  <a:pt x="4947" y="100890"/>
                  <a:pt x="6949" y="100890"/>
                </a:cubicBezTo>
                <a:cubicBezTo>
                  <a:pt x="8436" y="100890"/>
                  <a:pt x="9737" y="101119"/>
                  <a:pt x="10853" y="101576"/>
                </a:cubicBezTo>
                <a:cubicBezTo>
                  <a:pt x="11968" y="102034"/>
                  <a:pt x="13870" y="103206"/>
                  <a:pt x="16558" y="105094"/>
                </a:cubicBezTo>
                <a:cubicBezTo>
                  <a:pt x="20847" y="108068"/>
                  <a:pt x="25194" y="109555"/>
                  <a:pt x="29598" y="109555"/>
                </a:cubicBezTo>
                <a:cubicBezTo>
                  <a:pt x="36290" y="109555"/>
                  <a:pt x="42166" y="107024"/>
                  <a:pt x="47228" y="101962"/>
                </a:cubicBezTo>
                <a:cubicBezTo>
                  <a:pt x="52289" y="96901"/>
                  <a:pt x="54820" y="90738"/>
                  <a:pt x="54820" y="83474"/>
                </a:cubicBezTo>
                <a:cubicBezTo>
                  <a:pt x="54820" y="76440"/>
                  <a:pt x="52561" y="69877"/>
                  <a:pt x="48043" y="63785"/>
                </a:cubicBezTo>
                <a:cubicBezTo>
                  <a:pt x="43525" y="57694"/>
                  <a:pt x="37290" y="52990"/>
                  <a:pt x="29340" y="49673"/>
                </a:cubicBezTo>
                <a:cubicBezTo>
                  <a:pt x="23106" y="47099"/>
                  <a:pt x="14613" y="45612"/>
                  <a:pt x="3861" y="45212"/>
                </a:cubicBezTo>
                <a:lnTo>
                  <a:pt x="26166" y="0"/>
                </a:lnTo>
                <a:lnTo>
                  <a:pt x="6786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Text /y">
            <a:extLst xmlns:a="http://schemas.openxmlformats.org/drawingml/2006/main">
              <a:ext uri="{FF2B5EF4-FFF2-40B4-BE49-F238E27FC236}">
                <a16:creationId xmlns:a16="http://schemas.microsoft.com/office/drawing/2014/main" id="{6F4FB78E-8AEA-4F06-97E8-A6E0F5F9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634" y="2143143"/>
            <a:ext cx="135408" cy="159914"/>
          </a:xfrm>
          <a:custGeom xmlns:a="http://schemas.openxmlformats.org/drawingml/2006/main">
            <a:pathLst>
              <a:path w="135408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7" y="43410"/>
                </a:moveTo>
                <a:lnTo>
                  <a:pt x="86249" y="43410"/>
                </a:lnTo>
                <a:lnTo>
                  <a:pt x="86249" y="46584"/>
                </a:lnTo>
                <a:lnTo>
                  <a:pt x="84448" y="46584"/>
                </a:lnTo>
                <a:cubicBezTo>
                  <a:pt x="81874" y="46584"/>
                  <a:pt x="79944" y="47142"/>
                  <a:pt x="78657" y="48257"/>
                </a:cubicBezTo>
                <a:cubicBezTo>
                  <a:pt x="77370" y="49373"/>
                  <a:pt x="76727" y="50760"/>
                  <a:pt x="76727" y="52418"/>
                </a:cubicBezTo>
                <a:cubicBezTo>
                  <a:pt x="76727" y="54649"/>
                  <a:pt x="77670" y="57737"/>
                  <a:pt x="79558" y="61684"/>
                </a:cubicBezTo>
                <a:lnTo>
                  <a:pt x="98689" y="101319"/>
                </a:lnTo>
                <a:lnTo>
                  <a:pt x="116276" y="57909"/>
                </a:lnTo>
                <a:cubicBezTo>
                  <a:pt x="117249" y="55564"/>
                  <a:pt x="117735" y="53247"/>
                  <a:pt x="117735" y="50960"/>
                </a:cubicBezTo>
                <a:cubicBezTo>
                  <a:pt x="117735" y="49930"/>
                  <a:pt x="117535" y="49158"/>
                  <a:pt x="117134" y="48643"/>
                </a:cubicBezTo>
                <a:cubicBezTo>
                  <a:pt x="116677" y="48014"/>
                  <a:pt x="115962" y="47514"/>
                  <a:pt x="114989" y="47142"/>
                </a:cubicBezTo>
                <a:cubicBezTo>
                  <a:pt x="114017" y="46770"/>
                  <a:pt x="112301" y="46584"/>
                  <a:pt x="109842" y="46584"/>
                </a:cubicBezTo>
                <a:lnTo>
                  <a:pt x="109842" y="43410"/>
                </a:lnTo>
                <a:lnTo>
                  <a:pt x="135408" y="43410"/>
                </a:lnTo>
                <a:lnTo>
                  <a:pt x="135408" y="46584"/>
                </a:lnTo>
                <a:cubicBezTo>
                  <a:pt x="133291" y="46813"/>
                  <a:pt x="131661" y="47271"/>
                  <a:pt x="130518" y="47957"/>
                </a:cubicBezTo>
                <a:cubicBezTo>
                  <a:pt x="129374" y="48643"/>
                  <a:pt x="128115" y="49930"/>
                  <a:pt x="126743" y="51818"/>
                </a:cubicBezTo>
                <a:cubicBezTo>
                  <a:pt x="126228" y="52618"/>
                  <a:pt x="125256" y="54820"/>
                  <a:pt x="123826" y="58424"/>
                </a:cubicBezTo>
                <a:lnTo>
                  <a:pt x="91826" y="136836"/>
                </a:lnTo>
                <a:cubicBezTo>
                  <a:pt x="88737" y="144443"/>
                  <a:pt x="84691" y="150191"/>
                  <a:pt x="79686" y="154080"/>
                </a:cubicBezTo>
                <a:cubicBezTo>
                  <a:pt x="74682" y="157969"/>
                  <a:pt x="69863" y="159914"/>
                  <a:pt x="65231" y="159914"/>
                </a:cubicBezTo>
                <a:cubicBezTo>
                  <a:pt x="61856" y="159914"/>
                  <a:pt x="59082" y="158953"/>
                  <a:pt x="56909" y="157032"/>
                </a:cubicBezTo>
                <a:cubicBezTo>
                  <a:pt x="54736" y="155111"/>
                  <a:pt x="53649" y="152907"/>
                  <a:pt x="53649" y="150421"/>
                </a:cubicBezTo>
                <a:cubicBezTo>
                  <a:pt x="53649" y="148047"/>
                  <a:pt x="54435" y="146133"/>
                  <a:pt x="56008" y="144678"/>
                </a:cubicBezTo>
                <a:cubicBezTo>
                  <a:pt x="57581" y="143225"/>
                  <a:pt x="59740" y="142499"/>
                  <a:pt x="62485" y="142499"/>
                </a:cubicBezTo>
                <a:cubicBezTo>
                  <a:pt x="64373" y="142499"/>
                  <a:pt x="66947" y="143128"/>
                  <a:pt x="70207" y="144386"/>
                </a:cubicBezTo>
                <a:cubicBezTo>
                  <a:pt x="72494" y="145244"/>
                  <a:pt x="73924" y="145673"/>
                  <a:pt x="74496" y="145673"/>
                </a:cubicBezTo>
                <a:cubicBezTo>
                  <a:pt x="76212" y="145673"/>
                  <a:pt x="78085" y="144780"/>
                  <a:pt x="80115" y="142995"/>
                </a:cubicBezTo>
                <a:cubicBezTo>
                  <a:pt x="82146" y="141211"/>
                  <a:pt x="84190" y="137758"/>
                  <a:pt x="86249" y="132635"/>
                </a:cubicBezTo>
                <a:lnTo>
                  <a:pt x="91826" y="118906"/>
                </a:lnTo>
                <a:lnTo>
                  <a:pt x="63601" y="59625"/>
                </a:lnTo>
                <a:cubicBezTo>
                  <a:pt x="62743" y="57852"/>
                  <a:pt x="61370" y="55650"/>
                  <a:pt x="59483" y="53019"/>
                </a:cubicBezTo>
                <a:cubicBezTo>
                  <a:pt x="58053" y="51017"/>
                  <a:pt x="56880" y="49673"/>
                  <a:pt x="55965" y="48987"/>
                </a:cubicBezTo>
                <a:cubicBezTo>
                  <a:pt x="54650" y="48071"/>
                  <a:pt x="52534" y="47271"/>
                  <a:pt x="49617" y="46584"/>
                </a:cubicBezTo>
                <a:lnTo>
                  <a:pt x="49617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5">
            <a:extLst xmlns:a="http://schemas.openxmlformats.org/drawingml/2006/main">
              <a:ext uri="{FF2B5EF4-FFF2-40B4-BE49-F238E27FC236}">
                <a16:creationId xmlns:a16="http://schemas.microsoft.com/office/drawing/2014/main" id="{14A195D7-408B-4E9D-8630-29905E5B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501" y="2189802"/>
            <a:ext cx="67861" cy="118391"/>
          </a:xfrm>
          <a:custGeom xmlns:a="http://schemas.openxmlformats.org/drawingml/2006/main">
            <a:pathLst>
              <a:path w="67861" h="118391">
                <a:moveTo>
                  <a:pt x="67861" y="0"/>
                </a:moveTo>
                <a:lnTo>
                  <a:pt x="61169" y="14756"/>
                </a:lnTo>
                <a:lnTo>
                  <a:pt x="26166" y="14756"/>
                </a:lnTo>
                <a:lnTo>
                  <a:pt x="18531" y="30198"/>
                </a:lnTo>
                <a:cubicBezTo>
                  <a:pt x="33687" y="32429"/>
                  <a:pt x="45698" y="38063"/>
                  <a:pt x="54563" y="47099"/>
                </a:cubicBezTo>
                <a:cubicBezTo>
                  <a:pt x="62170" y="54878"/>
                  <a:pt x="65973" y="64029"/>
                  <a:pt x="65973" y="74552"/>
                </a:cubicBezTo>
                <a:cubicBezTo>
                  <a:pt x="65973" y="80672"/>
                  <a:pt x="64729" y="86334"/>
                  <a:pt x="62241" y="91539"/>
                </a:cubicBezTo>
                <a:cubicBezTo>
                  <a:pt x="59753" y="96743"/>
                  <a:pt x="56622" y="101176"/>
                  <a:pt x="52847" y="104836"/>
                </a:cubicBezTo>
                <a:cubicBezTo>
                  <a:pt x="49072" y="108497"/>
                  <a:pt x="44869" y="111442"/>
                  <a:pt x="40236" y="113673"/>
                </a:cubicBezTo>
                <a:cubicBezTo>
                  <a:pt x="33659" y="116818"/>
                  <a:pt x="26910" y="118391"/>
                  <a:pt x="19989" y="118391"/>
                </a:cubicBezTo>
                <a:cubicBezTo>
                  <a:pt x="13012" y="118391"/>
                  <a:pt x="7936" y="117205"/>
                  <a:pt x="4761" y="114831"/>
                </a:cubicBezTo>
                <a:cubicBezTo>
                  <a:pt x="1587" y="112457"/>
                  <a:pt x="0" y="109841"/>
                  <a:pt x="0" y="106981"/>
                </a:cubicBezTo>
                <a:cubicBezTo>
                  <a:pt x="0" y="105380"/>
                  <a:pt x="658" y="103964"/>
                  <a:pt x="1973" y="102734"/>
                </a:cubicBezTo>
                <a:cubicBezTo>
                  <a:pt x="3289" y="101505"/>
                  <a:pt x="4947" y="100890"/>
                  <a:pt x="6949" y="100890"/>
                </a:cubicBezTo>
                <a:cubicBezTo>
                  <a:pt x="8436" y="100890"/>
                  <a:pt x="9737" y="101119"/>
                  <a:pt x="10853" y="101576"/>
                </a:cubicBezTo>
                <a:cubicBezTo>
                  <a:pt x="11968" y="102034"/>
                  <a:pt x="13870" y="103206"/>
                  <a:pt x="16558" y="105094"/>
                </a:cubicBezTo>
                <a:cubicBezTo>
                  <a:pt x="20847" y="108068"/>
                  <a:pt x="25194" y="109555"/>
                  <a:pt x="29598" y="109555"/>
                </a:cubicBezTo>
                <a:cubicBezTo>
                  <a:pt x="36290" y="109555"/>
                  <a:pt x="42166" y="107024"/>
                  <a:pt x="47228" y="101962"/>
                </a:cubicBezTo>
                <a:cubicBezTo>
                  <a:pt x="52289" y="96901"/>
                  <a:pt x="54820" y="90738"/>
                  <a:pt x="54820" y="83474"/>
                </a:cubicBezTo>
                <a:cubicBezTo>
                  <a:pt x="54820" y="76440"/>
                  <a:pt x="52561" y="69877"/>
                  <a:pt x="48043" y="63785"/>
                </a:cubicBezTo>
                <a:cubicBezTo>
                  <a:pt x="43525" y="57694"/>
                  <a:pt x="37290" y="52990"/>
                  <a:pt x="29340" y="49673"/>
                </a:cubicBezTo>
                <a:cubicBezTo>
                  <a:pt x="23106" y="47099"/>
                  <a:pt x="14613" y="45612"/>
                  <a:pt x="3861" y="45212"/>
                </a:cubicBezTo>
                <a:lnTo>
                  <a:pt x="26166" y="0"/>
                </a:lnTo>
                <a:lnTo>
                  <a:pt x="6786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7AADC4-CD18-47B5-9902-C6441375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438" y="1480814"/>
            <a:ext cx="292834" cy="292833"/>
          </a:xfrm>
          <a:custGeom xmlns:a="http://schemas.openxmlformats.org/drawingml/2006/main">
            <a:pathLst>
              <a:path w="292834" h="292833">
                <a:moveTo>
                  <a:pt x="292833" y="146416"/>
                </a:moveTo>
                <a:cubicBezTo>
                  <a:pt x="292834" y="151212"/>
                  <a:pt x="292599" y="155995"/>
                  <a:pt x="292128" y="160768"/>
                </a:cubicBezTo>
                <a:cubicBezTo>
                  <a:pt x="291658" y="165540"/>
                  <a:pt x="290956" y="170278"/>
                  <a:pt x="290020" y="174980"/>
                </a:cubicBezTo>
                <a:cubicBezTo>
                  <a:pt x="289084" y="179684"/>
                  <a:pt x="287921" y="184330"/>
                  <a:pt x="286529" y="188919"/>
                </a:cubicBezTo>
                <a:cubicBezTo>
                  <a:pt x="285137" y="193507"/>
                  <a:pt x="283523" y="198017"/>
                  <a:pt x="281687" y="202447"/>
                </a:cubicBezTo>
                <a:cubicBezTo>
                  <a:pt x="279853" y="206877"/>
                  <a:pt x="277806" y="211207"/>
                  <a:pt x="275544" y="215436"/>
                </a:cubicBezTo>
                <a:cubicBezTo>
                  <a:pt x="273284" y="219665"/>
                  <a:pt x="270822" y="223773"/>
                  <a:pt x="268157" y="227761"/>
                </a:cubicBezTo>
                <a:cubicBezTo>
                  <a:pt x="265493" y="231748"/>
                  <a:pt x="262640" y="235595"/>
                  <a:pt x="259598" y="239302"/>
                </a:cubicBezTo>
                <a:cubicBezTo>
                  <a:pt x="256556" y="243009"/>
                  <a:pt x="253339" y="246557"/>
                  <a:pt x="249948" y="249948"/>
                </a:cubicBezTo>
                <a:cubicBezTo>
                  <a:pt x="246557" y="253339"/>
                  <a:pt x="243009" y="256555"/>
                  <a:pt x="239302" y="259598"/>
                </a:cubicBezTo>
                <a:cubicBezTo>
                  <a:pt x="235596" y="262640"/>
                  <a:pt x="231749" y="265493"/>
                  <a:pt x="227761" y="268157"/>
                </a:cubicBezTo>
                <a:cubicBezTo>
                  <a:pt x="223774" y="270821"/>
                  <a:pt x="219665" y="273283"/>
                  <a:pt x="215436" y="275544"/>
                </a:cubicBezTo>
                <a:cubicBezTo>
                  <a:pt x="211208" y="277804"/>
                  <a:pt x="206877" y="279852"/>
                  <a:pt x="202447" y="281687"/>
                </a:cubicBezTo>
                <a:cubicBezTo>
                  <a:pt x="198018" y="283522"/>
                  <a:pt x="193508" y="285136"/>
                  <a:pt x="188919" y="286528"/>
                </a:cubicBezTo>
                <a:cubicBezTo>
                  <a:pt x="184331" y="287920"/>
                  <a:pt x="179684" y="289084"/>
                  <a:pt x="174980" y="290019"/>
                </a:cubicBezTo>
                <a:cubicBezTo>
                  <a:pt x="170278" y="290955"/>
                  <a:pt x="165541" y="291658"/>
                  <a:pt x="160769" y="292128"/>
                </a:cubicBezTo>
                <a:cubicBezTo>
                  <a:pt x="155996" y="292598"/>
                  <a:pt x="151213" y="292833"/>
                  <a:pt x="146417" y="292833"/>
                </a:cubicBezTo>
                <a:cubicBezTo>
                  <a:pt x="141621" y="292833"/>
                  <a:pt x="136838" y="292598"/>
                  <a:pt x="132066" y="292128"/>
                </a:cubicBezTo>
                <a:cubicBezTo>
                  <a:pt x="127293" y="291658"/>
                  <a:pt x="122555" y="290955"/>
                  <a:pt x="117852" y="290019"/>
                </a:cubicBezTo>
                <a:cubicBezTo>
                  <a:pt x="113149" y="289084"/>
                  <a:pt x="108503" y="287920"/>
                  <a:pt x="103913" y="286528"/>
                </a:cubicBezTo>
                <a:cubicBezTo>
                  <a:pt x="99324" y="285136"/>
                  <a:pt x="94815" y="283522"/>
                  <a:pt x="90384" y="281687"/>
                </a:cubicBezTo>
                <a:cubicBezTo>
                  <a:pt x="85954" y="279852"/>
                  <a:pt x="81624" y="277804"/>
                  <a:pt x="77396" y="275544"/>
                </a:cubicBezTo>
                <a:cubicBezTo>
                  <a:pt x="73167" y="273283"/>
                  <a:pt x="69059" y="270821"/>
                  <a:pt x="65072" y="268157"/>
                </a:cubicBezTo>
                <a:cubicBezTo>
                  <a:pt x="61084" y="265493"/>
                  <a:pt x="57238" y="262640"/>
                  <a:pt x="53531" y="259598"/>
                </a:cubicBezTo>
                <a:cubicBezTo>
                  <a:pt x="49824" y="256555"/>
                  <a:pt x="46276" y="253339"/>
                  <a:pt x="42885" y="249948"/>
                </a:cubicBezTo>
                <a:cubicBezTo>
                  <a:pt x="39494" y="246557"/>
                  <a:pt x="36278" y="243009"/>
                  <a:pt x="33235" y="239302"/>
                </a:cubicBezTo>
                <a:cubicBezTo>
                  <a:pt x="30193" y="235595"/>
                  <a:pt x="27339" y="231748"/>
                  <a:pt x="24675" y="227761"/>
                </a:cubicBezTo>
                <a:cubicBezTo>
                  <a:pt x="22011" y="223773"/>
                  <a:pt x="19549" y="219665"/>
                  <a:pt x="17289" y="215436"/>
                </a:cubicBezTo>
                <a:cubicBezTo>
                  <a:pt x="15028" y="211207"/>
                  <a:pt x="12980" y="206877"/>
                  <a:pt x="11145" y="202447"/>
                </a:cubicBezTo>
                <a:cubicBezTo>
                  <a:pt x="9310" y="198017"/>
                  <a:pt x="7697" y="193507"/>
                  <a:pt x="6305" y="188919"/>
                </a:cubicBezTo>
                <a:cubicBezTo>
                  <a:pt x="4913" y="184330"/>
                  <a:pt x="3749" y="179684"/>
                  <a:pt x="2813" y="174980"/>
                </a:cubicBezTo>
                <a:cubicBezTo>
                  <a:pt x="1878" y="170278"/>
                  <a:pt x="1175" y="165540"/>
                  <a:pt x="706" y="160768"/>
                </a:cubicBezTo>
                <a:cubicBezTo>
                  <a:pt x="235" y="155995"/>
                  <a:pt x="0" y="151212"/>
                  <a:pt x="1" y="146416"/>
                </a:cubicBezTo>
                <a:cubicBezTo>
                  <a:pt x="0" y="141621"/>
                  <a:pt x="235" y="136837"/>
                  <a:pt x="706" y="132065"/>
                </a:cubicBezTo>
                <a:cubicBezTo>
                  <a:pt x="1175" y="127293"/>
                  <a:pt x="1878" y="122555"/>
                  <a:pt x="2813" y="117852"/>
                </a:cubicBezTo>
                <a:cubicBezTo>
                  <a:pt x="3749" y="113149"/>
                  <a:pt x="4913" y="108503"/>
                  <a:pt x="6305" y="103914"/>
                </a:cubicBezTo>
                <a:cubicBezTo>
                  <a:pt x="7697" y="99325"/>
                  <a:pt x="9310" y="94816"/>
                  <a:pt x="11145" y="90385"/>
                </a:cubicBezTo>
                <a:cubicBezTo>
                  <a:pt x="12980" y="85955"/>
                  <a:pt x="15028" y="81625"/>
                  <a:pt x="17289" y="77396"/>
                </a:cubicBezTo>
                <a:cubicBezTo>
                  <a:pt x="19549" y="73167"/>
                  <a:pt x="22011" y="69059"/>
                  <a:pt x="24675" y="65072"/>
                </a:cubicBezTo>
                <a:cubicBezTo>
                  <a:pt x="27339" y="61084"/>
                  <a:pt x="30193" y="57237"/>
                  <a:pt x="33235" y="53531"/>
                </a:cubicBezTo>
                <a:cubicBezTo>
                  <a:pt x="36278" y="49824"/>
                  <a:pt x="39494" y="46275"/>
                  <a:pt x="42885" y="42884"/>
                </a:cubicBezTo>
                <a:cubicBezTo>
                  <a:pt x="46276" y="39493"/>
                  <a:pt x="49824" y="36277"/>
                  <a:pt x="53531" y="33235"/>
                </a:cubicBezTo>
                <a:cubicBezTo>
                  <a:pt x="57238" y="30193"/>
                  <a:pt x="61084" y="27340"/>
                  <a:pt x="65072" y="24675"/>
                </a:cubicBezTo>
                <a:cubicBezTo>
                  <a:pt x="69059" y="22011"/>
                  <a:pt x="73167" y="19549"/>
                  <a:pt x="77396" y="17289"/>
                </a:cubicBezTo>
                <a:cubicBezTo>
                  <a:pt x="81624" y="15028"/>
                  <a:pt x="85954" y="12980"/>
                  <a:pt x="90384" y="11145"/>
                </a:cubicBezTo>
                <a:cubicBezTo>
                  <a:pt x="94815" y="9310"/>
                  <a:pt x="99324" y="7697"/>
                  <a:pt x="103913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3" y="1175"/>
                  <a:pt x="132066" y="705"/>
                </a:cubicBezTo>
                <a:cubicBezTo>
                  <a:pt x="136838" y="235"/>
                  <a:pt x="141621" y="0"/>
                  <a:pt x="146417" y="0"/>
                </a:cubicBezTo>
                <a:cubicBezTo>
                  <a:pt x="151213" y="0"/>
                  <a:pt x="155996" y="235"/>
                  <a:pt x="160769" y="705"/>
                </a:cubicBezTo>
                <a:cubicBezTo>
                  <a:pt x="165541" y="1175"/>
                  <a:pt x="170278" y="1878"/>
                  <a:pt x="174980" y="2813"/>
                </a:cubicBezTo>
                <a:cubicBezTo>
                  <a:pt x="179684" y="3749"/>
                  <a:pt x="184331" y="4913"/>
                  <a:pt x="188919" y="6305"/>
                </a:cubicBezTo>
                <a:cubicBezTo>
                  <a:pt x="193508" y="7697"/>
                  <a:pt x="198018" y="9310"/>
                  <a:pt x="202447" y="11145"/>
                </a:cubicBezTo>
                <a:cubicBezTo>
                  <a:pt x="206877" y="12980"/>
                  <a:pt x="211208" y="15028"/>
                  <a:pt x="215436" y="17289"/>
                </a:cubicBezTo>
                <a:cubicBezTo>
                  <a:pt x="219665" y="19549"/>
                  <a:pt x="223774" y="22011"/>
                  <a:pt x="227761" y="24675"/>
                </a:cubicBezTo>
                <a:cubicBezTo>
                  <a:pt x="231749" y="27340"/>
                  <a:pt x="235596" y="30193"/>
                  <a:pt x="239302" y="33235"/>
                </a:cubicBezTo>
                <a:cubicBezTo>
                  <a:pt x="243009" y="36277"/>
                  <a:pt x="246557" y="39493"/>
                  <a:pt x="249948" y="42884"/>
                </a:cubicBezTo>
                <a:cubicBezTo>
                  <a:pt x="253339" y="46275"/>
                  <a:pt x="256556" y="49824"/>
                  <a:pt x="259598" y="53531"/>
                </a:cubicBezTo>
                <a:cubicBezTo>
                  <a:pt x="262640" y="57238"/>
                  <a:pt x="265493" y="61085"/>
                  <a:pt x="268156" y="65072"/>
                </a:cubicBezTo>
                <a:cubicBezTo>
                  <a:pt x="270821" y="69059"/>
                  <a:pt x="273284" y="73167"/>
                  <a:pt x="275544" y="77396"/>
                </a:cubicBezTo>
                <a:cubicBezTo>
                  <a:pt x="277806" y="81625"/>
                  <a:pt x="279853" y="85955"/>
                  <a:pt x="281687" y="90385"/>
                </a:cubicBezTo>
                <a:cubicBezTo>
                  <a:pt x="283523" y="94816"/>
                  <a:pt x="285136" y="99325"/>
                  <a:pt x="286529" y="103913"/>
                </a:cubicBezTo>
                <a:cubicBezTo>
                  <a:pt x="287920" y="108503"/>
                  <a:pt x="289084" y="113149"/>
                  <a:pt x="290020" y="117852"/>
                </a:cubicBezTo>
                <a:cubicBezTo>
                  <a:pt x="290956" y="122555"/>
                  <a:pt x="291658" y="127293"/>
                  <a:pt x="292128" y="132065"/>
                </a:cubicBezTo>
                <a:cubicBezTo>
                  <a:pt x="292599" y="136837"/>
                  <a:pt x="292834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86439-3285-4160-90BA-9A90C897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8438" y="1480814"/>
            <a:ext cx="292834" cy="292833"/>
          </a:xfrm>
          <a:custGeom xmlns:a="http://schemas.openxmlformats.org/drawingml/2006/main">
            <a:pathLst>
              <a:path w="292834" h="292833" fill="none">
                <a:moveTo>
                  <a:pt x="292833" y="146416"/>
                </a:moveTo>
                <a:cubicBezTo>
                  <a:pt x="292834" y="151212"/>
                  <a:pt x="292599" y="155995"/>
                  <a:pt x="292128" y="160768"/>
                </a:cubicBezTo>
                <a:cubicBezTo>
                  <a:pt x="291658" y="165540"/>
                  <a:pt x="290956" y="170278"/>
                  <a:pt x="290020" y="174980"/>
                </a:cubicBezTo>
                <a:cubicBezTo>
                  <a:pt x="289084" y="179684"/>
                  <a:pt x="287921" y="184330"/>
                  <a:pt x="286529" y="188919"/>
                </a:cubicBezTo>
                <a:cubicBezTo>
                  <a:pt x="285137" y="193507"/>
                  <a:pt x="283523" y="198017"/>
                  <a:pt x="281687" y="202447"/>
                </a:cubicBezTo>
                <a:cubicBezTo>
                  <a:pt x="279853" y="206877"/>
                  <a:pt x="277806" y="211207"/>
                  <a:pt x="275544" y="215436"/>
                </a:cubicBezTo>
                <a:cubicBezTo>
                  <a:pt x="273284" y="219665"/>
                  <a:pt x="270822" y="223773"/>
                  <a:pt x="268157" y="227761"/>
                </a:cubicBezTo>
                <a:cubicBezTo>
                  <a:pt x="265493" y="231748"/>
                  <a:pt x="262640" y="235595"/>
                  <a:pt x="259598" y="239302"/>
                </a:cubicBezTo>
                <a:cubicBezTo>
                  <a:pt x="256556" y="243009"/>
                  <a:pt x="253339" y="246557"/>
                  <a:pt x="249948" y="249948"/>
                </a:cubicBezTo>
                <a:cubicBezTo>
                  <a:pt x="246557" y="253339"/>
                  <a:pt x="243009" y="256555"/>
                  <a:pt x="239302" y="259598"/>
                </a:cubicBezTo>
                <a:cubicBezTo>
                  <a:pt x="235596" y="262640"/>
                  <a:pt x="231749" y="265493"/>
                  <a:pt x="227761" y="268157"/>
                </a:cubicBezTo>
                <a:cubicBezTo>
                  <a:pt x="223774" y="270821"/>
                  <a:pt x="219665" y="273283"/>
                  <a:pt x="215436" y="275544"/>
                </a:cubicBezTo>
                <a:cubicBezTo>
                  <a:pt x="211208" y="277804"/>
                  <a:pt x="206877" y="279852"/>
                  <a:pt x="202447" y="281687"/>
                </a:cubicBezTo>
                <a:cubicBezTo>
                  <a:pt x="198018" y="283522"/>
                  <a:pt x="193508" y="285136"/>
                  <a:pt x="188919" y="286528"/>
                </a:cubicBezTo>
                <a:cubicBezTo>
                  <a:pt x="184331" y="287920"/>
                  <a:pt x="179684" y="289084"/>
                  <a:pt x="174980" y="290019"/>
                </a:cubicBezTo>
                <a:cubicBezTo>
                  <a:pt x="170278" y="290955"/>
                  <a:pt x="165541" y="291658"/>
                  <a:pt x="160769" y="292128"/>
                </a:cubicBezTo>
                <a:cubicBezTo>
                  <a:pt x="155996" y="292598"/>
                  <a:pt x="151213" y="292833"/>
                  <a:pt x="146417" y="292833"/>
                </a:cubicBezTo>
                <a:cubicBezTo>
                  <a:pt x="141621" y="292833"/>
                  <a:pt x="136838" y="292598"/>
                  <a:pt x="132066" y="292128"/>
                </a:cubicBezTo>
                <a:cubicBezTo>
                  <a:pt x="127293" y="291658"/>
                  <a:pt x="122555" y="290955"/>
                  <a:pt x="117852" y="290019"/>
                </a:cubicBezTo>
                <a:cubicBezTo>
                  <a:pt x="113149" y="289084"/>
                  <a:pt x="108503" y="287920"/>
                  <a:pt x="103913" y="286528"/>
                </a:cubicBezTo>
                <a:cubicBezTo>
                  <a:pt x="99324" y="285136"/>
                  <a:pt x="94815" y="283522"/>
                  <a:pt x="90384" y="281687"/>
                </a:cubicBezTo>
                <a:cubicBezTo>
                  <a:pt x="85954" y="279852"/>
                  <a:pt x="81624" y="277804"/>
                  <a:pt x="77396" y="275544"/>
                </a:cubicBezTo>
                <a:cubicBezTo>
                  <a:pt x="73167" y="273283"/>
                  <a:pt x="69059" y="270821"/>
                  <a:pt x="65072" y="268157"/>
                </a:cubicBezTo>
                <a:cubicBezTo>
                  <a:pt x="61084" y="265493"/>
                  <a:pt x="57238" y="262640"/>
                  <a:pt x="53531" y="259598"/>
                </a:cubicBezTo>
                <a:cubicBezTo>
                  <a:pt x="49824" y="256555"/>
                  <a:pt x="46276" y="253339"/>
                  <a:pt x="42885" y="249948"/>
                </a:cubicBezTo>
                <a:cubicBezTo>
                  <a:pt x="39494" y="246557"/>
                  <a:pt x="36278" y="243009"/>
                  <a:pt x="33235" y="239302"/>
                </a:cubicBezTo>
                <a:cubicBezTo>
                  <a:pt x="30193" y="235595"/>
                  <a:pt x="27339" y="231748"/>
                  <a:pt x="24675" y="227761"/>
                </a:cubicBezTo>
                <a:cubicBezTo>
                  <a:pt x="22011" y="223773"/>
                  <a:pt x="19549" y="219665"/>
                  <a:pt x="17289" y="215436"/>
                </a:cubicBezTo>
                <a:cubicBezTo>
                  <a:pt x="15028" y="211207"/>
                  <a:pt x="12980" y="206877"/>
                  <a:pt x="11145" y="202447"/>
                </a:cubicBezTo>
                <a:cubicBezTo>
                  <a:pt x="9310" y="198017"/>
                  <a:pt x="7697" y="193507"/>
                  <a:pt x="6305" y="188919"/>
                </a:cubicBezTo>
                <a:cubicBezTo>
                  <a:pt x="4913" y="184330"/>
                  <a:pt x="3749" y="179684"/>
                  <a:pt x="2813" y="174980"/>
                </a:cubicBezTo>
                <a:cubicBezTo>
                  <a:pt x="1878" y="170278"/>
                  <a:pt x="1175" y="165540"/>
                  <a:pt x="706" y="160768"/>
                </a:cubicBezTo>
                <a:cubicBezTo>
                  <a:pt x="235" y="155995"/>
                  <a:pt x="0" y="151212"/>
                  <a:pt x="1" y="146416"/>
                </a:cubicBezTo>
                <a:cubicBezTo>
                  <a:pt x="0" y="141621"/>
                  <a:pt x="235" y="136837"/>
                  <a:pt x="706" y="132065"/>
                </a:cubicBezTo>
                <a:cubicBezTo>
                  <a:pt x="1175" y="127293"/>
                  <a:pt x="1878" y="122555"/>
                  <a:pt x="2813" y="117852"/>
                </a:cubicBezTo>
                <a:cubicBezTo>
                  <a:pt x="3749" y="113149"/>
                  <a:pt x="4913" y="108503"/>
                  <a:pt x="6305" y="103914"/>
                </a:cubicBezTo>
                <a:cubicBezTo>
                  <a:pt x="7697" y="99325"/>
                  <a:pt x="9310" y="94816"/>
                  <a:pt x="11145" y="90385"/>
                </a:cubicBezTo>
                <a:cubicBezTo>
                  <a:pt x="12980" y="85955"/>
                  <a:pt x="15028" y="81625"/>
                  <a:pt x="17289" y="77396"/>
                </a:cubicBezTo>
                <a:cubicBezTo>
                  <a:pt x="19549" y="73167"/>
                  <a:pt x="22011" y="69059"/>
                  <a:pt x="24675" y="65072"/>
                </a:cubicBezTo>
                <a:cubicBezTo>
                  <a:pt x="27339" y="61084"/>
                  <a:pt x="30193" y="57237"/>
                  <a:pt x="33235" y="53531"/>
                </a:cubicBezTo>
                <a:cubicBezTo>
                  <a:pt x="36278" y="49824"/>
                  <a:pt x="39494" y="46275"/>
                  <a:pt x="42885" y="42884"/>
                </a:cubicBezTo>
                <a:cubicBezTo>
                  <a:pt x="46276" y="39493"/>
                  <a:pt x="49824" y="36277"/>
                  <a:pt x="53531" y="33235"/>
                </a:cubicBezTo>
                <a:cubicBezTo>
                  <a:pt x="57238" y="30193"/>
                  <a:pt x="61084" y="27340"/>
                  <a:pt x="65072" y="24675"/>
                </a:cubicBezTo>
                <a:cubicBezTo>
                  <a:pt x="69059" y="22011"/>
                  <a:pt x="73167" y="19549"/>
                  <a:pt x="77396" y="17289"/>
                </a:cubicBezTo>
                <a:cubicBezTo>
                  <a:pt x="81624" y="15028"/>
                  <a:pt x="85954" y="12980"/>
                  <a:pt x="90384" y="11145"/>
                </a:cubicBezTo>
                <a:cubicBezTo>
                  <a:pt x="94815" y="9310"/>
                  <a:pt x="99324" y="7697"/>
                  <a:pt x="103913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3" y="1175"/>
                  <a:pt x="132066" y="705"/>
                </a:cubicBezTo>
                <a:cubicBezTo>
                  <a:pt x="136838" y="235"/>
                  <a:pt x="141621" y="0"/>
                  <a:pt x="146417" y="0"/>
                </a:cubicBezTo>
                <a:cubicBezTo>
                  <a:pt x="151213" y="0"/>
                  <a:pt x="155996" y="235"/>
                  <a:pt x="160769" y="705"/>
                </a:cubicBezTo>
                <a:cubicBezTo>
                  <a:pt x="165541" y="1175"/>
                  <a:pt x="170278" y="1878"/>
                  <a:pt x="174980" y="2813"/>
                </a:cubicBezTo>
                <a:cubicBezTo>
                  <a:pt x="179684" y="3749"/>
                  <a:pt x="184331" y="4913"/>
                  <a:pt x="188919" y="6305"/>
                </a:cubicBezTo>
                <a:cubicBezTo>
                  <a:pt x="193508" y="7697"/>
                  <a:pt x="198018" y="9310"/>
                  <a:pt x="202447" y="11145"/>
                </a:cubicBezTo>
                <a:cubicBezTo>
                  <a:pt x="206877" y="12980"/>
                  <a:pt x="211208" y="15028"/>
                  <a:pt x="215436" y="17289"/>
                </a:cubicBezTo>
                <a:cubicBezTo>
                  <a:pt x="219665" y="19549"/>
                  <a:pt x="223774" y="22011"/>
                  <a:pt x="227761" y="24675"/>
                </a:cubicBezTo>
                <a:cubicBezTo>
                  <a:pt x="231749" y="27340"/>
                  <a:pt x="235596" y="30193"/>
                  <a:pt x="239302" y="33235"/>
                </a:cubicBezTo>
                <a:cubicBezTo>
                  <a:pt x="243009" y="36277"/>
                  <a:pt x="246557" y="39493"/>
                  <a:pt x="249948" y="42884"/>
                </a:cubicBezTo>
                <a:cubicBezTo>
                  <a:pt x="253339" y="46275"/>
                  <a:pt x="256556" y="49824"/>
                  <a:pt x="259598" y="53531"/>
                </a:cubicBezTo>
                <a:cubicBezTo>
                  <a:pt x="262640" y="57238"/>
                  <a:pt x="265493" y="61085"/>
                  <a:pt x="268156" y="65072"/>
                </a:cubicBezTo>
                <a:cubicBezTo>
                  <a:pt x="270821" y="69059"/>
                  <a:pt x="273284" y="73167"/>
                  <a:pt x="275544" y="77396"/>
                </a:cubicBezTo>
                <a:cubicBezTo>
                  <a:pt x="277806" y="81625"/>
                  <a:pt x="279853" y="85955"/>
                  <a:pt x="281687" y="90385"/>
                </a:cubicBezTo>
                <a:cubicBezTo>
                  <a:pt x="283523" y="94816"/>
                  <a:pt x="285136" y="99325"/>
                  <a:pt x="286529" y="103913"/>
                </a:cubicBezTo>
                <a:cubicBezTo>
                  <a:pt x="287920" y="108503"/>
                  <a:pt x="289084" y="113149"/>
                  <a:pt x="290020" y="117852"/>
                </a:cubicBezTo>
                <a:cubicBezTo>
                  <a:pt x="290956" y="122555"/>
                  <a:pt x="291658" y="127293"/>
                  <a:pt x="292128" y="132065"/>
                </a:cubicBezTo>
                <a:cubicBezTo>
                  <a:pt x="292599" y="136837"/>
                  <a:pt x="292834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175" name="Text s">
            <a:extLst xmlns:a="http://schemas.openxmlformats.org/drawingml/2006/main">
              <a:ext uri="{FF2B5EF4-FFF2-40B4-BE49-F238E27FC236}">
                <a16:creationId xmlns:a16="http://schemas.microsoft.com/office/drawing/2014/main" id="{4A08B093-768E-48E4-98FF-999E3767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490" y="1587413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Text 6">
            <a:extLst xmlns:a="http://schemas.openxmlformats.org/drawingml/2006/main">
              <a:ext uri="{FF2B5EF4-FFF2-40B4-BE49-F238E27FC236}">
                <a16:creationId xmlns:a16="http://schemas.microsoft.com/office/drawing/2014/main" id="{C2C9DE31-52EA-4527-9FF8-FD5E5836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5982" y="1611385"/>
            <a:ext cx="65337" cy="107345"/>
          </a:xfrm>
          <a:custGeom xmlns:a="http://schemas.openxmlformats.org/drawingml/2006/main">
            <a:pathLst>
              <a:path w="65337" h="107345">
                <a:moveTo>
                  <a:pt x="63279" y="0"/>
                </a:moveTo>
                <a:lnTo>
                  <a:pt x="63279" y="2821"/>
                </a:lnTo>
                <a:cubicBezTo>
                  <a:pt x="56570" y="3482"/>
                  <a:pt x="51093" y="4816"/>
                  <a:pt x="46849" y="6823"/>
                </a:cubicBezTo>
                <a:cubicBezTo>
                  <a:pt x="42605" y="8831"/>
                  <a:pt x="38412" y="11893"/>
                  <a:pt x="34270" y="16010"/>
                </a:cubicBezTo>
                <a:cubicBezTo>
                  <a:pt x="30127" y="20127"/>
                  <a:pt x="26697" y="24714"/>
                  <a:pt x="23977" y="29772"/>
                </a:cubicBezTo>
                <a:cubicBezTo>
                  <a:pt x="21258" y="34829"/>
                  <a:pt x="18984" y="40839"/>
                  <a:pt x="17154" y="47802"/>
                </a:cubicBezTo>
                <a:cubicBezTo>
                  <a:pt x="24473" y="42770"/>
                  <a:pt x="31817" y="40254"/>
                  <a:pt x="39187" y="40254"/>
                </a:cubicBezTo>
                <a:cubicBezTo>
                  <a:pt x="46252" y="40254"/>
                  <a:pt x="52376" y="43101"/>
                  <a:pt x="57561" y="48793"/>
                </a:cubicBezTo>
                <a:cubicBezTo>
                  <a:pt x="62745" y="54486"/>
                  <a:pt x="65337" y="61805"/>
                  <a:pt x="65337" y="70750"/>
                </a:cubicBezTo>
                <a:cubicBezTo>
                  <a:pt x="65337" y="79391"/>
                  <a:pt x="62720" y="87269"/>
                  <a:pt x="57485" y="94384"/>
                </a:cubicBezTo>
                <a:cubicBezTo>
                  <a:pt x="51182" y="103025"/>
                  <a:pt x="42847" y="107345"/>
                  <a:pt x="32478" y="107345"/>
                </a:cubicBezTo>
                <a:cubicBezTo>
                  <a:pt x="25413" y="107345"/>
                  <a:pt x="19416" y="105007"/>
                  <a:pt x="14485" y="100331"/>
                </a:cubicBezTo>
                <a:cubicBezTo>
                  <a:pt x="4828" y="91233"/>
                  <a:pt x="0" y="79441"/>
                  <a:pt x="0" y="64956"/>
                </a:cubicBezTo>
                <a:cubicBezTo>
                  <a:pt x="0" y="55706"/>
                  <a:pt x="1855" y="46913"/>
                  <a:pt x="5565" y="38577"/>
                </a:cubicBezTo>
                <a:cubicBezTo>
                  <a:pt x="9276" y="30242"/>
                  <a:pt x="14574" y="22846"/>
                  <a:pt x="21461" y="16391"/>
                </a:cubicBezTo>
                <a:cubicBezTo>
                  <a:pt x="28348" y="9937"/>
                  <a:pt x="34943" y="5591"/>
                  <a:pt x="41246" y="3355"/>
                </a:cubicBezTo>
                <a:cubicBezTo>
                  <a:pt x="47548" y="1118"/>
                  <a:pt x="53418" y="0"/>
                  <a:pt x="58857" y="0"/>
                </a:cubicBezTo>
                <a:lnTo>
                  <a:pt x="63279" y="0"/>
                </a:lnTo>
                <a:moveTo>
                  <a:pt x="15858" y="53368"/>
                </a:moveTo>
                <a:cubicBezTo>
                  <a:pt x="14943" y="60229"/>
                  <a:pt x="14485" y="65769"/>
                  <a:pt x="14485" y="69988"/>
                </a:cubicBezTo>
                <a:cubicBezTo>
                  <a:pt x="14485" y="74867"/>
                  <a:pt x="15388" y="80166"/>
                  <a:pt x="17192" y="85884"/>
                </a:cubicBezTo>
                <a:cubicBezTo>
                  <a:pt x="18996" y="91602"/>
                  <a:pt x="21677" y="96138"/>
                  <a:pt x="25235" y="99492"/>
                </a:cubicBezTo>
                <a:cubicBezTo>
                  <a:pt x="27827" y="101881"/>
                  <a:pt x="30979" y="103076"/>
                  <a:pt x="34689" y="103076"/>
                </a:cubicBezTo>
                <a:cubicBezTo>
                  <a:pt x="39111" y="103076"/>
                  <a:pt x="43063" y="100992"/>
                  <a:pt x="46544" y="96824"/>
                </a:cubicBezTo>
                <a:cubicBezTo>
                  <a:pt x="50026" y="92656"/>
                  <a:pt x="51767" y="86710"/>
                  <a:pt x="51767" y="78984"/>
                </a:cubicBezTo>
                <a:cubicBezTo>
                  <a:pt x="51767" y="70293"/>
                  <a:pt x="50038" y="62770"/>
                  <a:pt x="46582" y="56417"/>
                </a:cubicBezTo>
                <a:cubicBezTo>
                  <a:pt x="43126" y="50064"/>
                  <a:pt x="38221" y="46887"/>
                  <a:pt x="31868" y="46887"/>
                </a:cubicBezTo>
                <a:cubicBezTo>
                  <a:pt x="29937" y="46887"/>
                  <a:pt x="27866" y="47294"/>
                  <a:pt x="25655" y="48107"/>
                </a:cubicBezTo>
                <a:cubicBezTo>
                  <a:pt x="23444" y="48920"/>
                  <a:pt x="20178" y="50674"/>
                  <a:pt x="15858" y="533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x">
            <a:extLst xmlns:a="http://schemas.openxmlformats.org/drawingml/2006/main">
              <a:ext uri="{FF2B5EF4-FFF2-40B4-BE49-F238E27FC236}">
                <a16:creationId xmlns:a16="http://schemas.microsoft.com/office/drawing/2014/main" id="{498464A3-BC4E-4CF3-A6B9-28B344E2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4826" y="1835154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1">
            <a:extLst xmlns:a="http://schemas.openxmlformats.org/drawingml/2006/main">
              <a:ext uri="{FF2B5EF4-FFF2-40B4-BE49-F238E27FC236}">
                <a16:creationId xmlns:a16="http://schemas.microsoft.com/office/drawing/2014/main" id="{0CB7DC12-9A4B-43F5-815D-30AAAC76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50" y="1836000"/>
            <a:ext cx="45812" cy="118734"/>
          </a:xfrm>
          <a:custGeom xmlns:a="http://schemas.openxmlformats.org/drawingml/2006/main">
            <a:pathLst>
              <a:path w="45812" h="118734">
                <a:moveTo>
                  <a:pt x="0" y="13812"/>
                </a:moveTo>
                <a:lnTo>
                  <a:pt x="28311" y="0"/>
                </a:lnTo>
                <a:lnTo>
                  <a:pt x="31142" y="0"/>
                </a:lnTo>
                <a:lnTo>
                  <a:pt x="31142" y="98230"/>
                </a:lnTo>
                <a:cubicBezTo>
                  <a:pt x="31142" y="104751"/>
                  <a:pt x="31414" y="108811"/>
                  <a:pt x="31957" y="110413"/>
                </a:cubicBezTo>
                <a:cubicBezTo>
                  <a:pt x="32500" y="112014"/>
                  <a:pt x="33630" y="113244"/>
                  <a:pt x="35346" y="114102"/>
                </a:cubicBezTo>
                <a:cubicBezTo>
                  <a:pt x="37062" y="114960"/>
                  <a:pt x="40550" y="115446"/>
                  <a:pt x="45812" y="115560"/>
                </a:cubicBezTo>
                <a:lnTo>
                  <a:pt x="45812" y="118734"/>
                </a:lnTo>
                <a:lnTo>
                  <a:pt x="2059" y="118734"/>
                </a:lnTo>
                <a:lnTo>
                  <a:pt x="2059" y="115560"/>
                </a:lnTo>
                <a:cubicBezTo>
                  <a:pt x="7550" y="115446"/>
                  <a:pt x="11096" y="114974"/>
                  <a:pt x="12697" y="114145"/>
                </a:cubicBezTo>
                <a:cubicBezTo>
                  <a:pt x="14298" y="113315"/>
                  <a:pt x="15414" y="112200"/>
                  <a:pt x="16043" y="110799"/>
                </a:cubicBezTo>
                <a:cubicBezTo>
                  <a:pt x="16672" y="109398"/>
                  <a:pt x="16987" y="105208"/>
                  <a:pt x="16987" y="98230"/>
                </a:cubicBezTo>
                <a:lnTo>
                  <a:pt x="16987" y="35432"/>
                </a:lnTo>
                <a:cubicBezTo>
                  <a:pt x="16987" y="26967"/>
                  <a:pt x="16701" y="21533"/>
                  <a:pt x="16129" y="19131"/>
                </a:cubicBezTo>
                <a:cubicBezTo>
                  <a:pt x="15728" y="17301"/>
                  <a:pt x="14999" y="15957"/>
                  <a:pt x="13941" y="15099"/>
                </a:cubicBezTo>
                <a:cubicBezTo>
                  <a:pt x="12883" y="14241"/>
                  <a:pt x="11610" y="13812"/>
                  <a:pt x="10123" y="13812"/>
                </a:cubicBezTo>
                <a:cubicBezTo>
                  <a:pt x="8007" y="13812"/>
                  <a:pt x="5062" y="14699"/>
                  <a:pt x="1287" y="16472"/>
                </a:cubicBezTo>
                <a:lnTo>
                  <a:pt x="0" y="13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Text /y">
            <a:extLst xmlns:a="http://schemas.openxmlformats.org/drawingml/2006/main">
              <a:ext uri="{FF2B5EF4-FFF2-40B4-BE49-F238E27FC236}">
                <a16:creationId xmlns:a16="http://schemas.microsoft.com/office/drawing/2014/main" id="{5C4321B3-6519-4A71-B1F5-E55020A4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466" y="1791744"/>
            <a:ext cx="135408" cy="159914"/>
          </a:xfrm>
          <a:custGeom xmlns:a="http://schemas.openxmlformats.org/drawingml/2006/main">
            <a:pathLst>
              <a:path w="135408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7" y="43410"/>
                </a:moveTo>
                <a:lnTo>
                  <a:pt x="86250" y="43410"/>
                </a:lnTo>
                <a:lnTo>
                  <a:pt x="86250" y="46584"/>
                </a:lnTo>
                <a:lnTo>
                  <a:pt x="84448" y="46584"/>
                </a:lnTo>
                <a:cubicBezTo>
                  <a:pt x="81875" y="46584"/>
                  <a:pt x="79944" y="47142"/>
                  <a:pt x="78658" y="48257"/>
                </a:cubicBezTo>
                <a:cubicBezTo>
                  <a:pt x="77371" y="49373"/>
                  <a:pt x="76727" y="50760"/>
                  <a:pt x="76727" y="52418"/>
                </a:cubicBezTo>
                <a:cubicBezTo>
                  <a:pt x="76727" y="54649"/>
                  <a:pt x="77671" y="57737"/>
                  <a:pt x="79558" y="61684"/>
                </a:cubicBezTo>
                <a:lnTo>
                  <a:pt x="98690" y="101319"/>
                </a:lnTo>
                <a:lnTo>
                  <a:pt x="116277" y="57909"/>
                </a:lnTo>
                <a:cubicBezTo>
                  <a:pt x="117249" y="55564"/>
                  <a:pt x="117735" y="53247"/>
                  <a:pt x="117735" y="50960"/>
                </a:cubicBezTo>
                <a:cubicBezTo>
                  <a:pt x="117735" y="49930"/>
                  <a:pt x="117535" y="49158"/>
                  <a:pt x="117135" y="48643"/>
                </a:cubicBezTo>
                <a:cubicBezTo>
                  <a:pt x="116677" y="48014"/>
                  <a:pt x="115962" y="47514"/>
                  <a:pt x="114990" y="47142"/>
                </a:cubicBezTo>
                <a:cubicBezTo>
                  <a:pt x="114018" y="46770"/>
                  <a:pt x="112302" y="46584"/>
                  <a:pt x="109843" y="46584"/>
                </a:cubicBezTo>
                <a:lnTo>
                  <a:pt x="109843" y="43410"/>
                </a:lnTo>
                <a:lnTo>
                  <a:pt x="135408" y="43410"/>
                </a:lnTo>
                <a:lnTo>
                  <a:pt x="135408" y="46584"/>
                </a:lnTo>
                <a:cubicBezTo>
                  <a:pt x="133292" y="46813"/>
                  <a:pt x="131662" y="47271"/>
                  <a:pt x="130518" y="47957"/>
                </a:cubicBezTo>
                <a:cubicBezTo>
                  <a:pt x="129374" y="48643"/>
                  <a:pt x="128116" y="49930"/>
                  <a:pt x="126743" y="51818"/>
                </a:cubicBezTo>
                <a:cubicBezTo>
                  <a:pt x="126229" y="52618"/>
                  <a:pt x="125256" y="54820"/>
                  <a:pt x="123826" y="58424"/>
                </a:cubicBezTo>
                <a:lnTo>
                  <a:pt x="91826" y="136836"/>
                </a:lnTo>
                <a:cubicBezTo>
                  <a:pt x="88738" y="144443"/>
                  <a:pt x="84692" y="150191"/>
                  <a:pt x="79687" y="154080"/>
                </a:cubicBezTo>
                <a:cubicBezTo>
                  <a:pt x="74683" y="157969"/>
                  <a:pt x="69864" y="159914"/>
                  <a:pt x="65231" y="159914"/>
                </a:cubicBezTo>
                <a:cubicBezTo>
                  <a:pt x="61857" y="159914"/>
                  <a:pt x="59083" y="158953"/>
                  <a:pt x="56910" y="157032"/>
                </a:cubicBezTo>
                <a:cubicBezTo>
                  <a:pt x="54736" y="155111"/>
                  <a:pt x="53650" y="152907"/>
                  <a:pt x="53650" y="150421"/>
                </a:cubicBezTo>
                <a:cubicBezTo>
                  <a:pt x="53650" y="148047"/>
                  <a:pt x="54436" y="146133"/>
                  <a:pt x="56009" y="144678"/>
                </a:cubicBezTo>
                <a:cubicBezTo>
                  <a:pt x="57582" y="143225"/>
                  <a:pt x="59741" y="142499"/>
                  <a:pt x="62486" y="142499"/>
                </a:cubicBezTo>
                <a:cubicBezTo>
                  <a:pt x="64373" y="142499"/>
                  <a:pt x="66947" y="143128"/>
                  <a:pt x="70207" y="144386"/>
                </a:cubicBezTo>
                <a:cubicBezTo>
                  <a:pt x="72495" y="145244"/>
                  <a:pt x="73925" y="145673"/>
                  <a:pt x="74497" y="145673"/>
                </a:cubicBezTo>
                <a:cubicBezTo>
                  <a:pt x="76213" y="145673"/>
                  <a:pt x="78086" y="144780"/>
                  <a:pt x="80116" y="142995"/>
                </a:cubicBezTo>
                <a:cubicBezTo>
                  <a:pt x="82146" y="141211"/>
                  <a:pt x="84191" y="137758"/>
                  <a:pt x="86250" y="132635"/>
                </a:cubicBezTo>
                <a:lnTo>
                  <a:pt x="91826" y="118906"/>
                </a:lnTo>
                <a:lnTo>
                  <a:pt x="63601" y="59625"/>
                </a:lnTo>
                <a:cubicBezTo>
                  <a:pt x="62743" y="57852"/>
                  <a:pt x="61371" y="55650"/>
                  <a:pt x="59483" y="53019"/>
                </a:cubicBezTo>
                <a:cubicBezTo>
                  <a:pt x="58053" y="51017"/>
                  <a:pt x="56881" y="49673"/>
                  <a:pt x="55966" y="48987"/>
                </a:cubicBezTo>
                <a:cubicBezTo>
                  <a:pt x="54650" y="48071"/>
                  <a:pt x="52534" y="47271"/>
                  <a:pt x="49617" y="46584"/>
                </a:cubicBezTo>
                <a:lnTo>
                  <a:pt x="49617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Text 1">
            <a:extLst xmlns:a="http://schemas.openxmlformats.org/drawingml/2006/main">
              <a:ext uri="{FF2B5EF4-FFF2-40B4-BE49-F238E27FC236}">
                <a16:creationId xmlns:a16="http://schemas.microsoft.com/office/drawing/2014/main" id="{2A092417-83CB-4A8B-8295-9F0ACBB8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516" y="1836000"/>
            <a:ext cx="45812" cy="118734"/>
          </a:xfrm>
          <a:custGeom xmlns:a="http://schemas.openxmlformats.org/drawingml/2006/main">
            <a:pathLst>
              <a:path w="45812" h="118734">
                <a:moveTo>
                  <a:pt x="0" y="13812"/>
                </a:moveTo>
                <a:lnTo>
                  <a:pt x="28311" y="0"/>
                </a:lnTo>
                <a:lnTo>
                  <a:pt x="31142" y="0"/>
                </a:lnTo>
                <a:lnTo>
                  <a:pt x="31142" y="98230"/>
                </a:lnTo>
                <a:cubicBezTo>
                  <a:pt x="31142" y="104751"/>
                  <a:pt x="31414" y="108811"/>
                  <a:pt x="31957" y="110413"/>
                </a:cubicBezTo>
                <a:cubicBezTo>
                  <a:pt x="32500" y="112014"/>
                  <a:pt x="33630" y="113244"/>
                  <a:pt x="35346" y="114102"/>
                </a:cubicBezTo>
                <a:cubicBezTo>
                  <a:pt x="37062" y="114960"/>
                  <a:pt x="40550" y="115446"/>
                  <a:pt x="45812" y="115560"/>
                </a:cubicBezTo>
                <a:lnTo>
                  <a:pt x="45812" y="118734"/>
                </a:lnTo>
                <a:lnTo>
                  <a:pt x="2059" y="118734"/>
                </a:lnTo>
                <a:lnTo>
                  <a:pt x="2059" y="115560"/>
                </a:lnTo>
                <a:cubicBezTo>
                  <a:pt x="7550" y="115446"/>
                  <a:pt x="11096" y="114974"/>
                  <a:pt x="12697" y="114145"/>
                </a:cubicBezTo>
                <a:cubicBezTo>
                  <a:pt x="14298" y="113315"/>
                  <a:pt x="15414" y="112200"/>
                  <a:pt x="16043" y="110799"/>
                </a:cubicBezTo>
                <a:cubicBezTo>
                  <a:pt x="16672" y="109398"/>
                  <a:pt x="16987" y="105208"/>
                  <a:pt x="16987" y="98230"/>
                </a:cubicBezTo>
                <a:lnTo>
                  <a:pt x="16987" y="35432"/>
                </a:lnTo>
                <a:cubicBezTo>
                  <a:pt x="16987" y="26967"/>
                  <a:pt x="16701" y="21533"/>
                  <a:pt x="16129" y="19131"/>
                </a:cubicBezTo>
                <a:cubicBezTo>
                  <a:pt x="15728" y="17301"/>
                  <a:pt x="14999" y="15957"/>
                  <a:pt x="13941" y="15099"/>
                </a:cubicBezTo>
                <a:cubicBezTo>
                  <a:pt x="12883" y="14241"/>
                  <a:pt x="11610" y="13812"/>
                  <a:pt x="10123" y="13812"/>
                </a:cubicBezTo>
                <a:cubicBezTo>
                  <a:pt x="8007" y="13812"/>
                  <a:pt x="5062" y="14699"/>
                  <a:pt x="1287" y="16472"/>
                </a:cubicBezTo>
                <a:lnTo>
                  <a:pt x="0" y="13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x">
            <a:extLst xmlns:a="http://schemas.openxmlformats.org/drawingml/2006/main">
              <a:ext uri="{FF2B5EF4-FFF2-40B4-BE49-F238E27FC236}">
                <a16:creationId xmlns:a16="http://schemas.microsoft.com/office/drawing/2014/main" id="{C5515FAA-5080-4E8D-AF2C-7D71A75D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0594" y="1495468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1">
            <a:extLst xmlns:a="http://schemas.openxmlformats.org/drawingml/2006/main">
              <a:ext uri="{FF2B5EF4-FFF2-40B4-BE49-F238E27FC236}">
                <a16:creationId xmlns:a16="http://schemas.microsoft.com/office/drawing/2014/main" id="{30C0294E-AC24-4C64-99D8-A9C7A95D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6718" y="1496315"/>
            <a:ext cx="45812" cy="118734"/>
          </a:xfrm>
          <a:custGeom xmlns:a="http://schemas.openxmlformats.org/drawingml/2006/main">
            <a:pathLst>
              <a:path w="45812" h="118734">
                <a:moveTo>
                  <a:pt x="0" y="13812"/>
                </a:moveTo>
                <a:lnTo>
                  <a:pt x="28311" y="0"/>
                </a:lnTo>
                <a:lnTo>
                  <a:pt x="31142" y="0"/>
                </a:lnTo>
                <a:lnTo>
                  <a:pt x="31142" y="98230"/>
                </a:lnTo>
                <a:cubicBezTo>
                  <a:pt x="31142" y="104751"/>
                  <a:pt x="31414" y="108811"/>
                  <a:pt x="31957" y="110413"/>
                </a:cubicBezTo>
                <a:cubicBezTo>
                  <a:pt x="32500" y="112014"/>
                  <a:pt x="33630" y="113244"/>
                  <a:pt x="35346" y="114102"/>
                </a:cubicBezTo>
                <a:cubicBezTo>
                  <a:pt x="37062" y="114960"/>
                  <a:pt x="40550" y="115446"/>
                  <a:pt x="45812" y="115560"/>
                </a:cubicBezTo>
                <a:lnTo>
                  <a:pt x="45812" y="118734"/>
                </a:lnTo>
                <a:lnTo>
                  <a:pt x="2059" y="118734"/>
                </a:lnTo>
                <a:lnTo>
                  <a:pt x="2059" y="115560"/>
                </a:lnTo>
                <a:cubicBezTo>
                  <a:pt x="7550" y="115446"/>
                  <a:pt x="11096" y="114974"/>
                  <a:pt x="12697" y="114145"/>
                </a:cubicBezTo>
                <a:cubicBezTo>
                  <a:pt x="14298" y="113315"/>
                  <a:pt x="15414" y="112200"/>
                  <a:pt x="16043" y="110799"/>
                </a:cubicBezTo>
                <a:cubicBezTo>
                  <a:pt x="16672" y="109398"/>
                  <a:pt x="16987" y="105208"/>
                  <a:pt x="16987" y="98230"/>
                </a:cubicBezTo>
                <a:lnTo>
                  <a:pt x="16987" y="35432"/>
                </a:lnTo>
                <a:cubicBezTo>
                  <a:pt x="16987" y="26967"/>
                  <a:pt x="16701" y="21533"/>
                  <a:pt x="16129" y="19131"/>
                </a:cubicBezTo>
                <a:cubicBezTo>
                  <a:pt x="15728" y="17301"/>
                  <a:pt x="14999" y="15957"/>
                  <a:pt x="13941" y="15099"/>
                </a:cubicBezTo>
                <a:cubicBezTo>
                  <a:pt x="12883" y="14241"/>
                  <a:pt x="11610" y="13812"/>
                  <a:pt x="10123" y="13812"/>
                </a:cubicBezTo>
                <a:cubicBezTo>
                  <a:pt x="8007" y="13812"/>
                  <a:pt x="5062" y="14699"/>
                  <a:pt x="1287" y="16472"/>
                </a:cubicBezTo>
                <a:lnTo>
                  <a:pt x="0" y="13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Text /y">
            <a:extLst xmlns:a="http://schemas.openxmlformats.org/drawingml/2006/main">
              <a:ext uri="{FF2B5EF4-FFF2-40B4-BE49-F238E27FC236}">
                <a16:creationId xmlns:a16="http://schemas.microsoft.com/office/drawing/2014/main" id="{B1F56A6D-E651-44F6-8F97-46F462E0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235" y="1452058"/>
            <a:ext cx="135407" cy="159914"/>
          </a:xfrm>
          <a:custGeom xmlns:a="http://schemas.openxmlformats.org/drawingml/2006/main">
            <a:pathLst>
              <a:path w="135407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7" y="43410"/>
                </a:moveTo>
                <a:lnTo>
                  <a:pt x="86249" y="43410"/>
                </a:lnTo>
                <a:lnTo>
                  <a:pt x="86249" y="46584"/>
                </a:lnTo>
                <a:lnTo>
                  <a:pt x="84448" y="46584"/>
                </a:lnTo>
                <a:cubicBezTo>
                  <a:pt x="81874" y="46584"/>
                  <a:pt x="79944" y="47142"/>
                  <a:pt x="78657" y="48257"/>
                </a:cubicBezTo>
                <a:cubicBezTo>
                  <a:pt x="77370" y="49373"/>
                  <a:pt x="76726" y="50760"/>
                  <a:pt x="76726" y="52418"/>
                </a:cubicBezTo>
                <a:cubicBezTo>
                  <a:pt x="76726" y="54649"/>
                  <a:pt x="77670" y="57737"/>
                  <a:pt x="79557" y="61684"/>
                </a:cubicBezTo>
                <a:lnTo>
                  <a:pt x="98689" y="101319"/>
                </a:lnTo>
                <a:lnTo>
                  <a:pt x="116276" y="57909"/>
                </a:lnTo>
                <a:cubicBezTo>
                  <a:pt x="117248" y="55564"/>
                  <a:pt x="117734" y="53247"/>
                  <a:pt x="117734" y="50960"/>
                </a:cubicBezTo>
                <a:cubicBezTo>
                  <a:pt x="117734" y="49930"/>
                  <a:pt x="117534" y="49158"/>
                  <a:pt x="117134" y="48643"/>
                </a:cubicBezTo>
                <a:cubicBezTo>
                  <a:pt x="116676" y="48014"/>
                  <a:pt x="115961" y="47514"/>
                  <a:pt x="114989" y="47142"/>
                </a:cubicBezTo>
                <a:cubicBezTo>
                  <a:pt x="114017" y="46770"/>
                  <a:pt x="112301" y="46584"/>
                  <a:pt x="109842" y="46584"/>
                </a:cubicBezTo>
                <a:lnTo>
                  <a:pt x="109842" y="43410"/>
                </a:lnTo>
                <a:lnTo>
                  <a:pt x="135407" y="43410"/>
                </a:lnTo>
                <a:lnTo>
                  <a:pt x="135407" y="46584"/>
                </a:lnTo>
                <a:cubicBezTo>
                  <a:pt x="133291" y="46813"/>
                  <a:pt x="131661" y="47271"/>
                  <a:pt x="130517" y="47957"/>
                </a:cubicBezTo>
                <a:cubicBezTo>
                  <a:pt x="129373" y="48643"/>
                  <a:pt x="128115" y="49930"/>
                  <a:pt x="126742" y="51818"/>
                </a:cubicBezTo>
                <a:cubicBezTo>
                  <a:pt x="126228" y="52618"/>
                  <a:pt x="125255" y="54820"/>
                  <a:pt x="123826" y="58424"/>
                </a:cubicBezTo>
                <a:lnTo>
                  <a:pt x="91826" y="136836"/>
                </a:lnTo>
                <a:cubicBezTo>
                  <a:pt x="88737" y="144443"/>
                  <a:pt x="84691" y="150191"/>
                  <a:pt x="79686" y="154080"/>
                </a:cubicBezTo>
                <a:cubicBezTo>
                  <a:pt x="74682" y="157969"/>
                  <a:pt x="69863" y="159914"/>
                  <a:pt x="65230" y="159914"/>
                </a:cubicBezTo>
                <a:cubicBezTo>
                  <a:pt x="61856" y="159914"/>
                  <a:pt x="59082" y="158953"/>
                  <a:pt x="56909" y="157032"/>
                </a:cubicBezTo>
                <a:cubicBezTo>
                  <a:pt x="54735" y="155111"/>
                  <a:pt x="53649" y="152907"/>
                  <a:pt x="53649" y="150421"/>
                </a:cubicBezTo>
                <a:cubicBezTo>
                  <a:pt x="53649" y="148047"/>
                  <a:pt x="54435" y="146133"/>
                  <a:pt x="56008" y="144678"/>
                </a:cubicBezTo>
                <a:cubicBezTo>
                  <a:pt x="57581" y="143225"/>
                  <a:pt x="59740" y="142499"/>
                  <a:pt x="62485" y="142499"/>
                </a:cubicBezTo>
                <a:cubicBezTo>
                  <a:pt x="64373" y="142499"/>
                  <a:pt x="66946" y="143128"/>
                  <a:pt x="70206" y="144386"/>
                </a:cubicBezTo>
                <a:cubicBezTo>
                  <a:pt x="72494" y="145244"/>
                  <a:pt x="73924" y="145673"/>
                  <a:pt x="74496" y="145673"/>
                </a:cubicBezTo>
                <a:cubicBezTo>
                  <a:pt x="76212" y="145673"/>
                  <a:pt x="78085" y="144780"/>
                  <a:pt x="80115" y="142995"/>
                </a:cubicBezTo>
                <a:cubicBezTo>
                  <a:pt x="82146" y="141211"/>
                  <a:pt x="84190" y="137758"/>
                  <a:pt x="86249" y="132635"/>
                </a:cubicBezTo>
                <a:lnTo>
                  <a:pt x="91826" y="118906"/>
                </a:lnTo>
                <a:lnTo>
                  <a:pt x="63600" y="59625"/>
                </a:lnTo>
                <a:cubicBezTo>
                  <a:pt x="62743" y="57852"/>
                  <a:pt x="61370" y="55650"/>
                  <a:pt x="59482" y="53019"/>
                </a:cubicBezTo>
                <a:cubicBezTo>
                  <a:pt x="58053" y="51017"/>
                  <a:pt x="56880" y="49673"/>
                  <a:pt x="55965" y="48987"/>
                </a:cubicBezTo>
                <a:cubicBezTo>
                  <a:pt x="54650" y="48071"/>
                  <a:pt x="52533" y="47271"/>
                  <a:pt x="49617" y="46584"/>
                </a:cubicBezTo>
                <a:lnTo>
                  <a:pt x="49617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Text 4">
            <a:extLst xmlns:a="http://schemas.openxmlformats.org/drawingml/2006/main">
              <a:ext uri="{FF2B5EF4-FFF2-40B4-BE49-F238E27FC236}">
                <a16:creationId xmlns:a16="http://schemas.microsoft.com/office/drawing/2014/main" id="{AC2D0D37-925D-47D9-B091-258A5C5F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3440" y="1496315"/>
            <a:ext cx="79013" cy="118734"/>
          </a:xfrm>
          <a:custGeom xmlns:a="http://schemas.openxmlformats.org/drawingml/2006/main">
            <a:pathLst>
              <a:path w="79013" h="118734">
                <a:moveTo>
                  <a:pt x="79013" y="75839"/>
                </a:moveTo>
                <a:lnTo>
                  <a:pt x="79013" y="88021"/>
                </a:lnTo>
                <a:lnTo>
                  <a:pt x="63399" y="88021"/>
                </a:lnTo>
                <a:lnTo>
                  <a:pt x="63399" y="118734"/>
                </a:lnTo>
                <a:lnTo>
                  <a:pt x="49244" y="118734"/>
                </a:lnTo>
                <a:lnTo>
                  <a:pt x="49244" y="88021"/>
                </a:lnTo>
                <a:lnTo>
                  <a:pt x="0" y="88021"/>
                </a:lnTo>
                <a:lnTo>
                  <a:pt x="0" y="77040"/>
                </a:lnTo>
                <a:lnTo>
                  <a:pt x="53962" y="0"/>
                </a:lnTo>
                <a:lnTo>
                  <a:pt x="63399" y="0"/>
                </a:lnTo>
                <a:lnTo>
                  <a:pt x="63399" y="75839"/>
                </a:lnTo>
                <a:lnTo>
                  <a:pt x="79013" y="75839"/>
                </a:lnTo>
                <a:moveTo>
                  <a:pt x="49244" y="75839"/>
                </a:moveTo>
                <a:lnTo>
                  <a:pt x="49244" y="18102"/>
                </a:lnTo>
                <a:lnTo>
                  <a:pt x="8407" y="75839"/>
                </a:lnTo>
                <a:lnTo>
                  <a:pt x="49244" y="758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BA08C2-D5A6-42EF-AC28-C68681C7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6867" y="604015"/>
            <a:ext cx="761365" cy="375001"/>
          </a:xfrm>
          <a:custGeom xmlns:a="http://schemas.openxmlformats.org/drawingml/2006/main">
            <a:pathLst>
              <a:path w="761365" h="375001" fill="none">
                <a:moveTo>
                  <a:pt x="0" y="0"/>
                </a:moveTo>
                <a:lnTo>
                  <a:pt x="761365" y="176"/>
                </a:lnTo>
                <a:lnTo>
                  <a:pt x="761365" y="375001"/>
                </a:lnTo>
              </a:path>
            </a:pathLst>
          </a:custGeom>
          <a:noFill xmlns:a="http://schemas.openxmlformats.org/drawingml/2006/main"/>
          <a:ln xmlns:a="http://schemas.openxmlformats.org/drawingml/2006/main" w="17570" cap="flat">
            <a:solidFill>
              <a:srgbClr val="000000"/>
            </a:solidFill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C789F5-0344-4F07-BC65-95803B8F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877" y="965839"/>
            <a:ext cx="52710" cy="52710"/>
          </a:xfrm>
          <a:custGeom xmlns:a="http://schemas.openxmlformats.org/drawingml/2006/main">
            <a:pathLst>
              <a:path w="52710" h="52710">
                <a:moveTo>
                  <a:pt x="26355" y="52710"/>
                </a:moveTo>
                <a:lnTo>
                  <a:pt x="0" y="0"/>
                </a:lnTo>
                <a:lnTo>
                  <a:pt x="26355" y="13177"/>
                </a:lnTo>
                <a:lnTo>
                  <a:pt x="52710" y="0"/>
                </a:lnTo>
                <a:lnTo>
                  <a:pt x="26355" y="527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12B592-7FBA-42FA-8C9D-46B3CE00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877" y="965839"/>
            <a:ext cx="52710" cy="52710"/>
          </a:xfrm>
          <a:custGeom xmlns:a="http://schemas.openxmlformats.org/drawingml/2006/main">
            <a:pathLst>
              <a:path w="52710" h="52710" fill="none">
                <a:moveTo>
                  <a:pt x="26355" y="52710"/>
                </a:moveTo>
                <a:lnTo>
                  <a:pt x="0" y="0"/>
                </a:lnTo>
                <a:lnTo>
                  <a:pt x="26355" y="13177"/>
                </a:lnTo>
                <a:lnTo>
                  <a:pt x="52710" y="0"/>
                </a:lnTo>
                <a:lnTo>
                  <a:pt x="26355" y="527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0" cap="flat">
            <a:solidFill>
              <a:srgbClr val="000000"/>
            </a:solidFill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2068CC-F122-446A-AE89-85C0AD51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2670" y="325297"/>
            <a:ext cx="1054197" cy="557436"/>
          </a:xfrm>
          <a:custGeom xmlns:a="http://schemas.openxmlformats.org/drawingml/2006/main">
            <a:pathLst>
              <a:path w="1054197" h="557436" fill="none">
                <a:moveTo>
                  <a:pt x="0" y="0"/>
                </a:moveTo>
                <a:lnTo>
                  <a:pt x="1054197" y="0"/>
                </a:lnTo>
                <a:lnTo>
                  <a:pt x="1054197" y="557436"/>
                </a:lnTo>
                <a:lnTo>
                  <a:pt x="0" y="55743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0" cap="flat">
            <a:solidFill>
              <a:srgbClr val="000000"/>
            </a:solidFill>
            <a:miter/>
          </a:ln>
        </p:spPr>
      </p:sp>
      <p:sp>
        <p:nvSpPr>
          <p:cNvPr id="189" name="Text Model">
            <a:extLst xmlns:a="http://schemas.openxmlformats.org/drawingml/2006/main">
              <a:ext uri="{FF2B5EF4-FFF2-40B4-BE49-F238E27FC236}">
                <a16:creationId xmlns:a16="http://schemas.microsoft.com/office/drawing/2014/main" id="{7E897E66-39A8-4D5D-A812-D394AC8F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078" y="396888"/>
            <a:ext cx="542642" cy="149276"/>
          </a:xfrm>
          <a:custGeom xmlns:a="http://schemas.openxmlformats.org/drawingml/2006/main">
            <a:pathLst>
              <a:path w="542642" h="149276">
                <a:moveTo>
                  <a:pt x="82771" y="146393"/>
                </a:moveTo>
                <a:lnTo>
                  <a:pt x="28826" y="28929"/>
                </a:lnTo>
                <a:lnTo>
                  <a:pt x="28826" y="122200"/>
                </a:lnTo>
                <a:cubicBezTo>
                  <a:pt x="28826" y="130780"/>
                  <a:pt x="29752" y="136133"/>
                  <a:pt x="31605" y="138260"/>
                </a:cubicBezTo>
                <a:cubicBezTo>
                  <a:pt x="34145" y="141143"/>
                  <a:pt x="38160" y="142584"/>
                  <a:pt x="43650" y="142584"/>
                </a:cubicBezTo>
                <a:lnTo>
                  <a:pt x="48592" y="142584"/>
                </a:lnTo>
                <a:lnTo>
                  <a:pt x="48592" y="146393"/>
                </a:lnTo>
                <a:lnTo>
                  <a:pt x="0" y="146393"/>
                </a:lnTo>
                <a:lnTo>
                  <a:pt x="0" y="142584"/>
                </a:lnTo>
                <a:lnTo>
                  <a:pt x="4942" y="142584"/>
                </a:lnTo>
                <a:cubicBezTo>
                  <a:pt x="10844" y="142584"/>
                  <a:pt x="15031" y="140800"/>
                  <a:pt x="17501" y="137231"/>
                </a:cubicBezTo>
                <a:cubicBezTo>
                  <a:pt x="19011" y="135035"/>
                  <a:pt x="19766" y="130025"/>
                  <a:pt x="19766" y="122200"/>
                </a:cubicBezTo>
                <a:lnTo>
                  <a:pt x="19766" y="30988"/>
                </a:lnTo>
                <a:cubicBezTo>
                  <a:pt x="19766" y="24811"/>
                  <a:pt x="19080" y="20350"/>
                  <a:pt x="17707" y="17604"/>
                </a:cubicBezTo>
                <a:cubicBezTo>
                  <a:pt x="16746" y="15614"/>
                  <a:pt x="14979" y="13950"/>
                  <a:pt x="12405" y="12611"/>
                </a:cubicBezTo>
                <a:cubicBezTo>
                  <a:pt x="9832" y="11273"/>
                  <a:pt x="5697" y="10604"/>
                  <a:pt x="0" y="10604"/>
                </a:cubicBezTo>
                <a:lnTo>
                  <a:pt x="0" y="6795"/>
                </a:lnTo>
                <a:lnTo>
                  <a:pt x="39532" y="6795"/>
                </a:lnTo>
                <a:lnTo>
                  <a:pt x="90183" y="116023"/>
                </a:lnTo>
                <a:lnTo>
                  <a:pt x="140011" y="6795"/>
                </a:lnTo>
                <a:lnTo>
                  <a:pt x="179543" y="6795"/>
                </a:lnTo>
                <a:lnTo>
                  <a:pt x="179543" y="10604"/>
                </a:lnTo>
                <a:lnTo>
                  <a:pt x="174704" y="10604"/>
                </a:lnTo>
                <a:cubicBezTo>
                  <a:pt x="168733" y="10604"/>
                  <a:pt x="164512" y="12388"/>
                  <a:pt x="162042" y="15957"/>
                </a:cubicBezTo>
                <a:cubicBezTo>
                  <a:pt x="160532" y="18153"/>
                  <a:pt x="159777" y="23164"/>
                  <a:pt x="159777" y="30988"/>
                </a:cubicBezTo>
                <a:lnTo>
                  <a:pt x="159777" y="122200"/>
                </a:lnTo>
                <a:cubicBezTo>
                  <a:pt x="159777" y="130780"/>
                  <a:pt x="160738" y="136133"/>
                  <a:pt x="162659" y="138260"/>
                </a:cubicBezTo>
                <a:cubicBezTo>
                  <a:pt x="165199" y="141143"/>
                  <a:pt x="169214" y="142584"/>
                  <a:pt x="174704" y="142584"/>
                </a:cubicBezTo>
                <a:lnTo>
                  <a:pt x="179543" y="142584"/>
                </a:lnTo>
                <a:lnTo>
                  <a:pt x="179543" y="146393"/>
                </a:lnTo>
                <a:lnTo>
                  <a:pt x="120244" y="146393"/>
                </a:lnTo>
                <a:lnTo>
                  <a:pt x="120244" y="142584"/>
                </a:lnTo>
                <a:lnTo>
                  <a:pt x="125186" y="142584"/>
                </a:lnTo>
                <a:cubicBezTo>
                  <a:pt x="131157" y="142584"/>
                  <a:pt x="135344" y="140800"/>
                  <a:pt x="137746" y="137231"/>
                </a:cubicBezTo>
                <a:cubicBezTo>
                  <a:pt x="139256" y="135035"/>
                  <a:pt x="140011" y="130025"/>
                  <a:pt x="140011" y="122200"/>
                </a:cubicBezTo>
                <a:lnTo>
                  <a:pt x="140011" y="28929"/>
                </a:lnTo>
                <a:lnTo>
                  <a:pt x="86168" y="146393"/>
                </a:lnTo>
                <a:lnTo>
                  <a:pt x="82771" y="146393"/>
                </a:lnTo>
                <a:close/>
                <a:moveTo>
                  <a:pt x="236646" y="49416"/>
                </a:moveTo>
                <a:cubicBezTo>
                  <a:pt x="250921" y="49416"/>
                  <a:pt x="262383" y="54832"/>
                  <a:pt x="271031" y="65665"/>
                </a:cubicBezTo>
                <a:cubicBezTo>
                  <a:pt x="278374" y="74920"/>
                  <a:pt x="282046" y="85547"/>
                  <a:pt x="282046" y="97547"/>
                </a:cubicBezTo>
                <a:cubicBezTo>
                  <a:pt x="282046" y="105981"/>
                  <a:pt x="280021" y="114517"/>
                  <a:pt x="275972" y="123156"/>
                </a:cubicBezTo>
                <a:cubicBezTo>
                  <a:pt x="271923" y="131793"/>
                  <a:pt x="266346" y="138306"/>
                  <a:pt x="259243" y="142694"/>
                </a:cubicBezTo>
                <a:cubicBezTo>
                  <a:pt x="252139" y="147082"/>
                  <a:pt x="244230" y="149276"/>
                  <a:pt x="235513" y="149276"/>
                </a:cubicBezTo>
                <a:cubicBezTo>
                  <a:pt x="221306" y="149276"/>
                  <a:pt x="210016" y="143619"/>
                  <a:pt x="201643" y="132306"/>
                </a:cubicBezTo>
                <a:cubicBezTo>
                  <a:pt x="194574" y="122776"/>
                  <a:pt x="191039" y="112081"/>
                  <a:pt x="191039" y="100221"/>
                </a:cubicBezTo>
                <a:cubicBezTo>
                  <a:pt x="191039" y="91582"/>
                  <a:pt x="193184" y="82994"/>
                  <a:pt x="197474" y="74458"/>
                </a:cubicBezTo>
                <a:cubicBezTo>
                  <a:pt x="201763" y="65922"/>
                  <a:pt x="207408" y="59614"/>
                  <a:pt x="214409" y="55535"/>
                </a:cubicBezTo>
                <a:cubicBezTo>
                  <a:pt x="221409" y="51455"/>
                  <a:pt x="228821" y="49416"/>
                  <a:pt x="236646" y="49416"/>
                </a:cubicBezTo>
                <a:moveTo>
                  <a:pt x="233454" y="56210"/>
                </a:moveTo>
                <a:cubicBezTo>
                  <a:pt x="229817" y="56210"/>
                  <a:pt x="226162" y="57290"/>
                  <a:pt x="222490" y="59450"/>
                </a:cubicBezTo>
                <a:cubicBezTo>
                  <a:pt x="218818" y="61610"/>
                  <a:pt x="215850" y="65397"/>
                  <a:pt x="213585" y="70813"/>
                </a:cubicBezTo>
                <a:cubicBezTo>
                  <a:pt x="211320" y="76228"/>
                  <a:pt x="210188" y="83186"/>
                  <a:pt x="210188" y="91686"/>
                </a:cubicBezTo>
                <a:cubicBezTo>
                  <a:pt x="210188" y="105395"/>
                  <a:pt x="212916" y="117220"/>
                  <a:pt x="218372" y="127161"/>
                </a:cubicBezTo>
                <a:cubicBezTo>
                  <a:pt x="223828" y="137100"/>
                  <a:pt x="231018" y="142070"/>
                  <a:pt x="239940" y="142070"/>
                </a:cubicBezTo>
                <a:cubicBezTo>
                  <a:pt x="246597" y="142070"/>
                  <a:pt x="252088" y="139327"/>
                  <a:pt x="256412" y="133843"/>
                </a:cubicBezTo>
                <a:cubicBezTo>
                  <a:pt x="260736" y="128359"/>
                  <a:pt x="262898" y="118934"/>
                  <a:pt x="262898" y="105568"/>
                </a:cubicBezTo>
                <a:cubicBezTo>
                  <a:pt x="262898" y="88841"/>
                  <a:pt x="259294" y="75678"/>
                  <a:pt x="252088" y="66080"/>
                </a:cubicBezTo>
                <a:cubicBezTo>
                  <a:pt x="247215" y="59500"/>
                  <a:pt x="241004" y="56210"/>
                  <a:pt x="233454" y="56210"/>
                </a:cubicBezTo>
                <a:close/>
                <a:moveTo>
                  <a:pt x="362552" y="135790"/>
                </a:moveTo>
                <a:cubicBezTo>
                  <a:pt x="357954" y="140594"/>
                  <a:pt x="353459" y="144043"/>
                  <a:pt x="349066" y="146136"/>
                </a:cubicBezTo>
                <a:cubicBezTo>
                  <a:pt x="344674" y="148229"/>
                  <a:pt x="339938" y="149276"/>
                  <a:pt x="334859" y="149276"/>
                </a:cubicBezTo>
                <a:cubicBezTo>
                  <a:pt x="324564" y="149276"/>
                  <a:pt x="315573" y="144979"/>
                  <a:pt x="307887" y="136385"/>
                </a:cubicBezTo>
                <a:cubicBezTo>
                  <a:pt x="300200" y="127789"/>
                  <a:pt x="296356" y="116743"/>
                  <a:pt x="296356" y="103248"/>
                </a:cubicBezTo>
                <a:cubicBezTo>
                  <a:pt x="296356" y="89755"/>
                  <a:pt x="300612" y="77410"/>
                  <a:pt x="309122" y="66212"/>
                </a:cubicBezTo>
                <a:cubicBezTo>
                  <a:pt x="317632" y="55014"/>
                  <a:pt x="328579" y="49416"/>
                  <a:pt x="341963" y="49416"/>
                </a:cubicBezTo>
                <a:cubicBezTo>
                  <a:pt x="350267" y="49416"/>
                  <a:pt x="357131" y="52058"/>
                  <a:pt x="362552" y="57343"/>
                </a:cubicBezTo>
                <a:lnTo>
                  <a:pt x="362552" y="39906"/>
                </a:lnTo>
                <a:cubicBezTo>
                  <a:pt x="362552" y="29085"/>
                  <a:pt x="362295" y="22434"/>
                  <a:pt x="361780" y="19953"/>
                </a:cubicBezTo>
                <a:cubicBezTo>
                  <a:pt x="361266" y="17471"/>
                  <a:pt x="360459" y="15783"/>
                  <a:pt x="359361" y="14889"/>
                </a:cubicBezTo>
                <a:cubicBezTo>
                  <a:pt x="358263" y="13992"/>
                  <a:pt x="356890" y="13544"/>
                  <a:pt x="355243" y="13544"/>
                </a:cubicBezTo>
                <a:cubicBezTo>
                  <a:pt x="353459" y="13544"/>
                  <a:pt x="351091" y="14095"/>
                  <a:pt x="348140" y="15198"/>
                </a:cubicBezTo>
                <a:lnTo>
                  <a:pt x="346801" y="11579"/>
                </a:lnTo>
                <a:lnTo>
                  <a:pt x="374906" y="0"/>
                </a:lnTo>
                <a:lnTo>
                  <a:pt x="379539" y="0"/>
                </a:lnTo>
                <a:lnTo>
                  <a:pt x="379539" y="109023"/>
                </a:lnTo>
                <a:cubicBezTo>
                  <a:pt x="379539" y="120073"/>
                  <a:pt x="379796" y="126816"/>
                  <a:pt x="380311" y="129252"/>
                </a:cubicBezTo>
                <a:cubicBezTo>
                  <a:pt x="380826" y="131689"/>
                  <a:pt x="381650" y="133388"/>
                  <a:pt x="382782" y="134348"/>
                </a:cubicBezTo>
                <a:cubicBezTo>
                  <a:pt x="383914" y="135309"/>
                  <a:pt x="385236" y="135790"/>
                  <a:pt x="386745" y="135790"/>
                </a:cubicBezTo>
                <a:cubicBezTo>
                  <a:pt x="388599" y="135790"/>
                  <a:pt x="391069" y="135206"/>
                  <a:pt x="394158" y="134040"/>
                </a:cubicBezTo>
                <a:lnTo>
                  <a:pt x="395290" y="137643"/>
                </a:lnTo>
                <a:lnTo>
                  <a:pt x="367288" y="149276"/>
                </a:lnTo>
                <a:lnTo>
                  <a:pt x="362552" y="149276"/>
                </a:lnTo>
                <a:lnTo>
                  <a:pt x="362552" y="135790"/>
                </a:lnTo>
                <a:moveTo>
                  <a:pt x="362552" y="128606"/>
                </a:moveTo>
                <a:lnTo>
                  <a:pt x="362552" y="80136"/>
                </a:lnTo>
                <a:cubicBezTo>
                  <a:pt x="362141" y="75480"/>
                  <a:pt x="360905" y="71235"/>
                  <a:pt x="358846" y="67403"/>
                </a:cubicBezTo>
                <a:cubicBezTo>
                  <a:pt x="356787" y="63568"/>
                  <a:pt x="354059" y="60676"/>
                  <a:pt x="350662" y="58726"/>
                </a:cubicBezTo>
                <a:cubicBezTo>
                  <a:pt x="347265" y="56774"/>
                  <a:pt x="343953" y="55798"/>
                  <a:pt x="340727" y="55798"/>
                </a:cubicBezTo>
                <a:cubicBezTo>
                  <a:pt x="334688" y="55798"/>
                  <a:pt x="329300" y="58503"/>
                  <a:pt x="324564" y="63912"/>
                </a:cubicBezTo>
                <a:cubicBezTo>
                  <a:pt x="318319" y="71031"/>
                  <a:pt x="315196" y="81436"/>
                  <a:pt x="315196" y="95128"/>
                </a:cubicBezTo>
                <a:cubicBezTo>
                  <a:pt x="315196" y="108958"/>
                  <a:pt x="318216" y="119553"/>
                  <a:pt x="324255" y="126914"/>
                </a:cubicBezTo>
                <a:cubicBezTo>
                  <a:pt x="330295" y="134272"/>
                  <a:pt x="337021" y="137952"/>
                  <a:pt x="344433" y="137952"/>
                </a:cubicBezTo>
                <a:cubicBezTo>
                  <a:pt x="350679" y="137952"/>
                  <a:pt x="356719" y="134836"/>
                  <a:pt x="362552" y="128606"/>
                </a:cubicBezTo>
                <a:close/>
                <a:moveTo>
                  <a:pt x="417218" y="87713"/>
                </a:moveTo>
                <a:cubicBezTo>
                  <a:pt x="417149" y="101681"/>
                  <a:pt x="420547" y="112638"/>
                  <a:pt x="427410" y="120582"/>
                </a:cubicBezTo>
                <a:cubicBezTo>
                  <a:pt x="434273" y="128524"/>
                  <a:pt x="442337" y="132495"/>
                  <a:pt x="451603" y="132495"/>
                </a:cubicBezTo>
                <a:cubicBezTo>
                  <a:pt x="457780" y="132495"/>
                  <a:pt x="463150" y="130797"/>
                  <a:pt x="467714" y="127399"/>
                </a:cubicBezTo>
                <a:cubicBezTo>
                  <a:pt x="472278" y="124002"/>
                  <a:pt x="476105" y="118185"/>
                  <a:pt x="479193" y="109950"/>
                </a:cubicBezTo>
                <a:lnTo>
                  <a:pt x="482385" y="112008"/>
                </a:lnTo>
                <a:cubicBezTo>
                  <a:pt x="480943" y="121411"/>
                  <a:pt x="476757" y="129973"/>
                  <a:pt x="469825" y="137694"/>
                </a:cubicBezTo>
                <a:cubicBezTo>
                  <a:pt x="462893" y="145415"/>
                  <a:pt x="454211" y="149276"/>
                  <a:pt x="443779" y="149276"/>
                </a:cubicBezTo>
                <a:cubicBezTo>
                  <a:pt x="432454" y="149276"/>
                  <a:pt x="422760" y="144876"/>
                  <a:pt x="414696" y="136076"/>
                </a:cubicBezTo>
                <a:cubicBezTo>
                  <a:pt x="406631" y="127274"/>
                  <a:pt x="402599" y="115441"/>
                  <a:pt x="402599" y="100578"/>
                </a:cubicBezTo>
                <a:cubicBezTo>
                  <a:pt x="402599" y="84484"/>
                  <a:pt x="406734" y="71933"/>
                  <a:pt x="415004" y="62928"/>
                </a:cubicBezTo>
                <a:cubicBezTo>
                  <a:pt x="423275" y="53920"/>
                  <a:pt x="433655" y="49416"/>
                  <a:pt x="446146" y="49416"/>
                </a:cubicBezTo>
                <a:cubicBezTo>
                  <a:pt x="456716" y="49416"/>
                  <a:pt x="465398" y="52890"/>
                  <a:pt x="472193" y="59839"/>
                </a:cubicBezTo>
                <a:cubicBezTo>
                  <a:pt x="478987" y="66786"/>
                  <a:pt x="482385" y="76077"/>
                  <a:pt x="482385" y="87713"/>
                </a:cubicBezTo>
                <a:lnTo>
                  <a:pt x="417218" y="87713"/>
                </a:lnTo>
                <a:moveTo>
                  <a:pt x="417218" y="81741"/>
                </a:moveTo>
                <a:lnTo>
                  <a:pt x="460868" y="81741"/>
                </a:lnTo>
                <a:cubicBezTo>
                  <a:pt x="460525" y="75702"/>
                  <a:pt x="459804" y="71447"/>
                  <a:pt x="458706" y="68976"/>
                </a:cubicBezTo>
                <a:cubicBezTo>
                  <a:pt x="456990" y="65132"/>
                  <a:pt x="454434" y="62113"/>
                  <a:pt x="451037" y="59916"/>
                </a:cubicBezTo>
                <a:cubicBezTo>
                  <a:pt x="447639" y="57720"/>
                  <a:pt x="444087" y="56622"/>
                  <a:pt x="440381" y="56622"/>
                </a:cubicBezTo>
                <a:cubicBezTo>
                  <a:pt x="434685" y="56622"/>
                  <a:pt x="429589" y="58835"/>
                  <a:pt x="425093" y="63262"/>
                </a:cubicBezTo>
                <a:cubicBezTo>
                  <a:pt x="420598" y="67689"/>
                  <a:pt x="417973" y="73849"/>
                  <a:pt x="417218" y="81741"/>
                </a:cubicBezTo>
                <a:close/>
                <a:moveTo>
                  <a:pt x="527406" y="0"/>
                </a:moveTo>
                <a:lnTo>
                  <a:pt x="527406" y="124993"/>
                </a:lnTo>
                <a:cubicBezTo>
                  <a:pt x="527406" y="130891"/>
                  <a:pt x="527835" y="134801"/>
                  <a:pt x="528693" y="136723"/>
                </a:cubicBezTo>
                <a:cubicBezTo>
                  <a:pt x="529551" y="138642"/>
                  <a:pt x="530872" y="140100"/>
                  <a:pt x="532656" y="141095"/>
                </a:cubicBezTo>
                <a:cubicBezTo>
                  <a:pt x="534441" y="142088"/>
                  <a:pt x="537770" y="142584"/>
                  <a:pt x="542642" y="142584"/>
                </a:cubicBezTo>
                <a:lnTo>
                  <a:pt x="542642" y="146393"/>
                </a:lnTo>
                <a:lnTo>
                  <a:pt x="496418" y="146393"/>
                </a:lnTo>
                <a:lnTo>
                  <a:pt x="496418" y="142584"/>
                </a:lnTo>
                <a:cubicBezTo>
                  <a:pt x="500742" y="142584"/>
                  <a:pt x="503693" y="142139"/>
                  <a:pt x="505272" y="141249"/>
                </a:cubicBezTo>
                <a:cubicBezTo>
                  <a:pt x="506851" y="140357"/>
                  <a:pt x="508086" y="138882"/>
                  <a:pt x="508978" y="136826"/>
                </a:cubicBezTo>
                <a:cubicBezTo>
                  <a:pt x="509870" y="134767"/>
                  <a:pt x="510316" y="130822"/>
                  <a:pt x="510316" y="124993"/>
                </a:cubicBezTo>
                <a:lnTo>
                  <a:pt x="510316" y="39401"/>
                </a:lnTo>
                <a:cubicBezTo>
                  <a:pt x="510316" y="28771"/>
                  <a:pt x="510076" y="22239"/>
                  <a:pt x="509596" y="19805"/>
                </a:cubicBezTo>
                <a:cubicBezTo>
                  <a:pt x="509115" y="17368"/>
                  <a:pt x="508343" y="15705"/>
                  <a:pt x="507279" y="14815"/>
                </a:cubicBezTo>
                <a:cubicBezTo>
                  <a:pt x="506216" y="13923"/>
                  <a:pt x="504860" y="13477"/>
                  <a:pt x="503213" y="13477"/>
                </a:cubicBezTo>
                <a:cubicBezTo>
                  <a:pt x="501429" y="13477"/>
                  <a:pt x="499164" y="14026"/>
                  <a:pt x="496418" y="15124"/>
                </a:cubicBezTo>
                <a:lnTo>
                  <a:pt x="494668" y="11521"/>
                </a:lnTo>
                <a:lnTo>
                  <a:pt x="522773" y="0"/>
                </a:lnTo>
                <a:lnTo>
                  <a:pt x="52740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Text Ref">
            <a:extLst xmlns:a="http://schemas.openxmlformats.org/drawingml/2006/main">
              <a:ext uri="{FF2B5EF4-FFF2-40B4-BE49-F238E27FC236}">
                <a16:creationId xmlns:a16="http://schemas.microsoft.com/office/drawing/2014/main" id="{77709EDF-D8AD-4527-8076-399F8058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576" y="678007"/>
            <a:ext cx="322264" cy="149276"/>
          </a:xfrm>
          <a:custGeom xmlns:a="http://schemas.openxmlformats.org/drawingml/2006/main">
            <a:pathLst>
              <a:path w="322264" h="149276">
                <a:moveTo>
                  <a:pt x="138878" y="146393"/>
                </a:moveTo>
                <a:lnTo>
                  <a:pt x="101611" y="146393"/>
                </a:lnTo>
                <a:lnTo>
                  <a:pt x="54357" y="80918"/>
                </a:lnTo>
                <a:cubicBezTo>
                  <a:pt x="50857" y="81055"/>
                  <a:pt x="48009" y="81124"/>
                  <a:pt x="45812" y="81124"/>
                </a:cubicBezTo>
                <a:cubicBezTo>
                  <a:pt x="44920" y="81124"/>
                  <a:pt x="43959" y="81107"/>
                  <a:pt x="42930" y="81072"/>
                </a:cubicBezTo>
                <a:cubicBezTo>
                  <a:pt x="41900" y="81038"/>
                  <a:pt x="40836" y="80987"/>
                  <a:pt x="39738" y="80918"/>
                </a:cubicBezTo>
                <a:lnTo>
                  <a:pt x="39738" y="121615"/>
                </a:lnTo>
                <a:cubicBezTo>
                  <a:pt x="39738" y="130430"/>
                  <a:pt x="40699" y="135904"/>
                  <a:pt x="42621" y="138038"/>
                </a:cubicBezTo>
                <a:cubicBezTo>
                  <a:pt x="45229" y="141069"/>
                  <a:pt x="49141" y="142584"/>
                  <a:pt x="54357" y="142584"/>
                </a:cubicBezTo>
                <a:lnTo>
                  <a:pt x="59813" y="142584"/>
                </a:lnTo>
                <a:lnTo>
                  <a:pt x="59813" y="146393"/>
                </a:lnTo>
                <a:lnTo>
                  <a:pt x="0" y="146393"/>
                </a:lnTo>
                <a:lnTo>
                  <a:pt x="0" y="142584"/>
                </a:lnTo>
                <a:lnTo>
                  <a:pt x="5250" y="142584"/>
                </a:lnTo>
                <a:cubicBezTo>
                  <a:pt x="11153" y="142584"/>
                  <a:pt x="15374" y="140663"/>
                  <a:pt x="17913" y="136819"/>
                </a:cubicBezTo>
                <a:cubicBezTo>
                  <a:pt x="19354" y="134692"/>
                  <a:pt x="20075" y="129647"/>
                  <a:pt x="20075" y="121686"/>
                </a:cubicBezTo>
                <a:lnTo>
                  <a:pt x="20075" y="31502"/>
                </a:lnTo>
                <a:cubicBezTo>
                  <a:pt x="20075" y="22717"/>
                  <a:pt x="19114" y="17261"/>
                  <a:pt x="17192" y="15134"/>
                </a:cubicBezTo>
                <a:cubicBezTo>
                  <a:pt x="14516" y="12114"/>
                  <a:pt x="10535" y="10604"/>
                  <a:pt x="5250" y="10604"/>
                </a:cubicBezTo>
                <a:lnTo>
                  <a:pt x="0" y="10604"/>
                </a:lnTo>
                <a:lnTo>
                  <a:pt x="0" y="6795"/>
                </a:lnTo>
                <a:lnTo>
                  <a:pt x="50857" y="6795"/>
                </a:lnTo>
                <a:cubicBezTo>
                  <a:pt x="65681" y="6795"/>
                  <a:pt x="76611" y="7872"/>
                  <a:pt x="83646" y="10028"/>
                </a:cubicBezTo>
                <a:cubicBezTo>
                  <a:pt x="90681" y="12183"/>
                  <a:pt x="96652" y="16153"/>
                  <a:pt x="101559" y="21938"/>
                </a:cubicBezTo>
                <a:cubicBezTo>
                  <a:pt x="106466" y="27720"/>
                  <a:pt x="108920" y="34614"/>
                  <a:pt x="108920" y="42621"/>
                </a:cubicBezTo>
                <a:cubicBezTo>
                  <a:pt x="108920" y="51174"/>
                  <a:pt x="106123" y="58599"/>
                  <a:pt x="100530" y="64896"/>
                </a:cubicBezTo>
                <a:cubicBezTo>
                  <a:pt x="94936" y="71191"/>
                  <a:pt x="86271" y="75640"/>
                  <a:pt x="74535" y="78241"/>
                </a:cubicBezTo>
                <a:lnTo>
                  <a:pt x="103361" y="118417"/>
                </a:lnTo>
                <a:cubicBezTo>
                  <a:pt x="109949" y="127644"/>
                  <a:pt x="115612" y="133773"/>
                  <a:pt x="120347" y="136803"/>
                </a:cubicBezTo>
                <a:cubicBezTo>
                  <a:pt x="125083" y="139832"/>
                  <a:pt x="131260" y="141759"/>
                  <a:pt x="138878" y="142584"/>
                </a:cubicBezTo>
                <a:lnTo>
                  <a:pt x="138878" y="146393"/>
                </a:lnTo>
                <a:moveTo>
                  <a:pt x="39738" y="74638"/>
                </a:moveTo>
                <a:cubicBezTo>
                  <a:pt x="41042" y="74638"/>
                  <a:pt x="42175" y="74655"/>
                  <a:pt x="43136" y="74689"/>
                </a:cubicBezTo>
                <a:cubicBezTo>
                  <a:pt x="44096" y="74724"/>
                  <a:pt x="44886" y="74741"/>
                  <a:pt x="45503" y="74741"/>
                </a:cubicBezTo>
                <a:cubicBezTo>
                  <a:pt x="58818" y="74741"/>
                  <a:pt x="68856" y="71858"/>
                  <a:pt x="75616" y="66093"/>
                </a:cubicBezTo>
                <a:cubicBezTo>
                  <a:pt x="82376" y="60328"/>
                  <a:pt x="85756" y="52984"/>
                  <a:pt x="85756" y="44062"/>
                </a:cubicBezTo>
                <a:cubicBezTo>
                  <a:pt x="85756" y="35346"/>
                  <a:pt x="83028" y="28259"/>
                  <a:pt x="77572" y="22803"/>
                </a:cubicBezTo>
                <a:cubicBezTo>
                  <a:pt x="72116" y="17347"/>
                  <a:pt x="64892" y="14619"/>
                  <a:pt x="55901" y="14619"/>
                </a:cubicBezTo>
                <a:cubicBezTo>
                  <a:pt x="51921" y="14619"/>
                  <a:pt x="46533" y="15271"/>
                  <a:pt x="39738" y="16575"/>
                </a:cubicBezTo>
                <a:lnTo>
                  <a:pt x="39738" y="74638"/>
                </a:lnTo>
                <a:close/>
                <a:moveTo>
                  <a:pt x="159470" y="87713"/>
                </a:moveTo>
                <a:cubicBezTo>
                  <a:pt x="159401" y="101681"/>
                  <a:pt x="162798" y="112638"/>
                  <a:pt x="169662" y="120582"/>
                </a:cubicBezTo>
                <a:cubicBezTo>
                  <a:pt x="176525" y="128524"/>
                  <a:pt x="184589" y="132495"/>
                  <a:pt x="193855" y="132495"/>
                </a:cubicBezTo>
                <a:cubicBezTo>
                  <a:pt x="200032" y="132495"/>
                  <a:pt x="205402" y="130797"/>
                  <a:pt x="209966" y="127399"/>
                </a:cubicBezTo>
                <a:cubicBezTo>
                  <a:pt x="214530" y="124002"/>
                  <a:pt x="218357" y="118185"/>
                  <a:pt x="221445" y="109950"/>
                </a:cubicBezTo>
                <a:lnTo>
                  <a:pt x="224637" y="112008"/>
                </a:lnTo>
                <a:cubicBezTo>
                  <a:pt x="223195" y="121411"/>
                  <a:pt x="219009" y="129973"/>
                  <a:pt x="212077" y="137694"/>
                </a:cubicBezTo>
                <a:cubicBezTo>
                  <a:pt x="205145" y="145415"/>
                  <a:pt x="196463" y="149276"/>
                  <a:pt x="186031" y="149276"/>
                </a:cubicBezTo>
                <a:cubicBezTo>
                  <a:pt x="174706" y="149276"/>
                  <a:pt x="165012" y="144876"/>
                  <a:pt x="156948" y="136076"/>
                </a:cubicBezTo>
                <a:cubicBezTo>
                  <a:pt x="148883" y="127274"/>
                  <a:pt x="144851" y="115441"/>
                  <a:pt x="144851" y="100578"/>
                </a:cubicBezTo>
                <a:cubicBezTo>
                  <a:pt x="144851" y="84484"/>
                  <a:pt x="148986" y="71933"/>
                  <a:pt x="157256" y="62928"/>
                </a:cubicBezTo>
                <a:cubicBezTo>
                  <a:pt x="165527" y="53920"/>
                  <a:pt x="175907" y="49416"/>
                  <a:pt x="188398" y="49416"/>
                </a:cubicBezTo>
                <a:cubicBezTo>
                  <a:pt x="198968" y="49416"/>
                  <a:pt x="207650" y="52890"/>
                  <a:pt x="214445" y="59839"/>
                </a:cubicBezTo>
                <a:cubicBezTo>
                  <a:pt x="221239" y="66786"/>
                  <a:pt x="224637" y="76077"/>
                  <a:pt x="224637" y="87713"/>
                </a:cubicBezTo>
                <a:lnTo>
                  <a:pt x="159470" y="87713"/>
                </a:lnTo>
                <a:moveTo>
                  <a:pt x="159470" y="81741"/>
                </a:moveTo>
                <a:lnTo>
                  <a:pt x="203120" y="81741"/>
                </a:lnTo>
                <a:cubicBezTo>
                  <a:pt x="202777" y="75702"/>
                  <a:pt x="202056" y="71447"/>
                  <a:pt x="200958" y="68976"/>
                </a:cubicBezTo>
                <a:cubicBezTo>
                  <a:pt x="199242" y="65132"/>
                  <a:pt x="196686" y="62113"/>
                  <a:pt x="193289" y="59916"/>
                </a:cubicBezTo>
                <a:cubicBezTo>
                  <a:pt x="189891" y="57720"/>
                  <a:pt x="186339" y="56622"/>
                  <a:pt x="182633" y="56622"/>
                </a:cubicBezTo>
                <a:cubicBezTo>
                  <a:pt x="176937" y="56622"/>
                  <a:pt x="171841" y="58835"/>
                  <a:pt x="167345" y="63262"/>
                </a:cubicBezTo>
                <a:cubicBezTo>
                  <a:pt x="162850" y="67689"/>
                  <a:pt x="160225" y="73849"/>
                  <a:pt x="159470" y="81741"/>
                </a:cubicBezTo>
                <a:close/>
                <a:moveTo>
                  <a:pt x="274084" y="59299"/>
                </a:moveTo>
                <a:lnTo>
                  <a:pt x="274084" y="121351"/>
                </a:lnTo>
                <a:cubicBezTo>
                  <a:pt x="274084" y="130147"/>
                  <a:pt x="275045" y="135712"/>
                  <a:pt x="276967" y="138048"/>
                </a:cubicBezTo>
                <a:cubicBezTo>
                  <a:pt x="279506" y="141072"/>
                  <a:pt x="282904" y="142584"/>
                  <a:pt x="287159" y="142584"/>
                </a:cubicBezTo>
                <a:lnTo>
                  <a:pt x="295704" y="142584"/>
                </a:lnTo>
                <a:lnTo>
                  <a:pt x="295704" y="146393"/>
                </a:lnTo>
                <a:lnTo>
                  <a:pt x="239390" y="146393"/>
                </a:lnTo>
                <a:lnTo>
                  <a:pt x="239390" y="142584"/>
                </a:lnTo>
                <a:lnTo>
                  <a:pt x="243611" y="142584"/>
                </a:lnTo>
                <a:cubicBezTo>
                  <a:pt x="246357" y="142584"/>
                  <a:pt x="248862" y="141897"/>
                  <a:pt x="251127" y="140522"/>
                </a:cubicBezTo>
                <a:cubicBezTo>
                  <a:pt x="253392" y="139147"/>
                  <a:pt x="254953" y="137292"/>
                  <a:pt x="255811" y="134956"/>
                </a:cubicBezTo>
                <a:cubicBezTo>
                  <a:pt x="256669" y="132621"/>
                  <a:pt x="257098" y="128086"/>
                  <a:pt x="257098" y="121351"/>
                </a:cubicBezTo>
                <a:lnTo>
                  <a:pt x="257098" y="59299"/>
                </a:lnTo>
                <a:lnTo>
                  <a:pt x="238773" y="59299"/>
                </a:lnTo>
                <a:lnTo>
                  <a:pt x="238773" y="52092"/>
                </a:lnTo>
                <a:lnTo>
                  <a:pt x="257098" y="52092"/>
                </a:lnTo>
                <a:lnTo>
                  <a:pt x="257098" y="45890"/>
                </a:lnTo>
                <a:cubicBezTo>
                  <a:pt x="257098" y="36450"/>
                  <a:pt x="258608" y="28458"/>
                  <a:pt x="261627" y="21912"/>
                </a:cubicBezTo>
                <a:cubicBezTo>
                  <a:pt x="264647" y="15366"/>
                  <a:pt x="269263" y="10078"/>
                  <a:pt x="275474" y="6048"/>
                </a:cubicBezTo>
                <a:cubicBezTo>
                  <a:pt x="281685" y="2016"/>
                  <a:pt x="288669" y="0"/>
                  <a:pt x="296424" y="0"/>
                </a:cubicBezTo>
                <a:cubicBezTo>
                  <a:pt x="303631" y="0"/>
                  <a:pt x="310254" y="2334"/>
                  <a:pt x="316293" y="7001"/>
                </a:cubicBezTo>
                <a:cubicBezTo>
                  <a:pt x="320274" y="10089"/>
                  <a:pt x="322264" y="13555"/>
                  <a:pt x="322264" y="17398"/>
                </a:cubicBezTo>
                <a:cubicBezTo>
                  <a:pt x="322264" y="19457"/>
                  <a:pt x="321372" y="21396"/>
                  <a:pt x="319588" y="23215"/>
                </a:cubicBezTo>
                <a:cubicBezTo>
                  <a:pt x="317803" y="25034"/>
                  <a:pt x="315882" y="25943"/>
                  <a:pt x="313823" y="25943"/>
                </a:cubicBezTo>
                <a:cubicBezTo>
                  <a:pt x="312244" y="25943"/>
                  <a:pt x="310580" y="25370"/>
                  <a:pt x="308830" y="24225"/>
                </a:cubicBezTo>
                <a:cubicBezTo>
                  <a:pt x="307079" y="23080"/>
                  <a:pt x="304935" y="20617"/>
                  <a:pt x="302395" y="16835"/>
                </a:cubicBezTo>
                <a:cubicBezTo>
                  <a:pt x="299856" y="13054"/>
                  <a:pt x="297522" y="10504"/>
                  <a:pt x="295395" y="9185"/>
                </a:cubicBezTo>
                <a:cubicBezTo>
                  <a:pt x="293267" y="7866"/>
                  <a:pt x="290899" y="7206"/>
                  <a:pt x="288291" y="7206"/>
                </a:cubicBezTo>
                <a:cubicBezTo>
                  <a:pt x="285134" y="7206"/>
                  <a:pt x="282457" y="8056"/>
                  <a:pt x="280261" y="9754"/>
                </a:cubicBezTo>
                <a:cubicBezTo>
                  <a:pt x="278065" y="11451"/>
                  <a:pt x="276486" y="14083"/>
                  <a:pt x="275526" y="17649"/>
                </a:cubicBezTo>
                <a:cubicBezTo>
                  <a:pt x="274565" y="21216"/>
                  <a:pt x="274084" y="30411"/>
                  <a:pt x="274084" y="45233"/>
                </a:cubicBezTo>
                <a:lnTo>
                  <a:pt x="274084" y="52092"/>
                </a:lnTo>
                <a:lnTo>
                  <a:pt x="298380" y="52092"/>
                </a:lnTo>
                <a:lnTo>
                  <a:pt x="298380" y="59299"/>
                </a:lnTo>
                <a:lnTo>
                  <a:pt x="274084" y="592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Text inement">
            <a:extLst xmlns:a="http://schemas.openxmlformats.org/drawingml/2006/main">
              <a:ext uri="{FF2B5EF4-FFF2-40B4-BE49-F238E27FC236}">
                <a16:creationId xmlns:a16="http://schemas.microsoft.com/office/drawing/2014/main" id="{8A5AEBA8-BA29-4568-A9A6-D711B457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5603" y="678007"/>
            <a:ext cx="673421" cy="149276"/>
          </a:xfrm>
          <a:custGeom xmlns:a="http://schemas.openxmlformats.org/drawingml/2006/main">
            <a:pathLst>
              <a:path w="673421" h="149276">
                <a:moveTo>
                  <a:pt x="24399" y="0"/>
                </a:moveTo>
                <a:cubicBezTo>
                  <a:pt x="27281" y="0"/>
                  <a:pt x="29735" y="1018"/>
                  <a:pt x="31760" y="3053"/>
                </a:cubicBezTo>
                <a:cubicBezTo>
                  <a:pt x="33784" y="5086"/>
                  <a:pt x="34797" y="7552"/>
                  <a:pt x="34797" y="10449"/>
                </a:cubicBezTo>
                <a:cubicBezTo>
                  <a:pt x="34797" y="13347"/>
                  <a:pt x="33784" y="15831"/>
                  <a:pt x="31760" y="17900"/>
                </a:cubicBezTo>
                <a:cubicBezTo>
                  <a:pt x="29735" y="19968"/>
                  <a:pt x="27281" y="21002"/>
                  <a:pt x="24399" y="21002"/>
                </a:cubicBezTo>
                <a:cubicBezTo>
                  <a:pt x="21516" y="21002"/>
                  <a:pt x="19046" y="19968"/>
                  <a:pt x="16987" y="17900"/>
                </a:cubicBezTo>
                <a:cubicBezTo>
                  <a:pt x="14928" y="15831"/>
                  <a:pt x="13898" y="13347"/>
                  <a:pt x="13898" y="10449"/>
                </a:cubicBezTo>
                <a:cubicBezTo>
                  <a:pt x="13898" y="7552"/>
                  <a:pt x="14910" y="5086"/>
                  <a:pt x="16935" y="3053"/>
                </a:cubicBezTo>
                <a:cubicBezTo>
                  <a:pt x="18960" y="1018"/>
                  <a:pt x="21448" y="0"/>
                  <a:pt x="24399" y="0"/>
                </a:cubicBezTo>
                <a:moveTo>
                  <a:pt x="32944" y="49416"/>
                </a:moveTo>
                <a:lnTo>
                  <a:pt x="32944" y="125019"/>
                </a:lnTo>
                <a:cubicBezTo>
                  <a:pt x="32944" y="130908"/>
                  <a:pt x="33373" y="134829"/>
                  <a:pt x="34231" y="136781"/>
                </a:cubicBezTo>
                <a:cubicBezTo>
                  <a:pt x="35088" y="138732"/>
                  <a:pt x="36358" y="140188"/>
                  <a:pt x="38040" y="141146"/>
                </a:cubicBezTo>
                <a:cubicBezTo>
                  <a:pt x="39721" y="142105"/>
                  <a:pt x="42792" y="142584"/>
                  <a:pt x="47254" y="142584"/>
                </a:cubicBezTo>
                <a:lnTo>
                  <a:pt x="47254" y="146393"/>
                </a:lnTo>
                <a:lnTo>
                  <a:pt x="1441" y="146393"/>
                </a:lnTo>
                <a:lnTo>
                  <a:pt x="1441" y="142584"/>
                </a:lnTo>
                <a:cubicBezTo>
                  <a:pt x="6040" y="142584"/>
                  <a:pt x="9128" y="142139"/>
                  <a:pt x="10707" y="141249"/>
                </a:cubicBezTo>
                <a:cubicBezTo>
                  <a:pt x="12285" y="140359"/>
                  <a:pt x="13538" y="138887"/>
                  <a:pt x="14464" y="136832"/>
                </a:cubicBezTo>
                <a:cubicBezTo>
                  <a:pt x="15391" y="134777"/>
                  <a:pt x="15854" y="130840"/>
                  <a:pt x="15854" y="125019"/>
                </a:cubicBezTo>
                <a:lnTo>
                  <a:pt x="15854" y="88758"/>
                </a:lnTo>
                <a:cubicBezTo>
                  <a:pt x="15854" y="78553"/>
                  <a:pt x="15545" y="71945"/>
                  <a:pt x="14928" y="68934"/>
                </a:cubicBezTo>
                <a:cubicBezTo>
                  <a:pt x="14447" y="66742"/>
                  <a:pt x="13692" y="65218"/>
                  <a:pt x="12663" y="64362"/>
                </a:cubicBezTo>
                <a:cubicBezTo>
                  <a:pt x="11633" y="63507"/>
                  <a:pt x="10226" y="63079"/>
                  <a:pt x="8442" y="63079"/>
                </a:cubicBezTo>
                <a:cubicBezTo>
                  <a:pt x="6520" y="63079"/>
                  <a:pt x="4187" y="63592"/>
                  <a:pt x="1441" y="64620"/>
                </a:cubicBezTo>
                <a:lnTo>
                  <a:pt x="0" y="60920"/>
                </a:lnTo>
                <a:lnTo>
                  <a:pt x="28414" y="49416"/>
                </a:lnTo>
                <a:lnTo>
                  <a:pt x="32944" y="49416"/>
                </a:lnTo>
                <a:close/>
                <a:moveTo>
                  <a:pt x="86512" y="69388"/>
                </a:moveTo>
                <a:cubicBezTo>
                  <a:pt x="97562" y="56073"/>
                  <a:pt x="108097" y="49416"/>
                  <a:pt x="118118" y="49416"/>
                </a:cubicBezTo>
                <a:cubicBezTo>
                  <a:pt x="123265" y="49416"/>
                  <a:pt x="127692" y="50700"/>
                  <a:pt x="131398" y="53270"/>
                </a:cubicBezTo>
                <a:cubicBezTo>
                  <a:pt x="135104" y="55837"/>
                  <a:pt x="138055" y="60065"/>
                  <a:pt x="140252" y="65955"/>
                </a:cubicBezTo>
                <a:cubicBezTo>
                  <a:pt x="141761" y="70062"/>
                  <a:pt x="142516" y="76362"/>
                  <a:pt x="142516" y="84856"/>
                </a:cubicBezTo>
                <a:lnTo>
                  <a:pt x="142516" y="125019"/>
                </a:lnTo>
                <a:cubicBezTo>
                  <a:pt x="142516" y="130977"/>
                  <a:pt x="142997" y="135018"/>
                  <a:pt x="143958" y="137141"/>
                </a:cubicBezTo>
                <a:cubicBezTo>
                  <a:pt x="144713" y="138852"/>
                  <a:pt x="145931" y="140188"/>
                  <a:pt x="147612" y="141146"/>
                </a:cubicBezTo>
                <a:cubicBezTo>
                  <a:pt x="149294" y="142105"/>
                  <a:pt x="152400" y="142584"/>
                  <a:pt x="156929" y="142584"/>
                </a:cubicBezTo>
                <a:lnTo>
                  <a:pt x="156929" y="146393"/>
                </a:lnTo>
                <a:lnTo>
                  <a:pt x="110293" y="146393"/>
                </a:lnTo>
                <a:lnTo>
                  <a:pt x="110293" y="142584"/>
                </a:lnTo>
                <a:lnTo>
                  <a:pt x="112249" y="142584"/>
                </a:lnTo>
                <a:cubicBezTo>
                  <a:pt x="116642" y="142584"/>
                  <a:pt x="119713" y="141918"/>
                  <a:pt x="121463" y="140586"/>
                </a:cubicBezTo>
                <a:cubicBezTo>
                  <a:pt x="123214" y="139255"/>
                  <a:pt x="124432" y="137292"/>
                  <a:pt x="125118" y="134699"/>
                </a:cubicBezTo>
                <a:cubicBezTo>
                  <a:pt x="125393" y="133674"/>
                  <a:pt x="125530" y="130464"/>
                  <a:pt x="125530" y="125070"/>
                </a:cubicBezTo>
                <a:lnTo>
                  <a:pt x="125530" y="86661"/>
                </a:lnTo>
                <a:cubicBezTo>
                  <a:pt x="125530" y="78126"/>
                  <a:pt x="124415" y="71930"/>
                  <a:pt x="122184" y="68072"/>
                </a:cubicBezTo>
                <a:cubicBezTo>
                  <a:pt x="119953" y="64213"/>
                  <a:pt x="116196" y="62284"/>
                  <a:pt x="110911" y="62284"/>
                </a:cubicBezTo>
                <a:cubicBezTo>
                  <a:pt x="102744" y="62284"/>
                  <a:pt x="94611" y="66723"/>
                  <a:pt x="86512" y="75600"/>
                </a:cubicBezTo>
                <a:lnTo>
                  <a:pt x="86512" y="125070"/>
                </a:lnTo>
                <a:cubicBezTo>
                  <a:pt x="86512" y="131421"/>
                  <a:pt x="86890" y="135347"/>
                  <a:pt x="87645" y="136848"/>
                </a:cubicBezTo>
                <a:cubicBezTo>
                  <a:pt x="88606" y="138828"/>
                  <a:pt x="89927" y="140279"/>
                  <a:pt x="91608" y="141201"/>
                </a:cubicBezTo>
                <a:cubicBezTo>
                  <a:pt x="93290" y="142123"/>
                  <a:pt x="96704" y="142584"/>
                  <a:pt x="101852" y="142584"/>
                </a:cubicBezTo>
                <a:lnTo>
                  <a:pt x="101852" y="146393"/>
                </a:lnTo>
                <a:lnTo>
                  <a:pt x="55216" y="146393"/>
                </a:lnTo>
                <a:lnTo>
                  <a:pt x="55216" y="142584"/>
                </a:lnTo>
                <a:lnTo>
                  <a:pt x="57275" y="142584"/>
                </a:lnTo>
                <a:cubicBezTo>
                  <a:pt x="62079" y="142584"/>
                  <a:pt x="65322" y="141369"/>
                  <a:pt x="67003" y="138939"/>
                </a:cubicBezTo>
                <a:cubicBezTo>
                  <a:pt x="68685" y="136507"/>
                  <a:pt x="69526" y="131867"/>
                  <a:pt x="69526" y="125019"/>
                </a:cubicBezTo>
                <a:lnTo>
                  <a:pt x="69526" y="90093"/>
                </a:lnTo>
                <a:cubicBezTo>
                  <a:pt x="69526" y="78795"/>
                  <a:pt x="69268" y="71913"/>
                  <a:pt x="68754" y="69449"/>
                </a:cubicBezTo>
                <a:cubicBezTo>
                  <a:pt x="68239" y="66982"/>
                  <a:pt x="67449" y="65304"/>
                  <a:pt x="66386" y="64414"/>
                </a:cubicBezTo>
                <a:cubicBezTo>
                  <a:pt x="65322" y="63524"/>
                  <a:pt x="63898" y="63079"/>
                  <a:pt x="62113" y="63079"/>
                </a:cubicBezTo>
                <a:cubicBezTo>
                  <a:pt x="60192" y="63079"/>
                  <a:pt x="57892" y="63592"/>
                  <a:pt x="55216" y="64620"/>
                </a:cubicBezTo>
                <a:lnTo>
                  <a:pt x="53671" y="60920"/>
                </a:lnTo>
                <a:lnTo>
                  <a:pt x="82085" y="49416"/>
                </a:lnTo>
                <a:lnTo>
                  <a:pt x="86512" y="49416"/>
                </a:lnTo>
                <a:lnTo>
                  <a:pt x="86512" y="69388"/>
                </a:lnTo>
                <a:close/>
                <a:moveTo>
                  <a:pt x="180298" y="87713"/>
                </a:moveTo>
                <a:cubicBezTo>
                  <a:pt x="180230" y="101681"/>
                  <a:pt x="183627" y="112638"/>
                  <a:pt x="190490" y="120582"/>
                </a:cubicBezTo>
                <a:cubicBezTo>
                  <a:pt x="197354" y="128524"/>
                  <a:pt x="205418" y="132495"/>
                  <a:pt x="214683" y="132495"/>
                </a:cubicBezTo>
                <a:cubicBezTo>
                  <a:pt x="220860" y="132495"/>
                  <a:pt x="226231" y="130797"/>
                  <a:pt x="230795" y="127399"/>
                </a:cubicBezTo>
                <a:cubicBezTo>
                  <a:pt x="235359" y="124002"/>
                  <a:pt x="239185" y="118185"/>
                  <a:pt x="242274" y="109950"/>
                </a:cubicBezTo>
                <a:lnTo>
                  <a:pt x="245465" y="112008"/>
                </a:lnTo>
                <a:cubicBezTo>
                  <a:pt x="244024" y="121411"/>
                  <a:pt x="239837" y="129973"/>
                  <a:pt x="232905" y="137694"/>
                </a:cubicBezTo>
                <a:cubicBezTo>
                  <a:pt x="225973" y="145415"/>
                  <a:pt x="217291" y="149276"/>
                  <a:pt x="206859" y="149276"/>
                </a:cubicBezTo>
                <a:cubicBezTo>
                  <a:pt x="195535" y="149276"/>
                  <a:pt x="185841" y="144876"/>
                  <a:pt x="177776" y="136076"/>
                </a:cubicBezTo>
                <a:cubicBezTo>
                  <a:pt x="169712" y="127274"/>
                  <a:pt x="165680" y="115441"/>
                  <a:pt x="165680" y="100578"/>
                </a:cubicBezTo>
                <a:cubicBezTo>
                  <a:pt x="165680" y="84484"/>
                  <a:pt x="169815" y="71933"/>
                  <a:pt x="178085" y="62928"/>
                </a:cubicBezTo>
                <a:cubicBezTo>
                  <a:pt x="186355" y="53920"/>
                  <a:pt x="196736" y="49416"/>
                  <a:pt x="209227" y="49416"/>
                </a:cubicBezTo>
                <a:cubicBezTo>
                  <a:pt x="219797" y="49416"/>
                  <a:pt x="228479" y="52890"/>
                  <a:pt x="235273" y="59839"/>
                </a:cubicBezTo>
                <a:cubicBezTo>
                  <a:pt x="242068" y="66786"/>
                  <a:pt x="245465" y="76077"/>
                  <a:pt x="245465" y="87713"/>
                </a:cubicBezTo>
                <a:lnTo>
                  <a:pt x="180298" y="87713"/>
                </a:lnTo>
                <a:moveTo>
                  <a:pt x="180298" y="81741"/>
                </a:moveTo>
                <a:lnTo>
                  <a:pt x="223949" y="81741"/>
                </a:lnTo>
                <a:cubicBezTo>
                  <a:pt x="223606" y="75702"/>
                  <a:pt x="222885" y="71447"/>
                  <a:pt x="221787" y="68976"/>
                </a:cubicBezTo>
                <a:cubicBezTo>
                  <a:pt x="220071" y="65132"/>
                  <a:pt x="217514" y="62113"/>
                  <a:pt x="214117" y="59916"/>
                </a:cubicBezTo>
                <a:cubicBezTo>
                  <a:pt x="210720" y="57720"/>
                  <a:pt x="207168" y="56622"/>
                  <a:pt x="203462" y="56622"/>
                </a:cubicBezTo>
                <a:cubicBezTo>
                  <a:pt x="197765" y="56622"/>
                  <a:pt x="192669" y="58835"/>
                  <a:pt x="188174" y="63262"/>
                </a:cubicBezTo>
                <a:cubicBezTo>
                  <a:pt x="183679" y="67689"/>
                  <a:pt x="181053" y="73849"/>
                  <a:pt x="180298" y="81741"/>
                </a:cubicBezTo>
                <a:close/>
                <a:moveTo>
                  <a:pt x="286060" y="69491"/>
                </a:moveTo>
                <a:cubicBezTo>
                  <a:pt x="292923" y="62627"/>
                  <a:pt x="296972" y="58681"/>
                  <a:pt x="298208" y="57651"/>
                </a:cubicBezTo>
                <a:cubicBezTo>
                  <a:pt x="301296" y="55043"/>
                  <a:pt x="304625" y="53019"/>
                  <a:pt x="308194" y="51577"/>
                </a:cubicBezTo>
                <a:cubicBezTo>
                  <a:pt x="311762" y="50136"/>
                  <a:pt x="315297" y="49416"/>
                  <a:pt x="318797" y="49416"/>
                </a:cubicBezTo>
                <a:cubicBezTo>
                  <a:pt x="324700" y="49416"/>
                  <a:pt x="329779" y="51131"/>
                  <a:pt x="334034" y="54563"/>
                </a:cubicBezTo>
                <a:cubicBezTo>
                  <a:pt x="338289" y="57995"/>
                  <a:pt x="341137" y="62970"/>
                  <a:pt x="342579" y="69491"/>
                </a:cubicBezTo>
                <a:cubicBezTo>
                  <a:pt x="349648" y="61255"/>
                  <a:pt x="355619" y="55850"/>
                  <a:pt x="360492" y="53276"/>
                </a:cubicBezTo>
                <a:cubicBezTo>
                  <a:pt x="365365" y="50702"/>
                  <a:pt x="370375" y="49416"/>
                  <a:pt x="375522" y="49416"/>
                </a:cubicBezTo>
                <a:cubicBezTo>
                  <a:pt x="380532" y="49416"/>
                  <a:pt x="384976" y="50700"/>
                  <a:pt x="388854" y="53270"/>
                </a:cubicBezTo>
                <a:cubicBezTo>
                  <a:pt x="392732" y="55837"/>
                  <a:pt x="395803" y="60031"/>
                  <a:pt x="398068" y="65852"/>
                </a:cubicBezTo>
                <a:cubicBezTo>
                  <a:pt x="399578" y="69824"/>
                  <a:pt x="400333" y="76056"/>
                  <a:pt x="400333" y="84547"/>
                </a:cubicBezTo>
                <a:lnTo>
                  <a:pt x="400333" y="125019"/>
                </a:lnTo>
                <a:cubicBezTo>
                  <a:pt x="400333" y="130908"/>
                  <a:pt x="400779" y="134949"/>
                  <a:pt x="401671" y="137141"/>
                </a:cubicBezTo>
                <a:cubicBezTo>
                  <a:pt x="402358" y="138647"/>
                  <a:pt x="403627" y="139930"/>
                  <a:pt x="405480" y="140992"/>
                </a:cubicBezTo>
                <a:cubicBezTo>
                  <a:pt x="407333" y="142054"/>
                  <a:pt x="410353" y="142584"/>
                  <a:pt x="414540" y="142584"/>
                </a:cubicBezTo>
                <a:lnTo>
                  <a:pt x="414540" y="146393"/>
                </a:lnTo>
                <a:lnTo>
                  <a:pt x="368007" y="146393"/>
                </a:lnTo>
                <a:lnTo>
                  <a:pt x="368007" y="142584"/>
                </a:lnTo>
                <a:lnTo>
                  <a:pt x="369963" y="142584"/>
                </a:lnTo>
                <a:cubicBezTo>
                  <a:pt x="374012" y="142584"/>
                  <a:pt x="377169" y="141799"/>
                  <a:pt x="379434" y="140229"/>
                </a:cubicBezTo>
                <a:cubicBezTo>
                  <a:pt x="381013" y="139136"/>
                  <a:pt x="382145" y="137394"/>
                  <a:pt x="382832" y="135005"/>
                </a:cubicBezTo>
                <a:cubicBezTo>
                  <a:pt x="383106" y="133844"/>
                  <a:pt x="383243" y="130533"/>
                  <a:pt x="383243" y="125070"/>
                </a:cubicBezTo>
                <a:lnTo>
                  <a:pt x="383243" y="84714"/>
                </a:lnTo>
                <a:cubicBezTo>
                  <a:pt x="383243" y="77066"/>
                  <a:pt x="382317" y="71672"/>
                  <a:pt x="380464" y="68532"/>
                </a:cubicBezTo>
                <a:cubicBezTo>
                  <a:pt x="377787" y="64161"/>
                  <a:pt x="373498" y="61975"/>
                  <a:pt x="367595" y="61975"/>
                </a:cubicBezTo>
                <a:cubicBezTo>
                  <a:pt x="363958" y="61975"/>
                  <a:pt x="360303" y="62880"/>
                  <a:pt x="356631" y="64691"/>
                </a:cubicBezTo>
                <a:cubicBezTo>
                  <a:pt x="352959" y="66499"/>
                  <a:pt x="348515" y="69862"/>
                  <a:pt x="343299" y="74780"/>
                </a:cubicBezTo>
                <a:lnTo>
                  <a:pt x="343093" y="75906"/>
                </a:lnTo>
                <a:lnTo>
                  <a:pt x="343299" y="80310"/>
                </a:lnTo>
                <a:lnTo>
                  <a:pt x="343299" y="125070"/>
                </a:lnTo>
                <a:cubicBezTo>
                  <a:pt x="343299" y="131489"/>
                  <a:pt x="343659" y="135484"/>
                  <a:pt x="344380" y="137054"/>
                </a:cubicBezTo>
                <a:cubicBezTo>
                  <a:pt x="345101" y="138624"/>
                  <a:pt x="346456" y="139939"/>
                  <a:pt x="348447" y="140998"/>
                </a:cubicBezTo>
                <a:cubicBezTo>
                  <a:pt x="350437" y="142056"/>
                  <a:pt x="353834" y="142584"/>
                  <a:pt x="358639" y="142584"/>
                </a:cubicBezTo>
                <a:lnTo>
                  <a:pt x="358639" y="146393"/>
                </a:lnTo>
                <a:lnTo>
                  <a:pt x="310973" y="146393"/>
                </a:lnTo>
                <a:lnTo>
                  <a:pt x="310973" y="142584"/>
                </a:lnTo>
                <a:cubicBezTo>
                  <a:pt x="316189" y="142584"/>
                  <a:pt x="319775" y="141970"/>
                  <a:pt x="321731" y="140741"/>
                </a:cubicBezTo>
                <a:cubicBezTo>
                  <a:pt x="323687" y="139512"/>
                  <a:pt x="325043" y="137669"/>
                  <a:pt x="325798" y="135211"/>
                </a:cubicBezTo>
                <a:cubicBezTo>
                  <a:pt x="326141" y="134048"/>
                  <a:pt x="326313" y="130668"/>
                  <a:pt x="326313" y="125070"/>
                </a:cubicBezTo>
                <a:lnTo>
                  <a:pt x="326313" y="84714"/>
                </a:lnTo>
                <a:cubicBezTo>
                  <a:pt x="326313" y="77066"/>
                  <a:pt x="325180" y="71569"/>
                  <a:pt x="322915" y="68223"/>
                </a:cubicBezTo>
                <a:cubicBezTo>
                  <a:pt x="319895" y="63852"/>
                  <a:pt x="315675" y="61666"/>
                  <a:pt x="310253" y="61666"/>
                </a:cubicBezTo>
                <a:cubicBezTo>
                  <a:pt x="306546" y="61666"/>
                  <a:pt x="302875" y="62656"/>
                  <a:pt x="299237" y="64636"/>
                </a:cubicBezTo>
                <a:cubicBezTo>
                  <a:pt x="293541" y="67641"/>
                  <a:pt x="289148" y="71021"/>
                  <a:pt x="286060" y="74776"/>
                </a:cubicBezTo>
                <a:lnTo>
                  <a:pt x="286060" y="125070"/>
                </a:lnTo>
                <a:cubicBezTo>
                  <a:pt x="286060" y="131215"/>
                  <a:pt x="286488" y="135210"/>
                  <a:pt x="287346" y="137054"/>
                </a:cubicBezTo>
                <a:cubicBezTo>
                  <a:pt x="288204" y="138896"/>
                  <a:pt x="289474" y="140279"/>
                  <a:pt x="291156" y="141201"/>
                </a:cubicBezTo>
                <a:cubicBezTo>
                  <a:pt x="292837" y="142123"/>
                  <a:pt x="296251" y="142584"/>
                  <a:pt x="301399" y="142584"/>
                </a:cubicBezTo>
                <a:lnTo>
                  <a:pt x="301399" y="146393"/>
                </a:lnTo>
                <a:lnTo>
                  <a:pt x="254763" y="146393"/>
                </a:lnTo>
                <a:lnTo>
                  <a:pt x="254763" y="142584"/>
                </a:lnTo>
                <a:cubicBezTo>
                  <a:pt x="259087" y="142584"/>
                  <a:pt x="262107" y="142122"/>
                  <a:pt x="263823" y="141198"/>
                </a:cubicBezTo>
                <a:cubicBezTo>
                  <a:pt x="265538" y="140273"/>
                  <a:pt x="266842" y="138801"/>
                  <a:pt x="267735" y="136781"/>
                </a:cubicBezTo>
                <a:cubicBezTo>
                  <a:pt x="268627" y="134760"/>
                  <a:pt x="269073" y="130840"/>
                  <a:pt x="269073" y="125019"/>
                </a:cubicBezTo>
                <a:lnTo>
                  <a:pt x="269073" y="89067"/>
                </a:lnTo>
                <a:cubicBezTo>
                  <a:pt x="269073" y="78725"/>
                  <a:pt x="268764" y="72048"/>
                  <a:pt x="268146" y="69037"/>
                </a:cubicBezTo>
                <a:cubicBezTo>
                  <a:pt x="267666" y="66776"/>
                  <a:pt x="266911" y="65218"/>
                  <a:pt x="265882" y="64362"/>
                </a:cubicBezTo>
                <a:cubicBezTo>
                  <a:pt x="264852" y="63507"/>
                  <a:pt x="263445" y="63079"/>
                  <a:pt x="261661" y="63079"/>
                </a:cubicBezTo>
                <a:cubicBezTo>
                  <a:pt x="259739" y="63079"/>
                  <a:pt x="257440" y="63592"/>
                  <a:pt x="254763" y="64620"/>
                </a:cubicBezTo>
                <a:lnTo>
                  <a:pt x="253219" y="60920"/>
                </a:lnTo>
                <a:lnTo>
                  <a:pt x="281633" y="49416"/>
                </a:lnTo>
                <a:lnTo>
                  <a:pt x="286060" y="49416"/>
                </a:lnTo>
                <a:lnTo>
                  <a:pt x="286060" y="69491"/>
                </a:lnTo>
                <a:close/>
                <a:moveTo>
                  <a:pt x="437946" y="87713"/>
                </a:moveTo>
                <a:cubicBezTo>
                  <a:pt x="437877" y="101681"/>
                  <a:pt x="441274" y="112638"/>
                  <a:pt x="448138" y="120582"/>
                </a:cubicBezTo>
                <a:cubicBezTo>
                  <a:pt x="455001" y="128524"/>
                  <a:pt x="463065" y="132495"/>
                  <a:pt x="472331" y="132495"/>
                </a:cubicBezTo>
                <a:cubicBezTo>
                  <a:pt x="478508" y="132495"/>
                  <a:pt x="483878" y="130797"/>
                  <a:pt x="488442" y="127399"/>
                </a:cubicBezTo>
                <a:cubicBezTo>
                  <a:pt x="493006" y="124002"/>
                  <a:pt x="496833" y="118185"/>
                  <a:pt x="499921" y="109950"/>
                </a:cubicBezTo>
                <a:lnTo>
                  <a:pt x="503112" y="112008"/>
                </a:lnTo>
                <a:cubicBezTo>
                  <a:pt x="501671" y="121411"/>
                  <a:pt x="497485" y="129973"/>
                  <a:pt x="490553" y="137694"/>
                </a:cubicBezTo>
                <a:cubicBezTo>
                  <a:pt x="483621" y="145415"/>
                  <a:pt x="474939" y="149276"/>
                  <a:pt x="464507" y="149276"/>
                </a:cubicBezTo>
                <a:cubicBezTo>
                  <a:pt x="453182" y="149276"/>
                  <a:pt x="443488" y="144876"/>
                  <a:pt x="435424" y="136076"/>
                </a:cubicBezTo>
                <a:cubicBezTo>
                  <a:pt x="427359" y="127274"/>
                  <a:pt x="423327" y="115441"/>
                  <a:pt x="423327" y="100578"/>
                </a:cubicBezTo>
                <a:cubicBezTo>
                  <a:pt x="423327" y="84484"/>
                  <a:pt x="427462" y="71933"/>
                  <a:pt x="435732" y="62928"/>
                </a:cubicBezTo>
                <a:cubicBezTo>
                  <a:pt x="444003" y="53920"/>
                  <a:pt x="454383" y="49416"/>
                  <a:pt x="466874" y="49416"/>
                </a:cubicBezTo>
                <a:cubicBezTo>
                  <a:pt x="477444" y="49416"/>
                  <a:pt x="486126" y="52890"/>
                  <a:pt x="492921" y="59839"/>
                </a:cubicBezTo>
                <a:cubicBezTo>
                  <a:pt x="499715" y="66786"/>
                  <a:pt x="503112" y="76077"/>
                  <a:pt x="503112" y="87713"/>
                </a:cubicBezTo>
                <a:lnTo>
                  <a:pt x="437946" y="87713"/>
                </a:lnTo>
                <a:moveTo>
                  <a:pt x="437946" y="81741"/>
                </a:moveTo>
                <a:lnTo>
                  <a:pt x="481596" y="81741"/>
                </a:lnTo>
                <a:cubicBezTo>
                  <a:pt x="481253" y="75702"/>
                  <a:pt x="480532" y="71447"/>
                  <a:pt x="479434" y="68976"/>
                </a:cubicBezTo>
                <a:cubicBezTo>
                  <a:pt x="477718" y="65132"/>
                  <a:pt x="475162" y="62113"/>
                  <a:pt x="471765" y="59916"/>
                </a:cubicBezTo>
                <a:cubicBezTo>
                  <a:pt x="468367" y="57720"/>
                  <a:pt x="464815" y="56622"/>
                  <a:pt x="461109" y="56622"/>
                </a:cubicBezTo>
                <a:cubicBezTo>
                  <a:pt x="455413" y="56622"/>
                  <a:pt x="450317" y="58835"/>
                  <a:pt x="445821" y="63262"/>
                </a:cubicBezTo>
                <a:cubicBezTo>
                  <a:pt x="441326" y="67689"/>
                  <a:pt x="438701" y="73849"/>
                  <a:pt x="437946" y="81741"/>
                </a:cubicBezTo>
                <a:close/>
                <a:moveTo>
                  <a:pt x="543192" y="69388"/>
                </a:moveTo>
                <a:cubicBezTo>
                  <a:pt x="554241" y="56073"/>
                  <a:pt x="564777" y="49416"/>
                  <a:pt x="574797" y="49416"/>
                </a:cubicBezTo>
                <a:cubicBezTo>
                  <a:pt x="579944" y="49416"/>
                  <a:pt x="584371" y="50700"/>
                  <a:pt x="588077" y="53270"/>
                </a:cubicBezTo>
                <a:cubicBezTo>
                  <a:pt x="591783" y="55837"/>
                  <a:pt x="594735" y="60065"/>
                  <a:pt x="596931" y="65955"/>
                </a:cubicBezTo>
                <a:cubicBezTo>
                  <a:pt x="598441" y="70062"/>
                  <a:pt x="599196" y="76362"/>
                  <a:pt x="599196" y="84856"/>
                </a:cubicBezTo>
                <a:lnTo>
                  <a:pt x="599196" y="125019"/>
                </a:lnTo>
                <a:cubicBezTo>
                  <a:pt x="599196" y="130977"/>
                  <a:pt x="599676" y="135018"/>
                  <a:pt x="600637" y="137141"/>
                </a:cubicBezTo>
                <a:cubicBezTo>
                  <a:pt x="601392" y="138852"/>
                  <a:pt x="602610" y="140188"/>
                  <a:pt x="604292" y="141146"/>
                </a:cubicBezTo>
                <a:cubicBezTo>
                  <a:pt x="605973" y="142105"/>
                  <a:pt x="609079" y="142584"/>
                  <a:pt x="613609" y="142584"/>
                </a:cubicBezTo>
                <a:lnTo>
                  <a:pt x="613609" y="146393"/>
                </a:lnTo>
                <a:lnTo>
                  <a:pt x="566973" y="146393"/>
                </a:lnTo>
                <a:lnTo>
                  <a:pt x="566973" y="142584"/>
                </a:lnTo>
                <a:lnTo>
                  <a:pt x="568929" y="142584"/>
                </a:lnTo>
                <a:cubicBezTo>
                  <a:pt x="573321" y="142584"/>
                  <a:pt x="576393" y="141918"/>
                  <a:pt x="578143" y="140586"/>
                </a:cubicBezTo>
                <a:cubicBezTo>
                  <a:pt x="579893" y="139255"/>
                  <a:pt x="581111" y="137292"/>
                  <a:pt x="581797" y="134699"/>
                </a:cubicBezTo>
                <a:cubicBezTo>
                  <a:pt x="582072" y="133674"/>
                  <a:pt x="582209" y="130464"/>
                  <a:pt x="582209" y="125070"/>
                </a:cubicBezTo>
                <a:lnTo>
                  <a:pt x="582209" y="86661"/>
                </a:lnTo>
                <a:cubicBezTo>
                  <a:pt x="582209" y="78126"/>
                  <a:pt x="581094" y="71930"/>
                  <a:pt x="578863" y="68072"/>
                </a:cubicBezTo>
                <a:cubicBezTo>
                  <a:pt x="576633" y="64213"/>
                  <a:pt x="572875" y="62284"/>
                  <a:pt x="567590" y="62284"/>
                </a:cubicBezTo>
                <a:cubicBezTo>
                  <a:pt x="559423" y="62284"/>
                  <a:pt x="551290" y="66723"/>
                  <a:pt x="543192" y="75600"/>
                </a:cubicBezTo>
                <a:lnTo>
                  <a:pt x="543192" y="125070"/>
                </a:lnTo>
                <a:cubicBezTo>
                  <a:pt x="543192" y="131421"/>
                  <a:pt x="543569" y="135347"/>
                  <a:pt x="544324" y="136848"/>
                </a:cubicBezTo>
                <a:cubicBezTo>
                  <a:pt x="545285" y="138828"/>
                  <a:pt x="546606" y="140279"/>
                  <a:pt x="548288" y="141201"/>
                </a:cubicBezTo>
                <a:cubicBezTo>
                  <a:pt x="549969" y="142123"/>
                  <a:pt x="553384" y="142584"/>
                  <a:pt x="558531" y="142584"/>
                </a:cubicBezTo>
                <a:lnTo>
                  <a:pt x="558531" y="146393"/>
                </a:lnTo>
                <a:lnTo>
                  <a:pt x="511895" y="146393"/>
                </a:lnTo>
                <a:lnTo>
                  <a:pt x="511895" y="142584"/>
                </a:lnTo>
                <a:lnTo>
                  <a:pt x="513954" y="142584"/>
                </a:lnTo>
                <a:cubicBezTo>
                  <a:pt x="518758" y="142584"/>
                  <a:pt x="522001" y="141369"/>
                  <a:pt x="523683" y="138939"/>
                </a:cubicBezTo>
                <a:cubicBezTo>
                  <a:pt x="525364" y="136507"/>
                  <a:pt x="526205" y="131867"/>
                  <a:pt x="526205" y="125019"/>
                </a:cubicBezTo>
                <a:lnTo>
                  <a:pt x="526205" y="90093"/>
                </a:lnTo>
                <a:cubicBezTo>
                  <a:pt x="526205" y="78795"/>
                  <a:pt x="525948" y="71913"/>
                  <a:pt x="525433" y="69449"/>
                </a:cubicBezTo>
                <a:cubicBezTo>
                  <a:pt x="524918" y="66982"/>
                  <a:pt x="524129" y="65304"/>
                  <a:pt x="523065" y="64414"/>
                </a:cubicBezTo>
                <a:cubicBezTo>
                  <a:pt x="522001" y="63524"/>
                  <a:pt x="520577" y="63079"/>
                  <a:pt x="518793" y="63079"/>
                </a:cubicBezTo>
                <a:cubicBezTo>
                  <a:pt x="516871" y="63079"/>
                  <a:pt x="514572" y="63592"/>
                  <a:pt x="511895" y="64620"/>
                </a:cubicBezTo>
                <a:lnTo>
                  <a:pt x="510351" y="60920"/>
                </a:lnTo>
                <a:lnTo>
                  <a:pt x="538765" y="49416"/>
                </a:lnTo>
                <a:lnTo>
                  <a:pt x="543192" y="49416"/>
                </a:lnTo>
                <a:lnTo>
                  <a:pt x="543192" y="69388"/>
                </a:lnTo>
                <a:close/>
                <a:moveTo>
                  <a:pt x="648508" y="21002"/>
                </a:moveTo>
                <a:lnTo>
                  <a:pt x="648508" y="52092"/>
                </a:lnTo>
                <a:lnTo>
                  <a:pt x="670539" y="52092"/>
                </a:lnTo>
                <a:lnTo>
                  <a:pt x="670539" y="59299"/>
                </a:lnTo>
                <a:lnTo>
                  <a:pt x="648508" y="59299"/>
                </a:lnTo>
                <a:lnTo>
                  <a:pt x="648508" y="120367"/>
                </a:lnTo>
                <a:cubicBezTo>
                  <a:pt x="648508" y="126469"/>
                  <a:pt x="649383" y="130582"/>
                  <a:pt x="651133" y="132708"/>
                </a:cubicBezTo>
                <a:cubicBezTo>
                  <a:pt x="652883" y="134831"/>
                  <a:pt x="655131" y="135893"/>
                  <a:pt x="657876" y="135893"/>
                </a:cubicBezTo>
                <a:cubicBezTo>
                  <a:pt x="660141" y="135893"/>
                  <a:pt x="662337" y="135189"/>
                  <a:pt x="664465" y="133782"/>
                </a:cubicBezTo>
                <a:cubicBezTo>
                  <a:pt x="666593" y="132375"/>
                  <a:pt x="668240" y="130299"/>
                  <a:pt x="669406" y="127554"/>
                </a:cubicBezTo>
                <a:lnTo>
                  <a:pt x="673421" y="127554"/>
                </a:lnTo>
                <a:cubicBezTo>
                  <a:pt x="671019" y="134299"/>
                  <a:pt x="667622" y="139400"/>
                  <a:pt x="663230" y="142858"/>
                </a:cubicBezTo>
                <a:cubicBezTo>
                  <a:pt x="658837" y="146313"/>
                  <a:pt x="654307" y="148041"/>
                  <a:pt x="649640" y="148041"/>
                </a:cubicBezTo>
                <a:cubicBezTo>
                  <a:pt x="646483" y="148041"/>
                  <a:pt x="643395" y="147164"/>
                  <a:pt x="640375" y="145412"/>
                </a:cubicBezTo>
                <a:cubicBezTo>
                  <a:pt x="637355" y="143660"/>
                  <a:pt x="635124" y="141153"/>
                  <a:pt x="633683" y="137891"/>
                </a:cubicBezTo>
                <a:cubicBezTo>
                  <a:pt x="632242" y="134626"/>
                  <a:pt x="631521" y="129592"/>
                  <a:pt x="631521" y="122789"/>
                </a:cubicBezTo>
                <a:lnTo>
                  <a:pt x="631521" y="59299"/>
                </a:lnTo>
                <a:lnTo>
                  <a:pt x="616594" y="59299"/>
                </a:lnTo>
                <a:lnTo>
                  <a:pt x="616594" y="55901"/>
                </a:lnTo>
                <a:cubicBezTo>
                  <a:pt x="620368" y="54387"/>
                  <a:pt x="624229" y="51823"/>
                  <a:pt x="628175" y="48209"/>
                </a:cubicBezTo>
                <a:cubicBezTo>
                  <a:pt x="632122" y="44595"/>
                  <a:pt x="635639" y="40310"/>
                  <a:pt x="638728" y="35353"/>
                </a:cubicBezTo>
                <a:cubicBezTo>
                  <a:pt x="640306" y="32739"/>
                  <a:pt x="642502" y="27955"/>
                  <a:pt x="645316" y="21002"/>
                </a:cubicBezTo>
                <a:lnTo>
                  <a:pt x="648508" y="210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Text CEs">
            <a:extLst xmlns:a="http://schemas.openxmlformats.org/drawingml/2006/main">
              <a:ext uri="{FF2B5EF4-FFF2-40B4-BE49-F238E27FC236}">
                <a16:creationId xmlns:a16="http://schemas.microsoft.com/office/drawing/2014/main" id="{FED52001-347B-4E9B-890F-A1F332B6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898" y="113618"/>
            <a:ext cx="336473" cy="145776"/>
          </a:xfrm>
          <a:custGeom xmlns:a="http://schemas.openxmlformats.org/drawingml/2006/main">
            <a:pathLst>
              <a:path w="336473" h="145776">
                <a:moveTo>
                  <a:pt x="119318" y="0"/>
                </a:moveTo>
                <a:lnTo>
                  <a:pt x="122509" y="47357"/>
                </a:lnTo>
                <a:lnTo>
                  <a:pt x="119318" y="47357"/>
                </a:lnTo>
                <a:cubicBezTo>
                  <a:pt x="115063" y="33113"/>
                  <a:pt x="108989" y="22861"/>
                  <a:pt x="101096" y="16601"/>
                </a:cubicBezTo>
                <a:cubicBezTo>
                  <a:pt x="93203" y="10338"/>
                  <a:pt x="83732" y="7206"/>
                  <a:pt x="72682" y="7206"/>
                </a:cubicBezTo>
                <a:cubicBezTo>
                  <a:pt x="63417" y="7206"/>
                  <a:pt x="55043" y="9559"/>
                  <a:pt x="47562" y="14265"/>
                </a:cubicBezTo>
                <a:cubicBezTo>
                  <a:pt x="40081" y="18968"/>
                  <a:pt x="34196" y="26472"/>
                  <a:pt x="29907" y="36775"/>
                </a:cubicBezTo>
                <a:cubicBezTo>
                  <a:pt x="25617" y="47079"/>
                  <a:pt x="23472" y="59889"/>
                  <a:pt x="23472" y="75207"/>
                </a:cubicBezTo>
                <a:cubicBezTo>
                  <a:pt x="23472" y="87844"/>
                  <a:pt x="25497" y="98800"/>
                  <a:pt x="29546" y="108074"/>
                </a:cubicBezTo>
                <a:cubicBezTo>
                  <a:pt x="33596" y="117346"/>
                  <a:pt x="39687" y="124455"/>
                  <a:pt x="47820" y="129400"/>
                </a:cubicBezTo>
                <a:cubicBezTo>
                  <a:pt x="55953" y="134346"/>
                  <a:pt x="65235" y="136819"/>
                  <a:pt x="75667" y="136819"/>
                </a:cubicBezTo>
                <a:cubicBezTo>
                  <a:pt x="84727" y="136819"/>
                  <a:pt x="92723" y="134880"/>
                  <a:pt x="99655" y="131003"/>
                </a:cubicBezTo>
                <a:cubicBezTo>
                  <a:pt x="106587" y="127125"/>
                  <a:pt x="114205" y="119421"/>
                  <a:pt x="122509" y="107891"/>
                </a:cubicBezTo>
                <a:lnTo>
                  <a:pt x="125701" y="109943"/>
                </a:lnTo>
                <a:cubicBezTo>
                  <a:pt x="118700" y="122333"/>
                  <a:pt x="110533" y="131404"/>
                  <a:pt x="101199" y="137154"/>
                </a:cubicBezTo>
                <a:cubicBezTo>
                  <a:pt x="91865" y="142902"/>
                  <a:pt x="80781" y="145776"/>
                  <a:pt x="67946" y="145776"/>
                </a:cubicBezTo>
                <a:cubicBezTo>
                  <a:pt x="44817" y="145776"/>
                  <a:pt x="26904" y="137208"/>
                  <a:pt x="14207" y="120074"/>
                </a:cubicBezTo>
                <a:cubicBezTo>
                  <a:pt x="4736" y="107328"/>
                  <a:pt x="0" y="92318"/>
                  <a:pt x="0" y="75047"/>
                </a:cubicBezTo>
                <a:cubicBezTo>
                  <a:pt x="0" y="61133"/>
                  <a:pt x="3123" y="48352"/>
                  <a:pt x="9368" y="36701"/>
                </a:cubicBezTo>
                <a:cubicBezTo>
                  <a:pt x="15614" y="25051"/>
                  <a:pt x="24210" y="16021"/>
                  <a:pt x="35157" y="9613"/>
                </a:cubicBezTo>
                <a:cubicBezTo>
                  <a:pt x="46104" y="3204"/>
                  <a:pt x="58063" y="0"/>
                  <a:pt x="71035" y="0"/>
                </a:cubicBezTo>
                <a:cubicBezTo>
                  <a:pt x="81124" y="0"/>
                  <a:pt x="91076" y="2471"/>
                  <a:pt x="100890" y="7412"/>
                </a:cubicBezTo>
                <a:cubicBezTo>
                  <a:pt x="103773" y="8922"/>
                  <a:pt x="105832" y="9677"/>
                  <a:pt x="107067" y="9677"/>
                </a:cubicBezTo>
                <a:cubicBezTo>
                  <a:pt x="108920" y="9677"/>
                  <a:pt x="110533" y="9025"/>
                  <a:pt x="111906" y="7721"/>
                </a:cubicBezTo>
                <a:cubicBezTo>
                  <a:pt x="113690" y="5868"/>
                  <a:pt x="114960" y="3294"/>
                  <a:pt x="115715" y="0"/>
                </a:cubicBezTo>
                <a:lnTo>
                  <a:pt x="119318" y="0"/>
                </a:lnTo>
                <a:close/>
                <a:moveTo>
                  <a:pt x="177074" y="10707"/>
                </a:moveTo>
                <a:lnTo>
                  <a:pt x="177074" y="65887"/>
                </a:lnTo>
                <a:lnTo>
                  <a:pt x="207753" y="65887"/>
                </a:lnTo>
                <a:cubicBezTo>
                  <a:pt x="215714" y="65887"/>
                  <a:pt x="221033" y="64680"/>
                  <a:pt x="223710" y="62265"/>
                </a:cubicBezTo>
                <a:cubicBezTo>
                  <a:pt x="227279" y="59093"/>
                  <a:pt x="229269" y="53506"/>
                  <a:pt x="229681" y="45503"/>
                </a:cubicBezTo>
                <a:lnTo>
                  <a:pt x="233490" y="45503"/>
                </a:lnTo>
                <a:lnTo>
                  <a:pt x="233490" y="94095"/>
                </a:lnTo>
                <a:lnTo>
                  <a:pt x="229681" y="94095"/>
                </a:lnTo>
                <a:cubicBezTo>
                  <a:pt x="228720" y="87367"/>
                  <a:pt x="227759" y="83052"/>
                  <a:pt x="226798" y="81150"/>
                </a:cubicBezTo>
                <a:cubicBezTo>
                  <a:pt x="225563" y="78771"/>
                  <a:pt x="223538" y="76903"/>
                  <a:pt x="220724" y="75545"/>
                </a:cubicBezTo>
                <a:cubicBezTo>
                  <a:pt x="217911" y="74185"/>
                  <a:pt x="213587" y="73506"/>
                  <a:pt x="207753" y="73506"/>
                </a:cubicBezTo>
                <a:lnTo>
                  <a:pt x="177074" y="73506"/>
                </a:lnTo>
                <a:lnTo>
                  <a:pt x="177074" y="119447"/>
                </a:lnTo>
                <a:cubicBezTo>
                  <a:pt x="177074" y="125613"/>
                  <a:pt x="177349" y="129364"/>
                  <a:pt x="177898" y="130700"/>
                </a:cubicBezTo>
                <a:cubicBezTo>
                  <a:pt x="178447" y="132036"/>
                  <a:pt x="179408" y="133099"/>
                  <a:pt x="180780" y="133888"/>
                </a:cubicBezTo>
                <a:cubicBezTo>
                  <a:pt x="182153" y="134675"/>
                  <a:pt x="184761" y="135069"/>
                  <a:pt x="188604" y="135069"/>
                </a:cubicBezTo>
                <a:lnTo>
                  <a:pt x="212283" y="135069"/>
                </a:lnTo>
                <a:cubicBezTo>
                  <a:pt x="220175" y="135069"/>
                  <a:pt x="225906" y="134520"/>
                  <a:pt x="229475" y="133422"/>
                </a:cubicBezTo>
                <a:cubicBezTo>
                  <a:pt x="233044" y="132324"/>
                  <a:pt x="236476" y="130162"/>
                  <a:pt x="239770" y="126936"/>
                </a:cubicBezTo>
                <a:cubicBezTo>
                  <a:pt x="244025" y="122681"/>
                  <a:pt x="248383" y="116264"/>
                  <a:pt x="252845" y="107685"/>
                </a:cubicBezTo>
                <a:lnTo>
                  <a:pt x="256962" y="107685"/>
                </a:lnTo>
                <a:lnTo>
                  <a:pt x="244917" y="142687"/>
                </a:lnTo>
                <a:lnTo>
                  <a:pt x="137336" y="142687"/>
                </a:lnTo>
                <a:lnTo>
                  <a:pt x="137336" y="138878"/>
                </a:lnTo>
                <a:lnTo>
                  <a:pt x="142277" y="138878"/>
                </a:lnTo>
                <a:cubicBezTo>
                  <a:pt x="145572" y="138878"/>
                  <a:pt x="148694" y="138089"/>
                  <a:pt x="151646" y="136510"/>
                </a:cubicBezTo>
                <a:cubicBezTo>
                  <a:pt x="153842" y="135412"/>
                  <a:pt x="155335" y="133765"/>
                  <a:pt x="156124" y="131569"/>
                </a:cubicBezTo>
                <a:cubicBezTo>
                  <a:pt x="156913" y="129373"/>
                  <a:pt x="157308" y="124877"/>
                  <a:pt x="157308" y="118082"/>
                </a:cubicBezTo>
                <a:lnTo>
                  <a:pt x="157308" y="27384"/>
                </a:lnTo>
                <a:cubicBezTo>
                  <a:pt x="157308" y="18531"/>
                  <a:pt x="156416" y="13075"/>
                  <a:pt x="154631" y="11016"/>
                </a:cubicBezTo>
                <a:cubicBezTo>
                  <a:pt x="152160" y="8270"/>
                  <a:pt x="148042" y="6898"/>
                  <a:pt x="142277" y="6898"/>
                </a:cubicBezTo>
                <a:lnTo>
                  <a:pt x="137336" y="6898"/>
                </a:lnTo>
                <a:lnTo>
                  <a:pt x="137336" y="3088"/>
                </a:lnTo>
                <a:lnTo>
                  <a:pt x="244917" y="3088"/>
                </a:lnTo>
                <a:lnTo>
                  <a:pt x="246462" y="33561"/>
                </a:lnTo>
                <a:lnTo>
                  <a:pt x="242447" y="33561"/>
                </a:lnTo>
                <a:cubicBezTo>
                  <a:pt x="241005" y="26250"/>
                  <a:pt x="239410" y="21228"/>
                  <a:pt x="237660" y="18495"/>
                </a:cubicBezTo>
                <a:cubicBezTo>
                  <a:pt x="235909" y="15763"/>
                  <a:pt x="233319" y="13679"/>
                  <a:pt x="229887" y="12244"/>
                </a:cubicBezTo>
                <a:cubicBezTo>
                  <a:pt x="227142" y="11219"/>
                  <a:pt x="222303" y="10707"/>
                  <a:pt x="215371" y="10707"/>
                </a:cubicBezTo>
                <a:lnTo>
                  <a:pt x="177074" y="10707"/>
                </a:lnTo>
                <a:close/>
                <a:moveTo>
                  <a:pt x="329369" y="45709"/>
                </a:moveTo>
                <a:lnTo>
                  <a:pt x="329369" y="77624"/>
                </a:lnTo>
                <a:lnTo>
                  <a:pt x="325972" y="77624"/>
                </a:lnTo>
                <a:cubicBezTo>
                  <a:pt x="323364" y="67614"/>
                  <a:pt x="320018" y="60805"/>
                  <a:pt x="315935" y="57198"/>
                </a:cubicBezTo>
                <a:cubicBezTo>
                  <a:pt x="311851" y="53588"/>
                  <a:pt x="306652" y="51783"/>
                  <a:pt x="300338" y="51783"/>
                </a:cubicBezTo>
                <a:cubicBezTo>
                  <a:pt x="295534" y="51783"/>
                  <a:pt x="291656" y="53052"/>
                  <a:pt x="288705" y="55589"/>
                </a:cubicBezTo>
                <a:cubicBezTo>
                  <a:pt x="285753" y="58124"/>
                  <a:pt x="284278" y="60935"/>
                  <a:pt x="284278" y="64021"/>
                </a:cubicBezTo>
                <a:cubicBezTo>
                  <a:pt x="284278" y="67861"/>
                  <a:pt x="285376" y="71151"/>
                  <a:pt x="287572" y="73892"/>
                </a:cubicBezTo>
                <a:cubicBezTo>
                  <a:pt x="289700" y="76703"/>
                  <a:pt x="294024" y="79686"/>
                  <a:pt x="300544" y="82839"/>
                </a:cubicBezTo>
                <a:lnTo>
                  <a:pt x="315574" y="90141"/>
                </a:lnTo>
                <a:cubicBezTo>
                  <a:pt x="329507" y="96928"/>
                  <a:pt x="336473" y="105874"/>
                  <a:pt x="336473" y="116982"/>
                </a:cubicBezTo>
                <a:cubicBezTo>
                  <a:pt x="336473" y="125551"/>
                  <a:pt x="333230" y="132458"/>
                  <a:pt x="326744" y="137704"/>
                </a:cubicBezTo>
                <a:cubicBezTo>
                  <a:pt x="320258" y="142948"/>
                  <a:pt x="313001" y="145570"/>
                  <a:pt x="304971" y="145570"/>
                </a:cubicBezTo>
                <a:cubicBezTo>
                  <a:pt x="299205" y="145570"/>
                  <a:pt x="292617" y="144540"/>
                  <a:pt x="285204" y="142481"/>
                </a:cubicBezTo>
                <a:cubicBezTo>
                  <a:pt x="282939" y="141795"/>
                  <a:pt x="281086" y="141452"/>
                  <a:pt x="279645" y="141452"/>
                </a:cubicBezTo>
                <a:cubicBezTo>
                  <a:pt x="278067" y="141452"/>
                  <a:pt x="276831" y="142344"/>
                  <a:pt x="275939" y="144129"/>
                </a:cubicBezTo>
                <a:lnTo>
                  <a:pt x="272542" y="144129"/>
                </a:lnTo>
                <a:lnTo>
                  <a:pt x="272542" y="110361"/>
                </a:lnTo>
                <a:lnTo>
                  <a:pt x="275939" y="110361"/>
                </a:lnTo>
                <a:cubicBezTo>
                  <a:pt x="277861" y="120004"/>
                  <a:pt x="281532" y="127271"/>
                  <a:pt x="286954" y="132161"/>
                </a:cubicBezTo>
                <a:cubicBezTo>
                  <a:pt x="292376" y="137051"/>
                  <a:pt x="298450" y="139496"/>
                  <a:pt x="305176" y="139496"/>
                </a:cubicBezTo>
                <a:cubicBezTo>
                  <a:pt x="309912" y="139496"/>
                  <a:pt x="313773" y="138108"/>
                  <a:pt x="316758" y="135333"/>
                </a:cubicBezTo>
                <a:cubicBezTo>
                  <a:pt x="319744" y="132555"/>
                  <a:pt x="321236" y="129213"/>
                  <a:pt x="321236" y="125305"/>
                </a:cubicBezTo>
                <a:cubicBezTo>
                  <a:pt x="321236" y="120574"/>
                  <a:pt x="319572" y="116597"/>
                  <a:pt x="316243" y="113376"/>
                </a:cubicBezTo>
                <a:cubicBezTo>
                  <a:pt x="312915" y="110154"/>
                  <a:pt x="306275" y="106076"/>
                  <a:pt x="296323" y="101141"/>
                </a:cubicBezTo>
                <a:cubicBezTo>
                  <a:pt x="286371" y="96204"/>
                  <a:pt x="279851" y="91747"/>
                  <a:pt x="276762" y="87770"/>
                </a:cubicBezTo>
                <a:cubicBezTo>
                  <a:pt x="273674" y="83863"/>
                  <a:pt x="272130" y="78926"/>
                  <a:pt x="272130" y="72962"/>
                </a:cubicBezTo>
                <a:cubicBezTo>
                  <a:pt x="272130" y="65215"/>
                  <a:pt x="274789" y="58737"/>
                  <a:pt x="280108" y="53527"/>
                </a:cubicBezTo>
                <a:cubicBezTo>
                  <a:pt x="285427" y="48315"/>
                  <a:pt x="292308" y="45709"/>
                  <a:pt x="300750" y="45709"/>
                </a:cubicBezTo>
                <a:cubicBezTo>
                  <a:pt x="304456" y="45709"/>
                  <a:pt x="308951" y="46499"/>
                  <a:pt x="314236" y="48077"/>
                </a:cubicBezTo>
                <a:cubicBezTo>
                  <a:pt x="317736" y="49107"/>
                  <a:pt x="320070" y="49621"/>
                  <a:pt x="321236" y="49621"/>
                </a:cubicBezTo>
                <a:cubicBezTo>
                  <a:pt x="322335" y="49621"/>
                  <a:pt x="323192" y="49381"/>
                  <a:pt x="323810" y="48901"/>
                </a:cubicBezTo>
                <a:cubicBezTo>
                  <a:pt x="324428" y="48420"/>
                  <a:pt x="325149" y="47357"/>
                  <a:pt x="325972" y="45709"/>
                </a:cubicBezTo>
                <a:lnTo>
                  <a:pt x="329369" y="457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A09237-7891-4933-B759-15BDF3E3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445" y="846241"/>
            <a:ext cx="1529147" cy="107006"/>
          </a:xfrm>
          <a:custGeom xmlns:a="http://schemas.openxmlformats.org/drawingml/2006/main">
            <a:pathLst>
              <a:path w="1529147" h="107006">
                <a:moveTo>
                  <a:pt x="0" y="52710"/>
                </a:moveTo>
                <a:lnTo>
                  <a:pt x="17570" y="52720"/>
                </a:lnTo>
                <a:lnTo>
                  <a:pt x="17599" y="10"/>
                </a:lnTo>
                <a:lnTo>
                  <a:pt x="29" y="0"/>
                </a:lnTo>
                <a:lnTo>
                  <a:pt x="0" y="52710"/>
                </a:lnTo>
                <a:close/>
                <a:moveTo>
                  <a:pt x="68673" y="107006"/>
                </a:moveTo>
                <a:lnTo>
                  <a:pt x="68673" y="89436"/>
                </a:lnTo>
                <a:lnTo>
                  <a:pt x="15963" y="89436"/>
                </a:lnTo>
                <a:lnTo>
                  <a:pt x="15963" y="107006"/>
                </a:lnTo>
                <a:lnTo>
                  <a:pt x="68673" y="107006"/>
                </a:lnTo>
                <a:close/>
                <a:moveTo>
                  <a:pt x="174093" y="107006"/>
                </a:moveTo>
                <a:lnTo>
                  <a:pt x="174093" y="89436"/>
                </a:lnTo>
                <a:lnTo>
                  <a:pt x="121383" y="89436"/>
                </a:lnTo>
                <a:lnTo>
                  <a:pt x="121383" y="107006"/>
                </a:lnTo>
                <a:lnTo>
                  <a:pt x="174093" y="107006"/>
                </a:lnTo>
                <a:close/>
                <a:moveTo>
                  <a:pt x="279513" y="107006"/>
                </a:moveTo>
                <a:lnTo>
                  <a:pt x="279513" y="89436"/>
                </a:lnTo>
                <a:lnTo>
                  <a:pt x="226803" y="89436"/>
                </a:lnTo>
                <a:lnTo>
                  <a:pt x="226803" y="107006"/>
                </a:lnTo>
                <a:lnTo>
                  <a:pt x="279513" y="107006"/>
                </a:lnTo>
                <a:close/>
                <a:moveTo>
                  <a:pt x="384933" y="107006"/>
                </a:moveTo>
                <a:lnTo>
                  <a:pt x="384933" y="89436"/>
                </a:lnTo>
                <a:lnTo>
                  <a:pt x="332223" y="89436"/>
                </a:lnTo>
                <a:lnTo>
                  <a:pt x="332223" y="107006"/>
                </a:lnTo>
                <a:lnTo>
                  <a:pt x="384933" y="107006"/>
                </a:lnTo>
                <a:close/>
                <a:moveTo>
                  <a:pt x="490352" y="107006"/>
                </a:moveTo>
                <a:lnTo>
                  <a:pt x="490352" y="89436"/>
                </a:lnTo>
                <a:lnTo>
                  <a:pt x="437642" y="89436"/>
                </a:lnTo>
                <a:lnTo>
                  <a:pt x="437642" y="107006"/>
                </a:lnTo>
                <a:lnTo>
                  <a:pt x="490352" y="107006"/>
                </a:lnTo>
                <a:close/>
                <a:moveTo>
                  <a:pt x="595772" y="107006"/>
                </a:moveTo>
                <a:lnTo>
                  <a:pt x="595772" y="89436"/>
                </a:lnTo>
                <a:lnTo>
                  <a:pt x="543062" y="89436"/>
                </a:lnTo>
                <a:lnTo>
                  <a:pt x="543062" y="107006"/>
                </a:lnTo>
                <a:lnTo>
                  <a:pt x="595772" y="107006"/>
                </a:lnTo>
                <a:close/>
                <a:moveTo>
                  <a:pt x="701192" y="107006"/>
                </a:moveTo>
                <a:lnTo>
                  <a:pt x="701192" y="89436"/>
                </a:lnTo>
                <a:lnTo>
                  <a:pt x="648482" y="89436"/>
                </a:lnTo>
                <a:lnTo>
                  <a:pt x="648482" y="107006"/>
                </a:lnTo>
                <a:lnTo>
                  <a:pt x="701192" y="107006"/>
                </a:lnTo>
                <a:close/>
                <a:moveTo>
                  <a:pt x="806612" y="107006"/>
                </a:moveTo>
                <a:lnTo>
                  <a:pt x="806612" y="89436"/>
                </a:lnTo>
                <a:lnTo>
                  <a:pt x="753902" y="89436"/>
                </a:lnTo>
                <a:lnTo>
                  <a:pt x="753902" y="107006"/>
                </a:lnTo>
                <a:lnTo>
                  <a:pt x="806612" y="107006"/>
                </a:lnTo>
                <a:close/>
                <a:moveTo>
                  <a:pt x="1529147" y="74033"/>
                </a:moveTo>
                <a:lnTo>
                  <a:pt x="1511577" y="74033"/>
                </a:lnTo>
                <a:lnTo>
                  <a:pt x="1511577" y="89436"/>
                </a:lnTo>
                <a:lnTo>
                  <a:pt x="1491840" y="89436"/>
                </a:lnTo>
                <a:lnTo>
                  <a:pt x="1491840" y="107006"/>
                </a:lnTo>
                <a:lnTo>
                  <a:pt x="1529147" y="107006"/>
                </a:lnTo>
                <a:lnTo>
                  <a:pt x="1529147" y="74033"/>
                </a:lnTo>
                <a:close/>
                <a:moveTo>
                  <a:pt x="912031" y="107006"/>
                </a:moveTo>
                <a:lnTo>
                  <a:pt x="912031" y="89436"/>
                </a:lnTo>
                <a:lnTo>
                  <a:pt x="859321" y="89436"/>
                </a:lnTo>
                <a:lnTo>
                  <a:pt x="859321" y="107006"/>
                </a:lnTo>
                <a:lnTo>
                  <a:pt x="912031" y="107006"/>
                </a:lnTo>
                <a:close/>
                <a:moveTo>
                  <a:pt x="1017451" y="107006"/>
                </a:moveTo>
                <a:lnTo>
                  <a:pt x="1017451" y="89436"/>
                </a:lnTo>
                <a:lnTo>
                  <a:pt x="964741" y="89436"/>
                </a:lnTo>
                <a:lnTo>
                  <a:pt x="964741" y="107006"/>
                </a:lnTo>
                <a:lnTo>
                  <a:pt x="1017451" y="107006"/>
                </a:lnTo>
                <a:close/>
                <a:moveTo>
                  <a:pt x="1122871" y="107006"/>
                </a:moveTo>
                <a:lnTo>
                  <a:pt x="1122871" y="89436"/>
                </a:lnTo>
                <a:lnTo>
                  <a:pt x="1070161" y="89436"/>
                </a:lnTo>
                <a:lnTo>
                  <a:pt x="1070161" y="107006"/>
                </a:lnTo>
                <a:lnTo>
                  <a:pt x="1122871" y="107006"/>
                </a:lnTo>
                <a:close/>
                <a:moveTo>
                  <a:pt x="1228291" y="107006"/>
                </a:moveTo>
                <a:lnTo>
                  <a:pt x="1228291" y="89436"/>
                </a:lnTo>
                <a:lnTo>
                  <a:pt x="1175581" y="89436"/>
                </a:lnTo>
                <a:lnTo>
                  <a:pt x="1175581" y="107006"/>
                </a:lnTo>
                <a:lnTo>
                  <a:pt x="1228291" y="107006"/>
                </a:lnTo>
                <a:close/>
                <a:moveTo>
                  <a:pt x="1333710" y="89436"/>
                </a:moveTo>
                <a:lnTo>
                  <a:pt x="1281000" y="89436"/>
                </a:lnTo>
                <a:lnTo>
                  <a:pt x="1281000" y="107006"/>
                </a:lnTo>
                <a:lnTo>
                  <a:pt x="1333710" y="107006"/>
                </a:lnTo>
                <a:lnTo>
                  <a:pt x="1333710" y="89436"/>
                </a:lnTo>
                <a:close/>
                <a:moveTo>
                  <a:pt x="1439130" y="89436"/>
                </a:moveTo>
                <a:lnTo>
                  <a:pt x="1386420" y="89436"/>
                </a:lnTo>
                <a:lnTo>
                  <a:pt x="1386420" y="107006"/>
                </a:lnTo>
                <a:lnTo>
                  <a:pt x="1439130" y="107006"/>
                </a:lnTo>
                <a:lnTo>
                  <a:pt x="1439130" y="894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512C86-15BD-42A4-8C27-FA270BDC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909" y="799627"/>
            <a:ext cx="52710" cy="52710"/>
          </a:xfrm>
          <a:custGeom xmlns:a="http://schemas.openxmlformats.org/drawingml/2006/main">
            <a:pathLst>
              <a:path w="52710" h="52710">
                <a:moveTo>
                  <a:pt x="26355" y="0"/>
                </a:moveTo>
                <a:lnTo>
                  <a:pt x="52710" y="52710"/>
                </a:lnTo>
                <a:lnTo>
                  <a:pt x="26355" y="39532"/>
                </a:lnTo>
                <a:lnTo>
                  <a:pt x="0" y="52651"/>
                </a:lnTo>
                <a:lnTo>
                  <a:pt x="2635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29FA1F-0199-48BD-A447-9D42CE59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909" y="799627"/>
            <a:ext cx="52710" cy="52710"/>
          </a:xfrm>
          <a:custGeom xmlns:a="http://schemas.openxmlformats.org/drawingml/2006/main">
            <a:pathLst>
              <a:path w="52710" h="52710" fill="none">
                <a:moveTo>
                  <a:pt x="26355" y="0"/>
                </a:moveTo>
                <a:lnTo>
                  <a:pt x="52710" y="52710"/>
                </a:lnTo>
                <a:lnTo>
                  <a:pt x="26355" y="39532"/>
                </a:lnTo>
                <a:lnTo>
                  <a:pt x="0" y="52651"/>
                </a:lnTo>
                <a:lnTo>
                  <a:pt x="2635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0" cap="flat">
            <a:solidFill>
              <a:srgbClr val="000000"/>
            </a:solidFill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076CAC-9B89-446D-A6A0-E6B47236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2807" y="641556"/>
            <a:ext cx="1054197" cy="557436"/>
          </a:xfrm>
          <a:custGeom xmlns:a="http://schemas.openxmlformats.org/drawingml/2006/main">
            <a:pathLst>
              <a:path w="1054197" h="557436" fill="none">
                <a:moveTo>
                  <a:pt x="0" y="0"/>
                </a:moveTo>
                <a:lnTo>
                  <a:pt x="1054197" y="0"/>
                </a:lnTo>
                <a:lnTo>
                  <a:pt x="1054197" y="557436"/>
                </a:lnTo>
                <a:lnTo>
                  <a:pt x="0" y="55743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0" cap="flat">
            <a:solidFill>
              <a:srgbClr val="000000"/>
            </a:solidFill>
            <a:miter/>
          </a:ln>
        </p:spPr>
      </p:sp>
      <p:sp>
        <p:nvSpPr>
          <p:cNvPr id="197" name="Text Model">
            <a:extLst xmlns:a="http://schemas.openxmlformats.org/drawingml/2006/main">
              <a:ext uri="{FF2B5EF4-FFF2-40B4-BE49-F238E27FC236}">
                <a16:creationId xmlns:a16="http://schemas.microsoft.com/office/drawing/2014/main" id="{B9081D7B-B307-458F-9F6E-296864C0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215" y="713147"/>
            <a:ext cx="542642" cy="149276"/>
          </a:xfrm>
          <a:custGeom xmlns:a="http://schemas.openxmlformats.org/drawingml/2006/main">
            <a:pathLst>
              <a:path w="542642" h="149276">
                <a:moveTo>
                  <a:pt x="82771" y="146393"/>
                </a:moveTo>
                <a:lnTo>
                  <a:pt x="28826" y="28929"/>
                </a:lnTo>
                <a:lnTo>
                  <a:pt x="28826" y="122200"/>
                </a:lnTo>
                <a:cubicBezTo>
                  <a:pt x="28826" y="130780"/>
                  <a:pt x="29752" y="136133"/>
                  <a:pt x="31605" y="138260"/>
                </a:cubicBezTo>
                <a:cubicBezTo>
                  <a:pt x="34145" y="141143"/>
                  <a:pt x="38160" y="142584"/>
                  <a:pt x="43650" y="142584"/>
                </a:cubicBezTo>
                <a:lnTo>
                  <a:pt x="48592" y="142584"/>
                </a:lnTo>
                <a:lnTo>
                  <a:pt x="48592" y="146393"/>
                </a:lnTo>
                <a:lnTo>
                  <a:pt x="0" y="146393"/>
                </a:lnTo>
                <a:lnTo>
                  <a:pt x="0" y="142584"/>
                </a:lnTo>
                <a:lnTo>
                  <a:pt x="4942" y="142584"/>
                </a:lnTo>
                <a:cubicBezTo>
                  <a:pt x="10844" y="142584"/>
                  <a:pt x="15031" y="140800"/>
                  <a:pt x="17501" y="137231"/>
                </a:cubicBezTo>
                <a:cubicBezTo>
                  <a:pt x="19011" y="135035"/>
                  <a:pt x="19766" y="130025"/>
                  <a:pt x="19766" y="122200"/>
                </a:cubicBezTo>
                <a:lnTo>
                  <a:pt x="19766" y="30988"/>
                </a:lnTo>
                <a:cubicBezTo>
                  <a:pt x="19766" y="24811"/>
                  <a:pt x="19080" y="20350"/>
                  <a:pt x="17707" y="17604"/>
                </a:cubicBezTo>
                <a:cubicBezTo>
                  <a:pt x="16746" y="15614"/>
                  <a:pt x="14979" y="13950"/>
                  <a:pt x="12405" y="12611"/>
                </a:cubicBezTo>
                <a:cubicBezTo>
                  <a:pt x="9832" y="11273"/>
                  <a:pt x="5697" y="10604"/>
                  <a:pt x="0" y="10604"/>
                </a:cubicBezTo>
                <a:lnTo>
                  <a:pt x="0" y="6795"/>
                </a:lnTo>
                <a:lnTo>
                  <a:pt x="39532" y="6795"/>
                </a:lnTo>
                <a:lnTo>
                  <a:pt x="90183" y="116023"/>
                </a:lnTo>
                <a:lnTo>
                  <a:pt x="140011" y="6795"/>
                </a:lnTo>
                <a:lnTo>
                  <a:pt x="179543" y="6795"/>
                </a:lnTo>
                <a:lnTo>
                  <a:pt x="179543" y="10604"/>
                </a:lnTo>
                <a:lnTo>
                  <a:pt x="174704" y="10604"/>
                </a:lnTo>
                <a:cubicBezTo>
                  <a:pt x="168733" y="10604"/>
                  <a:pt x="164512" y="12388"/>
                  <a:pt x="162042" y="15957"/>
                </a:cubicBezTo>
                <a:cubicBezTo>
                  <a:pt x="160532" y="18153"/>
                  <a:pt x="159777" y="23164"/>
                  <a:pt x="159777" y="30988"/>
                </a:cubicBezTo>
                <a:lnTo>
                  <a:pt x="159777" y="122200"/>
                </a:lnTo>
                <a:cubicBezTo>
                  <a:pt x="159777" y="130780"/>
                  <a:pt x="160738" y="136133"/>
                  <a:pt x="162659" y="138260"/>
                </a:cubicBezTo>
                <a:cubicBezTo>
                  <a:pt x="165199" y="141143"/>
                  <a:pt x="169214" y="142584"/>
                  <a:pt x="174704" y="142584"/>
                </a:cubicBezTo>
                <a:lnTo>
                  <a:pt x="179543" y="142584"/>
                </a:lnTo>
                <a:lnTo>
                  <a:pt x="179543" y="146393"/>
                </a:lnTo>
                <a:lnTo>
                  <a:pt x="120244" y="146393"/>
                </a:lnTo>
                <a:lnTo>
                  <a:pt x="120244" y="142584"/>
                </a:lnTo>
                <a:lnTo>
                  <a:pt x="125186" y="142584"/>
                </a:lnTo>
                <a:cubicBezTo>
                  <a:pt x="131157" y="142584"/>
                  <a:pt x="135344" y="140800"/>
                  <a:pt x="137746" y="137231"/>
                </a:cubicBezTo>
                <a:cubicBezTo>
                  <a:pt x="139256" y="135035"/>
                  <a:pt x="140011" y="130025"/>
                  <a:pt x="140011" y="122200"/>
                </a:cubicBezTo>
                <a:lnTo>
                  <a:pt x="140011" y="28929"/>
                </a:lnTo>
                <a:lnTo>
                  <a:pt x="86168" y="146393"/>
                </a:lnTo>
                <a:lnTo>
                  <a:pt x="82771" y="146393"/>
                </a:lnTo>
                <a:close/>
                <a:moveTo>
                  <a:pt x="236646" y="49416"/>
                </a:moveTo>
                <a:cubicBezTo>
                  <a:pt x="250922" y="49416"/>
                  <a:pt x="262383" y="54832"/>
                  <a:pt x="271031" y="65665"/>
                </a:cubicBezTo>
                <a:cubicBezTo>
                  <a:pt x="278375" y="74920"/>
                  <a:pt x="282047" y="85547"/>
                  <a:pt x="282047" y="97547"/>
                </a:cubicBezTo>
                <a:cubicBezTo>
                  <a:pt x="282047" y="105981"/>
                  <a:pt x="280022" y="114517"/>
                  <a:pt x="275973" y="123156"/>
                </a:cubicBezTo>
                <a:cubicBezTo>
                  <a:pt x="271923" y="131793"/>
                  <a:pt x="266347" y="138306"/>
                  <a:pt x="259243" y="142694"/>
                </a:cubicBezTo>
                <a:cubicBezTo>
                  <a:pt x="252140" y="147082"/>
                  <a:pt x="244230" y="149276"/>
                  <a:pt x="235514" y="149276"/>
                </a:cubicBezTo>
                <a:cubicBezTo>
                  <a:pt x="221307" y="149276"/>
                  <a:pt x="210017" y="143619"/>
                  <a:pt x="201644" y="132306"/>
                </a:cubicBezTo>
                <a:cubicBezTo>
                  <a:pt x="194574" y="122776"/>
                  <a:pt x="191040" y="112081"/>
                  <a:pt x="191040" y="100221"/>
                </a:cubicBezTo>
                <a:cubicBezTo>
                  <a:pt x="191040" y="91582"/>
                  <a:pt x="193185" y="82994"/>
                  <a:pt x="197474" y="74458"/>
                </a:cubicBezTo>
                <a:cubicBezTo>
                  <a:pt x="201764" y="65922"/>
                  <a:pt x="207409" y="59614"/>
                  <a:pt x="214409" y="55535"/>
                </a:cubicBezTo>
                <a:cubicBezTo>
                  <a:pt x="221410" y="51455"/>
                  <a:pt x="228822" y="49416"/>
                  <a:pt x="236646" y="49416"/>
                </a:cubicBezTo>
                <a:moveTo>
                  <a:pt x="233455" y="56210"/>
                </a:moveTo>
                <a:cubicBezTo>
                  <a:pt x="229817" y="56210"/>
                  <a:pt x="226163" y="57290"/>
                  <a:pt x="222491" y="59450"/>
                </a:cubicBezTo>
                <a:cubicBezTo>
                  <a:pt x="218819" y="61610"/>
                  <a:pt x="215850" y="65397"/>
                  <a:pt x="213586" y="70813"/>
                </a:cubicBezTo>
                <a:cubicBezTo>
                  <a:pt x="211321" y="76228"/>
                  <a:pt x="210188" y="83186"/>
                  <a:pt x="210188" y="91686"/>
                </a:cubicBezTo>
                <a:cubicBezTo>
                  <a:pt x="210188" y="105395"/>
                  <a:pt x="212916" y="117220"/>
                  <a:pt x="218373" y="127161"/>
                </a:cubicBezTo>
                <a:cubicBezTo>
                  <a:pt x="223829" y="137100"/>
                  <a:pt x="231018" y="142070"/>
                  <a:pt x="239941" y="142070"/>
                </a:cubicBezTo>
                <a:cubicBezTo>
                  <a:pt x="246598" y="142070"/>
                  <a:pt x="252089" y="139327"/>
                  <a:pt x="256412" y="133843"/>
                </a:cubicBezTo>
                <a:cubicBezTo>
                  <a:pt x="260736" y="128359"/>
                  <a:pt x="262898" y="118934"/>
                  <a:pt x="262898" y="105568"/>
                </a:cubicBezTo>
                <a:cubicBezTo>
                  <a:pt x="262898" y="88841"/>
                  <a:pt x="259295" y="75678"/>
                  <a:pt x="252089" y="66080"/>
                </a:cubicBezTo>
                <a:cubicBezTo>
                  <a:pt x="247216" y="59500"/>
                  <a:pt x="241004" y="56210"/>
                  <a:pt x="233455" y="56210"/>
                </a:cubicBezTo>
                <a:close/>
                <a:moveTo>
                  <a:pt x="362553" y="135790"/>
                </a:moveTo>
                <a:cubicBezTo>
                  <a:pt x="357954" y="140594"/>
                  <a:pt x="353459" y="144043"/>
                  <a:pt x="349066" y="146136"/>
                </a:cubicBezTo>
                <a:cubicBezTo>
                  <a:pt x="344674" y="148229"/>
                  <a:pt x="339938" y="149276"/>
                  <a:pt x="334859" y="149276"/>
                </a:cubicBezTo>
                <a:cubicBezTo>
                  <a:pt x="324565" y="149276"/>
                  <a:pt x="315574" y="144979"/>
                  <a:pt x="307887" y="136385"/>
                </a:cubicBezTo>
                <a:cubicBezTo>
                  <a:pt x="300200" y="127789"/>
                  <a:pt x="296357" y="116743"/>
                  <a:pt x="296357" y="103248"/>
                </a:cubicBezTo>
                <a:cubicBezTo>
                  <a:pt x="296357" y="89755"/>
                  <a:pt x="300612" y="77410"/>
                  <a:pt x="309122" y="66212"/>
                </a:cubicBezTo>
                <a:cubicBezTo>
                  <a:pt x="317633" y="55014"/>
                  <a:pt x="328580" y="49416"/>
                  <a:pt x="341963" y="49416"/>
                </a:cubicBezTo>
                <a:cubicBezTo>
                  <a:pt x="350268" y="49416"/>
                  <a:pt x="357131" y="52058"/>
                  <a:pt x="362553" y="57343"/>
                </a:cubicBezTo>
                <a:lnTo>
                  <a:pt x="362553" y="39906"/>
                </a:lnTo>
                <a:cubicBezTo>
                  <a:pt x="362553" y="29085"/>
                  <a:pt x="362295" y="22434"/>
                  <a:pt x="361781" y="19953"/>
                </a:cubicBezTo>
                <a:cubicBezTo>
                  <a:pt x="361266" y="17471"/>
                  <a:pt x="360459" y="15783"/>
                  <a:pt x="359361" y="14889"/>
                </a:cubicBezTo>
                <a:cubicBezTo>
                  <a:pt x="358263" y="13992"/>
                  <a:pt x="356891" y="13544"/>
                  <a:pt x="355243" y="13544"/>
                </a:cubicBezTo>
                <a:cubicBezTo>
                  <a:pt x="353459" y="13544"/>
                  <a:pt x="351091" y="14095"/>
                  <a:pt x="348140" y="15198"/>
                </a:cubicBezTo>
                <a:lnTo>
                  <a:pt x="346802" y="11579"/>
                </a:lnTo>
                <a:lnTo>
                  <a:pt x="374907" y="0"/>
                </a:lnTo>
                <a:lnTo>
                  <a:pt x="379539" y="0"/>
                </a:lnTo>
                <a:lnTo>
                  <a:pt x="379539" y="109023"/>
                </a:lnTo>
                <a:cubicBezTo>
                  <a:pt x="379539" y="120073"/>
                  <a:pt x="379797" y="126816"/>
                  <a:pt x="380311" y="129252"/>
                </a:cubicBezTo>
                <a:cubicBezTo>
                  <a:pt x="380826" y="131689"/>
                  <a:pt x="381650" y="133388"/>
                  <a:pt x="382782" y="134348"/>
                </a:cubicBezTo>
                <a:cubicBezTo>
                  <a:pt x="383915" y="135309"/>
                  <a:pt x="385236" y="135790"/>
                  <a:pt x="386746" y="135790"/>
                </a:cubicBezTo>
                <a:cubicBezTo>
                  <a:pt x="388599" y="135790"/>
                  <a:pt x="391070" y="135206"/>
                  <a:pt x="394158" y="134040"/>
                </a:cubicBezTo>
                <a:lnTo>
                  <a:pt x="395291" y="137643"/>
                </a:lnTo>
                <a:lnTo>
                  <a:pt x="367288" y="149276"/>
                </a:lnTo>
                <a:lnTo>
                  <a:pt x="362553" y="149276"/>
                </a:lnTo>
                <a:lnTo>
                  <a:pt x="362553" y="135790"/>
                </a:lnTo>
                <a:moveTo>
                  <a:pt x="362553" y="128606"/>
                </a:moveTo>
                <a:lnTo>
                  <a:pt x="362553" y="80136"/>
                </a:lnTo>
                <a:cubicBezTo>
                  <a:pt x="362141" y="75480"/>
                  <a:pt x="360906" y="71235"/>
                  <a:pt x="358847" y="67403"/>
                </a:cubicBezTo>
                <a:cubicBezTo>
                  <a:pt x="356788" y="63568"/>
                  <a:pt x="354059" y="60676"/>
                  <a:pt x="350662" y="58726"/>
                </a:cubicBezTo>
                <a:cubicBezTo>
                  <a:pt x="347265" y="56774"/>
                  <a:pt x="343953" y="55798"/>
                  <a:pt x="340728" y="55798"/>
                </a:cubicBezTo>
                <a:cubicBezTo>
                  <a:pt x="334688" y="55798"/>
                  <a:pt x="329300" y="58503"/>
                  <a:pt x="324565" y="63912"/>
                </a:cubicBezTo>
                <a:cubicBezTo>
                  <a:pt x="318319" y="71031"/>
                  <a:pt x="315196" y="81436"/>
                  <a:pt x="315196" y="95128"/>
                </a:cubicBezTo>
                <a:cubicBezTo>
                  <a:pt x="315196" y="108958"/>
                  <a:pt x="318216" y="119553"/>
                  <a:pt x="324256" y="126914"/>
                </a:cubicBezTo>
                <a:cubicBezTo>
                  <a:pt x="330295" y="134272"/>
                  <a:pt x="337021" y="137952"/>
                  <a:pt x="344434" y="137952"/>
                </a:cubicBezTo>
                <a:cubicBezTo>
                  <a:pt x="350679" y="137952"/>
                  <a:pt x="356719" y="134836"/>
                  <a:pt x="362553" y="128606"/>
                </a:cubicBezTo>
                <a:close/>
                <a:moveTo>
                  <a:pt x="417219" y="87713"/>
                </a:moveTo>
                <a:cubicBezTo>
                  <a:pt x="417150" y="101681"/>
                  <a:pt x="420548" y="112638"/>
                  <a:pt x="427411" y="120582"/>
                </a:cubicBezTo>
                <a:cubicBezTo>
                  <a:pt x="434274" y="128524"/>
                  <a:pt x="442339" y="132495"/>
                  <a:pt x="451604" y="132495"/>
                </a:cubicBezTo>
                <a:cubicBezTo>
                  <a:pt x="457781" y="132495"/>
                  <a:pt x="463151" y="130797"/>
                  <a:pt x="467715" y="127399"/>
                </a:cubicBezTo>
                <a:cubicBezTo>
                  <a:pt x="472280" y="124002"/>
                  <a:pt x="476106" y="118185"/>
                  <a:pt x="479194" y="109950"/>
                </a:cubicBezTo>
                <a:lnTo>
                  <a:pt x="482386" y="112008"/>
                </a:lnTo>
                <a:cubicBezTo>
                  <a:pt x="480944" y="121411"/>
                  <a:pt x="476758" y="129973"/>
                  <a:pt x="469826" y="137694"/>
                </a:cubicBezTo>
                <a:cubicBezTo>
                  <a:pt x="462894" y="145415"/>
                  <a:pt x="454212" y="149276"/>
                  <a:pt x="443780" y="149276"/>
                </a:cubicBezTo>
                <a:cubicBezTo>
                  <a:pt x="432455" y="149276"/>
                  <a:pt x="422761" y="144876"/>
                  <a:pt x="414697" y="136076"/>
                </a:cubicBezTo>
                <a:cubicBezTo>
                  <a:pt x="406632" y="127274"/>
                  <a:pt x="402600" y="115441"/>
                  <a:pt x="402600" y="100578"/>
                </a:cubicBezTo>
                <a:cubicBezTo>
                  <a:pt x="402600" y="84484"/>
                  <a:pt x="406735" y="71933"/>
                  <a:pt x="415006" y="62928"/>
                </a:cubicBezTo>
                <a:cubicBezTo>
                  <a:pt x="423276" y="53920"/>
                  <a:pt x="433656" y="49416"/>
                  <a:pt x="446148" y="49416"/>
                </a:cubicBezTo>
                <a:cubicBezTo>
                  <a:pt x="456717" y="49416"/>
                  <a:pt x="465399" y="52890"/>
                  <a:pt x="472194" y="59839"/>
                </a:cubicBezTo>
                <a:cubicBezTo>
                  <a:pt x="478988" y="66786"/>
                  <a:pt x="482386" y="76077"/>
                  <a:pt x="482386" y="87713"/>
                </a:cubicBezTo>
                <a:lnTo>
                  <a:pt x="417219" y="87713"/>
                </a:lnTo>
                <a:moveTo>
                  <a:pt x="417219" y="81741"/>
                </a:moveTo>
                <a:lnTo>
                  <a:pt x="460869" y="81741"/>
                </a:lnTo>
                <a:cubicBezTo>
                  <a:pt x="460526" y="75702"/>
                  <a:pt x="459806" y="71447"/>
                  <a:pt x="458707" y="68976"/>
                </a:cubicBezTo>
                <a:cubicBezTo>
                  <a:pt x="456992" y="65132"/>
                  <a:pt x="454435" y="62113"/>
                  <a:pt x="451038" y="59916"/>
                </a:cubicBezTo>
                <a:cubicBezTo>
                  <a:pt x="447640" y="57720"/>
                  <a:pt x="444089" y="56622"/>
                  <a:pt x="440382" y="56622"/>
                </a:cubicBezTo>
                <a:cubicBezTo>
                  <a:pt x="434686" y="56622"/>
                  <a:pt x="429590" y="58835"/>
                  <a:pt x="425095" y="63262"/>
                </a:cubicBezTo>
                <a:cubicBezTo>
                  <a:pt x="420599" y="67689"/>
                  <a:pt x="417974" y="73849"/>
                  <a:pt x="417219" y="81741"/>
                </a:cubicBezTo>
                <a:close/>
                <a:moveTo>
                  <a:pt x="527406" y="0"/>
                </a:moveTo>
                <a:lnTo>
                  <a:pt x="527406" y="124993"/>
                </a:lnTo>
                <a:cubicBezTo>
                  <a:pt x="527406" y="130891"/>
                  <a:pt x="527835" y="134801"/>
                  <a:pt x="528693" y="136723"/>
                </a:cubicBezTo>
                <a:cubicBezTo>
                  <a:pt x="529551" y="138642"/>
                  <a:pt x="530872" y="140100"/>
                  <a:pt x="532656" y="141095"/>
                </a:cubicBezTo>
                <a:cubicBezTo>
                  <a:pt x="534441" y="142088"/>
                  <a:pt x="537769" y="142584"/>
                  <a:pt x="542642" y="142584"/>
                </a:cubicBezTo>
                <a:lnTo>
                  <a:pt x="542642" y="146393"/>
                </a:lnTo>
                <a:lnTo>
                  <a:pt x="496418" y="146393"/>
                </a:lnTo>
                <a:lnTo>
                  <a:pt x="496418" y="142584"/>
                </a:lnTo>
                <a:cubicBezTo>
                  <a:pt x="500742" y="142584"/>
                  <a:pt x="503693" y="142139"/>
                  <a:pt x="505272" y="141249"/>
                </a:cubicBezTo>
                <a:cubicBezTo>
                  <a:pt x="506850" y="140357"/>
                  <a:pt x="508086" y="138882"/>
                  <a:pt x="508978" y="136826"/>
                </a:cubicBezTo>
                <a:cubicBezTo>
                  <a:pt x="509870" y="134767"/>
                  <a:pt x="510316" y="130822"/>
                  <a:pt x="510316" y="124993"/>
                </a:cubicBezTo>
                <a:lnTo>
                  <a:pt x="510316" y="39401"/>
                </a:lnTo>
                <a:cubicBezTo>
                  <a:pt x="510316" y="28771"/>
                  <a:pt x="510076" y="22239"/>
                  <a:pt x="509596" y="19805"/>
                </a:cubicBezTo>
                <a:cubicBezTo>
                  <a:pt x="509115" y="17368"/>
                  <a:pt x="508343" y="15705"/>
                  <a:pt x="507279" y="14815"/>
                </a:cubicBezTo>
                <a:cubicBezTo>
                  <a:pt x="506215" y="13923"/>
                  <a:pt x="504860" y="13477"/>
                  <a:pt x="503213" y="13477"/>
                </a:cubicBezTo>
                <a:cubicBezTo>
                  <a:pt x="501428" y="13477"/>
                  <a:pt x="499163" y="14026"/>
                  <a:pt x="496418" y="15124"/>
                </a:cubicBezTo>
                <a:lnTo>
                  <a:pt x="494668" y="11521"/>
                </a:lnTo>
                <a:lnTo>
                  <a:pt x="522773" y="0"/>
                </a:lnTo>
                <a:lnTo>
                  <a:pt x="52740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Text V">
            <a:extLst xmlns:a="http://schemas.openxmlformats.org/drawingml/2006/main">
              <a:ext uri="{FF2B5EF4-FFF2-40B4-BE49-F238E27FC236}">
                <a16:creationId xmlns:a16="http://schemas.microsoft.com/office/drawing/2014/main" id="{E815E360-E722-4CA4-BE39-6A57DEC4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5438" y="1001061"/>
            <a:ext cx="147835" cy="142687"/>
          </a:xfrm>
          <a:custGeom xmlns:a="http://schemas.openxmlformats.org/drawingml/2006/main">
            <a:pathLst>
              <a:path w="147835" h="142687">
                <a:moveTo>
                  <a:pt x="147835" y="0"/>
                </a:moveTo>
                <a:lnTo>
                  <a:pt x="147835" y="3809"/>
                </a:lnTo>
                <a:cubicBezTo>
                  <a:pt x="142893" y="4701"/>
                  <a:pt x="139153" y="6279"/>
                  <a:pt x="136613" y="8542"/>
                </a:cubicBezTo>
                <a:cubicBezTo>
                  <a:pt x="132976" y="11902"/>
                  <a:pt x="129750" y="17046"/>
                  <a:pt x="126936" y="23971"/>
                </a:cubicBezTo>
                <a:lnTo>
                  <a:pt x="78241" y="142687"/>
                </a:lnTo>
                <a:lnTo>
                  <a:pt x="74432" y="142687"/>
                </a:lnTo>
                <a:lnTo>
                  <a:pt x="22134" y="22430"/>
                </a:lnTo>
                <a:cubicBezTo>
                  <a:pt x="19457" y="16257"/>
                  <a:pt x="17570" y="12485"/>
                  <a:pt x="16472" y="11112"/>
                </a:cubicBezTo>
                <a:cubicBezTo>
                  <a:pt x="14756" y="8987"/>
                  <a:pt x="12646" y="7324"/>
                  <a:pt x="10140" y="6125"/>
                </a:cubicBezTo>
                <a:cubicBezTo>
                  <a:pt x="7635" y="4924"/>
                  <a:pt x="4255" y="4152"/>
                  <a:pt x="0" y="3809"/>
                </a:cubicBezTo>
                <a:lnTo>
                  <a:pt x="0" y="0"/>
                </a:lnTo>
                <a:lnTo>
                  <a:pt x="57034" y="0"/>
                </a:lnTo>
                <a:lnTo>
                  <a:pt x="57034" y="3809"/>
                </a:lnTo>
                <a:cubicBezTo>
                  <a:pt x="50582" y="4427"/>
                  <a:pt x="46396" y="5525"/>
                  <a:pt x="44474" y="7103"/>
                </a:cubicBezTo>
                <a:cubicBezTo>
                  <a:pt x="42552" y="8680"/>
                  <a:pt x="41591" y="10702"/>
                  <a:pt x="41591" y="13171"/>
                </a:cubicBezTo>
                <a:cubicBezTo>
                  <a:pt x="41591" y="16601"/>
                  <a:pt x="43170" y="21950"/>
                  <a:pt x="46327" y="29218"/>
                </a:cubicBezTo>
                <a:lnTo>
                  <a:pt x="81844" y="111002"/>
                </a:lnTo>
                <a:lnTo>
                  <a:pt x="114788" y="30248"/>
                </a:lnTo>
                <a:cubicBezTo>
                  <a:pt x="118014" y="22293"/>
                  <a:pt x="119627" y="16772"/>
                  <a:pt x="119627" y="13686"/>
                </a:cubicBezTo>
                <a:cubicBezTo>
                  <a:pt x="119627" y="11695"/>
                  <a:pt x="118632" y="9792"/>
                  <a:pt x="116641" y="7975"/>
                </a:cubicBezTo>
                <a:cubicBezTo>
                  <a:pt x="114651" y="6159"/>
                  <a:pt x="111288" y="4873"/>
                  <a:pt x="106552" y="4118"/>
                </a:cubicBezTo>
                <a:cubicBezTo>
                  <a:pt x="106209" y="4049"/>
                  <a:pt x="105626" y="3946"/>
                  <a:pt x="104802" y="3809"/>
                </a:cubicBezTo>
                <a:lnTo>
                  <a:pt x="104802" y="0"/>
                </a:lnTo>
                <a:lnTo>
                  <a:pt x="14783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Text alidation">
            <a:extLst xmlns:a="http://schemas.openxmlformats.org/drawingml/2006/main">
              <a:ext uri="{FF2B5EF4-FFF2-40B4-BE49-F238E27FC236}">
                <a16:creationId xmlns:a16="http://schemas.microsoft.com/office/drawing/2014/main" id="{5005847D-7052-4AE1-8267-95DE7520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9993" y="994267"/>
            <a:ext cx="729498" cy="149276"/>
          </a:xfrm>
          <a:custGeom xmlns:a="http://schemas.openxmlformats.org/drawingml/2006/main">
            <a:pathLst>
              <a:path w="729498" h="149276">
                <a:moveTo>
                  <a:pt x="52504" y="132804"/>
                </a:moveTo>
                <a:cubicBezTo>
                  <a:pt x="42827" y="140285"/>
                  <a:pt x="36753" y="144609"/>
                  <a:pt x="34282" y="145776"/>
                </a:cubicBezTo>
                <a:cubicBezTo>
                  <a:pt x="30576" y="147560"/>
                  <a:pt x="26629" y="148452"/>
                  <a:pt x="22443" y="148452"/>
                </a:cubicBezTo>
                <a:cubicBezTo>
                  <a:pt x="15923" y="148452"/>
                  <a:pt x="10552" y="146222"/>
                  <a:pt x="6331" y="141761"/>
                </a:cubicBezTo>
                <a:cubicBezTo>
                  <a:pt x="2110" y="137300"/>
                  <a:pt x="0" y="131432"/>
                  <a:pt x="0" y="124156"/>
                </a:cubicBezTo>
                <a:cubicBezTo>
                  <a:pt x="0" y="119558"/>
                  <a:pt x="1029" y="115577"/>
                  <a:pt x="3088" y="112214"/>
                </a:cubicBezTo>
                <a:cubicBezTo>
                  <a:pt x="5902" y="107547"/>
                  <a:pt x="10792" y="103155"/>
                  <a:pt x="17759" y="99037"/>
                </a:cubicBezTo>
                <a:cubicBezTo>
                  <a:pt x="24725" y="94919"/>
                  <a:pt x="36307" y="89909"/>
                  <a:pt x="52504" y="84006"/>
                </a:cubicBezTo>
                <a:lnTo>
                  <a:pt x="52504" y="80300"/>
                </a:lnTo>
                <a:cubicBezTo>
                  <a:pt x="52504" y="70898"/>
                  <a:pt x="51011" y="64446"/>
                  <a:pt x="48026" y="60946"/>
                </a:cubicBezTo>
                <a:cubicBezTo>
                  <a:pt x="45040" y="57446"/>
                  <a:pt x="40699" y="55695"/>
                  <a:pt x="35003" y="55695"/>
                </a:cubicBezTo>
                <a:cubicBezTo>
                  <a:pt x="30679" y="55695"/>
                  <a:pt x="27247" y="56858"/>
                  <a:pt x="24708" y="59183"/>
                </a:cubicBezTo>
                <a:cubicBezTo>
                  <a:pt x="22100" y="61508"/>
                  <a:pt x="20796" y="64175"/>
                  <a:pt x="20796" y="67184"/>
                </a:cubicBezTo>
                <a:lnTo>
                  <a:pt x="21002" y="73132"/>
                </a:lnTo>
                <a:cubicBezTo>
                  <a:pt x="21002" y="76277"/>
                  <a:pt x="20195" y="78703"/>
                  <a:pt x="18582" y="80413"/>
                </a:cubicBezTo>
                <a:cubicBezTo>
                  <a:pt x="16969" y="82122"/>
                  <a:pt x="14859" y="82977"/>
                  <a:pt x="12251" y="82977"/>
                </a:cubicBezTo>
                <a:cubicBezTo>
                  <a:pt x="9712" y="82977"/>
                  <a:pt x="7635" y="82088"/>
                  <a:pt x="6023" y="80310"/>
                </a:cubicBezTo>
                <a:cubicBezTo>
                  <a:pt x="4410" y="78530"/>
                  <a:pt x="3603" y="76100"/>
                  <a:pt x="3603" y="73020"/>
                </a:cubicBezTo>
                <a:cubicBezTo>
                  <a:pt x="3603" y="67137"/>
                  <a:pt x="6623" y="61732"/>
                  <a:pt x="12663" y="56805"/>
                </a:cubicBezTo>
                <a:cubicBezTo>
                  <a:pt x="18702" y="51879"/>
                  <a:pt x="27179" y="49416"/>
                  <a:pt x="38091" y="49416"/>
                </a:cubicBezTo>
                <a:cubicBezTo>
                  <a:pt x="46464" y="49416"/>
                  <a:pt x="53328" y="50820"/>
                  <a:pt x="58681" y="53630"/>
                </a:cubicBezTo>
                <a:cubicBezTo>
                  <a:pt x="62730" y="55755"/>
                  <a:pt x="65716" y="59081"/>
                  <a:pt x="67637" y="63606"/>
                </a:cubicBezTo>
                <a:cubicBezTo>
                  <a:pt x="68873" y="66553"/>
                  <a:pt x="69491" y="72585"/>
                  <a:pt x="69491" y="81703"/>
                </a:cubicBezTo>
                <a:lnTo>
                  <a:pt x="69491" y="113681"/>
                </a:lnTo>
                <a:cubicBezTo>
                  <a:pt x="69491" y="122662"/>
                  <a:pt x="69662" y="128163"/>
                  <a:pt x="70005" y="130185"/>
                </a:cubicBezTo>
                <a:cubicBezTo>
                  <a:pt x="70348" y="132208"/>
                  <a:pt x="70915" y="133562"/>
                  <a:pt x="71704" y="134249"/>
                </a:cubicBezTo>
                <a:cubicBezTo>
                  <a:pt x="72493" y="134933"/>
                  <a:pt x="73403" y="135275"/>
                  <a:pt x="74432" y="135275"/>
                </a:cubicBezTo>
                <a:cubicBezTo>
                  <a:pt x="75530" y="135275"/>
                  <a:pt x="76491" y="135035"/>
                  <a:pt x="77315" y="134554"/>
                </a:cubicBezTo>
                <a:cubicBezTo>
                  <a:pt x="78756" y="133662"/>
                  <a:pt x="81536" y="131157"/>
                  <a:pt x="85654" y="127039"/>
                </a:cubicBezTo>
                <a:lnTo>
                  <a:pt x="85654" y="132804"/>
                </a:lnTo>
                <a:cubicBezTo>
                  <a:pt x="77967" y="143099"/>
                  <a:pt x="70623" y="148247"/>
                  <a:pt x="63622" y="148247"/>
                </a:cubicBezTo>
                <a:cubicBezTo>
                  <a:pt x="60259" y="148247"/>
                  <a:pt x="57583" y="147080"/>
                  <a:pt x="55592" y="144746"/>
                </a:cubicBezTo>
                <a:cubicBezTo>
                  <a:pt x="53602" y="142413"/>
                  <a:pt x="52573" y="138432"/>
                  <a:pt x="52504" y="132804"/>
                </a:cubicBezTo>
                <a:moveTo>
                  <a:pt x="52504" y="126055"/>
                </a:moveTo>
                <a:lnTo>
                  <a:pt x="52504" y="90286"/>
                </a:lnTo>
                <a:cubicBezTo>
                  <a:pt x="42140" y="94385"/>
                  <a:pt x="35449" y="97289"/>
                  <a:pt x="32429" y="98998"/>
                </a:cubicBezTo>
                <a:cubicBezTo>
                  <a:pt x="27007" y="102005"/>
                  <a:pt x="23129" y="105148"/>
                  <a:pt x="20796" y="108428"/>
                </a:cubicBezTo>
                <a:cubicBezTo>
                  <a:pt x="18462" y="111707"/>
                  <a:pt x="17295" y="115294"/>
                  <a:pt x="17295" y="119189"/>
                </a:cubicBezTo>
                <a:cubicBezTo>
                  <a:pt x="17295" y="124109"/>
                  <a:pt x="18771" y="128192"/>
                  <a:pt x="21722" y="131437"/>
                </a:cubicBezTo>
                <a:cubicBezTo>
                  <a:pt x="24673" y="134682"/>
                  <a:pt x="28071" y="136304"/>
                  <a:pt x="31914" y="136304"/>
                </a:cubicBezTo>
                <a:cubicBezTo>
                  <a:pt x="37130" y="136304"/>
                  <a:pt x="43994" y="132888"/>
                  <a:pt x="52504" y="126055"/>
                </a:cubicBezTo>
                <a:close/>
                <a:moveTo>
                  <a:pt x="125115" y="0"/>
                </a:moveTo>
                <a:lnTo>
                  <a:pt x="125115" y="124993"/>
                </a:lnTo>
                <a:cubicBezTo>
                  <a:pt x="125115" y="130891"/>
                  <a:pt x="125544" y="134801"/>
                  <a:pt x="126402" y="136723"/>
                </a:cubicBezTo>
                <a:cubicBezTo>
                  <a:pt x="127259" y="138642"/>
                  <a:pt x="128581" y="140100"/>
                  <a:pt x="130365" y="141095"/>
                </a:cubicBezTo>
                <a:cubicBezTo>
                  <a:pt x="132150" y="142088"/>
                  <a:pt x="135478" y="142584"/>
                  <a:pt x="140351" y="142584"/>
                </a:cubicBezTo>
                <a:lnTo>
                  <a:pt x="140351" y="146393"/>
                </a:lnTo>
                <a:lnTo>
                  <a:pt x="94127" y="146393"/>
                </a:lnTo>
                <a:lnTo>
                  <a:pt x="94127" y="142584"/>
                </a:lnTo>
                <a:cubicBezTo>
                  <a:pt x="98451" y="142584"/>
                  <a:pt x="101402" y="142139"/>
                  <a:pt x="102981" y="141249"/>
                </a:cubicBezTo>
                <a:cubicBezTo>
                  <a:pt x="104559" y="140357"/>
                  <a:pt x="105795" y="138882"/>
                  <a:pt x="106687" y="136826"/>
                </a:cubicBezTo>
                <a:cubicBezTo>
                  <a:pt x="107579" y="134767"/>
                  <a:pt x="108025" y="130822"/>
                  <a:pt x="108025" y="124993"/>
                </a:cubicBezTo>
                <a:lnTo>
                  <a:pt x="108025" y="39401"/>
                </a:lnTo>
                <a:cubicBezTo>
                  <a:pt x="108025" y="28771"/>
                  <a:pt x="107785" y="22239"/>
                  <a:pt x="107304" y="19805"/>
                </a:cubicBezTo>
                <a:cubicBezTo>
                  <a:pt x="106824" y="17368"/>
                  <a:pt x="106052" y="15705"/>
                  <a:pt x="104988" y="14815"/>
                </a:cubicBezTo>
                <a:cubicBezTo>
                  <a:pt x="103924" y="13923"/>
                  <a:pt x="102569" y="13477"/>
                  <a:pt x="100922" y="13477"/>
                </a:cubicBezTo>
                <a:cubicBezTo>
                  <a:pt x="99137" y="13477"/>
                  <a:pt x="96872" y="14026"/>
                  <a:pt x="94127" y="15124"/>
                </a:cubicBezTo>
                <a:lnTo>
                  <a:pt x="92377" y="11521"/>
                </a:lnTo>
                <a:lnTo>
                  <a:pt x="120482" y="0"/>
                </a:lnTo>
                <a:lnTo>
                  <a:pt x="125115" y="0"/>
                </a:lnTo>
                <a:close/>
                <a:moveTo>
                  <a:pt x="175287" y="0"/>
                </a:moveTo>
                <a:cubicBezTo>
                  <a:pt x="178169" y="0"/>
                  <a:pt x="180623" y="1018"/>
                  <a:pt x="182648" y="3053"/>
                </a:cubicBezTo>
                <a:cubicBezTo>
                  <a:pt x="184672" y="5086"/>
                  <a:pt x="185685" y="7552"/>
                  <a:pt x="185685" y="10449"/>
                </a:cubicBezTo>
                <a:cubicBezTo>
                  <a:pt x="185685" y="13347"/>
                  <a:pt x="184672" y="15831"/>
                  <a:pt x="182648" y="17900"/>
                </a:cubicBezTo>
                <a:cubicBezTo>
                  <a:pt x="180623" y="19968"/>
                  <a:pt x="178169" y="21002"/>
                  <a:pt x="175287" y="21002"/>
                </a:cubicBezTo>
                <a:cubicBezTo>
                  <a:pt x="172404" y="21002"/>
                  <a:pt x="169933" y="19968"/>
                  <a:pt x="167874" y="17900"/>
                </a:cubicBezTo>
                <a:cubicBezTo>
                  <a:pt x="165815" y="15831"/>
                  <a:pt x="164786" y="13347"/>
                  <a:pt x="164786" y="10449"/>
                </a:cubicBezTo>
                <a:cubicBezTo>
                  <a:pt x="164786" y="7552"/>
                  <a:pt x="165798" y="5086"/>
                  <a:pt x="167823" y="3053"/>
                </a:cubicBezTo>
                <a:cubicBezTo>
                  <a:pt x="169848" y="1018"/>
                  <a:pt x="172336" y="0"/>
                  <a:pt x="175287" y="0"/>
                </a:cubicBezTo>
                <a:moveTo>
                  <a:pt x="183832" y="49416"/>
                </a:moveTo>
                <a:lnTo>
                  <a:pt x="183832" y="125019"/>
                </a:lnTo>
                <a:cubicBezTo>
                  <a:pt x="183832" y="130908"/>
                  <a:pt x="184260" y="134829"/>
                  <a:pt x="185118" y="136781"/>
                </a:cubicBezTo>
                <a:cubicBezTo>
                  <a:pt x="185976" y="138732"/>
                  <a:pt x="187246" y="140188"/>
                  <a:pt x="188927" y="141146"/>
                </a:cubicBezTo>
                <a:cubicBezTo>
                  <a:pt x="190609" y="142105"/>
                  <a:pt x="193680" y="142584"/>
                  <a:pt x="198141" y="142584"/>
                </a:cubicBezTo>
                <a:lnTo>
                  <a:pt x="198141" y="146393"/>
                </a:lnTo>
                <a:lnTo>
                  <a:pt x="152329" y="146393"/>
                </a:lnTo>
                <a:lnTo>
                  <a:pt x="152329" y="142584"/>
                </a:lnTo>
                <a:cubicBezTo>
                  <a:pt x="156928" y="142584"/>
                  <a:pt x="160016" y="142139"/>
                  <a:pt x="161595" y="141249"/>
                </a:cubicBezTo>
                <a:cubicBezTo>
                  <a:pt x="163173" y="140359"/>
                  <a:pt x="164426" y="138887"/>
                  <a:pt x="165352" y="136832"/>
                </a:cubicBezTo>
                <a:cubicBezTo>
                  <a:pt x="166279" y="134777"/>
                  <a:pt x="166742" y="130840"/>
                  <a:pt x="166742" y="125019"/>
                </a:cubicBezTo>
                <a:lnTo>
                  <a:pt x="166742" y="88758"/>
                </a:lnTo>
                <a:cubicBezTo>
                  <a:pt x="166742" y="78553"/>
                  <a:pt x="166433" y="71945"/>
                  <a:pt x="165815" y="68934"/>
                </a:cubicBezTo>
                <a:cubicBezTo>
                  <a:pt x="165335" y="66742"/>
                  <a:pt x="164580" y="65218"/>
                  <a:pt x="163551" y="64362"/>
                </a:cubicBezTo>
                <a:cubicBezTo>
                  <a:pt x="162521" y="63507"/>
                  <a:pt x="161114" y="63079"/>
                  <a:pt x="159330" y="63079"/>
                </a:cubicBezTo>
                <a:cubicBezTo>
                  <a:pt x="157408" y="63079"/>
                  <a:pt x="155074" y="63592"/>
                  <a:pt x="152329" y="64620"/>
                </a:cubicBezTo>
                <a:lnTo>
                  <a:pt x="150888" y="60920"/>
                </a:lnTo>
                <a:lnTo>
                  <a:pt x="179302" y="49416"/>
                </a:lnTo>
                <a:lnTo>
                  <a:pt x="183832" y="49416"/>
                </a:lnTo>
                <a:close/>
                <a:moveTo>
                  <a:pt x="276522" y="135790"/>
                </a:moveTo>
                <a:cubicBezTo>
                  <a:pt x="271923" y="140594"/>
                  <a:pt x="267428" y="144043"/>
                  <a:pt x="263035" y="146136"/>
                </a:cubicBezTo>
                <a:cubicBezTo>
                  <a:pt x="258643" y="148229"/>
                  <a:pt x="253907" y="149276"/>
                  <a:pt x="248828" y="149276"/>
                </a:cubicBezTo>
                <a:cubicBezTo>
                  <a:pt x="238533" y="149276"/>
                  <a:pt x="229542" y="144979"/>
                  <a:pt x="221856" y="136385"/>
                </a:cubicBezTo>
                <a:cubicBezTo>
                  <a:pt x="214169" y="127789"/>
                  <a:pt x="210325" y="116743"/>
                  <a:pt x="210325" y="103248"/>
                </a:cubicBezTo>
                <a:cubicBezTo>
                  <a:pt x="210325" y="89755"/>
                  <a:pt x="214581" y="77410"/>
                  <a:pt x="223091" y="66212"/>
                </a:cubicBezTo>
                <a:cubicBezTo>
                  <a:pt x="231601" y="55014"/>
                  <a:pt x="242548" y="49416"/>
                  <a:pt x="255932" y="49416"/>
                </a:cubicBezTo>
                <a:cubicBezTo>
                  <a:pt x="264236" y="49416"/>
                  <a:pt x="271100" y="52058"/>
                  <a:pt x="276522" y="57343"/>
                </a:cubicBezTo>
                <a:lnTo>
                  <a:pt x="276522" y="39906"/>
                </a:lnTo>
                <a:cubicBezTo>
                  <a:pt x="276522" y="29085"/>
                  <a:pt x="276264" y="22434"/>
                  <a:pt x="275749" y="19953"/>
                </a:cubicBezTo>
                <a:cubicBezTo>
                  <a:pt x="275235" y="17471"/>
                  <a:pt x="274428" y="15783"/>
                  <a:pt x="273330" y="14889"/>
                </a:cubicBezTo>
                <a:cubicBezTo>
                  <a:pt x="272232" y="13992"/>
                  <a:pt x="270859" y="13544"/>
                  <a:pt x="269212" y="13544"/>
                </a:cubicBezTo>
                <a:cubicBezTo>
                  <a:pt x="267428" y="13544"/>
                  <a:pt x="265060" y="14095"/>
                  <a:pt x="262109" y="15198"/>
                </a:cubicBezTo>
                <a:lnTo>
                  <a:pt x="260770" y="11579"/>
                </a:lnTo>
                <a:lnTo>
                  <a:pt x="288875" y="0"/>
                </a:lnTo>
                <a:lnTo>
                  <a:pt x="293508" y="0"/>
                </a:lnTo>
                <a:lnTo>
                  <a:pt x="293508" y="109023"/>
                </a:lnTo>
                <a:cubicBezTo>
                  <a:pt x="293508" y="120073"/>
                  <a:pt x="293765" y="126816"/>
                  <a:pt x="294280" y="129252"/>
                </a:cubicBezTo>
                <a:cubicBezTo>
                  <a:pt x="294795" y="131689"/>
                  <a:pt x="295619" y="133388"/>
                  <a:pt x="296751" y="134348"/>
                </a:cubicBezTo>
                <a:cubicBezTo>
                  <a:pt x="297883" y="135309"/>
                  <a:pt x="299205" y="135790"/>
                  <a:pt x="300715" y="135790"/>
                </a:cubicBezTo>
                <a:cubicBezTo>
                  <a:pt x="302568" y="135790"/>
                  <a:pt x="305038" y="135206"/>
                  <a:pt x="308127" y="134040"/>
                </a:cubicBezTo>
                <a:lnTo>
                  <a:pt x="309259" y="137643"/>
                </a:lnTo>
                <a:lnTo>
                  <a:pt x="281257" y="149276"/>
                </a:lnTo>
                <a:lnTo>
                  <a:pt x="276522" y="149276"/>
                </a:lnTo>
                <a:lnTo>
                  <a:pt x="276522" y="135790"/>
                </a:lnTo>
                <a:moveTo>
                  <a:pt x="276522" y="128606"/>
                </a:moveTo>
                <a:lnTo>
                  <a:pt x="276522" y="80136"/>
                </a:lnTo>
                <a:cubicBezTo>
                  <a:pt x="276110" y="75480"/>
                  <a:pt x="274874" y="71235"/>
                  <a:pt x="272815" y="67403"/>
                </a:cubicBezTo>
                <a:cubicBezTo>
                  <a:pt x="270756" y="63568"/>
                  <a:pt x="268028" y="60676"/>
                  <a:pt x="264631" y="58726"/>
                </a:cubicBezTo>
                <a:cubicBezTo>
                  <a:pt x="261234" y="56774"/>
                  <a:pt x="257922" y="55798"/>
                  <a:pt x="254696" y="55798"/>
                </a:cubicBezTo>
                <a:cubicBezTo>
                  <a:pt x="248657" y="55798"/>
                  <a:pt x="243269" y="58503"/>
                  <a:pt x="238533" y="63912"/>
                </a:cubicBezTo>
                <a:cubicBezTo>
                  <a:pt x="232288" y="71031"/>
                  <a:pt x="229165" y="81436"/>
                  <a:pt x="229165" y="95128"/>
                </a:cubicBezTo>
                <a:cubicBezTo>
                  <a:pt x="229165" y="108958"/>
                  <a:pt x="232185" y="119553"/>
                  <a:pt x="238224" y="126914"/>
                </a:cubicBezTo>
                <a:cubicBezTo>
                  <a:pt x="244264" y="134272"/>
                  <a:pt x="250990" y="137952"/>
                  <a:pt x="258402" y="137952"/>
                </a:cubicBezTo>
                <a:cubicBezTo>
                  <a:pt x="264648" y="137952"/>
                  <a:pt x="270688" y="134836"/>
                  <a:pt x="276522" y="128606"/>
                </a:cubicBezTo>
                <a:close/>
                <a:moveTo>
                  <a:pt x="368764" y="132804"/>
                </a:moveTo>
                <a:cubicBezTo>
                  <a:pt x="359087" y="140285"/>
                  <a:pt x="353013" y="144609"/>
                  <a:pt x="350542" y="145776"/>
                </a:cubicBezTo>
                <a:cubicBezTo>
                  <a:pt x="346836" y="147560"/>
                  <a:pt x="342889" y="148452"/>
                  <a:pt x="338703" y="148452"/>
                </a:cubicBezTo>
                <a:cubicBezTo>
                  <a:pt x="332183" y="148452"/>
                  <a:pt x="326812" y="146222"/>
                  <a:pt x="322591" y="141761"/>
                </a:cubicBezTo>
                <a:cubicBezTo>
                  <a:pt x="318370" y="137300"/>
                  <a:pt x="316260" y="131432"/>
                  <a:pt x="316260" y="124156"/>
                </a:cubicBezTo>
                <a:cubicBezTo>
                  <a:pt x="316260" y="119558"/>
                  <a:pt x="317289" y="115577"/>
                  <a:pt x="319348" y="112214"/>
                </a:cubicBezTo>
                <a:cubicBezTo>
                  <a:pt x="322162" y="107547"/>
                  <a:pt x="327052" y="103155"/>
                  <a:pt x="334019" y="99037"/>
                </a:cubicBezTo>
                <a:cubicBezTo>
                  <a:pt x="340985" y="94919"/>
                  <a:pt x="352566" y="89909"/>
                  <a:pt x="368764" y="84006"/>
                </a:cubicBezTo>
                <a:lnTo>
                  <a:pt x="368764" y="80300"/>
                </a:lnTo>
                <a:cubicBezTo>
                  <a:pt x="368764" y="70898"/>
                  <a:pt x="367271" y="64446"/>
                  <a:pt x="364286" y="60946"/>
                </a:cubicBezTo>
                <a:cubicBezTo>
                  <a:pt x="361300" y="57446"/>
                  <a:pt x="356959" y="55695"/>
                  <a:pt x="351262" y="55695"/>
                </a:cubicBezTo>
                <a:cubicBezTo>
                  <a:pt x="346939" y="55695"/>
                  <a:pt x="343507" y="56858"/>
                  <a:pt x="340968" y="59183"/>
                </a:cubicBezTo>
                <a:cubicBezTo>
                  <a:pt x="338360" y="61508"/>
                  <a:pt x="337056" y="64175"/>
                  <a:pt x="337056" y="67184"/>
                </a:cubicBezTo>
                <a:lnTo>
                  <a:pt x="337261" y="73132"/>
                </a:lnTo>
                <a:cubicBezTo>
                  <a:pt x="337261" y="76277"/>
                  <a:pt x="336455" y="78703"/>
                  <a:pt x="334842" y="80413"/>
                </a:cubicBezTo>
                <a:cubicBezTo>
                  <a:pt x="333229" y="82122"/>
                  <a:pt x="331119" y="82977"/>
                  <a:pt x="328511" y="82977"/>
                </a:cubicBezTo>
                <a:cubicBezTo>
                  <a:pt x="325971" y="82977"/>
                  <a:pt x="323895" y="82088"/>
                  <a:pt x="322282" y="80310"/>
                </a:cubicBezTo>
                <a:cubicBezTo>
                  <a:pt x="320669" y="78530"/>
                  <a:pt x="319863" y="76100"/>
                  <a:pt x="319863" y="73020"/>
                </a:cubicBezTo>
                <a:cubicBezTo>
                  <a:pt x="319863" y="67137"/>
                  <a:pt x="322883" y="61732"/>
                  <a:pt x="328923" y="56805"/>
                </a:cubicBezTo>
                <a:cubicBezTo>
                  <a:pt x="334962" y="51879"/>
                  <a:pt x="343438" y="49416"/>
                  <a:pt x="354351" y="49416"/>
                </a:cubicBezTo>
                <a:cubicBezTo>
                  <a:pt x="362724" y="49416"/>
                  <a:pt x="369587" y="50820"/>
                  <a:pt x="374941" y="53630"/>
                </a:cubicBezTo>
                <a:cubicBezTo>
                  <a:pt x="378990" y="55755"/>
                  <a:pt x="381976" y="59081"/>
                  <a:pt x="383897" y="63606"/>
                </a:cubicBezTo>
                <a:cubicBezTo>
                  <a:pt x="385133" y="66553"/>
                  <a:pt x="385750" y="72585"/>
                  <a:pt x="385750" y="81703"/>
                </a:cubicBezTo>
                <a:lnTo>
                  <a:pt x="385750" y="113681"/>
                </a:lnTo>
                <a:cubicBezTo>
                  <a:pt x="385750" y="122662"/>
                  <a:pt x="385922" y="128163"/>
                  <a:pt x="386265" y="130185"/>
                </a:cubicBezTo>
                <a:cubicBezTo>
                  <a:pt x="386608" y="132208"/>
                  <a:pt x="387174" y="133562"/>
                  <a:pt x="387964" y="134249"/>
                </a:cubicBezTo>
                <a:cubicBezTo>
                  <a:pt x="388753" y="134933"/>
                  <a:pt x="389662" y="135275"/>
                  <a:pt x="390692" y="135275"/>
                </a:cubicBezTo>
                <a:cubicBezTo>
                  <a:pt x="391790" y="135275"/>
                  <a:pt x="392751" y="135035"/>
                  <a:pt x="393574" y="134554"/>
                </a:cubicBezTo>
                <a:cubicBezTo>
                  <a:pt x="395016" y="133662"/>
                  <a:pt x="397795" y="131157"/>
                  <a:pt x="401913" y="127039"/>
                </a:cubicBezTo>
                <a:lnTo>
                  <a:pt x="401913" y="132804"/>
                </a:lnTo>
                <a:cubicBezTo>
                  <a:pt x="394227" y="143099"/>
                  <a:pt x="386883" y="148247"/>
                  <a:pt x="379882" y="148247"/>
                </a:cubicBezTo>
                <a:cubicBezTo>
                  <a:pt x="376519" y="148247"/>
                  <a:pt x="373843" y="147080"/>
                  <a:pt x="371852" y="144746"/>
                </a:cubicBezTo>
                <a:cubicBezTo>
                  <a:pt x="369862" y="142413"/>
                  <a:pt x="368832" y="138432"/>
                  <a:pt x="368764" y="132804"/>
                </a:cubicBezTo>
                <a:moveTo>
                  <a:pt x="368764" y="126055"/>
                </a:moveTo>
                <a:lnTo>
                  <a:pt x="368764" y="90286"/>
                </a:lnTo>
                <a:cubicBezTo>
                  <a:pt x="358400" y="94385"/>
                  <a:pt x="351709" y="97289"/>
                  <a:pt x="348689" y="98998"/>
                </a:cubicBezTo>
                <a:cubicBezTo>
                  <a:pt x="343267" y="102005"/>
                  <a:pt x="339389" y="105148"/>
                  <a:pt x="337056" y="108428"/>
                </a:cubicBezTo>
                <a:cubicBezTo>
                  <a:pt x="334722" y="111707"/>
                  <a:pt x="333555" y="115294"/>
                  <a:pt x="333555" y="119189"/>
                </a:cubicBezTo>
                <a:cubicBezTo>
                  <a:pt x="333555" y="124109"/>
                  <a:pt x="335031" y="128192"/>
                  <a:pt x="337982" y="131437"/>
                </a:cubicBezTo>
                <a:cubicBezTo>
                  <a:pt x="340933" y="134682"/>
                  <a:pt x="344331" y="136304"/>
                  <a:pt x="348174" y="136304"/>
                </a:cubicBezTo>
                <a:cubicBezTo>
                  <a:pt x="353390" y="136304"/>
                  <a:pt x="360253" y="132888"/>
                  <a:pt x="368764" y="126055"/>
                </a:cubicBezTo>
                <a:close/>
                <a:moveTo>
                  <a:pt x="436331" y="21002"/>
                </a:moveTo>
                <a:lnTo>
                  <a:pt x="436331" y="52092"/>
                </a:lnTo>
                <a:lnTo>
                  <a:pt x="458362" y="52092"/>
                </a:lnTo>
                <a:lnTo>
                  <a:pt x="458362" y="59299"/>
                </a:lnTo>
                <a:lnTo>
                  <a:pt x="436331" y="59299"/>
                </a:lnTo>
                <a:lnTo>
                  <a:pt x="436331" y="120367"/>
                </a:lnTo>
                <a:cubicBezTo>
                  <a:pt x="436331" y="126469"/>
                  <a:pt x="437206" y="130582"/>
                  <a:pt x="438956" y="132708"/>
                </a:cubicBezTo>
                <a:cubicBezTo>
                  <a:pt x="440706" y="134831"/>
                  <a:pt x="442954" y="135893"/>
                  <a:pt x="445699" y="135893"/>
                </a:cubicBezTo>
                <a:cubicBezTo>
                  <a:pt x="447964" y="135893"/>
                  <a:pt x="450161" y="135189"/>
                  <a:pt x="452288" y="133782"/>
                </a:cubicBezTo>
                <a:cubicBezTo>
                  <a:pt x="454416" y="132375"/>
                  <a:pt x="456063" y="130299"/>
                  <a:pt x="457230" y="127554"/>
                </a:cubicBezTo>
                <a:lnTo>
                  <a:pt x="461245" y="127554"/>
                </a:lnTo>
                <a:cubicBezTo>
                  <a:pt x="458843" y="134299"/>
                  <a:pt x="455445" y="139400"/>
                  <a:pt x="451053" y="142858"/>
                </a:cubicBezTo>
                <a:cubicBezTo>
                  <a:pt x="446660" y="146313"/>
                  <a:pt x="442131" y="148041"/>
                  <a:pt x="437464" y="148041"/>
                </a:cubicBezTo>
                <a:cubicBezTo>
                  <a:pt x="434306" y="148041"/>
                  <a:pt x="431218" y="147164"/>
                  <a:pt x="428198" y="145412"/>
                </a:cubicBezTo>
                <a:cubicBezTo>
                  <a:pt x="425178" y="143660"/>
                  <a:pt x="422948" y="141153"/>
                  <a:pt x="421506" y="137891"/>
                </a:cubicBezTo>
                <a:cubicBezTo>
                  <a:pt x="420065" y="134626"/>
                  <a:pt x="419345" y="129592"/>
                  <a:pt x="419345" y="122789"/>
                </a:cubicBezTo>
                <a:lnTo>
                  <a:pt x="419345" y="59299"/>
                </a:lnTo>
                <a:lnTo>
                  <a:pt x="404417" y="59299"/>
                </a:lnTo>
                <a:lnTo>
                  <a:pt x="404417" y="55901"/>
                </a:lnTo>
                <a:cubicBezTo>
                  <a:pt x="408192" y="54387"/>
                  <a:pt x="412052" y="51823"/>
                  <a:pt x="415999" y="48209"/>
                </a:cubicBezTo>
                <a:cubicBezTo>
                  <a:pt x="419945" y="44595"/>
                  <a:pt x="423462" y="40310"/>
                  <a:pt x="426551" y="35353"/>
                </a:cubicBezTo>
                <a:cubicBezTo>
                  <a:pt x="428130" y="32739"/>
                  <a:pt x="430326" y="27955"/>
                  <a:pt x="433140" y="21002"/>
                </a:cubicBezTo>
                <a:lnTo>
                  <a:pt x="436331" y="21002"/>
                </a:lnTo>
                <a:close/>
                <a:moveTo>
                  <a:pt x="491547" y="0"/>
                </a:moveTo>
                <a:cubicBezTo>
                  <a:pt x="494430" y="0"/>
                  <a:pt x="496883" y="1018"/>
                  <a:pt x="498908" y="3053"/>
                </a:cubicBezTo>
                <a:cubicBezTo>
                  <a:pt x="500933" y="5086"/>
                  <a:pt x="501945" y="7552"/>
                  <a:pt x="501945" y="10449"/>
                </a:cubicBezTo>
                <a:cubicBezTo>
                  <a:pt x="501945" y="13347"/>
                  <a:pt x="500933" y="15831"/>
                  <a:pt x="498908" y="17900"/>
                </a:cubicBezTo>
                <a:cubicBezTo>
                  <a:pt x="496883" y="19968"/>
                  <a:pt x="494430" y="21002"/>
                  <a:pt x="491547" y="21002"/>
                </a:cubicBezTo>
                <a:cubicBezTo>
                  <a:pt x="488665" y="21002"/>
                  <a:pt x="486194" y="19968"/>
                  <a:pt x="484135" y="17900"/>
                </a:cubicBezTo>
                <a:cubicBezTo>
                  <a:pt x="482076" y="15831"/>
                  <a:pt x="481046" y="13347"/>
                  <a:pt x="481046" y="10449"/>
                </a:cubicBezTo>
                <a:cubicBezTo>
                  <a:pt x="481046" y="7552"/>
                  <a:pt x="482059" y="5086"/>
                  <a:pt x="484083" y="3053"/>
                </a:cubicBezTo>
                <a:cubicBezTo>
                  <a:pt x="486108" y="1018"/>
                  <a:pt x="488596" y="0"/>
                  <a:pt x="491547" y="0"/>
                </a:cubicBezTo>
                <a:moveTo>
                  <a:pt x="500092" y="49416"/>
                </a:moveTo>
                <a:lnTo>
                  <a:pt x="500092" y="125019"/>
                </a:lnTo>
                <a:cubicBezTo>
                  <a:pt x="500092" y="130908"/>
                  <a:pt x="500521" y="134829"/>
                  <a:pt x="501379" y="136781"/>
                </a:cubicBezTo>
                <a:cubicBezTo>
                  <a:pt x="502237" y="138732"/>
                  <a:pt x="503506" y="140188"/>
                  <a:pt x="505188" y="141146"/>
                </a:cubicBezTo>
                <a:cubicBezTo>
                  <a:pt x="506869" y="142105"/>
                  <a:pt x="509941" y="142584"/>
                  <a:pt x="514402" y="142584"/>
                </a:cubicBezTo>
                <a:lnTo>
                  <a:pt x="514402" y="146393"/>
                </a:lnTo>
                <a:lnTo>
                  <a:pt x="468590" y="146393"/>
                </a:lnTo>
                <a:lnTo>
                  <a:pt x="468590" y="142584"/>
                </a:lnTo>
                <a:cubicBezTo>
                  <a:pt x="473188" y="142584"/>
                  <a:pt x="476276" y="142139"/>
                  <a:pt x="477855" y="141249"/>
                </a:cubicBezTo>
                <a:cubicBezTo>
                  <a:pt x="479433" y="140359"/>
                  <a:pt x="480686" y="138887"/>
                  <a:pt x="481613" y="136832"/>
                </a:cubicBezTo>
                <a:cubicBezTo>
                  <a:pt x="482539" y="134777"/>
                  <a:pt x="483002" y="130840"/>
                  <a:pt x="483002" y="125019"/>
                </a:cubicBezTo>
                <a:lnTo>
                  <a:pt x="483002" y="88758"/>
                </a:lnTo>
                <a:cubicBezTo>
                  <a:pt x="483002" y="78553"/>
                  <a:pt x="482694" y="71945"/>
                  <a:pt x="482076" y="68934"/>
                </a:cubicBezTo>
                <a:cubicBezTo>
                  <a:pt x="481595" y="66742"/>
                  <a:pt x="480840" y="65218"/>
                  <a:pt x="479811" y="64362"/>
                </a:cubicBezTo>
                <a:cubicBezTo>
                  <a:pt x="478781" y="63507"/>
                  <a:pt x="477374" y="63079"/>
                  <a:pt x="475590" y="63079"/>
                </a:cubicBezTo>
                <a:cubicBezTo>
                  <a:pt x="473668" y="63079"/>
                  <a:pt x="471335" y="63592"/>
                  <a:pt x="468590" y="64620"/>
                </a:cubicBezTo>
                <a:lnTo>
                  <a:pt x="467148" y="60920"/>
                </a:lnTo>
                <a:lnTo>
                  <a:pt x="495562" y="49416"/>
                </a:lnTo>
                <a:lnTo>
                  <a:pt x="500092" y="49416"/>
                </a:lnTo>
                <a:close/>
                <a:moveTo>
                  <a:pt x="572295" y="49416"/>
                </a:moveTo>
                <a:cubicBezTo>
                  <a:pt x="586571" y="49416"/>
                  <a:pt x="598033" y="54832"/>
                  <a:pt x="606680" y="65665"/>
                </a:cubicBezTo>
                <a:cubicBezTo>
                  <a:pt x="614024" y="74920"/>
                  <a:pt x="617696" y="85547"/>
                  <a:pt x="617696" y="97547"/>
                </a:cubicBezTo>
                <a:cubicBezTo>
                  <a:pt x="617696" y="105981"/>
                  <a:pt x="615671" y="114517"/>
                  <a:pt x="611622" y="123156"/>
                </a:cubicBezTo>
                <a:cubicBezTo>
                  <a:pt x="607573" y="131793"/>
                  <a:pt x="601996" y="138306"/>
                  <a:pt x="594893" y="142694"/>
                </a:cubicBezTo>
                <a:cubicBezTo>
                  <a:pt x="587789" y="147082"/>
                  <a:pt x="579879" y="149276"/>
                  <a:pt x="571163" y="149276"/>
                </a:cubicBezTo>
                <a:cubicBezTo>
                  <a:pt x="556956" y="149276"/>
                  <a:pt x="545666" y="143619"/>
                  <a:pt x="537293" y="132306"/>
                </a:cubicBezTo>
                <a:cubicBezTo>
                  <a:pt x="530224" y="122776"/>
                  <a:pt x="526689" y="112081"/>
                  <a:pt x="526689" y="100221"/>
                </a:cubicBezTo>
                <a:cubicBezTo>
                  <a:pt x="526689" y="91582"/>
                  <a:pt x="528834" y="82994"/>
                  <a:pt x="533123" y="74458"/>
                </a:cubicBezTo>
                <a:cubicBezTo>
                  <a:pt x="537413" y="65922"/>
                  <a:pt x="543058" y="59614"/>
                  <a:pt x="550058" y="55535"/>
                </a:cubicBezTo>
                <a:cubicBezTo>
                  <a:pt x="557059" y="51455"/>
                  <a:pt x="564471" y="49416"/>
                  <a:pt x="572295" y="49416"/>
                </a:cubicBezTo>
                <a:moveTo>
                  <a:pt x="569104" y="56210"/>
                </a:moveTo>
                <a:cubicBezTo>
                  <a:pt x="565466" y="56210"/>
                  <a:pt x="561812" y="57290"/>
                  <a:pt x="558140" y="59450"/>
                </a:cubicBezTo>
                <a:cubicBezTo>
                  <a:pt x="554468" y="61610"/>
                  <a:pt x="551500" y="65397"/>
                  <a:pt x="549235" y="70813"/>
                </a:cubicBezTo>
                <a:cubicBezTo>
                  <a:pt x="546970" y="76228"/>
                  <a:pt x="545837" y="83186"/>
                  <a:pt x="545837" y="91686"/>
                </a:cubicBezTo>
                <a:cubicBezTo>
                  <a:pt x="545837" y="105395"/>
                  <a:pt x="548566" y="117220"/>
                  <a:pt x="554022" y="127161"/>
                </a:cubicBezTo>
                <a:cubicBezTo>
                  <a:pt x="559478" y="137100"/>
                  <a:pt x="566667" y="142070"/>
                  <a:pt x="575590" y="142070"/>
                </a:cubicBezTo>
                <a:cubicBezTo>
                  <a:pt x="582247" y="142070"/>
                  <a:pt x="587738" y="139327"/>
                  <a:pt x="592062" y="133843"/>
                </a:cubicBezTo>
                <a:cubicBezTo>
                  <a:pt x="596385" y="128359"/>
                  <a:pt x="598547" y="118934"/>
                  <a:pt x="598547" y="105568"/>
                </a:cubicBezTo>
                <a:cubicBezTo>
                  <a:pt x="598547" y="88841"/>
                  <a:pt x="594944" y="75678"/>
                  <a:pt x="587738" y="66080"/>
                </a:cubicBezTo>
                <a:cubicBezTo>
                  <a:pt x="582865" y="59500"/>
                  <a:pt x="576654" y="56210"/>
                  <a:pt x="569104" y="56210"/>
                </a:cubicBezTo>
                <a:close/>
                <a:moveTo>
                  <a:pt x="659080" y="69388"/>
                </a:moveTo>
                <a:cubicBezTo>
                  <a:pt x="670130" y="56073"/>
                  <a:pt x="680665" y="49416"/>
                  <a:pt x="690686" y="49416"/>
                </a:cubicBezTo>
                <a:cubicBezTo>
                  <a:pt x="695833" y="49416"/>
                  <a:pt x="700260" y="50700"/>
                  <a:pt x="703966" y="53270"/>
                </a:cubicBezTo>
                <a:cubicBezTo>
                  <a:pt x="707672" y="55837"/>
                  <a:pt x="710624" y="60065"/>
                  <a:pt x="712820" y="65955"/>
                </a:cubicBezTo>
                <a:cubicBezTo>
                  <a:pt x="714330" y="70062"/>
                  <a:pt x="715085" y="76362"/>
                  <a:pt x="715085" y="84856"/>
                </a:cubicBezTo>
                <a:lnTo>
                  <a:pt x="715085" y="125019"/>
                </a:lnTo>
                <a:cubicBezTo>
                  <a:pt x="715085" y="130977"/>
                  <a:pt x="715565" y="135018"/>
                  <a:pt x="716526" y="137141"/>
                </a:cubicBezTo>
                <a:cubicBezTo>
                  <a:pt x="717281" y="138852"/>
                  <a:pt x="718499" y="140188"/>
                  <a:pt x="720181" y="141146"/>
                </a:cubicBezTo>
                <a:cubicBezTo>
                  <a:pt x="721862" y="142105"/>
                  <a:pt x="724968" y="142584"/>
                  <a:pt x="729498" y="142584"/>
                </a:cubicBezTo>
                <a:lnTo>
                  <a:pt x="729498" y="146393"/>
                </a:lnTo>
                <a:lnTo>
                  <a:pt x="682862" y="146393"/>
                </a:lnTo>
                <a:lnTo>
                  <a:pt x="682862" y="142584"/>
                </a:lnTo>
                <a:lnTo>
                  <a:pt x="684818" y="142584"/>
                </a:lnTo>
                <a:cubicBezTo>
                  <a:pt x="689210" y="142584"/>
                  <a:pt x="692282" y="141918"/>
                  <a:pt x="694032" y="140586"/>
                </a:cubicBezTo>
                <a:cubicBezTo>
                  <a:pt x="695782" y="139255"/>
                  <a:pt x="697000" y="137292"/>
                  <a:pt x="697686" y="134699"/>
                </a:cubicBezTo>
                <a:cubicBezTo>
                  <a:pt x="697961" y="133674"/>
                  <a:pt x="698098" y="130464"/>
                  <a:pt x="698098" y="125070"/>
                </a:cubicBezTo>
                <a:lnTo>
                  <a:pt x="698098" y="86661"/>
                </a:lnTo>
                <a:cubicBezTo>
                  <a:pt x="698098" y="78126"/>
                  <a:pt x="696983" y="71930"/>
                  <a:pt x="694752" y="68072"/>
                </a:cubicBezTo>
                <a:cubicBezTo>
                  <a:pt x="692522" y="64213"/>
                  <a:pt x="688764" y="62284"/>
                  <a:pt x="683479" y="62284"/>
                </a:cubicBezTo>
                <a:cubicBezTo>
                  <a:pt x="675312" y="62284"/>
                  <a:pt x="667179" y="66723"/>
                  <a:pt x="659080" y="75600"/>
                </a:cubicBezTo>
                <a:lnTo>
                  <a:pt x="659080" y="125070"/>
                </a:lnTo>
                <a:cubicBezTo>
                  <a:pt x="659080" y="131421"/>
                  <a:pt x="659458" y="135347"/>
                  <a:pt x="660213" y="136848"/>
                </a:cubicBezTo>
                <a:cubicBezTo>
                  <a:pt x="661174" y="138828"/>
                  <a:pt x="662495" y="140279"/>
                  <a:pt x="664176" y="141201"/>
                </a:cubicBezTo>
                <a:cubicBezTo>
                  <a:pt x="665858" y="142123"/>
                  <a:pt x="669272" y="142584"/>
                  <a:pt x="674420" y="142584"/>
                </a:cubicBezTo>
                <a:lnTo>
                  <a:pt x="674420" y="146393"/>
                </a:lnTo>
                <a:lnTo>
                  <a:pt x="627784" y="146393"/>
                </a:lnTo>
                <a:lnTo>
                  <a:pt x="627784" y="142584"/>
                </a:lnTo>
                <a:lnTo>
                  <a:pt x="629843" y="142584"/>
                </a:lnTo>
                <a:cubicBezTo>
                  <a:pt x="634647" y="142584"/>
                  <a:pt x="637890" y="141369"/>
                  <a:pt x="639572" y="138939"/>
                </a:cubicBezTo>
                <a:cubicBezTo>
                  <a:pt x="641253" y="136507"/>
                  <a:pt x="642094" y="131867"/>
                  <a:pt x="642094" y="125019"/>
                </a:cubicBezTo>
                <a:lnTo>
                  <a:pt x="642094" y="90093"/>
                </a:lnTo>
                <a:cubicBezTo>
                  <a:pt x="642094" y="78795"/>
                  <a:pt x="641837" y="71913"/>
                  <a:pt x="641322" y="69449"/>
                </a:cubicBezTo>
                <a:cubicBezTo>
                  <a:pt x="640807" y="66982"/>
                  <a:pt x="640018" y="65304"/>
                  <a:pt x="638954" y="64414"/>
                </a:cubicBezTo>
                <a:cubicBezTo>
                  <a:pt x="637890" y="63524"/>
                  <a:pt x="636466" y="63079"/>
                  <a:pt x="634682" y="63079"/>
                </a:cubicBezTo>
                <a:cubicBezTo>
                  <a:pt x="632760" y="63079"/>
                  <a:pt x="630461" y="63592"/>
                  <a:pt x="627784" y="64620"/>
                </a:cubicBezTo>
                <a:lnTo>
                  <a:pt x="626240" y="60920"/>
                </a:lnTo>
                <a:lnTo>
                  <a:pt x="654654" y="49416"/>
                </a:lnTo>
                <a:lnTo>
                  <a:pt x="659080" y="49416"/>
                </a:lnTo>
                <a:lnTo>
                  <a:pt x="659080" y="693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Text V">
            <a:extLst xmlns:a="http://schemas.openxmlformats.org/drawingml/2006/main">
              <a:ext uri="{FF2B5EF4-FFF2-40B4-BE49-F238E27FC236}">
                <a16:creationId xmlns:a16="http://schemas.microsoft.com/office/drawing/2014/main" id="{BAD7C925-2D7A-48F4-A201-6C8D24B6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2483" y="356830"/>
            <a:ext cx="147835" cy="142687"/>
          </a:xfrm>
          <a:custGeom xmlns:a="http://schemas.openxmlformats.org/drawingml/2006/main">
            <a:pathLst>
              <a:path w="147835" h="142687">
                <a:moveTo>
                  <a:pt x="147835" y="0"/>
                </a:moveTo>
                <a:lnTo>
                  <a:pt x="147835" y="3809"/>
                </a:lnTo>
                <a:cubicBezTo>
                  <a:pt x="142893" y="4701"/>
                  <a:pt x="139153" y="6279"/>
                  <a:pt x="136613" y="8542"/>
                </a:cubicBezTo>
                <a:cubicBezTo>
                  <a:pt x="132976" y="11902"/>
                  <a:pt x="129750" y="17046"/>
                  <a:pt x="126936" y="23971"/>
                </a:cubicBezTo>
                <a:lnTo>
                  <a:pt x="78241" y="142687"/>
                </a:lnTo>
                <a:lnTo>
                  <a:pt x="74432" y="142687"/>
                </a:lnTo>
                <a:lnTo>
                  <a:pt x="22134" y="22430"/>
                </a:lnTo>
                <a:cubicBezTo>
                  <a:pt x="19457" y="16257"/>
                  <a:pt x="17570" y="12485"/>
                  <a:pt x="16472" y="11112"/>
                </a:cubicBezTo>
                <a:cubicBezTo>
                  <a:pt x="14756" y="8987"/>
                  <a:pt x="12646" y="7324"/>
                  <a:pt x="10140" y="6125"/>
                </a:cubicBezTo>
                <a:cubicBezTo>
                  <a:pt x="7635" y="4924"/>
                  <a:pt x="4255" y="4152"/>
                  <a:pt x="0" y="3809"/>
                </a:cubicBezTo>
                <a:lnTo>
                  <a:pt x="0" y="0"/>
                </a:lnTo>
                <a:lnTo>
                  <a:pt x="57034" y="0"/>
                </a:lnTo>
                <a:lnTo>
                  <a:pt x="57034" y="3809"/>
                </a:lnTo>
                <a:cubicBezTo>
                  <a:pt x="50582" y="4427"/>
                  <a:pt x="46396" y="5525"/>
                  <a:pt x="44474" y="7103"/>
                </a:cubicBezTo>
                <a:cubicBezTo>
                  <a:pt x="42552" y="8680"/>
                  <a:pt x="41591" y="10702"/>
                  <a:pt x="41591" y="13171"/>
                </a:cubicBezTo>
                <a:cubicBezTo>
                  <a:pt x="41591" y="16601"/>
                  <a:pt x="43170" y="21950"/>
                  <a:pt x="46327" y="29218"/>
                </a:cubicBezTo>
                <a:lnTo>
                  <a:pt x="81844" y="111002"/>
                </a:lnTo>
                <a:lnTo>
                  <a:pt x="114788" y="30248"/>
                </a:lnTo>
                <a:cubicBezTo>
                  <a:pt x="118014" y="22293"/>
                  <a:pt x="119627" y="16772"/>
                  <a:pt x="119627" y="13686"/>
                </a:cubicBezTo>
                <a:cubicBezTo>
                  <a:pt x="119627" y="11695"/>
                  <a:pt x="118632" y="9792"/>
                  <a:pt x="116641" y="7975"/>
                </a:cubicBezTo>
                <a:cubicBezTo>
                  <a:pt x="114651" y="6159"/>
                  <a:pt x="111288" y="4873"/>
                  <a:pt x="106552" y="4118"/>
                </a:cubicBezTo>
                <a:cubicBezTo>
                  <a:pt x="106209" y="4049"/>
                  <a:pt x="105626" y="3946"/>
                  <a:pt x="104802" y="3809"/>
                </a:cubicBezTo>
                <a:lnTo>
                  <a:pt x="104802" y="0"/>
                </a:lnTo>
                <a:lnTo>
                  <a:pt x="14783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alidCE,">
            <a:extLst xmlns:a="http://schemas.openxmlformats.org/drawingml/2006/main">
              <a:ext uri="{FF2B5EF4-FFF2-40B4-BE49-F238E27FC236}">
                <a16:creationId xmlns:a16="http://schemas.microsoft.com/office/drawing/2014/main" id="{601C5853-09FD-495E-A15A-7E370AD1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37" y="350035"/>
            <a:ext cx="672910" cy="181602"/>
          </a:xfrm>
          <a:custGeom xmlns:a="http://schemas.openxmlformats.org/drawingml/2006/main">
            <a:pathLst>
              <a:path w="672910" h="181602">
                <a:moveTo>
                  <a:pt x="52504" y="132804"/>
                </a:moveTo>
                <a:cubicBezTo>
                  <a:pt x="42827" y="140285"/>
                  <a:pt x="36753" y="144609"/>
                  <a:pt x="34282" y="145776"/>
                </a:cubicBezTo>
                <a:cubicBezTo>
                  <a:pt x="30576" y="147560"/>
                  <a:pt x="26629" y="148452"/>
                  <a:pt x="22443" y="148452"/>
                </a:cubicBezTo>
                <a:cubicBezTo>
                  <a:pt x="15923" y="148452"/>
                  <a:pt x="10552" y="146222"/>
                  <a:pt x="6331" y="141761"/>
                </a:cubicBezTo>
                <a:cubicBezTo>
                  <a:pt x="2110" y="137300"/>
                  <a:pt x="0" y="131432"/>
                  <a:pt x="0" y="124156"/>
                </a:cubicBezTo>
                <a:cubicBezTo>
                  <a:pt x="0" y="119558"/>
                  <a:pt x="1029" y="115577"/>
                  <a:pt x="3088" y="112214"/>
                </a:cubicBezTo>
                <a:cubicBezTo>
                  <a:pt x="5902" y="107547"/>
                  <a:pt x="10792" y="103155"/>
                  <a:pt x="17759" y="99037"/>
                </a:cubicBezTo>
                <a:cubicBezTo>
                  <a:pt x="24725" y="94919"/>
                  <a:pt x="36307" y="89909"/>
                  <a:pt x="52504" y="84006"/>
                </a:cubicBezTo>
                <a:lnTo>
                  <a:pt x="52504" y="80300"/>
                </a:lnTo>
                <a:cubicBezTo>
                  <a:pt x="52504" y="70898"/>
                  <a:pt x="51011" y="64446"/>
                  <a:pt x="48026" y="60946"/>
                </a:cubicBezTo>
                <a:cubicBezTo>
                  <a:pt x="45040" y="57446"/>
                  <a:pt x="40699" y="55695"/>
                  <a:pt x="35003" y="55695"/>
                </a:cubicBezTo>
                <a:cubicBezTo>
                  <a:pt x="30679" y="55695"/>
                  <a:pt x="27247" y="56858"/>
                  <a:pt x="24708" y="59183"/>
                </a:cubicBezTo>
                <a:cubicBezTo>
                  <a:pt x="22100" y="61508"/>
                  <a:pt x="20796" y="64175"/>
                  <a:pt x="20796" y="67184"/>
                </a:cubicBezTo>
                <a:lnTo>
                  <a:pt x="21002" y="73132"/>
                </a:lnTo>
                <a:cubicBezTo>
                  <a:pt x="21002" y="76277"/>
                  <a:pt x="20195" y="78703"/>
                  <a:pt x="18582" y="80413"/>
                </a:cubicBezTo>
                <a:cubicBezTo>
                  <a:pt x="16969" y="82122"/>
                  <a:pt x="14859" y="82977"/>
                  <a:pt x="12251" y="82977"/>
                </a:cubicBezTo>
                <a:cubicBezTo>
                  <a:pt x="9712" y="82977"/>
                  <a:pt x="7635" y="82088"/>
                  <a:pt x="6023" y="80310"/>
                </a:cubicBezTo>
                <a:cubicBezTo>
                  <a:pt x="4410" y="78530"/>
                  <a:pt x="3603" y="76100"/>
                  <a:pt x="3603" y="73020"/>
                </a:cubicBezTo>
                <a:cubicBezTo>
                  <a:pt x="3603" y="67137"/>
                  <a:pt x="6623" y="61732"/>
                  <a:pt x="12663" y="56805"/>
                </a:cubicBezTo>
                <a:cubicBezTo>
                  <a:pt x="18702" y="51879"/>
                  <a:pt x="27179" y="49416"/>
                  <a:pt x="38091" y="49416"/>
                </a:cubicBezTo>
                <a:cubicBezTo>
                  <a:pt x="46464" y="49416"/>
                  <a:pt x="53328" y="50820"/>
                  <a:pt x="58681" y="53630"/>
                </a:cubicBezTo>
                <a:cubicBezTo>
                  <a:pt x="62730" y="55755"/>
                  <a:pt x="65716" y="59081"/>
                  <a:pt x="67637" y="63606"/>
                </a:cubicBezTo>
                <a:cubicBezTo>
                  <a:pt x="68873" y="66553"/>
                  <a:pt x="69491" y="72585"/>
                  <a:pt x="69491" y="81703"/>
                </a:cubicBezTo>
                <a:lnTo>
                  <a:pt x="69491" y="113681"/>
                </a:lnTo>
                <a:cubicBezTo>
                  <a:pt x="69491" y="122662"/>
                  <a:pt x="69662" y="128163"/>
                  <a:pt x="70005" y="130185"/>
                </a:cubicBezTo>
                <a:cubicBezTo>
                  <a:pt x="70348" y="132208"/>
                  <a:pt x="70915" y="133562"/>
                  <a:pt x="71704" y="134249"/>
                </a:cubicBezTo>
                <a:cubicBezTo>
                  <a:pt x="72493" y="134933"/>
                  <a:pt x="73403" y="135275"/>
                  <a:pt x="74432" y="135275"/>
                </a:cubicBezTo>
                <a:cubicBezTo>
                  <a:pt x="75530" y="135275"/>
                  <a:pt x="76491" y="135035"/>
                  <a:pt x="77315" y="134554"/>
                </a:cubicBezTo>
                <a:cubicBezTo>
                  <a:pt x="78756" y="133662"/>
                  <a:pt x="81536" y="131157"/>
                  <a:pt x="85654" y="127039"/>
                </a:cubicBezTo>
                <a:lnTo>
                  <a:pt x="85654" y="132804"/>
                </a:lnTo>
                <a:cubicBezTo>
                  <a:pt x="77967" y="143099"/>
                  <a:pt x="70623" y="148247"/>
                  <a:pt x="63622" y="148247"/>
                </a:cubicBezTo>
                <a:cubicBezTo>
                  <a:pt x="60259" y="148247"/>
                  <a:pt x="57583" y="147080"/>
                  <a:pt x="55592" y="144746"/>
                </a:cubicBezTo>
                <a:cubicBezTo>
                  <a:pt x="53602" y="142413"/>
                  <a:pt x="52573" y="138432"/>
                  <a:pt x="52504" y="132804"/>
                </a:cubicBezTo>
                <a:moveTo>
                  <a:pt x="52504" y="126055"/>
                </a:moveTo>
                <a:lnTo>
                  <a:pt x="52504" y="90286"/>
                </a:lnTo>
                <a:cubicBezTo>
                  <a:pt x="42140" y="94385"/>
                  <a:pt x="35449" y="97289"/>
                  <a:pt x="32429" y="98998"/>
                </a:cubicBezTo>
                <a:cubicBezTo>
                  <a:pt x="27007" y="102005"/>
                  <a:pt x="23129" y="105148"/>
                  <a:pt x="20796" y="108428"/>
                </a:cubicBezTo>
                <a:cubicBezTo>
                  <a:pt x="18462" y="111707"/>
                  <a:pt x="17295" y="115294"/>
                  <a:pt x="17295" y="119189"/>
                </a:cubicBezTo>
                <a:cubicBezTo>
                  <a:pt x="17295" y="124109"/>
                  <a:pt x="18771" y="128192"/>
                  <a:pt x="21722" y="131437"/>
                </a:cubicBezTo>
                <a:cubicBezTo>
                  <a:pt x="24673" y="134682"/>
                  <a:pt x="28071" y="136304"/>
                  <a:pt x="31914" y="136304"/>
                </a:cubicBezTo>
                <a:cubicBezTo>
                  <a:pt x="37130" y="136304"/>
                  <a:pt x="43994" y="132888"/>
                  <a:pt x="52504" y="126055"/>
                </a:cubicBezTo>
                <a:close/>
                <a:moveTo>
                  <a:pt x="125115" y="0"/>
                </a:moveTo>
                <a:lnTo>
                  <a:pt x="125115" y="124993"/>
                </a:lnTo>
                <a:cubicBezTo>
                  <a:pt x="125115" y="130891"/>
                  <a:pt x="125544" y="134801"/>
                  <a:pt x="126402" y="136723"/>
                </a:cubicBezTo>
                <a:cubicBezTo>
                  <a:pt x="127260" y="138642"/>
                  <a:pt x="128581" y="140100"/>
                  <a:pt x="130365" y="141095"/>
                </a:cubicBezTo>
                <a:cubicBezTo>
                  <a:pt x="132150" y="142088"/>
                  <a:pt x="135478" y="142584"/>
                  <a:pt x="140351" y="142584"/>
                </a:cubicBezTo>
                <a:lnTo>
                  <a:pt x="140351" y="146393"/>
                </a:lnTo>
                <a:lnTo>
                  <a:pt x="94127" y="146393"/>
                </a:lnTo>
                <a:lnTo>
                  <a:pt x="94127" y="142584"/>
                </a:lnTo>
                <a:cubicBezTo>
                  <a:pt x="98451" y="142584"/>
                  <a:pt x="101402" y="142139"/>
                  <a:pt x="102981" y="141249"/>
                </a:cubicBezTo>
                <a:cubicBezTo>
                  <a:pt x="104559" y="140357"/>
                  <a:pt x="105795" y="138882"/>
                  <a:pt x="106687" y="136826"/>
                </a:cubicBezTo>
                <a:cubicBezTo>
                  <a:pt x="107579" y="134767"/>
                  <a:pt x="108025" y="130822"/>
                  <a:pt x="108025" y="124993"/>
                </a:cubicBezTo>
                <a:lnTo>
                  <a:pt x="108025" y="39401"/>
                </a:lnTo>
                <a:cubicBezTo>
                  <a:pt x="108025" y="28771"/>
                  <a:pt x="107785" y="22239"/>
                  <a:pt x="107305" y="19805"/>
                </a:cubicBezTo>
                <a:cubicBezTo>
                  <a:pt x="106824" y="17368"/>
                  <a:pt x="106052" y="15705"/>
                  <a:pt x="104988" y="14815"/>
                </a:cubicBezTo>
                <a:cubicBezTo>
                  <a:pt x="103925" y="13923"/>
                  <a:pt x="102569" y="13477"/>
                  <a:pt x="100922" y="13477"/>
                </a:cubicBezTo>
                <a:cubicBezTo>
                  <a:pt x="99137" y="13477"/>
                  <a:pt x="96873" y="14026"/>
                  <a:pt x="94127" y="15124"/>
                </a:cubicBezTo>
                <a:lnTo>
                  <a:pt x="92377" y="11521"/>
                </a:lnTo>
                <a:lnTo>
                  <a:pt x="120482" y="0"/>
                </a:lnTo>
                <a:lnTo>
                  <a:pt x="125115" y="0"/>
                </a:lnTo>
                <a:close/>
                <a:moveTo>
                  <a:pt x="175287" y="0"/>
                </a:moveTo>
                <a:cubicBezTo>
                  <a:pt x="178170" y="0"/>
                  <a:pt x="180623" y="1018"/>
                  <a:pt x="182648" y="3053"/>
                </a:cubicBezTo>
                <a:cubicBezTo>
                  <a:pt x="184673" y="5086"/>
                  <a:pt x="185685" y="7552"/>
                  <a:pt x="185685" y="10449"/>
                </a:cubicBezTo>
                <a:cubicBezTo>
                  <a:pt x="185685" y="13347"/>
                  <a:pt x="184673" y="15831"/>
                  <a:pt x="182648" y="17900"/>
                </a:cubicBezTo>
                <a:cubicBezTo>
                  <a:pt x="180623" y="19968"/>
                  <a:pt x="178170" y="21002"/>
                  <a:pt x="175287" y="21002"/>
                </a:cubicBezTo>
                <a:cubicBezTo>
                  <a:pt x="172404" y="21002"/>
                  <a:pt x="169934" y="19968"/>
                  <a:pt x="167875" y="17900"/>
                </a:cubicBezTo>
                <a:cubicBezTo>
                  <a:pt x="165816" y="15831"/>
                  <a:pt x="164786" y="13347"/>
                  <a:pt x="164786" y="10449"/>
                </a:cubicBezTo>
                <a:cubicBezTo>
                  <a:pt x="164786" y="7552"/>
                  <a:pt x="165799" y="5086"/>
                  <a:pt x="167823" y="3053"/>
                </a:cubicBezTo>
                <a:cubicBezTo>
                  <a:pt x="169848" y="1018"/>
                  <a:pt x="172336" y="0"/>
                  <a:pt x="175287" y="0"/>
                </a:cubicBezTo>
                <a:moveTo>
                  <a:pt x="183832" y="49416"/>
                </a:moveTo>
                <a:lnTo>
                  <a:pt x="183832" y="125019"/>
                </a:lnTo>
                <a:cubicBezTo>
                  <a:pt x="183832" y="130908"/>
                  <a:pt x="184261" y="134829"/>
                  <a:pt x="185119" y="136781"/>
                </a:cubicBezTo>
                <a:cubicBezTo>
                  <a:pt x="185977" y="138732"/>
                  <a:pt x="187246" y="140188"/>
                  <a:pt x="188928" y="141146"/>
                </a:cubicBezTo>
                <a:cubicBezTo>
                  <a:pt x="190609" y="142105"/>
                  <a:pt x="193681" y="142584"/>
                  <a:pt x="198142" y="142584"/>
                </a:cubicBezTo>
                <a:lnTo>
                  <a:pt x="198142" y="146393"/>
                </a:lnTo>
                <a:lnTo>
                  <a:pt x="152329" y="146393"/>
                </a:lnTo>
                <a:lnTo>
                  <a:pt x="152329" y="142584"/>
                </a:lnTo>
                <a:cubicBezTo>
                  <a:pt x="156928" y="142584"/>
                  <a:pt x="160016" y="142139"/>
                  <a:pt x="161595" y="141249"/>
                </a:cubicBezTo>
                <a:cubicBezTo>
                  <a:pt x="163173" y="140359"/>
                  <a:pt x="164426" y="138887"/>
                  <a:pt x="165352" y="136832"/>
                </a:cubicBezTo>
                <a:cubicBezTo>
                  <a:pt x="166279" y="134777"/>
                  <a:pt x="166742" y="130840"/>
                  <a:pt x="166742" y="125019"/>
                </a:cubicBezTo>
                <a:lnTo>
                  <a:pt x="166742" y="88758"/>
                </a:lnTo>
                <a:cubicBezTo>
                  <a:pt x="166742" y="78553"/>
                  <a:pt x="166433" y="71945"/>
                  <a:pt x="165816" y="68934"/>
                </a:cubicBezTo>
                <a:cubicBezTo>
                  <a:pt x="165335" y="66742"/>
                  <a:pt x="164580" y="65218"/>
                  <a:pt x="163551" y="64362"/>
                </a:cubicBezTo>
                <a:cubicBezTo>
                  <a:pt x="162521" y="63507"/>
                  <a:pt x="161114" y="63079"/>
                  <a:pt x="159330" y="63079"/>
                </a:cubicBezTo>
                <a:cubicBezTo>
                  <a:pt x="157408" y="63079"/>
                  <a:pt x="155075" y="63592"/>
                  <a:pt x="152329" y="64620"/>
                </a:cubicBezTo>
                <a:lnTo>
                  <a:pt x="150888" y="60920"/>
                </a:lnTo>
                <a:lnTo>
                  <a:pt x="179302" y="49416"/>
                </a:lnTo>
                <a:lnTo>
                  <a:pt x="183832" y="49416"/>
                </a:lnTo>
                <a:close/>
                <a:moveTo>
                  <a:pt x="276522" y="135790"/>
                </a:moveTo>
                <a:cubicBezTo>
                  <a:pt x="271923" y="140594"/>
                  <a:pt x="267428" y="144043"/>
                  <a:pt x="263035" y="146136"/>
                </a:cubicBezTo>
                <a:cubicBezTo>
                  <a:pt x="258643" y="148229"/>
                  <a:pt x="253907" y="149276"/>
                  <a:pt x="248828" y="149276"/>
                </a:cubicBezTo>
                <a:cubicBezTo>
                  <a:pt x="238533" y="149276"/>
                  <a:pt x="229542" y="144979"/>
                  <a:pt x="221856" y="136385"/>
                </a:cubicBezTo>
                <a:cubicBezTo>
                  <a:pt x="214169" y="127789"/>
                  <a:pt x="210325" y="116743"/>
                  <a:pt x="210325" y="103248"/>
                </a:cubicBezTo>
                <a:cubicBezTo>
                  <a:pt x="210325" y="89755"/>
                  <a:pt x="214581" y="77410"/>
                  <a:pt x="223091" y="66212"/>
                </a:cubicBezTo>
                <a:cubicBezTo>
                  <a:pt x="231601" y="55014"/>
                  <a:pt x="242548" y="49416"/>
                  <a:pt x="255932" y="49416"/>
                </a:cubicBezTo>
                <a:cubicBezTo>
                  <a:pt x="264236" y="49416"/>
                  <a:pt x="271100" y="52058"/>
                  <a:pt x="276522" y="57343"/>
                </a:cubicBezTo>
                <a:lnTo>
                  <a:pt x="276522" y="39906"/>
                </a:lnTo>
                <a:cubicBezTo>
                  <a:pt x="276522" y="29085"/>
                  <a:pt x="276264" y="22434"/>
                  <a:pt x="275749" y="19953"/>
                </a:cubicBezTo>
                <a:cubicBezTo>
                  <a:pt x="275235" y="17471"/>
                  <a:pt x="274428" y="15783"/>
                  <a:pt x="273330" y="14889"/>
                </a:cubicBezTo>
                <a:cubicBezTo>
                  <a:pt x="272232" y="13992"/>
                  <a:pt x="270859" y="13544"/>
                  <a:pt x="269212" y="13544"/>
                </a:cubicBezTo>
                <a:cubicBezTo>
                  <a:pt x="267428" y="13544"/>
                  <a:pt x="265060" y="14095"/>
                  <a:pt x="262109" y="15198"/>
                </a:cubicBezTo>
                <a:lnTo>
                  <a:pt x="260770" y="11579"/>
                </a:lnTo>
                <a:lnTo>
                  <a:pt x="288875" y="0"/>
                </a:lnTo>
                <a:lnTo>
                  <a:pt x="293508" y="0"/>
                </a:lnTo>
                <a:lnTo>
                  <a:pt x="293508" y="109023"/>
                </a:lnTo>
                <a:cubicBezTo>
                  <a:pt x="293508" y="120073"/>
                  <a:pt x="293765" y="126816"/>
                  <a:pt x="294280" y="129252"/>
                </a:cubicBezTo>
                <a:cubicBezTo>
                  <a:pt x="294795" y="131689"/>
                  <a:pt x="295619" y="133388"/>
                  <a:pt x="296751" y="134348"/>
                </a:cubicBezTo>
                <a:cubicBezTo>
                  <a:pt x="297883" y="135309"/>
                  <a:pt x="299205" y="135790"/>
                  <a:pt x="300715" y="135790"/>
                </a:cubicBezTo>
                <a:cubicBezTo>
                  <a:pt x="302568" y="135790"/>
                  <a:pt x="305038" y="135206"/>
                  <a:pt x="308127" y="134040"/>
                </a:cubicBezTo>
                <a:lnTo>
                  <a:pt x="309259" y="137643"/>
                </a:lnTo>
                <a:lnTo>
                  <a:pt x="281257" y="149276"/>
                </a:lnTo>
                <a:lnTo>
                  <a:pt x="276522" y="149276"/>
                </a:lnTo>
                <a:lnTo>
                  <a:pt x="276522" y="135790"/>
                </a:lnTo>
                <a:moveTo>
                  <a:pt x="276522" y="128606"/>
                </a:moveTo>
                <a:lnTo>
                  <a:pt x="276522" y="80136"/>
                </a:lnTo>
                <a:cubicBezTo>
                  <a:pt x="276110" y="75480"/>
                  <a:pt x="274874" y="71235"/>
                  <a:pt x="272815" y="67403"/>
                </a:cubicBezTo>
                <a:cubicBezTo>
                  <a:pt x="270756" y="63568"/>
                  <a:pt x="268028" y="60676"/>
                  <a:pt x="264631" y="58726"/>
                </a:cubicBezTo>
                <a:cubicBezTo>
                  <a:pt x="261234" y="56774"/>
                  <a:pt x="257922" y="55798"/>
                  <a:pt x="254696" y="55798"/>
                </a:cubicBezTo>
                <a:cubicBezTo>
                  <a:pt x="248657" y="55798"/>
                  <a:pt x="243269" y="58503"/>
                  <a:pt x="238533" y="63912"/>
                </a:cubicBezTo>
                <a:cubicBezTo>
                  <a:pt x="232288" y="71031"/>
                  <a:pt x="229165" y="81436"/>
                  <a:pt x="229165" y="95128"/>
                </a:cubicBezTo>
                <a:cubicBezTo>
                  <a:pt x="229165" y="108958"/>
                  <a:pt x="232185" y="119553"/>
                  <a:pt x="238224" y="126914"/>
                </a:cubicBezTo>
                <a:cubicBezTo>
                  <a:pt x="244264" y="134272"/>
                  <a:pt x="250990" y="137952"/>
                  <a:pt x="258402" y="137952"/>
                </a:cubicBezTo>
                <a:cubicBezTo>
                  <a:pt x="264648" y="137952"/>
                  <a:pt x="270688" y="134836"/>
                  <a:pt x="276522" y="128606"/>
                </a:cubicBezTo>
                <a:close/>
                <a:moveTo>
                  <a:pt x="488390" y="3706"/>
                </a:moveTo>
                <a:lnTo>
                  <a:pt x="491582" y="51063"/>
                </a:lnTo>
                <a:lnTo>
                  <a:pt x="488390" y="51063"/>
                </a:lnTo>
                <a:cubicBezTo>
                  <a:pt x="484135" y="36819"/>
                  <a:pt x="478061" y="26567"/>
                  <a:pt x="470168" y="20307"/>
                </a:cubicBezTo>
                <a:cubicBezTo>
                  <a:pt x="462276" y="14044"/>
                  <a:pt x="452804" y="10913"/>
                  <a:pt x="441754" y="10913"/>
                </a:cubicBezTo>
                <a:cubicBezTo>
                  <a:pt x="432489" y="10913"/>
                  <a:pt x="424116" y="13265"/>
                  <a:pt x="416635" y="17971"/>
                </a:cubicBezTo>
                <a:cubicBezTo>
                  <a:pt x="409154" y="22675"/>
                  <a:pt x="403269" y="30178"/>
                  <a:pt x="398979" y="40481"/>
                </a:cubicBezTo>
                <a:cubicBezTo>
                  <a:pt x="394690" y="50785"/>
                  <a:pt x="392545" y="63596"/>
                  <a:pt x="392545" y="78914"/>
                </a:cubicBezTo>
                <a:cubicBezTo>
                  <a:pt x="392545" y="91551"/>
                  <a:pt x="394570" y="102506"/>
                  <a:pt x="398619" y="111780"/>
                </a:cubicBezTo>
                <a:cubicBezTo>
                  <a:pt x="402668" y="121052"/>
                  <a:pt x="408759" y="128161"/>
                  <a:pt x="416892" y="133107"/>
                </a:cubicBezTo>
                <a:cubicBezTo>
                  <a:pt x="425025" y="138052"/>
                  <a:pt x="434308" y="140525"/>
                  <a:pt x="444740" y="140525"/>
                </a:cubicBezTo>
                <a:cubicBezTo>
                  <a:pt x="453799" y="140525"/>
                  <a:pt x="461795" y="138586"/>
                  <a:pt x="468727" y="134709"/>
                </a:cubicBezTo>
                <a:cubicBezTo>
                  <a:pt x="475659" y="130831"/>
                  <a:pt x="483277" y="123127"/>
                  <a:pt x="491582" y="111597"/>
                </a:cubicBezTo>
                <a:lnTo>
                  <a:pt x="494773" y="113649"/>
                </a:lnTo>
                <a:cubicBezTo>
                  <a:pt x="487773" y="126040"/>
                  <a:pt x="479605" y="135110"/>
                  <a:pt x="470271" y="140860"/>
                </a:cubicBezTo>
                <a:cubicBezTo>
                  <a:pt x="460937" y="146608"/>
                  <a:pt x="449853" y="149482"/>
                  <a:pt x="437019" y="149482"/>
                </a:cubicBezTo>
                <a:cubicBezTo>
                  <a:pt x="413890" y="149482"/>
                  <a:pt x="395976" y="140915"/>
                  <a:pt x="383279" y="123780"/>
                </a:cubicBezTo>
                <a:cubicBezTo>
                  <a:pt x="373808" y="111034"/>
                  <a:pt x="369072" y="96025"/>
                  <a:pt x="369072" y="78753"/>
                </a:cubicBezTo>
                <a:cubicBezTo>
                  <a:pt x="369072" y="64840"/>
                  <a:pt x="372195" y="52058"/>
                  <a:pt x="378441" y="40407"/>
                </a:cubicBezTo>
                <a:cubicBezTo>
                  <a:pt x="384686" y="28757"/>
                  <a:pt x="393283" y="19728"/>
                  <a:pt x="404230" y="13319"/>
                </a:cubicBezTo>
                <a:cubicBezTo>
                  <a:pt x="415176" y="6910"/>
                  <a:pt x="427136" y="3706"/>
                  <a:pt x="440107" y="3706"/>
                </a:cubicBezTo>
                <a:cubicBezTo>
                  <a:pt x="450196" y="3706"/>
                  <a:pt x="460148" y="6177"/>
                  <a:pt x="469962" y="11118"/>
                </a:cubicBezTo>
                <a:cubicBezTo>
                  <a:pt x="472845" y="12628"/>
                  <a:pt x="474904" y="13383"/>
                  <a:pt x="476139" y="13383"/>
                </a:cubicBezTo>
                <a:cubicBezTo>
                  <a:pt x="477993" y="13383"/>
                  <a:pt x="479605" y="12731"/>
                  <a:pt x="480978" y="11427"/>
                </a:cubicBezTo>
                <a:cubicBezTo>
                  <a:pt x="482762" y="9574"/>
                  <a:pt x="484032" y="7001"/>
                  <a:pt x="484787" y="3706"/>
                </a:cubicBezTo>
                <a:lnTo>
                  <a:pt x="488390" y="3706"/>
                </a:lnTo>
                <a:close/>
                <a:moveTo>
                  <a:pt x="546147" y="14413"/>
                </a:moveTo>
                <a:lnTo>
                  <a:pt x="546147" y="69594"/>
                </a:lnTo>
                <a:lnTo>
                  <a:pt x="576825" y="69594"/>
                </a:lnTo>
                <a:cubicBezTo>
                  <a:pt x="584787" y="69594"/>
                  <a:pt x="590106" y="68386"/>
                  <a:pt x="592782" y="65971"/>
                </a:cubicBezTo>
                <a:cubicBezTo>
                  <a:pt x="596351" y="62799"/>
                  <a:pt x="598342" y="57212"/>
                  <a:pt x="598754" y="49210"/>
                </a:cubicBezTo>
                <a:lnTo>
                  <a:pt x="602563" y="49210"/>
                </a:lnTo>
                <a:lnTo>
                  <a:pt x="602563" y="97802"/>
                </a:lnTo>
                <a:lnTo>
                  <a:pt x="598754" y="97802"/>
                </a:lnTo>
                <a:cubicBezTo>
                  <a:pt x="597793" y="91073"/>
                  <a:pt x="596832" y="86758"/>
                  <a:pt x="595871" y="84856"/>
                </a:cubicBezTo>
                <a:cubicBezTo>
                  <a:pt x="594636" y="82477"/>
                  <a:pt x="592611" y="80609"/>
                  <a:pt x="589797" y="79251"/>
                </a:cubicBezTo>
                <a:cubicBezTo>
                  <a:pt x="586983" y="77892"/>
                  <a:pt x="582659" y="77212"/>
                  <a:pt x="576825" y="77212"/>
                </a:cubicBezTo>
                <a:lnTo>
                  <a:pt x="546147" y="77212"/>
                </a:lnTo>
                <a:lnTo>
                  <a:pt x="546147" y="123153"/>
                </a:lnTo>
                <a:cubicBezTo>
                  <a:pt x="546147" y="129319"/>
                  <a:pt x="546421" y="133070"/>
                  <a:pt x="546970" y="134406"/>
                </a:cubicBezTo>
                <a:cubicBezTo>
                  <a:pt x="547519" y="135743"/>
                  <a:pt x="548480" y="136805"/>
                  <a:pt x="549853" y="137595"/>
                </a:cubicBezTo>
                <a:cubicBezTo>
                  <a:pt x="551225" y="138382"/>
                  <a:pt x="553833" y="138775"/>
                  <a:pt x="557677" y="138775"/>
                </a:cubicBezTo>
                <a:lnTo>
                  <a:pt x="581355" y="138775"/>
                </a:lnTo>
                <a:cubicBezTo>
                  <a:pt x="589248" y="138775"/>
                  <a:pt x="594979" y="138226"/>
                  <a:pt x="598548" y="137128"/>
                </a:cubicBezTo>
                <a:cubicBezTo>
                  <a:pt x="602117" y="136030"/>
                  <a:pt x="605548" y="133868"/>
                  <a:pt x="608843" y="130642"/>
                </a:cubicBezTo>
                <a:cubicBezTo>
                  <a:pt x="613098" y="126387"/>
                  <a:pt x="617456" y="119970"/>
                  <a:pt x="621917" y="111391"/>
                </a:cubicBezTo>
                <a:lnTo>
                  <a:pt x="626035" y="111391"/>
                </a:lnTo>
                <a:lnTo>
                  <a:pt x="613990" y="146393"/>
                </a:lnTo>
                <a:lnTo>
                  <a:pt x="506408" y="146393"/>
                </a:lnTo>
                <a:lnTo>
                  <a:pt x="506408" y="142584"/>
                </a:lnTo>
                <a:lnTo>
                  <a:pt x="511350" y="142584"/>
                </a:lnTo>
                <a:cubicBezTo>
                  <a:pt x="514644" y="142584"/>
                  <a:pt x="517767" y="141795"/>
                  <a:pt x="520718" y="140217"/>
                </a:cubicBezTo>
                <a:cubicBezTo>
                  <a:pt x="522914" y="139118"/>
                  <a:pt x="524407" y="137471"/>
                  <a:pt x="525196" y="135275"/>
                </a:cubicBezTo>
                <a:cubicBezTo>
                  <a:pt x="525986" y="133079"/>
                  <a:pt x="526380" y="128583"/>
                  <a:pt x="526380" y="121789"/>
                </a:cubicBezTo>
                <a:lnTo>
                  <a:pt x="526380" y="31091"/>
                </a:lnTo>
                <a:cubicBezTo>
                  <a:pt x="526380" y="22237"/>
                  <a:pt x="525488" y="16781"/>
                  <a:pt x="523704" y="14722"/>
                </a:cubicBezTo>
                <a:cubicBezTo>
                  <a:pt x="521233" y="11976"/>
                  <a:pt x="517115" y="10604"/>
                  <a:pt x="511350" y="10604"/>
                </a:cubicBezTo>
                <a:lnTo>
                  <a:pt x="506408" y="10604"/>
                </a:lnTo>
                <a:lnTo>
                  <a:pt x="506408" y="6795"/>
                </a:lnTo>
                <a:lnTo>
                  <a:pt x="613990" y="6795"/>
                </a:lnTo>
                <a:lnTo>
                  <a:pt x="615534" y="37268"/>
                </a:lnTo>
                <a:lnTo>
                  <a:pt x="611519" y="37268"/>
                </a:lnTo>
                <a:cubicBezTo>
                  <a:pt x="610078" y="29956"/>
                  <a:pt x="608482" y="24934"/>
                  <a:pt x="606732" y="22202"/>
                </a:cubicBezTo>
                <a:cubicBezTo>
                  <a:pt x="604982" y="19469"/>
                  <a:pt x="602391" y="17386"/>
                  <a:pt x="598959" y="15951"/>
                </a:cubicBezTo>
                <a:cubicBezTo>
                  <a:pt x="596214" y="14925"/>
                  <a:pt x="591375" y="14413"/>
                  <a:pt x="584444" y="14413"/>
                </a:cubicBezTo>
                <a:lnTo>
                  <a:pt x="546147" y="14413"/>
                </a:lnTo>
                <a:close/>
                <a:moveTo>
                  <a:pt x="642231" y="181602"/>
                </a:moveTo>
                <a:lnTo>
                  <a:pt x="642231" y="177072"/>
                </a:lnTo>
                <a:cubicBezTo>
                  <a:pt x="649300" y="174730"/>
                  <a:pt x="654774" y="171096"/>
                  <a:pt x="658652" y="166169"/>
                </a:cubicBezTo>
                <a:cubicBezTo>
                  <a:pt x="662529" y="161245"/>
                  <a:pt x="664468" y="156027"/>
                  <a:pt x="664468" y="150515"/>
                </a:cubicBezTo>
                <a:cubicBezTo>
                  <a:pt x="664468" y="149208"/>
                  <a:pt x="664159" y="148109"/>
                  <a:pt x="663542" y="147217"/>
                </a:cubicBezTo>
                <a:cubicBezTo>
                  <a:pt x="663061" y="146599"/>
                  <a:pt x="662581" y="146290"/>
                  <a:pt x="662100" y="146290"/>
                </a:cubicBezTo>
                <a:cubicBezTo>
                  <a:pt x="661345" y="146290"/>
                  <a:pt x="659698" y="146977"/>
                  <a:pt x="657159" y="148349"/>
                </a:cubicBezTo>
                <a:cubicBezTo>
                  <a:pt x="655923" y="148967"/>
                  <a:pt x="654619" y="149276"/>
                  <a:pt x="653247" y="149276"/>
                </a:cubicBezTo>
                <a:cubicBezTo>
                  <a:pt x="649884" y="149276"/>
                  <a:pt x="647207" y="148281"/>
                  <a:pt x="645217" y="146290"/>
                </a:cubicBezTo>
                <a:cubicBezTo>
                  <a:pt x="643226" y="144300"/>
                  <a:pt x="642231" y="141555"/>
                  <a:pt x="642231" y="138055"/>
                </a:cubicBezTo>
                <a:cubicBezTo>
                  <a:pt x="642231" y="134692"/>
                  <a:pt x="643518" y="131809"/>
                  <a:pt x="646092" y="129407"/>
                </a:cubicBezTo>
                <a:cubicBezTo>
                  <a:pt x="648666" y="127005"/>
                  <a:pt x="651805" y="125804"/>
                  <a:pt x="655512" y="125804"/>
                </a:cubicBezTo>
                <a:cubicBezTo>
                  <a:pt x="660041" y="125804"/>
                  <a:pt x="664074" y="127781"/>
                  <a:pt x="667608" y="131736"/>
                </a:cubicBezTo>
                <a:cubicBezTo>
                  <a:pt x="671143" y="135689"/>
                  <a:pt x="672910" y="140931"/>
                  <a:pt x="672910" y="147462"/>
                </a:cubicBezTo>
                <a:cubicBezTo>
                  <a:pt x="672910" y="154546"/>
                  <a:pt x="670456" y="161130"/>
                  <a:pt x="665549" y="167215"/>
                </a:cubicBezTo>
                <a:cubicBezTo>
                  <a:pt x="660642" y="173300"/>
                  <a:pt x="652869" y="178095"/>
                  <a:pt x="642231" y="1816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NewCEs">
            <a:extLst xmlns:a="http://schemas.openxmlformats.org/drawingml/2006/main">
              <a:ext uri="{FF2B5EF4-FFF2-40B4-BE49-F238E27FC236}">
                <a16:creationId xmlns:a16="http://schemas.microsoft.com/office/drawing/2014/main" id="{88FC4D7E-F66E-462F-9E08-6F3B7347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544" y="763707"/>
            <a:ext cx="797645" cy="145776"/>
          </a:xfrm>
          <a:custGeom xmlns:a="http://schemas.openxmlformats.org/drawingml/2006/main">
            <a:pathLst>
              <a:path w="797645" h="145776">
                <a:moveTo>
                  <a:pt x="0" y="3088"/>
                </a:moveTo>
                <a:lnTo>
                  <a:pt x="37885" y="3088"/>
                </a:lnTo>
                <a:lnTo>
                  <a:pt x="123230" y="107788"/>
                </a:lnTo>
                <a:lnTo>
                  <a:pt x="123230" y="27281"/>
                </a:lnTo>
                <a:cubicBezTo>
                  <a:pt x="123230" y="18702"/>
                  <a:pt x="122269" y="13349"/>
                  <a:pt x="120347" y="11221"/>
                </a:cubicBezTo>
                <a:cubicBezTo>
                  <a:pt x="117808" y="8339"/>
                  <a:pt x="113793" y="6898"/>
                  <a:pt x="108302" y="6898"/>
                </a:cubicBezTo>
                <a:lnTo>
                  <a:pt x="103464" y="6898"/>
                </a:lnTo>
                <a:lnTo>
                  <a:pt x="103464" y="3088"/>
                </a:lnTo>
                <a:lnTo>
                  <a:pt x="152056" y="3088"/>
                </a:lnTo>
                <a:lnTo>
                  <a:pt x="152056" y="6898"/>
                </a:lnTo>
                <a:lnTo>
                  <a:pt x="147114" y="6898"/>
                </a:lnTo>
                <a:cubicBezTo>
                  <a:pt x="141212" y="6898"/>
                  <a:pt x="137025" y="8682"/>
                  <a:pt x="134554" y="12251"/>
                </a:cubicBezTo>
                <a:cubicBezTo>
                  <a:pt x="133044" y="14447"/>
                  <a:pt x="132289" y="19457"/>
                  <a:pt x="132289" y="27281"/>
                </a:cubicBezTo>
                <a:lnTo>
                  <a:pt x="132289" y="144952"/>
                </a:lnTo>
                <a:lnTo>
                  <a:pt x="128583" y="144952"/>
                </a:lnTo>
                <a:lnTo>
                  <a:pt x="36547" y="32532"/>
                </a:lnTo>
                <a:lnTo>
                  <a:pt x="36547" y="118494"/>
                </a:lnTo>
                <a:cubicBezTo>
                  <a:pt x="36547" y="127073"/>
                  <a:pt x="37473" y="132427"/>
                  <a:pt x="39327" y="134554"/>
                </a:cubicBezTo>
                <a:cubicBezTo>
                  <a:pt x="41935" y="137437"/>
                  <a:pt x="45950" y="138878"/>
                  <a:pt x="51372" y="138878"/>
                </a:cubicBezTo>
                <a:lnTo>
                  <a:pt x="56313" y="138878"/>
                </a:lnTo>
                <a:lnTo>
                  <a:pt x="56313" y="142687"/>
                </a:lnTo>
                <a:lnTo>
                  <a:pt x="7721" y="142687"/>
                </a:lnTo>
                <a:lnTo>
                  <a:pt x="7721" y="138878"/>
                </a:lnTo>
                <a:lnTo>
                  <a:pt x="12560" y="138878"/>
                </a:lnTo>
                <a:cubicBezTo>
                  <a:pt x="18531" y="138878"/>
                  <a:pt x="22752" y="137094"/>
                  <a:pt x="25222" y="133525"/>
                </a:cubicBezTo>
                <a:cubicBezTo>
                  <a:pt x="26732" y="131329"/>
                  <a:pt x="27487" y="126318"/>
                  <a:pt x="27487" y="118494"/>
                </a:cubicBezTo>
                <a:lnTo>
                  <a:pt x="27487" y="21413"/>
                </a:lnTo>
                <a:cubicBezTo>
                  <a:pt x="23438" y="16678"/>
                  <a:pt x="20367" y="13555"/>
                  <a:pt x="18273" y="12045"/>
                </a:cubicBezTo>
                <a:cubicBezTo>
                  <a:pt x="16180" y="10535"/>
                  <a:pt x="13109" y="9128"/>
                  <a:pt x="9060" y="7824"/>
                </a:cubicBezTo>
                <a:cubicBezTo>
                  <a:pt x="7069" y="7206"/>
                  <a:pt x="4049" y="6898"/>
                  <a:pt x="0" y="6898"/>
                </a:cubicBezTo>
                <a:lnTo>
                  <a:pt x="0" y="3088"/>
                </a:lnTo>
                <a:close/>
                <a:moveTo>
                  <a:pt x="177448" y="84006"/>
                </a:moveTo>
                <a:cubicBezTo>
                  <a:pt x="177380" y="97975"/>
                  <a:pt x="180777" y="108932"/>
                  <a:pt x="187640" y="116876"/>
                </a:cubicBezTo>
                <a:cubicBezTo>
                  <a:pt x="194504" y="124818"/>
                  <a:pt x="202568" y="128789"/>
                  <a:pt x="211833" y="128789"/>
                </a:cubicBezTo>
                <a:cubicBezTo>
                  <a:pt x="218010" y="128789"/>
                  <a:pt x="223381" y="127091"/>
                  <a:pt x="227945" y="123693"/>
                </a:cubicBezTo>
                <a:cubicBezTo>
                  <a:pt x="232509" y="120296"/>
                  <a:pt x="236335" y="114479"/>
                  <a:pt x="239424" y="106243"/>
                </a:cubicBezTo>
                <a:lnTo>
                  <a:pt x="242615" y="108302"/>
                </a:lnTo>
                <a:cubicBezTo>
                  <a:pt x="241174" y="117705"/>
                  <a:pt x="236987" y="126267"/>
                  <a:pt x="230055" y="133988"/>
                </a:cubicBezTo>
                <a:cubicBezTo>
                  <a:pt x="223123" y="141709"/>
                  <a:pt x="214441" y="145570"/>
                  <a:pt x="204009" y="145570"/>
                </a:cubicBezTo>
                <a:cubicBezTo>
                  <a:pt x="192685" y="145570"/>
                  <a:pt x="182990" y="141170"/>
                  <a:pt x="174926" y="132370"/>
                </a:cubicBezTo>
                <a:cubicBezTo>
                  <a:pt x="166862" y="123568"/>
                  <a:pt x="162830" y="111735"/>
                  <a:pt x="162830" y="96872"/>
                </a:cubicBezTo>
                <a:cubicBezTo>
                  <a:pt x="162830" y="80777"/>
                  <a:pt x="166965" y="68227"/>
                  <a:pt x="175235" y="59221"/>
                </a:cubicBezTo>
                <a:cubicBezTo>
                  <a:pt x="183505" y="50213"/>
                  <a:pt x="193886" y="45709"/>
                  <a:pt x="206377" y="45709"/>
                </a:cubicBezTo>
                <a:cubicBezTo>
                  <a:pt x="216946" y="45709"/>
                  <a:pt x="225629" y="49184"/>
                  <a:pt x="232423" y="56133"/>
                </a:cubicBezTo>
                <a:cubicBezTo>
                  <a:pt x="239218" y="63080"/>
                  <a:pt x="242615" y="72371"/>
                  <a:pt x="242615" y="84006"/>
                </a:cubicBezTo>
                <a:lnTo>
                  <a:pt x="177448" y="84006"/>
                </a:lnTo>
                <a:moveTo>
                  <a:pt x="177448" y="78035"/>
                </a:moveTo>
                <a:lnTo>
                  <a:pt x="221099" y="78035"/>
                </a:lnTo>
                <a:cubicBezTo>
                  <a:pt x="220756" y="71996"/>
                  <a:pt x="220035" y="67740"/>
                  <a:pt x="218937" y="65270"/>
                </a:cubicBezTo>
                <a:cubicBezTo>
                  <a:pt x="217221" y="61426"/>
                  <a:pt x="214664" y="58406"/>
                  <a:pt x="211267" y="56210"/>
                </a:cubicBezTo>
                <a:cubicBezTo>
                  <a:pt x="207870" y="54014"/>
                  <a:pt x="204318" y="52916"/>
                  <a:pt x="200612" y="52916"/>
                </a:cubicBezTo>
                <a:cubicBezTo>
                  <a:pt x="194915" y="52916"/>
                  <a:pt x="189819" y="55129"/>
                  <a:pt x="185324" y="59556"/>
                </a:cubicBezTo>
                <a:cubicBezTo>
                  <a:pt x="180829" y="63983"/>
                  <a:pt x="178203" y="70143"/>
                  <a:pt x="177448" y="78035"/>
                </a:cubicBezTo>
                <a:close/>
                <a:moveTo>
                  <a:pt x="249957" y="48386"/>
                </a:moveTo>
                <a:lnTo>
                  <a:pt x="289489" y="48386"/>
                </a:lnTo>
                <a:lnTo>
                  <a:pt x="289489" y="52195"/>
                </a:lnTo>
                <a:cubicBezTo>
                  <a:pt x="285852" y="52470"/>
                  <a:pt x="283467" y="53122"/>
                  <a:pt x="282334" y="54151"/>
                </a:cubicBezTo>
                <a:cubicBezTo>
                  <a:pt x="281202" y="55181"/>
                  <a:pt x="280636" y="56656"/>
                  <a:pt x="280636" y="58578"/>
                </a:cubicBezTo>
                <a:cubicBezTo>
                  <a:pt x="280636" y="60706"/>
                  <a:pt x="281219" y="63279"/>
                  <a:pt x="282386" y="66299"/>
                </a:cubicBezTo>
                <a:lnTo>
                  <a:pt x="302564" y="120553"/>
                </a:lnTo>
                <a:lnTo>
                  <a:pt x="322845" y="76388"/>
                </a:lnTo>
                <a:lnTo>
                  <a:pt x="317491" y="62490"/>
                </a:lnTo>
                <a:cubicBezTo>
                  <a:pt x="315844" y="58372"/>
                  <a:pt x="313682" y="55524"/>
                  <a:pt x="311006" y="53945"/>
                </a:cubicBezTo>
                <a:cubicBezTo>
                  <a:pt x="309496" y="52984"/>
                  <a:pt x="306682" y="52401"/>
                  <a:pt x="302564" y="52195"/>
                </a:cubicBezTo>
                <a:lnTo>
                  <a:pt x="302564" y="48386"/>
                </a:lnTo>
                <a:lnTo>
                  <a:pt x="347450" y="48386"/>
                </a:lnTo>
                <a:lnTo>
                  <a:pt x="347450" y="52195"/>
                </a:lnTo>
                <a:cubicBezTo>
                  <a:pt x="342508" y="52401"/>
                  <a:pt x="339008" y="53293"/>
                  <a:pt x="336949" y="54872"/>
                </a:cubicBezTo>
                <a:cubicBezTo>
                  <a:pt x="335576" y="55970"/>
                  <a:pt x="334890" y="57720"/>
                  <a:pt x="334890" y="60122"/>
                </a:cubicBezTo>
                <a:cubicBezTo>
                  <a:pt x="334890" y="61495"/>
                  <a:pt x="335164" y="62902"/>
                  <a:pt x="335713" y="64343"/>
                </a:cubicBezTo>
                <a:lnTo>
                  <a:pt x="357127" y="118494"/>
                </a:lnTo>
                <a:lnTo>
                  <a:pt x="376996" y="66299"/>
                </a:lnTo>
                <a:cubicBezTo>
                  <a:pt x="378369" y="62593"/>
                  <a:pt x="379055" y="59642"/>
                  <a:pt x="379055" y="57446"/>
                </a:cubicBezTo>
                <a:cubicBezTo>
                  <a:pt x="379055" y="56141"/>
                  <a:pt x="378386" y="54975"/>
                  <a:pt x="377047" y="53945"/>
                </a:cubicBezTo>
                <a:cubicBezTo>
                  <a:pt x="375709" y="52916"/>
                  <a:pt x="373084" y="52332"/>
                  <a:pt x="369172" y="52195"/>
                </a:cubicBezTo>
                <a:lnTo>
                  <a:pt x="369172" y="48386"/>
                </a:lnTo>
                <a:lnTo>
                  <a:pt x="398924" y="48386"/>
                </a:lnTo>
                <a:lnTo>
                  <a:pt x="398924" y="52195"/>
                </a:lnTo>
                <a:cubicBezTo>
                  <a:pt x="392953" y="53087"/>
                  <a:pt x="388561" y="57137"/>
                  <a:pt x="385747" y="64343"/>
                </a:cubicBezTo>
                <a:lnTo>
                  <a:pt x="354244" y="145570"/>
                </a:lnTo>
                <a:lnTo>
                  <a:pt x="350023" y="145570"/>
                </a:lnTo>
                <a:lnTo>
                  <a:pt x="326448" y="85345"/>
                </a:lnTo>
                <a:lnTo>
                  <a:pt x="298961" y="145570"/>
                </a:lnTo>
                <a:lnTo>
                  <a:pt x="295152" y="145570"/>
                </a:lnTo>
                <a:lnTo>
                  <a:pt x="264885" y="66299"/>
                </a:lnTo>
                <a:cubicBezTo>
                  <a:pt x="262894" y="61289"/>
                  <a:pt x="260938" y="57909"/>
                  <a:pt x="259016" y="56159"/>
                </a:cubicBezTo>
                <a:cubicBezTo>
                  <a:pt x="257095" y="54409"/>
                  <a:pt x="254075" y="53087"/>
                  <a:pt x="249957" y="52195"/>
                </a:cubicBezTo>
                <a:lnTo>
                  <a:pt x="249957" y="48386"/>
                </a:lnTo>
                <a:close/>
                <a:moveTo>
                  <a:pt x="580491" y="0"/>
                </a:moveTo>
                <a:lnTo>
                  <a:pt x="583682" y="47357"/>
                </a:lnTo>
                <a:lnTo>
                  <a:pt x="580491" y="47357"/>
                </a:lnTo>
                <a:cubicBezTo>
                  <a:pt x="576235" y="33113"/>
                  <a:pt x="570161" y="22861"/>
                  <a:pt x="562269" y="16601"/>
                </a:cubicBezTo>
                <a:cubicBezTo>
                  <a:pt x="554376" y="10338"/>
                  <a:pt x="544905" y="7206"/>
                  <a:pt x="533855" y="7206"/>
                </a:cubicBezTo>
                <a:cubicBezTo>
                  <a:pt x="524589" y="7206"/>
                  <a:pt x="516216" y="9559"/>
                  <a:pt x="508735" y="14265"/>
                </a:cubicBezTo>
                <a:cubicBezTo>
                  <a:pt x="501254" y="18968"/>
                  <a:pt x="495369" y="26472"/>
                  <a:pt x="491079" y="36775"/>
                </a:cubicBezTo>
                <a:cubicBezTo>
                  <a:pt x="486790" y="47079"/>
                  <a:pt x="484645" y="59889"/>
                  <a:pt x="484645" y="75207"/>
                </a:cubicBezTo>
                <a:cubicBezTo>
                  <a:pt x="484645" y="87844"/>
                  <a:pt x="486670" y="98800"/>
                  <a:pt x="490719" y="108074"/>
                </a:cubicBezTo>
                <a:cubicBezTo>
                  <a:pt x="494768" y="117346"/>
                  <a:pt x="500860" y="124455"/>
                  <a:pt x="508993" y="129400"/>
                </a:cubicBezTo>
                <a:cubicBezTo>
                  <a:pt x="517126" y="134346"/>
                  <a:pt x="526408" y="136819"/>
                  <a:pt x="536840" y="136819"/>
                </a:cubicBezTo>
                <a:cubicBezTo>
                  <a:pt x="545900" y="136819"/>
                  <a:pt x="553895" y="134880"/>
                  <a:pt x="560827" y="131003"/>
                </a:cubicBezTo>
                <a:cubicBezTo>
                  <a:pt x="567759" y="127125"/>
                  <a:pt x="575377" y="119421"/>
                  <a:pt x="583682" y="107891"/>
                </a:cubicBezTo>
                <a:lnTo>
                  <a:pt x="586873" y="109943"/>
                </a:lnTo>
                <a:cubicBezTo>
                  <a:pt x="579873" y="122333"/>
                  <a:pt x="571706" y="131404"/>
                  <a:pt x="562372" y="137154"/>
                </a:cubicBezTo>
                <a:cubicBezTo>
                  <a:pt x="553038" y="142902"/>
                  <a:pt x="541953" y="145776"/>
                  <a:pt x="529119" y="145776"/>
                </a:cubicBezTo>
                <a:cubicBezTo>
                  <a:pt x="505990" y="145776"/>
                  <a:pt x="488077" y="137208"/>
                  <a:pt x="475380" y="120074"/>
                </a:cubicBezTo>
                <a:cubicBezTo>
                  <a:pt x="465908" y="107328"/>
                  <a:pt x="461173" y="92318"/>
                  <a:pt x="461173" y="75047"/>
                </a:cubicBezTo>
                <a:cubicBezTo>
                  <a:pt x="461173" y="61133"/>
                  <a:pt x="464296" y="48352"/>
                  <a:pt x="470541" y="36701"/>
                </a:cubicBezTo>
                <a:cubicBezTo>
                  <a:pt x="476787" y="25051"/>
                  <a:pt x="485383" y="16021"/>
                  <a:pt x="496330" y="9613"/>
                </a:cubicBezTo>
                <a:cubicBezTo>
                  <a:pt x="507277" y="3204"/>
                  <a:pt x="519236" y="0"/>
                  <a:pt x="532208" y="0"/>
                </a:cubicBezTo>
                <a:cubicBezTo>
                  <a:pt x="542297" y="0"/>
                  <a:pt x="552248" y="2471"/>
                  <a:pt x="562063" y="7412"/>
                </a:cubicBezTo>
                <a:cubicBezTo>
                  <a:pt x="564945" y="8922"/>
                  <a:pt x="567004" y="9677"/>
                  <a:pt x="568240" y="9677"/>
                </a:cubicBezTo>
                <a:cubicBezTo>
                  <a:pt x="570093" y="9677"/>
                  <a:pt x="571706" y="9025"/>
                  <a:pt x="573078" y="7721"/>
                </a:cubicBezTo>
                <a:cubicBezTo>
                  <a:pt x="574863" y="5868"/>
                  <a:pt x="576132" y="3294"/>
                  <a:pt x="576887" y="0"/>
                </a:cubicBezTo>
                <a:lnTo>
                  <a:pt x="580491" y="0"/>
                </a:lnTo>
                <a:close/>
                <a:moveTo>
                  <a:pt x="638246" y="10707"/>
                </a:moveTo>
                <a:lnTo>
                  <a:pt x="638246" y="65887"/>
                </a:lnTo>
                <a:lnTo>
                  <a:pt x="668925" y="65887"/>
                </a:lnTo>
                <a:cubicBezTo>
                  <a:pt x="676886" y="65887"/>
                  <a:pt x="682205" y="64680"/>
                  <a:pt x="684882" y="62265"/>
                </a:cubicBezTo>
                <a:cubicBezTo>
                  <a:pt x="688451" y="59093"/>
                  <a:pt x="690441" y="53506"/>
                  <a:pt x="690853" y="45503"/>
                </a:cubicBezTo>
                <a:lnTo>
                  <a:pt x="694662" y="45503"/>
                </a:lnTo>
                <a:lnTo>
                  <a:pt x="694662" y="94095"/>
                </a:lnTo>
                <a:lnTo>
                  <a:pt x="690853" y="94095"/>
                </a:lnTo>
                <a:cubicBezTo>
                  <a:pt x="689892" y="87367"/>
                  <a:pt x="688931" y="83052"/>
                  <a:pt x="687971" y="81150"/>
                </a:cubicBezTo>
                <a:cubicBezTo>
                  <a:pt x="686735" y="78771"/>
                  <a:pt x="684711" y="76903"/>
                  <a:pt x="681897" y="75545"/>
                </a:cubicBezTo>
                <a:cubicBezTo>
                  <a:pt x="679083" y="74185"/>
                  <a:pt x="674759" y="73506"/>
                  <a:pt x="668925" y="73506"/>
                </a:cubicBezTo>
                <a:lnTo>
                  <a:pt x="638246" y="73506"/>
                </a:lnTo>
                <a:lnTo>
                  <a:pt x="638246" y="119447"/>
                </a:lnTo>
                <a:cubicBezTo>
                  <a:pt x="638246" y="125613"/>
                  <a:pt x="638521" y="129364"/>
                  <a:pt x="639070" y="130700"/>
                </a:cubicBezTo>
                <a:cubicBezTo>
                  <a:pt x="639619" y="132036"/>
                  <a:pt x="640580" y="133099"/>
                  <a:pt x="641952" y="133888"/>
                </a:cubicBezTo>
                <a:cubicBezTo>
                  <a:pt x="643325" y="134675"/>
                  <a:pt x="645933" y="135069"/>
                  <a:pt x="649777" y="135069"/>
                </a:cubicBezTo>
                <a:lnTo>
                  <a:pt x="673455" y="135069"/>
                </a:lnTo>
                <a:cubicBezTo>
                  <a:pt x="681348" y="135069"/>
                  <a:pt x="687078" y="134520"/>
                  <a:pt x="690647" y="133422"/>
                </a:cubicBezTo>
                <a:cubicBezTo>
                  <a:pt x="694216" y="132324"/>
                  <a:pt x="697648" y="130162"/>
                  <a:pt x="700942" y="126936"/>
                </a:cubicBezTo>
                <a:cubicBezTo>
                  <a:pt x="705197" y="122681"/>
                  <a:pt x="709556" y="116264"/>
                  <a:pt x="714017" y="107685"/>
                </a:cubicBezTo>
                <a:lnTo>
                  <a:pt x="718135" y="107685"/>
                </a:lnTo>
                <a:lnTo>
                  <a:pt x="706090" y="142687"/>
                </a:lnTo>
                <a:lnTo>
                  <a:pt x="598508" y="142687"/>
                </a:lnTo>
                <a:lnTo>
                  <a:pt x="598508" y="138878"/>
                </a:lnTo>
                <a:lnTo>
                  <a:pt x="603450" y="138878"/>
                </a:lnTo>
                <a:cubicBezTo>
                  <a:pt x="606744" y="138878"/>
                  <a:pt x="609867" y="138089"/>
                  <a:pt x="612818" y="136510"/>
                </a:cubicBezTo>
                <a:cubicBezTo>
                  <a:pt x="615014" y="135412"/>
                  <a:pt x="616507" y="133765"/>
                  <a:pt x="617296" y="131569"/>
                </a:cubicBezTo>
                <a:cubicBezTo>
                  <a:pt x="618085" y="129373"/>
                  <a:pt x="618480" y="124877"/>
                  <a:pt x="618480" y="118082"/>
                </a:cubicBezTo>
                <a:lnTo>
                  <a:pt x="618480" y="27384"/>
                </a:lnTo>
                <a:cubicBezTo>
                  <a:pt x="618480" y="18531"/>
                  <a:pt x="617588" y="13075"/>
                  <a:pt x="615803" y="11016"/>
                </a:cubicBezTo>
                <a:cubicBezTo>
                  <a:pt x="613333" y="8270"/>
                  <a:pt x="609215" y="6898"/>
                  <a:pt x="603450" y="6898"/>
                </a:cubicBezTo>
                <a:lnTo>
                  <a:pt x="598508" y="6898"/>
                </a:lnTo>
                <a:lnTo>
                  <a:pt x="598508" y="3088"/>
                </a:lnTo>
                <a:lnTo>
                  <a:pt x="706090" y="3088"/>
                </a:lnTo>
                <a:lnTo>
                  <a:pt x="707634" y="33561"/>
                </a:lnTo>
                <a:lnTo>
                  <a:pt x="703619" y="33561"/>
                </a:lnTo>
                <a:cubicBezTo>
                  <a:pt x="702178" y="26250"/>
                  <a:pt x="700582" y="21228"/>
                  <a:pt x="698832" y="18495"/>
                </a:cubicBezTo>
                <a:cubicBezTo>
                  <a:pt x="697082" y="15763"/>
                  <a:pt x="694491" y="13679"/>
                  <a:pt x="691059" y="12244"/>
                </a:cubicBezTo>
                <a:cubicBezTo>
                  <a:pt x="688314" y="11219"/>
                  <a:pt x="683475" y="10707"/>
                  <a:pt x="676543" y="10707"/>
                </a:cubicBezTo>
                <a:lnTo>
                  <a:pt x="638246" y="10707"/>
                </a:lnTo>
                <a:close/>
                <a:moveTo>
                  <a:pt x="790541" y="45709"/>
                </a:moveTo>
                <a:lnTo>
                  <a:pt x="790541" y="77624"/>
                </a:lnTo>
                <a:lnTo>
                  <a:pt x="787144" y="77624"/>
                </a:lnTo>
                <a:cubicBezTo>
                  <a:pt x="784536" y="67614"/>
                  <a:pt x="781190" y="60805"/>
                  <a:pt x="777106" y="57198"/>
                </a:cubicBezTo>
                <a:cubicBezTo>
                  <a:pt x="773023" y="53588"/>
                  <a:pt x="767824" y="51783"/>
                  <a:pt x="761510" y="51783"/>
                </a:cubicBezTo>
                <a:cubicBezTo>
                  <a:pt x="756705" y="51783"/>
                  <a:pt x="752828" y="53052"/>
                  <a:pt x="749876" y="55589"/>
                </a:cubicBezTo>
                <a:cubicBezTo>
                  <a:pt x="746925" y="58124"/>
                  <a:pt x="745450" y="60935"/>
                  <a:pt x="745450" y="64021"/>
                </a:cubicBezTo>
                <a:cubicBezTo>
                  <a:pt x="745450" y="67861"/>
                  <a:pt x="746548" y="71151"/>
                  <a:pt x="748744" y="73892"/>
                </a:cubicBezTo>
                <a:cubicBezTo>
                  <a:pt x="750872" y="76703"/>
                  <a:pt x="755195" y="79686"/>
                  <a:pt x="761716" y="82839"/>
                </a:cubicBezTo>
                <a:lnTo>
                  <a:pt x="776746" y="90141"/>
                </a:lnTo>
                <a:cubicBezTo>
                  <a:pt x="790679" y="96928"/>
                  <a:pt x="797645" y="105874"/>
                  <a:pt x="797645" y="116982"/>
                </a:cubicBezTo>
                <a:cubicBezTo>
                  <a:pt x="797645" y="125551"/>
                  <a:pt x="794402" y="132458"/>
                  <a:pt x="787916" y="137704"/>
                </a:cubicBezTo>
                <a:cubicBezTo>
                  <a:pt x="781430" y="142948"/>
                  <a:pt x="774172" y="145570"/>
                  <a:pt x="766142" y="145570"/>
                </a:cubicBezTo>
                <a:cubicBezTo>
                  <a:pt x="760377" y="145570"/>
                  <a:pt x="753789" y="144540"/>
                  <a:pt x="746376" y="142481"/>
                </a:cubicBezTo>
                <a:cubicBezTo>
                  <a:pt x="744111" y="141795"/>
                  <a:pt x="742258" y="141452"/>
                  <a:pt x="740817" y="141452"/>
                </a:cubicBezTo>
                <a:cubicBezTo>
                  <a:pt x="739238" y="141452"/>
                  <a:pt x="738003" y="142344"/>
                  <a:pt x="737111" y="144129"/>
                </a:cubicBezTo>
                <a:lnTo>
                  <a:pt x="733713" y="144129"/>
                </a:lnTo>
                <a:lnTo>
                  <a:pt x="733713" y="110361"/>
                </a:lnTo>
                <a:lnTo>
                  <a:pt x="737111" y="110361"/>
                </a:lnTo>
                <a:cubicBezTo>
                  <a:pt x="739033" y="120004"/>
                  <a:pt x="742704" y="127271"/>
                  <a:pt x="748126" y="132161"/>
                </a:cubicBezTo>
                <a:cubicBezTo>
                  <a:pt x="753548" y="137051"/>
                  <a:pt x="759622" y="139496"/>
                  <a:pt x="766348" y="139496"/>
                </a:cubicBezTo>
                <a:cubicBezTo>
                  <a:pt x="771084" y="139496"/>
                  <a:pt x="774945" y="138108"/>
                  <a:pt x="777930" y="135333"/>
                </a:cubicBezTo>
                <a:cubicBezTo>
                  <a:pt x="780916" y="132555"/>
                  <a:pt x="782408" y="129213"/>
                  <a:pt x="782408" y="125305"/>
                </a:cubicBezTo>
                <a:cubicBezTo>
                  <a:pt x="782408" y="120574"/>
                  <a:pt x="780744" y="116597"/>
                  <a:pt x="777415" y="113376"/>
                </a:cubicBezTo>
                <a:cubicBezTo>
                  <a:pt x="774087" y="110154"/>
                  <a:pt x="767446" y="106076"/>
                  <a:pt x="757495" y="101141"/>
                </a:cubicBezTo>
                <a:cubicBezTo>
                  <a:pt x="747543" y="96204"/>
                  <a:pt x="741023" y="91747"/>
                  <a:pt x="737934" y="87770"/>
                </a:cubicBezTo>
                <a:cubicBezTo>
                  <a:pt x="734846" y="83863"/>
                  <a:pt x="733302" y="78926"/>
                  <a:pt x="733302" y="72962"/>
                </a:cubicBezTo>
                <a:cubicBezTo>
                  <a:pt x="733302" y="65215"/>
                  <a:pt x="735961" y="58737"/>
                  <a:pt x="741280" y="53527"/>
                </a:cubicBezTo>
                <a:cubicBezTo>
                  <a:pt x="746599" y="48315"/>
                  <a:pt x="753480" y="45709"/>
                  <a:pt x="761921" y="45709"/>
                </a:cubicBezTo>
                <a:cubicBezTo>
                  <a:pt x="765628" y="45709"/>
                  <a:pt x="770123" y="46499"/>
                  <a:pt x="775408" y="48077"/>
                </a:cubicBezTo>
                <a:cubicBezTo>
                  <a:pt x="778908" y="49107"/>
                  <a:pt x="781242" y="49621"/>
                  <a:pt x="782408" y="49621"/>
                </a:cubicBezTo>
                <a:cubicBezTo>
                  <a:pt x="783506" y="49621"/>
                  <a:pt x="784364" y="49381"/>
                  <a:pt x="784982" y="48901"/>
                </a:cubicBezTo>
                <a:cubicBezTo>
                  <a:pt x="785600" y="48420"/>
                  <a:pt x="786320" y="47357"/>
                  <a:pt x="787144" y="45709"/>
                </a:cubicBezTo>
                <a:lnTo>
                  <a:pt x="790541" y="457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Text CE">
            <a:extLst xmlns:a="http://schemas.openxmlformats.org/drawingml/2006/main">
              <a:ext uri="{FF2B5EF4-FFF2-40B4-BE49-F238E27FC236}">
                <a16:creationId xmlns:a16="http://schemas.microsoft.com/office/drawing/2014/main" id="{3A256AD4-5A27-4312-8400-12CC06A8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798" y="353741"/>
            <a:ext cx="256962" cy="145776"/>
          </a:xfrm>
          <a:custGeom xmlns:a="http://schemas.openxmlformats.org/drawingml/2006/main">
            <a:pathLst>
              <a:path w="256962" h="145776">
                <a:moveTo>
                  <a:pt x="119318" y="0"/>
                </a:moveTo>
                <a:lnTo>
                  <a:pt x="122509" y="47357"/>
                </a:lnTo>
                <a:lnTo>
                  <a:pt x="119318" y="47357"/>
                </a:lnTo>
                <a:cubicBezTo>
                  <a:pt x="115063" y="33113"/>
                  <a:pt x="108989" y="22861"/>
                  <a:pt x="101096" y="16601"/>
                </a:cubicBezTo>
                <a:cubicBezTo>
                  <a:pt x="93203" y="10338"/>
                  <a:pt x="83732" y="7206"/>
                  <a:pt x="72682" y="7206"/>
                </a:cubicBezTo>
                <a:cubicBezTo>
                  <a:pt x="63417" y="7206"/>
                  <a:pt x="55043" y="9559"/>
                  <a:pt x="47562" y="14265"/>
                </a:cubicBezTo>
                <a:cubicBezTo>
                  <a:pt x="40081" y="18968"/>
                  <a:pt x="34196" y="26472"/>
                  <a:pt x="29907" y="36775"/>
                </a:cubicBezTo>
                <a:cubicBezTo>
                  <a:pt x="25617" y="47079"/>
                  <a:pt x="23472" y="59889"/>
                  <a:pt x="23472" y="75207"/>
                </a:cubicBezTo>
                <a:cubicBezTo>
                  <a:pt x="23472" y="87844"/>
                  <a:pt x="25497" y="98800"/>
                  <a:pt x="29546" y="108074"/>
                </a:cubicBezTo>
                <a:cubicBezTo>
                  <a:pt x="33596" y="117346"/>
                  <a:pt x="39687" y="124455"/>
                  <a:pt x="47820" y="129400"/>
                </a:cubicBezTo>
                <a:cubicBezTo>
                  <a:pt x="55953" y="134346"/>
                  <a:pt x="65235" y="136819"/>
                  <a:pt x="75667" y="136819"/>
                </a:cubicBezTo>
                <a:cubicBezTo>
                  <a:pt x="84727" y="136819"/>
                  <a:pt x="92723" y="134880"/>
                  <a:pt x="99655" y="131003"/>
                </a:cubicBezTo>
                <a:cubicBezTo>
                  <a:pt x="106587" y="127125"/>
                  <a:pt x="114205" y="119421"/>
                  <a:pt x="122509" y="107891"/>
                </a:cubicBezTo>
                <a:lnTo>
                  <a:pt x="125701" y="109943"/>
                </a:lnTo>
                <a:cubicBezTo>
                  <a:pt x="118700" y="122333"/>
                  <a:pt x="110533" y="131404"/>
                  <a:pt x="101199" y="137154"/>
                </a:cubicBezTo>
                <a:cubicBezTo>
                  <a:pt x="91865" y="142902"/>
                  <a:pt x="80781" y="145776"/>
                  <a:pt x="67946" y="145776"/>
                </a:cubicBezTo>
                <a:cubicBezTo>
                  <a:pt x="44817" y="145776"/>
                  <a:pt x="26904" y="137208"/>
                  <a:pt x="14207" y="120074"/>
                </a:cubicBezTo>
                <a:cubicBezTo>
                  <a:pt x="4736" y="107328"/>
                  <a:pt x="0" y="92318"/>
                  <a:pt x="0" y="75047"/>
                </a:cubicBezTo>
                <a:cubicBezTo>
                  <a:pt x="0" y="61133"/>
                  <a:pt x="3123" y="48352"/>
                  <a:pt x="9368" y="36701"/>
                </a:cubicBezTo>
                <a:cubicBezTo>
                  <a:pt x="15614" y="25051"/>
                  <a:pt x="24210" y="16021"/>
                  <a:pt x="35157" y="9613"/>
                </a:cubicBezTo>
                <a:cubicBezTo>
                  <a:pt x="46104" y="3204"/>
                  <a:pt x="58063" y="0"/>
                  <a:pt x="71035" y="0"/>
                </a:cubicBezTo>
                <a:cubicBezTo>
                  <a:pt x="81124" y="0"/>
                  <a:pt x="91076" y="2471"/>
                  <a:pt x="100890" y="7412"/>
                </a:cubicBezTo>
                <a:cubicBezTo>
                  <a:pt x="103773" y="8922"/>
                  <a:pt x="105832" y="9677"/>
                  <a:pt x="107067" y="9677"/>
                </a:cubicBezTo>
                <a:cubicBezTo>
                  <a:pt x="108920" y="9677"/>
                  <a:pt x="110533" y="9025"/>
                  <a:pt x="111906" y="7721"/>
                </a:cubicBezTo>
                <a:cubicBezTo>
                  <a:pt x="113690" y="5868"/>
                  <a:pt x="114960" y="3294"/>
                  <a:pt x="115715" y="0"/>
                </a:cubicBezTo>
                <a:lnTo>
                  <a:pt x="119318" y="0"/>
                </a:lnTo>
                <a:close/>
                <a:moveTo>
                  <a:pt x="177073" y="10707"/>
                </a:moveTo>
                <a:lnTo>
                  <a:pt x="177073" y="65887"/>
                </a:lnTo>
                <a:lnTo>
                  <a:pt x="207752" y="65887"/>
                </a:lnTo>
                <a:cubicBezTo>
                  <a:pt x="215713" y="65887"/>
                  <a:pt x="221032" y="64680"/>
                  <a:pt x="223709" y="62265"/>
                </a:cubicBezTo>
                <a:cubicBezTo>
                  <a:pt x="227278" y="59093"/>
                  <a:pt x="229268" y="53506"/>
                  <a:pt x="229680" y="45503"/>
                </a:cubicBezTo>
                <a:lnTo>
                  <a:pt x="233489" y="45503"/>
                </a:lnTo>
                <a:lnTo>
                  <a:pt x="233489" y="94095"/>
                </a:lnTo>
                <a:lnTo>
                  <a:pt x="229680" y="94095"/>
                </a:lnTo>
                <a:cubicBezTo>
                  <a:pt x="228719" y="87367"/>
                  <a:pt x="227758" y="83052"/>
                  <a:pt x="226798" y="81150"/>
                </a:cubicBezTo>
                <a:cubicBezTo>
                  <a:pt x="225562" y="78771"/>
                  <a:pt x="223538" y="76903"/>
                  <a:pt x="220724" y="75545"/>
                </a:cubicBezTo>
                <a:cubicBezTo>
                  <a:pt x="217910" y="74185"/>
                  <a:pt x="213586" y="73506"/>
                  <a:pt x="207752" y="73506"/>
                </a:cubicBezTo>
                <a:lnTo>
                  <a:pt x="177073" y="73506"/>
                </a:lnTo>
                <a:lnTo>
                  <a:pt x="177073" y="119447"/>
                </a:lnTo>
                <a:cubicBezTo>
                  <a:pt x="177073" y="125613"/>
                  <a:pt x="177348" y="129364"/>
                  <a:pt x="177897" y="130700"/>
                </a:cubicBezTo>
                <a:cubicBezTo>
                  <a:pt x="178446" y="132036"/>
                  <a:pt x="179407" y="133099"/>
                  <a:pt x="180779" y="133888"/>
                </a:cubicBezTo>
                <a:cubicBezTo>
                  <a:pt x="182152" y="134675"/>
                  <a:pt x="184760" y="135069"/>
                  <a:pt x="188604" y="135069"/>
                </a:cubicBezTo>
                <a:lnTo>
                  <a:pt x="212282" y="135069"/>
                </a:lnTo>
                <a:cubicBezTo>
                  <a:pt x="220175" y="135069"/>
                  <a:pt x="225905" y="134520"/>
                  <a:pt x="229474" y="133422"/>
                </a:cubicBezTo>
                <a:cubicBezTo>
                  <a:pt x="233043" y="132324"/>
                  <a:pt x="236475" y="130162"/>
                  <a:pt x="239769" y="126936"/>
                </a:cubicBezTo>
                <a:cubicBezTo>
                  <a:pt x="244024" y="122681"/>
                  <a:pt x="248383" y="116264"/>
                  <a:pt x="252844" y="107685"/>
                </a:cubicBezTo>
                <a:lnTo>
                  <a:pt x="256962" y="107685"/>
                </a:lnTo>
                <a:lnTo>
                  <a:pt x="244917" y="142687"/>
                </a:lnTo>
                <a:lnTo>
                  <a:pt x="137335" y="142687"/>
                </a:lnTo>
                <a:lnTo>
                  <a:pt x="137335" y="138878"/>
                </a:lnTo>
                <a:lnTo>
                  <a:pt x="142276" y="138878"/>
                </a:lnTo>
                <a:cubicBezTo>
                  <a:pt x="145571" y="138878"/>
                  <a:pt x="148694" y="138089"/>
                  <a:pt x="151645" y="136510"/>
                </a:cubicBezTo>
                <a:cubicBezTo>
                  <a:pt x="153841" y="135412"/>
                  <a:pt x="155334" y="133765"/>
                  <a:pt x="156123" y="131569"/>
                </a:cubicBezTo>
                <a:cubicBezTo>
                  <a:pt x="156912" y="129373"/>
                  <a:pt x="157307" y="124877"/>
                  <a:pt x="157307" y="118082"/>
                </a:cubicBezTo>
                <a:lnTo>
                  <a:pt x="157307" y="27384"/>
                </a:lnTo>
                <a:cubicBezTo>
                  <a:pt x="157307" y="18531"/>
                  <a:pt x="156415" y="13075"/>
                  <a:pt x="154630" y="11016"/>
                </a:cubicBezTo>
                <a:cubicBezTo>
                  <a:pt x="152160" y="8270"/>
                  <a:pt x="148042" y="6898"/>
                  <a:pt x="142276" y="6898"/>
                </a:cubicBezTo>
                <a:lnTo>
                  <a:pt x="137335" y="6898"/>
                </a:lnTo>
                <a:lnTo>
                  <a:pt x="137335" y="3088"/>
                </a:lnTo>
                <a:lnTo>
                  <a:pt x="244917" y="3088"/>
                </a:lnTo>
                <a:lnTo>
                  <a:pt x="246461" y="33561"/>
                </a:lnTo>
                <a:lnTo>
                  <a:pt x="242446" y="33561"/>
                </a:lnTo>
                <a:cubicBezTo>
                  <a:pt x="241005" y="26250"/>
                  <a:pt x="239409" y="21228"/>
                  <a:pt x="237659" y="18495"/>
                </a:cubicBezTo>
                <a:cubicBezTo>
                  <a:pt x="235909" y="15763"/>
                  <a:pt x="233318" y="13679"/>
                  <a:pt x="229886" y="12244"/>
                </a:cubicBezTo>
                <a:cubicBezTo>
                  <a:pt x="227141" y="11219"/>
                  <a:pt x="222302" y="10707"/>
                  <a:pt x="215370" y="10707"/>
                </a:cubicBezTo>
                <a:lnTo>
                  <a:pt x="177073" y="107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EF1B80-A5FF-47D7-A9F7-9BF1A79D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9550" y="1029384"/>
            <a:ext cx="2477364" cy="1403781"/>
          </a:xfrm>
          <a:custGeom xmlns:a="http://schemas.openxmlformats.org/drawingml/2006/main">
            <a:pathLst>
              <a:path w="2477364" h="1403781">
                <a:moveTo>
                  <a:pt x="377754" y="17570"/>
                </a:moveTo>
                <a:lnTo>
                  <a:pt x="377754" y="0"/>
                </a:lnTo>
                <a:lnTo>
                  <a:pt x="325044" y="0"/>
                </a:lnTo>
                <a:lnTo>
                  <a:pt x="325044" y="17570"/>
                </a:lnTo>
                <a:lnTo>
                  <a:pt x="377754" y="17570"/>
                </a:lnTo>
                <a:close/>
                <a:moveTo>
                  <a:pt x="61495" y="17570"/>
                </a:moveTo>
                <a:lnTo>
                  <a:pt x="61495" y="0"/>
                </a:lnTo>
                <a:lnTo>
                  <a:pt x="8785" y="0"/>
                </a:lnTo>
                <a:lnTo>
                  <a:pt x="8785" y="17570"/>
                </a:lnTo>
                <a:lnTo>
                  <a:pt x="61495" y="17570"/>
                </a:lnTo>
                <a:close/>
                <a:moveTo>
                  <a:pt x="588594" y="17570"/>
                </a:moveTo>
                <a:lnTo>
                  <a:pt x="588594" y="0"/>
                </a:lnTo>
                <a:lnTo>
                  <a:pt x="535884" y="0"/>
                </a:lnTo>
                <a:lnTo>
                  <a:pt x="535884" y="17570"/>
                </a:lnTo>
                <a:lnTo>
                  <a:pt x="588594" y="17570"/>
                </a:lnTo>
                <a:close/>
                <a:moveTo>
                  <a:pt x="166915" y="17570"/>
                </a:moveTo>
                <a:lnTo>
                  <a:pt x="166915" y="0"/>
                </a:lnTo>
                <a:lnTo>
                  <a:pt x="114205" y="0"/>
                </a:lnTo>
                <a:lnTo>
                  <a:pt x="114205" y="17570"/>
                </a:lnTo>
                <a:lnTo>
                  <a:pt x="166915" y="17570"/>
                </a:lnTo>
                <a:close/>
                <a:moveTo>
                  <a:pt x="483174" y="17570"/>
                </a:moveTo>
                <a:lnTo>
                  <a:pt x="483174" y="0"/>
                </a:lnTo>
                <a:lnTo>
                  <a:pt x="430464" y="0"/>
                </a:lnTo>
                <a:lnTo>
                  <a:pt x="430464" y="17570"/>
                </a:lnTo>
                <a:lnTo>
                  <a:pt x="483174" y="17570"/>
                </a:lnTo>
                <a:close/>
                <a:moveTo>
                  <a:pt x="272334" y="17570"/>
                </a:moveTo>
                <a:lnTo>
                  <a:pt x="272334" y="0"/>
                </a:lnTo>
                <a:lnTo>
                  <a:pt x="219624" y="0"/>
                </a:lnTo>
                <a:lnTo>
                  <a:pt x="219624" y="17570"/>
                </a:lnTo>
                <a:lnTo>
                  <a:pt x="272334" y="17570"/>
                </a:lnTo>
                <a:close/>
                <a:moveTo>
                  <a:pt x="17570" y="57863"/>
                </a:moveTo>
                <a:lnTo>
                  <a:pt x="0" y="57863"/>
                </a:lnTo>
                <a:lnTo>
                  <a:pt x="0" y="110573"/>
                </a:lnTo>
                <a:lnTo>
                  <a:pt x="17570" y="110573"/>
                </a:lnTo>
                <a:lnTo>
                  <a:pt x="17570" y="57863"/>
                </a:lnTo>
                <a:close/>
                <a:moveTo>
                  <a:pt x="0" y="163283"/>
                </a:moveTo>
                <a:lnTo>
                  <a:pt x="0" y="215993"/>
                </a:lnTo>
                <a:lnTo>
                  <a:pt x="17570" y="215993"/>
                </a:lnTo>
                <a:lnTo>
                  <a:pt x="17570" y="163283"/>
                </a:lnTo>
                <a:lnTo>
                  <a:pt x="0" y="163283"/>
                </a:lnTo>
                <a:close/>
                <a:moveTo>
                  <a:pt x="0" y="268703"/>
                </a:moveTo>
                <a:lnTo>
                  <a:pt x="0" y="321413"/>
                </a:lnTo>
                <a:lnTo>
                  <a:pt x="17570" y="321413"/>
                </a:lnTo>
                <a:lnTo>
                  <a:pt x="17570" y="268703"/>
                </a:lnTo>
                <a:lnTo>
                  <a:pt x="0" y="268703"/>
                </a:lnTo>
                <a:close/>
                <a:moveTo>
                  <a:pt x="17570" y="374122"/>
                </a:moveTo>
                <a:lnTo>
                  <a:pt x="0" y="374122"/>
                </a:lnTo>
                <a:lnTo>
                  <a:pt x="0" y="426832"/>
                </a:lnTo>
                <a:lnTo>
                  <a:pt x="17570" y="426832"/>
                </a:lnTo>
                <a:lnTo>
                  <a:pt x="17570" y="374122"/>
                </a:lnTo>
                <a:close/>
                <a:moveTo>
                  <a:pt x="17570" y="479542"/>
                </a:moveTo>
                <a:lnTo>
                  <a:pt x="0" y="479542"/>
                </a:lnTo>
                <a:lnTo>
                  <a:pt x="0" y="532252"/>
                </a:lnTo>
                <a:lnTo>
                  <a:pt x="17570" y="532252"/>
                </a:lnTo>
                <a:lnTo>
                  <a:pt x="17570" y="479542"/>
                </a:lnTo>
                <a:close/>
                <a:moveTo>
                  <a:pt x="17570" y="584962"/>
                </a:moveTo>
                <a:lnTo>
                  <a:pt x="0" y="584962"/>
                </a:lnTo>
                <a:lnTo>
                  <a:pt x="0" y="637672"/>
                </a:lnTo>
                <a:lnTo>
                  <a:pt x="17570" y="637672"/>
                </a:lnTo>
                <a:lnTo>
                  <a:pt x="17570" y="584962"/>
                </a:lnTo>
                <a:close/>
                <a:moveTo>
                  <a:pt x="17570" y="690382"/>
                </a:moveTo>
                <a:lnTo>
                  <a:pt x="0" y="690382"/>
                </a:lnTo>
                <a:lnTo>
                  <a:pt x="0" y="743091"/>
                </a:lnTo>
                <a:lnTo>
                  <a:pt x="17570" y="743091"/>
                </a:lnTo>
                <a:lnTo>
                  <a:pt x="17570" y="690382"/>
                </a:lnTo>
                <a:close/>
                <a:moveTo>
                  <a:pt x="17570" y="795801"/>
                </a:moveTo>
                <a:lnTo>
                  <a:pt x="0" y="795801"/>
                </a:lnTo>
                <a:lnTo>
                  <a:pt x="0" y="848511"/>
                </a:lnTo>
                <a:lnTo>
                  <a:pt x="17570" y="848511"/>
                </a:lnTo>
                <a:lnTo>
                  <a:pt x="17570" y="795801"/>
                </a:lnTo>
                <a:close/>
                <a:moveTo>
                  <a:pt x="17570" y="901221"/>
                </a:moveTo>
                <a:lnTo>
                  <a:pt x="0" y="901221"/>
                </a:lnTo>
                <a:lnTo>
                  <a:pt x="0" y="953931"/>
                </a:lnTo>
                <a:lnTo>
                  <a:pt x="17570" y="953931"/>
                </a:lnTo>
                <a:lnTo>
                  <a:pt x="17570" y="901221"/>
                </a:lnTo>
                <a:close/>
                <a:moveTo>
                  <a:pt x="17570" y="1006641"/>
                </a:moveTo>
                <a:lnTo>
                  <a:pt x="0" y="1006641"/>
                </a:lnTo>
                <a:lnTo>
                  <a:pt x="0" y="1059351"/>
                </a:lnTo>
                <a:lnTo>
                  <a:pt x="17570" y="1059351"/>
                </a:lnTo>
                <a:lnTo>
                  <a:pt x="17570" y="1006641"/>
                </a:lnTo>
                <a:close/>
                <a:moveTo>
                  <a:pt x="0" y="1112061"/>
                </a:moveTo>
                <a:lnTo>
                  <a:pt x="0" y="1164771"/>
                </a:lnTo>
                <a:lnTo>
                  <a:pt x="17570" y="1164771"/>
                </a:lnTo>
                <a:lnTo>
                  <a:pt x="17570" y="1112061"/>
                </a:lnTo>
                <a:lnTo>
                  <a:pt x="0" y="1112061"/>
                </a:lnTo>
                <a:close/>
                <a:moveTo>
                  <a:pt x="0" y="1217481"/>
                </a:moveTo>
                <a:lnTo>
                  <a:pt x="0" y="1270191"/>
                </a:lnTo>
                <a:lnTo>
                  <a:pt x="17570" y="1270191"/>
                </a:lnTo>
                <a:lnTo>
                  <a:pt x="17570" y="1217481"/>
                </a:lnTo>
                <a:lnTo>
                  <a:pt x="0" y="1217481"/>
                </a:lnTo>
                <a:close/>
                <a:moveTo>
                  <a:pt x="17570" y="1322900"/>
                </a:moveTo>
                <a:lnTo>
                  <a:pt x="0" y="1322900"/>
                </a:lnTo>
                <a:lnTo>
                  <a:pt x="0" y="1375610"/>
                </a:lnTo>
                <a:lnTo>
                  <a:pt x="17570" y="1375610"/>
                </a:lnTo>
                <a:lnTo>
                  <a:pt x="17570" y="1322900"/>
                </a:lnTo>
                <a:close/>
                <a:moveTo>
                  <a:pt x="252949" y="1386211"/>
                </a:moveTo>
                <a:lnTo>
                  <a:pt x="252949" y="1403781"/>
                </a:lnTo>
                <a:lnTo>
                  <a:pt x="305659" y="1403781"/>
                </a:lnTo>
                <a:lnTo>
                  <a:pt x="305659" y="1386211"/>
                </a:lnTo>
                <a:lnTo>
                  <a:pt x="252949" y="1386211"/>
                </a:lnTo>
                <a:close/>
                <a:moveTo>
                  <a:pt x="358369" y="1386211"/>
                </a:moveTo>
                <a:lnTo>
                  <a:pt x="358369" y="1403781"/>
                </a:lnTo>
                <a:lnTo>
                  <a:pt x="411078" y="1403781"/>
                </a:lnTo>
                <a:lnTo>
                  <a:pt x="411078" y="1386211"/>
                </a:lnTo>
                <a:lnTo>
                  <a:pt x="358369" y="1386211"/>
                </a:lnTo>
                <a:close/>
                <a:moveTo>
                  <a:pt x="147529" y="1386211"/>
                </a:moveTo>
                <a:lnTo>
                  <a:pt x="147529" y="1403781"/>
                </a:lnTo>
                <a:lnTo>
                  <a:pt x="200239" y="1403781"/>
                </a:lnTo>
                <a:lnTo>
                  <a:pt x="200239" y="1386211"/>
                </a:lnTo>
                <a:lnTo>
                  <a:pt x="147529" y="1386211"/>
                </a:lnTo>
                <a:close/>
                <a:moveTo>
                  <a:pt x="463788" y="1386211"/>
                </a:moveTo>
                <a:lnTo>
                  <a:pt x="463788" y="1403781"/>
                </a:lnTo>
                <a:lnTo>
                  <a:pt x="516498" y="1403781"/>
                </a:lnTo>
                <a:lnTo>
                  <a:pt x="516498" y="1386211"/>
                </a:lnTo>
                <a:lnTo>
                  <a:pt x="463788" y="1386211"/>
                </a:lnTo>
                <a:close/>
                <a:moveTo>
                  <a:pt x="42109" y="1386211"/>
                </a:moveTo>
                <a:lnTo>
                  <a:pt x="42109" y="1403781"/>
                </a:lnTo>
                <a:lnTo>
                  <a:pt x="94819" y="1403781"/>
                </a:lnTo>
                <a:lnTo>
                  <a:pt x="94819" y="1386211"/>
                </a:lnTo>
                <a:lnTo>
                  <a:pt x="42109" y="1386211"/>
                </a:lnTo>
                <a:close/>
                <a:moveTo>
                  <a:pt x="569208" y="1386211"/>
                </a:moveTo>
                <a:lnTo>
                  <a:pt x="569208" y="1403781"/>
                </a:lnTo>
                <a:lnTo>
                  <a:pt x="621918" y="1403781"/>
                </a:lnTo>
                <a:lnTo>
                  <a:pt x="621918" y="1386211"/>
                </a:lnTo>
                <a:lnTo>
                  <a:pt x="569208" y="1386211"/>
                </a:lnTo>
                <a:close/>
                <a:moveTo>
                  <a:pt x="694013" y="0"/>
                </a:moveTo>
                <a:lnTo>
                  <a:pt x="641303" y="0"/>
                </a:lnTo>
                <a:lnTo>
                  <a:pt x="641303" y="17570"/>
                </a:lnTo>
                <a:lnTo>
                  <a:pt x="694013" y="17570"/>
                </a:lnTo>
                <a:lnTo>
                  <a:pt x="694013" y="0"/>
                </a:lnTo>
                <a:close/>
                <a:moveTo>
                  <a:pt x="1959050" y="0"/>
                </a:moveTo>
                <a:lnTo>
                  <a:pt x="1906340" y="0"/>
                </a:lnTo>
                <a:lnTo>
                  <a:pt x="1906340" y="17570"/>
                </a:lnTo>
                <a:lnTo>
                  <a:pt x="1959050" y="17570"/>
                </a:lnTo>
                <a:lnTo>
                  <a:pt x="1959050" y="0"/>
                </a:lnTo>
                <a:close/>
                <a:moveTo>
                  <a:pt x="904853" y="17570"/>
                </a:moveTo>
                <a:lnTo>
                  <a:pt x="904853" y="0"/>
                </a:lnTo>
                <a:lnTo>
                  <a:pt x="852143" y="0"/>
                </a:lnTo>
                <a:lnTo>
                  <a:pt x="852143" y="17570"/>
                </a:lnTo>
                <a:lnTo>
                  <a:pt x="904853" y="17570"/>
                </a:lnTo>
                <a:close/>
                <a:moveTo>
                  <a:pt x="1010273" y="17570"/>
                </a:moveTo>
                <a:lnTo>
                  <a:pt x="1010273" y="0"/>
                </a:lnTo>
                <a:lnTo>
                  <a:pt x="957563" y="0"/>
                </a:lnTo>
                <a:lnTo>
                  <a:pt x="957563" y="17570"/>
                </a:lnTo>
                <a:lnTo>
                  <a:pt x="1010273" y="17570"/>
                </a:lnTo>
                <a:close/>
                <a:moveTo>
                  <a:pt x="1115692" y="17570"/>
                </a:moveTo>
                <a:lnTo>
                  <a:pt x="1115692" y="0"/>
                </a:lnTo>
                <a:lnTo>
                  <a:pt x="1062982" y="0"/>
                </a:lnTo>
                <a:lnTo>
                  <a:pt x="1062982" y="17570"/>
                </a:lnTo>
                <a:lnTo>
                  <a:pt x="1115692" y="17570"/>
                </a:lnTo>
                <a:close/>
                <a:moveTo>
                  <a:pt x="1221112" y="0"/>
                </a:moveTo>
                <a:lnTo>
                  <a:pt x="1168402" y="0"/>
                </a:lnTo>
                <a:lnTo>
                  <a:pt x="1168402" y="17570"/>
                </a:lnTo>
                <a:lnTo>
                  <a:pt x="1221112" y="17570"/>
                </a:lnTo>
                <a:lnTo>
                  <a:pt x="1221112" y="0"/>
                </a:lnTo>
                <a:close/>
                <a:moveTo>
                  <a:pt x="1326532" y="0"/>
                </a:moveTo>
                <a:lnTo>
                  <a:pt x="1273822" y="0"/>
                </a:lnTo>
                <a:lnTo>
                  <a:pt x="1273822" y="17570"/>
                </a:lnTo>
                <a:lnTo>
                  <a:pt x="1326532" y="17570"/>
                </a:lnTo>
                <a:lnTo>
                  <a:pt x="1326532" y="0"/>
                </a:lnTo>
                <a:close/>
                <a:moveTo>
                  <a:pt x="1431952" y="17570"/>
                </a:moveTo>
                <a:lnTo>
                  <a:pt x="1431952" y="0"/>
                </a:lnTo>
                <a:lnTo>
                  <a:pt x="1379242" y="0"/>
                </a:lnTo>
                <a:lnTo>
                  <a:pt x="1379242" y="17570"/>
                </a:lnTo>
                <a:lnTo>
                  <a:pt x="1431952" y="17570"/>
                </a:lnTo>
                <a:close/>
                <a:moveTo>
                  <a:pt x="1537371" y="17570"/>
                </a:moveTo>
                <a:lnTo>
                  <a:pt x="1537371" y="0"/>
                </a:lnTo>
                <a:lnTo>
                  <a:pt x="1484661" y="0"/>
                </a:lnTo>
                <a:lnTo>
                  <a:pt x="1484661" y="17570"/>
                </a:lnTo>
                <a:lnTo>
                  <a:pt x="1537371" y="17570"/>
                </a:lnTo>
                <a:close/>
                <a:moveTo>
                  <a:pt x="1642791" y="17570"/>
                </a:moveTo>
                <a:lnTo>
                  <a:pt x="1642791" y="0"/>
                </a:lnTo>
                <a:lnTo>
                  <a:pt x="1590081" y="0"/>
                </a:lnTo>
                <a:lnTo>
                  <a:pt x="1590081" y="17570"/>
                </a:lnTo>
                <a:lnTo>
                  <a:pt x="1642791" y="17570"/>
                </a:lnTo>
                <a:close/>
                <a:moveTo>
                  <a:pt x="799433" y="0"/>
                </a:moveTo>
                <a:lnTo>
                  <a:pt x="746723" y="0"/>
                </a:lnTo>
                <a:lnTo>
                  <a:pt x="746723" y="17570"/>
                </a:lnTo>
                <a:lnTo>
                  <a:pt x="799433" y="17570"/>
                </a:lnTo>
                <a:lnTo>
                  <a:pt x="799433" y="0"/>
                </a:lnTo>
                <a:close/>
                <a:moveTo>
                  <a:pt x="1748211" y="0"/>
                </a:moveTo>
                <a:lnTo>
                  <a:pt x="1695501" y="0"/>
                </a:lnTo>
                <a:lnTo>
                  <a:pt x="1695501" y="17570"/>
                </a:lnTo>
                <a:lnTo>
                  <a:pt x="1748211" y="17570"/>
                </a:lnTo>
                <a:lnTo>
                  <a:pt x="1748211" y="0"/>
                </a:lnTo>
                <a:close/>
                <a:moveTo>
                  <a:pt x="1853631" y="17570"/>
                </a:moveTo>
                <a:lnTo>
                  <a:pt x="1853631" y="0"/>
                </a:lnTo>
                <a:lnTo>
                  <a:pt x="1800921" y="0"/>
                </a:lnTo>
                <a:lnTo>
                  <a:pt x="1800921" y="17570"/>
                </a:lnTo>
                <a:lnTo>
                  <a:pt x="1853631" y="17570"/>
                </a:lnTo>
                <a:close/>
                <a:moveTo>
                  <a:pt x="674628" y="1386211"/>
                </a:moveTo>
                <a:lnTo>
                  <a:pt x="674628" y="1403781"/>
                </a:lnTo>
                <a:lnTo>
                  <a:pt x="727338" y="1403781"/>
                </a:lnTo>
                <a:lnTo>
                  <a:pt x="727338" y="1386211"/>
                </a:lnTo>
                <a:lnTo>
                  <a:pt x="674628" y="1386211"/>
                </a:lnTo>
                <a:close/>
                <a:moveTo>
                  <a:pt x="780048" y="1386211"/>
                </a:moveTo>
                <a:lnTo>
                  <a:pt x="780048" y="1403781"/>
                </a:lnTo>
                <a:lnTo>
                  <a:pt x="832757" y="1403781"/>
                </a:lnTo>
                <a:lnTo>
                  <a:pt x="832757" y="1386211"/>
                </a:lnTo>
                <a:lnTo>
                  <a:pt x="780048" y="1386211"/>
                </a:lnTo>
                <a:close/>
                <a:moveTo>
                  <a:pt x="885467" y="1386211"/>
                </a:moveTo>
                <a:lnTo>
                  <a:pt x="885467" y="1403781"/>
                </a:lnTo>
                <a:lnTo>
                  <a:pt x="938177" y="1403781"/>
                </a:lnTo>
                <a:lnTo>
                  <a:pt x="938177" y="1386211"/>
                </a:lnTo>
                <a:lnTo>
                  <a:pt x="885467" y="1386211"/>
                </a:lnTo>
                <a:close/>
                <a:moveTo>
                  <a:pt x="1096307" y="1386211"/>
                </a:moveTo>
                <a:lnTo>
                  <a:pt x="1096307" y="1403781"/>
                </a:lnTo>
                <a:lnTo>
                  <a:pt x="1149017" y="1403781"/>
                </a:lnTo>
                <a:lnTo>
                  <a:pt x="1149017" y="1386211"/>
                </a:lnTo>
                <a:lnTo>
                  <a:pt x="1096307" y="1386211"/>
                </a:lnTo>
                <a:close/>
                <a:moveTo>
                  <a:pt x="1201727" y="1386211"/>
                </a:moveTo>
                <a:lnTo>
                  <a:pt x="1201727" y="1403781"/>
                </a:lnTo>
                <a:lnTo>
                  <a:pt x="1254436" y="1403781"/>
                </a:lnTo>
                <a:lnTo>
                  <a:pt x="1254436" y="1386211"/>
                </a:lnTo>
                <a:lnTo>
                  <a:pt x="1201727" y="1386211"/>
                </a:lnTo>
                <a:close/>
                <a:moveTo>
                  <a:pt x="1307146" y="1386211"/>
                </a:moveTo>
                <a:lnTo>
                  <a:pt x="1307146" y="1403781"/>
                </a:lnTo>
                <a:lnTo>
                  <a:pt x="1359856" y="1403781"/>
                </a:lnTo>
                <a:lnTo>
                  <a:pt x="1359856" y="1386211"/>
                </a:lnTo>
                <a:lnTo>
                  <a:pt x="1307146" y="1386211"/>
                </a:lnTo>
                <a:close/>
                <a:moveTo>
                  <a:pt x="1412566" y="1403781"/>
                </a:moveTo>
                <a:lnTo>
                  <a:pt x="1465276" y="1403781"/>
                </a:lnTo>
                <a:lnTo>
                  <a:pt x="1465276" y="1386211"/>
                </a:lnTo>
                <a:lnTo>
                  <a:pt x="1412566" y="1386211"/>
                </a:lnTo>
                <a:lnTo>
                  <a:pt x="1412566" y="1403781"/>
                </a:lnTo>
                <a:close/>
                <a:moveTo>
                  <a:pt x="1517986" y="1403781"/>
                </a:moveTo>
                <a:lnTo>
                  <a:pt x="1570696" y="1403781"/>
                </a:lnTo>
                <a:lnTo>
                  <a:pt x="1570696" y="1386211"/>
                </a:lnTo>
                <a:lnTo>
                  <a:pt x="1517986" y="1386211"/>
                </a:lnTo>
                <a:lnTo>
                  <a:pt x="1517986" y="1403781"/>
                </a:lnTo>
                <a:close/>
                <a:moveTo>
                  <a:pt x="1623406" y="1386211"/>
                </a:moveTo>
                <a:lnTo>
                  <a:pt x="1623406" y="1403781"/>
                </a:lnTo>
                <a:lnTo>
                  <a:pt x="1676115" y="1403781"/>
                </a:lnTo>
                <a:lnTo>
                  <a:pt x="1676115" y="1386211"/>
                </a:lnTo>
                <a:lnTo>
                  <a:pt x="1623406" y="1386211"/>
                </a:lnTo>
                <a:close/>
                <a:moveTo>
                  <a:pt x="1728825" y="1386211"/>
                </a:moveTo>
                <a:lnTo>
                  <a:pt x="1728825" y="1403781"/>
                </a:lnTo>
                <a:lnTo>
                  <a:pt x="1781535" y="1403781"/>
                </a:lnTo>
                <a:lnTo>
                  <a:pt x="1781535" y="1386211"/>
                </a:lnTo>
                <a:lnTo>
                  <a:pt x="1728825" y="1386211"/>
                </a:lnTo>
                <a:close/>
                <a:moveTo>
                  <a:pt x="1834245" y="1386211"/>
                </a:moveTo>
                <a:lnTo>
                  <a:pt x="1834245" y="1403781"/>
                </a:lnTo>
                <a:lnTo>
                  <a:pt x="1886955" y="1403781"/>
                </a:lnTo>
                <a:lnTo>
                  <a:pt x="1886955" y="1386211"/>
                </a:lnTo>
                <a:lnTo>
                  <a:pt x="1834245" y="1386211"/>
                </a:lnTo>
                <a:close/>
                <a:moveTo>
                  <a:pt x="990887" y="1403781"/>
                </a:moveTo>
                <a:lnTo>
                  <a:pt x="1043597" y="1403781"/>
                </a:lnTo>
                <a:lnTo>
                  <a:pt x="1043597" y="1386211"/>
                </a:lnTo>
                <a:lnTo>
                  <a:pt x="990887" y="1386211"/>
                </a:lnTo>
                <a:lnTo>
                  <a:pt x="990887" y="1403781"/>
                </a:lnTo>
                <a:close/>
                <a:moveTo>
                  <a:pt x="2064470" y="0"/>
                </a:moveTo>
                <a:lnTo>
                  <a:pt x="2011760" y="0"/>
                </a:lnTo>
                <a:lnTo>
                  <a:pt x="2011760" y="17570"/>
                </a:lnTo>
                <a:lnTo>
                  <a:pt x="2064470" y="17570"/>
                </a:lnTo>
                <a:lnTo>
                  <a:pt x="2064470" y="0"/>
                </a:lnTo>
                <a:close/>
                <a:moveTo>
                  <a:pt x="2169890" y="17570"/>
                </a:moveTo>
                <a:lnTo>
                  <a:pt x="2169890" y="0"/>
                </a:lnTo>
                <a:lnTo>
                  <a:pt x="2117180" y="0"/>
                </a:lnTo>
                <a:lnTo>
                  <a:pt x="2117180" y="17570"/>
                </a:lnTo>
                <a:lnTo>
                  <a:pt x="2169890" y="17570"/>
                </a:lnTo>
                <a:close/>
                <a:moveTo>
                  <a:pt x="2275310" y="17570"/>
                </a:moveTo>
                <a:lnTo>
                  <a:pt x="2275310" y="0"/>
                </a:lnTo>
                <a:lnTo>
                  <a:pt x="2222600" y="0"/>
                </a:lnTo>
                <a:lnTo>
                  <a:pt x="2222600" y="17570"/>
                </a:lnTo>
                <a:lnTo>
                  <a:pt x="2275310" y="17570"/>
                </a:lnTo>
                <a:close/>
                <a:moveTo>
                  <a:pt x="2380729" y="17570"/>
                </a:moveTo>
                <a:lnTo>
                  <a:pt x="2380729" y="0"/>
                </a:lnTo>
                <a:lnTo>
                  <a:pt x="2328019" y="0"/>
                </a:lnTo>
                <a:lnTo>
                  <a:pt x="2328019" y="17570"/>
                </a:lnTo>
                <a:lnTo>
                  <a:pt x="2380729" y="17570"/>
                </a:lnTo>
                <a:close/>
                <a:moveTo>
                  <a:pt x="2459794" y="26355"/>
                </a:moveTo>
                <a:lnTo>
                  <a:pt x="2477364" y="26355"/>
                </a:lnTo>
                <a:lnTo>
                  <a:pt x="2477364" y="0"/>
                </a:lnTo>
                <a:lnTo>
                  <a:pt x="2433439" y="0"/>
                </a:lnTo>
                <a:lnTo>
                  <a:pt x="2433439" y="17570"/>
                </a:lnTo>
                <a:lnTo>
                  <a:pt x="2459794" y="17570"/>
                </a:lnTo>
                <a:lnTo>
                  <a:pt x="2459794" y="26355"/>
                </a:lnTo>
                <a:close/>
                <a:moveTo>
                  <a:pt x="2459794" y="131775"/>
                </a:moveTo>
                <a:lnTo>
                  <a:pt x="2477364" y="131775"/>
                </a:lnTo>
                <a:lnTo>
                  <a:pt x="2477364" y="79065"/>
                </a:lnTo>
                <a:lnTo>
                  <a:pt x="2459794" y="79065"/>
                </a:lnTo>
                <a:lnTo>
                  <a:pt x="2459794" y="131775"/>
                </a:lnTo>
                <a:close/>
                <a:moveTo>
                  <a:pt x="2459794" y="237194"/>
                </a:moveTo>
                <a:lnTo>
                  <a:pt x="2477364" y="237194"/>
                </a:lnTo>
                <a:lnTo>
                  <a:pt x="2477364" y="184485"/>
                </a:lnTo>
                <a:lnTo>
                  <a:pt x="2459794" y="184485"/>
                </a:lnTo>
                <a:lnTo>
                  <a:pt x="2459794" y="237194"/>
                </a:lnTo>
                <a:close/>
                <a:moveTo>
                  <a:pt x="2459794" y="342614"/>
                </a:moveTo>
                <a:lnTo>
                  <a:pt x="2477364" y="342614"/>
                </a:lnTo>
                <a:lnTo>
                  <a:pt x="2477364" y="289904"/>
                </a:lnTo>
                <a:lnTo>
                  <a:pt x="2459794" y="289904"/>
                </a:lnTo>
                <a:lnTo>
                  <a:pt x="2459794" y="342614"/>
                </a:lnTo>
                <a:close/>
                <a:moveTo>
                  <a:pt x="2459794" y="448034"/>
                </a:moveTo>
                <a:lnTo>
                  <a:pt x="2477364" y="448034"/>
                </a:lnTo>
                <a:lnTo>
                  <a:pt x="2477364" y="395324"/>
                </a:lnTo>
                <a:lnTo>
                  <a:pt x="2459794" y="395324"/>
                </a:lnTo>
                <a:lnTo>
                  <a:pt x="2459794" y="448034"/>
                </a:lnTo>
                <a:close/>
                <a:moveTo>
                  <a:pt x="2459794" y="553454"/>
                </a:moveTo>
                <a:lnTo>
                  <a:pt x="2477364" y="553454"/>
                </a:lnTo>
                <a:lnTo>
                  <a:pt x="2477364" y="500744"/>
                </a:lnTo>
                <a:lnTo>
                  <a:pt x="2459794" y="500744"/>
                </a:lnTo>
                <a:lnTo>
                  <a:pt x="2459794" y="553454"/>
                </a:lnTo>
                <a:close/>
                <a:moveTo>
                  <a:pt x="2459794" y="658873"/>
                </a:moveTo>
                <a:lnTo>
                  <a:pt x="2477364" y="658873"/>
                </a:lnTo>
                <a:lnTo>
                  <a:pt x="2477364" y="606164"/>
                </a:lnTo>
                <a:lnTo>
                  <a:pt x="2459794" y="606164"/>
                </a:lnTo>
                <a:lnTo>
                  <a:pt x="2459794" y="658873"/>
                </a:lnTo>
                <a:close/>
                <a:moveTo>
                  <a:pt x="2459794" y="764293"/>
                </a:moveTo>
                <a:lnTo>
                  <a:pt x="2477364" y="764293"/>
                </a:lnTo>
                <a:lnTo>
                  <a:pt x="2477364" y="711583"/>
                </a:lnTo>
                <a:lnTo>
                  <a:pt x="2459794" y="711583"/>
                </a:lnTo>
                <a:lnTo>
                  <a:pt x="2459794" y="764293"/>
                </a:lnTo>
                <a:close/>
                <a:moveTo>
                  <a:pt x="2477364" y="869713"/>
                </a:moveTo>
                <a:lnTo>
                  <a:pt x="2477364" y="817003"/>
                </a:lnTo>
                <a:lnTo>
                  <a:pt x="2459794" y="817003"/>
                </a:lnTo>
                <a:lnTo>
                  <a:pt x="2459794" y="869713"/>
                </a:lnTo>
                <a:lnTo>
                  <a:pt x="2477364" y="869713"/>
                </a:lnTo>
                <a:close/>
                <a:moveTo>
                  <a:pt x="2477364" y="975133"/>
                </a:moveTo>
                <a:lnTo>
                  <a:pt x="2477364" y="922423"/>
                </a:lnTo>
                <a:lnTo>
                  <a:pt x="2459794" y="922423"/>
                </a:lnTo>
                <a:lnTo>
                  <a:pt x="2459794" y="975133"/>
                </a:lnTo>
                <a:lnTo>
                  <a:pt x="2477364" y="975133"/>
                </a:lnTo>
                <a:close/>
                <a:moveTo>
                  <a:pt x="2459794" y="1080552"/>
                </a:moveTo>
                <a:lnTo>
                  <a:pt x="2477364" y="1080552"/>
                </a:lnTo>
                <a:lnTo>
                  <a:pt x="2477364" y="1027843"/>
                </a:lnTo>
                <a:lnTo>
                  <a:pt x="2459794" y="1027843"/>
                </a:lnTo>
                <a:lnTo>
                  <a:pt x="2459794" y="1080552"/>
                </a:lnTo>
                <a:close/>
                <a:moveTo>
                  <a:pt x="2459794" y="1185972"/>
                </a:moveTo>
                <a:lnTo>
                  <a:pt x="2477364" y="1185972"/>
                </a:lnTo>
                <a:lnTo>
                  <a:pt x="2477364" y="1133262"/>
                </a:lnTo>
                <a:lnTo>
                  <a:pt x="2459794" y="1133262"/>
                </a:lnTo>
                <a:lnTo>
                  <a:pt x="2459794" y="1185972"/>
                </a:lnTo>
                <a:close/>
                <a:moveTo>
                  <a:pt x="2459794" y="1291392"/>
                </a:moveTo>
                <a:lnTo>
                  <a:pt x="2477364" y="1291392"/>
                </a:lnTo>
                <a:lnTo>
                  <a:pt x="2477364" y="1238682"/>
                </a:lnTo>
                <a:lnTo>
                  <a:pt x="2459794" y="1238682"/>
                </a:lnTo>
                <a:lnTo>
                  <a:pt x="2459794" y="1291392"/>
                </a:lnTo>
                <a:close/>
                <a:moveTo>
                  <a:pt x="2466763" y="1403781"/>
                </a:moveTo>
                <a:lnTo>
                  <a:pt x="2477364" y="1403781"/>
                </a:lnTo>
                <a:lnTo>
                  <a:pt x="2477364" y="1344102"/>
                </a:lnTo>
                <a:lnTo>
                  <a:pt x="2459794" y="1344102"/>
                </a:lnTo>
                <a:lnTo>
                  <a:pt x="2459794" y="1394996"/>
                </a:lnTo>
                <a:lnTo>
                  <a:pt x="2466763" y="1394996"/>
                </a:lnTo>
                <a:lnTo>
                  <a:pt x="2466763" y="1403781"/>
                </a:lnTo>
                <a:close/>
                <a:moveTo>
                  <a:pt x="2361344" y="1386211"/>
                </a:moveTo>
                <a:lnTo>
                  <a:pt x="2361344" y="1403781"/>
                </a:lnTo>
                <a:lnTo>
                  <a:pt x="2414054" y="1403781"/>
                </a:lnTo>
                <a:lnTo>
                  <a:pt x="2414054" y="1386211"/>
                </a:lnTo>
                <a:lnTo>
                  <a:pt x="2361344" y="1386211"/>
                </a:lnTo>
                <a:close/>
                <a:moveTo>
                  <a:pt x="2255924" y="1386211"/>
                </a:moveTo>
                <a:lnTo>
                  <a:pt x="2255924" y="1403781"/>
                </a:lnTo>
                <a:lnTo>
                  <a:pt x="2308634" y="1403781"/>
                </a:lnTo>
                <a:lnTo>
                  <a:pt x="2308634" y="1386211"/>
                </a:lnTo>
                <a:lnTo>
                  <a:pt x="2255924" y="1386211"/>
                </a:lnTo>
                <a:close/>
                <a:moveTo>
                  <a:pt x="2150504" y="1386211"/>
                </a:moveTo>
                <a:lnTo>
                  <a:pt x="2150504" y="1403781"/>
                </a:lnTo>
                <a:lnTo>
                  <a:pt x="2203214" y="1403781"/>
                </a:lnTo>
                <a:lnTo>
                  <a:pt x="2203214" y="1386211"/>
                </a:lnTo>
                <a:lnTo>
                  <a:pt x="2150504" y="1386211"/>
                </a:lnTo>
                <a:close/>
                <a:moveTo>
                  <a:pt x="2045085" y="1403781"/>
                </a:moveTo>
                <a:lnTo>
                  <a:pt x="2097794" y="1403781"/>
                </a:lnTo>
                <a:lnTo>
                  <a:pt x="2097794" y="1386211"/>
                </a:lnTo>
                <a:lnTo>
                  <a:pt x="2045085" y="1386211"/>
                </a:lnTo>
                <a:lnTo>
                  <a:pt x="2045085" y="1403781"/>
                </a:lnTo>
                <a:close/>
                <a:moveTo>
                  <a:pt x="1939665" y="1403781"/>
                </a:moveTo>
                <a:lnTo>
                  <a:pt x="1992375" y="1403781"/>
                </a:lnTo>
                <a:lnTo>
                  <a:pt x="1992375" y="1386211"/>
                </a:lnTo>
                <a:lnTo>
                  <a:pt x="1939665" y="1386211"/>
                </a:lnTo>
                <a:lnTo>
                  <a:pt x="1939665" y="1403781"/>
                </a:lnTo>
                <a:close/>
              </a:path>
            </a:pathLst>
          </a:custGeom>
          <a:solidFill xmlns:a="http://schemas.openxmlformats.org/drawingml/2006/main">
            <a:srgbClr val="6161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6EC8B3-6E4D-48F8-8A78-004AFAE1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3437" y="1751040"/>
            <a:ext cx="446453" cy="276961"/>
          </a:xfrm>
          <a:custGeom xmlns:a="http://schemas.openxmlformats.org/drawingml/2006/main">
            <a:pathLst>
              <a:path w="446453" h="276961" fill="none">
                <a:moveTo>
                  <a:pt x="0" y="276961"/>
                </a:moveTo>
                <a:lnTo>
                  <a:pt x="4464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E279FE-08F8-4B91-B591-AA8FB1D8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387" y="1734876"/>
            <a:ext cx="45623" cy="39005"/>
          </a:xfrm>
          <a:custGeom xmlns:a="http://schemas.openxmlformats.org/drawingml/2006/main">
            <a:pathLst>
              <a:path w="45623" h="39005">
                <a:moveTo>
                  <a:pt x="45623" y="0"/>
                </a:moveTo>
                <a:lnTo>
                  <a:pt x="21611" y="39005"/>
                </a:lnTo>
                <a:lnTo>
                  <a:pt x="19503" y="16164"/>
                </a:lnTo>
                <a:lnTo>
                  <a:pt x="0" y="4158"/>
                </a:lnTo>
                <a:lnTo>
                  <a:pt x="4562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A4F20A-0493-465F-AA02-29C96B3F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387" y="1734876"/>
            <a:ext cx="45623" cy="39005"/>
          </a:xfrm>
          <a:custGeom xmlns:a="http://schemas.openxmlformats.org/drawingml/2006/main">
            <a:pathLst>
              <a:path w="45623" h="39005" fill="none">
                <a:moveTo>
                  <a:pt x="45623" y="0"/>
                </a:moveTo>
                <a:lnTo>
                  <a:pt x="21611" y="39005"/>
                </a:lnTo>
                <a:lnTo>
                  <a:pt x="19503" y="16164"/>
                </a:lnTo>
                <a:lnTo>
                  <a:pt x="0" y="4158"/>
                </a:lnTo>
                <a:lnTo>
                  <a:pt x="4562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E93B16-7389-4AA8-B430-B5FA112E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75" y="1985131"/>
            <a:ext cx="292833" cy="292833"/>
          </a:xfrm>
          <a:custGeom xmlns:a="http://schemas.openxmlformats.org/drawingml/2006/main">
            <a:pathLst>
              <a:path w="292833" h="292833">
                <a:moveTo>
                  <a:pt x="292833" y="146416"/>
                </a:moveTo>
                <a:cubicBezTo>
                  <a:pt x="292833" y="151212"/>
                  <a:pt x="292597" y="155995"/>
                  <a:pt x="292127" y="160768"/>
                </a:cubicBezTo>
                <a:cubicBezTo>
                  <a:pt x="291657" y="165540"/>
                  <a:pt x="290954" y="170277"/>
                  <a:pt x="290018" y="174981"/>
                </a:cubicBezTo>
                <a:cubicBezTo>
                  <a:pt x="289083" y="179684"/>
                  <a:pt x="287919" y="184330"/>
                  <a:pt x="286527" y="188919"/>
                </a:cubicBezTo>
                <a:cubicBezTo>
                  <a:pt x="285135" y="193507"/>
                  <a:pt x="283522" y="198017"/>
                  <a:pt x="281686" y="202447"/>
                </a:cubicBezTo>
                <a:cubicBezTo>
                  <a:pt x="279851" y="206877"/>
                  <a:pt x="277803" y="211207"/>
                  <a:pt x="275544" y="215436"/>
                </a:cubicBezTo>
                <a:cubicBezTo>
                  <a:pt x="273283" y="219665"/>
                  <a:pt x="270820" y="223774"/>
                  <a:pt x="268156" y="227761"/>
                </a:cubicBezTo>
                <a:cubicBezTo>
                  <a:pt x="265492" y="231748"/>
                  <a:pt x="262639" y="235595"/>
                  <a:pt x="259597" y="239302"/>
                </a:cubicBezTo>
                <a:cubicBezTo>
                  <a:pt x="256555" y="243008"/>
                  <a:pt x="253338" y="246557"/>
                  <a:pt x="249947" y="249948"/>
                </a:cubicBezTo>
                <a:cubicBezTo>
                  <a:pt x="246556" y="253339"/>
                  <a:pt x="243008" y="256555"/>
                  <a:pt x="239302" y="259597"/>
                </a:cubicBezTo>
                <a:cubicBezTo>
                  <a:pt x="235594" y="262640"/>
                  <a:pt x="231747" y="265493"/>
                  <a:pt x="227759" y="268157"/>
                </a:cubicBezTo>
                <a:cubicBezTo>
                  <a:pt x="223773" y="270821"/>
                  <a:pt x="219665" y="273283"/>
                  <a:pt x="215436" y="275544"/>
                </a:cubicBezTo>
                <a:cubicBezTo>
                  <a:pt x="211207" y="277804"/>
                  <a:pt x="206877" y="279852"/>
                  <a:pt x="202447" y="281687"/>
                </a:cubicBezTo>
                <a:cubicBezTo>
                  <a:pt x="198017" y="283522"/>
                  <a:pt x="193508" y="285136"/>
                  <a:pt x="188919" y="286528"/>
                </a:cubicBezTo>
                <a:cubicBezTo>
                  <a:pt x="184330" y="287920"/>
                  <a:pt x="179684" y="289083"/>
                  <a:pt x="174980" y="290019"/>
                </a:cubicBezTo>
                <a:cubicBezTo>
                  <a:pt x="170277" y="290955"/>
                  <a:pt x="165541" y="291658"/>
                  <a:pt x="160769" y="292127"/>
                </a:cubicBezTo>
                <a:cubicBezTo>
                  <a:pt x="155997" y="292598"/>
                  <a:pt x="151212" y="292833"/>
                  <a:pt x="146416" y="292833"/>
                </a:cubicBezTo>
                <a:cubicBezTo>
                  <a:pt x="141621" y="292833"/>
                  <a:pt x="136837" y="292598"/>
                  <a:pt x="132065" y="292128"/>
                </a:cubicBezTo>
                <a:cubicBezTo>
                  <a:pt x="127292" y="291658"/>
                  <a:pt x="122555" y="290955"/>
                  <a:pt x="117851" y="290019"/>
                </a:cubicBezTo>
                <a:cubicBezTo>
                  <a:pt x="113148" y="289083"/>
                  <a:pt x="108503" y="287920"/>
                  <a:pt x="103913" y="286528"/>
                </a:cubicBezTo>
                <a:cubicBezTo>
                  <a:pt x="99324" y="285136"/>
                  <a:pt x="94815" y="283522"/>
                  <a:pt x="90385" y="281687"/>
                </a:cubicBezTo>
                <a:cubicBezTo>
                  <a:pt x="85954" y="279852"/>
                  <a:pt x="81624" y="277804"/>
                  <a:pt x="77395" y="275544"/>
                </a:cubicBezTo>
                <a:cubicBezTo>
                  <a:pt x="73166" y="273283"/>
                  <a:pt x="69058" y="270821"/>
                  <a:pt x="65071" y="268157"/>
                </a:cubicBezTo>
                <a:cubicBezTo>
                  <a:pt x="61084" y="265493"/>
                  <a:pt x="57238" y="262640"/>
                  <a:pt x="53530" y="259598"/>
                </a:cubicBezTo>
                <a:cubicBezTo>
                  <a:pt x="49824" y="256555"/>
                  <a:pt x="46275" y="253339"/>
                  <a:pt x="42884" y="249948"/>
                </a:cubicBezTo>
                <a:cubicBezTo>
                  <a:pt x="39494" y="246557"/>
                  <a:pt x="36277" y="243008"/>
                  <a:pt x="33235" y="239302"/>
                </a:cubicBezTo>
                <a:cubicBezTo>
                  <a:pt x="30193" y="235595"/>
                  <a:pt x="27339" y="231748"/>
                  <a:pt x="24675" y="227761"/>
                </a:cubicBezTo>
                <a:cubicBezTo>
                  <a:pt x="22011" y="223774"/>
                  <a:pt x="19549" y="219665"/>
                  <a:pt x="17288" y="215436"/>
                </a:cubicBezTo>
                <a:cubicBezTo>
                  <a:pt x="15028" y="211207"/>
                  <a:pt x="12980" y="206877"/>
                  <a:pt x="11144" y="202447"/>
                </a:cubicBezTo>
                <a:cubicBezTo>
                  <a:pt x="9309" y="198017"/>
                  <a:pt x="7696" y="193507"/>
                  <a:pt x="6305" y="188918"/>
                </a:cubicBezTo>
                <a:cubicBezTo>
                  <a:pt x="4913" y="184330"/>
                  <a:pt x="3748" y="179684"/>
                  <a:pt x="2812" y="174980"/>
                </a:cubicBezTo>
                <a:cubicBezTo>
                  <a:pt x="1878" y="170277"/>
                  <a:pt x="1175" y="165540"/>
                  <a:pt x="705" y="160768"/>
                </a:cubicBezTo>
                <a:cubicBezTo>
                  <a:pt x="235" y="155995"/>
                  <a:pt x="0" y="151212"/>
                  <a:pt x="0" y="146416"/>
                </a:cubicBezTo>
                <a:cubicBezTo>
                  <a:pt x="0" y="141621"/>
                  <a:pt x="235" y="136837"/>
                  <a:pt x="705" y="132065"/>
                </a:cubicBezTo>
                <a:cubicBezTo>
                  <a:pt x="1175" y="127293"/>
                  <a:pt x="1878" y="122555"/>
                  <a:pt x="2812" y="117852"/>
                </a:cubicBezTo>
                <a:cubicBezTo>
                  <a:pt x="3748" y="113149"/>
                  <a:pt x="4913" y="108503"/>
                  <a:pt x="6304" y="103914"/>
                </a:cubicBezTo>
                <a:cubicBezTo>
                  <a:pt x="7696" y="99325"/>
                  <a:pt x="9309" y="94816"/>
                  <a:pt x="11144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9" y="73167"/>
                  <a:pt x="22011" y="69059"/>
                  <a:pt x="24675" y="65072"/>
                </a:cubicBezTo>
                <a:cubicBezTo>
                  <a:pt x="27339" y="61085"/>
                  <a:pt x="30193" y="57238"/>
                  <a:pt x="33235" y="53531"/>
                </a:cubicBezTo>
                <a:cubicBezTo>
                  <a:pt x="36277" y="49824"/>
                  <a:pt x="39494" y="46275"/>
                  <a:pt x="42884" y="42884"/>
                </a:cubicBezTo>
                <a:cubicBezTo>
                  <a:pt x="46275" y="39494"/>
                  <a:pt x="49824" y="36277"/>
                  <a:pt x="53530" y="33235"/>
                </a:cubicBezTo>
                <a:cubicBezTo>
                  <a:pt x="57238" y="30193"/>
                  <a:pt x="61084" y="27340"/>
                  <a:pt x="65071" y="24675"/>
                </a:cubicBezTo>
                <a:cubicBezTo>
                  <a:pt x="69058" y="22011"/>
                  <a:pt x="73166" y="19549"/>
                  <a:pt x="77395" y="17289"/>
                </a:cubicBezTo>
                <a:cubicBezTo>
                  <a:pt x="81624" y="15028"/>
                  <a:pt x="85954" y="12980"/>
                  <a:pt x="90385" y="11145"/>
                </a:cubicBezTo>
                <a:cubicBezTo>
                  <a:pt x="94815" y="9310"/>
                  <a:pt x="99324" y="7697"/>
                  <a:pt x="103913" y="6305"/>
                </a:cubicBezTo>
                <a:cubicBezTo>
                  <a:pt x="108503" y="4913"/>
                  <a:pt x="113148" y="3749"/>
                  <a:pt x="117851" y="2813"/>
                </a:cubicBezTo>
                <a:cubicBezTo>
                  <a:pt x="122555" y="1878"/>
                  <a:pt x="127292" y="1175"/>
                  <a:pt x="132066" y="705"/>
                </a:cubicBezTo>
                <a:cubicBezTo>
                  <a:pt x="136838" y="235"/>
                  <a:pt x="141621" y="0"/>
                  <a:pt x="146416" y="0"/>
                </a:cubicBezTo>
                <a:cubicBezTo>
                  <a:pt x="151212" y="0"/>
                  <a:pt x="155997" y="235"/>
                  <a:pt x="160769" y="705"/>
                </a:cubicBezTo>
                <a:cubicBezTo>
                  <a:pt x="165541" y="1175"/>
                  <a:pt x="170277" y="1878"/>
                  <a:pt x="174980" y="2813"/>
                </a:cubicBezTo>
                <a:cubicBezTo>
                  <a:pt x="179684" y="3749"/>
                  <a:pt x="184330" y="4913"/>
                  <a:pt x="188919" y="6305"/>
                </a:cubicBezTo>
                <a:cubicBezTo>
                  <a:pt x="193508" y="7697"/>
                  <a:pt x="198017" y="9310"/>
                  <a:pt x="202447" y="11145"/>
                </a:cubicBezTo>
                <a:cubicBezTo>
                  <a:pt x="206877" y="12980"/>
                  <a:pt x="211208" y="15028"/>
                  <a:pt x="215436" y="17289"/>
                </a:cubicBezTo>
                <a:cubicBezTo>
                  <a:pt x="219665" y="19549"/>
                  <a:pt x="223773" y="22011"/>
                  <a:pt x="227761" y="24675"/>
                </a:cubicBezTo>
                <a:cubicBezTo>
                  <a:pt x="231748" y="27340"/>
                  <a:pt x="235595" y="30193"/>
                  <a:pt x="239302" y="33235"/>
                </a:cubicBezTo>
                <a:cubicBezTo>
                  <a:pt x="243008" y="36277"/>
                  <a:pt x="246556" y="39494"/>
                  <a:pt x="249947" y="42884"/>
                </a:cubicBezTo>
                <a:cubicBezTo>
                  <a:pt x="253338" y="46275"/>
                  <a:pt x="256555" y="49824"/>
                  <a:pt x="259597" y="53531"/>
                </a:cubicBezTo>
                <a:cubicBezTo>
                  <a:pt x="262639" y="57238"/>
                  <a:pt x="265492" y="61085"/>
                  <a:pt x="268156" y="65072"/>
                </a:cubicBezTo>
                <a:cubicBezTo>
                  <a:pt x="270820" y="69059"/>
                  <a:pt x="273283" y="73167"/>
                  <a:pt x="275544" y="77396"/>
                </a:cubicBezTo>
                <a:cubicBezTo>
                  <a:pt x="277803" y="81625"/>
                  <a:pt x="279851" y="85955"/>
                  <a:pt x="281686" y="90385"/>
                </a:cubicBezTo>
                <a:cubicBezTo>
                  <a:pt x="283522" y="94816"/>
                  <a:pt x="285136" y="99325"/>
                  <a:pt x="286528" y="103914"/>
                </a:cubicBezTo>
                <a:cubicBezTo>
                  <a:pt x="287919" y="108503"/>
                  <a:pt x="289084" y="113149"/>
                  <a:pt x="290019" y="117852"/>
                </a:cubicBezTo>
                <a:cubicBezTo>
                  <a:pt x="290954" y="122555"/>
                  <a:pt x="291657" y="127293"/>
                  <a:pt x="292127" y="132065"/>
                </a:cubicBezTo>
                <a:cubicBezTo>
                  <a:pt x="292597" y="136837"/>
                  <a:pt x="292833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387EE0-4567-4CD8-9D5B-C5773708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75" y="1985131"/>
            <a:ext cx="292833" cy="292833"/>
          </a:xfrm>
          <a:custGeom xmlns:a="http://schemas.openxmlformats.org/drawingml/2006/main">
            <a:pathLst>
              <a:path w="292833" h="292833" fill="none">
                <a:moveTo>
                  <a:pt x="292833" y="146416"/>
                </a:moveTo>
                <a:cubicBezTo>
                  <a:pt x="292833" y="151212"/>
                  <a:pt x="292597" y="155995"/>
                  <a:pt x="292127" y="160768"/>
                </a:cubicBezTo>
                <a:cubicBezTo>
                  <a:pt x="291657" y="165540"/>
                  <a:pt x="290954" y="170277"/>
                  <a:pt x="290018" y="174981"/>
                </a:cubicBezTo>
                <a:cubicBezTo>
                  <a:pt x="289083" y="179684"/>
                  <a:pt x="287919" y="184330"/>
                  <a:pt x="286527" y="188919"/>
                </a:cubicBezTo>
                <a:cubicBezTo>
                  <a:pt x="285135" y="193507"/>
                  <a:pt x="283522" y="198017"/>
                  <a:pt x="281686" y="202447"/>
                </a:cubicBezTo>
                <a:cubicBezTo>
                  <a:pt x="279851" y="206877"/>
                  <a:pt x="277803" y="211207"/>
                  <a:pt x="275544" y="215436"/>
                </a:cubicBezTo>
                <a:cubicBezTo>
                  <a:pt x="273283" y="219665"/>
                  <a:pt x="270820" y="223774"/>
                  <a:pt x="268156" y="227761"/>
                </a:cubicBezTo>
                <a:cubicBezTo>
                  <a:pt x="265492" y="231748"/>
                  <a:pt x="262639" y="235595"/>
                  <a:pt x="259597" y="239302"/>
                </a:cubicBezTo>
                <a:cubicBezTo>
                  <a:pt x="256555" y="243008"/>
                  <a:pt x="253338" y="246557"/>
                  <a:pt x="249947" y="249948"/>
                </a:cubicBezTo>
                <a:cubicBezTo>
                  <a:pt x="246556" y="253339"/>
                  <a:pt x="243008" y="256555"/>
                  <a:pt x="239302" y="259597"/>
                </a:cubicBezTo>
                <a:cubicBezTo>
                  <a:pt x="235594" y="262640"/>
                  <a:pt x="231747" y="265493"/>
                  <a:pt x="227759" y="268157"/>
                </a:cubicBezTo>
                <a:cubicBezTo>
                  <a:pt x="223773" y="270821"/>
                  <a:pt x="219665" y="273283"/>
                  <a:pt x="215436" y="275544"/>
                </a:cubicBezTo>
                <a:cubicBezTo>
                  <a:pt x="211207" y="277804"/>
                  <a:pt x="206877" y="279852"/>
                  <a:pt x="202447" y="281687"/>
                </a:cubicBezTo>
                <a:cubicBezTo>
                  <a:pt x="198017" y="283522"/>
                  <a:pt x="193508" y="285136"/>
                  <a:pt x="188919" y="286528"/>
                </a:cubicBezTo>
                <a:cubicBezTo>
                  <a:pt x="184330" y="287920"/>
                  <a:pt x="179684" y="289083"/>
                  <a:pt x="174980" y="290019"/>
                </a:cubicBezTo>
                <a:cubicBezTo>
                  <a:pt x="170277" y="290955"/>
                  <a:pt x="165541" y="291658"/>
                  <a:pt x="160769" y="292127"/>
                </a:cubicBezTo>
                <a:cubicBezTo>
                  <a:pt x="155997" y="292598"/>
                  <a:pt x="151212" y="292833"/>
                  <a:pt x="146416" y="292833"/>
                </a:cubicBezTo>
                <a:cubicBezTo>
                  <a:pt x="141621" y="292833"/>
                  <a:pt x="136837" y="292598"/>
                  <a:pt x="132065" y="292128"/>
                </a:cubicBezTo>
                <a:cubicBezTo>
                  <a:pt x="127292" y="291658"/>
                  <a:pt x="122555" y="290955"/>
                  <a:pt x="117851" y="290019"/>
                </a:cubicBezTo>
                <a:cubicBezTo>
                  <a:pt x="113148" y="289083"/>
                  <a:pt x="108503" y="287920"/>
                  <a:pt x="103913" y="286528"/>
                </a:cubicBezTo>
                <a:cubicBezTo>
                  <a:pt x="99324" y="285136"/>
                  <a:pt x="94815" y="283522"/>
                  <a:pt x="90385" y="281687"/>
                </a:cubicBezTo>
                <a:cubicBezTo>
                  <a:pt x="85954" y="279852"/>
                  <a:pt x="81624" y="277804"/>
                  <a:pt x="77395" y="275544"/>
                </a:cubicBezTo>
                <a:cubicBezTo>
                  <a:pt x="73166" y="273283"/>
                  <a:pt x="69058" y="270821"/>
                  <a:pt x="65071" y="268157"/>
                </a:cubicBezTo>
                <a:cubicBezTo>
                  <a:pt x="61084" y="265493"/>
                  <a:pt x="57238" y="262640"/>
                  <a:pt x="53530" y="259598"/>
                </a:cubicBezTo>
                <a:cubicBezTo>
                  <a:pt x="49824" y="256555"/>
                  <a:pt x="46275" y="253339"/>
                  <a:pt x="42884" y="249948"/>
                </a:cubicBezTo>
                <a:cubicBezTo>
                  <a:pt x="39494" y="246557"/>
                  <a:pt x="36277" y="243008"/>
                  <a:pt x="33235" y="239302"/>
                </a:cubicBezTo>
                <a:cubicBezTo>
                  <a:pt x="30193" y="235595"/>
                  <a:pt x="27339" y="231748"/>
                  <a:pt x="24675" y="227761"/>
                </a:cubicBezTo>
                <a:cubicBezTo>
                  <a:pt x="22011" y="223774"/>
                  <a:pt x="19549" y="219665"/>
                  <a:pt x="17288" y="215436"/>
                </a:cubicBezTo>
                <a:cubicBezTo>
                  <a:pt x="15028" y="211207"/>
                  <a:pt x="12980" y="206877"/>
                  <a:pt x="11144" y="202447"/>
                </a:cubicBezTo>
                <a:cubicBezTo>
                  <a:pt x="9309" y="198017"/>
                  <a:pt x="7696" y="193507"/>
                  <a:pt x="6305" y="188918"/>
                </a:cubicBezTo>
                <a:cubicBezTo>
                  <a:pt x="4913" y="184330"/>
                  <a:pt x="3748" y="179684"/>
                  <a:pt x="2812" y="174980"/>
                </a:cubicBezTo>
                <a:cubicBezTo>
                  <a:pt x="1878" y="170277"/>
                  <a:pt x="1175" y="165540"/>
                  <a:pt x="705" y="160768"/>
                </a:cubicBezTo>
                <a:cubicBezTo>
                  <a:pt x="235" y="155995"/>
                  <a:pt x="0" y="151212"/>
                  <a:pt x="0" y="146416"/>
                </a:cubicBezTo>
                <a:cubicBezTo>
                  <a:pt x="0" y="141621"/>
                  <a:pt x="235" y="136837"/>
                  <a:pt x="705" y="132065"/>
                </a:cubicBezTo>
                <a:cubicBezTo>
                  <a:pt x="1175" y="127293"/>
                  <a:pt x="1878" y="122555"/>
                  <a:pt x="2812" y="117852"/>
                </a:cubicBezTo>
                <a:cubicBezTo>
                  <a:pt x="3748" y="113149"/>
                  <a:pt x="4913" y="108503"/>
                  <a:pt x="6304" y="103914"/>
                </a:cubicBezTo>
                <a:cubicBezTo>
                  <a:pt x="7696" y="99325"/>
                  <a:pt x="9309" y="94816"/>
                  <a:pt x="11144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9" y="73167"/>
                  <a:pt x="22011" y="69059"/>
                  <a:pt x="24675" y="65072"/>
                </a:cubicBezTo>
                <a:cubicBezTo>
                  <a:pt x="27339" y="61085"/>
                  <a:pt x="30193" y="57238"/>
                  <a:pt x="33235" y="53531"/>
                </a:cubicBezTo>
                <a:cubicBezTo>
                  <a:pt x="36277" y="49824"/>
                  <a:pt x="39494" y="46275"/>
                  <a:pt x="42884" y="42884"/>
                </a:cubicBezTo>
                <a:cubicBezTo>
                  <a:pt x="46275" y="39494"/>
                  <a:pt x="49824" y="36277"/>
                  <a:pt x="53530" y="33235"/>
                </a:cubicBezTo>
                <a:cubicBezTo>
                  <a:pt x="57238" y="30193"/>
                  <a:pt x="61084" y="27340"/>
                  <a:pt x="65071" y="24675"/>
                </a:cubicBezTo>
                <a:cubicBezTo>
                  <a:pt x="69058" y="22011"/>
                  <a:pt x="73166" y="19549"/>
                  <a:pt x="77395" y="17289"/>
                </a:cubicBezTo>
                <a:cubicBezTo>
                  <a:pt x="81624" y="15028"/>
                  <a:pt x="85954" y="12980"/>
                  <a:pt x="90385" y="11145"/>
                </a:cubicBezTo>
                <a:cubicBezTo>
                  <a:pt x="94815" y="9310"/>
                  <a:pt x="99324" y="7697"/>
                  <a:pt x="103913" y="6305"/>
                </a:cubicBezTo>
                <a:cubicBezTo>
                  <a:pt x="108503" y="4913"/>
                  <a:pt x="113148" y="3749"/>
                  <a:pt x="117851" y="2813"/>
                </a:cubicBezTo>
                <a:cubicBezTo>
                  <a:pt x="122555" y="1878"/>
                  <a:pt x="127292" y="1175"/>
                  <a:pt x="132066" y="705"/>
                </a:cubicBezTo>
                <a:cubicBezTo>
                  <a:pt x="136838" y="235"/>
                  <a:pt x="141621" y="0"/>
                  <a:pt x="146416" y="0"/>
                </a:cubicBezTo>
                <a:cubicBezTo>
                  <a:pt x="151212" y="0"/>
                  <a:pt x="155997" y="235"/>
                  <a:pt x="160769" y="705"/>
                </a:cubicBezTo>
                <a:cubicBezTo>
                  <a:pt x="165541" y="1175"/>
                  <a:pt x="170277" y="1878"/>
                  <a:pt x="174980" y="2813"/>
                </a:cubicBezTo>
                <a:cubicBezTo>
                  <a:pt x="179684" y="3749"/>
                  <a:pt x="184330" y="4913"/>
                  <a:pt x="188919" y="6305"/>
                </a:cubicBezTo>
                <a:cubicBezTo>
                  <a:pt x="193508" y="7697"/>
                  <a:pt x="198017" y="9310"/>
                  <a:pt x="202447" y="11145"/>
                </a:cubicBezTo>
                <a:cubicBezTo>
                  <a:pt x="206877" y="12980"/>
                  <a:pt x="211208" y="15028"/>
                  <a:pt x="215436" y="17289"/>
                </a:cubicBezTo>
                <a:cubicBezTo>
                  <a:pt x="219665" y="19549"/>
                  <a:pt x="223773" y="22011"/>
                  <a:pt x="227761" y="24675"/>
                </a:cubicBezTo>
                <a:cubicBezTo>
                  <a:pt x="231748" y="27340"/>
                  <a:pt x="235595" y="30193"/>
                  <a:pt x="239302" y="33235"/>
                </a:cubicBezTo>
                <a:cubicBezTo>
                  <a:pt x="243008" y="36277"/>
                  <a:pt x="246556" y="39494"/>
                  <a:pt x="249947" y="42884"/>
                </a:cubicBezTo>
                <a:cubicBezTo>
                  <a:pt x="253338" y="46275"/>
                  <a:pt x="256555" y="49824"/>
                  <a:pt x="259597" y="53531"/>
                </a:cubicBezTo>
                <a:cubicBezTo>
                  <a:pt x="262639" y="57238"/>
                  <a:pt x="265492" y="61085"/>
                  <a:pt x="268156" y="65072"/>
                </a:cubicBezTo>
                <a:cubicBezTo>
                  <a:pt x="270820" y="69059"/>
                  <a:pt x="273283" y="73167"/>
                  <a:pt x="275544" y="77396"/>
                </a:cubicBezTo>
                <a:cubicBezTo>
                  <a:pt x="277803" y="81625"/>
                  <a:pt x="279851" y="85955"/>
                  <a:pt x="281686" y="90385"/>
                </a:cubicBezTo>
                <a:cubicBezTo>
                  <a:pt x="283522" y="94816"/>
                  <a:pt x="285136" y="99325"/>
                  <a:pt x="286528" y="103914"/>
                </a:cubicBezTo>
                <a:cubicBezTo>
                  <a:pt x="287919" y="108503"/>
                  <a:pt x="289084" y="113149"/>
                  <a:pt x="290019" y="117852"/>
                </a:cubicBezTo>
                <a:cubicBezTo>
                  <a:pt x="290954" y="122555"/>
                  <a:pt x="291657" y="127293"/>
                  <a:pt x="292127" y="132065"/>
                </a:cubicBezTo>
                <a:cubicBezTo>
                  <a:pt x="292597" y="136837"/>
                  <a:pt x="292833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10" name="Text s">
            <a:extLst xmlns:a="http://schemas.openxmlformats.org/drawingml/2006/main">
              <a:ext uri="{FF2B5EF4-FFF2-40B4-BE49-F238E27FC236}">
                <a16:creationId xmlns:a16="http://schemas.microsoft.com/office/drawing/2014/main" id="{5197B0E5-FEDF-4731-8858-76BF639C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527" y="2091085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Text 1">
            <a:extLst xmlns:a="http://schemas.openxmlformats.org/drawingml/2006/main">
              <a:ext uri="{FF2B5EF4-FFF2-40B4-BE49-F238E27FC236}">
                <a16:creationId xmlns:a16="http://schemas.microsoft.com/office/drawing/2014/main" id="{3A6D4C22-8130-47DB-8D49-1C5ADF32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2607" y="2115057"/>
            <a:ext cx="40712" cy="105515"/>
          </a:xfrm>
          <a:custGeom xmlns:a="http://schemas.openxmlformats.org/drawingml/2006/main">
            <a:pathLst>
              <a:path w="40712" h="105515">
                <a:moveTo>
                  <a:pt x="0" y="12275"/>
                </a:moveTo>
                <a:lnTo>
                  <a:pt x="25159" y="0"/>
                </a:lnTo>
                <a:lnTo>
                  <a:pt x="27675" y="0"/>
                </a:lnTo>
                <a:lnTo>
                  <a:pt x="27675" y="87294"/>
                </a:lnTo>
                <a:cubicBezTo>
                  <a:pt x="27675" y="93088"/>
                  <a:pt x="27916" y="96697"/>
                  <a:pt x="28399" y="98120"/>
                </a:cubicBezTo>
                <a:cubicBezTo>
                  <a:pt x="28882" y="99543"/>
                  <a:pt x="29886" y="100636"/>
                  <a:pt x="31411" y="101398"/>
                </a:cubicBezTo>
                <a:cubicBezTo>
                  <a:pt x="32935" y="102161"/>
                  <a:pt x="36036" y="102593"/>
                  <a:pt x="40712" y="102695"/>
                </a:cubicBezTo>
                <a:lnTo>
                  <a:pt x="40712" y="105515"/>
                </a:lnTo>
                <a:lnTo>
                  <a:pt x="1830" y="105515"/>
                </a:lnTo>
                <a:lnTo>
                  <a:pt x="1830" y="102695"/>
                </a:lnTo>
                <a:cubicBezTo>
                  <a:pt x="6709" y="102593"/>
                  <a:pt x="9860" y="102174"/>
                  <a:pt x="11283" y="101437"/>
                </a:cubicBezTo>
                <a:cubicBezTo>
                  <a:pt x="12707" y="100700"/>
                  <a:pt x="13698" y="99708"/>
                  <a:pt x="14257" y="98463"/>
                </a:cubicBezTo>
                <a:cubicBezTo>
                  <a:pt x="14816" y="97218"/>
                  <a:pt x="15095" y="93495"/>
                  <a:pt x="15095" y="87294"/>
                </a:cubicBezTo>
                <a:lnTo>
                  <a:pt x="15095" y="31487"/>
                </a:lnTo>
                <a:cubicBezTo>
                  <a:pt x="15095" y="23965"/>
                  <a:pt x="14841" y="19136"/>
                  <a:pt x="14333" y="17001"/>
                </a:cubicBezTo>
                <a:cubicBezTo>
                  <a:pt x="13977" y="15375"/>
                  <a:pt x="13329" y="14181"/>
                  <a:pt x="12389" y="13418"/>
                </a:cubicBezTo>
                <a:cubicBezTo>
                  <a:pt x="11449" y="12656"/>
                  <a:pt x="10318" y="12275"/>
                  <a:pt x="8996" y="12275"/>
                </a:cubicBezTo>
                <a:cubicBezTo>
                  <a:pt x="7116" y="12275"/>
                  <a:pt x="4498" y="13062"/>
                  <a:pt x="1144" y="14638"/>
                </a:cubicBezTo>
                <a:lnTo>
                  <a:pt x="0" y="122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BC4565-CE3C-40E4-9B84-297116AE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703" y="1985131"/>
            <a:ext cx="292833" cy="292833"/>
          </a:xfrm>
          <a:custGeom xmlns:a="http://schemas.openxmlformats.org/drawingml/2006/main">
            <a:pathLst>
              <a:path w="292833" h="292833">
                <a:moveTo>
                  <a:pt x="292833" y="146416"/>
                </a:moveTo>
                <a:cubicBezTo>
                  <a:pt x="292833" y="151212"/>
                  <a:pt x="292597" y="155995"/>
                  <a:pt x="292127" y="160768"/>
                </a:cubicBezTo>
                <a:cubicBezTo>
                  <a:pt x="291657" y="165540"/>
                  <a:pt x="290954" y="170277"/>
                  <a:pt x="290018" y="174981"/>
                </a:cubicBezTo>
                <a:cubicBezTo>
                  <a:pt x="289082" y="179684"/>
                  <a:pt x="287918" y="184330"/>
                  <a:pt x="286526" y="188919"/>
                </a:cubicBezTo>
                <a:cubicBezTo>
                  <a:pt x="285135" y="193507"/>
                  <a:pt x="283521" y="198017"/>
                  <a:pt x="281686" y="202447"/>
                </a:cubicBezTo>
                <a:cubicBezTo>
                  <a:pt x="279851" y="206877"/>
                  <a:pt x="277803" y="211207"/>
                  <a:pt x="275543" y="215436"/>
                </a:cubicBezTo>
                <a:cubicBezTo>
                  <a:pt x="273283" y="219665"/>
                  <a:pt x="270820" y="223774"/>
                  <a:pt x="268156" y="227761"/>
                </a:cubicBezTo>
                <a:cubicBezTo>
                  <a:pt x="265492" y="231748"/>
                  <a:pt x="262639" y="235595"/>
                  <a:pt x="259597" y="239302"/>
                </a:cubicBezTo>
                <a:cubicBezTo>
                  <a:pt x="256555" y="243008"/>
                  <a:pt x="253338" y="246557"/>
                  <a:pt x="249947" y="249948"/>
                </a:cubicBezTo>
                <a:cubicBezTo>
                  <a:pt x="246556" y="253339"/>
                  <a:pt x="243008" y="256555"/>
                  <a:pt x="239300" y="259597"/>
                </a:cubicBezTo>
                <a:cubicBezTo>
                  <a:pt x="235594" y="262640"/>
                  <a:pt x="231747" y="265493"/>
                  <a:pt x="227759" y="268157"/>
                </a:cubicBezTo>
                <a:cubicBezTo>
                  <a:pt x="223772" y="270821"/>
                  <a:pt x="219664" y="273283"/>
                  <a:pt x="215435" y="275544"/>
                </a:cubicBezTo>
                <a:cubicBezTo>
                  <a:pt x="211206" y="277804"/>
                  <a:pt x="206877" y="279852"/>
                  <a:pt x="202446" y="281687"/>
                </a:cubicBezTo>
                <a:cubicBezTo>
                  <a:pt x="198016" y="283522"/>
                  <a:pt x="193507" y="285136"/>
                  <a:pt x="188919" y="286528"/>
                </a:cubicBezTo>
                <a:cubicBezTo>
                  <a:pt x="184329" y="287920"/>
                  <a:pt x="179683" y="289083"/>
                  <a:pt x="174980" y="290019"/>
                </a:cubicBezTo>
                <a:cubicBezTo>
                  <a:pt x="170277" y="290955"/>
                  <a:pt x="165540" y="291658"/>
                  <a:pt x="160768" y="292127"/>
                </a:cubicBezTo>
                <a:cubicBezTo>
                  <a:pt x="155995" y="292598"/>
                  <a:pt x="151211" y="292833"/>
                  <a:pt x="146416" y="292833"/>
                </a:cubicBezTo>
                <a:cubicBezTo>
                  <a:pt x="141621" y="292833"/>
                  <a:pt x="136837" y="292598"/>
                  <a:pt x="132064" y="292128"/>
                </a:cubicBezTo>
                <a:cubicBezTo>
                  <a:pt x="127292" y="291658"/>
                  <a:pt x="122553" y="290955"/>
                  <a:pt x="117850" y="290019"/>
                </a:cubicBezTo>
                <a:cubicBezTo>
                  <a:pt x="113148" y="289083"/>
                  <a:pt x="108502" y="287920"/>
                  <a:pt x="103913" y="286528"/>
                </a:cubicBezTo>
                <a:cubicBezTo>
                  <a:pt x="99324" y="285136"/>
                  <a:pt x="94815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8" y="270821"/>
                  <a:pt x="65070" y="268157"/>
                </a:cubicBezTo>
                <a:cubicBezTo>
                  <a:pt x="61084" y="265493"/>
                  <a:pt x="57237" y="262640"/>
                  <a:pt x="53530" y="259598"/>
                </a:cubicBezTo>
                <a:cubicBezTo>
                  <a:pt x="49823" y="256555"/>
                  <a:pt x="46274" y="253339"/>
                  <a:pt x="42884" y="249948"/>
                </a:cubicBezTo>
                <a:cubicBezTo>
                  <a:pt x="39493" y="246557"/>
                  <a:pt x="36276" y="243008"/>
                  <a:pt x="33233" y="239302"/>
                </a:cubicBezTo>
                <a:cubicBezTo>
                  <a:pt x="30191" y="235595"/>
                  <a:pt x="27339" y="231748"/>
                  <a:pt x="24674" y="227761"/>
                </a:cubicBezTo>
                <a:cubicBezTo>
                  <a:pt x="22010" y="223774"/>
                  <a:pt x="19548" y="219665"/>
                  <a:pt x="17288" y="215436"/>
                </a:cubicBezTo>
                <a:cubicBezTo>
                  <a:pt x="15027" y="211207"/>
                  <a:pt x="12980" y="206877"/>
                  <a:pt x="11144" y="202447"/>
                </a:cubicBezTo>
                <a:cubicBezTo>
                  <a:pt x="9310" y="198017"/>
                  <a:pt x="7696" y="193507"/>
                  <a:pt x="6304" y="188918"/>
                </a:cubicBezTo>
                <a:cubicBezTo>
                  <a:pt x="4913" y="184330"/>
                  <a:pt x="3748" y="179684"/>
                  <a:pt x="2812" y="174980"/>
                </a:cubicBezTo>
                <a:cubicBezTo>
                  <a:pt x="1878" y="170277"/>
                  <a:pt x="1175" y="165540"/>
                  <a:pt x="706" y="160768"/>
                </a:cubicBezTo>
                <a:cubicBezTo>
                  <a:pt x="236" y="155995"/>
                  <a:pt x="1" y="151212"/>
                  <a:pt x="0" y="146416"/>
                </a:cubicBezTo>
                <a:cubicBezTo>
                  <a:pt x="1" y="141621"/>
                  <a:pt x="237" y="136837"/>
                  <a:pt x="706" y="132065"/>
                </a:cubicBezTo>
                <a:cubicBezTo>
                  <a:pt x="1175" y="127293"/>
                  <a:pt x="1878" y="122555"/>
                  <a:pt x="2812" y="117852"/>
                </a:cubicBezTo>
                <a:cubicBezTo>
                  <a:pt x="3748" y="113149"/>
                  <a:pt x="4913" y="108503"/>
                  <a:pt x="6304" y="103914"/>
                </a:cubicBezTo>
                <a:cubicBezTo>
                  <a:pt x="7696" y="99325"/>
                  <a:pt x="9310" y="94816"/>
                  <a:pt x="11144" y="90385"/>
                </a:cubicBezTo>
                <a:cubicBezTo>
                  <a:pt x="12980" y="85955"/>
                  <a:pt x="15027" y="81625"/>
                  <a:pt x="17288" y="77396"/>
                </a:cubicBezTo>
                <a:cubicBezTo>
                  <a:pt x="19548" y="73167"/>
                  <a:pt x="22010" y="69059"/>
                  <a:pt x="24674" y="65072"/>
                </a:cubicBezTo>
                <a:cubicBezTo>
                  <a:pt x="27339" y="61085"/>
                  <a:pt x="30192" y="57238"/>
                  <a:pt x="33234" y="53531"/>
                </a:cubicBezTo>
                <a:cubicBezTo>
                  <a:pt x="36276" y="49824"/>
                  <a:pt x="39493" y="46275"/>
                  <a:pt x="42884" y="42884"/>
                </a:cubicBezTo>
                <a:cubicBezTo>
                  <a:pt x="46274" y="39494"/>
                  <a:pt x="49823" y="36277"/>
                  <a:pt x="53530" y="33235"/>
                </a:cubicBezTo>
                <a:cubicBezTo>
                  <a:pt x="57237" y="30193"/>
                  <a:pt x="61084" y="27340"/>
                  <a:pt x="65070" y="24675"/>
                </a:cubicBezTo>
                <a:cubicBezTo>
                  <a:pt x="69058" y="22011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5" y="11145"/>
                </a:cubicBezTo>
                <a:cubicBezTo>
                  <a:pt x="94815" y="9310"/>
                  <a:pt x="99324" y="7697"/>
                  <a:pt x="103913" y="6305"/>
                </a:cubicBezTo>
                <a:cubicBezTo>
                  <a:pt x="108502" y="4913"/>
                  <a:pt x="113148" y="3749"/>
                  <a:pt x="117851" y="2813"/>
                </a:cubicBezTo>
                <a:cubicBezTo>
                  <a:pt x="122555" y="1878"/>
                  <a:pt x="127292" y="1175"/>
                  <a:pt x="132065" y="705"/>
                </a:cubicBezTo>
                <a:cubicBezTo>
                  <a:pt x="136837" y="235"/>
                  <a:pt x="141621" y="0"/>
                  <a:pt x="146416" y="0"/>
                </a:cubicBezTo>
                <a:cubicBezTo>
                  <a:pt x="151211" y="0"/>
                  <a:pt x="155995" y="235"/>
                  <a:pt x="160767" y="705"/>
                </a:cubicBezTo>
                <a:cubicBezTo>
                  <a:pt x="165539" y="1175"/>
                  <a:pt x="170277" y="1878"/>
                  <a:pt x="174980" y="2813"/>
                </a:cubicBezTo>
                <a:cubicBezTo>
                  <a:pt x="179683" y="3749"/>
                  <a:pt x="184329" y="4913"/>
                  <a:pt x="188919" y="6305"/>
                </a:cubicBezTo>
                <a:cubicBezTo>
                  <a:pt x="193507" y="7697"/>
                  <a:pt x="198016" y="9310"/>
                  <a:pt x="202446" y="11145"/>
                </a:cubicBezTo>
                <a:cubicBezTo>
                  <a:pt x="206877" y="12980"/>
                  <a:pt x="211207" y="15028"/>
                  <a:pt x="215436" y="17289"/>
                </a:cubicBezTo>
                <a:cubicBezTo>
                  <a:pt x="219664" y="19549"/>
                  <a:pt x="223772" y="22011"/>
                  <a:pt x="227759" y="24675"/>
                </a:cubicBezTo>
                <a:cubicBezTo>
                  <a:pt x="231747" y="27340"/>
                  <a:pt x="235594" y="30193"/>
                  <a:pt x="239302" y="33235"/>
                </a:cubicBezTo>
                <a:cubicBezTo>
                  <a:pt x="243008" y="36277"/>
                  <a:pt x="246556" y="39494"/>
                  <a:pt x="249947" y="42884"/>
                </a:cubicBezTo>
                <a:cubicBezTo>
                  <a:pt x="253338" y="46275"/>
                  <a:pt x="256555" y="49824"/>
                  <a:pt x="259597" y="53531"/>
                </a:cubicBezTo>
                <a:cubicBezTo>
                  <a:pt x="262639" y="57238"/>
                  <a:pt x="265492" y="61085"/>
                  <a:pt x="268156" y="65072"/>
                </a:cubicBezTo>
                <a:cubicBezTo>
                  <a:pt x="270820" y="69059"/>
                  <a:pt x="273283" y="73167"/>
                  <a:pt x="275543" y="77396"/>
                </a:cubicBezTo>
                <a:cubicBezTo>
                  <a:pt x="277803" y="81625"/>
                  <a:pt x="279851" y="85955"/>
                  <a:pt x="281686" y="90385"/>
                </a:cubicBezTo>
                <a:cubicBezTo>
                  <a:pt x="283521" y="94816"/>
                  <a:pt x="285135" y="99325"/>
                  <a:pt x="286527" y="103914"/>
                </a:cubicBezTo>
                <a:cubicBezTo>
                  <a:pt x="287919" y="108503"/>
                  <a:pt x="289082" y="113149"/>
                  <a:pt x="290018" y="117852"/>
                </a:cubicBezTo>
                <a:cubicBezTo>
                  <a:pt x="290954" y="122555"/>
                  <a:pt x="291657" y="127293"/>
                  <a:pt x="292127" y="132065"/>
                </a:cubicBezTo>
                <a:cubicBezTo>
                  <a:pt x="292597" y="136837"/>
                  <a:pt x="292833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7F213C-67F5-483C-844E-A0C5031D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703" y="1985131"/>
            <a:ext cx="292833" cy="292833"/>
          </a:xfrm>
          <a:custGeom xmlns:a="http://schemas.openxmlformats.org/drawingml/2006/main">
            <a:pathLst>
              <a:path w="292833" h="292833" fill="none">
                <a:moveTo>
                  <a:pt x="292833" y="146416"/>
                </a:moveTo>
                <a:cubicBezTo>
                  <a:pt x="292833" y="151212"/>
                  <a:pt x="292597" y="155995"/>
                  <a:pt x="292127" y="160768"/>
                </a:cubicBezTo>
                <a:cubicBezTo>
                  <a:pt x="291657" y="165540"/>
                  <a:pt x="290954" y="170277"/>
                  <a:pt x="290018" y="174981"/>
                </a:cubicBezTo>
                <a:cubicBezTo>
                  <a:pt x="289082" y="179684"/>
                  <a:pt x="287918" y="184330"/>
                  <a:pt x="286526" y="188919"/>
                </a:cubicBezTo>
                <a:cubicBezTo>
                  <a:pt x="285135" y="193507"/>
                  <a:pt x="283521" y="198017"/>
                  <a:pt x="281686" y="202447"/>
                </a:cubicBezTo>
                <a:cubicBezTo>
                  <a:pt x="279851" y="206877"/>
                  <a:pt x="277803" y="211207"/>
                  <a:pt x="275543" y="215436"/>
                </a:cubicBezTo>
                <a:cubicBezTo>
                  <a:pt x="273283" y="219665"/>
                  <a:pt x="270820" y="223774"/>
                  <a:pt x="268156" y="227761"/>
                </a:cubicBezTo>
                <a:cubicBezTo>
                  <a:pt x="265492" y="231748"/>
                  <a:pt x="262639" y="235595"/>
                  <a:pt x="259597" y="239302"/>
                </a:cubicBezTo>
                <a:cubicBezTo>
                  <a:pt x="256555" y="243008"/>
                  <a:pt x="253338" y="246557"/>
                  <a:pt x="249947" y="249948"/>
                </a:cubicBezTo>
                <a:cubicBezTo>
                  <a:pt x="246556" y="253339"/>
                  <a:pt x="243008" y="256555"/>
                  <a:pt x="239300" y="259597"/>
                </a:cubicBezTo>
                <a:cubicBezTo>
                  <a:pt x="235594" y="262640"/>
                  <a:pt x="231747" y="265493"/>
                  <a:pt x="227759" y="268157"/>
                </a:cubicBezTo>
                <a:cubicBezTo>
                  <a:pt x="223772" y="270821"/>
                  <a:pt x="219664" y="273283"/>
                  <a:pt x="215435" y="275544"/>
                </a:cubicBezTo>
                <a:cubicBezTo>
                  <a:pt x="211206" y="277804"/>
                  <a:pt x="206877" y="279852"/>
                  <a:pt x="202446" y="281687"/>
                </a:cubicBezTo>
                <a:cubicBezTo>
                  <a:pt x="198016" y="283522"/>
                  <a:pt x="193507" y="285136"/>
                  <a:pt x="188919" y="286528"/>
                </a:cubicBezTo>
                <a:cubicBezTo>
                  <a:pt x="184329" y="287920"/>
                  <a:pt x="179683" y="289083"/>
                  <a:pt x="174980" y="290019"/>
                </a:cubicBezTo>
                <a:cubicBezTo>
                  <a:pt x="170277" y="290955"/>
                  <a:pt x="165540" y="291658"/>
                  <a:pt x="160768" y="292127"/>
                </a:cubicBezTo>
                <a:cubicBezTo>
                  <a:pt x="155995" y="292598"/>
                  <a:pt x="151211" y="292833"/>
                  <a:pt x="146416" y="292833"/>
                </a:cubicBezTo>
                <a:cubicBezTo>
                  <a:pt x="141621" y="292833"/>
                  <a:pt x="136837" y="292598"/>
                  <a:pt x="132064" y="292128"/>
                </a:cubicBezTo>
                <a:cubicBezTo>
                  <a:pt x="127292" y="291658"/>
                  <a:pt x="122553" y="290955"/>
                  <a:pt x="117850" y="290019"/>
                </a:cubicBezTo>
                <a:cubicBezTo>
                  <a:pt x="113148" y="289083"/>
                  <a:pt x="108502" y="287920"/>
                  <a:pt x="103913" y="286528"/>
                </a:cubicBezTo>
                <a:cubicBezTo>
                  <a:pt x="99324" y="285136"/>
                  <a:pt x="94815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8" y="270821"/>
                  <a:pt x="65070" y="268157"/>
                </a:cubicBezTo>
                <a:cubicBezTo>
                  <a:pt x="61084" y="265493"/>
                  <a:pt x="57237" y="262640"/>
                  <a:pt x="53530" y="259598"/>
                </a:cubicBezTo>
                <a:cubicBezTo>
                  <a:pt x="49823" y="256555"/>
                  <a:pt x="46274" y="253339"/>
                  <a:pt x="42884" y="249948"/>
                </a:cubicBezTo>
                <a:cubicBezTo>
                  <a:pt x="39493" y="246557"/>
                  <a:pt x="36276" y="243008"/>
                  <a:pt x="33233" y="239302"/>
                </a:cubicBezTo>
                <a:cubicBezTo>
                  <a:pt x="30191" y="235595"/>
                  <a:pt x="27339" y="231748"/>
                  <a:pt x="24674" y="227761"/>
                </a:cubicBezTo>
                <a:cubicBezTo>
                  <a:pt x="22010" y="223774"/>
                  <a:pt x="19548" y="219665"/>
                  <a:pt x="17288" y="215436"/>
                </a:cubicBezTo>
                <a:cubicBezTo>
                  <a:pt x="15027" y="211207"/>
                  <a:pt x="12980" y="206877"/>
                  <a:pt x="11144" y="202447"/>
                </a:cubicBezTo>
                <a:cubicBezTo>
                  <a:pt x="9310" y="198017"/>
                  <a:pt x="7696" y="193507"/>
                  <a:pt x="6304" y="188918"/>
                </a:cubicBezTo>
                <a:cubicBezTo>
                  <a:pt x="4913" y="184330"/>
                  <a:pt x="3748" y="179684"/>
                  <a:pt x="2812" y="174980"/>
                </a:cubicBezTo>
                <a:cubicBezTo>
                  <a:pt x="1878" y="170277"/>
                  <a:pt x="1175" y="165540"/>
                  <a:pt x="706" y="160768"/>
                </a:cubicBezTo>
                <a:cubicBezTo>
                  <a:pt x="236" y="155995"/>
                  <a:pt x="1" y="151212"/>
                  <a:pt x="0" y="146416"/>
                </a:cubicBezTo>
                <a:cubicBezTo>
                  <a:pt x="1" y="141621"/>
                  <a:pt x="237" y="136837"/>
                  <a:pt x="706" y="132065"/>
                </a:cubicBezTo>
                <a:cubicBezTo>
                  <a:pt x="1175" y="127293"/>
                  <a:pt x="1878" y="122555"/>
                  <a:pt x="2812" y="117852"/>
                </a:cubicBezTo>
                <a:cubicBezTo>
                  <a:pt x="3748" y="113149"/>
                  <a:pt x="4913" y="108503"/>
                  <a:pt x="6304" y="103914"/>
                </a:cubicBezTo>
                <a:cubicBezTo>
                  <a:pt x="7696" y="99325"/>
                  <a:pt x="9310" y="94816"/>
                  <a:pt x="11144" y="90385"/>
                </a:cubicBezTo>
                <a:cubicBezTo>
                  <a:pt x="12980" y="85955"/>
                  <a:pt x="15027" y="81625"/>
                  <a:pt x="17288" y="77396"/>
                </a:cubicBezTo>
                <a:cubicBezTo>
                  <a:pt x="19548" y="73167"/>
                  <a:pt x="22010" y="69059"/>
                  <a:pt x="24674" y="65072"/>
                </a:cubicBezTo>
                <a:cubicBezTo>
                  <a:pt x="27339" y="61085"/>
                  <a:pt x="30192" y="57238"/>
                  <a:pt x="33234" y="53531"/>
                </a:cubicBezTo>
                <a:cubicBezTo>
                  <a:pt x="36276" y="49824"/>
                  <a:pt x="39493" y="46275"/>
                  <a:pt x="42884" y="42884"/>
                </a:cubicBezTo>
                <a:cubicBezTo>
                  <a:pt x="46274" y="39494"/>
                  <a:pt x="49823" y="36277"/>
                  <a:pt x="53530" y="33235"/>
                </a:cubicBezTo>
                <a:cubicBezTo>
                  <a:pt x="57237" y="30193"/>
                  <a:pt x="61084" y="27340"/>
                  <a:pt x="65070" y="24675"/>
                </a:cubicBezTo>
                <a:cubicBezTo>
                  <a:pt x="69058" y="22011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5" y="11145"/>
                </a:cubicBezTo>
                <a:cubicBezTo>
                  <a:pt x="94815" y="9310"/>
                  <a:pt x="99324" y="7697"/>
                  <a:pt x="103913" y="6305"/>
                </a:cubicBezTo>
                <a:cubicBezTo>
                  <a:pt x="108502" y="4913"/>
                  <a:pt x="113148" y="3749"/>
                  <a:pt x="117851" y="2813"/>
                </a:cubicBezTo>
                <a:cubicBezTo>
                  <a:pt x="122555" y="1878"/>
                  <a:pt x="127292" y="1175"/>
                  <a:pt x="132065" y="705"/>
                </a:cubicBezTo>
                <a:cubicBezTo>
                  <a:pt x="136837" y="235"/>
                  <a:pt x="141621" y="0"/>
                  <a:pt x="146416" y="0"/>
                </a:cubicBezTo>
                <a:cubicBezTo>
                  <a:pt x="151211" y="0"/>
                  <a:pt x="155995" y="235"/>
                  <a:pt x="160767" y="705"/>
                </a:cubicBezTo>
                <a:cubicBezTo>
                  <a:pt x="165539" y="1175"/>
                  <a:pt x="170277" y="1878"/>
                  <a:pt x="174980" y="2813"/>
                </a:cubicBezTo>
                <a:cubicBezTo>
                  <a:pt x="179683" y="3749"/>
                  <a:pt x="184329" y="4913"/>
                  <a:pt x="188919" y="6305"/>
                </a:cubicBezTo>
                <a:cubicBezTo>
                  <a:pt x="193507" y="7697"/>
                  <a:pt x="198016" y="9310"/>
                  <a:pt x="202446" y="11145"/>
                </a:cubicBezTo>
                <a:cubicBezTo>
                  <a:pt x="206877" y="12980"/>
                  <a:pt x="211207" y="15028"/>
                  <a:pt x="215436" y="17289"/>
                </a:cubicBezTo>
                <a:cubicBezTo>
                  <a:pt x="219664" y="19549"/>
                  <a:pt x="223772" y="22011"/>
                  <a:pt x="227759" y="24675"/>
                </a:cubicBezTo>
                <a:cubicBezTo>
                  <a:pt x="231747" y="27340"/>
                  <a:pt x="235594" y="30193"/>
                  <a:pt x="239302" y="33235"/>
                </a:cubicBezTo>
                <a:cubicBezTo>
                  <a:pt x="243008" y="36277"/>
                  <a:pt x="246556" y="39494"/>
                  <a:pt x="249947" y="42884"/>
                </a:cubicBezTo>
                <a:cubicBezTo>
                  <a:pt x="253338" y="46275"/>
                  <a:pt x="256555" y="49824"/>
                  <a:pt x="259597" y="53531"/>
                </a:cubicBezTo>
                <a:cubicBezTo>
                  <a:pt x="262639" y="57238"/>
                  <a:pt x="265492" y="61085"/>
                  <a:pt x="268156" y="65072"/>
                </a:cubicBezTo>
                <a:cubicBezTo>
                  <a:pt x="270820" y="69059"/>
                  <a:pt x="273283" y="73167"/>
                  <a:pt x="275543" y="77396"/>
                </a:cubicBezTo>
                <a:cubicBezTo>
                  <a:pt x="277803" y="81625"/>
                  <a:pt x="279851" y="85955"/>
                  <a:pt x="281686" y="90385"/>
                </a:cubicBezTo>
                <a:cubicBezTo>
                  <a:pt x="283521" y="94816"/>
                  <a:pt x="285135" y="99325"/>
                  <a:pt x="286527" y="103914"/>
                </a:cubicBezTo>
                <a:cubicBezTo>
                  <a:pt x="287919" y="108503"/>
                  <a:pt x="289082" y="113149"/>
                  <a:pt x="290018" y="117852"/>
                </a:cubicBezTo>
                <a:cubicBezTo>
                  <a:pt x="290954" y="122555"/>
                  <a:pt x="291657" y="127293"/>
                  <a:pt x="292127" y="132065"/>
                </a:cubicBezTo>
                <a:cubicBezTo>
                  <a:pt x="292597" y="136837"/>
                  <a:pt x="292833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14" name="Text s">
            <a:extLst xmlns:a="http://schemas.openxmlformats.org/drawingml/2006/main">
              <a:ext uri="{FF2B5EF4-FFF2-40B4-BE49-F238E27FC236}">
                <a16:creationId xmlns:a16="http://schemas.microsoft.com/office/drawing/2014/main" id="{F907E2E6-AE1F-4423-9E4D-158F1288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755" y="2091085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Text 2">
            <a:extLst xmlns:a="http://schemas.openxmlformats.org/drawingml/2006/main">
              <a:ext uri="{FF2B5EF4-FFF2-40B4-BE49-F238E27FC236}">
                <a16:creationId xmlns:a16="http://schemas.microsoft.com/office/drawing/2014/main" id="{115B3AF6-58B7-4877-87D7-5C16C733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2892" y="2115057"/>
            <a:ext cx="68234" cy="105515"/>
          </a:xfrm>
          <a:custGeom xmlns:a="http://schemas.openxmlformats.org/drawingml/2006/main">
            <a:pathLst>
              <a:path w="68234" h="105515">
                <a:moveTo>
                  <a:pt x="68234" y="85541"/>
                </a:moveTo>
                <a:lnTo>
                  <a:pt x="60992" y="105515"/>
                </a:lnTo>
                <a:lnTo>
                  <a:pt x="0" y="105515"/>
                </a:lnTo>
                <a:lnTo>
                  <a:pt x="0" y="102690"/>
                </a:lnTo>
                <a:cubicBezTo>
                  <a:pt x="17942" y="86297"/>
                  <a:pt x="30572" y="72908"/>
                  <a:pt x="37891" y="62523"/>
                </a:cubicBezTo>
                <a:cubicBezTo>
                  <a:pt x="45210" y="52137"/>
                  <a:pt x="48869" y="42642"/>
                  <a:pt x="48869" y="34039"/>
                </a:cubicBezTo>
                <a:cubicBezTo>
                  <a:pt x="48869" y="27472"/>
                  <a:pt x="46862" y="22077"/>
                  <a:pt x="42847" y="17852"/>
                </a:cubicBezTo>
                <a:cubicBezTo>
                  <a:pt x="38831" y="13625"/>
                  <a:pt x="34028" y="11512"/>
                  <a:pt x="28437" y="11512"/>
                </a:cubicBezTo>
                <a:cubicBezTo>
                  <a:pt x="23355" y="11512"/>
                  <a:pt x="18793" y="13005"/>
                  <a:pt x="14752" y="15991"/>
                </a:cubicBezTo>
                <a:cubicBezTo>
                  <a:pt x="10712" y="18977"/>
                  <a:pt x="7726" y="23355"/>
                  <a:pt x="5794" y="29123"/>
                </a:cubicBezTo>
                <a:lnTo>
                  <a:pt x="2973" y="29123"/>
                </a:lnTo>
                <a:cubicBezTo>
                  <a:pt x="4244" y="19744"/>
                  <a:pt x="7510" y="12546"/>
                  <a:pt x="12770" y="7529"/>
                </a:cubicBezTo>
                <a:cubicBezTo>
                  <a:pt x="18031" y="2510"/>
                  <a:pt x="24600" y="0"/>
                  <a:pt x="32478" y="0"/>
                </a:cubicBezTo>
                <a:cubicBezTo>
                  <a:pt x="40864" y="0"/>
                  <a:pt x="47866" y="2694"/>
                  <a:pt x="53482" y="8081"/>
                </a:cubicBezTo>
                <a:cubicBezTo>
                  <a:pt x="59098" y="13469"/>
                  <a:pt x="61906" y="19822"/>
                  <a:pt x="61906" y="27141"/>
                </a:cubicBezTo>
                <a:cubicBezTo>
                  <a:pt x="61906" y="32376"/>
                  <a:pt x="60687" y="37611"/>
                  <a:pt x="58247" y="42847"/>
                </a:cubicBezTo>
                <a:cubicBezTo>
                  <a:pt x="54486" y="51080"/>
                  <a:pt x="48387" y="59797"/>
                  <a:pt x="39949" y="68997"/>
                </a:cubicBezTo>
                <a:cubicBezTo>
                  <a:pt x="27294" y="82821"/>
                  <a:pt x="19390" y="91157"/>
                  <a:pt x="16239" y="94003"/>
                </a:cubicBezTo>
                <a:lnTo>
                  <a:pt x="43228" y="94003"/>
                </a:lnTo>
                <a:cubicBezTo>
                  <a:pt x="48717" y="94003"/>
                  <a:pt x="52567" y="93798"/>
                  <a:pt x="54778" y="93389"/>
                </a:cubicBezTo>
                <a:cubicBezTo>
                  <a:pt x="56989" y="92977"/>
                  <a:pt x="58984" y="92143"/>
                  <a:pt x="60763" y="90887"/>
                </a:cubicBezTo>
                <a:cubicBezTo>
                  <a:pt x="62542" y="89631"/>
                  <a:pt x="64092" y="87848"/>
                  <a:pt x="65413" y="85541"/>
                </a:cubicBezTo>
                <a:lnTo>
                  <a:pt x="68234" y="855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536B81-9D66-4EE1-9000-AA2D4D2B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308" y="2131547"/>
            <a:ext cx="355089" cy="10"/>
          </a:xfrm>
          <a:custGeom xmlns:a="http://schemas.openxmlformats.org/drawingml/2006/main">
            <a:pathLst>
              <a:path w="355089" h="1" fill="none">
                <a:moveTo>
                  <a:pt x="0" y="0"/>
                </a:moveTo>
                <a:lnTo>
                  <a:pt x="355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02D1D8-1336-44FA-B68D-EFCAF2F5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147" y="2111049"/>
            <a:ext cx="40997" cy="40997"/>
          </a:xfrm>
          <a:custGeom xmlns:a="http://schemas.openxmlformats.org/drawingml/2006/main">
            <a:pathLst>
              <a:path w="40997" h="40997">
                <a:moveTo>
                  <a:pt x="40997" y="20498"/>
                </a:moveTo>
                <a:lnTo>
                  <a:pt x="0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534C7C-5E4B-4243-921F-836406E3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147" y="2111049"/>
            <a:ext cx="40997" cy="40997"/>
          </a:xfrm>
          <a:custGeom xmlns:a="http://schemas.openxmlformats.org/drawingml/2006/main">
            <a:pathLst>
              <a:path w="40997" h="40997" fill="none">
                <a:moveTo>
                  <a:pt x="40997" y="20498"/>
                </a:moveTo>
                <a:lnTo>
                  <a:pt x="0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E2713-4485-4840-8080-1F086C27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9750" y="1750982"/>
            <a:ext cx="429234" cy="277020"/>
          </a:xfrm>
          <a:custGeom xmlns:a="http://schemas.openxmlformats.org/drawingml/2006/main">
            <a:pathLst>
              <a:path w="429234" h="277020" fill="none">
                <a:moveTo>
                  <a:pt x="0" y="277020"/>
                </a:moveTo>
                <a:lnTo>
                  <a:pt x="4292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E54131-3C39-413C-ADD9-1BB06D13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9248" y="1734290"/>
            <a:ext cx="45565" cy="39474"/>
          </a:xfrm>
          <a:custGeom xmlns:a="http://schemas.openxmlformats.org/drawingml/2006/main">
            <a:pathLst>
              <a:path w="45565" h="39474">
                <a:moveTo>
                  <a:pt x="45565" y="0"/>
                </a:moveTo>
                <a:lnTo>
                  <a:pt x="22255" y="39474"/>
                </a:lnTo>
                <a:lnTo>
                  <a:pt x="19737" y="16691"/>
                </a:lnTo>
                <a:lnTo>
                  <a:pt x="0" y="5037"/>
                </a:lnTo>
                <a:lnTo>
                  <a:pt x="4556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420892-1A65-4641-9B1C-9A856715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9248" y="1734290"/>
            <a:ext cx="45565" cy="39474"/>
          </a:xfrm>
          <a:custGeom xmlns:a="http://schemas.openxmlformats.org/drawingml/2006/main">
            <a:pathLst>
              <a:path w="45565" h="39474" fill="none">
                <a:moveTo>
                  <a:pt x="45565" y="0"/>
                </a:moveTo>
                <a:lnTo>
                  <a:pt x="22255" y="39474"/>
                </a:lnTo>
                <a:lnTo>
                  <a:pt x="19737" y="16691"/>
                </a:lnTo>
                <a:lnTo>
                  <a:pt x="0" y="5037"/>
                </a:lnTo>
                <a:lnTo>
                  <a:pt x="4556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35DF2D-F4D0-42BE-8F3B-9AF3DB7C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9788" y="1985131"/>
            <a:ext cx="292833" cy="292833"/>
          </a:xfrm>
          <a:custGeom xmlns:a="http://schemas.openxmlformats.org/drawingml/2006/main">
            <a:pathLst>
              <a:path w="292833" h="292833">
                <a:moveTo>
                  <a:pt x="292833" y="146416"/>
                </a:moveTo>
                <a:cubicBezTo>
                  <a:pt x="292833" y="151212"/>
                  <a:pt x="292598" y="155995"/>
                  <a:pt x="292129" y="160768"/>
                </a:cubicBezTo>
                <a:cubicBezTo>
                  <a:pt x="291658" y="165540"/>
                  <a:pt x="290954" y="170277"/>
                  <a:pt x="290019" y="174981"/>
                </a:cubicBezTo>
                <a:cubicBezTo>
                  <a:pt x="289083" y="179684"/>
                  <a:pt x="287919" y="184330"/>
                  <a:pt x="286527" y="188919"/>
                </a:cubicBezTo>
                <a:cubicBezTo>
                  <a:pt x="285135" y="193507"/>
                  <a:pt x="283522" y="198017"/>
                  <a:pt x="281686" y="202447"/>
                </a:cubicBezTo>
                <a:cubicBezTo>
                  <a:pt x="279851" y="206877"/>
                  <a:pt x="277803" y="211207"/>
                  <a:pt x="275544" y="215436"/>
                </a:cubicBezTo>
                <a:cubicBezTo>
                  <a:pt x="273283" y="219665"/>
                  <a:pt x="270819" y="223774"/>
                  <a:pt x="268155" y="227761"/>
                </a:cubicBezTo>
                <a:cubicBezTo>
                  <a:pt x="265492" y="231748"/>
                  <a:pt x="262639" y="235595"/>
                  <a:pt x="259597" y="239302"/>
                </a:cubicBezTo>
                <a:cubicBezTo>
                  <a:pt x="256555" y="243008"/>
                  <a:pt x="253339" y="246557"/>
                  <a:pt x="249947" y="249948"/>
                </a:cubicBezTo>
                <a:cubicBezTo>
                  <a:pt x="246557" y="253339"/>
                  <a:pt x="243008" y="256555"/>
                  <a:pt x="239302" y="259597"/>
                </a:cubicBezTo>
                <a:cubicBezTo>
                  <a:pt x="235594" y="262640"/>
                  <a:pt x="231747" y="265493"/>
                  <a:pt x="227759" y="268157"/>
                </a:cubicBezTo>
                <a:cubicBezTo>
                  <a:pt x="223773" y="270821"/>
                  <a:pt x="219664" y="273283"/>
                  <a:pt x="215435" y="275544"/>
                </a:cubicBezTo>
                <a:cubicBezTo>
                  <a:pt x="211206" y="277804"/>
                  <a:pt x="206877" y="279852"/>
                  <a:pt x="202446" y="281687"/>
                </a:cubicBezTo>
                <a:cubicBezTo>
                  <a:pt x="198017" y="283522"/>
                  <a:pt x="193507" y="285136"/>
                  <a:pt x="188918" y="286528"/>
                </a:cubicBezTo>
                <a:cubicBezTo>
                  <a:pt x="184329" y="287920"/>
                  <a:pt x="179684" y="289083"/>
                  <a:pt x="174980" y="290019"/>
                </a:cubicBezTo>
                <a:cubicBezTo>
                  <a:pt x="170277" y="290955"/>
                  <a:pt x="165540" y="291658"/>
                  <a:pt x="160768" y="292127"/>
                </a:cubicBezTo>
                <a:cubicBezTo>
                  <a:pt x="155995" y="292598"/>
                  <a:pt x="151212" y="292833"/>
                  <a:pt x="146416" y="292833"/>
                </a:cubicBezTo>
                <a:cubicBezTo>
                  <a:pt x="141621" y="292833"/>
                  <a:pt x="136838" y="292598"/>
                  <a:pt x="132066" y="292128"/>
                </a:cubicBezTo>
                <a:cubicBezTo>
                  <a:pt x="127294" y="291658"/>
                  <a:pt x="122555" y="290955"/>
                  <a:pt x="117851" y="290019"/>
                </a:cubicBezTo>
                <a:cubicBezTo>
                  <a:pt x="113148" y="289083"/>
                  <a:pt x="108502" y="287920"/>
                  <a:pt x="103913" y="286528"/>
                </a:cubicBezTo>
                <a:cubicBezTo>
                  <a:pt x="99324" y="285136"/>
                  <a:pt x="94815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8" y="270821"/>
                  <a:pt x="65071" y="268157"/>
                </a:cubicBezTo>
                <a:cubicBezTo>
                  <a:pt x="61084" y="265493"/>
                  <a:pt x="57237" y="262640"/>
                  <a:pt x="53530" y="259598"/>
                </a:cubicBezTo>
                <a:cubicBezTo>
                  <a:pt x="49823" y="256555"/>
                  <a:pt x="46275" y="253339"/>
                  <a:pt x="42884" y="249948"/>
                </a:cubicBezTo>
                <a:cubicBezTo>
                  <a:pt x="39493" y="246557"/>
                  <a:pt x="36277" y="243008"/>
                  <a:pt x="33235" y="239302"/>
                </a:cubicBezTo>
                <a:cubicBezTo>
                  <a:pt x="30192" y="235595"/>
                  <a:pt x="27339" y="231748"/>
                  <a:pt x="24674" y="227761"/>
                </a:cubicBezTo>
                <a:cubicBezTo>
                  <a:pt x="22011" y="223774"/>
                  <a:pt x="19549" y="219665"/>
                  <a:pt x="17288" y="215436"/>
                </a:cubicBezTo>
                <a:cubicBezTo>
                  <a:pt x="15028" y="211207"/>
                  <a:pt x="12980" y="206877"/>
                  <a:pt x="11144" y="202447"/>
                </a:cubicBezTo>
                <a:cubicBezTo>
                  <a:pt x="9309" y="198017"/>
                  <a:pt x="7696" y="193507"/>
                  <a:pt x="6304" y="188918"/>
                </a:cubicBezTo>
                <a:cubicBezTo>
                  <a:pt x="4913" y="184330"/>
                  <a:pt x="3748" y="179684"/>
                  <a:pt x="2812" y="174980"/>
                </a:cubicBezTo>
                <a:cubicBezTo>
                  <a:pt x="1878" y="170277"/>
                  <a:pt x="1175" y="165540"/>
                  <a:pt x="705" y="160768"/>
                </a:cubicBezTo>
                <a:cubicBezTo>
                  <a:pt x="235" y="155995"/>
                  <a:pt x="1" y="151212"/>
                  <a:pt x="0" y="146416"/>
                </a:cubicBezTo>
                <a:cubicBezTo>
                  <a:pt x="1" y="141621"/>
                  <a:pt x="235" y="136837"/>
                  <a:pt x="705" y="132065"/>
                </a:cubicBezTo>
                <a:cubicBezTo>
                  <a:pt x="1175" y="127293"/>
                  <a:pt x="1878" y="122555"/>
                  <a:pt x="2812" y="117852"/>
                </a:cubicBezTo>
                <a:cubicBezTo>
                  <a:pt x="3748" y="113149"/>
                  <a:pt x="4911" y="108503"/>
                  <a:pt x="6304" y="103914"/>
                </a:cubicBezTo>
                <a:cubicBezTo>
                  <a:pt x="7696" y="99325"/>
                  <a:pt x="9309" y="94816"/>
                  <a:pt x="11144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9" y="73167"/>
                  <a:pt x="22011" y="69059"/>
                  <a:pt x="24674" y="65072"/>
                </a:cubicBezTo>
                <a:cubicBezTo>
                  <a:pt x="27339" y="61085"/>
                  <a:pt x="30192" y="57238"/>
                  <a:pt x="33235" y="53531"/>
                </a:cubicBezTo>
                <a:cubicBezTo>
                  <a:pt x="36277" y="49824"/>
                  <a:pt x="39493" y="46275"/>
                  <a:pt x="42884" y="42884"/>
                </a:cubicBezTo>
                <a:cubicBezTo>
                  <a:pt x="46275" y="39494"/>
                  <a:pt x="49823" y="36277"/>
                  <a:pt x="53530" y="33235"/>
                </a:cubicBezTo>
                <a:cubicBezTo>
                  <a:pt x="57237" y="30193"/>
                  <a:pt x="61083" y="27340"/>
                  <a:pt x="65070" y="24675"/>
                </a:cubicBezTo>
                <a:cubicBezTo>
                  <a:pt x="69058" y="22011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5" y="11145"/>
                </a:cubicBezTo>
                <a:cubicBezTo>
                  <a:pt x="94815" y="9310"/>
                  <a:pt x="99324" y="7697"/>
                  <a:pt x="103913" y="6305"/>
                </a:cubicBezTo>
                <a:cubicBezTo>
                  <a:pt x="108502" y="4913"/>
                  <a:pt x="113148" y="3749"/>
                  <a:pt x="117851" y="2813"/>
                </a:cubicBezTo>
                <a:cubicBezTo>
                  <a:pt x="122555" y="1878"/>
                  <a:pt x="127293" y="1175"/>
                  <a:pt x="132065" y="705"/>
                </a:cubicBezTo>
                <a:cubicBezTo>
                  <a:pt x="136838" y="235"/>
                  <a:pt x="141621" y="0"/>
                  <a:pt x="146416" y="0"/>
                </a:cubicBezTo>
                <a:cubicBezTo>
                  <a:pt x="151212" y="0"/>
                  <a:pt x="155995" y="235"/>
                  <a:pt x="160768" y="705"/>
                </a:cubicBezTo>
                <a:cubicBezTo>
                  <a:pt x="165540" y="1175"/>
                  <a:pt x="170277" y="1878"/>
                  <a:pt x="174980" y="2813"/>
                </a:cubicBezTo>
                <a:cubicBezTo>
                  <a:pt x="179684" y="3749"/>
                  <a:pt x="184330" y="4913"/>
                  <a:pt x="188919" y="6305"/>
                </a:cubicBezTo>
                <a:cubicBezTo>
                  <a:pt x="193508" y="7697"/>
                  <a:pt x="198017" y="9310"/>
                  <a:pt x="202447" y="11145"/>
                </a:cubicBezTo>
                <a:cubicBezTo>
                  <a:pt x="206877" y="12980"/>
                  <a:pt x="211207" y="15028"/>
                  <a:pt x="215436" y="17289"/>
                </a:cubicBezTo>
                <a:cubicBezTo>
                  <a:pt x="219664" y="19549"/>
                  <a:pt x="223773" y="22011"/>
                  <a:pt x="227759" y="24675"/>
                </a:cubicBezTo>
                <a:cubicBezTo>
                  <a:pt x="231748" y="27340"/>
                  <a:pt x="235594" y="30193"/>
                  <a:pt x="239302" y="33235"/>
                </a:cubicBezTo>
                <a:cubicBezTo>
                  <a:pt x="243008" y="36277"/>
                  <a:pt x="246557" y="39494"/>
                  <a:pt x="249947" y="42884"/>
                </a:cubicBezTo>
                <a:cubicBezTo>
                  <a:pt x="253339" y="46275"/>
                  <a:pt x="256555" y="49824"/>
                  <a:pt x="259597" y="53531"/>
                </a:cubicBezTo>
                <a:cubicBezTo>
                  <a:pt x="262639" y="57238"/>
                  <a:pt x="265492" y="61085"/>
                  <a:pt x="268155" y="65072"/>
                </a:cubicBezTo>
                <a:cubicBezTo>
                  <a:pt x="270819" y="69059"/>
                  <a:pt x="273282" y="73167"/>
                  <a:pt x="275542" y="77396"/>
                </a:cubicBezTo>
                <a:cubicBezTo>
                  <a:pt x="277803" y="81625"/>
                  <a:pt x="279850" y="85955"/>
                  <a:pt x="281686" y="90385"/>
                </a:cubicBezTo>
                <a:cubicBezTo>
                  <a:pt x="283521" y="94816"/>
                  <a:pt x="285135" y="99325"/>
                  <a:pt x="286527" y="103914"/>
                </a:cubicBezTo>
                <a:cubicBezTo>
                  <a:pt x="287919" y="108503"/>
                  <a:pt x="289083" y="113149"/>
                  <a:pt x="290019" y="117852"/>
                </a:cubicBezTo>
                <a:cubicBezTo>
                  <a:pt x="290954" y="122555"/>
                  <a:pt x="291658" y="127293"/>
                  <a:pt x="292129" y="132065"/>
                </a:cubicBezTo>
                <a:cubicBezTo>
                  <a:pt x="292598" y="136837"/>
                  <a:pt x="292833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692D72-6BF3-45CE-8BF1-66AD0736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9788" y="1985131"/>
            <a:ext cx="292833" cy="292833"/>
          </a:xfrm>
          <a:custGeom xmlns:a="http://schemas.openxmlformats.org/drawingml/2006/main">
            <a:pathLst>
              <a:path w="292833" h="292833" fill="none">
                <a:moveTo>
                  <a:pt x="292833" y="146416"/>
                </a:moveTo>
                <a:cubicBezTo>
                  <a:pt x="292833" y="151212"/>
                  <a:pt x="292598" y="155995"/>
                  <a:pt x="292129" y="160768"/>
                </a:cubicBezTo>
                <a:cubicBezTo>
                  <a:pt x="291658" y="165540"/>
                  <a:pt x="290954" y="170277"/>
                  <a:pt x="290019" y="174981"/>
                </a:cubicBezTo>
                <a:cubicBezTo>
                  <a:pt x="289083" y="179684"/>
                  <a:pt x="287919" y="184330"/>
                  <a:pt x="286527" y="188919"/>
                </a:cubicBezTo>
                <a:cubicBezTo>
                  <a:pt x="285135" y="193507"/>
                  <a:pt x="283522" y="198017"/>
                  <a:pt x="281686" y="202447"/>
                </a:cubicBezTo>
                <a:cubicBezTo>
                  <a:pt x="279851" y="206877"/>
                  <a:pt x="277803" y="211207"/>
                  <a:pt x="275544" y="215436"/>
                </a:cubicBezTo>
                <a:cubicBezTo>
                  <a:pt x="273283" y="219665"/>
                  <a:pt x="270819" y="223774"/>
                  <a:pt x="268155" y="227761"/>
                </a:cubicBezTo>
                <a:cubicBezTo>
                  <a:pt x="265492" y="231748"/>
                  <a:pt x="262639" y="235595"/>
                  <a:pt x="259597" y="239302"/>
                </a:cubicBezTo>
                <a:cubicBezTo>
                  <a:pt x="256555" y="243008"/>
                  <a:pt x="253339" y="246557"/>
                  <a:pt x="249947" y="249948"/>
                </a:cubicBezTo>
                <a:cubicBezTo>
                  <a:pt x="246557" y="253339"/>
                  <a:pt x="243008" y="256555"/>
                  <a:pt x="239302" y="259597"/>
                </a:cubicBezTo>
                <a:cubicBezTo>
                  <a:pt x="235594" y="262640"/>
                  <a:pt x="231747" y="265493"/>
                  <a:pt x="227759" y="268157"/>
                </a:cubicBezTo>
                <a:cubicBezTo>
                  <a:pt x="223773" y="270821"/>
                  <a:pt x="219664" y="273283"/>
                  <a:pt x="215435" y="275544"/>
                </a:cubicBezTo>
                <a:cubicBezTo>
                  <a:pt x="211206" y="277804"/>
                  <a:pt x="206877" y="279852"/>
                  <a:pt x="202446" y="281687"/>
                </a:cubicBezTo>
                <a:cubicBezTo>
                  <a:pt x="198017" y="283522"/>
                  <a:pt x="193507" y="285136"/>
                  <a:pt x="188918" y="286528"/>
                </a:cubicBezTo>
                <a:cubicBezTo>
                  <a:pt x="184329" y="287920"/>
                  <a:pt x="179684" y="289083"/>
                  <a:pt x="174980" y="290019"/>
                </a:cubicBezTo>
                <a:cubicBezTo>
                  <a:pt x="170277" y="290955"/>
                  <a:pt x="165540" y="291658"/>
                  <a:pt x="160768" y="292127"/>
                </a:cubicBezTo>
                <a:cubicBezTo>
                  <a:pt x="155995" y="292598"/>
                  <a:pt x="151212" y="292833"/>
                  <a:pt x="146416" y="292833"/>
                </a:cubicBezTo>
                <a:cubicBezTo>
                  <a:pt x="141621" y="292833"/>
                  <a:pt x="136838" y="292598"/>
                  <a:pt x="132066" y="292128"/>
                </a:cubicBezTo>
                <a:cubicBezTo>
                  <a:pt x="127294" y="291658"/>
                  <a:pt x="122555" y="290955"/>
                  <a:pt x="117851" y="290019"/>
                </a:cubicBezTo>
                <a:cubicBezTo>
                  <a:pt x="113148" y="289083"/>
                  <a:pt x="108502" y="287920"/>
                  <a:pt x="103913" y="286528"/>
                </a:cubicBezTo>
                <a:cubicBezTo>
                  <a:pt x="99324" y="285136"/>
                  <a:pt x="94815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8" y="270821"/>
                  <a:pt x="65071" y="268157"/>
                </a:cubicBezTo>
                <a:cubicBezTo>
                  <a:pt x="61084" y="265493"/>
                  <a:pt x="57237" y="262640"/>
                  <a:pt x="53530" y="259598"/>
                </a:cubicBezTo>
                <a:cubicBezTo>
                  <a:pt x="49823" y="256555"/>
                  <a:pt x="46275" y="253339"/>
                  <a:pt x="42884" y="249948"/>
                </a:cubicBezTo>
                <a:cubicBezTo>
                  <a:pt x="39493" y="246557"/>
                  <a:pt x="36277" y="243008"/>
                  <a:pt x="33235" y="239302"/>
                </a:cubicBezTo>
                <a:cubicBezTo>
                  <a:pt x="30192" y="235595"/>
                  <a:pt x="27339" y="231748"/>
                  <a:pt x="24674" y="227761"/>
                </a:cubicBezTo>
                <a:cubicBezTo>
                  <a:pt x="22011" y="223774"/>
                  <a:pt x="19549" y="219665"/>
                  <a:pt x="17288" y="215436"/>
                </a:cubicBezTo>
                <a:cubicBezTo>
                  <a:pt x="15028" y="211207"/>
                  <a:pt x="12980" y="206877"/>
                  <a:pt x="11144" y="202447"/>
                </a:cubicBezTo>
                <a:cubicBezTo>
                  <a:pt x="9309" y="198017"/>
                  <a:pt x="7696" y="193507"/>
                  <a:pt x="6304" y="188918"/>
                </a:cubicBezTo>
                <a:cubicBezTo>
                  <a:pt x="4913" y="184330"/>
                  <a:pt x="3748" y="179684"/>
                  <a:pt x="2812" y="174980"/>
                </a:cubicBezTo>
                <a:cubicBezTo>
                  <a:pt x="1878" y="170277"/>
                  <a:pt x="1175" y="165540"/>
                  <a:pt x="705" y="160768"/>
                </a:cubicBezTo>
                <a:cubicBezTo>
                  <a:pt x="235" y="155995"/>
                  <a:pt x="1" y="151212"/>
                  <a:pt x="0" y="146416"/>
                </a:cubicBezTo>
                <a:cubicBezTo>
                  <a:pt x="1" y="141621"/>
                  <a:pt x="235" y="136837"/>
                  <a:pt x="705" y="132065"/>
                </a:cubicBezTo>
                <a:cubicBezTo>
                  <a:pt x="1175" y="127293"/>
                  <a:pt x="1878" y="122555"/>
                  <a:pt x="2812" y="117852"/>
                </a:cubicBezTo>
                <a:cubicBezTo>
                  <a:pt x="3748" y="113149"/>
                  <a:pt x="4911" y="108503"/>
                  <a:pt x="6304" y="103914"/>
                </a:cubicBezTo>
                <a:cubicBezTo>
                  <a:pt x="7696" y="99325"/>
                  <a:pt x="9309" y="94816"/>
                  <a:pt x="11144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9" y="73167"/>
                  <a:pt x="22011" y="69059"/>
                  <a:pt x="24674" y="65072"/>
                </a:cubicBezTo>
                <a:cubicBezTo>
                  <a:pt x="27339" y="61085"/>
                  <a:pt x="30192" y="57238"/>
                  <a:pt x="33235" y="53531"/>
                </a:cubicBezTo>
                <a:cubicBezTo>
                  <a:pt x="36277" y="49824"/>
                  <a:pt x="39493" y="46275"/>
                  <a:pt x="42884" y="42884"/>
                </a:cubicBezTo>
                <a:cubicBezTo>
                  <a:pt x="46275" y="39494"/>
                  <a:pt x="49823" y="36277"/>
                  <a:pt x="53530" y="33235"/>
                </a:cubicBezTo>
                <a:cubicBezTo>
                  <a:pt x="57237" y="30193"/>
                  <a:pt x="61083" y="27340"/>
                  <a:pt x="65070" y="24675"/>
                </a:cubicBezTo>
                <a:cubicBezTo>
                  <a:pt x="69058" y="22011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5" y="11145"/>
                </a:cubicBezTo>
                <a:cubicBezTo>
                  <a:pt x="94815" y="9310"/>
                  <a:pt x="99324" y="7697"/>
                  <a:pt x="103913" y="6305"/>
                </a:cubicBezTo>
                <a:cubicBezTo>
                  <a:pt x="108502" y="4913"/>
                  <a:pt x="113148" y="3749"/>
                  <a:pt x="117851" y="2813"/>
                </a:cubicBezTo>
                <a:cubicBezTo>
                  <a:pt x="122555" y="1878"/>
                  <a:pt x="127293" y="1175"/>
                  <a:pt x="132065" y="705"/>
                </a:cubicBezTo>
                <a:cubicBezTo>
                  <a:pt x="136838" y="235"/>
                  <a:pt x="141621" y="0"/>
                  <a:pt x="146416" y="0"/>
                </a:cubicBezTo>
                <a:cubicBezTo>
                  <a:pt x="151212" y="0"/>
                  <a:pt x="155995" y="235"/>
                  <a:pt x="160768" y="705"/>
                </a:cubicBezTo>
                <a:cubicBezTo>
                  <a:pt x="165540" y="1175"/>
                  <a:pt x="170277" y="1878"/>
                  <a:pt x="174980" y="2813"/>
                </a:cubicBezTo>
                <a:cubicBezTo>
                  <a:pt x="179684" y="3749"/>
                  <a:pt x="184330" y="4913"/>
                  <a:pt x="188919" y="6305"/>
                </a:cubicBezTo>
                <a:cubicBezTo>
                  <a:pt x="193508" y="7697"/>
                  <a:pt x="198017" y="9310"/>
                  <a:pt x="202447" y="11145"/>
                </a:cubicBezTo>
                <a:cubicBezTo>
                  <a:pt x="206877" y="12980"/>
                  <a:pt x="211207" y="15028"/>
                  <a:pt x="215436" y="17289"/>
                </a:cubicBezTo>
                <a:cubicBezTo>
                  <a:pt x="219664" y="19549"/>
                  <a:pt x="223773" y="22011"/>
                  <a:pt x="227759" y="24675"/>
                </a:cubicBezTo>
                <a:cubicBezTo>
                  <a:pt x="231748" y="27340"/>
                  <a:pt x="235594" y="30193"/>
                  <a:pt x="239302" y="33235"/>
                </a:cubicBezTo>
                <a:cubicBezTo>
                  <a:pt x="243008" y="36277"/>
                  <a:pt x="246557" y="39494"/>
                  <a:pt x="249947" y="42884"/>
                </a:cubicBezTo>
                <a:cubicBezTo>
                  <a:pt x="253339" y="46275"/>
                  <a:pt x="256555" y="49824"/>
                  <a:pt x="259597" y="53531"/>
                </a:cubicBezTo>
                <a:cubicBezTo>
                  <a:pt x="262639" y="57238"/>
                  <a:pt x="265492" y="61085"/>
                  <a:pt x="268155" y="65072"/>
                </a:cubicBezTo>
                <a:cubicBezTo>
                  <a:pt x="270819" y="69059"/>
                  <a:pt x="273282" y="73167"/>
                  <a:pt x="275542" y="77396"/>
                </a:cubicBezTo>
                <a:cubicBezTo>
                  <a:pt x="277803" y="81625"/>
                  <a:pt x="279850" y="85955"/>
                  <a:pt x="281686" y="90385"/>
                </a:cubicBezTo>
                <a:cubicBezTo>
                  <a:pt x="283521" y="94816"/>
                  <a:pt x="285135" y="99325"/>
                  <a:pt x="286527" y="103914"/>
                </a:cubicBezTo>
                <a:cubicBezTo>
                  <a:pt x="287919" y="108503"/>
                  <a:pt x="289083" y="113149"/>
                  <a:pt x="290019" y="117852"/>
                </a:cubicBezTo>
                <a:cubicBezTo>
                  <a:pt x="290954" y="122555"/>
                  <a:pt x="291658" y="127293"/>
                  <a:pt x="292129" y="132065"/>
                </a:cubicBezTo>
                <a:cubicBezTo>
                  <a:pt x="292598" y="136837"/>
                  <a:pt x="292833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24" name="Text s">
            <a:extLst xmlns:a="http://schemas.openxmlformats.org/drawingml/2006/main">
              <a:ext uri="{FF2B5EF4-FFF2-40B4-BE49-F238E27FC236}">
                <a16:creationId xmlns:a16="http://schemas.microsoft.com/office/drawing/2014/main" id="{D0E4F095-EE30-40B0-9D52-2FAE103D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840" y="2108655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Text 4">
            <a:extLst xmlns:a="http://schemas.openxmlformats.org/drawingml/2006/main">
              <a:ext uri="{FF2B5EF4-FFF2-40B4-BE49-F238E27FC236}">
                <a16:creationId xmlns:a16="http://schemas.microsoft.com/office/drawing/2014/main" id="{C932354F-808E-408C-ABAE-4CEDA366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062" y="2089342"/>
            <a:ext cx="70217" cy="105515"/>
          </a:xfrm>
          <a:custGeom xmlns:a="http://schemas.openxmlformats.org/drawingml/2006/main">
            <a:pathLst>
              <a:path w="70217" h="105515">
                <a:moveTo>
                  <a:pt x="70217" y="67396"/>
                </a:moveTo>
                <a:lnTo>
                  <a:pt x="70217" y="78222"/>
                </a:lnTo>
                <a:lnTo>
                  <a:pt x="56341" y="78222"/>
                </a:lnTo>
                <a:lnTo>
                  <a:pt x="56341" y="105515"/>
                </a:lnTo>
                <a:lnTo>
                  <a:pt x="43761" y="105515"/>
                </a:lnTo>
                <a:lnTo>
                  <a:pt x="43761" y="78222"/>
                </a:lnTo>
                <a:lnTo>
                  <a:pt x="0" y="78222"/>
                </a:lnTo>
                <a:lnTo>
                  <a:pt x="0" y="68463"/>
                </a:lnTo>
                <a:lnTo>
                  <a:pt x="47955" y="0"/>
                </a:lnTo>
                <a:lnTo>
                  <a:pt x="56341" y="0"/>
                </a:lnTo>
                <a:lnTo>
                  <a:pt x="56341" y="67396"/>
                </a:lnTo>
                <a:lnTo>
                  <a:pt x="70217" y="67396"/>
                </a:lnTo>
                <a:moveTo>
                  <a:pt x="43761" y="67396"/>
                </a:moveTo>
                <a:lnTo>
                  <a:pt x="43761" y="16087"/>
                </a:lnTo>
                <a:lnTo>
                  <a:pt x="7471" y="67396"/>
                </a:lnTo>
                <a:lnTo>
                  <a:pt x="43761" y="673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8E5FC3-EB0E-4E2F-B41C-56E10358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393" y="2131547"/>
            <a:ext cx="355089" cy="10"/>
          </a:xfrm>
          <a:custGeom xmlns:a="http://schemas.openxmlformats.org/drawingml/2006/main">
            <a:pathLst>
              <a:path w="355089" h="1" fill="none">
                <a:moveTo>
                  <a:pt x="0" y="0"/>
                </a:moveTo>
                <a:lnTo>
                  <a:pt x="355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518356-4953-4832-83AB-3C1EDC24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232" y="2111049"/>
            <a:ext cx="40997" cy="40997"/>
          </a:xfrm>
          <a:custGeom xmlns:a="http://schemas.openxmlformats.org/drawingml/2006/main">
            <a:pathLst>
              <a:path w="40997" h="40997">
                <a:moveTo>
                  <a:pt x="40997" y="20498"/>
                </a:moveTo>
                <a:lnTo>
                  <a:pt x="0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4E86B8-405F-4871-9A1A-E1FFA85C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232" y="2111049"/>
            <a:ext cx="40997" cy="40997"/>
          </a:xfrm>
          <a:custGeom xmlns:a="http://schemas.openxmlformats.org/drawingml/2006/main">
            <a:pathLst>
              <a:path w="40997" h="40997" fill="none">
                <a:moveTo>
                  <a:pt x="40997" y="20498"/>
                </a:moveTo>
                <a:lnTo>
                  <a:pt x="0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29" name="Text x">
            <a:extLst xmlns:a="http://schemas.openxmlformats.org/drawingml/2006/main">
              <a:ext uri="{FF2B5EF4-FFF2-40B4-BE49-F238E27FC236}">
                <a16:creationId xmlns:a16="http://schemas.microsoft.com/office/drawing/2014/main" id="{84FF4DB6-DBEA-4D1F-9D20-F003896B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6403" y="2186553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Text 1">
            <a:extLst xmlns:a="http://schemas.openxmlformats.org/drawingml/2006/main">
              <a:ext uri="{FF2B5EF4-FFF2-40B4-BE49-F238E27FC236}">
                <a16:creationId xmlns:a16="http://schemas.microsoft.com/office/drawing/2014/main" id="{AE7C0E90-1F25-41B6-8FAB-B8E25490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2525" y="2187399"/>
            <a:ext cx="45812" cy="118734"/>
          </a:xfrm>
          <a:custGeom xmlns:a="http://schemas.openxmlformats.org/drawingml/2006/main">
            <a:pathLst>
              <a:path w="45812" h="118734">
                <a:moveTo>
                  <a:pt x="0" y="13812"/>
                </a:moveTo>
                <a:lnTo>
                  <a:pt x="28311" y="0"/>
                </a:lnTo>
                <a:lnTo>
                  <a:pt x="31142" y="0"/>
                </a:lnTo>
                <a:lnTo>
                  <a:pt x="31142" y="98230"/>
                </a:lnTo>
                <a:cubicBezTo>
                  <a:pt x="31142" y="104751"/>
                  <a:pt x="31414" y="108811"/>
                  <a:pt x="31957" y="110413"/>
                </a:cubicBezTo>
                <a:cubicBezTo>
                  <a:pt x="32500" y="112014"/>
                  <a:pt x="33630" y="113244"/>
                  <a:pt x="35346" y="114102"/>
                </a:cubicBezTo>
                <a:cubicBezTo>
                  <a:pt x="37062" y="114960"/>
                  <a:pt x="40550" y="115446"/>
                  <a:pt x="45812" y="115560"/>
                </a:cubicBezTo>
                <a:lnTo>
                  <a:pt x="45812" y="118734"/>
                </a:lnTo>
                <a:lnTo>
                  <a:pt x="2059" y="118734"/>
                </a:lnTo>
                <a:lnTo>
                  <a:pt x="2059" y="115560"/>
                </a:lnTo>
                <a:cubicBezTo>
                  <a:pt x="7550" y="115446"/>
                  <a:pt x="11096" y="114974"/>
                  <a:pt x="12697" y="114145"/>
                </a:cubicBezTo>
                <a:cubicBezTo>
                  <a:pt x="14298" y="113315"/>
                  <a:pt x="15414" y="112200"/>
                  <a:pt x="16043" y="110799"/>
                </a:cubicBezTo>
                <a:cubicBezTo>
                  <a:pt x="16672" y="109398"/>
                  <a:pt x="16987" y="105208"/>
                  <a:pt x="16987" y="98230"/>
                </a:cubicBezTo>
                <a:lnTo>
                  <a:pt x="16987" y="35432"/>
                </a:lnTo>
                <a:cubicBezTo>
                  <a:pt x="16987" y="26967"/>
                  <a:pt x="16701" y="21533"/>
                  <a:pt x="16129" y="19131"/>
                </a:cubicBezTo>
                <a:cubicBezTo>
                  <a:pt x="15728" y="17301"/>
                  <a:pt x="14999" y="15957"/>
                  <a:pt x="13941" y="15099"/>
                </a:cubicBezTo>
                <a:cubicBezTo>
                  <a:pt x="12883" y="14241"/>
                  <a:pt x="11610" y="13812"/>
                  <a:pt x="10123" y="13812"/>
                </a:cubicBezTo>
                <a:cubicBezTo>
                  <a:pt x="8007" y="13812"/>
                  <a:pt x="5062" y="14699"/>
                  <a:pt x="1287" y="16472"/>
                </a:cubicBezTo>
                <a:lnTo>
                  <a:pt x="0" y="13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Text /y">
            <a:extLst xmlns:a="http://schemas.openxmlformats.org/drawingml/2006/main">
              <a:ext uri="{FF2B5EF4-FFF2-40B4-BE49-F238E27FC236}">
                <a16:creationId xmlns:a16="http://schemas.microsoft.com/office/drawing/2014/main" id="{D1D79CD8-1AA1-482B-8C10-57617F99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0043" y="2143143"/>
            <a:ext cx="135407" cy="159914"/>
          </a:xfrm>
          <a:custGeom xmlns:a="http://schemas.openxmlformats.org/drawingml/2006/main">
            <a:pathLst>
              <a:path w="135407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7" y="43410"/>
                </a:moveTo>
                <a:lnTo>
                  <a:pt x="86249" y="43410"/>
                </a:lnTo>
                <a:lnTo>
                  <a:pt x="86249" y="46584"/>
                </a:lnTo>
                <a:lnTo>
                  <a:pt x="84448" y="46584"/>
                </a:lnTo>
                <a:cubicBezTo>
                  <a:pt x="81874" y="46584"/>
                  <a:pt x="79944" y="47142"/>
                  <a:pt x="78657" y="48257"/>
                </a:cubicBezTo>
                <a:cubicBezTo>
                  <a:pt x="77370" y="49373"/>
                  <a:pt x="76726" y="50760"/>
                  <a:pt x="76726" y="52418"/>
                </a:cubicBezTo>
                <a:cubicBezTo>
                  <a:pt x="76726" y="54649"/>
                  <a:pt x="77670" y="57737"/>
                  <a:pt x="79557" y="61684"/>
                </a:cubicBezTo>
                <a:lnTo>
                  <a:pt x="98689" y="101319"/>
                </a:lnTo>
                <a:lnTo>
                  <a:pt x="116276" y="57909"/>
                </a:lnTo>
                <a:cubicBezTo>
                  <a:pt x="117248" y="55564"/>
                  <a:pt x="117734" y="53247"/>
                  <a:pt x="117734" y="50960"/>
                </a:cubicBezTo>
                <a:cubicBezTo>
                  <a:pt x="117734" y="49930"/>
                  <a:pt x="117534" y="49158"/>
                  <a:pt x="117134" y="48643"/>
                </a:cubicBezTo>
                <a:cubicBezTo>
                  <a:pt x="116676" y="48014"/>
                  <a:pt x="115961" y="47514"/>
                  <a:pt x="114989" y="47142"/>
                </a:cubicBezTo>
                <a:cubicBezTo>
                  <a:pt x="114017" y="46770"/>
                  <a:pt x="112301" y="46584"/>
                  <a:pt x="109842" y="46584"/>
                </a:cubicBezTo>
                <a:lnTo>
                  <a:pt x="109842" y="43410"/>
                </a:lnTo>
                <a:lnTo>
                  <a:pt x="135407" y="43410"/>
                </a:lnTo>
                <a:lnTo>
                  <a:pt x="135407" y="46584"/>
                </a:lnTo>
                <a:cubicBezTo>
                  <a:pt x="133291" y="46813"/>
                  <a:pt x="131661" y="47271"/>
                  <a:pt x="130517" y="47957"/>
                </a:cubicBezTo>
                <a:cubicBezTo>
                  <a:pt x="129373" y="48643"/>
                  <a:pt x="128115" y="49930"/>
                  <a:pt x="126742" y="51818"/>
                </a:cubicBezTo>
                <a:cubicBezTo>
                  <a:pt x="126228" y="52618"/>
                  <a:pt x="125255" y="54820"/>
                  <a:pt x="123826" y="58424"/>
                </a:cubicBezTo>
                <a:lnTo>
                  <a:pt x="91826" y="136836"/>
                </a:lnTo>
                <a:cubicBezTo>
                  <a:pt x="88737" y="144443"/>
                  <a:pt x="84691" y="150191"/>
                  <a:pt x="79686" y="154080"/>
                </a:cubicBezTo>
                <a:cubicBezTo>
                  <a:pt x="74682" y="157969"/>
                  <a:pt x="69863" y="159914"/>
                  <a:pt x="65230" y="159914"/>
                </a:cubicBezTo>
                <a:cubicBezTo>
                  <a:pt x="61856" y="159914"/>
                  <a:pt x="59082" y="158953"/>
                  <a:pt x="56909" y="157032"/>
                </a:cubicBezTo>
                <a:cubicBezTo>
                  <a:pt x="54735" y="155111"/>
                  <a:pt x="53649" y="152907"/>
                  <a:pt x="53649" y="150421"/>
                </a:cubicBezTo>
                <a:cubicBezTo>
                  <a:pt x="53649" y="148047"/>
                  <a:pt x="54435" y="146133"/>
                  <a:pt x="56008" y="144678"/>
                </a:cubicBezTo>
                <a:cubicBezTo>
                  <a:pt x="57581" y="143225"/>
                  <a:pt x="59740" y="142499"/>
                  <a:pt x="62485" y="142499"/>
                </a:cubicBezTo>
                <a:cubicBezTo>
                  <a:pt x="64373" y="142499"/>
                  <a:pt x="66946" y="143128"/>
                  <a:pt x="70206" y="144386"/>
                </a:cubicBezTo>
                <a:cubicBezTo>
                  <a:pt x="72494" y="145244"/>
                  <a:pt x="73924" y="145673"/>
                  <a:pt x="74496" y="145673"/>
                </a:cubicBezTo>
                <a:cubicBezTo>
                  <a:pt x="76212" y="145673"/>
                  <a:pt x="78085" y="144780"/>
                  <a:pt x="80115" y="142995"/>
                </a:cubicBezTo>
                <a:cubicBezTo>
                  <a:pt x="82146" y="141211"/>
                  <a:pt x="84190" y="137758"/>
                  <a:pt x="86249" y="132635"/>
                </a:cubicBezTo>
                <a:lnTo>
                  <a:pt x="91826" y="118906"/>
                </a:lnTo>
                <a:lnTo>
                  <a:pt x="63600" y="59625"/>
                </a:lnTo>
                <a:cubicBezTo>
                  <a:pt x="62743" y="57852"/>
                  <a:pt x="61370" y="55650"/>
                  <a:pt x="59482" y="53019"/>
                </a:cubicBezTo>
                <a:cubicBezTo>
                  <a:pt x="58053" y="51017"/>
                  <a:pt x="56880" y="49673"/>
                  <a:pt x="55965" y="48987"/>
                </a:cubicBezTo>
                <a:cubicBezTo>
                  <a:pt x="54650" y="48071"/>
                  <a:pt x="52533" y="47271"/>
                  <a:pt x="49617" y="46584"/>
                </a:cubicBezTo>
                <a:lnTo>
                  <a:pt x="49617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Text 1">
            <a:extLst xmlns:a="http://schemas.openxmlformats.org/drawingml/2006/main">
              <a:ext uri="{FF2B5EF4-FFF2-40B4-BE49-F238E27FC236}">
                <a16:creationId xmlns:a16="http://schemas.microsoft.com/office/drawing/2014/main" id="{77FB926B-FF1B-4C9D-AC55-87689735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092" y="2187399"/>
            <a:ext cx="45812" cy="118734"/>
          </a:xfrm>
          <a:custGeom xmlns:a="http://schemas.openxmlformats.org/drawingml/2006/main">
            <a:pathLst>
              <a:path w="45812" h="118734">
                <a:moveTo>
                  <a:pt x="0" y="13812"/>
                </a:moveTo>
                <a:lnTo>
                  <a:pt x="28311" y="0"/>
                </a:lnTo>
                <a:lnTo>
                  <a:pt x="31142" y="0"/>
                </a:lnTo>
                <a:lnTo>
                  <a:pt x="31142" y="98230"/>
                </a:lnTo>
                <a:cubicBezTo>
                  <a:pt x="31142" y="104751"/>
                  <a:pt x="31414" y="108811"/>
                  <a:pt x="31957" y="110413"/>
                </a:cubicBezTo>
                <a:cubicBezTo>
                  <a:pt x="32500" y="112014"/>
                  <a:pt x="33630" y="113244"/>
                  <a:pt x="35346" y="114102"/>
                </a:cubicBezTo>
                <a:cubicBezTo>
                  <a:pt x="37062" y="114960"/>
                  <a:pt x="40550" y="115446"/>
                  <a:pt x="45812" y="115560"/>
                </a:cubicBezTo>
                <a:lnTo>
                  <a:pt x="45812" y="118734"/>
                </a:lnTo>
                <a:lnTo>
                  <a:pt x="2059" y="118734"/>
                </a:lnTo>
                <a:lnTo>
                  <a:pt x="2059" y="115560"/>
                </a:lnTo>
                <a:cubicBezTo>
                  <a:pt x="7550" y="115446"/>
                  <a:pt x="11096" y="114974"/>
                  <a:pt x="12697" y="114145"/>
                </a:cubicBezTo>
                <a:cubicBezTo>
                  <a:pt x="14298" y="113315"/>
                  <a:pt x="15414" y="112200"/>
                  <a:pt x="16043" y="110799"/>
                </a:cubicBezTo>
                <a:cubicBezTo>
                  <a:pt x="16672" y="109398"/>
                  <a:pt x="16987" y="105208"/>
                  <a:pt x="16987" y="98230"/>
                </a:cubicBezTo>
                <a:lnTo>
                  <a:pt x="16987" y="35432"/>
                </a:lnTo>
                <a:cubicBezTo>
                  <a:pt x="16987" y="26967"/>
                  <a:pt x="16701" y="21533"/>
                  <a:pt x="16129" y="19131"/>
                </a:cubicBezTo>
                <a:cubicBezTo>
                  <a:pt x="15728" y="17301"/>
                  <a:pt x="14999" y="15957"/>
                  <a:pt x="13941" y="15099"/>
                </a:cubicBezTo>
                <a:cubicBezTo>
                  <a:pt x="12883" y="14241"/>
                  <a:pt x="11610" y="13812"/>
                  <a:pt x="10123" y="13812"/>
                </a:cubicBezTo>
                <a:cubicBezTo>
                  <a:pt x="8007" y="13812"/>
                  <a:pt x="5062" y="14699"/>
                  <a:pt x="1287" y="16472"/>
                </a:cubicBezTo>
                <a:lnTo>
                  <a:pt x="0" y="13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Text x">
            <a:extLst xmlns:a="http://schemas.openxmlformats.org/drawingml/2006/main">
              <a:ext uri="{FF2B5EF4-FFF2-40B4-BE49-F238E27FC236}">
                <a16:creationId xmlns:a16="http://schemas.microsoft.com/office/drawing/2014/main" id="{3E6BBE8F-D125-409E-BED7-0ACD31A5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061" y="2186553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Text 3">
            <a:extLst xmlns:a="http://schemas.openxmlformats.org/drawingml/2006/main">
              <a:ext uri="{FF2B5EF4-FFF2-40B4-BE49-F238E27FC236}">
                <a16:creationId xmlns:a16="http://schemas.microsoft.com/office/drawing/2014/main" id="{FF599DB6-13A8-44D7-9B8C-443EF4E3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715" y="2187399"/>
            <a:ext cx="66145" cy="120793"/>
          </a:xfrm>
          <a:custGeom xmlns:a="http://schemas.openxmlformats.org/drawingml/2006/main">
            <a:pathLst>
              <a:path w="66145" h="120793">
                <a:moveTo>
                  <a:pt x="1802" y="24450"/>
                </a:moveTo>
                <a:cubicBezTo>
                  <a:pt x="5119" y="16615"/>
                  <a:pt x="9308" y="10581"/>
                  <a:pt x="14370" y="6349"/>
                </a:cubicBezTo>
                <a:cubicBezTo>
                  <a:pt x="19432" y="2116"/>
                  <a:pt x="25737" y="0"/>
                  <a:pt x="33287" y="0"/>
                </a:cubicBezTo>
                <a:cubicBezTo>
                  <a:pt x="42609" y="0"/>
                  <a:pt x="49759" y="3027"/>
                  <a:pt x="54735" y="9080"/>
                </a:cubicBezTo>
                <a:cubicBezTo>
                  <a:pt x="58509" y="13593"/>
                  <a:pt x="60397" y="18420"/>
                  <a:pt x="60397" y="23560"/>
                </a:cubicBezTo>
                <a:cubicBezTo>
                  <a:pt x="60397" y="32012"/>
                  <a:pt x="55078" y="40751"/>
                  <a:pt x="44440" y="49775"/>
                </a:cubicBezTo>
                <a:cubicBezTo>
                  <a:pt x="51589" y="52581"/>
                  <a:pt x="56994" y="56589"/>
                  <a:pt x="60654" y="61799"/>
                </a:cubicBezTo>
                <a:cubicBezTo>
                  <a:pt x="64315" y="67007"/>
                  <a:pt x="66145" y="73132"/>
                  <a:pt x="66145" y="80174"/>
                </a:cubicBezTo>
                <a:cubicBezTo>
                  <a:pt x="66145" y="90251"/>
                  <a:pt x="62942" y="98982"/>
                  <a:pt x="56536" y="106367"/>
                </a:cubicBezTo>
                <a:cubicBezTo>
                  <a:pt x="48186" y="115985"/>
                  <a:pt x="36089" y="120793"/>
                  <a:pt x="20247" y="120793"/>
                </a:cubicBezTo>
                <a:cubicBezTo>
                  <a:pt x="12411" y="120793"/>
                  <a:pt x="7078" y="119821"/>
                  <a:pt x="4247" y="117877"/>
                </a:cubicBezTo>
                <a:cubicBezTo>
                  <a:pt x="1416" y="115932"/>
                  <a:pt x="0" y="113844"/>
                  <a:pt x="0" y="111614"/>
                </a:cubicBezTo>
                <a:cubicBezTo>
                  <a:pt x="0" y="109955"/>
                  <a:pt x="672" y="108497"/>
                  <a:pt x="2016" y="107239"/>
                </a:cubicBezTo>
                <a:cubicBezTo>
                  <a:pt x="3360" y="105980"/>
                  <a:pt x="4976" y="105351"/>
                  <a:pt x="6863" y="105351"/>
                </a:cubicBezTo>
                <a:cubicBezTo>
                  <a:pt x="8293" y="105351"/>
                  <a:pt x="9752" y="105580"/>
                  <a:pt x="11239" y="106037"/>
                </a:cubicBezTo>
                <a:cubicBezTo>
                  <a:pt x="12211" y="106323"/>
                  <a:pt x="14413" y="107367"/>
                  <a:pt x="17844" y="109169"/>
                </a:cubicBezTo>
                <a:cubicBezTo>
                  <a:pt x="21276" y="110970"/>
                  <a:pt x="23650" y="112043"/>
                  <a:pt x="24965" y="112386"/>
                </a:cubicBezTo>
                <a:cubicBezTo>
                  <a:pt x="27081" y="113015"/>
                  <a:pt x="29340" y="113330"/>
                  <a:pt x="31743" y="113330"/>
                </a:cubicBezTo>
                <a:cubicBezTo>
                  <a:pt x="37576" y="113330"/>
                  <a:pt x="42652" y="111067"/>
                  <a:pt x="46970" y="106541"/>
                </a:cubicBezTo>
                <a:cubicBezTo>
                  <a:pt x="51289" y="102016"/>
                  <a:pt x="53448" y="96659"/>
                  <a:pt x="53448" y="90472"/>
                </a:cubicBezTo>
                <a:cubicBezTo>
                  <a:pt x="53448" y="85946"/>
                  <a:pt x="52447" y="81535"/>
                  <a:pt x="50445" y="77239"/>
                </a:cubicBezTo>
                <a:cubicBezTo>
                  <a:pt x="48958" y="74030"/>
                  <a:pt x="47328" y="71596"/>
                  <a:pt x="45555" y="69936"/>
                </a:cubicBezTo>
                <a:cubicBezTo>
                  <a:pt x="43096" y="67642"/>
                  <a:pt x="39721" y="65566"/>
                  <a:pt x="35432" y="63705"/>
                </a:cubicBezTo>
                <a:cubicBezTo>
                  <a:pt x="31142" y="61843"/>
                  <a:pt x="26767" y="60911"/>
                  <a:pt x="22306" y="60911"/>
                </a:cubicBezTo>
                <a:lnTo>
                  <a:pt x="19560" y="60911"/>
                </a:lnTo>
                <a:lnTo>
                  <a:pt x="19560" y="58338"/>
                </a:lnTo>
                <a:cubicBezTo>
                  <a:pt x="24079" y="57766"/>
                  <a:pt x="28611" y="56136"/>
                  <a:pt x="33158" y="53448"/>
                </a:cubicBezTo>
                <a:cubicBezTo>
                  <a:pt x="37705" y="50760"/>
                  <a:pt x="41008" y="47528"/>
                  <a:pt x="43067" y="43753"/>
                </a:cubicBezTo>
                <a:cubicBezTo>
                  <a:pt x="45126" y="39979"/>
                  <a:pt x="46155" y="35832"/>
                  <a:pt x="46155" y="31314"/>
                </a:cubicBezTo>
                <a:cubicBezTo>
                  <a:pt x="46155" y="25423"/>
                  <a:pt x="44311" y="20661"/>
                  <a:pt x="40622" y="17029"/>
                </a:cubicBezTo>
                <a:cubicBezTo>
                  <a:pt x="36933" y="13398"/>
                  <a:pt x="32343" y="11582"/>
                  <a:pt x="26853" y="11582"/>
                </a:cubicBezTo>
                <a:cubicBezTo>
                  <a:pt x="17987" y="11582"/>
                  <a:pt x="10581" y="16329"/>
                  <a:pt x="4633" y="25823"/>
                </a:cubicBezTo>
                <a:lnTo>
                  <a:pt x="1802" y="24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Text /y">
            <a:extLst xmlns:a="http://schemas.openxmlformats.org/drawingml/2006/main">
              <a:ext uri="{FF2B5EF4-FFF2-40B4-BE49-F238E27FC236}">
                <a16:creationId xmlns:a16="http://schemas.microsoft.com/office/drawing/2014/main" id="{213A22A7-87A1-46BA-83E7-AAFB065F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701" y="2143143"/>
            <a:ext cx="135407" cy="159914"/>
          </a:xfrm>
          <a:custGeom xmlns:a="http://schemas.openxmlformats.org/drawingml/2006/main">
            <a:pathLst>
              <a:path w="135407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6" y="43410"/>
                </a:moveTo>
                <a:lnTo>
                  <a:pt x="86249" y="43410"/>
                </a:lnTo>
                <a:lnTo>
                  <a:pt x="86249" y="46584"/>
                </a:lnTo>
                <a:lnTo>
                  <a:pt x="84447" y="46584"/>
                </a:lnTo>
                <a:cubicBezTo>
                  <a:pt x="81874" y="46584"/>
                  <a:pt x="79943" y="47142"/>
                  <a:pt x="78656" y="48257"/>
                </a:cubicBezTo>
                <a:cubicBezTo>
                  <a:pt x="77370" y="49373"/>
                  <a:pt x="76726" y="50760"/>
                  <a:pt x="76726" y="52418"/>
                </a:cubicBezTo>
                <a:cubicBezTo>
                  <a:pt x="76726" y="54649"/>
                  <a:pt x="77670" y="57737"/>
                  <a:pt x="79557" y="61684"/>
                </a:cubicBezTo>
                <a:lnTo>
                  <a:pt x="98689" y="101319"/>
                </a:lnTo>
                <a:lnTo>
                  <a:pt x="116276" y="57909"/>
                </a:lnTo>
                <a:cubicBezTo>
                  <a:pt x="117248" y="55564"/>
                  <a:pt x="117734" y="53247"/>
                  <a:pt x="117734" y="50960"/>
                </a:cubicBezTo>
                <a:cubicBezTo>
                  <a:pt x="117734" y="49930"/>
                  <a:pt x="117534" y="49158"/>
                  <a:pt x="117134" y="48643"/>
                </a:cubicBezTo>
                <a:cubicBezTo>
                  <a:pt x="116676" y="48014"/>
                  <a:pt x="115961" y="47514"/>
                  <a:pt x="114989" y="47142"/>
                </a:cubicBezTo>
                <a:cubicBezTo>
                  <a:pt x="114017" y="46770"/>
                  <a:pt x="112301" y="46584"/>
                  <a:pt x="109841" y="46584"/>
                </a:cubicBezTo>
                <a:lnTo>
                  <a:pt x="109841" y="43410"/>
                </a:lnTo>
                <a:lnTo>
                  <a:pt x="135407" y="43410"/>
                </a:lnTo>
                <a:lnTo>
                  <a:pt x="135407" y="46584"/>
                </a:lnTo>
                <a:cubicBezTo>
                  <a:pt x="133291" y="46813"/>
                  <a:pt x="131661" y="47271"/>
                  <a:pt x="130517" y="47957"/>
                </a:cubicBezTo>
                <a:cubicBezTo>
                  <a:pt x="129373" y="48643"/>
                  <a:pt x="128115" y="49930"/>
                  <a:pt x="126742" y="51818"/>
                </a:cubicBezTo>
                <a:cubicBezTo>
                  <a:pt x="126227" y="52618"/>
                  <a:pt x="125255" y="54820"/>
                  <a:pt x="123825" y="58424"/>
                </a:cubicBezTo>
                <a:lnTo>
                  <a:pt x="91825" y="136836"/>
                </a:lnTo>
                <a:cubicBezTo>
                  <a:pt x="88737" y="144443"/>
                  <a:pt x="84690" y="150191"/>
                  <a:pt x="79686" y="154080"/>
                </a:cubicBezTo>
                <a:cubicBezTo>
                  <a:pt x="74681" y="157969"/>
                  <a:pt x="69863" y="159914"/>
                  <a:pt x="65230" y="159914"/>
                </a:cubicBezTo>
                <a:cubicBezTo>
                  <a:pt x="61856" y="159914"/>
                  <a:pt x="59082" y="158953"/>
                  <a:pt x="56908" y="157032"/>
                </a:cubicBezTo>
                <a:cubicBezTo>
                  <a:pt x="54735" y="155111"/>
                  <a:pt x="53648" y="152907"/>
                  <a:pt x="53648" y="150421"/>
                </a:cubicBezTo>
                <a:cubicBezTo>
                  <a:pt x="53648" y="148047"/>
                  <a:pt x="54435" y="146133"/>
                  <a:pt x="56008" y="144678"/>
                </a:cubicBezTo>
                <a:cubicBezTo>
                  <a:pt x="57580" y="143225"/>
                  <a:pt x="59740" y="142499"/>
                  <a:pt x="62485" y="142499"/>
                </a:cubicBezTo>
                <a:cubicBezTo>
                  <a:pt x="64372" y="142499"/>
                  <a:pt x="66946" y="143128"/>
                  <a:pt x="70206" y="144386"/>
                </a:cubicBezTo>
                <a:cubicBezTo>
                  <a:pt x="72494" y="145244"/>
                  <a:pt x="73924" y="145673"/>
                  <a:pt x="74496" y="145673"/>
                </a:cubicBezTo>
                <a:cubicBezTo>
                  <a:pt x="76211" y="145673"/>
                  <a:pt x="78084" y="144780"/>
                  <a:pt x="80115" y="142995"/>
                </a:cubicBezTo>
                <a:cubicBezTo>
                  <a:pt x="82145" y="141211"/>
                  <a:pt x="84190" y="137758"/>
                  <a:pt x="86249" y="132635"/>
                </a:cubicBezTo>
                <a:lnTo>
                  <a:pt x="91825" y="118906"/>
                </a:lnTo>
                <a:lnTo>
                  <a:pt x="63600" y="59625"/>
                </a:lnTo>
                <a:cubicBezTo>
                  <a:pt x="62742" y="57852"/>
                  <a:pt x="61370" y="55650"/>
                  <a:pt x="59482" y="53019"/>
                </a:cubicBezTo>
                <a:cubicBezTo>
                  <a:pt x="58052" y="51017"/>
                  <a:pt x="56880" y="49673"/>
                  <a:pt x="55965" y="48987"/>
                </a:cubicBezTo>
                <a:cubicBezTo>
                  <a:pt x="54649" y="48071"/>
                  <a:pt x="52533" y="47271"/>
                  <a:pt x="49616" y="46584"/>
                </a:cubicBezTo>
                <a:lnTo>
                  <a:pt x="49616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Text 3">
            <a:extLst xmlns:a="http://schemas.openxmlformats.org/drawingml/2006/main">
              <a:ext uri="{FF2B5EF4-FFF2-40B4-BE49-F238E27FC236}">
                <a16:creationId xmlns:a16="http://schemas.microsoft.com/office/drawing/2014/main" id="{0D49CFEE-F2A3-45AA-BA67-4539AEA5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1281" y="2187399"/>
            <a:ext cx="66145" cy="120793"/>
          </a:xfrm>
          <a:custGeom xmlns:a="http://schemas.openxmlformats.org/drawingml/2006/main">
            <a:pathLst>
              <a:path w="66145" h="120793">
                <a:moveTo>
                  <a:pt x="1802" y="24450"/>
                </a:moveTo>
                <a:cubicBezTo>
                  <a:pt x="5119" y="16615"/>
                  <a:pt x="9308" y="10581"/>
                  <a:pt x="14370" y="6349"/>
                </a:cubicBezTo>
                <a:cubicBezTo>
                  <a:pt x="19432" y="2116"/>
                  <a:pt x="25737" y="0"/>
                  <a:pt x="33287" y="0"/>
                </a:cubicBezTo>
                <a:cubicBezTo>
                  <a:pt x="42609" y="0"/>
                  <a:pt x="49759" y="3027"/>
                  <a:pt x="54735" y="9080"/>
                </a:cubicBezTo>
                <a:cubicBezTo>
                  <a:pt x="58509" y="13593"/>
                  <a:pt x="60397" y="18420"/>
                  <a:pt x="60397" y="23560"/>
                </a:cubicBezTo>
                <a:cubicBezTo>
                  <a:pt x="60397" y="32012"/>
                  <a:pt x="55078" y="40751"/>
                  <a:pt x="44440" y="49775"/>
                </a:cubicBezTo>
                <a:cubicBezTo>
                  <a:pt x="51589" y="52581"/>
                  <a:pt x="56994" y="56589"/>
                  <a:pt x="60654" y="61799"/>
                </a:cubicBezTo>
                <a:cubicBezTo>
                  <a:pt x="64315" y="67007"/>
                  <a:pt x="66145" y="73132"/>
                  <a:pt x="66145" y="80174"/>
                </a:cubicBezTo>
                <a:cubicBezTo>
                  <a:pt x="66145" y="90251"/>
                  <a:pt x="62942" y="98982"/>
                  <a:pt x="56536" y="106367"/>
                </a:cubicBezTo>
                <a:cubicBezTo>
                  <a:pt x="48186" y="115985"/>
                  <a:pt x="36089" y="120793"/>
                  <a:pt x="20247" y="120793"/>
                </a:cubicBezTo>
                <a:cubicBezTo>
                  <a:pt x="12411" y="120793"/>
                  <a:pt x="7078" y="119821"/>
                  <a:pt x="4247" y="117877"/>
                </a:cubicBezTo>
                <a:cubicBezTo>
                  <a:pt x="1416" y="115932"/>
                  <a:pt x="0" y="113844"/>
                  <a:pt x="0" y="111614"/>
                </a:cubicBezTo>
                <a:cubicBezTo>
                  <a:pt x="0" y="109955"/>
                  <a:pt x="672" y="108497"/>
                  <a:pt x="2016" y="107239"/>
                </a:cubicBezTo>
                <a:cubicBezTo>
                  <a:pt x="3360" y="105980"/>
                  <a:pt x="4976" y="105351"/>
                  <a:pt x="6863" y="105351"/>
                </a:cubicBezTo>
                <a:cubicBezTo>
                  <a:pt x="8293" y="105351"/>
                  <a:pt x="9752" y="105580"/>
                  <a:pt x="11239" y="106037"/>
                </a:cubicBezTo>
                <a:cubicBezTo>
                  <a:pt x="12211" y="106323"/>
                  <a:pt x="14413" y="107367"/>
                  <a:pt x="17844" y="109169"/>
                </a:cubicBezTo>
                <a:cubicBezTo>
                  <a:pt x="21276" y="110970"/>
                  <a:pt x="23650" y="112043"/>
                  <a:pt x="24965" y="112386"/>
                </a:cubicBezTo>
                <a:cubicBezTo>
                  <a:pt x="27081" y="113015"/>
                  <a:pt x="29340" y="113330"/>
                  <a:pt x="31743" y="113330"/>
                </a:cubicBezTo>
                <a:cubicBezTo>
                  <a:pt x="37576" y="113330"/>
                  <a:pt x="42652" y="111067"/>
                  <a:pt x="46970" y="106541"/>
                </a:cubicBezTo>
                <a:cubicBezTo>
                  <a:pt x="51289" y="102016"/>
                  <a:pt x="53448" y="96659"/>
                  <a:pt x="53448" y="90472"/>
                </a:cubicBezTo>
                <a:cubicBezTo>
                  <a:pt x="53448" y="85946"/>
                  <a:pt x="52447" y="81535"/>
                  <a:pt x="50445" y="77239"/>
                </a:cubicBezTo>
                <a:cubicBezTo>
                  <a:pt x="48958" y="74030"/>
                  <a:pt x="47328" y="71596"/>
                  <a:pt x="45555" y="69936"/>
                </a:cubicBezTo>
                <a:cubicBezTo>
                  <a:pt x="43096" y="67642"/>
                  <a:pt x="39721" y="65566"/>
                  <a:pt x="35432" y="63705"/>
                </a:cubicBezTo>
                <a:cubicBezTo>
                  <a:pt x="31142" y="61843"/>
                  <a:pt x="26767" y="60911"/>
                  <a:pt x="22306" y="60911"/>
                </a:cubicBezTo>
                <a:lnTo>
                  <a:pt x="19560" y="60911"/>
                </a:lnTo>
                <a:lnTo>
                  <a:pt x="19560" y="58338"/>
                </a:lnTo>
                <a:cubicBezTo>
                  <a:pt x="24079" y="57766"/>
                  <a:pt x="28611" y="56136"/>
                  <a:pt x="33158" y="53448"/>
                </a:cubicBezTo>
                <a:cubicBezTo>
                  <a:pt x="37705" y="50760"/>
                  <a:pt x="41008" y="47528"/>
                  <a:pt x="43067" y="43753"/>
                </a:cubicBezTo>
                <a:cubicBezTo>
                  <a:pt x="45126" y="39979"/>
                  <a:pt x="46155" y="35832"/>
                  <a:pt x="46155" y="31314"/>
                </a:cubicBezTo>
                <a:cubicBezTo>
                  <a:pt x="46155" y="25423"/>
                  <a:pt x="44311" y="20661"/>
                  <a:pt x="40622" y="17029"/>
                </a:cubicBezTo>
                <a:cubicBezTo>
                  <a:pt x="36933" y="13398"/>
                  <a:pt x="32343" y="11582"/>
                  <a:pt x="26853" y="11582"/>
                </a:cubicBezTo>
                <a:cubicBezTo>
                  <a:pt x="17987" y="11582"/>
                  <a:pt x="10581" y="16329"/>
                  <a:pt x="4633" y="25823"/>
                </a:cubicBezTo>
                <a:lnTo>
                  <a:pt x="1802" y="24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AAA9C7-EABA-4EE9-84F6-4E95358E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665" y="1731421"/>
            <a:ext cx="452192" cy="277137"/>
          </a:xfrm>
          <a:custGeom xmlns:a="http://schemas.openxmlformats.org/drawingml/2006/main">
            <a:pathLst>
              <a:path w="452192" h="277137" fill="none">
                <a:moveTo>
                  <a:pt x="0" y="0"/>
                </a:moveTo>
                <a:lnTo>
                  <a:pt x="452192" y="277137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6020DA-7FE7-4B69-B8D2-60A5613A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1413" y="1985717"/>
            <a:ext cx="45682" cy="38888"/>
          </a:xfrm>
          <a:custGeom xmlns:a="http://schemas.openxmlformats.org/drawingml/2006/main">
            <a:pathLst>
              <a:path w="45682" h="38888">
                <a:moveTo>
                  <a:pt x="45682" y="38888"/>
                </a:moveTo>
                <a:lnTo>
                  <a:pt x="0" y="34906"/>
                </a:lnTo>
                <a:lnTo>
                  <a:pt x="19444" y="22841"/>
                </a:lnTo>
                <a:lnTo>
                  <a:pt x="21435" y="0"/>
                </a:lnTo>
                <a:lnTo>
                  <a:pt x="45682" y="388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2B910C-D918-4D83-97AD-F6304128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1413" y="1985717"/>
            <a:ext cx="45682" cy="38888"/>
          </a:xfrm>
          <a:custGeom xmlns:a="http://schemas.openxmlformats.org/drawingml/2006/main">
            <a:pathLst>
              <a:path w="45682" h="38888" fill="none">
                <a:moveTo>
                  <a:pt x="45682" y="38888"/>
                </a:moveTo>
                <a:lnTo>
                  <a:pt x="0" y="34906"/>
                </a:lnTo>
                <a:lnTo>
                  <a:pt x="19444" y="22841"/>
                </a:lnTo>
                <a:lnTo>
                  <a:pt x="21435" y="0"/>
                </a:lnTo>
                <a:lnTo>
                  <a:pt x="45682" y="388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E4D0A7-CCEE-45B6-935E-C3D36B41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536" y="1627407"/>
            <a:ext cx="1028604" cy="527"/>
          </a:xfrm>
          <a:custGeom xmlns:a="http://schemas.openxmlformats.org/drawingml/2006/main">
            <a:pathLst>
              <a:path w="1028604" h="527" fill="none">
                <a:moveTo>
                  <a:pt x="0" y="469"/>
                </a:moveTo>
                <a:lnTo>
                  <a:pt x="532955" y="527"/>
                </a:lnTo>
                <a:lnTo>
                  <a:pt x="10286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0F374C-A470-44BB-843D-3471256C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891" y="1606908"/>
            <a:ext cx="40997" cy="40997"/>
          </a:xfrm>
          <a:custGeom xmlns:a="http://schemas.openxmlformats.org/drawingml/2006/main">
            <a:pathLst>
              <a:path w="40997" h="40997">
                <a:moveTo>
                  <a:pt x="40997" y="20440"/>
                </a:moveTo>
                <a:lnTo>
                  <a:pt x="59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72EFE6-5656-4A21-88D6-4CEBA2F5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891" y="1606908"/>
            <a:ext cx="40997" cy="40997"/>
          </a:xfrm>
          <a:custGeom xmlns:a="http://schemas.openxmlformats.org/drawingml/2006/main">
            <a:pathLst>
              <a:path w="40997" h="40997" fill="none">
                <a:moveTo>
                  <a:pt x="40997" y="20440"/>
                </a:moveTo>
                <a:lnTo>
                  <a:pt x="59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FD211F-2097-4BAE-AD43-55A80EE2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665" y="1332993"/>
            <a:ext cx="328792" cy="191337"/>
          </a:xfrm>
          <a:custGeom xmlns:a="http://schemas.openxmlformats.org/drawingml/2006/main">
            <a:pathLst>
              <a:path w="328792" h="191337" fill="none">
                <a:moveTo>
                  <a:pt x="0" y="191337"/>
                </a:moveTo>
                <a:lnTo>
                  <a:pt x="3287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E13284-6A8C-43A5-879E-023D1A0C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307" y="1317531"/>
            <a:ext cx="45740" cy="38361"/>
          </a:xfrm>
          <a:custGeom xmlns:a="http://schemas.openxmlformats.org/drawingml/2006/main">
            <a:pathLst>
              <a:path w="45740" h="38361">
                <a:moveTo>
                  <a:pt x="45740" y="0"/>
                </a:moveTo>
                <a:lnTo>
                  <a:pt x="20615" y="38361"/>
                </a:lnTo>
                <a:lnTo>
                  <a:pt x="19151" y="15462"/>
                </a:lnTo>
                <a:lnTo>
                  <a:pt x="0" y="2928"/>
                </a:lnTo>
                <a:lnTo>
                  <a:pt x="4574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17F82-7DFA-4CF8-9B16-0748A068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307" y="1317531"/>
            <a:ext cx="45740" cy="38361"/>
          </a:xfrm>
          <a:custGeom xmlns:a="http://schemas.openxmlformats.org/drawingml/2006/main">
            <a:pathLst>
              <a:path w="45740" h="38361" fill="none">
                <a:moveTo>
                  <a:pt x="45740" y="0"/>
                </a:moveTo>
                <a:lnTo>
                  <a:pt x="20615" y="38361"/>
                </a:lnTo>
                <a:lnTo>
                  <a:pt x="19151" y="15462"/>
                </a:lnTo>
                <a:lnTo>
                  <a:pt x="0" y="2928"/>
                </a:lnTo>
                <a:lnTo>
                  <a:pt x="4574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83876F-C23E-45FF-AA19-89A0E444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703" y="1481459"/>
            <a:ext cx="292833" cy="292833"/>
          </a:xfrm>
          <a:custGeom xmlns:a="http://schemas.openxmlformats.org/drawingml/2006/main">
            <a:pathLst>
              <a:path w="292833" h="292833">
                <a:moveTo>
                  <a:pt x="292833" y="146416"/>
                </a:moveTo>
                <a:cubicBezTo>
                  <a:pt x="292833" y="151212"/>
                  <a:pt x="292597" y="155995"/>
                  <a:pt x="292127" y="160768"/>
                </a:cubicBezTo>
                <a:cubicBezTo>
                  <a:pt x="291657" y="165540"/>
                  <a:pt x="290954" y="170278"/>
                  <a:pt x="290018" y="174981"/>
                </a:cubicBezTo>
                <a:cubicBezTo>
                  <a:pt x="289082" y="179684"/>
                  <a:pt x="287918" y="184330"/>
                  <a:pt x="286526" y="188919"/>
                </a:cubicBezTo>
                <a:cubicBezTo>
                  <a:pt x="285135" y="193508"/>
                  <a:pt x="283521" y="198017"/>
                  <a:pt x="281686" y="202447"/>
                </a:cubicBezTo>
                <a:cubicBezTo>
                  <a:pt x="279851" y="206878"/>
                  <a:pt x="277803" y="211208"/>
                  <a:pt x="275543" y="215436"/>
                </a:cubicBezTo>
                <a:cubicBezTo>
                  <a:pt x="273283" y="219666"/>
                  <a:pt x="270820" y="223774"/>
                  <a:pt x="268156" y="227761"/>
                </a:cubicBezTo>
                <a:cubicBezTo>
                  <a:pt x="265492" y="231748"/>
                  <a:pt x="262639" y="235595"/>
                  <a:pt x="259597" y="239302"/>
                </a:cubicBezTo>
                <a:cubicBezTo>
                  <a:pt x="256555" y="243009"/>
                  <a:pt x="253338" y="246558"/>
                  <a:pt x="249947" y="249948"/>
                </a:cubicBezTo>
                <a:cubicBezTo>
                  <a:pt x="246556" y="253339"/>
                  <a:pt x="243008" y="256556"/>
                  <a:pt x="239300" y="259598"/>
                </a:cubicBezTo>
                <a:cubicBezTo>
                  <a:pt x="235594" y="262640"/>
                  <a:pt x="231747" y="265493"/>
                  <a:pt x="227759" y="268157"/>
                </a:cubicBezTo>
                <a:cubicBezTo>
                  <a:pt x="223772" y="270821"/>
                  <a:pt x="219664" y="273283"/>
                  <a:pt x="215435" y="275544"/>
                </a:cubicBezTo>
                <a:cubicBezTo>
                  <a:pt x="211206" y="277804"/>
                  <a:pt x="206877" y="279852"/>
                  <a:pt x="202446" y="281687"/>
                </a:cubicBezTo>
                <a:cubicBezTo>
                  <a:pt x="198016" y="283522"/>
                  <a:pt x="193507" y="285136"/>
                  <a:pt x="188919" y="286528"/>
                </a:cubicBezTo>
                <a:cubicBezTo>
                  <a:pt x="184329" y="287920"/>
                  <a:pt x="179683" y="289084"/>
                  <a:pt x="174980" y="290019"/>
                </a:cubicBezTo>
                <a:cubicBezTo>
                  <a:pt x="170277" y="290955"/>
                  <a:pt x="165540" y="291658"/>
                  <a:pt x="160768" y="292127"/>
                </a:cubicBezTo>
                <a:cubicBezTo>
                  <a:pt x="155995" y="292598"/>
                  <a:pt x="151211" y="292833"/>
                  <a:pt x="146416" y="292833"/>
                </a:cubicBezTo>
                <a:cubicBezTo>
                  <a:pt x="141621" y="292833"/>
                  <a:pt x="136837" y="292598"/>
                  <a:pt x="132064" y="292127"/>
                </a:cubicBezTo>
                <a:cubicBezTo>
                  <a:pt x="127292" y="291658"/>
                  <a:pt x="122553" y="290955"/>
                  <a:pt x="117850" y="290019"/>
                </a:cubicBezTo>
                <a:cubicBezTo>
                  <a:pt x="113148" y="289084"/>
                  <a:pt x="108502" y="287920"/>
                  <a:pt x="103913" y="286528"/>
                </a:cubicBezTo>
                <a:cubicBezTo>
                  <a:pt x="99324" y="285136"/>
                  <a:pt x="94815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8" y="270821"/>
                  <a:pt x="65070" y="268157"/>
                </a:cubicBezTo>
                <a:cubicBezTo>
                  <a:pt x="61084" y="265493"/>
                  <a:pt x="57237" y="262640"/>
                  <a:pt x="53530" y="259598"/>
                </a:cubicBezTo>
                <a:cubicBezTo>
                  <a:pt x="49823" y="256556"/>
                  <a:pt x="46274" y="253339"/>
                  <a:pt x="42884" y="249948"/>
                </a:cubicBezTo>
                <a:cubicBezTo>
                  <a:pt x="39493" y="246558"/>
                  <a:pt x="36276" y="243009"/>
                  <a:pt x="33233" y="239302"/>
                </a:cubicBezTo>
                <a:cubicBezTo>
                  <a:pt x="30191" y="235595"/>
                  <a:pt x="27339" y="231748"/>
                  <a:pt x="24674" y="227761"/>
                </a:cubicBezTo>
                <a:cubicBezTo>
                  <a:pt x="22010" y="223774"/>
                  <a:pt x="19548" y="219666"/>
                  <a:pt x="17288" y="215436"/>
                </a:cubicBezTo>
                <a:cubicBezTo>
                  <a:pt x="15027" y="211208"/>
                  <a:pt x="12980" y="206878"/>
                  <a:pt x="11144" y="202447"/>
                </a:cubicBezTo>
                <a:cubicBezTo>
                  <a:pt x="9310" y="198017"/>
                  <a:pt x="7696" y="193508"/>
                  <a:pt x="6304" y="188919"/>
                </a:cubicBezTo>
                <a:cubicBezTo>
                  <a:pt x="4913" y="184330"/>
                  <a:pt x="3748" y="179684"/>
                  <a:pt x="2812" y="174981"/>
                </a:cubicBezTo>
                <a:cubicBezTo>
                  <a:pt x="1878" y="170278"/>
                  <a:pt x="1175" y="165540"/>
                  <a:pt x="706" y="160768"/>
                </a:cubicBezTo>
                <a:cubicBezTo>
                  <a:pt x="236" y="155995"/>
                  <a:pt x="1" y="151212"/>
                  <a:pt x="0" y="146416"/>
                </a:cubicBezTo>
                <a:cubicBezTo>
                  <a:pt x="1" y="141621"/>
                  <a:pt x="237" y="136837"/>
                  <a:pt x="706" y="132065"/>
                </a:cubicBezTo>
                <a:cubicBezTo>
                  <a:pt x="1175" y="127293"/>
                  <a:pt x="1878" y="122555"/>
                  <a:pt x="2812" y="117852"/>
                </a:cubicBezTo>
                <a:cubicBezTo>
                  <a:pt x="3748" y="113149"/>
                  <a:pt x="4913" y="108503"/>
                  <a:pt x="6304" y="103914"/>
                </a:cubicBezTo>
                <a:cubicBezTo>
                  <a:pt x="7696" y="99325"/>
                  <a:pt x="9310" y="94815"/>
                  <a:pt x="11144" y="90385"/>
                </a:cubicBezTo>
                <a:cubicBezTo>
                  <a:pt x="12980" y="85955"/>
                  <a:pt x="15027" y="81625"/>
                  <a:pt x="17288" y="77396"/>
                </a:cubicBezTo>
                <a:cubicBezTo>
                  <a:pt x="19548" y="73167"/>
                  <a:pt x="22010" y="69059"/>
                  <a:pt x="24674" y="65072"/>
                </a:cubicBezTo>
                <a:cubicBezTo>
                  <a:pt x="27339" y="61085"/>
                  <a:pt x="30192" y="57238"/>
                  <a:pt x="33234" y="53531"/>
                </a:cubicBezTo>
                <a:cubicBezTo>
                  <a:pt x="36276" y="49824"/>
                  <a:pt x="39493" y="46275"/>
                  <a:pt x="42884" y="42884"/>
                </a:cubicBezTo>
                <a:cubicBezTo>
                  <a:pt x="46274" y="39494"/>
                  <a:pt x="49823" y="36277"/>
                  <a:pt x="53530" y="33235"/>
                </a:cubicBezTo>
                <a:cubicBezTo>
                  <a:pt x="57237" y="30193"/>
                  <a:pt x="61084" y="27340"/>
                  <a:pt x="65070" y="24676"/>
                </a:cubicBezTo>
                <a:cubicBezTo>
                  <a:pt x="69058" y="22011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5" y="11145"/>
                </a:cubicBezTo>
                <a:cubicBezTo>
                  <a:pt x="94815" y="9310"/>
                  <a:pt x="99324" y="7697"/>
                  <a:pt x="103913" y="6305"/>
                </a:cubicBezTo>
                <a:cubicBezTo>
                  <a:pt x="108502" y="4913"/>
                  <a:pt x="113148" y="3749"/>
                  <a:pt x="117851" y="2813"/>
                </a:cubicBezTo>
                <a:cubicBezTo>
                  <a:pt x="122555" y="1878"/>
                  <a:pt x="127292" y="1175"/>
                  <a:pt x="132065" y="705"/>
                </a:cubicBezTo>
                <a:cubicBezTo>
                  <a:pt x="136837" y="235"/>
                  <a:pt x="141621" y="0"/>
                  <a:pt x="146416" y="0"/>
                </a:cubicBezTo>
                <a:cubicBezTo>
                  <a:pt x="151211" y="0"/>
                  <a:pt x="155995" y="235"/>
                  <a:pt x="160767" y="705"/>
                </a:cubicBezTo>
                <a:cubicBezTo>
                  <a:pt x="165539" y="1175"/>
                  <a:pt x="170277" y="1878"/>
                  <a:pt x="174980" y="2813"/>
                </a:cubicBezTo>
                <a:cubicBezTo>
                  <a:pt x="179683" y="3749"/>
                  <a:pt x="184329" y="4913"/>
                  <a:pt x="188919" y="6305"/>
                </a:cubicBezTo>
                <a:cubicBezTo>
                  <a:pt x="193507" y="7697"/>
                  <a:pt x="198016" y="9310"/>
                  <a:pt x="202446" y="11145"/>
                </a:cubicBezTo>
                <a:cubicBezTo>
                  <a:pt x="206877" y="12980"/>
                  <a:pt x="211207" y="15028"/>
                  <a:pt x="215436" y="17289"/>
                </a:cubicBezTo>
                <a:cubicBezTo>
                  <a:pt x="219664" y="19549"/>
                  <a:pt x="223772" y="22011"/>
                  <a:pt x="227759" y="24676"/>
                </a:cubicBezTo>
                <a:cubicBezTo>
                  <a:pt x="231747" y="27340"/>
                  <a:pt x="235594" y="30193"/>
                  <a:pt x="239302" y="33235"/>
                </a:cubicBezTo>
                <a:cubicBezTo>
                  <a:pt x="243008" y="36277"/>
                  <a:pt x="246556" y="39494"/>
                  <a:pt x="249947" y="42884"/>
                </a:cubicBezTo>
                <a:cubicBezTo>
                  <a:pt x="253338" y="46275"/>
                  <a:pt x="256555" y="49824"/>
                  <a:pt x="259597" y="53531"/>
                </a:cubicBezTo>
                <a:cubicBezTo>
                  <a:pt x="262639" y="57238"/>
                  <a:pt x="265492" y="61085"/>
                  <a:pt x="268156" y="65072"/>
                </a:cubicBezTo>
                <a:cubicBezTo>
                  <a:pt x="270820" y="69059"/>
                  <a:pt x="273283" y="73167"/>
                  <a:pt x="275543" y="77396"/>
                </a:cubicBezTo>
                <a:cubicBezTo>
                  <a:pt x="277803" y="81625"/>
                  <a:pt x="279851" y="85955"/>
                  <a:pt x="281686" y="90385"/>
                </a:cubicBezTo>
                <a:cubicBezTo>
                  <a:pt x="283521" y="94815"/>
                  <a:pt x="285135" y="99325"/>
                  <a:pt x="286527" y="103914"/>
                </a:cubicBezTo>
                <a:cubicBezTo>
                  <a:pt x="287919" y="108503"/>
                  <a:pt x="289082" y="113149"/>
                  <a:pt x="290018" y="117852"/>
                </a:cubicBezTo>
                <a:cubicBezTo>
                  <a:pt x="290954" y="122555"/>
                  <a:pt x="291657" y="127293"/>
                  <a:pt x="292127" y="132065"/>
                </a:cubicBezTo>
                <a:cubicBezTo>
                  <a:pt x="292597" y="136837"/>
                  <a:pt x="292833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B67C0C-4597-44BF-B022-03CE51E8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703" y="1481459"/>
            <a:ext cx="292833" cy="292833"/>
          </a:xfrm>
          <a:custGeom xmlns:a="http://schemas.openxmlformats.org/drawingml/2006/main">
            <a:pathLst>
              <a:path w="292833" h="292833" fill="none">
                <a:moveTo>
                  <a:pt x="292833" y="146416"/>
                </a:moveTo>
                <a:cubicBezTo>
                  <a:pt x="292833" y="151212"/>
                  <a:pt x="292597" y="155995"/>
                  <a:pt x="292127" y="160768"/>
                </a:cubicBezTo>
                <a:cubicBezTo>
                  <a:pt x="291657" y="165540"/>
                  <a:pt x="290954" y="170278"/>
                  <a:pt x="290018" y="174981"/>
                </a:cubicBezTo>
                <a:cubicBezTo>
                  <a:pt x="289082" y="179684"/>
                  <a:pt x="287918" y="184330"/>
                  <a:pt x="286526" y="188919"/>
                </a:cubicBezTo>
                <a:cubicBezTo>
                  <a:pt x="285135" y="193508"/>
                  <a:pt x="283521" y="198017"/>
                  <a:pt x="281686" y="202447"/>
                </a:cubicBezTo>
                <a:cubicBezTo>
                  <a:pt x="279851" y="206878"/>
                  <a:pt x="277803" y="211208"/>
                  <a:pt x="275543" y="215436"/>
                </a:cubicBezTo>
                <a:cubicBezTo>
                  <a:pt x="273283" y="219666"/>
                  <a:pt x="270820" y="223774"/>
                  <a:pt x="268156" y="227761"/>
                </a:cubicBezTo>
                <a:cubicBezTo>
                  <a:pt x="265492" y="231748"/>
                  <a:pt x="262639" y="235595"/>
                  <a:pt x="259597" y="239302"/>
                </a:cubicBezTo>
                <a:cubicBezTo>
                  <a:pt x="256555" y="243009"/>
                  <a:pt x="253338" y="246558"/>
                  <a:pt x="249947" y="249948"/>
                </a:cubicBezTo>
                <a:cubicBezTo>
                  <a:pt x="246556" y="253339"/>
                  <a:pt x="243008" y="256556"/>
                  <a:pt x="239300" y="259598"/>
                </a:cubicBezTo>
                <a:cubicBezTo>
                  <a:pt x="235594" y="262640"/>
                  <a:pt x="231747" y="265493"/>
                  <a:pt x="227759" y="268157"/>
                </a:cubicBezTo>
                <a:cubicBezTo>
                  <a:pt x="223772" y="270821"/>
                  <a:pt x="219664" y="273283"/>
                  <a:pt x="215435" y="275544"/>
                </a:cubicBezTo>
                <a:cubicBezTo>
                  <a:pt x="211206" y="277804"/>
                  <a:pt x="206877" y="279852"/>
                  <a:pt x="202446" y="281687"/>
                </a:cubicBezTo>
                <a:cubicBezTo>
                  <a:pt x="198016" y="283522"/>
                  <a:pt x="193507" y="285136"/>
                  <a:pt x="188919" y="286528"/>
                </a:cubicBezTo>
                <a:cubicBezTo>
                  <a:pt x="184329" y="287920"/>
                  <a:pt x="179683" y="289084"/>
                  <a:pt x="174980" y="290019"/>
                </a:cubicBezTo>
                <a:cubicBezTo>
                  <a:pt x="170277" y="290955"/>
                  <a:pt x="165540" y="291658"/>
                  <a:pt x="160768" y="292127"/>
                </a:cubicBezTo>
                <a:cubicBezTo>
                  <a:pt x="155995" y="292598"/>
                  <a:pt x="151211" y="292833"/>
                  <a:pt x="146416" y="292833"/>
                </a:cubicBezTo>
                <a:cubicBezTo>
                  <a:pt x="141621" y="292833"/>
                  <a:pt x="136837" y="292598"/>
                  <a:pt x="132064" y="292127"/>
                </a:cubicBezTo>
                <a:cubicBezTo>
                  <a:pt x="127292" y="291658"/>
                  <a:pt x="122553" y="290955"/>
                  <a:pt x="117850" y="290019"/>
                </a:cubicBezTo>
                <a:cubicBezTo>
                  <a:pt x="113148" y="289084"/>
                  <a:pt x="108502" y="287920"/>
                  <a:pt x="103913" y="286528"/>
                </a:cubicBezTo>
                <a:cubicBezTo>
                  <a:pt x="99324" y="285136"/>
                  <a:pt x="94815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8" y="270821"/>
                  <a:pt x="65070" y="268157"/>
                </a:cubicBezTo>
                <a:cubicBezTo>
                  <a:pt x="61084" y="265493"/>
                  <a:pt x="57237" y="262640"/>
                  <a:pt x="53530" y="259598"/>
                </a:cubicBezTo>
                <a:cubicBezTo>
                  <a:pt x="49823" y="256556"/>
                  <a:pt x="46274" y="253339"/>
                  <a:pt x="42884" y="249948"/>
                </a:cubicBezTo>
                <a:cubicBezTo>
                  <a:pt x="39493" y="246558"/>
                  <a:pt x="36276" y="243009"/>
                  <a:pt x="33233" y="239302"/>
                </a:cubicBezTo>
                <a:cubicBezTo>
                  <a:pt x="30191" y="235595"/>
                  <a:pt x="27339" y="231748"/>
                  <a:pt x="24674" y="227761"/>
                </a:cubicBezTo>
                <a:cubicBezTo>
                  <a:pt x="22010" y="223774"/>
                  <a:pt x="19548" y="219666"/>
                  <a:pt x="17288" y="215436"/>
                </a:cubicBezTo>
                <a:cubicBezTo>
                  <a:pt x="15027" y="211208"/>
                  <a:pt x="12980" y="206878"/>
                  <a:pt x="11144" y="202447"/>
                </a:cubicBezTo>
                <a:cubicBezTo>
                  <a:pt x="9310" y="198017"/>
                  <a:pt x="7696" y="193508"/>
                  <a:pt x="6304" y="188919"/>
                </a:cubicBezTo>
                <a:cubicBezTo>
                  <a:pt x="4913" y="184330"/>
                  <a:pt x="3748" y="179684"/>
                  <a:pt x="2812" y="174981"/>
                </a:cubicBezTo>
                <a:cubicBezTo>
                  <a:pt x="1878" y="170278"/>
                  <a:pt x="1175" y="165540"/>
                  <a:pt x="706" y="160768"/>
                </a:cubicBezTo>
                <a:cubicBezTo>
                  <a:pt x="236" y="155995"/>
                  <a:pt x="1" y="151212"/>
                  <a:pt x="0" y="146416"/>
                </a:cubicBezTo>
                <a:cubicBezTo>
                  <a:pt x="1" y="141621"/>
                  <a:pt x="237" y="136837"/>
                  <a:pt x="706" y="132065"/>
                </a:cubicBezTo>
                <a:cubicBezTo>
                  <a:pt x="1175" y="127293"/>
                  <a:pt x="1878" y="122555"/>
                  <a:pt x="2812" y="117852"/>
                </a:cubicBezTo>
                <a:cubicBezTo>
                  <a:pt x="3748" y="113149"/>
                  <a:pt x="4913" y="108503"/>
                  <a:pt x="6304" y="103914"/>
                </a:cubicBezTo>
                <a:cubicBezTo>
                  <a:pt x="7696" y="99325"/>
                  <a:pt x="9310" y="94815"/>
                  <a:pt x="11144" y="90385"/>
                </a:cubicBezTo>
                <a:cubicBezTo>
                  <a:pt x="12980" y="85955"/>
                  <a:pt x="15027" y="81625"/>
                  <a:pt x="17288" y="77396"/>
                </a:cubicBezTo>
                <a:cubicBezTo>
                  <a:pt x="19548" y="73167"/>
                  <a:pt x="22010" y="69059"/>
                  <a:pt x="24674" y="65072"/>
                </a:cubicBezTo>
                <a:cubicBezTo>
                  <a:pt x="27339" y="61085"/>
                  <a:pt x="30192" y="57238"/>
                  <a:pt x="33234" y="53531"/>
                </a:cubicBezTo>
                <a:cubicBezTo>
                  <a:pt x="36276" y="49824"/>
                  <a:pt x="39493" y="46275"/>
                  <a:pt x="42884" y="42884"/>
                </a:cubicBezTo>
                <a:cubicBezTo>
                  <a:pt x="46274" y="39494"/>
                  <a:pt x="49823" y="36277"/>
                  <a:pt x="53530" y="33235"/>
                </a:cubicBezTo>
                <a:cubicBezTo>
                  <a:pt x="57237" y="30193"/>
                  <a:pt x="61084" y="27340"/>
                  <a:pt x="65070" y="24676"/>
                </a:cubicBezTo>
                <a:cubicBezTo>
                  <a:pt x="69058" y="22011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5" y="11145"/>
                </a:cubicBezTo>
                <a:cubicBezTo>
                  <a:pt x="94815" y="9310"/>
                  <a:pt x="99324" y="7697"/>
                  <a:pt x="103913" y="6305"/>
                </a:cubicBezTo>
                <a:cubicBezTo>
                  <a:pt x="108502" y="4913"/>
                  <a:pt x="113148" y="3749"/>
                  <a:pt x="117851" y="2813"/>
                </a:cubicBezTo>
                <a:cubicBezTo>
                  <a:pt x="122555" y="1878"/>
                  <a:pt x="127292" y="1175"/>
                  <a:pt x="132065" y="705"/>
                </a:cubicBezTo>
                <a:cubicBezTo>
                  <a:pt x="136837" y="235"/>
                  <a:pt x="141621" y="0"/>
                  <a:pt x="146416" y="0"/>
                </a:cubicBezTo>
                <a:cubicBezTo>
                  <a:pt x="151211" y="0"/>
                  <a:pt x="155995" y="235"/>
                  <a:pt x="160767" y="705"/>
                </a:cubicBezTo>
                <a:cubicBezTo>
                  <a:pt x="165539" y="1175"/>
                  <a:pt x="170277" y="1878"/>
                  <a:pt x="174980" y="2813"/>
                </a:cubicBezTo>
                <a:cubicBezTo>
                  <a:pt x="179683" y="3749"/>
                  <a:pt x="184329" y="4913"/>
                  <a:pt x="188919" y="6305"/>
                </a:cubicBezTo>
                <a:cubicBezTo>
                  <a:pt x="193507" y="7697"/>
                  <a:pt x="198016" y="9310"/>
                  <a:pt x="202446" y="11145"/>
                </a:cubicBezTo>
                <a:cubicBezTo>
                  <a:pt x="206877" y="12980"/>
                  <a:pt x="211207" y="15028"/>
                  <a:pt x="215436" y="17289"/>
                </a:cubicBezTo>
                <a:cubicBezTo>
                  <a:pt x="219664" y="19549"/>
                  <a:pt x="223772" y="22011"/>
                  <a:pt x="227759" y="24676"/>
                </a:cubicBezTo>
                <a:cubicBezTo>
                  <a:pt x="231747" y="27340"/>
                  <a:pt x="235594" y="30193"/>
                  <a:pt x="239302" y="33235"/>
                </a:cubicBezTo>
                <a:cubicBezTo>
                  <a:pt x="243008" y="36277"/>
                  <a:pt x="246556" y="39494"/>
                  <a:pt x="249947" y="42884"/>
                </a:cubicBezTo>
                <a:cubicBezTo>
                  <a:pt x="253338" y="46275"/>
                  <a:pt x="256555" y="49824"/>
                  <a:pt x="259597" y="53531"/>
                </a:cubicBezTo>
                <a:cubicBezTo>
                  <a:pt x="262639" y="57238"/>
                  <a:pt x="265492" y="61085"/>
                  <a:pt x="268156" y="65072"/>
                </a:cubicBezTo>
                <a:cubicBezTo>
                  <a:pt x="270820" y="69059"/>
                  <a:pt x="273283" y="73167"/>
                  <a:pt x="275543" y="77396"/>
                </a:cubicBezTo>
                <a:cubicBezTo>
                  <a:pt x="277803" y="81625"/>
                  <a:pt x="279851" y="85955"/>
                  <a:pt x="281686" y="90385"/>
                </a:cubicBezTo>
                <a:cubicBezTo>
                  <a:pt x="283521" y="94815"/>
                  <a:pt x="285135" y="99325"/>
                  <a:pt x="286527" y="103914"/>
                </a:cubicBezTo>
                <a:cubicBezTo>
                  <a:pt x="287919" y="108503"/>
                  <a:pt x="289082" y="113149"/>
                  <a:pt x="290018" y="117852"/>
                </a:cubicBezTo>
                <a:cubicBezTo>
                  <a:pt x="290954" y="122555"/>
                  <a:pt x="291657" y="127293"/>
                  <a:pt x="292127" y="132065"/>
                </a:cubicBezTo>
                <a:cubicBezTo>
                  <a:pt x="292597" y="136837"/>
                  <a:pt x="292833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48" name="Text s">
            <a:extLst xmlns:a="http://schemas.openxmlformats.org/drawingml/2006/main">
              <a:ext uri="{FF2B5EF4-FFF2-40B4-BE49-F238E27FC236}">
                <a16:creationId xmlns:a16="http://schemas.microsoft.com/office/drawing/2014/main" id="{4EB1EE67-E385-43BE-B1AF-315B8550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5755" y="1587413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Text 3">
            <a:extLst xmlns:a="http://schemas.openxmlformats.org/drawingml/2006/main">
              <a:ext uri="{FF2B5EF4-FFF2-40B4-BE49-F238E27FC236}">
                <a16:creationId xmlns:a16="http://schemas.microsoft.com/office/drawing/2014/main" id="{64AB74FC-A631-47AF-A046-0C765B6F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865" y="1611385"/>
            <a:ext cx="58781" cy="107345"/>
          </a:xfrm>
          <a:custGeom xmlns:a="http://schemas.openxmlformats.org/drawingml/2006/main">
            <a:pathLst>
              <a:path w="58781" h="107345">
                <a:moveTo>
                  <a:pt x="1601" y="21728"/>
                </a:moveTo>
                <a:cubicBezTo>
                  <a:pt x="4549" y="14765"/>
                  <a:pt x="8272" y="9403"/>
                  <a:pt x="12770" y="5642"/>
                </a:cubicBezTo>
                <a:cubicBezTo>
                  <a:pt x="17268" y="1881"/>
                  <a:pt x="22872" y="0"/>
                  <a:pt x="29581" y="0"/>
                </a:cubicBezTo>
                <a:cubicBezTo>
                  <a:pt x="37866" y="0"/>
                  <a:pt x="44219" y="2690"/>
                  <a:pt x="48641" y="8069"/>
                </a:cubicBezTo>
                <a:cubicBezTo>
                  <a:pt x="51995" y="12080"/>
                  <a:pt x="53673" y="16369"/>
                  <a:pt x="53673" y="20937"/>
                </a:cubicBezTo>
                <a:cubicBezTo>
                  <a:pt x="53673" y="28448"/>
                  <a:pt x="48946" y="36214"/>
                  <a:pt x="39492" y="44233"/>
                </a:cubicBezTo>
                <a:cubicBezTo>
                  <a:pt x="45845" y="46727"/>
                  <a:pt x="50648" y="50289"/>
                  <a:pt x="53901" y="54919"/>
                </a:cubicBezTo>
                <a:cubicBezTo>
                  <a:pt x="57154" y="59547"/>
                  <a:pt x="58781" y="64990"/>
                  <a:pt x="58781" y="71248"/>
                </a:cubicBezTo>
                <a:cubicBezTo>
                  <a:pt x="58781" y="80203"/>
                  <a:pt x="55934" y="87962"/>
                  <a:pt x="50242" y="94525"/>
                </a:cubicBezTo>
                <a:cubicBezTo>
                  <a:pt x="42821" y="103072"/>
                  <a:pt x="32071" y="107345"/>
                  <a:pt x="17993" y="107345"/>
                </a:cubicBezTo>
                <a:cubicBezTo>
                  <a:pt x="11029" y="107345"/>
                  <a:pt x="6290" y="106481"/>
                  <a:pt x="3774" y="104753"/>
                </a:cubicBezTo>
                <a:cubicBezTo>
                  <a:pt x="1258" y="103025"/>
                  <a:pt x="0" y="101170"/>
                  <a:pt x="0" y="99188"/>
                </a:cubicBezTo>
                <a:cubicBezTo>
                  <a:pt x="0" y="97714"/>
                  <a:pt x="597" y="96417"/>
                  <a:pt x="1792" y="95299"/>
                </a:cubicBezTo>
                <a:cubicBezTo>
                  <a:pt x="2986" y="94181"/>
                  <a:pt x="4422" y="93622"/>
                  <a:pt x="6099" y="93622"/>
                </a:cubicBezTo>
                <a:cubicBezTo>
                  <a:pt x="7370" y="93622"/>
                  <a:pt x="8666" y="93825"/>
                  <a:pt x="9987" y="94232"/>
                </a:cubicBezTo>
                <a:cubicBezTo>
                  <a:pt x="10851" y="94486"/>
                  <a:pt x="12808" y="95414"/>
                  <a:pt x="15858" y="97015"/>
                </a:cubicBezTo>
                <a:cubicBezTo>
                  <a:pt x="18907" y="98616"/>
                  <a:pt x="21017" y="99569"/>
                  <a:pt x="22186" y="99874"/>
                </a:cubicBezTo>
                <a:cubicBezTo>
                  <a:pt x="24066" y="100433"/>
                  <a:pt x="26074" y="100712"/>
                  <a:pt x="28209" y="100712"/>
                </a:cubicBezTo>
                <a:cubicBezTo>
                  <a:pt x="33393" y="100712"/>
                  <a:pt x="37904" y="98701"/>
                  <a:pt x="41741" y="94680"/>
                </a:cubicBezTo>
                <a:cubicBezTo>
                  <a:pt x="45578" y="90658"/>
                  <a:pt x="47497" y="85898"/>
                  <a:pt x="47497" y="80399"/>
                </a:cubicBezTo>
                <a:cubicBezTo>
                  <a:pt x="47497" y="76378"/>
                  <a:pt x="46608" y="72458"/>
                  <a:pt x="44829" y="68639"/>
                </a:cubicBezTo>
                <a:cubicBezTo>
                  <a:pt x="43507" y="65788"/>
                  <a:pt x="42059" y="63625"/>
                  <a:pt x="40483" y="62149"/>
                </a:cubicBezTo>
                <a:cubicBezTo>
                  <a:pt x="38298" y="60112"/>
                  <a:pt x="35299" y="58266"/>
                  <a:pt x="31487" y="56613"/>
                </a:cubicBezTo>
                <a:cubicBezTo>
                  <a:pt x="27675" y="54958"/>
                  <a:pt x="23787" y="54130"/>
                  <a:pt x="19822" y="54130"/>
                </a:cubicBezTo>
                <a:lnTo>
                  <a:pt x="17383" y="54130"/>
                </a:lnTo>
                <a:lnTo>
                  <a:pt x="17383" y="51843"/>
                </a:lnTo>
                <a:cubicBezTo>
                  <a:pt x="21398" y="51335"/>
                  <a:pt x="25426" y="49886"/>
                  <a:pt x="29467" y="47497"/>
                </a:cubicBezTo>
                <a:cubicBezTo>
                  <a:pt x="33507" y="45108"/>
                  <a:pt x="36442" y="42237"/>
                  <a:pt x="38272" y="38882"/>
                </a:cubicBezTo>
                <a:cubicBezTo>
                  <a:pt x="40102" y="35528"/>
                  <a:pt x="41017" y="31843"/>
                  <a:pt x="41017" y="27827"/>
                </a:cubicBezTo>
                <a:cubicBezTo>
                  <a:pt x="41017" y="22592"/>
                  <a:pt x="39378" y="18361"/>
                  <a:pt x="36099" y="15134"/>
                </a:cubicBezTo>
                <a:cubicBezTo>
                  <a:pt x="32821" y="11906"/>
                  <a:pt x="28742" y="10292"/>
                  <a:pt x="23863" y="10292"/>
                </a:cubicBezTo>
                <a:cubicBezTo>
                  <a:pt x="15985" y="10292"/>
                  <a:pt x="9403" y="14511"/>
                  <a:pt x="4117" y="22948"/>
                </a:cubicBezTo>
                <a:lnTo>
                  <a:pt x="1601" y="217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Text x">
            <a:extLst xmlns:a="http://schemas.openxmlformats.org/drawingml/2006/main">
              <a:ext uri="{FF2B5EF4-FFF2-40B4-BE49-F238E27FC236}">
                <a16:creationId xmlns:a16="http://schemas.microsoft.com/office/drawing/2014/main" id="{132FAA1B-5978-4038-8C2D-5ED5DD9E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06" y="1770731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Text 2">
            <a:extLst xmlns:a="http://schemas.openxmlformats.org/drawingml/2006/main">
              <a:ext uri="{FF2B5EF4-FFF2-40B4-BE49-F238E27FC236}">
                <a16:creationId xmlns:a16="http://schemas.microsoft.com/office/drawing/2014/main" id="{B008B7DA-D2D6-480C-809F-E68094BF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015" y="1771577"/>
            <a:ext cx="76783" cy="118734"/>
          </a:xfrm>
          <a:custGeom xmlns:a="http://schemas.openxmlformats.org/drawingml/2006/main">
            <a:pathLst>
              <a:path w="76783" h="118734">
                <a:moveTo>
                  <a:pt x="76783" y="96257"/>
                </a:moveTo>
                <a:lnTo>
                  <a:pt x="68633" y="118734"/>
                </a:lnTo>
                <a:lnTo>
                  <a:pt x="0" y="118734"/>
                </a:lnTo>
                <a:lnTo>
                  <a:pt x="0" y="115555"/>
                </a:lnTo>
                <a:cubicBezTo>
                  <a:pt x="20189" y="97108"/>
                  <a:pt x="34402" y="82042"/>
                  <a:pt x="42638" y="70357"/>
                </a:cubicBezTo>
                <a:cubicBezTo>
                  <a:pt x="50874" y="58669"/>
                  <a:pt x="54992" y="47985"/>
                  <a:pt x="54992" y="38303"/>
                </a:cubicBezTo>
                <a:cubicBezTo>
                  <a:pt x="54992" y="30914"/>
                  <a:pt x="52733" y="24843"/>
                  <a:pt x="48214" y="20088"/>
                </a:cubicBezTo>
                <a:cubicBezTo>
                  <a:pt x="43696" y="15332"/>
                  <a:pt x="38291" y="12954"/>
                  <a:pt x="32000" y="12954"/>
                </a:cubicBezTo>
                <a:cubicBezTo>
                  <a:pt x="26281" y="12954"/>
                  <a:pt x="21147" y="14634"/>
                  <a:pt x="16601" y="17995"/>
                </a:cubicBezTo>
                <a:cubicBezTo>
                  <a:pt x="12054" y="21355"/>
                  <a:pt x="8693" y="26281"/>
                  <a:pt x="6520" y="32772"/>
                </a:cubicBezTo>
                <a:lnTo>
                  <a:pt x="3346" y="32772"/>
                </a:lnTo>
                <a:cubicBezTo>
                  <a:pt x="4776" y="22218"/>
                  <a:pt x="8450" y="14118"/>
                  <a:pt x="14370" y="8472"/>
                </a:cubicBezTo>
                <a:cubicBezTo>
                  <a:pt x="20290" y="2824"/>
                  <a:pt x="27682" y="0"/>
                  <a:pt x="36547" y="0"/>
                </a:cubicBezTo>
                <a:cubicBezTo>
                  <a:pt x="45984" y="0"/>
                  <a:pt x="53862" y="3031"/>
                  <a:pt x="60182" y="9094"/>
                </a:cubicBezTo>
                <a:cubicBezTo>
                  <a:pt x="66502" y="15156"/>
                  <a:pt x="69662" y="22306"/>
                  <a:pt x="69662" y="30542"/>
                </a:cubicBezTo>
                <a:cubicBezTo>
                  <a:pt x="69662" y="36433"/>
                  <a:pt x="68289" y="42323"/>
                  <a:pt x="65544" y="48214"/>
                </a:cubicBezTo>
                <a:cubicBezTo>
                  <a:pt x="61312" y="57480"/>
                  <a:pt x="54449" y="67289"/>
                  <a:pt x="44954" y="77641"/>
                </a:cubicBezTo>
                <a:cubicBezTo>
                  <a:pt x="30713" y="93197"/>
                  <a:pt x="21819" y="102577"/>
                  <a:pt x="18273" y="105780"/>
                </a:cubicBezTo>
                <a:lnTo>
                  <a:pt x="48643" y="105780"/>
                </a:lnTo>
                <a:cubicBezTo>
                  <a:pt x="54820" y="105780"/>
                  <a:pt x="59153" y="105550"/>
                  <a:pt x="61641" y="105088"/>
                </a:cubicBezTo>
                <a:cubicBezTo>
                  <a:pt x="64129" y="104625"/>
                  <a:pt x="66373" y="103687"/>
                  <a:pt x="68375" y="102273"/>
                </a:cubicBezTo>
                <a:cubicBezTo>
                  <a:pt x="70377" y="100860"/>
                  <a:pt x="72121" y="98854"/>
                  <a:pt x="73609" y="96257"/>
                </a:cubicBezTo>
                <a:lnTo>
                  <a:pt x="76783" y="962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Text /y">
            <a:extLst xmlns:a="http://schemas.openxmlformats.org/drawingml/2006/main">
              <a:ext uri="{FF2B5EF4-FFF2-40B4-BE49-F238E27FC236}">
                <a16:creationId xmlns:a16="http://schemas.microsoft.com/office/drawing/2014/main" id="{76982426-D0B2-4051-966B-8FF580B4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347" y="1727321"/>
            <a:ext cx="135407" cy="159914"/>
          </a:xfrm>
          <a:custGeom xmlns:a="http://schemas.openxmlformats.org/drawingml/2006/main">
            <a:pathLst>
              <a:path w="135407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6" y="43410"/>
                </a:moveTo>
                <a:lnTo>
                  <a:pt x="86249" y="43410"/>
                </a:lnTo>
                <a:lnTo>
                  <a:pt x="86249" y="46584"/>
                </a:lnTo>
                <a:lnTo>
                  <a:pt x="84447" y="46584"/>
                </a:lnTo>
                <a:cubicBezTo>
                  <a:pt x="81873" y="46584"/>
                  <a:pt x="79943" y="47142"/>
                  <a:pt x="78656" y="48257"/>
                </a:cubicBezTo>
                <a:cubicBezTo>
                  <a:pt x="77369" y="49373"/>
                  <a:pt x="76726" y="50760"/>
                  <a:pt x="76726" y="52418"/>
                </a:cubicBezTo>
                <a:cubicBezTo>
                  <a:pt x="76726" y="54649"/>
                  <a:pt x="77670" y="57737"/>
                  <a:pt x="79557" y="61684"/>
                </a:cubicBezTo>
                <a:lnTo>
                  <a:pt x="98688" y="101319"/>
                </a:lnTo>
                <a:lnTo>
                  <a:pt x="116275" y="57909"/>
                </a:lnTo>
                <a:cubicBezTo>
                  <a:pt x="117248" y="55564"/>
                  <a:pt x="117734" y="53247"/>
                  <a:pt x="117734" y="50960"/>
                </a:cubicBezTo>
                <a:cubicBezTo>
                  <a:pt x="117734" y="49930"/>
                  <a:pt x="117534" y="49158"/>
                  <a:pt x="117133" y="48643"/>
                </a:cubicBezTo>
                <a:cubicBezTo>
                  <a:pt x="116676" y="48014"/>
                  <a:pt x="115961" y="47514"/>
                  <a:pt x="114989" y="47142"/>
                </a:cubicBezTo>
                <a:cubicBezTo>
                  <a:pt x="114016" y="46770"/>
                  <a:pt x="112300" y="46584"/>
                  <a:pt x="109841" y="46584"/>
                </a:cubicBezTo>
                <a:lnTo>
                  <a:pt x="109841" y="43410"/>
                </a:lnTo>
                <a:lnTo>
                  <a:pt x="135407" y="43410"/>
                </a:lnTo>
                <a:lnTo>
                  <a:pt x="135407" y="46584"/>
                </a:lnTo>
                <a:cubicBezTo>
                  <a:pt x="133291" y="46813"/>
                  <a:pt x="131661" y="47271"/>
                  <a:pt x="130517" y="47957"/>
                </a:cubicBezTo>
                <a:cubicBezTo>
                  <a:pt x="129373" y="48643"/>
                  <a:pt x="128115" y="49930"/>
                  <a:pt x="126742" y="51818"/>
                </a:cubicBezTo>
                <a:cubicBezTo>
                  <a:pt x="126227" y="52618"/>
                  <a:pt x="125255" y="54820"/>
                  <a:pt x="123825" y="58424"/>
                </a:cubicBezTo>
                <a:lnTo>
                  <a:pt x="91825" y="136836"/>
                </a:lnTo>
                <a:cubicBezTo>
                  <a:pt x="88737" y="144443"/>
                  <a:pt x="84690" y="150191"/>
                  <a:pt x="79686" y="154080"/>
                </a:cubicBezTo>
                <a:cubicBezTo>
                  <a:pt x="74681" y="157969"/>
                  <a:pt x="69863" y="159914"/>
                  <a:pt x="65230" y="159914"/>
                </a:cubicBezTo>
                <a:cubicBezTo>
                  <a:pt x="61855" y="159914"/>
                  <a:pt x="59082" y="158953"/>
                  <a:pt x="56908" y="157032"/>
                </a:cubicBezTo>
                <a:cubicBezTo>
                  <a:pt x="54735" y="155111"/>
                  <a:pt x="53648" y="152907"/>
                  <a:pt x="53648" y="150421"/>
                </a:cubicBezTo>
                <a:cubicBezTo>
                  <a:pt x="53648" y="148047"/>
                  <a:pt x="54435" y="146133"/>
                  <a:pt x="56007" y="144678"/>
                </a:cubicBezTo>
                <a:cubicBezTo>
                  <a:pt x="57580" y="143225"/>
                  <a:pt x="59739" y="142499"/>
                  <a:pt x="62485" y="142499"/>
                </a:cubicBezTo>
                <a:cubicBezTo>
                  <a:pt x="64372" y="142499"/>
                  <a:pt x="66946" y="143128"/>
                  <a:pt x="70206" y="144386"/>
                </a:cubicBezTo>
                <a:cubicBezTo>
                  <a:pt x="72493" y="145244"/>
                  <a:pt x="73923" y="145673"/>
                  <a:pt x="74495" y="145673"/>
                </a:cubicBezTo>
                <a:cubicBezTo>
                  <a:pt x="76211" y="145673"/>
                  <a:pt x="78084" y="144780"/>
                  <a:pt x="80115" y="142995"/>
                </a:cubicBezTo>
                <a:cubicBezTo>
                  <a:pt x="82145" y="141211"/>
                  <a:pt x="84190" y="137758"/>
                  <a:pt x="86249" y="132635"/>
                </a:cubicBezTo>
                <a:lnTo>
                  <a:pt x="91825" y="118906"/>
                </a:lnTo>
                <a:lnTo>
                  <a:pt x="63600" y="59625"/>
                </a:lnTo>
                <a:cubicBezTo>
                  <a:pt x="62742" y="57852"/>
                  <a:pt x="61369" y="55650"/>
                  <a:pt x="59482" y="53019"/>
                </a:cubicBezTo>
                <a:cubicBezTo>
                  <a:pt x="58052" y="51017"/>
                  <a:pt x="56880" y="49673"/>
                  <a:pt x="55964" y="48987"/>
                </a:cubicBezTo>
                <a:cubicBezTo>
                  <a:pt x="54649" y="48071"/>
                  <a:pt x="52533" y="47271"/>
                  <a:pt x="49616" y="46584"/>
                </a:cubicBezTo>
                <a:lnTo>
                  <a:pt x="49616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Text 2">
            <a:extLst xmlns:a="http://schemas.openxmlformats.org/drawingml/2006/main">
              <a:ext uri="{FF2B5EF4-FFF2-40B4-BE49-F238E27FC236}">
                <a16:creationId xmlns:a16="http://schemas.microsoft.com/office/drawing/2014/main" id="{7E4F4984-C668-4128-9466-13AD5B83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3580" y="1771577"/>
            <a:ext cx="76783" cy="118734"/>
          </a:xfrm>
          <a:custGeom xmlns:a="http://schemas.openxmlformats.org/drawingml/2006/main">
            <a:pathLst>
              <a:path w="76783" h="118734">
                <a:moveTo>
                  <a:pt x="76783" y="96257"/>
                </a:moveTo>
                <a:lnTo>
                  <a:pt x="68633" y="118734"/>
                </a:lnTo>
                <a:lnTo>
                  <a:pt x="0" y="118734"/>
                </a:lnTo>
                <a:lnTo>
                  <a:pt x="0" y="115555"/>
                </a:lnTo>
                <a:cubicBezTo>
                  <a:pt x="20189" y="97108"/>
                  <a:pt x="34402" y="82042"/>
                  <a:pt x="42638" y="70357"/>
                </a:cubicBezTo>
                <a:cubicBezTo>
                  <a:pt x="50874" y="58669"/>
                  <a:pt x="54992" y="47985"/>
                  <a:pt x="54992" y="38303"/>
                </a:cubicBezTo>
                <a:cubicBezTo>
                  <a:pt x="54992" y="30914"/>
                  <a:pt x="52733" y="24843"/>
                  <a:pt x="48214" y="20088"/>
                </a:cubicBezTo>
                <a:cubicBezTo>
                  <a:pt x="43696" y="15332"/>
                  <a:pt x="38291" y="12954"/>
                  <a:pt x="32000" y="12954"/>
                </a:cubicBezTo>
                <a:cubicBezTo>
                  <a:pt x="26281" y="12954"/>
                  <a:pt x="21147" y="14634"/>
                  <a:pt x="16601" y="17995"/>
                </a:cubicBezTo>
                <a:cubicBezTo>
                  <a:pt x="12054" y="21355"/>
                  <a:pt x="8693" y="26281"/>
                  <a:pt x="6520" y="32772"/>
                </a:cubicBezTo>
                <a:lnTo>
                  <a:pt x="3346" y="32772"/>
                </a:lnTo>
                <a:cubicBezTo>
                  <a:pt x="4776" y="22218"/>
                  <a:pt x="8450" y="14118"/>
                  <a:pt x="14370" y="8472"/>
                </a:cubicBezTo>
                <a:cubicBezTo>
                  <a:pt x="20290" y="2824"/>
                  <a:pt x="27682" y="0"/>
                  <a:pt x="36547" y="0"/>
                </a:cubicBezTo>
                <a:cubicBezTo>
                  <a:pt x="45984" y="0"/>
                  <a:pt x="53862" y="3031"/>
                  <a:pt x="60182" y="9094"/>
                </a:cubicBezTo>
                <a:cubicBezTo>
                  <a:pt x="66502" y="15156"/>
                  <a:pt x="69662" y="22306"/>
                  <a:pt x="69662" y="30542"/>
                </a:cubicBezTo>
                <a:cubicBezTo>
                  <a:pt x="69662" y="36433"/>
                  <a:pt x="68289" y="42323"/>
                  <a:pt x="65544" y="48214"/>
                </a:cubicBezTo>
                <a:cubicBezTo>
                  <a:pt x="61312" y="57480"/>
                  <a:pt x="54449" y="67289"/>
                  <a:pt x="44954" y="77641"/>
                </a:cubicBezTo>
                <a:cubicBezTo>
                  <a:pt x="30713" y="93197"/>
                  <a:pt x="21819" y="102577"/>
                  <a:pt x="18273" y="105780"/>
                </a:cubicBezTo>
                <a:lnTo>
                  <a:pt x="48643" y="105780"/>
                </a:lnTo>
                <a:cubicBezTo>
                  <a:pt x="54820" y="105780"/>
                  <a:pt x="59153" y="105550"/>
                  <a:pt x="61641" y="105088"/>
                </a:cubicBezTo>
                <a:cubicBezTo>
                  <a:pt x="64129" y="104625"/>
                  <a:pt x="66373" y="103687"/>
                  <a:pt x="68375" y="102273"/>
                </a:cubicBezTo>
                <a:cubicBezTo>
                  <a:pt x="70377" y="100860"/>
                  <a:pt x="72121" y="98854"/>
                  <a:pt x="73609" y="96257"/>
                </a:cubicBezTo>
                <a:lnTo>
                  <a:pt x="76783" y="962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Text x">
            <a:extLst xmlns:a="http://schemas.openxmlformats.org/drawingml/2006/main">
              <a:ext uri="{FF2B5EF4-FFF2-40B4-BE49-F238E27FC236}">
                <a16:creationId xmlns:a16="http://schemas.microsoft.com/office/drawing/2014/main" id="{2E4A1402-438D-4B73-A607-44CB4AF3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188" y="1794157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Text 4">
            <a:extLst xmlns:a="http://schemas.openxmlformats.org/drawingml/2006/main">
              <a:ext uri="{FF2B5EF4-FFF2-40B4-BE49-F238E27FC236}">
                <a16:creationId xmlns:a16="http://schemas.microsoft.com/office/drawing/2014/main" id="{66E44E37-2073-4FB1-9E30-C65A66B0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466" y="1795004"/>
            <a:ext cx="79013" cy="118734"/>
          </a:xfrm>
          <a:custGeom xmlns:a="http://schemas.openxmlformats.org/drawingml/2006/main">
            <a:pathLst>
              <a:path w="79013" h="118734">
                <a:moveTo>
                  <a:pt x="79013" y="75839"/>
                </a:moveTo>
                <a:lnTo>
                  <a:pt x="79013" y="88021"/>
                </a:lnTo>
                <a:lnTo>
                  <a:pt x="63399" y="88021"/>
                </a:lnTo>
                <a:lnTo>
                  <a:pt x="63399" y="118734"/>
                </a:lnTo>
                <a:lnTo>
                  <a:pt x="49244" y="118734"/>
                </a:lnTo>
                <a:lnTo>
                  <a:pt x="49244" y="88021"/>
                </a:lnTo>
                <a:lnTo>
                  <a:pt x="0" y="88021"/>
                </a:lnTo>
                <a:lnTo>
                  <a:pt x="0" y="77040"/>
                </a:lnTo>
                <a:lnTo>
                  <a:pt x="53962" y="0"/>
                </a:lnTo>
                <a:lnTo>
                  <a:pt x="63399" y="0"/>
                </a:lnTo>
                <a:lnTo>
                  <a:pt x="63399" y="75839"/>
                </a:lnTo>
                <a:lnTo>
                  <a:pt x="79013" y="75839"/>
                </a:lnTo>
                <a:moveTo>
                  <a:pt x="49244" y="75839"/>
                </a:moveTo>
                <a:lnTo>
                  <a:pt x="49244" y="18102"/>
                </a:lnTo>
                <a:lnTo>
                  <a:pt x="8407" y="75839"/>
                </a:lnTo>
                <a:lnTo>
                  <a:pt x="49244" y="758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Text /y">
            <a:extLst xmlns:a="http://schemas.openxmlformats.org/drawingml/2006/main">
              <a:ext uri="{FF2B5EF4-FFF2-40B4-BE49-F238E27FC236}">
                <a16:creationId xmlns:a16="http://schemas.microsoft.com/office/drawing/2014/main" id="{51D67C33-19DA-44E5-B20D-280E0C92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6828" y="1750747"/>
            <a:ext cx="135407" cy="159914"/>
          </a:xfrm>
          <a:custGeom xmlns:a="http://schemas.openxmlformats.org/drawingml/2006/main">
            <a:pathLst>
              <a:path w="135407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6" y="43410"/>
                </a:moveTo>
                <a:lnTo>
                  <a:pt x="86249" y="43410"/>
                </a:lnTo>
                <a:lnTo>
                  <a:pt x="86249" y="46584"/>
                </a:lnTo>
                <a:lnTo>
                  <a:pt x="84447" y="46584"/>
                </a:lnTo>
                <a:cubicBezTo>
                  <a:pt x="81873" y="46584"/>
                  <a:pt x="79943" y="47142"/>
                  <a:pt x="78656" y="48257"/>
                </a:cubicBezTo>
                <a:cubicBezTo>
                  <a:pt x="77369" y="49373"/>
                  <a:pt x="76726" y="50760"/>
                  <a:pt x="76726" y="52418"/>
                </a:cubicBezTo>
                <a:cubicBezTo>
                  <a:pt x="76726" y="54649"/>
                  <a:pt x="77670" y="57737"/>
                  <a:pt x="79557" y="61684"/>
                </a:cubicBezTo>
                <a:lnTo>
                  <a:pt x="98688" y="101319"/>
                </a:lnTo>
                <a:lnTo>
                  <a:pt x="116275" y="57909"/>
                </a:lnTo>
                <a:cubicBezTo>
                  <a:pt x="117248" y="55564"/>
                  <a:pt x="117734" y="53247"/>
                  <a:pt x="117734" y="50960"/>
                </a:cubicBezTo>
                <a:cubicBezTo>
                  <a:pt x="117734" y="49930"/>
                  <a:pt x="117534" y="49158"/>
                  <a:pt x="117133" y="48643"/>
                </a:cubicBezTo>
                <a:cubicBezTo>
                  <a:pt x="116676" y="48014"/>
                  <a:pt x="115961" y="47514"/>
                  <a:pt x="114989" y="47142"/>
                </a:cubicBezTo>
                <a:cubicBezTo>
                  <a:pt x="114016" y="46770"/>
                  <a:pt x="112300" y="46584"/>
                  <a:pt x="109841" y="46584"/>
                </a:cubicBezTo>
                <a:lnTo>
                  <a:pt x="109841" y="43410"/>
                </a:lnTo>
                <a:lnTo>
                  <a:pt x="135407" y="43410"/>
                </a:lnTo>
                <a:lnTo>
                  <a:pt x="135407" y="46584"/>
                </a:lnTo>
                <a:cubicBezTo>
                  <a:pt x="133291" y="46813"/>
                  <a:pt x="131661" y="47271"/>
                  <a:pt x="130517" y="47957"/>
                </a:cubicBezTo>
                <a:cubicBezTo>
                  <a:pt x="129373" y="48643"/>
                  <a:pt x="128115" y="49930"/>
                  <a:pt x="126742" y="51818"/>
                </a:cubicBezTo>
                <a:cubicBezTo>
                  <a:pt x="126227" y="52618"/>
                  <a:pt x="125255" y="54820"/>
                  <a:pt x="123825" y="58424"/>
                </a:cubicBezTo>
                <a:lnTo>
                  <a:pt x="91825" y="136836"/>
                </a:lnTo>
                <a:cubicBezTo>
                  <a:pt x="88737" y="144443"/>
                  <a:pt x="84690" y="150191"/>
                  <a:pt x="79686" y="154080"/>
                </a:cubicBezTo>
                <a:cubicBezTo>
                  <a:pt x="74681" y="157969"/>
                  <a:pt x="69863" y="159914"/>
                  <a:pt x="65230" y="159914"/>
                </a:cubicBezTo>
                <a:cubicBezTo>
                  <a:pt x="61855" y="159914"/>
                  <a:pt x="59082" y="158953"/>
                  <a:pt x="56908" y="157032"/>
                </a:cubicBezTo>
                <a:cubicBezTo>
                  <a:pt x="54735" y="155111"/>
                  <a:pt x="53648" y="152907"/>
                  <a:pt x="53648" y="150421"/>
                </a:cubicBezTo>
                <a:cubicBezTo>
                  <a:pt x="53648" y="148047"/>
                  <a:pt x="54435" y="146133"/>
                  <a:pt x="56007" y="144678"/>
                </a:cubicBezTo>
                <a:cubicBezTo>
                  <a:pt x="57580" y="143225"/>
                  <a:pt x="59739" y="142499"/>
                  <a:pt x="62485" y="142499"/>
                </a:cubicBezTo>
                <a:cubicBezTo>
                  <a:pt x="64372" y="142499"/>
                  <a:pt x="66946" y="143128"/>
                  <a:pt x="70206" y="144386"/>
                </a:cubicBezTo>
                <a:cubicBezTo>
                  <a:pt x="72493" y="145244"/>
                  <a:pt x="73923" y="145673"/>
                  <a:pt x="74495" y="145673"/>
                </a:cubicBezTo>
                <a:cubicBezTo>
                  <a:pt x="76211" y="145673"/>
                  <a:pt x="78084" y="144780"/>
                  <a:pt x="80115" y="142995"/>
                </a:cubicBezTo>
                <a:cubicBezTo>
                  <a:pt x="82145" y="141211"/>
                  <a:pt x="84190" y="137758"/>
                  <a:pt x="86249" y="132635"/>
                </a:cubicBezTo>
                <a:lnTo>
                  <a:pt x="91825" y="118906"/>
                </a:lnTo>
                <a:lnTo>
                  <a:pt x="63600" y="59625"/>
                </a:lnTo>
                <a:cubicBezTo>
                  <a:pt x="62742" y="57852"/>
                  <a:pt x="61369" y="55650"/>
                  <a:pt x="59482" y="53019"/>
                </a:cubicBezTo>
                <a:cubicBezTo>
                  <a:pt x="58052" y="51017"/>
                  <a:pt x="56880" y="49673"/>
                  <a:pt x="55964" y="48987"/>
                </a:cubicBezTo>
                <a:cubicBezTo>
                  <a:pt x="54649" y="48071"/>
                  <a:pt x="52533" y="47271"/>
                  <a:pt x="49616" y="46584"/>
                </a:cubicBezTo>
                <a:lnTo>
                  <a:pt x="49616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Text 4">
            <a:extLst xmlns:a="http://schemas.openxmlformats.org/drawingml/2006/main">
              <a:ext uri="{FF2B5EF4-FFF2-40B4-BE49-F238E27FC236}">
                <a16:creationId xmlns:a16="http://schemas.microsoft.com/office/drawing/2014/main" id="{68D10A50-7483-44F1-B1C7-D44D311C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6032" y="1795004"/>
            <a:ext cx="79013" cy="118734"/>
          </a:xfrm>
          <a:custGeom xmlns:a="http://schemas.openxmlformats.org/drawingml/2006/main">
            <a:pathLst>
              <a:path w="79013" h="118734">
                <a:moveTo>
                  <a:pt x="79013" y="75839"/>
                </a:moveTo>
                <a:lnTo>
                  <a:pt x="79013" y="88021"/>
                </a:lnTo>
                <a:lnTo>
                  <a:pt x="63399" y="88021"/>
                </a:lnTo>
                <a:lnTo>
                  <a:pt x="63399" y="118734"/>
                </a:lnTo>
                <a:lnTo>
                  <a:pt x="49244" y="118734"/>
                </a:lnTo>
                <a:lnTo>
                  <a:pt x="49244" y="88021"/>
                </a:lnTo>
                <a:lnTo>
                  <a:pt x="0" y="88021"/>
                </a:lnTo>
                <a:lnTo>
                  <a:pt x="0" y="77040"/>
                </a:lnTo>
                <a:lnTo>
                  <a:pt x="53962" y="0"/>
                </a:lnTo>
                <a:lnTo>
                  <a:pt x="63399" y="0"/>
                </a:lnTo>
                <a:lnTo>
                  <a:pt x="63399" y="75839"/>
                </a:lnTo>
                <a:lnTo>
                  <a:pt x="79013" y="75839"/>
                </a:lnTo>
                <a:moveTo>
                  <a:pt x="49244" y="75839"/>
                </a:moveTo>
                <a:lnTo>
                  <a:pt x="49244" y="18102"/>
                </a:lnTo>
                <a:lnTo>
                  <a:pt x="8407" y="75839"/>
                </a:lnTo>
                <a:lnTo>
                  <a:pt x="49244" y="758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Text HypothesisModel,">
            <a:extLst xmlns:a="http://schemas.openxmlformats.org/drawingml/2006/main">
              <a:ext uri="{FF2B5EF4-FFF2-40B4-BE49-F238E27FC236}">
                <a16:creationId xmlns:a16="http://schemas.microsoft.com/office/drawing/2014/main" id="{048893EC-5DA2-4F8F-8ABA-E0A98B33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928" y="2499426"/>
            <a:ext cx="1590391" cy="191897"/>
          </a:xfrm>
          <a:custGeom xmlns:a="http://schemas.openxmlformats.org/drawingml/2006/main">
            <a:pathLst>
              <a:path w="1590391" h="191897">
                <a:moveTo>
                  <a:pt x="39738" y="71447"/>
                </a:moveTo>
                <a:lnTo>
                  <a:pt x="104596" y="71447"/>
                </a:lnTo>
                <a:lnTo>
                  <a:pt x="104596" y="31570"/>
                </a:lnTo>
                <a:cubicBezTo>
                  <a:pt x="104596" y="24445"/>
                  <a:pt x="104150" y="19751"/>
                  <a:pt x="103258" y="17488"/>
                </a:cubicBezTo>
                <a:cubicBezTo>
                  <a:pt x="102572" y="15777"/>
                  <a:pt x="101130" y="14305"/>
                  <a:pt x="98934" y="13071"/>
                </a:cubicBezTo>
                <a:cubicBezTo>
                  <a:pt x="95983" y="11426"/>
                  <a:pt x="92860" y="10604"/>
                  <a:pt x="89566" y="10604"/>
                </a:cubicBezTo>
                <a:lnTo>
                  <a:pt x="84624" y="10604"/>
                </a:lnTo>
                <a:lnTo>
                  <a:pt x="84624" y="6795"/>
                </a:lnTo>
                <a:lnTo>
                  <a:pt x="144334" y="6795"/>
                </a:lnTo>
                <a:lnTo>
                  <a:pt x="144334" y="10604"/>
                </a:lnTo>
                <a:lnTo>
                  <a:pt x="139393" y="10604"/>
                </a:lnTo>
                <a:cubicBezTo>
                  <a:pt x="136099" y="10604"/>
                  <a:pt x="132976" y="11393"/>
                  <a:pt x="130025" y="12972"/>
                </a:cubicBezTo>
                <a:cubicBezTo>
                  <a:pt x="127828" y="14070"/>
                  <a:pt x="126336" y="15734"/>
                  <a:pt x="125546" y="17965"/>
                </a:cubicBezTo>
                <a:cubicBezTo>
                  <a:pt x="124757" y="20195"/>
                  <a:pt x="124362" y="24742"/>
                  <a:pt x="124362" y="31605"/>
                </a:cubicBezTo>
                <a:lnTo>
                  <a:pt x="124362" y="121686"/>
                </a:lnTo>
                <a:cubicBezTo>
                  <a:pt x="124362" y="128755"/>
                  <a:pt x="124808" y="133422"/>
                  <a:pt x="125701" y="135687"/>
                </a:cubicBezTo>
                <a:cubicBezTo>
                  <a:pt x="126387" y="137403"/>
                  <a:pt x="127794" y="138878"/>
                  <a:pt x="129922" y="140114"/>
                </a:cubicBezTo>
                <a:cubicBezTo>
                  <a:pt x="132941" y="141761"/>
                  <a:pt x="136099" y="142584"/>
                  <a:pt x="139393" y="142584"/>
                </a:cubicBezTo>
                <a:lnTo>
                  <a:pt x="144334" y="142584"/>
                </a:lnTo>
                <a:lnTo>
                  <a:pt x="144334" y="146393"/>
                </a:lnTo>
                <a:lnTo>
                  <a:pt x="84624" y="146393"/>
                </a:lnTo>
                <a:lnTo>
                  <a:pt x="84624" y="142584"/>
                </a:lnTo>
                <a:lnTo>
                  <a:pt x="89566" y="142584"/>
                </a:lnTo>
                <a:cubicBezTo>
                  <a:pt x="95262" y="142584"/>
                  <a:pt x="99414" y="140900"/>
                  <a:pt x="102022" y="137530"/>
                </a:cubicBezTo>
                <a:cubicBezTo>
                  <a:pt x="103738" y="135332"/>
                  <a:pt x="104596" y="130038"/>
                  <a:pt x="104596" y="121650"/>
                </a:cubicBezTo>
                <a:lnTo>
                  <a:pt x="104596" y="79065"/>
                </a:lnTo>
                <a:lnTo>
                  <a:pt x="39738" y="79065"/>
                </a:lnTo>
                <a:lnTo>
                  <a:pt x="39738" y="121650"/>
                </a:lnTo>
                <a:cubicBezTo>
                  <a:pt x="39738" y="128732"/>
                  <a:pt x="40184" y="133408"/>
                  <a:pt x="41077" y="135677"/>
                </a:cubicBezTo>
                <a:cubicBezTo>
                  <a:pt x="41763" y="137395"/>
                  <a:pt x="43204" y="138873"/>
                  <a:pt x="45400" y="140110"/>
                </a:cubicBezTo>
                <a:cubicBezTo>
                  <a:pt x="48352" y="141760"/>
                  <a:pt x="51474" y="142584"/>
                  <a:pt x="54769" y="142584"/>
                </a:cubicBezTo>
                <a:lnTo>
                  <a:pt x="59813" y="142584"/>
                </a:lnTo>
                <a:lnTo>
                  <a:pt x="59813" y="146393"/>
                </a:lnTo>
                <a:lnTo>
                  <a:pt x="0" y="146393"/>
                </a:lnTo>
                <a:lnTo>
                  <a:pt x="0" y="142584"/>
                </a:lnTo>
                <a:lnTo>
                  <a:pt x="4942" y="142584"/>
                </a:lnTo>
                <a:cubicBezTo>
                  <a:pt x="10707" y="142584"/>
                  <a:pt x="14893" y="140903"/>
                  <a:pt x="17501" y="137540"/>
                </a:cubicBezTo>
                <a:cubicBezTo>
                  <a:pt x="19149" y="135344"/>
                  <a:pt x="19972" y="130059"/>
                  <a:pt x="19972" y="121686"/>
                </a:cubicBezTo>
                <a:lnTo>
                  <a:pt x="19972" y="31605"/>
                </a:lnTo>
                <a:cubicBezTo>
                  <a:pt x="19972" y="24468"/>
                  <a:pt x="19526" y="19766"/>
                  <a:pt x="18634" y="17501"/>
                </a:cubicBezTo>
                <a:cubicBezTo>
                  <a:pt x="17947" y="15786"/>
                  <a:pt x="16540" y="14310"/>
                  <a:pt x="14413" y="13075"/>
                </a:cubicBezTo>
                <a:cubicBezTo>
                  <a:pt x="11393" y="11427"/>
                  <a:pt x="8236" y="10604"/>
                  <a:pt x="4942" y="10604"/>
                </a:cubicBezTo>
                <a:lnTo>
                  <a:pt x="0" y="10604"/>
                </a:lnTo>
                <a:lnTo>
                  <a:pt x="0" y="6795"/>
                </a:lnTo>
                <a:lnTo>
                  <a:pt x="59813" y="6795"/>
                </a:lnTo>
                <a:lnTo>
                  <a:pt x="59813" y="10604"/>
                </a:lnTo>
                <a:lnTo>
                  <a:pt x="54769" y="10604"/>
                </a:lnTo>
                <a:cubicBezTo>
                  <a:pt x="51474" y="10604"/>
                  <a:pt x="48352" y="11392"/>
                  <a:pt x="45400" y="12968"/>
                </a:cubicBezTo>
                <a:cubicBezTo>
                  <a:pt x="43273" y="14064"/>
                  <a:pt x="41797" y="15725"/>
                  <a:pt x="40974" y="17952"/>
                </a:cubicBezTo>
                <a:cubicBezTo>
                  <a:pt x="40150" y="20178"/>
                  <a:pt x="39738" y="24717"/>
                  <a:pt x="39738" y="31570"/>
                </a:cubicBezTo>
                <a:lnTo>
                  <a:pt x="39738" y="71447"/>
                </a:lnTo>
                <a:close/>
                <a:moveTo>
                  <a:pt x="149858" y="52092"/>
                </a:moveTo>
                <a:lnTo>
                  <a:pt x="193817" y="52092"/>
                </a:lnTo>
                <a:lnTo>
                  <a:pt x="193817" y="55901"/>
                </a:lnTo>
                <a:lnTo>
                  <a:pt x="191655" y="55901"/>
                </a:lnTo>
                <a:cubicBezTo>
                  <a:pt x="188567" y="55901"/>
                  <a:pt x="186251" y="56570"/>
                  <a:pt x="184706" y="57909"/>
                </a:cubicBezTo>
                <a:cubicBezTo>
                  <a:pt x="183162" y="59247"/>
                  <a:pt x="182390" y="60911"/>
                  <a:pt x="182390" y="62902"/>
                </a:cubicBezTo>
                <a:cubicBezTo>
                  <a:pt x="182390" y="65578"/>
                  <a:pt x="183522" y="69285"/>
                  <a:pt x="185787" y="74020"/>
                </a:cubicBezTo>
                <a:lnTo>
                  <a:pt x="208745" y="121583"/>
                </a:lnTo>
                <a:lnTo>
                  <a:pt x="229849" y="69491"/>
                </a:lnTo>
                <a:cubicBezTo>
                  <a:pt x="231016" y="66677"/>
                  <a:pt x="231600" y="63897"/>
                  <a:pt x="231600" y="61152"/>
                </a:cubicBezTo>
                <a:cubicBezTo>
                  <a:pt x="231600" y="59916"/>
                  <a:pt x="231359" y="58990"/>
                  <a:pt x="230879" y="58372"/>
                </a:cubicBezTo>
                <a:cubicBezTo>
                  <a:pt x="230330" y="57617"/>
                  <a:pt x="229472" y="57017"/>
                  <a:pt x="228305" y="56570"/>
                </a:cubicBezTo>
                <a:cubicBezTo>
                  <a:pt x="227138" y="56124"/>
                  <a:pt x="225079" y="55901"/>
                  <a:pt x="222128" y="55901"/>
                </a:cubicBezTo>
                <a:lnTo>
                  <a:pt x="222128" y="52092"/>
                </a:lnTo>
                <a:lnTo>
                  <a:pt x="252807" y="52092"/>
                </a:lnTo>
                <a:lnTo>
                  <a:pt x="252807" y="55901"/>
                </a:lnTo>
                <a:cubicBezTo>
                  <a:pt x="250268" y="56176"/>
                  <a:pt x="248312" y="56725"/>
                  <a:pt x="246939" y="57548"/>
                </a:cubicBezTo>
                <a:cubicBezTo>
                  <a:pt x="245566" y="58372"/>
                  <a:pt x="244056" y="59916"/>
                  <a:pt x="242409" y="62181"/>
                </a:cubicBezTo>
                <a:cubicBezTo>
                  <a:pt x="241791" y="63142"/>
                  <a:pt x="240625" y="65784"/>
                  <a:pt x="238909" y="70108"/>
                </a:cubicBezTo>
                <a:lnTo>
                  <a:pt x="200509" y="164204"/>
                </a:lnTo>
                <a:cubicBezTo>
                  <a:pt x="196803" y="173332"/>
                  <a:pt x="191947" y="180229"/>
                  <a:pt x="185942" y="184896"/>
                </a:cubicBezTo>
                <a:cubicBezTo>
                  <a:pt x="179936" y="189563"/>
                  <a:pt x="174154" y="191897"/>
                  <a:pt x="168595" y="191897"/>
                </a:cubicBezTo>
                <a:cubicBezTo>
                  <a:pt x="164545" y="191897"/>
                  <a:pt x="161217" y="190744"/>
                  <a:pt x="158609" y="188438"/>
                </a:cubicBezTo>
                <a:cubicBezTo>
                  <a:pt x="156001" y="186133"/>
                  <a:pt x="154697" y="183488"/>
                  <a:pt x="154697" y="180505"/>
                </a:cubicBezTo>
                <a:cubicBezTo>
                  <a:pt x="154697" y="177657"/>
                  <a:pt x="155640" y="175360"/>
                  <a:pt x="157528" y="173614"/>
                </a:cubicBezTo>
                <a:cubicBezTo>
                  <a:pt x="159415" y="171870"/>
                  <a:pt x="162006" y="170998"/>
                  <a:pt x="165300" y="170998"/>
                </a:cubicBezTo>
                <a:cubicBezTo>
                  <a:pt x="167565" y="170998"/>
                  <a:pt x="170654" y="171753"/>
                  <a:pt x="174566" y="173263"/>
                </a:cubicBezTo>
                <a:cubicBezTo>
                  <a:pt x="177311" y="174293"/>
                  <a:pt x="179027" y="174807"/>
                  <a:pt x="179713" y="174807"/>
                </a:cubicBezTo>
                <a:cubicBezTo>
                  <a:pt x="181772" y="174807"/>
                  <a:pt x="184020" y="173736"/>
                  <a:pt x="186456" y="171593"/>
                </a:cubicBezTo>
                <a:cubicBezTo>
                  <a:pt x="188893" y="169453"/>
                  <a:pt x="191346" y="165309"/>
                  <a:pt x="193817" y="159162"/>
                </a:cubicBezTo>
                <a:lnTo>
                  <a:pt x="200509" y="142687"/>
                </a:lnTo>
                <a:lnTo>
                  <a:pt x="166639" y="71550"/>
                </a:lnTo>
                <a:cubicBezTo>
                  <a:pt x="165609" y="69422"/>
                  <a:pt x="163962" y="66780"/>
                  <a:pt x="161697" y="63622"/>
                </a:cubicBezTo>
                <a:cubicBezTo>
                  <a:pt x="159981" y="61220"/>
                  <a:pt x="158574" y="59607"/>
                  <a:pt x="157476" y="58784"/>
                </a:cubicBezTo>
                <a:cubicBezTo>
                  <a:pt x="155898" y="57686"/>
                  <a:pt x="153358" y="56725"/>
                  <a:pt x="149858" y="55901"/>
                </a:cubicBezTo>
                <a:lnTo>
                  <a:pt x="149858" y="52092"/>
                </a:lnTo>
                <a:close/>
                <a:moveTo>
                  <a:pt x="253836" y="61367"/>
                </a:moveTo>
                <a:lnTo>
                  <a:pt x="282868" y="49621"/>
                </a:lnTo>
                <a:lnTo>
                  <a:pt x="286780" y="49621"/>
                </a:lnTo>
                <a:lnTo>
                  <a:pt x="286780" y="71652"/>
                </a:lnTo>
                <a:cubicBezTo>
                  <a:pt x="291653" y="63348"/>
                  <a:pt x="296543" y="57566"/>
                  <a:pt x="301450" y="54306"/>
                </a:cubicBezTo>
                <a:cubicBezTo>
                  <a:pt x="306357" y="51046"/>
                  <a:pt x="311522" y="49416"/>
                  <a:pt x="316944" y="49416"/>
                </a:cubicBezTo>
                <a:cubicBezTo>
                  <a:pt x="326415" y="49416"/>
                  <a:pt x="334308" y="53117"/>
                  <a:pt x="340622" y="60521"/>
                </a:cubicBezTo>
                <a:cubicBezTo>
                  <a:pt x="348377" y="69572"/>
                  <a:pt x="352255" y="81365"/>
                  <a:pt x="352255" y="95900"/>
                </a:cubicBezTo>
                <a:cubicBezTo>
                  <a:pt x="352255" y="112149"/>
                  <a:pt x="347588" y="125587"/>
                  <a:pt x="338254" y="136214"/>
                </a:cubicBezTo>
                <a:cubicBezTo>
                  <a:pt x="330567" y="144922"/>
                  <a:pt x="320890" y="149276"/>
                  <a:pt x="309222" y="149276"/>
                </a:cubicBezTo>
                <a:cubicBezTo>
                  <a:pt x="304144" y="149276"/>
                  <a:pt x="299751" y="148555"/>
                  <a:pt x="296045" y="147114"/>
                </a:cubicBezTo>
                <a:cubicBezTo>
                  <a:pt x="293300" y="146085"/>
                  <a:pt x="290211" y="144026"/>
                  <a:pt x="286780" y="140937"/>
                </a:cubicBezTo>
                <a:lnTo>
                  <a:pt x="286780" y="169660"/>
                </a:lnTo>
                <a:cubicBezTo>
                  <a:pt x="286780" y="176111"/>
                  <a:pt x="287174" y="180212"/>
                  <a:pt x="287964" y="181962"/>
                </a:cubicBezTo>
                <a:cubicBezTo>
                  <a:pt x="288753" y="183712"/>
                  <a:pt x="290125" y="185102"/>
                  <a:pt x="292081" y="186132"/>
                </a:cubicBezTo>
                <a:cubicBezTo>
                  <a:pt x="294038" y="187161"/>
                  <a:pt x="297589" y="187676"/>
                  <a:pt x="302737" y="187676"/>
                </a:cubicBezTo>
                <a:lnTo>
                  <a:pt x="302737" y="191485"/>
                </a:lnTo>
                <a:lnTo>
                  <a:pt x="253321" y="191485"/>
                </a:lnTo>
                <a:lnTo>
                  <a:pt x="253321" y="187676"/>
                </a:lnTo>
                <a:lnTo>
                  <a:pt x="255895" y="187676"/>
                </a:lnTo>
                <a:cubicBezTo>
                  <a:pt x="259670" y="187745"/>
                  <a:pt x="262895" y="187023"/>
                  <a:pt x="265572" y="185511"/>
                </a:cubicBezTo>
                <a:cubicBezTo>
                  <a:pt x="266876" y="184756"/>
                  <a:pt x="267888" y="183537"/>
                  <a:pt x="268609" y="181853"/>
                </a:cubicBezTo>
                <a:cubicBezTo>
                  <a:pt x="269330" y="180171"/>
                  <a:pt x="269690" y="175897"/>
                  <a:pt x="269690" y="169029"/>
                </a:cubicBezTo>
                <a:lnTo>
                  <a:pt x="269690" y="79808"/>
                </a:lnTo>
                <a:cubicBezTo>
                  <a:pt x="269690" y="73695"/>
                  <a:pt x="269416" y="69815"/>
                  <a:pt x="268866" y="68168"/>
                </a:cubicBezTo>
                <a:cubicBezTo>
                  <a:pt x="268317" y="66519"/>
                  <a:pt x="267442" y="65283"/>
                  <a:pt x="266241" y="64459"/>
                </a:cubicBezTo>
                <a:cubicBezTo>
                  <a:pt x="265040" y="63633"/>
                  <a:pt x="263410" y="63220"/>
                  <a:pt x="261351" y="63220"/>
                </a:cubicBezTo>
                <a:cubicBezTo>
                  <a:pt x="259704" y="63220"/>
                  <a:pt x="257611" y="63701"/>
                  <a:pt x="255071" y="64662"/>
                </a:cubicBezTo>
                <a:lnTo>
                  <a:pt x="253836" y="61367"/>
                </a:lnTo>
                <a:moveTo>
                  <a:pt x="286780" y="77913"/>
                </a:moveTo>
                <a:lnTo>
                  <a:pt x="286780" y="113077"/>
                </a:lnTo>
                <a:cubicBezTo>
                  <a:pt x="286780" y="120686"/>
                  <a:pt x="287088" y="125690"/>
                  <a:pt x="287706" y="128088"/>
                </a:cubicBezTo>
                <a:cubicBezTo>
                  <a:pt x="288667" y="132064"/>
                  <a:pt x="291018" y="135560"/>
                  <a:pt x="294758" y="138576"/>
                </a:cubicBezTo>
                <a:cubicBezTo>
                  <a:pt x="298499" y="141591"/>
                  <a:pt x="303217" y="143099"/>
                  <a:pt x="308914" y="143099"/>
                </a:cubicBezTo>
                <a:cubicBezTo>
                  <a:pt x="315777" y="143099"/>
                  <a:pt x="321336" y="140426"/>
                  <a:pt x="325591" y="135079"/>
                </a:cubicBezTo>
                <a:cubicBezTo>
                  <a:pt x="331151" y="128089"/>
                  <a:pt x="333930" y="118253"/>
                  <a:pt x="333930" y="105571"/>
                </a:cubicBezTo>
                <a:cubicBezTo>
                  <a:pt x="333930" y="91177"/>
                  <a:pt x="330773" y="80108"/>
                  <a:pt x="324459" y="72363"/>
                </a:cubicBezTo>
                <a:cubicBezTo>
                  <a:pt x="320066" y="67017"/>
                  <a:pt x="314850" y="64343"/>
                  <a:pt x="308811" y="64343"/>
                </a:cubicBezTo>
                <a:cubicBezTo>
                  <a:pt x="305516" y="64343"/>
                  <a:pt x="302256" y="65166"/>
                  <a:pt x="299031" y="66811"/>
                </a:cubicBezTo>
                <a:cubicBezTo>
                  <a:pt x="296560" y="68044"/>
                  <a:pt x="292476" y="71745"/>
                  <a:pt x="286780" y="77913"/>
                </a:cubicBezTo>
                <a:close/>
                <a:moveTo>
                  <a:pt x="412172" y="49416"/>
                </a:moveTo>
                <a:cubicBezTo>
                  <a:pt x="426447" y="49416"/>
                  <a:pt x="437909" y="54832"/>
                  <a:pt x="446557" y="65665"/>
                </a:cubicBezTo>
                <a:cubicBezTo>
                  <a:pt x="453900" y="74920"/>
                  <a:pt x="457572" y="85547"/>
                  <a:pt x="457572" y="97547"/>
                </a:cubicBezTo>
                <a:cubicBezTo>
                  <a:pt x="457572" y="105981"/>
                  <a:pt x="455548" y="114517"/>
                  <a:pt x="451498" y="123156"/>
                </a:cubicBezTo>
                <a:cubicBezTo>
                  <a:pt x="447449" y="131793"/>
                  <a:pt x="441873" y="138306"/>
                  <a:pt x="434769" y="142694"/>
                </a:cubicBezTo>
                <a:cubicBezTo>
                  <a:pt x="427666" y="147082"/>
                  <a:pt x="419756" y="149276"/>
                  <a:pt x="411039" y="149276"/>
                </a:cubicBezTo>
                <a:cubicBezTo>
                  <a:pt x="396832" y="149276"/>
                  <a:pt x="385542" y="143619"/>
                  <a:pt x="377169" y="132306"/>
                </a:cubicBezTo>
                <a:cubicBezTo>
                  <a:pt x="370100" y="122776"/>
                  <a:pt x="366565" y="112081"/>
                  <a:pt x="366565" y="100221"/>
                </a:cubicBezTo>
                <a:cubicBezTo>
                  <a:pt x="366565" y="91582"/>
                  <a:pt x="368710" y="82994"/>
                  <a:pt x="373000" y="74458"/>
                </a:cubicBezTo>
                <a:cubicBezTo>
                  <a:pt x="377289" y="65922"/>
                  <a:pt x="382934" y="59614"/>
                  <a:pt x="389935" y="55535"/>
                </a:cubicBezTo>
                <a:cubicBezTo>
                  <a:pt x="396935" y="51455"/>
                  <a:pt x="404348" y="49416"/>
                  <a:pt x="412172" y="49416"/>
                </a:cubicBezTo>
                <a:moveTo>
                  <a:pt x="408980" y="56210"/>
                </a:moveTo>
                <a:cubicBezTo>
                  <a:pt x="405343" y="56210"/>
                  <a:pt x="401688" y="57290"/>
                  <a:pt x="398016" y="59450"/>
                </a:cubicBezTo>
                <a:cubicBezTo>
                  <a:pt x="394344" y="61610"/>
                  <a:pt x="391376" y="65397"/>
                  <a:pt x="389111" y="70813"/>
                </a:cubicBezTo>
                <a:cubicBezTo>
                  <a:pt x="386846" y="76228"/>
                  <a:pt x="385714" y="83186"/>
                  <a:pt x="385714" y="91686"/>
                </a:cubicBezTo>
                <a:cubicBezTo>
                  <a:pt x="385714" y="105395"/>
                  <a:pt x="388442" y="117220"/>
                  <a:pt x="393898" y="127161"/>
                </a:cubicBezTo>
                <a:cubicBezTo>
                  <a:pt x="399355" y="137100"/>
                  <a:pt x="406544" y="142070"/>
                  <a:pt x="415466" y="142070"/>
                </a:cubicBezTo>
                <a:cubicBezTo>
                  <a:pt x="422123" y="142070"/>
                  <a:pt x="427614" y="139327"/>
                  <a:pt x="431938" y="133843"/>
                </a:cubicBezTo>
                <a:cubicBezTo>
                  <a:pt x="436262" y="128359"/>
                  <a:pt x="438424" y="118934"/>
                  <a:pt x="438424" y="105568"/>
                </a:cubicBezTo>
                <a:cubicBezTo>
                  <a:pt x="438424" y="88841"/>
                  <a:pt x="434821" y="75678"/>
                  <a:pt x="427614" y="66080"/>
                </a:cubicBezTo>
                <a:cubicBezTo>
                  <a:pt x="422741" y="59500"/>
                  <a:pt x="416530" y="56210"/>
                  <a:pt x="408980" y="56210"/>
                </a:cubicBezTo>
                <a:close/>
                <a:moveTo>
                  <a:pt x="498855" y="21002"/>
                </a:moveTo>
                <a:lnTo>
                  <a:pt x="498855" y="52092"/>
                </a:lnTo>
                <a:lnTo>
                  <a:pt x="520886" y="52092"/>
                </a:lnTo>
                <a:lnTo>
                  <a:pt x="520886" y="59299"/>
                </a:lnTo>
                <a:lnTo>
                  <a:pt x="498855" y="59299"/>
                </a:lnTo>
                <a:lnTo>
                  <a:pt x="498855" y="120367"/>
                </a:lnTo>
                <a:cubicBezTo>
                  <a:pt x="498855" y="126469"/>
                  <a:pt x="499730" y="130582"/>
                  <a:pt x="501480" y="132708"/>
                </a:cubicBezTo>
                <a:cubicBezTo>
                  <a:pt x="503230" y="134831"/>
                  <a:pt x="505478" y="135893"/>
                  <a:pt x="508223" y="135893"/>
                </a:cubicBezTo>
                <a:cubicBezTo>
                  <a:pt x="510488" y="135893"/>
                  <a:pt x="512685" y="135189"/>
                  <a:pt x="514812" y="133782"/>
                </a:cubicBezTo>
                <a:cubicBezTo>
                  <a:pt x="516940" y="132375"/>
                  <a:pt x="518587" y="130299"/>
                  <a:pt x="519754" y="127554"/>
                </a:cubicBezTo>
                <a:lnTo>
                  <a:pt x="523769" y="127554"/>
                </a:lnTo>
                <a:cubicBezTo>
                  <a:pt x="521367" y="134299"/>
                  <a:pt x="517969" y="139400"/>
                  <a:pt x="513577" y="142858"/>
                </a:cubicBezTo>
                <a:cubicBezTo>
                  <a:pt x="509184" y="146313"/>
                  <a:pt x="504655" y="148041"/>
                  <a:pt x="499988" y="148041"/>
                </a:cubicBezTo>
                <a:cubicBezTo>
                  <a:pt x="496830" y="148041"/>
                  <a:pt x="493742" y="147164"/>
                  <a:pt x="490722" y="145412"/>
                </a:cubicBezTo>
                <a:cubicBezTo>
                  <a:pt x="487702" y="143660"/>
                  <a:pt x="485472" y="141153"/>
                  <a:pt x="484030" y="137891"/>
                </a:cubicBezTo>
                <a:cubicBezTo>
                  <a:pt x="482589" y="134626"/>
                  <a:pt x="481868" y="129592"/>
                  <a:pt x="481868" y="122789"/>
                </a:cubicBezTo>
                <a:lnTo>
                  <a:pt x="481868" y="59299"/>
                </a:lnTo>
                <a:lnTo>
                  <a:pt x="466941" y="59299"/>
                </a:lnTo>
                <a:lnTo>
                  <a:pt x="466941" y="55901"/>
                </a:lnTo>
                <a:cubicBezTo>
                  <a:pt x="470716" y="54387"/>
                  <a:pt x="474576" y="51823"/>
                  <a:pt x="478523" y="48209"/>
                </a:cubicBezTo>
                <a:cubicBezTo>
                  <a:pt x="482469" y="44595"/>
                  <a:pt x="485986" y="40310"/>
                  <a:pt x="489075" y="35353"/>
                </a:cubicBezTo>
                <a:cubicBezTo>
                  <a:pt x="490653" y="32739"/>
                  <a:pt x="492850" y="27955"/>
                  <a:pt x="495664" y="21002"/>
                </a:cubicBezTo>
                <a:lnTo>
                  <a:pt x="498855" y="21002"/>
                </a:lnTo>
                <a:close/>
                <a:moveTo>
                  <a:pt x="557777" y="0"/>
                </a:moveTo>
                <a:lnTo>
                  <a:pt x="557777" y="69079"/>
                </a:lnTo>
                <a:cubicBezTo>
                  <a:pt x="565395" y="60706"/>
                  <a:pt x="571435" y="55335"/>
                  <a:pt x="575896" y="52967"/>
                </a:cubicBezTo>
                <a:cubicBezTo>
                  <a:pt x="580357" y="50599"/>
                  <a:pt x="584818" y="49416"/>
                  <a:pt x="589279" y="49416"/>
                </a:cubicBezTo>
                <a:cubicBezTo>
                  <a:pt x="594633" y="49416"/>
                  <a:pt x="599231" y="50888"/>
                  <a:pt x="603075" y="53833"/>
                </a:cubicBezTo>
                <a:cubicBezTo>
                  <a:pt x="606918" y="56777"/>
                  <a:pt x="609766" y="61399"/>
                  <a:pt x="611619" y="67699"/>
                </a:cubicBezTo>
                <a:cubicBezTo>
                  <a:pt x="612923" y="72083"/>
                  <a:pt x="613575" y="80095"/>
                  <a:pt x="613575" y="91737"/>
                </a:cubicBezTo>
                <a:lnTo>
                  <a:pt x="613575" y="125019"/>
                </a:lnTo>
                <a:cubicBezTo>
                  <a:pt x="613575" y="130977"/>
                  <a:pt x="614056" y="135052"/>
                  <a:pt x="615017" y="137244"/>
                </a:cubicBezTo>
                <a:cubicBezTo>
                  <a:pt x="615703" y="138887"/>
                  <a:pt x="616870" y="140188"/>
                  <a:pt x="618517" y="141146"/>
                </a:cubicBezTo>
                <a:cubicBezTo>
                  <a:pt x="620164" y="142105"/>
                  <a:pt x="623184" y="142584"/>
                  <a:pt x="627576" y="142584"/>
                </a:cubicBezTo>
                <a:lnTo>
                  <a:pt x="627576" y="146393"/>
                </a:lnTo>
                <a:lnTo>
                  <a:pt x="581249" y="146393"/>
                </a:lnTo>
                <a:lnTo>
                  <a:pt x="581249" y="142584"/>
                </a:lnTo>
                <a:lnTo>
                  <a:pt x="583411" y="142584"/>
                </a:lnTo>
                <a:cubicBezTo>
                  <a:pt x="587804" y="142584"/>
                  <a:pt x="590858" y="141915"/>
                  <a:pt x="592574" y="140577"/>
                </a:cubicBezTo>
                <a:cubicBezTo>
                  <a:pt x="594290" y="139238"/>
                  <a:pt x="595491" y="137265"/>
                  <a:pt x="596177" y="134657"/>
                </a:cubicBezTo>
                <a:cubicBezTo>
                  <a:pt x="596383" y="133559"/>
                  <a:pt x="596486" y="130333"/>
                  <a:pt x="596486" y="124980"/>
                </a:cubicBezTo>
                <a:lnTo>
                  <a:pt x="596486" y="91625"/>
                </a:lnTo>
                <a:cubicBezTo>
                  <a:pt x="596486" y="81330"/>
                  <a:pt x="595954" y="74569"/>
                  <a:pt x="594890" y="71344"/>
                </a:cubicBezTo>
                <a:cubicBezTo>
                  <a:pt x="593826" y="68118"/>
                  <a:pt x="592128" y="65699"/>
                  <a:pt x="589794" y="64086"/>
                </a:cubicBezTo>
                <a:cubicBezTo>
                  <a:pt x="587461" y="62473"/>
                  <a:pt x="584647" y="61666"/>
                  <a:pt x="581352" y="61666"/>
                </a:cubicBezTo>
                <a:cubicBezTo>
                  <a:pt x="577989" y="61666"/>
                  <a:pt x="574489" y="62559"/>
                  <a:pt x="570851" y="64343"/>
                </a:cubicBezTo>
                <a:cubicBezTo>
                  <a:pt x="567214" y="66128"/>
                  <a:pt x="562856" y="69731"/>
                  <a:pt x="557777" y="75153"/>
                </a:cubicBezTo>
                <a:lnTo>
                  <a:pt x="557777" y="124980"/>
                </a:lnTo>
                <a:cubicBezTo>
                  <a:pt x="557777" y="131432"/>
                  <a:pt x="558137" y="135447"/>
                  <a:pt x="558858" y="137025"/>
                </a:cubicBezTo>
                <a:cubicBezTo>
                  <a:pt x="559579" y="138604"/>
                  <a:pt x="560917" y="139925"/>
                  <a:pt x="562873" y="140989"/>
                </a:cubicBezTo>
                <a:cubicBezTo>
                  <a:pt x="564829" y="142052"/>
                  <a:pt x="568209" y="142584"/>
                  <a:pt x="573013" y="142584"/>
                </a:cubicBezTo>
                <a:lnTo>
                  <a:pt x="573013" y="146393"/>
                </a:lnTo>
                <a:lnTo>
                  <a:pt x="526275" y="146393"/>
                </a:lnTo>
                <a:lnTo>
                  <a:pt x="526275" y="142584"/>
                </a:lnTo>
                <a:cubicBezTo>
                  <a:pt x="530461" y="142584"/>
                  <a:pt x="533756" y="141932"/>
                  <a:pt x="536158" y="140628"/>
                </a:cubicBezTo>
                <a:cubicBezTo>
                  <a:pt x="537530" y="139944"/>
                  <a:pt x="538628" y="138642"/>
                  <a:pt x="539452" y="136723"/>
                </a:cubicBezTo>
                <a:cubicBezTo>
                  <a:pt x="540276" y="134801"/>
                  <a:pt x="540687" y="130891"/>
                  <a:pt x="540687" y="124993"/>
                </a:cubicBezTo>
                <a:lnTo>
                  <a:pt x="540687" y="39709"/>
                </a:lnTo>
                <a:cubicBezTo>
                  <a:pt x="540687" y="28943"/>
                  <a:pt x="540430" y="22325"/>
                  <a:pt x="539915" y="19856"/>
                </a:cubicBezTo>
                <a:cubicBezTo>
                  <a:pt x="539401" y="17386"/>
                  <a:pt x="538611" y="15705"/>
                  <a:pt x="537547" y="14815"/>
                </a:cubicBezTo>
                <a:cubicBezTo>
                  <a:pt x="536484" y="13923"/>
                  <a:pt x="535060" y="13477"/>
                  <a:pt x="533275" y="13477"/>
                </a:cubicBezTo>
                <a:cubicBezTo>
                  <a:pt x="531834" y="13477"/>
                  <a:pt x="529500" y="14026"/>
                  <a:pt x="526275" y="15124"/>
                </a:cubicBezTo>
                <a:lnTo>
                  <a:pt x="524833" y="11521"/>
                </a:lnTo>
                <a:lnTo>
                  <a:pt x="553041" y="0"/>
                </a:lnTo>
                <a:lnTo>
                  <a:pt x="557777" y="0"/>
                </a:lnTo>
                <a:close/>
                <a:moveTo>
                  <a:pt x="651358" y="87713"/>
                </a:moveTo>
                <a:cubicBezTo>
                  <a:pt x="651289" y="101681"/>
                  <a:pt x="654686" y="112638"/>
                  <a:pt x="661550" y="120582"/>
                </a:cubicBezTo>
                <a:cubicBezTo>
                  <a:pt x="668413" y="128524"/>
                  <a:pt x="676477" y="132495"/>
                  <a:pt x="685743" y="132495"/>
                </a:cubicBezTo>
                <a:cubicBezTo>
                  <a:pt x="691919" y="132495"/>
                  <a:pt x="697290" y="130797"/>
                  <a:pt x="701854" y="127399"/>
                </a:cubicBezTo>
                <a:cubicBezTo>
                  <a:pt x="706418" y="124002"/>
                  <a:pt x="710244" y="118185"/>
                  <a:pt x="713333" y="109950"/>
                </a:cubicBezTo>
                <a:lnTo>
                  <a:pt x="716524" y="112008"/>
                </a:lnTo>
                <a:cubicBezTo>
                  <a:pt x="715083" y="121411"/>
                  <a:pt x="710896" y="129973"/>
                  <a:pt x="703965" y="137694"/>
                </a:cubicBezTo>
                <a:cubicBezTo>
                  <a:pt x="697033" y="145415"/>
                  <a:pt x="688351" y="149276"/>
                  <a:pt x="677918" y="149276"/>
                </a:cubicBezTo>
                <a:cubicBezTo>
                  <a:pt x="666594" y="149276"/>
                  <a:pt x="656900" y="144876"/>
                  <a:pt x="648835" y="136076"/>
                </a:cubicBezTo>
                <a:cubicBezTo>
                  <a:pt x="640771" y="127274"/>
                  <a:pt x="636739" y="115441"/>
                  <a:pt x="636739" y="100578"/>
                </a:cubicBezTo>
                <a:cubicBezTo>
                  <a:pt x="636739" y="84484"/>
                  <a:pt x="640874" y="71933"/>
                  <a:pt x="649144" y="62928"/>
                </a:cubicBezTo>
                <a:cubicBezTo>
                  <a:pt x="657414" y="53920"/>
                  <a:pt x="667795" y="49416"/>
                  <a:pt x="680286" y="49416"/>
                </a:cubicBezTo>
                <a:cubicBezTo>
                  <a:pt x="690856" y="49416"/>
                  <a:pt x="699538" y="52890"/>
                  <a:pt x="706332" y="59839"/>
                </a:cubicBezTo>
                <a:cubicBezTo>
                  <a:pt x="713127" y="66786"/>
                  <a:pt x="716524" y="76077"/>
                  <a:pt x="716524" y="87713"/>
                </a:cubicBezTo>
                <a:lnTo>
                  <a:pt x="651358" y="87713"/>
                </a:lnTo>
                <a:moveTo>
                  <a:pt x="651358" y="81741"/>
                </a:moveTo>
                <a:lnTo>
                  <a:pt x="695008" y="81741"/>
                </a:lnTo>
                <a:cubicBezTo>
                  <a:pt x="694665" y="75702"/>
                  <a:pt x="693944" y="71447"/>
                  <a:pt x="692846" y="68976"/>
                </a:cubicBezTo>
                <a:cubicBezTo>
                  <a:pt x="691130" y="65132"/>
                  <a:pt x="688574" y="62113"/>
                  <a:pt x="685176" y="59916"/>
                </a:cubicBezTo>
                <a:cubicBezTo>
                  <a:pt x="681779" y="57720"/>
                  <a:pt x="678227" y="56622"/>
                  <a:pt x="674521" y="56622"/>
                </a:cubicBezTo>
                <a:cubicBezTo>
                  <a:pt x="668825" y="56622"/>
                  <a:pt x="663729" y="58835"/>
                  <a:pt x="659233" y="63262"/>
                </a:cubicBezTo>
                <a:cubicBezTo>
                  <a:pt x="654738" y="67689"/>
                  <a:pt x="652113" y="73849"/>
                  <a:pt x="651358" y="81741"/>
                </a:cubicBezTo>
                <a:close/>
                <a:moveTo>
                  <a:pt x="790062" y="49416"/>
                </a:moveTo>
                <a:lnTo>
                  <a:pt x="790062" y="81330"/>
                </a:lnTo>
                <a:lnTo>
                  <a:pt x="786665" y="81330"/>
                </a:lnTo>
                <a:cubicBezTo>
                  <a:pt x="784057" y="71320"/>
                  <a:pt x="780711" y="64511"/>
                  <a:pt x="776627" y="60904"/>
                </a:cubicBezTo>
                <a:cubicBezTo>
                  <a:pt x="772544" y="57294"/>
                  <a:pt x="767345" y="55489"/>
                  <a:pt x="761030" y="55489"/>
                </a:cubicBezTo>
                <a:cubicBezTo>
                  <a:pt x="756226" y="55489"/>
                  <a:pt x="752348" y="56758"/>
                  <a:pt x="749397" y="59295"/>
                </a:cubicBezTo>
                <a:cubicBezTo>
                  <a:pt x="746446" y="61831"/>
                  <a:pt x="744970" y="64641"/>
                  <a:pt x="744970" y="67728"/>
                </a:cubicBezTo>
                <a:cubicBezTo>
                  <a:pt x="744970" y="71567"/>
                  <a:pt x="746069" y="74857"/>
                  <a:pt x="748265" y="77598"/>
                </a:cubicBezTo>
                <a:cubicBezTo>
                  <a:pt x="750392" y="80410"/>
                  <a:pt x="754716" y="83392"/>
                  <a:pt x="761236" y="86545"/>
                </a:cubicBezTo>
                <a:lnTo>
                  <a:pt x="776267" y="93848"/>
                </a:lnTo>
                <a:cubicBezTo>
                  <a:pt x="790199" y="100634"/>
                  <a:pt x="797166" y="109581"/>
                  <a:pt x="797166" y="120688"/>
                </a:cubicBezTo>
                <a:cubicBezTo>
                  <a:pt x="797166" y="129257"/>
                  <a:pt x="793923" y="136164"/>
                  <a:pt x="787437" y="141410"/>
                </a:cubicBezTo>
                <a:cubicBezTo>
                  <a:pt x="780951" y="146654"/>
                  <a:pt x="773693" y="149276"/>
                  <a:pt x="765663" y="149276"/>
                </a:cubicBezTo>
                <a:cubicBezTo>
                  <a:pt x="759898" y="149276"/>
                  <a:pt x="753309" y="148247"/>
                  <a:pt x="745897" y="146188"/>
                </a:cubicBezTo>
                <a:cubicBezTo>
                  <a:pt x="743632" y="145501"/>
                  <a:pt x="741779" y="145158"/>
                  <a:pt x="740338" y="145158"/>
                </a:cubicBezTo>
                <a:cubicBezTo>
                  <a:pt x="738759" y="145158"/>
                  <a:pt x="737524" y="146050"/>
                  <a:pt x="736632" y="147835"/>
                </a:cubicBezTo>
                <a:lnTo>
                  <a:pt x="733234" y="147835"/>
                </a:lnTo>
                <a:lnTo>
                  <a:pt x="733234" y="114067"/>
                </a:lnTo>
                <a:lnTo>
                  <a:pt x="736632" y="114067"/>
                </a:lnTo>
                <a:cubicBezTo>
                  <a:pt x="738553" y="123710"/>
                  <a:pt x="742225" y="130977"/>
                  <a:pt x="747647" y="135867"/>
                </a:cubicBezTo>
                <a:cubicBezTo>
                  <a:pt x="753069" y="140757"/>
                  <a:pt x="759143" y="143202"/>
                  <a:pt x="765869" y="143202"/>
                </a:cubicBezTo>
                <a:cubicBezTo>
                  <a:pt x="770605" y="143202"/>
                  <a:pt x="774465" y="141814"/>
                  <a:pt x="777451" y="139039"/>
                </a:cubicBezTo>
                <a:cubicBezTo>
                  <a:pt x="780436" y="136262"/>
                  <a:pt x="781929" y="132919"/>
                  <a:pt x="781929" y="129011"/>
                </a:cubicBezTo>
                <a:cubicBezTo>
                  <a:pt x="781929" y="124280"/>
                  <a:pt x="780265" y="120303"/>
                  <a:pt x="776936" y="117082"/>
                </a:cubicBezTo>
                <a:cubicBezTo>
                  <a:pt x="773607" y="113860"/>
                  <a:pt x="766967" y="109782"/>
                  <a:pt x="757015" y="104847"/>
                </a:cubicBezTo>
                <a:cubicBezTo>
                  <a:pt x="747064" y="99910"/>
                  <a:pt x="740544" y="95453"/>
                  <a:pt x="737455" y="91477"/>
                </a:cubicBezTo>
                <a:cubicBezTo>
                  <a:pt x="734367" y="87569"/>
                  <a:pt x="732822" y="82633"/>
                  <a:pt x="732822" y="76668"/>
                </a:cubicBezTo>
                <a:cubicBezTo>
                  <a:pt x="732822" y="68921"/>
                  <a:pt x="735482" y="62443"/>
                  <a:pt x="740801" y="57233"/>
                </a:cubicBezTo>
                <a:cubicBezTo>
                  <a:pt x="746120" y="52021"/>
                  <a:pt x="753000" y="49416"/>
                  <a:pt x="761442" y="49416"/>
                </a:cubicBezTo>
                <a:cubicBezTo>
                  <a:pt x="765148" y="49416"/>
                  <a:pt x="769644" y="50205"/>
                  <a:pt x="774929" y="51783"/>
                </a:cubicBezTo>
                <a:cubicBezTo>
                  <a:pt x="778429" y="52813"/>
                  <a:pt x="780762" y="53328"/>
                  <a:pt x="781929" y="53328"/>
                </a:cubicBezTo>
                <a:cubicBezTo>
                  <a:pt x="783027" y="53328"/>
                  <a:pt x="783885" y="53087"/>
                  <a:pt x="784503" y="52607"/>
                </a:cubicBezTo>
                <a:cubicBezTo>
                  <a:pt x="785121" y="52126"/>
                  <a:pt x="785841" y="51063"/>
                  <a:pt x="786665" y="49416"/>
                </a:cubicBezTo>
                <a:lnTo>
                  <a:pt x="790062" y="49416"/>
                </a:lnTo>
                <a:close/>
                <a:moveTo>
                  <a:pt x="835120" y="0"/>
                </a:moveTo>
                <a:cubicBezTo>
                  <a:pt x="838003" y="0"/>
                  <a:pt x="840457" y="1018"/>
                  <a:pt x="842481" y="3053"/>
                </a:cubicBezTo>
                <a:cubicBezTo>
                  <a:pt x="844506" y="5086"/>
                  <a:pt x="845518" y="7552"/>
                  <a:pt x="845518" y="10449"/>
                </a:cubicBezTo>
                <a:cubicBezTo>
                  <a:pt x="845518" y="13347"/>
                  <a:pt x="844506" y="15831"/>
                  <a:pt x="842481" y="17900"/>
                </a:cubicBezTo>
                <a:cubicBezTo>
                  <a:pt x="840457" y="19968"/>
                  <a:pt x="838003" y="21002"/>
                  <a:pt x="835120" y="21002"/>
                </a:cubicBezTo>
                <a:cubicBezTo>
                  <a:pt x="832238" y="21002"/>
                  <a:pt x="829767" y="19968"/>
                  <a:pt x="827708" y="17900"/>
                </a:cubicBezTo>
                <a:cubicBezTo>
                  <a:pt x="825649" y="15831"/>
                  <a:pt x="824620" y="13347"/>
                  <a:pt x="824620" y="10449"/>
                </a:cubicBezTo>
                <a:cubicBezTo>
                  <a:pt x="824620" y="7552"/>
                  <a:pt x="825632" y="5086"/>
                  <a:pt x="827657" y="3053"/>
                </a:cubicBezTo>
                <a:cubicBezTo>
                  <a:pt x="829681" y="1018"/>
                  <a:pt x="832169" y="0"/>
                  <a:pt x="835120" y="0"/>
                </a:cubicBezTo>
                <a:moveTo>
                  <a:pt x="843665" y="49416"/>
                </a:moveTo>
                <a:lnTo>
                  <a:pt x="843665" y="125019"/>
                </a:lnTo>
                <a:cubicBezTo>
                  <a:pt x="843665" y="130908"/>
                  <a:pt x="844094" y="134829"/>
                  <a:pt x="844952" y="136781"/>
                </a:cubicBezTo>
                <a:cubicBezTo>
                  <a:pt x="845810" y="138732"/>
                  <a:pt x="847080" y="140188"/>
                  <a:pt x="848761" y="141146"/>
                </a:cubicBezTo>
                <a:cubicBezTo>
                  <a:pt x="850443" y="142105"/>
                  <a:pt x="853514" y="142584"/>
                  <a:pt x="857975" y="142584"/>
                </a:cubicBezTo>
                <a:lnTo>
                  <a:pt x="857975" y="146393"/>
                </a:lnTo>
                <a:lnTo>
                  <a:pt x="812163" y="146393"/>
                </a:lnTo>
                <a:lnTo>
                  <a:pt x="812163" y="142584"/>
                </a:lnTo>
                <a:cubicBezTo>
                  <a:pt x="816761" y="142584"/>
                  <a:pt x="819850" y="142139"/>
                  <a:pt x="821428" y="141249"/>
                </a:cubicBezTo>
                <a:cubicBezTo>
                  <a:pt x="823007" y="140359"/>
                  <a:pt x="824259" y="138887"/>
                  <a:pt x="825186" y="136832"/>
                </a:cubicBezTo>
                <a:cubicBezTo>
                  <a:pt x="826112" y="134777"/>
                  <a:pt x="826576" y="130840"/>
                  <a:pt x="826576" y="125019"/>
                </a:cubicBezTo>
                <a:lnTo>
                  <a:pt x="826576" y="88758"/>
                </a:lnTo>
                <a:cubicBezTo>
                  <a:pt x="826576" y="78553"/>
                  <a:pt x="826267" y="71945"/>
                  <a:pt x="825649" y="68934"/>
                </a:cubicBezTo>
                <a:cubicBezTo>
                  <a:pt x="825169" y="66742"/>
                  <a:pt x="824414" y="65218"/>
                  <a:pt x="823384" y="64362"/>
                </a:cubicBezTo>
                <a:cubicBezTo>
                  <a:pt x="822355" y="63507"/>
                  <a:pt x="820948" y="63079"/>
                  <a:pt x="819163" y="63079"/>
                </a:cubicBezTo>
                <a:cubicBezTo>
                  <a:pt x="817242" y="63079"/>
                  <a:pt x="814908" y="63592"/>
                  <a:pt x="812163" y="64620"/>
                </a:cubicBezTo>
                <a:lnTo>
                  <a:pt x="810722" y="60920"/>
                </a:lnTo>
                <a:lnTo>
                  <a:pt x="839136" y="49416"/>
                </a:lnTo>
                <a:lnTo>
                  <a:pt x="843665" y="49416"/>
                </a:lnTo>
                <a:close/>
                <a:moveTo>
                  <a:pt x="930693" y="49416"/>
                </a:moveTo>
                <a:lnTo>
                  <a:pt x="930693" y="81330"/>
                </a:lnTo>
                <a:lnTo>
                  <a:pt x="927295" y="81330"/>
                </a:lnTo>
                <a:cubicBezTo>
                  <a:pt x="924687" y="71320"/>
                  <a:pt x="921341" y="64511"/>
                  <a:pt x="917258" y="60904"/>
                </a:cubicBezTo>
                <a:cubicBezTo>
                  <a:pt x="913174" y="57294"/>
                  <a:pt x="907975" y="55489"/>
                  <a:pt x="901661" y="55489"/>
                </a:cubicBezTo>
                <a:cubicBezTo>
                  <a:pt x="896857" y="55489"/>
                  <a:pt x="892979" y="56758"/>
                  <a:pt x="890028" y="59295"/>
                </a:cubicBezTo>
                <a:cubicBezTo>
                  <a:pt x="887076" y="61831"/>
                  <a:pt x="885601" y="64641"/>
                  <a:pt x="885601" y="67728"/>
                </a:cubicBezTo>
                <a:cubicBezTo>
                  <a:pt x="885601" y="71567"/>
                  <a:pt x="886699" y="74857"/>
                  <a:pt x="888895" y="77598"/>
                </a:cubicBezTo>
                <a:cubicBezTo>
                  <a:pt x="891023" y="80410"/>
                  <a:pt x="895347" y="83392"/>
                  <a:pt x="901867" y="86545"/>
                </a:cubicBezTo>
                <a:lnTo>
                  <a:pt x="916897" y="93848"/>
                </a:lnTo>
                <a:cubicBezTo>
                  <a:pt x="930830" y="100634"/>
                  <a:pt x="937796" y="109581"/>
                  <a:pt x="937796" y="120688"/>
                </a:cubicBezTo>
                <a:cubicBezTo>
                  <a:pt x="937796" y="129257"/>
                  <a:pt x="934553" y="136164"/>
                  <a:pt x="928067" y="141410"/>
                </a:cubicBezTo>
                <a:cubicBezTo>
                  <a:pt x="921582" y="146654"/>
                  <a:pt x="914324" y="149276"/>
                  <a:pt x="906294" y="149276"/>
                </a:cubicBezTo>
                <a:cubicBezTo>
                  <a:pt x="900528" y="149276"/>
                  <a:pt x="893940" y="148247"/>
                  <a:pt x="886527" y="146188"/>
                </a:cubicBezTo>
                <a:cubicBezTo>
                  <a:pt x="884263" y="145501"/>
                  <a:pt x="882409" y="145158"/>
                  <a:pt x="880968" y="145158"/>
                </a:cubicBezTo>
                <a:cubicBezTo>
                  <a:pt x="879390" y="145158"/>
                  <a:pt x="878154" y="146050"/>
                  <a:pt x="877262" y="147835"/>
                </a:cubicBezTo>
                <a:lnTo>
                  <a:pt x="873865" y="147835"/>
                </a:lnTo>
                <a:lnTo>
                  <a:pt x="873865" y="114067"/>
                </a:lnTo>
                <a:lnTo>
                  <a:pt x="877262" y="114067"/>
                </a:lnTo>
                <a:cubicBezTo>
                  <a:pt x="879184" y="123710"/>
                  <a:pt x="882856" y="130977"/>
                  <a:pt x="888278" y="135867"/>
                </a:cubicBezTo>
                <a:cubicBezTo>
                  <a:pt x="893700" y="140757"/>
                  <a:pt x="899773" y="143202"/>
                  <a:pt x="906499" y="143202"/>
                </a:cubicBezTo>
                <a:cubicBezTo>
                  <a:pt x="911235" y="143202"/>
                  <a:pt x="915096" y="141814"/>
                  <a:pt x="918081" y="139039"/>
                </a:cubicBezTo>
                <a:cubicBezTo>
                  <a:pt x="921067" y="136262"/>
                  <a:pt x="922560" y="132919"/>
                  <a:pt x="922560" y="129011"/>
                </a:cubicBezTo>
                <a:cubicBezTo>
                  <a:pt x="922560" y="124280"/>
                  <a:pt x="920895" y="120303"/>
                  <a:pt x="917567" y="117082"/>
                </a:cubicBezTo>
                <a:cubicBezTo>
                  <a:pt x="914238" y="113860"/>
                  <a:pt x="907598" y="109782"/>
                  <a:pt x="897646" y="104847"/>
                </a:cubicBezTo>
                <a:cubicBezTo>
                  <a:pt x="887694" y="99910"/>
                  <a:pt x="881174" y="95453"/>
                  <a:pt x="878086" y="91477"/>
                </a:cubicBezTo>
                <a:cubicBezTo>
                  <a:pt x="874997" y="87569"/>
                  <a:pt x="873453" y="82633"/>
                  <a:pt x="873453" y="76668"/>
                </a:cubicBezTo>
                <a:cubicBezTo>
                  <a:pt x="873453" y="68921"/>
                  <a:pt x="876112" y="62443"/>
                  <a:pt x="881431" y="57233"/>
                </a:cubicBezTo>
                <a:cubicBezTo>
                  <a:pt x="886750" y="52021"/>
                  <a:pt x="893631" y="49416"/>
                  <a:pt x="902073" y="49416"/>
                </a:cubicBezTo>
                <a:cubicBezTo>
                  <a:pt x="905779" y="49416"/>
                  <a:pt x="910274" y="50205"/>
                  <a:pt x="915559" y="51783"/>
                </a:cubicBezTo>
                <a:cubicBezTo>
                  <a:pt x="919059" y="52813"/>
                  <a:pt x="921393" y="53328"/>
                  <a:pt x="922560" y="53328"/>
                </a:cubicBezTo>
                <a:cubicBezTo>
                  <a:pt x="923658" y="53328"/>
                  <a:pt x="924516" y="53087"/>
                  <a:pt x="925133" y="52607"/>
                </a:cubicBezTo>
                <a:cubicBezTo>
                  <a:pt x="925751" y="52126"/>
                  <a:pt x="926472" y="51063"/>
                  <a:pt x="927295" y="49416"/>
                </a:cubicBezTo>
                <a:lnTo>
                  <a:pt x="930693" y="49416"/>
                </a:lnTo>
                <a:close/>
                <a:moveTo>
                  <a:pt x="1084156" y="146393"/>
                </a:moveTo>
                <a:lnTo>
                  <a:pt x="1030211" y="28929"/>
                </a:lnTo>
                <a:lnTo>
                  <a:pt x="1030211" y="122200"/>
                </a:lnTo>
                <a:cubicBezTo>
                  <a:pt x="1030211" y="130780"/>
                  <a:pt x="1031137" y="136133"/>
                  <a:pt x="1032990" y="138260"/>
                </a:cubicBezTo>
                <a:cubicBezTo>
                  <a:pt x="1035530" y="141143"/>
                  <a:pt x="1039545" y="142584"/>
                  <a:pt x="1045035" y="142584"/>
                </a:cubicBezTo>
                <a:lnTo>
                  <a:pt x="1049977" y="142584"/>
                </a:lnTo>
                <a:lnTo>
                  <a:pt x="1049977" y="146393"/>
                </a:lnTo>
                <a:lnTo>
                  <a:pt x="1001385" y="146393"/>
                </a:lnTo>
                <a:lnTo>
                  <a:pt x="1001385" y="142584"/>
                </a:lnTo>
                <a:lnTo>
                  <a:pt x="1006327" y="142584"/>
                </a:lnTo>
                <a:cubicBezTo>
                  <a:pt x="1012229" y="142584"/>
                  <a:pt x="1016416" y="140800"/>
                  <a:pt x="1018886" y="137231"/>
                </a:cubicBezTo>
                <a:cubicBezTo>
                  <a:pt x="1020396" y="135035"/>
                  <a:pt x="1021151" y="130025"/>
                  <a:pt x="1021151" y="122200"/>
                </a:cubicBezTo>
                <a:lnTo>
                  <a:pt x="1021151" y="30988"/>
                </a:lnTo>
                <a:cubicBezTo>
                  <a:pt x="1021151" y="24811"/>
                  <a:pt x="1020465" y="20350"/>
                  <a:pt x="1019092" y="17604"/>
                </a:cubicBezTo>
                <a:cubicBezTo>
                  <a:pt x="1018131" y="15614"/>
                  <a:pt x="1016364" y="13950"/>
                  <a:pt x="1013790" y="12611"/>
                </a:cubicBezTo>
                <a:cubicBezTo>
                  <a:pt x="1011217" y="11273"/>
                  <a:pt x="1007082" y="10604"/>
                  <a:pt x="1001385" y="10604"/>
                </a:cubicBezTo>
                <a:lnTo>
                  <a:pt x="1001385" y="6795"/>
                </a:lnTo>
                <a:lnTo>
                  <a:pt x="1040917" y="6795"/>
                </a:lnTo>
                <a:lnTo>
                  <a:pt x="1091568" y="116023"/>
                </a:lnTo>
                <a:lnTo>
                  <a:pt x="1141396" y="6795"/>
                </a:lnTo>
                <a:lnTo>
                  <a:pt x="1180928" y="6795"/>
                </a:lnTo>
                <a:lnTo>
                  <a:pt x="1180928" y="10604"/>
                </a:lnTo>
                <a:lnTo>
                  <a:pt x="1176089" y="10604"/>
                </a:lnTo>
                <a:cubicBezTo>
                  <a:pt x="1170118" y="10604"/>
                  <a:pt x="1165898" y="12388"/>
                  <a:pt x="1163427" y="15957"/>
                </a:cubicBezTo>
                <a:cubicBezTo>
                  <a:pt x="1161917" y="18153"/>
                  <a:pt x="1161162" y="23164"/>
                  <a:pt x="1161162" y="30988"/>
                </a:cubicBezTo>
                <a:lnTo>
                  <a:pt x="1161162" y="122200"/>
                </a:lnTo>
                <a:cubicBezTo>
                  <a:pt x="1161162" y="130780"/>
                  <a:pt x="1162123" y="136133"/>
                  <a:pt x="1164044" y="138260"/>
                </a:cubicBezTo>
                <a:cubicBezTo>
                  <a:pt x="1166584" y="141143"/>
                  <a:pt x="1170599" y="142584"/>
                  <a:pt x="1176089" y="142584"/>
                </a:cubicBezTo>
                <a:lnTo>
                  <a:pt x="1180928" y="142584"/>
                </a:lnTo>
                <a:lnTo>
                  <a:pt x="1180928" y="146393"/>
                </a:lnTo>
                <a:lnTo>
                  <a:pt x="1121629" y="146393"/>
                </a:lnTo>
                <a:lnTo>
                  <a:pt x="1121629" y="142584"/>
                </a:lnTo>
                <a:lnTo>
                  <a:pt x="1126571" y="142584"/>
                </a:lnTo>
                <a:cubicBezTo>
                  <a:pt x="1132542" y="142584"/>
                  <a:pt x="1136729" y="140800"/>
                  <a:pt x="1139131" y="137231"/>
                </a:cubicBezTo>
                <a:cubicBezTo>
                  <a:pt x="1140641" y="135035"/>
                  <a:pt x="1141396" y="130025"/>
                  <a:pt x="1141396" y="122200"/>
                </a:cubicBezTo>
                <a:lnTo>
                  <a:pt x="1141396" y="28929"/>
                </a:lnTo>
                <a:lnTo>
                  <a:pt x="1087553" y="146393"/>
                </a:lnTo>
                <a:lnTo>
                  <a:pt x="1084156" y="146393"/>
                </a:lnTo>
                <a:close/>
                <a:moveTo>
                  <a:pt x="1238031" y="49416"/>
                </a:moveTo>
                <a:cubicBezTo>
                  <a:pt x="1252306" y="49416"/>
                  <a:pt x="1263768" y="54832"/>
                  <a:pt x="1272416" y="65665"/>
                </a:cubicBezTo>
                <a:cubicBezTo>
                  <a:pt x="1279759" y="74920"/>
                  <a:pt x="1283431" y="85547"/>
                  <a:pt x="1283431" y="97547"/>
                </a:cubicBezTo>
                <a:cubicBezTo>
                  <a:pt x="1283431" y="105981"/>
                  <a:pt x="1281407" y="114517"/>
                  <a:pt x="1277357" y="123156"/>
                </a:cubicBezTo>
                <a:cubicBezTo>
                  <a:pt x="1273308" y="131793"/>
                  <a:pt x="1267731" y="138306"/>
                  <a:pt x="1260628" y="142694"/>
                </a:cubicBezTo>
                <a:cubicBezTo>
                  <a:pt x="1253525" y="147082"/>
                  <a:pt x="1245615" y="149276"/>
                  <a:pt x="1236898" y="149276"/>
                </a:cubicBezTo>
                <a:cubicBezTo>
                  <a:pt x="1222691" y="149276"/>
                  <a:pt x="1211401" y="143619"/>
                  <a:pt x="1203028" y="132306"/>
                </a:cubicBezTo>
                <a:cubicBezTo>
                  <a:pt x="1195959" y="122776"/>
                  <a:pt x="1192424" y="112081"/>
                  <a:pt x="1192424" y="100221"/>
                </a:cubicBezTo>
                <a:cubicBezTo>
                  <a:pt x="1192424" y="91582"/>
                  <a:pt x="1194569" y="82994"/>
                  <a:pt x="1198859" y="74458"/>
                </a:cubicBezTo>
                <a:cubicBezTo>
                  <a:pt x="1203148" y="65922"/>
                  <a:pt x="1208793" y="59614"/>
                  <a:pt x="1215794" y="55535"/>
                </a:cubicBezTo>
                <a:cubicBezTo>
                  <a:pt x="1222794" y="51455"/>
                  <a:pt x="1230207" y="49416"/>
                  <a:pt x="1238031" y="49416"/>
                </a:cubicBezTo>
                <a:moveTo>
                  <a:pt x="1234839" y="56210"/>
                </a:moveTo>
                <a:cubicBezTo>
                  <a:pt x="1231202" y="56210"/>
                  <a:pt x="1227547" y="57290"/>
                  <a:pt x="1223875" y="59450"/>
                </a:cubicBezTo>
                <a:cubicBezTo>
                  <a:pt x="1220203" y="61610"/>
                  <a:pt x="1217235" y="65397"/>
                  <a:pt x="1214970" y="70813"/>
                </a:cubicBezTo>
                <a:cubicBezTo>
                  <a:pt x="1212705" y="76228"/>
                  <a:pt x="1211573" y="83186"/>
                  <a:pt x="1211573" y="91686"/>
                </a:cubicBezTo>
                <a:cubicBezTo>
                  <a:pt x="1211573" y="105395"/>
                  <a:pt x="1214301" y="117220"/>
                  <a:pt x="1219757" y="127161"/>
                </a:cubicBezTo>
                <a:cubicBezTo>
                  <a:pt x="1225214" y="137100"/>
                  <a:pt x="1232403" y="142070"/>
                  <a:pt x="1241325" y="142070"/>
                </a:cubicBezTo>
                <a:cubicBezTo>
                  <a:pt x="1247982" y="142070"/>
                  <a:pt x="1253473" y="139327"/>
                  <a:pt x="1257797" y="133843"/>
                </a:cubicBezTo>
                <a:cubicBezTo>
                  <a:pt x="1262121" y="128359"/>
                  <a:pt x="1264283" y="118934"/>
                  <a:pt x="1264283" y="105568"/>
                </a:cubicBezTo>
                <a:cubicBezTo>
                  <a:pt x="1264283" y="88841"/>
                  <a:pt x="1260679" y="75678"/>
                  <a:pt x="1253473" y="66080"/>
                </a:cubicBezTo>
                <a:cubicBezTo>
                  <a:pt x="1248600" y="59500"/>
                  <a:pt x="1242389" y="56210"/>
                  <a:pt x="1234839" y="56210"/>
                </a:cubicBezTo>
                <a:close/>
                <a:moveTo>
                  <a:pt x="1363937" y="135790"/>
                </a:moveTo>
                <a:cubicBezTo>
                  <a:pt x="1359339" y="140594"/>
                  <a:pt x="1354843" y="144043"/>
                  <a:pt x="1350451" y="146136"/>
                </a:cubicBezTo>
                <a:cubicBezTo>
                  <a:pt x="1346058" y="148229"/>
                  <a:pt x="1341323" y="149276"/>
                  <a:pt x="1336244" y="149276"/>
                </a:cubicBezTo>
                <a:cubicBezTo>
                  <a:pt x="1325949" y="149276"/>
                  <a:pt x="1316958" y="144979"/>
                  <a:pt x="1309271" y="136385"/>
                </a:cubicBezTo>
                <a:cubicBezTo>
                  <a:pt x="1301584" y="127789"/>
                  <a:pt x="1297741" y="116743"/>
                  <a:pt x="1297741" y="103248"/>
                </a:cubicBezTo>
                <a:cubicBezTo>
                  <a:pt x="1297741" y="89755"/>
                  <a:pt x="1301996" y="77410"/>
                  <a:pt x="1310506" y="66212"/>
                </a:cubicBezTo>
                <a:cubicBezTo>
                  <a:pt x="1319017" y="55014"/>
                  <a:pt x="1329964" y="49416"/>
                  <a:pt x="1343347" y="49416"/>
                </a:cubicBezTo>
                <a:cubicBezTo>
                  <a:pt x="1351652" y="49416"/>
                  <a:pt x="1358515" y="52058"/>
                  <a:pt x="1363937" y="57343"/>
                </a:cubicBezTo>
                <a:lnTo>
                  <a:pt x="1363937" y="39906"/>
                </a:lnTo>
                <a:cubicBezTo>
                  <a:pt x="1363937" y="29085"/>
                  <a:pt x="1363680" y="22434"/>
                  <a:pt x="1363165" y="19953"/>
                </a:cubicBezTo>
                <a:cubicBezTo>
                  <a:pt x="1362650" y="17471"/>
                  <a:pt x="1361844" y="15783"/>
                  <a:pt x="1360746" y="14889"/>
                </a:cubicBezTo>
                <a:cubicBezTo>
                  <a:pt x="1359647" y="13992"/>
                  <a:pt x="1358275" y="13544"/>
                  <a:pt x="1356628" y="13544"/>
                </a:cubicBezTo>
                <a:cubicBezTo>
                  <a:pt x="1354843" y="13544"/>
                  <a:pt x="1352475" y="14095"/>
                  <a:pt x="1349524" y="15198"/>
                </a:cubicBezTo>
                <a:lnTo>
                  <a:pt x="1348186" y="11579"/>
                </a:lnTo>
                <a:lnTo>
                  <a:pt x="1376291" y="0"/>
                </a:lnTo>
                <a:lnTo>
                  <a:pt x="1380924" y="0"/>
                </a:lnTo>
                <a:lnTo>
                  <a:pt x="1380924" y="109023"/>
                </a:lnTo>
                <a:cubicBezTo>
                  <a:pt x="1380924" y="120073"/>
                  <a:pt x="1381181" y="126816"/>
                  <a:pt x="1381696" y="129252"/>
                </a:cubicBezTo>
                <a:cubicBezTo>
                  <a:pt x="1382210" y="131689"/>
                  <a:pt x="1383034" y="133388"/>
                  <a:pt x="1384166" y="134348"/>
                </a:cubicBezTo>
                <a:cubicBezTo>
                  <a:pt x="1385299" y="135309"/>
                  <a:pt x="1386620" y="135790"/>
                  <a:pt x="1388130" y="135790"/>
                </a:cubicBezTo>
                <a:cubicBezTo>
                  <a:pt x="1389983" y="135790"/>
                  <a:pt x="1392454" y="135206"/>
                  <a:pt x="1395542" y="134040"/>
                </a:cubicBezTo>
                <a:lnTo>
                  <a:pt x="1396675" y="137643"/>
                </a:lnTo>
                <a:lnTo>
                  <a:pt x="1368673" y="149276"/>
                </a:lnTo>
                <a:lnTo>
                  <a:pt x="1363937" y="149276"/>
                </a:lnTo>
                <a:lnTo>
                  <a:pt x="1363937" y="135790"/>
                </a:lnTo>
                <a:moveTo>
                  <a:pt x="1363937" y="128606"/>
                </a:moveTo>
                <a:lnTo>
                  <a:pt x="1363937" y="80136"/>
                </a:lnTo>
                <a:cubicBezTo>
                  <a:pt x="1363525" y="75480"/>
                  <a:pt x="1362290" y="71235"/>
                  <a:pt x="1360231" y="67403"/>
                </a:cubicBezTo>
                <a:cubicBezTo>
                  <a:pt x="1358172" y="63568"/>
                  <a:pt x="1355444" y="60676"/>
                  <a:pt x="1352046" y="58726"/>
                </a:cubicBezTo>
                <a:cubicBezTo>
                  <a:pt x="1348649" y="56774"/>
                  <a:pt x="1345338" y="55798"/>
                  <a:pt x="1342112" y="55798"/>
                </a:cubicBezTo>
                <a:cubicBezTo>
                  <a:pt x="1336072" y="55798"/>
                  <a:pt x="1330684" y="58503"/>
                  <a:pt x="1325949" y="63912"/>
                </a:cubicBezTo>
                <a:cubicBezTo>
                  <a:pt x="1319703" y="71031"/>
                  <a:pt x="1316580" y="81436"/>
                  <a:pt x="1316580" y="95128"/>
                </a:cubicBezTo>
                <a:cubicBezTo>
                  <a:pt x="1316580" y="108958"/>
                  <a:pt x="1319600" y="119553"/>
                  <a:pt x="1325640" y="126914"/>
                </a:cubicBezTo>
                <a:cubicBezTo>
                  <a:pt x="1331680" y="134272"/>
                  <a:pt x="1338406" y="137952"/>
                  <a:pt x="1345818" y="137952"/>
                </a:cubicBezTo>
                <a:cubicBezTo>
                  <a:pt x="1352064" y="137952"/>
                  <a:pt x="1358103" y="134836"/>
                  <a:pt x="1363937" y="128606"/>
                </a:cubicBezTo>
                <a:close/>
                <a:moveTo>
                  <a:pt x="1418604" y="87713"/>
                </a:moveTo>
                <a:cubicBezTo>
                  <a:pt x="1418535" y="101681"/>
                  <a:pt x="1421932" y="112638"/>
                  <a:pt x="1428796" y="120582"/>
                </a:cubicBezTo>
                <a:cubicBezTo>
                  <a:pt x="1435659" y="128524"/>
                  <a:pt x="1443723" y="132495"/>
                  <a:pt x="1452989" y="132495"/>
                </a:cubicBezTo>
                <a:cubicBezTo>
                  <a:pt x="1459166" y="132495"/>
                  <a:pt x="1464536" y="130797"/>
                  <a:pt x="1469100" y="127399"/>
                </a:cubicBezTo>
                <a:cubicBezTo>
                  <a:pt x="1473664" y="124002"/>
                  <a:pt x="1477491" y="118185"/>
                  <a:pt x="1480579" y="109950"/>
                </a:cubicBezTo>
                <a:lnTo>
                  <a:pt x="1483770" y="112008"/>
                </a:lnTo>
                <a:cubicBezTo>
                  <a:pt x="1482329" y="121411"/>
                  <a:pt x="1478143" y="129973"/>
                  <a:pt x="1471211" y="137694"/>
                </a:cubicBezTo>
                <a:cubicBezTo>
                  <a:pt x="1464279" y="145415"/>
                  <a:pt x="1455597" y="149276"/>
                  <a:pt x="1445165" y="149276"/>
                </a:cubicBezTo>
                <a:cubicBezTo>
                  <a:pt x="1433840" y="149276"/>
                  <a:pt x="1424146" y="144876"/>
                  <a:pt x="1416082" y="136076"/>
                </a:cubicBezTo>
                <a:cubicBezTo>
                  <a:pt x="1408017" y="127274"/>
                  <a:pt x="1403985" y="115441"/>
                  <a:pt x="1403985" y="100578"/>
                </a:cubicBezTo>
                <a:cubicBezTo>
                  <a:pt x="1403985" y="84484"/>
                  <a:pt x="1408120" y="71933"/>
                  <a:pt x="1416390" y="62928"/>
                </a:cubicBezTo>
                <a:cubicBezTo>
                  <a:pt x="1424661" y="53920"/>
                  <a:pt x="1435041" y="49416"/>
                  <a:pt x="1447532" y="49416"/>
                </a:cubicBezTo>
                <a:cubicBezTo>
                  <a:pt x="1458102" y="49416"/>
                  <a:pt x="1466784" y="52890"/>
                  <a:pt x="1473579" y="59839"/>
                </a:cubicBezTo>
                <a:cubicBezTo>
                  <a:pt x="1480373" y="66786"/>
                  <a:pt x="1483770" y="76077"/>
                  <a:pt x="1483770" y="87713"/>
                </a:cubicBezTo>
                <a:lnTo>
                  <a:pt x="1418604" y="87713"/>
                </a:lnTo>
                <a:moveTo>
                  <a:pt x="1418604" y="81741"/>
                </a:moveTo>
                <a:lnTo>
                  <a:pt x="1462254" y="81741"/>
                </a:lnTo>
                <a:cubicBezTo>
                  <a:pt x="1461911" y="75702"/>
                  <a:pt x="1461190" y="71447"/>
                  <a:pt x="1460092" y="68976"/>
                </a:cubicBezTo>
                <a:cubicBezTo>
                  <a:pt x="1458376" y="65132"/>
                  <a:pt x="1455820" y="62113"/>
                  <a:pt x="1452422" y="59916"/>
                </a:cubicBezTo>
                <a:cubicBezTo>
                  <a:pt x="1449025" y="57720"/>
                  <a:pt x="1445473" y="56622"/>
                  <a:pt x="1441767" y="56622"/>
                </a:cubicBezTo>
                <a:cubicBezTo>
                  <a:pt x="1436071" y="56622"/>
                  <a:pt x="1430975" y="58835"/>
                  <a:pt x="1426479" y="63262"/>
                </a:cubicBezTo>
                <a:cubicBezTo>
                  <a:pt x="1421984" y="67689"/>
                  <a:pt x="1419359" y="73849"/>
                  <a:pt x="1418604" y="81741"/>
                </a:cubicBezTo>
                <a:close/>
                <a:moveTo>
                  <a:pt x="1528791" y="0"/>
                </a:moveTo>
                <a:lnTo>
                  <a:pt x="1528791" y="124993"/>
                </a:lnTo>
                <a:cubicBezTo>
                  <a:pt x="1528791" y="130891"/>
                  <a:pt x="1529220" y="134801"/>
                  <a:pt x="1530078" y="136723"/>
                </a:cubicBezTo>
                <a:cubicBezTo>
                  <a:pt x="1530936" y="138642"/>
                  <a:pt x="1532257" y="140100"/>
                  <a:pt x="1534041" y="141095"/>
                </a:cubicBezTo>
                <a:cubicBezTo>
                  <a:pt x="1535826" y="142088"/>
                  <a:pt x="1539155" y="142584"/>
                  <a:pt x="1544028" y="142584"/>
                </a:cubicBezTo>
                <a:lnTo>
                  <a:pt x="1544028" y="146393"/>
                </a:lnTo>
                <a:lnTo>
                  <a:pt x="1497803" y="146393"/>
                </a:lnTo>
                <a:lnTo>
                  <a:pt x="1497803" y="142584"/>
                </a:lnTo>
                <a:cubicBezTo>
                  <a:pt x="1502127" y="142584"/>
                  <a:pt x="1505079" y="142139"/>
                  <a:pt x="1506657" y="141249"/>
                </a:cubicBezTo>
                <a:cubicBezTo>
                  <a:pt x="1508236" y="140357"/>
                  <a:pt x="1509471" y="138882"/>
                  <a:pt x="1510363" y="136826"/>
                </a:cubicBezTo>
                <a:cubicBezTo>
                  <a:pt x="1511255" y="134767"/>
                  <a:pt x="1511702" y="130822"/>
                  <a:pt x="1511702" y="124993"/>
                </a:cubicBezTo>
                <a:lnTo>
                  <a:pt x="1511702" y="39401"/>
                </a:lnTo>
                <a:cubicBezTo>
                  <a:pt x="1511702" y="28771"/>
                  <a:pt x="1511461" y="22239"/>
                  <a:pt x="1510981" y="19805"/>
                </a:cubicBezTo>
                <a:cubicBezTo>
                  <a:pt x="1510500" y="17368"/>
                  <a:pt x="1509728" y="15705"/>
                  <a:pt x="1508665" y="14815"/>
                </a:cubicBezTo>
                <a:cubicBezTo>
                  <a:pt x="1507601" y="13923"/>
                  <a:pt x="1506245" y="13477"/>
                  <a:pt x="1504598" y="13477"/>
                </a:cubicBezTo>
                <a:cubicBezTo>
                  <a:pt x="1502814" y="13477"/>
                  <a:pt x="1500549" y="14026"/>
                  <a:pt x="1497803" y="15124"/>
                </a:cubicBezTo>
                <a:lnTo>
                  <a:pt x="1496053" y="11521"/>
                </a:lnTo>
                <a:lnTo>
                  <a:pt x="1524158" y="0"/>
                </a:lnTo>
                <a:lnTo>
                  <a:pt x="1528791" y="0"/>
                </a:lnTo>
                <a:close/>
                <a:moveTo>
                  <a:pt x="1559712" y="181602"/>
                </a:moveTo>
                <a:lnTo>
                  <a:pt x="1559712" y="177072"/>
                </a:lnTo>
                <a:cubicBezTo>
                  <a:pt x="1566781" y="174730"/>
                  <a:pt x="1572255" y="171096"/>
                  <a:pt x="1576132" y="166169"/>
                </a:cubicBezTo>
                <a:cubicBezTo>
                  <a:pt x="1580010" y="161245"/>
                  <a:pt x="1581949" y="156027"/>
                  <a:pt x="1581949" y="150515"/>
                </a:cubicBezTo>
                <a:cubicBezTo>
                  <a:pt x="1581949" y="149208"/>
                  <a:pt x="1581640" y="148109"/>
                  <a:pt x="1581022" y="147217"/>
                </a:cubicBezTo>
                <a:cubicBezTo>
                  <a:pt x="1580542" y="146599"/>
                  <a:pt x="1580062" y="146290"/>
                  <a:pt x="1579581" y="146290"/>
                </a:cubicBezTo>
                <a:cubicBezTo>
                  <a:pt x="1578826" y="146290"/>
                  <a:pt x="1577179" y="146977"/>
                  <a:pt x="1574640" y="148349"/>
                </a:cubicBezTo>
                <a:cubicBezTo>
                  <a:pt x="1573404" y="148967"/>
                  <a:pt x="1572100" y="149276"/>
                  <a:pt x="1570728" y="149276"/>
                </a:cubicBezTo>
                <a:cubicBezTo>
                  <a:pt x="1567365" y="149276"/>
                  <a:pt x="1564688" y="148281"/>
                  <a:pt x="1562698" y="146290"/>
                </a:cubicBezTo>
                <a:cubicBezTo>
                  <a:pt x="1560707" y="144300"/>
                  <a:pt x="1559712" y="141555"/>
                  <a:pt x="1559712" y="138055"/>
                </a:cubicBezTo>
                <a:cubicBezTo>
                  <a:pt x="1559712" y="134692"/>
                  <a:pt x="1560999" y="131809"/>
                  <a:pt x="1563573" y="129407"/>
                </a:cubicBezTo>
                <a:cubicBezTo>
                  <a:pt x="1566146" y="127005"/>
                  <a:pt x="1569286" y="125804"/>
                  <a:pt x="1572992" y="125804"/>
                </a:cubicBezTo>
                <a:cubicBezTo>
                  <a:pt x="1577522" y="125804"/>
                  <a:pt x="1581554" y="127781"/>
                  <a:pt x="1585089" y="131736"/>
                </a:cubicBezTo>
                <a:cubicBezTo>
                  <a:pt x="1588624" y="135689"/>
                  <a:pt x="1590391" y="140931"/>
                  <a:pt x="1590391" y="147462"/>
                </a:cubicBezTo>
                <a:cubicBezTo>
                  <a:pt x="1590391" y="154546"/>
                  <a:pt x="1587937" y="161130"/>
                  <a:pt x="1583030" y="167215"/>
                </a:cubicBezTo>
                <a:cubicBezTo>
                  <a:pt x="1578123" y="173300"/>
                  <a:pt x="1570350" y="178095"/>
                  <a:pt x="1559712" y="1816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CA8E05-9464-4847-BDA4-54E50125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5017" y="1985131"/>
            <a:ext cx="292833" cy="292833"/>
          </a:xfrm>
          <a:custGeom xmlns:a="http://schemas.openxmlformats.org/drawingml/2006/main">
            <a:pathLst>
              <a:path w="292833" h="292833">
                <a:moveTo>
                  <a:pt x="292833" y="146416"/>
                </a:moveTo>
                <a:cubicBezTo>
                  <a:pt x="292833" y="151212"/>
                  <a:pt x="292598" y="155995"/>
                  <a:pt x="292127" y="160768"/>
                </a:cubicBezTo>
                <a:cubicBezTo>
                  <a:pt x="291658" y="165540"/>
                  <a:pt x="290954" y="170277"/>
                  <a:pt x="290019" y="174981"/>
                </a:cubicBezTo>
                <a:cubicBezTo>
                  <a:pt x="289084" y="179684"/>
                  <a:pt x="287921" y="184330"/>
                  <a:pt x="286529" y="188919"/>
                </a:cubicBezTo>
                <a:cubicBezTo>
                  <a:pt x="285136" y="193507"/>
                  <a:pt x="283522" y="198017"/>
                  <a:pt x="281687" y="202447"/>
                </a:cubicBezTo>
                <a:cubicBezTo>
                  <a:pt x="279852" y="206877"/>
                  <a:pt x="277804" y="211207"/>
                  <a:pt x="275544" y="215436"/>
                </a:cubicBezTo>
                <a:cubicBezTo>
                  <a:pt x="273284" y="219665"/>
                  <a:pt x="270822" y="223774"/>
                  <a:pt x="268157" y="227761"/>
                </a:cubicBezTo>
                <a:cubicBezTo>
                  <a:pt x="265493" y="231748"/>
                  <a:pt x="262640" y="235595"/>
                  <a:pt x="259598" y="239302"/>
                </a:cubicBezTo>
                <a:cubicBezTo>
                  <a:pt x="256556" y="243008"/>
                  <a:pt x="253339" y="246557"/>
                  <a:pt x="249948" y="249948"/>
                </a:cubicBezTo>
                <a:cubicBezTo>
                  <a:pt x="246557" y="253339"/>
                  <a:pt x="243009" y="256555"/>
                  <a:pt x="239303" y="259597"/>
                </a:cubicBezTo>
                <a:cubicBezTo>
                  <a:pt x="235596" y="262640"/>
                  <a:pt x="231748" y="265493"/>
                  <a:pt x="227761" y="268157"/>
                </a:cubicBezTo>
                <a:cubicBezTo>
                  <a:pt x="223774" y="270821"/>
                  <a:pt x="219666" y="273283"/>
                  <a:pt x="215436" y="275544"/>
                </a:cubicBezTo>
                <a:cubicBezTo>
                  <a:pt x="211208" y="277804"/>
                  <a:pt x="206877" y="279852"/>
                  <a:pt x="202446" y="281687"/>
                </a:cubicBezTo>
                <a:cubicBezTo>
                  <a:pt x="198017" y="283522"/>
                  <a:pt x="193507" y="285136"/>
                  <a:pt x="188918" y="286528"/>
                </a:cubicBezTo>
                <a:cubicBezTo>
                  <a:pt x="184329" y="287920"/>
                  <a:pt x="179683" y="289083"/>
                  <a:pt x="174980" y="290019"/>
                </a:cubicBezTo>
                <a:cubicBezTo>
                  <a:pt x="170277" y="290955"/>
                  <a:pt x="165540" y="291658"/>
                  <a:pt x="160768" y="292127"/>
                </a:cubicBezTo>
                <a:cubicBezTo>
                  <a:pt x="155995" y="292598"/>
                  <a:pt x="151212" y="292833"/>
                  <a:pt x="146416" y="292833"/>
                </a:cubicBezTo>
                <a:cubicBezTo>
                  <a:pt x="141621" y="292833"/>
                  <a:pt x="136837" y="292598"/>
                  <a:pt x="132065" y="292128"/>
                </a:cubicBezTo>
                <a:cubicBezTo>
                  <a:pt x="127293" y="291658"/>
                  <a:pt x="122555" y="290955"/>
                  <a:pt x="117852" y="290019"/>
                </a:cubicBezTo>
                <a:cubicBezTo>
                  <a:pt x="113149" y="289083"/>
                  <a:pt x="108503" y="287920"/>
                  <a:pt x="103914" y="286528"/>
                </a:cubicBezTo>
                <a:cubicBezTo>
                  <a:pt x="99325" y="285136"/>
                  <a:pt x="94815" y="283522"/>
                  <a:pt x="90383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8" y="270821"/>
                  <a:pt x="65070" y="268157"/>
                </a:cubicBezTo>
                <a:cubicBezTo>
                  <a:pt x="61084" y="265493"/>
                  <a:pt x="57238" y="262640"/>
                  <a:pt x="53530" y="259598"/>
                </a:cubicBezTo>
                <a:cubicBezTo>
                  <a:pt x="49824" y="256555"/>
                  <a:pt x="46275" y="253339"/>
                  <a:pt x="42884" y="249948"/>
                </a:cubicBezTo>
                <a:cubicBezTo>
                  <a:pt x="39493" y="246557"/>
                  <a:pt x="36277" y="243008"/>
                  <a:pt x="33235" y="239302"/>
                </a:cubicBezTo>
                <a:cubicBezTo>
                  <a:pt x="30193" y="235595"/>
                  <a:pt x="27339" y="231748"/>
                  <a:pt x="24675" y="227761"/>
                </a:cubicBezTo>
                <a:cubicBezTo>
                  <a:pt x="22010" y="223774"/>
                  <a:pt x="19548" y="219665"/>
                  <a:pt x="17288" y="215436"/>
                </a:cubicBezTo>
                <a:cubicBezTo>
                  <a:pt x="15028" y="211207"/>
                  <a:pt x="12980" y="206877"/>
                  <a:pt x="11144" y="202447"/>
                </a:cubicBezTo>
                <a:cubicBezTo>
                  <a:pt x="9310" y="198017"/>
                  <a:pt x="7697" y="193507"/>
                  <a:pt x="6305" y="188918"/>
                </a:cubicBezTo>
                <a:cubicBezTo>
                  <a:pt x="4913" y="184330"/>
                  <a:pt x="3749" y="179684"/>
                  <a:pt x="2814" y="174980"/>
                </a:cubicBezTo>
                <a:cubicBezTo>
                  <a:pt x="1878" y="170277"/>
                  <a:pt x="1175" y="165540"/>
                  <a:pt x="706" y="160768"/>
                </a:cubicBezTo>
                <a:cubicBezTo>
                  <a:pt x="236" y="155995"/>
                  <a:pt x="1" y="151212"/>
                  <a:pt x="0" y="146416"/>
                </a:cubicBezTo>
                <a:cubicBezTo>
                  <a:pt x="1" y="141621"/>
                  <a:pt x="236" y="136837"/>
                  <a:pt x="706" y="132065"/>
                </a:cubicBezTo>
                <a:cubicBezTo>
                  <a:pt x="1175" y="127293"/>
                  <a:pt x="1878" y="122555"/>
                  <a:pt x="2812" y="117852"/>
                </a:cubicBezTo>
                <a:cubicBezTo>
                  <a:pt x="3748" y="113149"/>
                  <a:pt x="4913" y="108503"/>
                  <a:pt x="6305" y="103914"/>
                </a:cubicBezTo>
                <a:cubicBezTo>
                  <a:pt x="7697" y="99325"/>
                  <a:pt x="9310" y="94816"/>
                  <a:pt x="11144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8" y="73167"/>
                  <a:pt x="22010" y="69059"/>
                  <a:pt x="24675" y="65072"/>
                </a:cubicBezTo>
                <a:cubicBezTo>
                  <a:pt x="27339" y="61085"/>
                  <a:pt x="30193" y="57238"/>
                  <a:pt x="33235" y="53531"/>
                </a:cubicBezTo>
                <a:cubicBezTo>
                  <a:pt x="36277" y="49824"/>
                  <a:pt x="39493" y="46275"/>
                  <a:pt x="42884" y="42884"/>
                </a:cubicBezTo>
                <a:cubicBezTo>
                  <a:pt x="46275" y="39494"/>
                  <a:pt x="49823" y="36277"/>
                  <a:pt x="53530" y="33235"/>
                </a:cubicBezTo>
                <a:cubicBezTo>
                  <a:pt x="57237" y="30193"/>
                  <a:pt x="61084" y="27340"/>
                  <a:pt x="65070" y="24675"/>
                </a:cubicBezTo>
                <a:cubicBezTo>
                  <a:pt x="69058" y="22011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3" y="11145"/>
                </a:cubicBezTo>
                <a:cubicBezTo>
                  <a:pt x="94815" y="9310"/>
                  <a:pt x="99325" y="7697"/>
                  <a:pt x="103914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4" y="1175"/>
                  <a:pt x="132066" y="705"/>
                </a:cubicBezTo>
                <a:cubicBezTo>
                  <a:pt x="136838" y="235"/>
                  <a:pt x="141621" y="0"/>
                  <a:pt x="146416" y="0"/>
                </a:cubicBezTo>
                <a:cubicBezTo>
                  <a:pt x="151212" y="0"/>
                  <a:pt x="155995" y="235"/>
                  <a:pt x="160768" y="705"/>
                </a:cubicBezTo>
                <a:cubicBezTo>
                  <a:pt x="165540" y="1175"/>
                  <a:pt x="170277" y="1878"/>
                  <a:pt x="174980" y="2813"/>
                </a:cubicBezTo>
                <a:cubicBezTo>
                  <a:pt x="179683" y="3749"/>
                  <a:pt x="184329" y="4913"/>
                  <a:pt x="188919" y="6305"/>
                </a:cubicBezTo>
                <a:cubicBezTo>
                  <a:pt x="193508" y="7697"/>
                  <a:pt x="198017" y="9310"/>
                  <a:pt x="202446" y="11145"/>
                </a:cubicBezTo>
                <a:cubicBezTo>
                  <a:pt x="206877" y="12980"/>
                  <a:pt x="211208" y="15028"/>
                  <a:pt x="215436" y="17289"/>
                </a:cubicBezTo>
                <a:cubicBezTo>
                  <a:pt x="219666" y="19549"/>
                  <a:pt x="223774" y="22011"/>
                  <a:pt x="227761" y="24675"/>
                </a:cubicBezTo>
                <a:cubicBezTo>
                  <a:pt x="231748" y="27340"/>
                  <a:pt x="235596" y="30193"/>
                  <a:pt x="239303" y="33235"/>
                </a:cubicBezTo>
                <a:cubicBezTo>
                  <a:pt x="243009" y="36277"/>
                  <a:pt x="246557" y="39494"/>
                  <a:pt x="249948" y="42884"/>
                </a:cubicBezTo>
                <a:cubicBezTo>
                  <a:pt x="253339" y="46275"/>
                  <a:pt x="256555" y="49824"/>
                  <a:pt x="259597" y="53531"/>
                </a:cubicBezTo>
                <a:cubicBezTo>
                  <a:pt x="262639" y="57238"/>
                  <a:pt x="265493" y="61085"/>
                  <a:pt x="268157" y="65072"/>
                </a:cubicBezTo>
                <a:cubicBezTo>
                  <a:pt x="270822" y="69059"/>
                  <a:pt x="273284" y="73167"/>
                  <a:pt x="275545" y="77396"/>
                </a:cubicBezTo>
                <a:cubicBezTo>
                  <a:pt x="277805" y="81625"/>
                  <a:pt x="279852" y="85955"/>
                  <a:pt x="281687" y="90385"/>
                </a:cubicBezTo>
                <a:cubicBezTo>
                  <a:pt x="283522" y="94816"/>
                  <a:pt x="285136" y="99325"/>
                  <a:pt x="286529" y="103914"/>
                </a:cubicBezTo>
                <a:cubicBezTo>
                  <a:pt x="287921" y="108503"/>
                  <a:pt x="289084" y="113149"/>
                  <a:pt x="290019" y="117852"/>
                </a:cubicBezTo>
                <a:cubicBezTo>
                  <a:pt x="290954" y="122555"/>
                  <a:pt x="291658" y="127293"/>
                  <a:pt x="292127" y="132065"/>
                </a:cubicBezTo>
                <a:cubicBezTo>
                  <a:pt x="292598" y="136837"/>
                  <a:pt x="292833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3F8481-E29C-4C58-BE88-997549A3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5017" y="1985131"/>
            <a:ext cx="292833" cy="292833"/>
          </a:xfrm>
          <a:custGeom xmlns:a="http://schemas.openxmlformats.org/drawingml/2006/main">
            <a:pathLst>
              <a:path w="292833" h="292833" fill="none">
                <a:moveTo>
                  <a:pt x="292833" y="146416"/>
                </a:moveTo>
                <a:cubicBezTo>
                  <a:pt x="292833" y="151212"/>
                  <a:pt x="292598" y="155995"/>
                  <a:pt x="292127" y="160768"/>
                </a:cubicBezTo>
                <a:cubicBezTo>
                  <a:pt x="291658" y="165540"/>
                  <a:pt x="290954" y="170277"/>
                  <a:pt x="290019" y="174981"/>
                </a:cubicBezTo>
                <a:cubicBezTo>
                  <a:pt x="289084" y="179684"/>
                  <a:pt x="287921" y="184330"/>
                  <a:pt x="286529" y="188919"/>
                </a:cubicBezTo>
                <a:cubicBezTo>
                  <a:pt x="285136" y="193507"/>
                  <a:pt x="283522" y="198017"/>
                  <a:pt x="281687" y="202447"/>
                </a:cubicBezTo>
                <a:cubicBezTo>
                  <a:pt x="279852" y="206877"/>
                  <a:pt x="277804" y="211207"/>
                  <a:pt x="275544" y="215436"/>
                </a:cubicBezTo>
                <a:cubicBezTo>
                  <a:pt x="273284" y="219665"/>
                  <a:pt x="270822" y="223774"/>
                  <a:pt x="268157" y="227761"/>
                </a:cubicBezTo>
                <a:cubicBezTo>
                  <a:pt x="265493" y="231748"/>
                  <a:pt x="262640" y="235595"/>
                  <a:pt x="259598" y="239302"/>
                </a:cubicBezTo>
                <a:cubicBezTo>
                  <a:pt x="256556" y="243008"/>
                  <a:pt x="253339" y="246557"/>
                  <a:pt x="249948" y="249948"/>
                </a:cubicBezTo>
                <a:cubicBezTo>
                  <a:pt x="246557" y="253339"/>
                  <a:pt x="243009" y="256555"/>
                  <a:pt x="239303" y="259597"/>
                </a:cubicBezTo>
                <a:cubicBezTo>
                  <a:pt x="235596" y="262640"/>
                  <a:pt x="231748" y="265493"/>
                  <a:pt x="227761" y="268157"/>
                </a:cubicBezTo>
                <a:cubicBezTo>
                  <a:pt x="223774" y="270821"/>
                  <a:pt x="219666" y="273283"/>
                  <a:pt x="215436" y="275544"/>
                </a:cubicBezTo>
                <a:cubicBezTo>
                  <a:pt x="211208" y="277804"/>
                  <a:pt x="206877" y="279852"/>
                  <a:pt x="202446" y="281687"/>
                </a:cubicBezTo>
                <a:cubicBezTo>
                  <a:pt x="198017" y="283522"/>
                  <a:pt x="193507" y="285136"/>
                  <a:pt x="188918" y="286528"/>
                </a:cubicBezTo>
                <a:cubicBezTo>
                  <a:pt x="184329" y="287920"/>
                  <a:pt x="179683" y="289083"/>
                  <a:pt x="174980" y="290019"/>
                </a:cubicBezTo>
                <a:cubicBezTo>
                  <a:pt x="170277" y="290955"/>
                  <a:pt x="165540" y="291658"/>
                  <a:pt x="160768" y="292127"/>
                </a:cubicBezTo>
                <a:cubicBezTo>
                  <a:pt x="155995" y="292598"/>
                  <a:pt x="151212" y="292833"/>
                  <a:pt x="146416" y="292833"/>
                </a:cubicBezTo>
                <a:cubicBezTo>
                  <a:pt x="141621" y="292833"/>
                  <a:pt x="136837" y="292598"/>
                  <a:pt x="132065" y="292128"/>
                </a:cubicBezTo>
                <a:cubicBezTo>
                  <a:pt x="127293" y="291658"/>
                  <a:pt x="122555" y="290955"/>
                  <a:pt x="117852" y="290019"/>
                </a:cubicBezTo>
                <a:cubicBezTo>
                  <a:pt x="113149" y="289083"/>
                  <a:pt x="108503" y="287920"/>
                  <a:pt x="103914" y="286528"/>
                </a:cubicBezTo>
                <a:cubicBezTo>
                  <a:pt x="99325" y="285136"/>
                  <a:pt x="94815" y="283522"/>
                  <a:pt x="90383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8" y="270821"/>
                  <a:pt x="65070" y="268157"/>
                </a:cubicBezTo>
                <a:cubicBezTo>
                  <a:pt x="61084" y="265493"/>
                  <a:pt x="57238" y="262640"/>
                  <a:pt x="53530" y="259598"/>
                </a:cubicBezTo>
                <a:cubicBezTo>
                  <a:pt x="49824" y="256555"/>
                  <a:pt x="46275" y="253339"/>
                  <a:pt x="42884" y="249948"/>
                </a:cubicBezTo>
                <a:cubicBezTo>
                  <a:pt x="39493" y="246557"/>
                  <a:pt x="36277" y="243008"/>
                  <a:pt x="33235" y="239302"/>
                </a:cubicBezTo>
                <a:cubicBezTo>
                  <a:pt x="30193" y="235595"/>
                  <a:pt x="27339" y="231748"/>
                  <a:pt x="24675" y="227761"/>
                </a:cubicBezTo>
                <a:cubicBezTo>
                  <a:pt x="22010" y="223774"/>
                  <a:pt x="19548" y="219665"/>
                  <a:pt x="17288" y="215436"/>
                </a:cubicBezTo>
                <a:cubicBezTo>
                  <a:pt x="15028" y="211207"/>
                  <a:pt x="12980" y="206877"/>
                  <a:pt x="11144" y="202447"/>
                </a:cubicBezTo>
                <a:cubicBezTo>
                  <a:pt x="9310" y="198017"/>
                  <a:pt x="7697" y="193507"/>
                  <a:pt x="6305" y="188918"/>
                </a:cubicBezTo>
                <a:cubicBezTo>
                  <a:pt x="4913" y="184330"/>
                  <a:pt x="3749" y="179684"/>
                  <a:pt x="2814" y="174980"/>
                </a:cubicBezTo>
                <a:cubicBezTo>
                  <a:pt x="1878" y="170277"/>
                  <a:pt x="1175" y="165540"/>
                  <a:pt x="706" y="160768"/>
                </a:cubicBezTo>
                <a:cubicBezTo>
                  <a:pt x="236" y="155995"/>
                  <a:pt x="1" y="151212"/>
                  <a:pt x="0" y="146416"/>
                </a:cubicBezTo>
                <a:cubicBezTo>
                  <a:pt x="1" y="141621"/>
                  <a:pt x="236" y="136837"/>
                  <a:pt x="706" y="132065"/>
                </a:cubicBezTo>
                <a:cubicBezTo>
                  <a:pt x="1175" y="127293"/>
                  <a:pt x="1878" y="122555"/>
                  <a:pt x="2812" y="117852"/>
                </a:cubicBezTo>
                <a:cubicBezTo>
                  <a:pt x="3748" y="113149"/>
                  <a:pt x="4913" y="108503"/>
                  <a:pt x="6305" y="103914"/>
                </a:cubicBezTo>
                <a:cubicBezTo>
                  <a:pt x="7697" y="99325"/>
                  <a:pt x="9310" y="94816"/>
                  <a:pt x="11144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8" y="73167"/>
                  <a:pt x="22010" y="69059"/>
                  <a:pt x="24675" y="65072"/>
                </a:cubicBezTo>
                <a:cubicBezTo>
                  <a:pt x="27339" y="61085"/>
                  <a:pt x="30193" y="57238"/>
                  <a:pt x="33235" y="53531"/>
                </a:cubicBezTo>
                <a:cubicBezTo>
                  <a:pt x="36277" y="49824"/>
                  <a:pt x="39493" y="46275"/>
                  <a:pt x="42884" y="42884"/>
                </a:cubicBezTo>
                <a:cubicBezTo>
                  <a:pt x="46275" y="39494"/>
                  <a:pt x="49823" y="36277"/>
                  <a:pt x="53530" y="33235"/>
                </a:cubicBezTo>
                <a:cubicBezTo>
                  <a:pt x="57237" y="30193"/>
                  <a:pt x="61084" y="27340"/>
                  <a:pt x="65070" y="24675"/>
                </a:cubicBezTo>
                <a:cubicBezTo>
                  <a:pt x="69058" y="22011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3" y="11145"/>
                </a:cubicBezTo>
                <a:cubicBezTo>
                  <a:pt x="94815" y="9310"/>
                  <a:pt x="99325" y="7697"/>
                  <a:pt x="103914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4" y="1175"/>
                  <a:pt x="132066" y="705"/>
                </a:cubicBezTo>
                <a:cubicBezTo>
                  <a:pt x="136838" y="235"/>
                  <a:pt x="141621" y="0"/>
                  <a:pt x="146416" y="0"/>
                </a:cubicBezTo>
                <a:cubicBezTo>
                  <a:pt x="151212" y="0"/>
                  <a:pt x="155995" y="235"/>
                  <a:pt x="160768" y="705"/>
                </a:cubicBezTo>
                <a:cubicBezTo>
                  <a:pt x="165540" y="1175"/>
                  <a:pt x="170277" y="1878"/>
                  <a:pt x="174980" y="2813"/>
                </a:cubicBezTo>
                <a:cubicBezTo>
                  <a:pt x="179683" y="3749"/>
                  <a:pt x="184329" y="4913"/>
                  <a:pt x="188919" y="6305"/>
                </a:cubicBezTo>
                <a:cubicBezTo>
                  <a:pt x="193508" y="7697"/>
                  <a:pt x="198017" y="9310"/>
                  <a:pt x="202446" y="11145"/>
                </a:cubicBezTo>
                <a:cubicBezTo>
                  <a:pt x="206877" y="12980"/>
                  <a:pt x="211208" y="15028"/>
                  <a:pt x="215436" y="17289"/>
                </a:cubicBezTo>
                <a:cubicBezTo>
                  <a:pt x="219666" y="19549"/>
                  <a:pt x="223774" y="22011"/>
                  <a:pt x="227761" y="24675"/>
                </a:cubicBezTo>
                <a:cubicBezTo>
                  <a:pt x="231748" y="27340"/>
                  <a:pt x="235596" y="30193"/>
                  <a:pt x="239303" y="33235"/>
                </a:cubicBezTo>
                <a:cubicBezTo>
                  <a:pt x="243009" y="36277"/>
                  <a:pt x="246557" y="39494"/>
                  <a:pt x="249948" y="42884"/>
                </a:cubicBezTo>
                <a:cubicBezTo>
                  <a:pt x="253339" y="46275"/>
                  <a:pt x="256555" y="49824"/>
                  <a:pt x="259597" y="53531"/>
                </a:cubicBezTo>
                <a:cubicBezTo>
                  <a:pt x="262639" y="57238"/>
                  <a:pt x="265493" y="61085"/>
                  <a:pt x="268157" y="65072"/>
                </a:cubicBezTo>
                <a:cubicBezTo>
                  <a:pt x="270822" y="69059"/>
                  <a:pt x="273284" y="73167"/>
                  <a:pt x="275545" y="77396"/>
                </a:cubicBezTo>
                <a:cubicBezTo>
                  <a:pt x="277805" y="81625"/>
                  <a:pt x="279852" y="85955"/>
                  <a:pt x="281687" y="90385"/>
                </a:cubicBezTo>
                <a:cubicBezTo>
                  <a:pt x="283522" y="94816"/>
                  <a:pt x="285136" y="99325"/>
                  <a:pt x="286529" y="103914"/>
                </a:cubicBezTo>
                <a:cubicBezTo>
                  <a:pt x="287921" y="108503"/>
                  <a:pt x="289084" y="113149"/>
                  <a:pt x="290019" y="117852"/>
                </a:cubicBezTo>
                <a:cubicBezTo>
                  <a:pt x="290954" y="122555"/>
                  <a:pt x="291658" y="127293"/>
                  <a:pt x="292127" y="132065"/>
                </a:cubicBezTo>
                <a:cubicBezTo>
                  <a:pt x="292598" y="136837"/>
                  <a:pt x="292833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61" name="Text s">
            <a:extLst xmlns:a="http://schemas.openxmlformats.org/drawingml/2006/main">
              <a:ext uri="{FF2B5EF4-FFF2-40B4-BE49-F238E27FC236}">
                <a16:creationId xmlns:a16="http://schemas.microsoft.com/office/drawing/2014/main" id="{66CA3A69-BB20-4554-B9ED-A62E3F9F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069" y="2091085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Text 5">
            <a:extLst xmlns:a="http://schemas.openxmlformats.org/drawingml/2006/main">
              <a:ext uri="{FF2B5EF4-FFF2-40B4-BE49-F238E27FC236}">
                <a16:creationId xmlns:a16="http://schemas.microsoft.com/office/drawing/2014/main" id="{B03383C6-259E-4B70-9974-914011BD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3322" y="2117191"/>
            <a:ext cx="60305" cy="105210"/>
          </a:xfrm>
          <a:custGeom xmlns:a="http://schemas.openxmlformats.org/drawingml/2006/main">
            <a:pathLst>
              <a:path w="60305" h="105210">
                <a:moveTo>
                  <a:pt x="60305" y="0"/>
                </a:moveTo>
                <a:lnTo>
                  <a:pt x="54359" y="13113"/>
                </a:lnTo>
                <a:lnTo>
                  <a:pt x="23253" y="13113"/>
                </a:lnTo>
                <a:lnTo>
                  <a:pt x="16468" y="26836"/>
                </a:lnTo>
                <a:cubicBezTo>
                  <a:pt x="29937" y="28819"/>
                  <a:pt x="40610" y="33825"/>
                  <a:pt x="48488" y="41855"/>
                </a:cubicBezTo>
                <a:cubicBezTo>
                  <a:pt x="55248" y="48768"/>
                  <a:pt x="58628" y="56900"/>
                  <a:pt x="58628" y="66252"/>
                </a:cubicBezTo>
                <a:cubicBezTo>
                  <a:pt x="58628" y="71690"/>
                  <a:pt x="57523" y="76722"/>
                  <a:pt x="55312" y="81347"/>
                </a:cubicBezTo>
                <a:cubicBezTo>
                  <a:pt x="53101" y="85973"/>
                  <a:pt x="50318" y="89912"/>
                  <a:pt x="46963" y="93165"/>
                </a:cubicBezTo>
                <a:cubicBezTo>
                  <a:pt x="43609" y="96417"/>
                  <a:pt x="39873" y="99035"/>
                  <a:pt x="35756" y="101017"/>
                </a:cubicBezTo>
                <a:cubicBezTo>
                  <a:pt x="29911" y="103813"/>
                  <a:pt x="23914" y="105210"/>
                  <a:pt x="17764" y="105210"/>
                </a:cubicBezTo>
                <a:cubicBezTo>
                  <a:pt x="11563" y="105210"/>
                  <a:pt x="7052" y="104156"/>
                  <a:pt x="4231" y="102046"/>
                </a:cubicBezTo>
                <a:cubicBezTo>
                  <a:pt x="1410" y="99937"/>
                  <a:pt x="0" y="97612"/>
                  <a:pt x="0" y="95071"/>
                </a:cubicBezTo>
                <a:cubicBezTo>
                  <a:pt x="0" y="93647"/>
                  <a:pt x="585" y="92389"/>
                  <a:pt x="1754" y="91297"/>
                </a:cubicBezTo>
                <a:cubicBezTo>
                  <a:pt x="2923" y="90204"/>
                  <a:pt x="4396" y="89658"/>
                  <a:pt x="6175" y="89658"/>
                </a:cubicBezTo>
                <a:cubicBezTo>
                  <a:pt x="7497" y="89658"/>
                  <a:pt x="8653" y="89861"/>
                  <a:pt x="9644" y="90267"/>
                </a:cubicBezTo>
                <a:cubicBezTo>
                  <a:pt x="10635" y="90674"/>
                  <a:pt x="12325" y="91716"/>
                  <a:pt x="14714" y="93393"/>
                </a:cubicBezTo>
                <a:cubicBezTo>
                  <a:pt x="18526" y="96036"/>
                  <a:pt x="22389" y="97358"/>
                  <a:pt x="26303" y="97358"/>
                </a:cubicBezTo>
                <a:cubicBezTo>
                  <a:pt x="32249" y="97358"/>
                  <a:pt x="37472" y="95109"/>
                  <a:pt x="41970" y="90611"/>
                </a:cubicBezTo>
                <a:cubicBezTo>
                  <a:pt x="46468" y="86112"/>
                  <a:pt x="48717" y="80636"/>
                  <a:pt x="48717" y="74181"/>
                </a:cubicBezTo>
                <a:cubicBezTo>
                  <a:pt x="48717" y="67929"/>
                  <a:pt x="46709" y="62097"/>
                  <a:pt x="42694" y="56684"/>
                </a:cubicBezTo>
                <a:cubicBezTo>
                  <a:pt x="38679" y="51271"/>
                  <a:pt x="33139" y="47091"/>
                  <a:pt x="26074" y="44143"/>
                </a:cubicBezTo>
                <a:cubicBezTo>
                  <a:pt x="20534" y="41855"/>
                  <a:pt x="12986" y="40534"/>
                  <a:pt x="3431" y="40178"/>
                </a:cubicBezTo>
                <a:lnTo>
                  <a:pt x="23253" y="0"/>
                </a:lnTo>
                <a:lnTo>
                  <a:pt x="6030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488E0B-B0F7-4EDB-B313-651EBF08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2621" y="2131547"/>
            <a:ext cx="355089" cy="10"/>
          </a:xfrm>
          <a:custGeom xmlns:a="http://schemas.openxmlformats.org/drawingml/2006/main">
            <a:pathLst>
              <a:path w="355089" h="1" fill="none">
                <a:moveTo>
                  <a:pt x="0" y="0"/>
                </a:moveTo>
                <a:lnTo>
                  <a:pt x="355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5DD7F1-4B5E-4A5F-B79A-9B227EF3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461" y="2111049"/>
            <a:ext cx="40997" cy="40997"/>
          </a:xfrm>
          <a:custGeom xmlns:a="http://schemas.openxmlformats.org/drawingml/2006/main">
            <a:pathLst>
              <a:path w="40997" h="40997">
                <a:moveTo>
                  <a:pt x="40997" y="20498"/>
                </a:moveTo>
                <a:lnTo>
                  <a:pt x="0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C6752D-A518-46BE-BE68-B1271ED0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461" y="2111049"/>
            <a:ext cx="40997" cy="40997"/>
          </a:xfrm>
          <a:custGeom xmlns:a="http://schemas.openxmlformats.org/drawingml/2006/main">
            <a:pathLst>
              <a:path w="40997" h="40997" fill="none">
                <a:moveTo>
                  <a:pt x="40997" y="20498"/>
                </a:moveTo>
                <a:lnTo>
                  <a:pt x="0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66" name="Text x">
            <a:extLst xmlns:a="http://schemas.openxmlformats.org/drawingml/2006/main">
              <a:ext uri="{FF2B5EF4-FFF2-40B4-BE49-F238E27FC236}">
                <a16:creationId xmlns:a16="http://schemas.microsoft.com/office/drawing/2014/main" id="{88757B17-75EE-4EF1-BEC8-39D41AAE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1003" y="2186553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Text 5">
            <a:extLst xmlns:a="http://schemas.openxmlformats.org/drawingml/2006/main">
              <a:ext uri="{FF2B5EF4-FFF2-40B4-BE49-F238E27FC236}">
                <a16:creationId xmlns:a16="http://schemas.microsoft.com/office/drawing/2014/main" id="{A7DFBED0-E462-4EBB-8A58-B68DB909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4943" y="2189802"/>
            <a:ext cx="67861" cy="118391"/>
          </a:xfrm>
          <a:custGeom xmlns:a="http://schemas.openxmlformats.org/drawingml/2006/main">
            <a:pathLst>
              <a:path w="67861" h="118391">
                <a:moveTo>
                  <a:pt x="67861" y="0"/>
                </a:moveTo>
                <a:lnTo>
                  <a:pt x="61169" y="14756"/>
                </a:lnTo>
                <a:lnTo>
                  <a:pt x="26166" y="14756"/>
                </a:lnTo>
                <a:lnTo>
                  <a:pt x="18531" y="30198"/>
                </a:lnTo>
                <a:cubicBezTo>
                  <a:pt x="33687" y="32429"/>
                  <a:pt x="45698" y="38063"/>
                  <a:pt x="54563" y="47099"/>
                </a:cubicBezTo>
                <a:cubicBezTo>
                  <a:pt x="62170" y="54878"/>
                  <a:pt x="65973" y="64029"/>
                  <a:pt x="65973" y="74552"/>
                </a:cubicBezTo>
                <a:cubicBezTo>
                  <a:pt x="65973" y="80672"/>
                  <a:pt x="64729" y="86334"/>
                  <a:pt x="62241" y="91539"/>
                </a:cubicBezTo>
                <a:cubicBezTo>
                  <a:pt x="59753" y="96743"/>
                  <a:pt x="56622" y="101176"/>
                  <a:pt x="52847" y="104836"/>
                </a:cubicBezTo>
                <a:cubicBezTo>
                  <a:pt x="49072" y="108497"/>
                  <a:pt x="44869" y="111442"/>
                  <a:pt x="40236" y="113673"/>
                </a:cubicBezTo>
                <a:cubicBezTo>
                  <a:pt x="33659" y="116818"/>
                  <a:pt x="26910" y="118391"/>
                  <a:pt x="19989" y="118391"/>
                </a:cubicBezTo>
                <a:cubicBezTo>
                  <a:pt x="13012" y="118391"/>
                  <a:pt x="7936" y="117205"/>
                  <a:pt x="4761" y="114831"/>
                </a:cubicBezTo>
                <a:cubicBezTo>
                  <a:pt x="1587" y="112457"/>
                  <a:pt x="0" y="109841"/>
                  <a:pt x="0" y="106981"/>
                </a:cubicBezTo>
                <a:cubicBezTo>
                  <a:pt x="0" y="105380"/>
                  <a:pt x="658" y="103964"/>
                  <a:pt x="1973" y="102734"/>
                </a:cubicBezTo>
                <a:cubicBezTo>
                  <a:pt x="3289" y="101505"/>
                  <a:pt x="4947" y="100890"/>
                  <a:pt x="6949" y="100890"/>
                </a:cubicBezTo>
                <a:cubicBezTo>
                  <a:pt x="8436" y="100890"/>
                  <a:pt x="9737" y="101119"/>
                  <a:pt x="10853" y="101576"/>
                </a:cubicBezTo>
                <a:cubicBezTo>
                  <a:pt x="11968" y="102034"/>
                  <a:pt x="13870" y="103206"/>
                  <a:pt x="16558" y="105094"/>
                </a:cubicBezTo>
                <a:cubicBezTo>
                  <a:pt x="20847" y="108068"/>
                  <a:pt x="25194" y="109555"/>
                  <a:pt x="29598" y="109555"/>
                </a:cubicBezTo>
                <a:cubicBezTo>
                  <a:pt x="36290" y="109555"/>
                  <a:pt x="42166" y="107024"/>
                  <a:pt x="47228" y="101962"/>
                </a:cubicBezTo>
                <a:cubicBezTo>
                  <a:pt x="52289" y="96901"/>
                  <a:pt x="54820" y="90738"/>
                  <a:pt x="54820" y="83474"/>
                </a:cubicBezTo>
                <a:cubicBezTo>
                  <a:pt x="54820" y="76440"/>
                  <a:pt x="52561" y="69877"/>
                  <a:pt x="48043" y="63785"/>
                </a:cubicBezTo>
                <a:cubicBezTo>
                  <a:pt x="43525" y="57694"/>
                  <a:pt x="37290" y="52990"/>
                  <a:pt x="29340" y="49673"/>
                </a:cubicBezTo>
                <a:cubicBezTo>
                  <a:pt x="23106" y="47099"/>
                  <a:pt x="14613" y="45612"/>
                  <a:pt x="3861" y="45212"/>
                </a:cubicBezTo>
                <a:lnTo>
                  <a:pt x="26166" y="0"/>
                </a:lnTo>
                <a:lnTo>
                  <a:pt x="6786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Text /y">
            <a:extLst xmlns:a="http://schemas.openxmlformats.org/drawingml/2006/main">
              <a:ext uri="{FF2B5EF4-FFF2-40B4-BE49-F238E27FC236}">
                <a16:creationId xmlns:a16="http://schemas.microsoft.com/office/drawing/2014/main" id="{B878F303-B9C4-4308-B863-11440908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4643" y="2143143"/>
            <a:ext cx="135406" cy="159914"/>
          </a:xfrm>
          <a:custGeom xmlns:a="http://schemas.openxmlformats.org/drawingml/2006/main">
            <a:pathLst>
              <a:path w="135406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6" y="43410"/>
                </a:moveTo>
                <a:lnTo>
                  <a:pt x="86248" y="43410"/>
                </a:lnTo>
                <a:lnTo>
                  <a:pt x="86248" y="46584"/>
                </a:lnTo>
                <a:lnTo>
                  <a:pt x="84447" y="46584"/>
                </a:lnTo>
                <a:cubicBezTo>
                  <a:pt x="81873" y="46584"/>
                  <a:pt x="79943" y="47142"/>
                  <a:pt x="78656" y="48257"/>
                </a:cubicBezTo>
                <a:cubicBezTo>
                  <a:pt x="77369" y="49373"/>
                  <a:pt x="76726" y="50760"/>
                  <a:pt x="76726" y="52418"/>
                </a:cubicBezTo>
                <a:cubicBezTo>
                  <a:pt x="76726" y="54649"/>
                  <a:pt x="77669" y="57737"/>
                  <a:pt x="79557" y="61684"/>
                </a:cubicBezTo>
                <a:lnTo>
                  <a:pt x="98688" y="101319"/>
                </a:lnTo>
                <a:lnTo>
                  <a:pt x="116275" y="57909"/>
                </a:lnTo>
                <a:cubicBezTo>
                  <a:pt x="117247" y="55564"/>
                  <a:pt x="117734" y="53247"/>
                  <a:pt x="117734" y="50960"/>
                </a:cubicBezTo>
                <a:cubicBezTo>
                  <a:pt x="117734" y="49930"/>
                  <a:pt x="117533" y="49158"/>
                  <a:pt x="117133" y="48643"/>
                </a:cubicBezTo>
                <a:cubicBezTo>
                  <a:pt x="116675" y="48014"/>
                  <a:pt x="115961" y="47514"/>
                  <a:pt x="114988" y="47142"/>
                </a:cubicBezTo>
                <a:cubicBezTo>
                  <a:pt x="114016" y="46770"/>
                  <a:pt x="112300" y="46584"/>
                  <a:pt x="109841" y="46584"/>
                </a:cubicBezTo>
                <a:lnTo>
                  <a:pt x="109841" y="43410"/>
                </a:lnTo>
                <a:lnTo>
                  <a:pt x="135406" y="43410"/>
                </a:lnTo>
                <a:lnTo>
                  <a:pt x="135406" y="46584"/>
                </a:lnTo>
                <a:cubicBezTo>
                  <a:pt x="133290" y="46813"/>
                  <a:pt x="131660" y="47271"/>
                  <a:pt x="130516" y="47957"/>
                </a:cubicBezTo>
                <a:cubicBezTo>
                  <a:pt x="129373" y="48643"/>
                  <a:pt x="128114" y="49930"/>
                  <a:pt x="126742" y="51818"/>
                </a:cubicBezTo>
                <a:cubicBezTo>
                  <a:pt x="126227" y="52618"/>
                  <a:pt x="125255" y="54820"/>
                  <a:pt x="123825" y="58424"/>
                </a:cubicBezTo>
                <a:lnTo>
                  <a:pt x="91825" y="136836"/>
                </a:lnTo>
                <a:cubicBezTo>
                  <a:pt x="88736" y="144443"/>
                  <a:pt x="84690" y="150191"/>
                  <a:pt x="79685" y="154080"/>
                </a:cubicBezTo>
                <a:cubicBezTo>
                  <a:pt x="74681" y="157969"/>
                  <a:pt x="69862" y="159914"/>
                  <a:pt x="65230" y="159914"/>
                </a:cubicBezTo>
                <a:cubicBezTo>
                  <a:pt x="61855" y="159914"/>
                  <a:pt x="59081" y="158953"/>
                  <a:pt x="56908" y="157032"/>
                </a:cubicBezTo>
                <a:cubicBezTo>
                  <a:pt x="54735" y="155111"/>
                  <a:pt x="53648" y="152907"/>
                  <a:pt x="53648" y="150421"/>
                </a:cubicBezTo>
                <a:cubicBezTo>
                  <a:pt x="53648" y="148047"/>
                  <a:pt x="54434" y="146133"/>
                  <a:pt x="56007" y="144678"/>
                </a:cubicBezTo>
                <a:cubicBezTo>
                  <a:pt x="57580" y="143225"/>
                  <a:pt x="59739" y="142499"/>
                  <a:pt x="62484" y="142499"/>
                </a:cubicBezTo>
                <a:cubicBezTo>
                  <a:pt x="64372" y="142499"/>
                  <a:pt x="66945" y="143128"/>
                  <a:pt x="70205" y="144386"/>
                </a:cubicBezTo>
                <a:cubicBezTo>
                  <a:pt x="72493" y="145244"/>
                  <a:pt x="73923" y="145673"/>
                  <a:pt x="74495" y="145673"/>
                </a:cubicBezTo>
                <a:cubicBezTo>
                  <a:pt x="76211" y="145673"/>
                  <a:pt x="78084" y="144780"/>
                  <a:pt x="80114" y="142995"/>
                </a:cubicBezTo>
                <a:cubicBezTo>
                  <a:pt x="82145" y="141211"/>
                  <a:pt x="84189" y="137758"/>
                  <a:pt x="86248" y="132635"/>
                </a:cubicBezTo>
                <a:lnTo>
                  <a:pt x="91825" y="118906"/>
                </a:lnTo>
                <a:lnTo>
                  <a:pt x="63600" y="59625"/>
                </a:lnTo>
                <a:cubicBezTo>
                  <a:pt x="62742" y="57852"/>
                  <a:pt x="61369" y="55650"/>
                  <a:pt x="59482" y="53019"/>
                </a:cubicBezTo>
                <a:cubicBezTo>
                  <a:pt x="58052" y="51017"/>
                  <a:pt x="56879" y="49673"/>
                  <a:pt x="55964" y="48987"/>
                </a:cubicBezTo>
                <a:cubicBezTo>
                  <a:pt x="54649" y="48071"/>
                  <a:pt x="52533" y="47271"/>
                  <a:pt x="49616" y="46584"/>
                </a:cubicBezTo>
                <a:lnTo>
                  <a:pt x="49616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Text 5">
            <a:extLst xmlns:a="http://schemas.openxmlformats.org/drawingml/2006/main">
              <a:ext uri="{FF2B5EF4-FFF2-40B4-BE49-F238E27FC236}">
                <a16:creationId xmlns:a16="http://schemas.microsoft.com/office/drawing/2014/main" id="{0A08D6D1-9193-4F33-B89E-0D699747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509" y="2189802"/>
            <a:ext cx="67861" cy="118391"/>
          </a:xfrm>
          <a:custGeom xmlns:a="http://schemas.openxmlformats.org/drawingml/2006/main">
            <a:pathLst>
              <a:path w="67861" h="118391">
                <a:moveTo>
                  <a:pt x="67861" y="0"/>
                </a:moveTo>
                <a:lnTo>
                  <a:pt x="61169" y="14756"/>
                </a:lnTo>
                <a:lnTo>
                  <a:pt x="26166" y="14756"/>
                </a:lnTo>
                <a:lnTo>
                  <a:pt x="18531" y="30198"/>
                </a:lnTo>
                <a:cubicBezTo>
                  <a:pt x="33687" y="32429"/>
                  <a:pt x="45698" y="38063"/>
                  <a:pt x="54563" y="47099"/>
                </a:cubicBezTo>
                <a:cubicBezTo>
                  <a:pt x="62170" y="54878"/>
                  <a:pt x="65973" y="64029"/>
                  <a:pt x="65973" y="74552"/>
                </a:cubicBezTo>
                <a:cubicBezTo>
                  <a:pt x="65973" y="80672"/>
                  <a:pt x="64729" y="86334"/>
                  <a:pt x="62241" y="91539"/>
                </a:cubicBezTo>
                <a:cubicBezTo>
                  <a:pt x="59753" y="96743"/>
                  <a:pt x="56622" y="101176"/>
                  <a:pt x="52847" y="104836"/>
                </a:cubicBezTo>
                <a:cubicBezTo>
                  <a:pt x="49072" y="108497"/>
                  <a:pt x="44869" y="111442"/>
                  <a:pt x="40236" y="113673"/>
                </a:cubicBezTo>
                <a:cubicBezTo>
                  <a:pt x="33659" y="116818"/>
                  <a:pt x="26910" y="118391"/>
                  <a:pt x="19989" y="118391"/>
                </a:cubicBezTo>
                <a:cubicBezTo>
                  <a:pt x="13012" y="118391"/>
                  <a:pt x="7936" y="117205"/>
                  <a:pt x="4761" y="114831"/>
                </a:cubicBezTo>
                <a:cubicBezTo>
                  <a:pt x="1587" y="112457"/>
                  <a:pt x="0" y="109841"/>
                  <a:pt x="0" y="106981"/>
                </a:cubicBezTo>
                <a:cubicBezTo>
                  <a:pt x="0" y="105380"/>
                  <a:pt x="658" y="103964"/>
                  <a:pt x="1973" y="102734"/>
                </a:cubicBezTo>
                <a:cubicBezTo>
                  <a:pt x="3289" y="101505"/>
                  <a:pt x="4947" y="100890"/>
                  <a:pt x="6949" y="100890"/>
                </a:cubicBezTo>
                <a:cubicBezTo>
                  <a:pt x="8436" y="100890"/>
                  <a:pt x="9737" y="101119"/>
                  <a:pt x="10853" y="101576"/>
                </a:cubicBezTo>
                <a:cubicBezTo>
                  <a:pt x="11968" y="102034"/>
                  <a:pt x="13870" y="103206"/>
                  <a:pt x="16558" y="105094"/>
                </a:cubicBezTo>
                <a:cubicBezTo>
                  <a:pt x="20847" y="108068"/>
                  <a:pt x="25194" y="109555"/>
                  <a:pt x="29598" y="109555"/>
                </a:cubicBezTo>
                <a:cubicBezTo>
                  <a:pt x="36290" y="109555"/>
                  <a:pt x="42166" y="107024"/>
                  <a:pt x="47228" y="101962"/>
                </a:cubicBezTo>
                <a:cubicBezTo>
                  <a:pt x="52289" y="96901"/>
                  <a:pt x="54820" y="90738"/>
                  <a:pt x="54820" y="83474"/>
                </a:cubicBezTo>
                <a:cubicBezTo>
                  <a:pt x="54820" y="76440"/>
                  <a:pt x="52561" y="69877"/>
                  <a:pt x="48043" y="63785"/>
                </a:cubicBezTo>
                <a:cubicBezTo>
                  <a:pt x="43525" y="57694"/>
                  <a:pt x="37290" y="52990"/>
                  <a:pt x="29340" y="49673"/>
                </a:cubicBezTo>
                <a:cubicBezTo>
                  <a:pt x="23106" y="47099"/>
                  <a:pt x="14613" y="45612"/>
                  <a:pt x="3861" y="45212"/>
                </a:cubicBezTo>
                <a:lnTo>
                  <a:pt x="26166" y="0"/>
                </a:lnTo>
                <a:lnTo>
                  <a:pt x="6786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A2B006-9472-46FA-A8C3-42E6F34F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447" y="1480814"/>
            <a:ext cx="292833" cy="292833"/>
          </a:xfrm>
          <a:custGeom xmlns:a="http://schemas.openxmlformats.org/drawingml/2006/main">
            <a:pathLst>
              <a:path w="292833" h="292833">
                <a:moveTo>
                  <a:pt x="292833" y="146416"/>
                </a:moveTo>
                <a:cubicBezTo>
                  <a:pt x="292833" y="151212"/>
                  <a:pt x="292599" y="155995"/>
                  <a:pt x="292129" y="160768"/>
                </a:cubicBezTo>
                <a:cubicBezTo>
                  <a:pt x="291659" y="165540"/>
                  <a:pt x="290956" y="170278"/>
                  <a:pt x="290019" y="174980"/>
                </a:cubicBezTo>
                <a:cubicBezTo>
                  <a:pt x="289083" y="179684"/>
                  <a:pt x="287919" y="184330"/>
                  <a:pt x="286527" y="188919"/>
                </a:cubicBezTo>
                <a:cubicBezTo>
                  <a:pt x="285135" y="193507"/>
                  <a:pt x="283522" y="198017"/>
                  <a:pt x="281686" y="202447"/>
                </a:cubicBezTo>
                <a:cubicBezTo>
                  <a:pt x="279851" y="206877"/>
                  <a:pt x="277803" y="211207"/>
                  <a:pt x="275542" y="215436"/>
                </a:cubicBezTo>
                <a:cubicBezTo>
                  <a:pt x="273283" y="219665"/>
                  <a:pt x="270819" y="223773"/>
                  <a:pt x="268155" y="227761"/>
                </a:cubicBezTo>
                <a:cubicBezTo>
                  <a:pt x="265492" y="231748"/>
                  <a:pt x="262639" y="235595"/>
                  <a:pt x="259597" y="239302"/>
                </a:cubicBezTo>
                <a:cubicBezTo>
                  <a:pt x="256555" y="243009"/>
                  <a:pt x="253338" y="246557"/>
                  <a:pt x="249947" y="249948"/>
                </a:cubicBezTo>
                <a:cubicBezTo>
                  <a:pt x="246556" y="253339"/>
                  <a:pt x="243008" y="256555"/>
                  <a:pt x="239302" y="259598"/>
                </a:cubicBezTo>
                <a:cubicBezTo>
                  <a:pt x="235594" y="262640"/>
                  <a:pt x="231748" y="265493"/>
                  <a:pt x="227759" y="268157"/>
                </a:cubicBezTo>
                <a:cubicBezTo>
                  <a:pt x="223773" y="270821"/>
                  <a:pt x="219664" y="273283"/>
                  <a:pt x="215436" y="275544"/>
                </a:cubicBezTo>
                <a:cubicBezTo>
                  <a:pt x="211207" y="277804"/>
                  <a:pt x="206877" y="279852"/>
                  <a:pt x="202446" y="281687"/>
                </a:cubicBezTo>
                <a:cubicBezTo>
                  <a:pt x="198016" y="283522"/>
                  <a:pt x="193507" y="285136"/>
                  <a:pt x="188918" y="286528"/>
                </a:cubicBezTo>
                <a:cubicBezTo>
                  <a:pt x="184329" y="287920"/>
                  <a:pt x="179682" y="289084"/>
                  <a:pt x="174979" y="290019"/>
                </a:cubicBezTo>
                <a:cubicBezTo>
                  <a:pt x="170277" y="290955"/>
                  <a:pt x="165540" y="291658"/>
                  <a:pt x="160768" y="292128"/>
                </a:cubicBezTo>
                <a:cubicBezTo>
                  <a:pt x="155995" y="292598"/>
                  <a:pt x="151212" y="292833"/>
                  <a:pt x="146416" y="292833"/>
                </a:cubicBezTo>
                <a:cubicBezTo>
                  <a:pt x="141621" y="292833"/>
                  <a:pt x="136838" y="292598"/>
                  <a:pt x="132066" y="292128"/>
                </a:cubicBezTo>
                <a:cubicBezTo>
                  <a:pt x="127294" y="291658"/>
                  <a:pt x="122555" y="290955"/>
                  <a:pt x="117852" y="290019"/>
                </a:cubicBezTo>
                <a:cubicBezTo>
                  <a:pt x="113149" y="289084"/>
                  <a:pt x="108503" y="287920"/>
                  <a:pt x="103913" y="286528"/>
                </a:cubicBezTo>
                <a:cubicBezTo>
                  <a:pt x="99324" y="285136"/>
                  <a:pt x="94815" y="283522"/>
                  <a:pt x="90385" y="281687"/>
                </a:cubicBezTo>
                <a:cubicBezTo>
                  <a:pt x="85954" y="279852"/>
                  <a:pt x="81625" y="277804"/>
                  <a:pt x="77396" y="275544"/>
                </a:cubicBezTo>
                <a:cubicBezTo>
                  <a:pt x="73167" y="273283"/>
                  <a:pt x="69059" y="270821"/>
                  <a:pt x="65071" y="268157"/>
                </a:cubicBezTo>
                <a:cubicBezTo>
                  <a:pt x="61084" y="265493"/>
                  <a:pt x="57237" y="262640"/>
                  <a:pt x="53530" y="259598"/>
                </a:cubicBezTo>
                <a:cubicBezTo>
                  <a:pt x="49824" y="256555"/>
                  <a:pt x="46275" y="253339"/>
                  <a:pt x="42884" y="249948"/>
                </a:cubicBezTo>
                <a:cubicBezTo>
                  <a:pt x="39494" y="246557"/>
                  <a:pt x="36277" y="243009"/>
                  <a:pt x="33235" y="239302"/>
                </a:cubicBezTo>
                <a:cubicBezTo>
                  <a:pt x="30193" y="235595"/>
                  <a:pt x="27339" y="231748"/>
                  <a:pt x="24674" y="227761"/>
                </a:cubicBezTo>
                <a:cubicBezTo>
                  <a:pt x="22011" y="223773"/>
                  <a:pt x="19549" y="219665"/>
                  <a:pt x="17288" y="215436"/>
                </a:cubicBezTo>
                <a:cubicBezTo>
                  <a:pt x="15028" y="211207"/>
                  <a:pt x="12980" y="206877"/>
                  <a:pt x="11144" y="202447"/>
                </a:cubicBezTo>
                <a:cubicBezTo>
                  <a:pt x="9309" y="198017"/>
                  <a:pt x="7696" y="193507"/>
                  <a:pt x="6305" y="188919"/>
                </a:cubicBezTo>
                <a:cubicBezTo>
                  <a:pt x="4913" y="184330"/>
                  <a:pt x="3748" y="179684"/>
                  <a:pt x="2812" y="174980"/>
                </a:cubicBezTo>
                <a:cubicBezTo>
                  <a:pt x="1878" y="170278"/>
                  <a:pt x="1175" y="165540"/>
                  <a:pt x="705" y="160768"/>
                </a:cubicBezTo>
                <a:cubicBezTo>
                  <a:pt x="235" y="155995"/>
                  <a:pt x="0" y="151212"/>
                  <a:pt x="0" y="146416"/>
                </a:cubicBezTo>
                <a:cubicBezTo>
                  <a:pt x="0" y="141621"/>
                  <a:pt x="235" y="136837"/>
                  <a:pt x="705" y="132065"/>
                </a:cubicBezTo>
                <a:cubicBezTo>
                  <a:pt x="1175" y="127293"/>
                  <a:pt x="1878" y="122555"/>
                  <a:pt x="2812" y="117852"/>
                </a:cubicBezTo>
                <a:cubicBezTo>
                  <a:pt x="3748" y="113149"/>
                  <a:pt x="4913" y="108503"/>
                  <a:pt x="6304" y="103914"/>
                </a:cubicBezTo>
                <a:cubicBezTo>
                  <a:pt x="7696" y="99325"/>
                  <a:pt x="9309" y="94816"/>
                  <a:pt x="11144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9" y="73167"/>
                  <a:pt x="22011" y="69059"/>
                  <a:pt x="24674" y="65072"/>
                </a:cubicBezTo>
                <a:cubicBezTo>
                  <a:pt x="27339" y="61084"/>
                  <a:pt x="30193" y="57237"/>
                  <a:pt x="33235" y="53531"/>
                </a:cubicBezTo>
                <a:cubicBezTo>
                  <a:pt x="36277" y="49824"/>
                  <a:pt x="39494" y="46275"/>
                  <a:pt x="42884" y="42884"/>
                </a:cubicBezTo>
                <a:cubicBezTo>
                  <a:pt x="46275" y="39493"/>
                  <a:pt x="49824" y="36277"/>
                  <a:pt x="53530" y="33235"/>
                </a:cubicBezTo>
                <a:cubicBezTo>
                  <a:pt x="57237" y="30193"/>
                  <a:pt x="61083" y="27340"/>
                  <a:pt x="65070" y="24675"/>
                </a:cubicBezTo>
                <a:cubicBezTo>
                  <a:pt x="69058" y="22011"/>
                  <a:pt x="73167" y="19549"/>
                  <a:pt x="77396" y="17289"/>
                </a:cubicBezTo>
                <a:cubicBezTo>
                  <a:pt x="81624" y="15028"/>
                  <a:pt x="85954" y="12980"/>
                  <a:pt x="90385" y="11145"/>
                </a:cubicBezTo>
                <a:cubicBezTo>
                  <a:pt x="94815" y="9310"/>
                  <a:pt x="99324" y="7697"/>
                  <a:pt x="103913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4" y="1175"/>
                  <a:pt x="132066" y="705"/>
                </a:cubicBezTo>
                <a:cubicBezTo>
                  <a:pt x="136838" y="235"/>
                  <a:pt x="141621" y="0"/>
                  <a:pt x="146416" y="0"/>
                </a:cubicBezTo>
                <a:cubicBezTo>
                  <a:pt x="151212" y="0"/>
                  <a:pt x="155995" y="235"/>
                  <a:pt x="160768" y="705"/>
                </a:cubicBezTo>
                <a:cubicBezTo>
                  <a:pt x="165540" y="1175"/>
                  <a:pt x="170277" y="1878"/>
                  <a:pt x="174980" y="2813"/>
                </a:cubicBezTo>
                <a:cubicBezTo>
                  <a:pt x="179682" y="3749"/>
                  <a:pt x="184329" y="4913"/>
                  <a:pt x="188918" y="6305"/>
                </a:cubicBezTo>
                <a:cubicBezTo>
                  <a:pt x="193507" y="7697"/>
                  <a:pt x="198016" y="9310"/>
                  <a:pt x="202446" y="11145"/>
                </a:cubicBezTo>
                <a:cubicBezTo>
                  <a:pt x="206877" y="12980"/>
                  <a:pt x="211207" y="15028"/>
                  <a:pt x="215436" y="17289"/>
                </a:cubicBezTo>
                <a:cubicBezTo>
                  <a:pt x="219664" y="19549"/>
                  <a:pt x="223772" y="22011"/>
                  <a:pt x="227759" y="24675"/>
                </a:cubicBezTo>
                <a:cubicBezTo>
                  <a:pt x="231747" y="27340"/>
                  <a:pt x="235594" y="30193"/>
                  <a:pt x="239302" y="33235"/>
                </a:cubicBezTo>
                <a:cubicBezTo>
                  <a:pt x="243008" y="36277"/>
                  <a:pt x="246556" y="39493"/>
                  <a:pt x="249947" y="42884"/>
                </a:cubicBezTo>
                <a:cubicBezTo>
                  <a:pt x="253338" y="46275"/>
                  <a:pt x="256555" y="49824"/>
                  <a:pt x="259597" y="53531"/>
                </a:cubicBezTo>
                <a:cubicBezTo>
                  <a:pt x="262639" y="57238"/>
                  <a:pt x="265492" y="61085"/>
                  <a:pt x="268155" y="65072"/>
                </a:cubicBezTo>
                <a:cubicBezTo>
                  <a:pt x="270819" y="69059"/>
                  <a:pt x="273282" y="73167"/>
                  <a:pt x="275542" y="77396"/>
                </a:cubicBezTo>
                <a:cubicBezTo>
                  <a:pt x="277803" y="81625"/>
                  <a:pt x="279851" y="85955"/>
                  <a:pt x="281686" y="90385"/>
                </a:cubicBezTo>
                <a:cubicBezTo>
                  <a:pt x="283521" y="94816"/>
                  <a:pt x="285135" y="99325"/>
                  <a:pt x="286527" y="103913"/>
                </a:cubicBezTo>
                <a:cubicBezTo>
                  <a:pt x="287919" y="108503"/>
                  <a:pt x="289083" y="113149"/>
                  <a:pt x="290019" y="117852"/>
                </a:cubicBezTo>
                <a:cubicBezTo>
                  <a:pt x="290956" y="122555"/>
                  <a:pt x="291659" y="127293"/>
                  <a:pt x="292129" y="132065"/>
                </a:cubicBezTo>
                <a:cubicBezTo>
                  <a:pt x="292599" y="136837"/>
                  <a:pt x="292833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C423CB-38D4-4213-AE2A-78CB9F63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447" y="1480814"/>
            <a:ext cx="292833" cy="292833"/>
          </a:xfrm>
          <a:custGeom xmlns:a="http://schemas.openxmlformats.org/drawingml/2006/main">
            <a:pathLst>
              <a:path w="292833" h="292833" fill="none">
                <a:moveTo>
                  <a:pt x="292833" y="146416"/>
                </a:moveTo>
                <a:cubicBezTo>
                  <a:pt x="292833" y="151212"/>
                  <a:pt x="292599" y="155995"/>
                  <a:pt x="292129" y="160768"/>
                </a:cubicBezTo>
                <a:cubicBezTo>
                  <a:pt x="291659" y="165540"/>
                  <a:pt x="290956" y="170278"/>
                  <a:pt x="290019" y="174980"/>
                </a:cubicBezTo>
                <a:cubicBezTo>
                  <a:pt x="289083" y="179684"/>
                  <a:pt x="287919" y="184330"/>
                  <a:pt x="286527" y="188919"/>
                </a:cubicBezTo>
                <a:cubicBezTo>
                  <a:pt x="285135" y="193507"/>
                  <a:pt x="283522" y="198017"/>
                  <a:pt x="281686" y="202447"/>
                </a:cubicBezTo>
                <a:cubicBezTo>
                  <a:pt x="279851" y="206877"/>
                  <a:pt x="277803" y="211207"/>
                  <a:pt x="275542" y="215436"/>
                </a:cubicBezTo>
                <a:cubicBezTo>
                  <a:pt x="273283" y="219665"/>
                  <a:pt x="270819" y="223773"/>
                  <a:pt x="268155" y="227761"/>
                </a:cubicBezTo>
                <a:cubicBezTo>
                  <a:pt x="265492" y="231748"/>
                  <a:pt x="262639" y="235595"/>
                  <a:pt x="259597" y="239302"/>
                </a:cubicBezTo>
                <a:cubicBezTo>
                  <a:pt x="256555" y="243009"/>
                  <a:pt x="253338" y="246557"/>
                  <a:pt x="249947" y="249948"/>
                </a:cubicBezTo>
                <a:cubicBezTo>
                  <a:pt x="246556" y="253339"/>
                  <a:pt x="243008" y="256555"/>
                  <a:pt x="239302" y="259598"/>
                </a:cubicBezTo>
                <a:cubicBezTo>
                  <a:pt x="235594" y="262640"/>
                  <a:pt x="231748" y="265493"/>
                  <a:pt x="227759" y="268157"/>
                </a:cubicBezTo>
                <a:cubicBezTo>
                  <a:pt x="223773" y="270821"/>
                  <a:pt x="219664" y="273283"/>
                  <a:pt x="215436" y="275544"/>
                </a:cubicBezTo>
                <a:cubicBezTo>
                  <a:pt x="211207" y="277804"/>
                  <a:pt x="206877" y="279852"/>
                  <a:pt x="202446" y="281687"/>
                </a:cubicBezTo>
                <a:cubicBezTo>
                  <a:pt x="198016" y="283522"/>
                  <a:pt x="193507" y="285136"/>
                  <a:pt x="188918" y="286528"/>
                </a:cubicBezTo>
                <a:cubicBezTo>
                  <a:pt x="184329" y="287920"/>
                  <a:pt x="179682" y="289084"/>
                  <a:pt x="174979" y="290019"/>
                </a:cubicBezTo>
                <a:cubicBezTo>
                  <a:pt x="170277" y="290955"/>
                  <a:pt x="165540" y="291658"/>
                  <a:pt x="160768" y="292128"/>
                </a:cubicBezTo>
                <a:cubicBezTo>
                  <a:pt x="155995" y="292598"/>
                  <a:pt x="151212" y="292833"/>
                  <a:pt x="146416" y="292833"/>
                </a:cubicBezTo>
                <a:cubicBezTo>
                  <a:pt x="141621" y="292833"/>
                  <a:pt x="136838" y="292598"/>
                  <a:pt x="132066" y="292128"/>
                </a:cubicBezTo>
                <a:cubicBezTo>
                  <a:pt x="127294" y="291658"/>
                  <a:pt x="122555" y="290955"/>
                  <a:pt x="117852" y="290019"/>
                </a:cubicBezTo>
                <a:cubicBezTo>
                  <a:pt x="113149" y="289084"/>
                  <a:pt x="108503" y="287920"/>
                  <a:pt x="103913" y="286528"/>
                </a:cubicBezTo>
                <a:cubicBezTo>
                  <a:pt x="99324" y="285136"/>
                  <a:pt x="94815" y="283522"/>
                  <a:pt x="90385" y="281687"/>
                </a:cubicBezTo>
                <a:cubicBezTo>
                  <a:pt x="85954" y="279852"/>
                  <a:pt x="81625" y="277804"/>
                  <a:pt x="77396" y="275544"/>
                </a:cubicBezTo>
                <a:cubicBezTo>
                  <a:pt x="73167" y="273283"/>
                  <a:pt x="69059" y="270821"/>
                  <a:pt x="65071" y="268157"/>
                </a:cubicBezTo>
                <a:cubicBezTo>
                  <a:pt x="61084" y="265493"/>
                  <a:pt x="57237" y="262640"/>
                  <a:pt x="53530" y="259598"/>
                </a:cubicBezTo>
                <a:cubicBezTo>
                  <a:pt x="49824" y="256555"/>
                  <a:pt x="46275" y="253339"/>
                  <a:pt x="42884" y="249948"/>
                </a:cubicBezTo>
                <a:cubicBezTo>
                  <a:pt x="39494" y="246557"/>
                  <a:pt x="36277" y="243009"/>
                  <a:pt x="33235" y="239302"/>
                </a:cubicBezTo>
                <a:cubicBezTo>
                  <a:pt x="30193" y="235595"/>
                  <a:pt x="27339" y="231748"/>
                  <a:pt x="24674" y="227761"/>
                </a:cubicBezTo>
                <a:cubicBezTo>
                  <a:pt x="22011" y="223773"/>
                  <a:pt x="19549" y="219665"/>
                  <a:pt x="17288" y="215436"/>
                </a:cubicBezTo>
                <a:cubicBezTo>
                  <a:pt x="15028" y="211207"/>
                  <a:pt x="12980" y="206877"/>
                  <a:pt x="11144" y="202447"/>
                </a:cubicBezTo>
                <a:cubicBezTo>
                  <a:pt x="9309" y="198017"/>
                  <a:pt x="7696" y="193507"/>
                  <a:pt x="6305" y="188919"/>
                </a:cubicBezTo>
                <a:cubicBezTo>
                  <a:pt x="4913" y="184330"/>
                  <a:pt x="3748" y="179684"/>
                  <a:pt x="2812" y="174980"/>
                </a:cubicBezTo>
                <a:cubicBezTo>
                  <a:pt x="1878" y="170278"/>
                  <a:pt x="1175" y="165540"/>
                  <a:pt x="705" y="160768"/>
                </a:cubicBezTo>
                <a:cubicBezTo>
                  <a:pt x="235" y="155995"/>
                  <a:pt x="0" y="151212"/>
                  <a:pt x="0" y="146416"/>
                </a:cubicBezTo>
                <a:cubicBezTo>
                  <a:pt x="0" y="141621"/>
                  <a:pt x="235" y="136837"/>
                  <a:pt x="705" y="132065"/>
                </a:cubicBezTo>
                <a:cubicBezTo>
                  <a:pt x="1175" y="127293"/>
                  <a:pt x="1878" y="122555"/>
                  <a:pt x="2812" y="117852"/>
                </a:cubicBezTo>
                <a:cubicBezTo>
                  <a:pt x="3748" y="113149"/>
                  <a:pt x="4913" y="108503"/>
                  <a:pt x="6304" y="103914"/>
                </a:cubicBezTo>
                <a:cubicBezTo>
                  <a:pt x="7696" y="99325"/>
                  <a:pt x="9309" y="94816"/>
                  <a:pt x="11144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9" y="73167"/>
                  <a:pt x="22011" y="69059"/>
                  <a:pt x="24674" y="65072"/>
                </a:cubicBezTo>
                <a:cubicBezTo>
                  <a:pt x="27339" y="61084"/>
                  <a:pt x="30193" y="57237"/>
                  <a:pt x="33235" y="53531"/>
                </a:cubicBezTo>
                <a:cubicBezTo>
                  <a:pt x="36277" y="49824"/>
                  <a:pt x="39494" y="46275"/>
                  <a:pt x="42884" y="42884"/>
                </a:cubicBezTo>
                <a:cubicBezTo>
                  <a:pt x="46275" y="39493"/>
                  <a:pt x="49824" y="36277"/>
                  <a:pt x="53530" y="33235"/>
                </a:cubicBezTo>
                <a:cubicBezTo>
                  <a:pt x="57237" y="30193"/>
                  <a:pt x="61083" y="27340"/>
                  <a:pt x="65070" y="24675"/>
                </a:cubicBezTo>
                <a:cubicBezTo>
                  <a:pt x="69058" y="22011"/>
                  <a:pt x="73167" y="19549"/>
                  <a:pt x="77396" y="17289"/>
                </a:cubicBezTo>
                <a:cubicBezTo>
                  <a:pt x="81624" y="15028"/>
                  <a:pt x="85954" y="12980"/>
                  <a:pt x="90385" y="11145"/>
                </a:cubicBezTo>
                <a:cubicBezTo>
                  <a:pt x="94815" y="9310"/>
                  <a:pt x="99324" y="7697"/>
                  <a:pt x="103913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4" y="1175"/>
                  <a:pt x="132066" y="705"/>
                </a:cubicBezTo>
                <a:cubicBezTo>
                  <a:pt x="136838" y="235"/>
                  <a:pt x="141621" y="0"/>
                  <a:pt x="146416" y="0"/>
                </a:cubicBezTo>
                <a:cubicBezTo>
                  <a:pt x="151212" y="0"/>
                  <a:pt x="155995" y="235"/>
                  <a:pt x="160768" y="705"/>
                </a:cubicBezTo>
                <a:cubicBezTo>
                  <a:pt x="165540" y="1175"/>
                  <a:pt x="170277" y="1878"/>
                  <a:pt x="174980" y="2813"/>
                </a:cubicBezTo>
                <a:cubicBezTo>
                  <a:pt x="179682" y="3749"/>
                  <a:pt x="184329" y="4913"/>
                  <a:pt x="188918" y="6305"/>
                </a:cubicBezTo>
                <a:cubicBezTo>
                  <a:pt x="193507" y="7697"/>
                  <a:pt x="198016" y="9310"/>
                  <a:pt x="202446" y="11145"/>
                </a:cubicBezTo>
                <a:cubicBezTo>
                  <a:pt x="206877" y="12980"/>
                  <a:pt x="211207" y="15028"/>
                  <a:pt x="215436" y="17289"/>
                </a:cubicBezTo>
                <a:cubicBezTo>
                  <a:pt x="219664" y="19549"/>
                  <a:pt x="223772" y="22011"/>
                  <a:pt x="227759" y="24675"/>
                </a:cubicBezTo>
                <a:cubicBezTo>
                  <a:pt x="231747" y="27340"/>
                  <a:pt x="235594" y="30193"/>
                  <a:pt x="239302" y="33235"/>
                </a:cubicBezTo>
                <a:cubicBezTo>
                  <a:pt x="243008" y="36277"/>
                  <a:pt x="246556" y="39493"/>
                  <a:pt x="249947" y="42884"/>
                </a:cubicBezTo>
                <a:cubicBezTo>
                  <a:pt x="253338" y="46275"/>
                  <a:pt x="256555" y="49824"/>
                  <a:pt x="259597" y="53531"/>
                </a:cubicBezTo>
                <a:cubicBezTo>
                  <a:pt x="262639" y="57238"/>
                  <a:pt x="265492" y="61085"/>
                  <a:pt x="268155" y="65072"/>
                </a:cubicBezTo>
                <a:cubicBezTo>
                  <a:pt x="270819" y="69059"/>
                  <a:pt x="273282" y="73167"/>
                  <a:pt x="275542" y="77396"/>
                </a:cubicBezTo>
                <a:cubicBezTo>
                  <a:pt x="277803" y="81625"/>
                  <a:pt x="279851" y="85955"/>
                  <a:pt x="281686" y="90385"/>
                </a:cubicBezTo>
                <a:cubicBezTo>
                  <a:pt x="283521" y="94816"/>
                  <a:pt x="285135" y="99325"/>
                  <a:pt x="286527" y="103913"/>
                </a:cubicBezTo>
                <a:cubicBezTo>
                  <a:pt x="287919" y="108503"/>
                  <a:pt x="289083" y="113149"/>
                  <a:pt x="290019" y="117852"/>
                </a:cubicBezTo>
                <a:cubicBezTo>
                  <a:pt x="290956" y="122555"/>
                  <a:pt x="291659" y="127293"/>
                  <a:pt x="292129" y="132065"/>
                </a:cubicBezTo>
                <a:cubicBezTo>
                  <a:pt x="292599" y="136837"/>
                  <a:pt x="292833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72" name="Text s">
            <a:extLst xmlns:a="http://schemas.openxmlformats.org/drawingml/2006/main">
              <a:ext uri="{FF2B5EF4-FFF2-40B4-BE49-F238E27FC236}">
                <a16:creationId xmlns:a16="http://schemas.microsoft.com/office/drawing/2014/main" id="{2B71990D-B37C-45FE-BC51-DBF82830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499" y="1587413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Text 6">
            <a:extLst xmlns:a="http://schemas.openxmlformats.org/drawingml/2006/main">
              <a:ext uri="{FF2B5EF4-FFF2-40B4-BE49-F238E27FC236}">
                <a16:creationId xmlns:a16="http://schemas.microsoft.com/office/drawing/2014/main" id="{77C28489-B600-4125-989B-D6D5B706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990" y="1611385"/>
            <a:ext cx="65337" cy="107345"/>
          </a:xfrm>
          <a:custGeom xmlns:a="http://schemas.openxmlformats.org/drawingml/2006/main">
            <a:pathLst>
              <a:path w="65337" h="107345">
                <a:moveTo>
                  <a:pt x="63279" y="0"/>
                </a:moveTo>
                <a:lnTo>
                  <a:pt x="63279" y="2821"/>
                </a:lnTo>
                <a:cubicBezTo>
                  <a:pt x="56570" y="3482"/>
                  <a:pt x="51093" y="4816"/>
                  <a:pt x="46849" y="6823"/>
                </a:cubicBezTo>
                <a:cubicBezTo>
                  <a:pt x="42605" y="8831"/>
                  <a:pt x="38412" y="11893"/>
                  <a:pt x="34270" y="16010"/>
                </a:cubicBezTo>
                <a:cubicBezTo>
                  <a:pt x="30127" y="20127"/>
                  <a:pt x="26697" y="24714"/>
                  <a:pt x="23977" y="29772"/>
                </a:cubicBezTo>
                <a:cubicBezTo>
                  <a:pt x="21258" y="34829"/>
                  <a:pt x="18984" y="40839"/>
                  <a:pt x="17154" y="47802"/>
                </a:cubicBezTo>
                <a:cubicBezTo>
                  <a:pt x="24473" y="42770"/>
                  <a:pt x="31817" y="40254"/>
                  <a:pt x="39187" y="40254"/>
                </a:cubicBezTo>
                <a:cubicBezTo>
                  <a:pt x="46252" y="40254"/>
                  <a:pt x="52376" y="43101"/>
                  <a:pt x="57561" y="48793"/>
                </a:cubicBezTo>
                <a:cubicBezTo>
                  <a:pt x="62745" y="54486"/>
                  <a:pt x="65337" y="61805"/>
                  <a:pt x="65337" y="70750"/>
                </a:cubicBezTo>
                <a:cubicBezTo>
                  <a:pt x="65337" y="79391"/>
                  <a:pt x="62720" y="87269"/>
                  <a:pt x="57485" y="94384"/>
                </a:cubicBezTo>
                <a:cubicBezTo>
                  <a:pt x="51182" y="103025"/>
                  <a:pt x="42847" y="107345"/>
                  <a:pt x="32478" y="107345"/>
                </a:cubicBezTo>
                <a:cubicBezTo>
                  <a:pt x="25413" y="107345"/>
                  <a:pt x="19416" y="105007"/>
                  <a:pt x="14485" y="100331"/>
                </a:cubicBezTo>
                <a:cubicBezTo>
                  <a:pt x="4828" y="91233"/>
                  <a:pt x="0" y="79441"/>
                  <a:pt x="0" y="64956"/>
                </a:cubicBezTo>
                <a:cubicBezTo>
                  <a:pt x="0" y="55706"/>
                  <a:pt x="1855" y="46913"/>
                  <a:pt x="5565" y="38577"/>
                </a:cubicBezTo>
                <a:cubicBezTo>
                  <a:pt x="9276" y="30242"/>
                  <a:pt x="14574" y="22846"/>
                  <a:pt x="21461" y="16391"/>
                </a:cubicBezTo>
                <a:cubicBezTo>
                  <a:pt x="28348" y="9937"/>
                  <a:pt x="34943" y="5591"/>
                  <a:pt x="41246" y="3355"/>
                </a:cubicBezTo>
                <a:cubicBezTo>
                  <a:pt x="47548" y="1118"/>
                  <a:pt x="53418" y="0"/>
                  <a:pt x="58857" y="0"/>
                </a:cubicBezTo>
                <a:lnTo>
                  <a:pt x="63279" y="0"/>
                </a:lnTo>
                <a:moveTo>
                  <a:pt x="15858" y="53368"/>
                </a:moveTo>
                <a:cubicBezTo>
                  <a:pt x="14943" y="60229"/>
                  <a:pt x="14485" y="65769"/>
                  <a:pt x="14485" y="69988"/>
                </a:cubicBezTo>
                <a:cubicBezTo>
                  <a:pt x="14485" y="74867"/>
                  <a:pt x="15388" y="80166"/>
                  <a:pt x="17192" y="85884"/>
                </a:cubicBezTo>
                <a:cubicBezTo>
                  <a:pt x="18996" y="91602"/>
                  <a:pt x="21677" y="96138"/>
                  <a:pt x="25235" y="99492"/>
                </a:cubicBezTo>
                <a:cubicBezTo>
                  <a:pt x="27827" y="101881"/>
                  <a:pt x="30979" y="103076"/>
                  <a:pt x="34689" y="103076"/>
                </a:cubicBezTo>
                <a:cubicBezTo>
                  <a:pt x="39111" y="103076"/>
                  <a:pt x="43063" y="100992"/>
                  <a:pt x="46544" y="96824"/>
                </a:cubicBezTo>
                <a:cubicBezTo>
                  <a:pt x="50026" y="92656"/>
                  <a:pt x="51767" y="86710"/>
                  <a:pt x="51767" y="78984"/>
                </a:cubicBezTo>
                <a:cubicBezTo>
                  <a:pt x="51767" y="70293"/>
                  <a:pt x="50038" y="62770"/>
                  <a:pt x="46582" y="56417"/>
                </a:cubicBezTo>
                <a:cubicBezTo>
                  <a:pt x="43126" y="50064"/>
                  <a:pt x="38221" y="46887"/>
                  <a:pt x="31868" y="46887"/>
                </a:cubicBezTo>
                <a:cubicBezTo>
                  <a:pt x="29937" y="46887"/>
                  <a:pt x="27866" y="47294"/>
                  <a:pt x="25655" y="48107"/>
                </a:cubicBezTo>
                <a:cubicBezTo>
                  <a:pt x="23444" y="48920"/>
                  <a:pt x="20178" y="50674"/>
                  <a:pt x="15858" y="533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Text x">
            <a:extLst xmlns:a="http://schemas.openxmlformats.org/drawingml/2006/main">
              <a:ext uri="{FF2B5EF4-FFF2-40B4-BE49-F238E27FC236}">
                <a16:creationId xmlns:a16="http://schemas.microsoft.com/office/drawing/2014/main" id="{B55D8C2D-056A-46FF-9345-0E429233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836" y="1835154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Text 1">
            <a:extLst xmlns:a="http://schemas.openxmlformats.org/drawingml/2006/main">
              <a:ext uri="{FF2B5EF4-FFF2-40B4-BE49-F238E27FC236}">
                <a16:creationId xmlns:a16="http://schemas.microsoft.com/office/drawing/2014/main" id="{42E3A953-2928-4C6D-A1A7-4D1957C7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58" y="1836000"/>
            <a:ext cx="45812" cy="118734"/>
          </a:xfrm>
          <a:custGeom xmlns:a="http://schemas.openxmlformats.org/drawingml/2006/main">
            <a:pathLst>
              <a:path w="45812" h="118734">
                <a:moveTo>
                  <a:pt x="0" y="13812"/>
                </a:moveTo>
                <a:lnTo>
                  <a:pt x="28311" y="0"/>
                </a:lnTo>
                <a:lnTo>
                  <a:pt x="31142" y="0"/>
                </a:lnTo>
                <a:lnTo>
                  <a:pt x="31142" y="98230"/>
                </a:lnTo>
                <a:cubicBezTo>
                  <a:pt x="31142" y="104751"/>
                  <a:pt x="31414" y="108811"/>
                  <a:pt x="31957" y="110413"/>
                </a:cubicBezTo>
                <a:cubicBezTo>
                  <a:pt x="32500" y="112014"/>
                  <a:pt x="33630" y="113244"/>
                  <a:pt x="35346" y="114102"/>
                </a:cubicBezTo>
                <a:cubicBezTo>
                  <a:pt x="37062" y="114960"/>
                  <a:pt x="40550" y="115446"/>
                  <a:pt x="45812" y="115560"/>
                </a:cubicBezTo>
                <a:lnTo>
                  <a:pt x="45812" y="118734"/>
                </a:lnTo>
                <a:lnTo>
                  <a:pt x="2059" y="118734"/>
                </a:lnTo>
                <a:lnTo>
                  <a:pt x="2059" y="115560"/>
                </a:lnTo>
                <a:cubicBezTo>
                  <a:pt x="7550" y="115446"/>
                  <a:pt x="11096" y="114974"/>
                  <a:pt x="12697" y="114145"/>
                </a:cubicBezTo>
                <a:cubicBezTo>
                  <a:pt x="14298" y="113315"/>
                  <a:pt x="15414" y="112200"/>
                  <a:pt x="16043" y="110799"/>
                </a:cubicBezTo>
                <a:cubicBezTo>
                  <a:pt x="16672" y="109398"/>
                  <a:pt x="16987" y="105208"/>
                  <a:pt x="16987" y="98230"/>
                </a:cubicBezTo>
                <a:lnTo>
                  <a:pt x="16987" y="35432"/>
                </a:lnTo>
                <a:cubicBezTo>
                  <a:pt x="16987" y="26967"/>
                  <a:pt x="16701" y="21533"/>
                  <a:pt x="16129" y="19131"/>
                </a:cubicBezTo>
                <a:cubicBezTo>
                  <a:pt x="15728" y="17301"/>
                  <a:pt x="14999" y="15957"/>
                  <a:pt x="13941" y="15099"/>
                </a:cubicBezTo>
                <a:cubicBezTo>
                  <a:pt x="12883" y="14241"/>
                  <a:pt x="11610" y="13812"/>
                  <a:pt x="10123" y="13812"/>
                </a:cubicBezTo>
                <a:cubicBezTo>
                  <a:pt x="8007" y="13812"/>
                  <a:pt x="5062" y="14699"/>
                  <a:pt x="1287" y="16472"/>
                </a:cubicBezTo>
                <a:lnTo>
                  <a:pt x="0" y="13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Text /y">
            <a:extLst xmlns:a="http://schemas.openxmlformats.org/drawingml/2006/main">
              <a:ext uri="{FF2B5EF4-FFF2-40B4-BE49-F238E27FC236}">
                <a16:creationId xmlns:a16="http://schemas.microsoft.com/office/drawing/2014/main" id="{67B652FA-5D28-44DC-ACD4-70B92885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7476" y="1791744"/>
            <a:ext cx="135407" cy="159914"/>
          </a:xfrm>
          <a:custGeom xmlns:a="http://schemas.openxmlformats.org/drawingml/2006/main">
            <a:pathLst>
              <a:path w="135407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6" y="43410"/>
                </a:moveTo>
                <a:lnTo>
                  <a:pt x="86249" y="43410"/>
                </a:lnTo>
                <a:lnTo>
                  <a:pt x="86249" y="46584"/>
                </a:lnTo>
                <a:lnTo>
                  <a:pt x="84447" y="46584"/>
                </a:lnTo>
                <a:cubicBezTo>
                  <a:pt x="81873" y="46584"/>
                  <a:pt x="79943" y="47142"/>
                  <a:pt x="78656" y="48257"/>
                </a:cubicBezTo>
                <a:cubicBezTo>
                  <a:pt x="77369" y="49373"/>
                  <a:pt x="76726" y="50760"/>
                  <a:pt x="76726" y="52418"/>
                </a:cubicBezTo>
                <a:cubicBezTo>
                  <a:pt x="76726" y="54649"/>
                  <a:pt x="77670" y="57737"/>
                  <a:pt x="79557" y="61684"/>
                </a:cubicBezTo>
                <a:lnTo>
                  <a:pt x="98688" y="101319"/>
                </a:lnTo>
                <a:lnTo>
                  <a:pt x="116275" y="57909"/>
                </a:lnTo>
                <a:cubicBezTo>
                  <a:pt x="117248" y="55564"/>
                  <a:pt x="117734" y="53247"/>
                  <a:pt x="117734" y="50960"/>
                </a:cubicBezTo>
                <a:cubicBezTo>
                  <a:pt x="117734" y="49930"/>
                  <a:pt x="117534" y="49158"/>
                  <a:pt x="117133" y="48643"/>
                </a:cubicBezTo>
                <a:cubicBezTo>
                  <a:pt x="116676" y="48014"/>
                  <a:pt x="115961" y="47514"/>
                  <a:pt x="114989" y="47142"/>
                </a:cubicBezTo>
                <a:cubicBezTo>
                  <a:pt x="114016" y="46770"/>
                  <a:pt x="112300" y="46584"/>
                  <a:pt x="109841" y="46584"/>
                </a:cubicBezTo>
                <a:lnTo>
                  <a:pt x="109841" y="43410"/>
                </a:lnTo>
                <a:lnTo>
                  <a:pt x="135407" y="43410"/>
                </a:lnTo>
                <a:lnTo>
                  <a:pt x="135407" y="46584"/>
                </a:lnTo>
                <a:cubicBezTo>
                  <a:pt x="133291" y="46813"/>
                  <a:pt x="131661" y="47271"/>
                  <a:pt x="130517" y="47957"/>
                </a:cubicBezTo>
                <a:cubicBezTo>
                  <a:pt x="129373" y="48643"/>
                  <a:pt x="128115" y="49930"/>
                  <a:pt x="126742" y="51818"/>
                </a:cubicBezTo>
                <a:cubicBezTo>
                  <a:pt x="126227" y="52618"/>
                  <a:pt x="125255" y="54820"/>
                  <a:pt x="123825" y="58424"/>
                </a:cubicBezTo>
                <a:lnTo>
                  <a:pt x="91825" y="136836"/>
                </a:lnTo>
                <a:cubicBezTo>
                  <a:pt x="88737" y="144443"/>
                  <a:pt x="84690" y="150191"/>
                  <a:pt x="79686" y="154080"/>
                </a:cubicBezTo>
                <a:cubicBezTo>
                  <a:pt x="74681" y="157969"/>
                  <a:pt x="69863" y="159914"/>
                  <a:pt x="65230" y="159914"/>
                </a:cubicBezTo>
                <a:cubicBezTo>
                  <a:pt x="61855" y="159914"/>
                  <a:pt x="59082" y="158953"/>
                  <a:pt x="56908" y="157032"/>
                </a:cubicBezTo>
                <a:cubicBezTo>
                  <a:pt x="54735" y="155111"/>
                  <a:pt x="53648" y="152907"/>
                  <a:pt x="53648" y="150421"/>
                </a:cubicBezTo>
                <a:cubicBezTo>
                  <a:pt x="53648" y="148047"/>
                  <a:pt x="54435" y="146133"/>
                  <a:pt x="56007" y="144678"/>
                </a:cubicBezTo>
                <a:cubicBezTo>
                  <a:pt x="57580" y="143225"/>
                  <a:pt x="59739" y="142499"/>
                  <a:pt x="62485" y="142499"/>
                </a:cubicBezTo>
                <a:cubicBezTo>
                  <a:pt x="64372" y="142499"/>
                  <a:pt x="66946" y="143128"/>
                  <a:pt x="70206" y="144386"/>
                </a:cubicBezTo>
                <a:cubicBezTo>
                  <a:pt x="72493" y="145244"/>
                  <a:pt x="73923" y="145673"/>
                  <a:pt x="74495" y="145673"/>
                </a:cubicBezTo>
                <a:cubicBezTo>
                  <a:pt x="76211" y="145673"/>
                  <a:pt x="78084" y="144780"/>
                  <a:pt x="80115" y="142995"/>
                </a:cubicBezTo>
                <a:cubicBezTo>
                  <a:pt x="82145" y="141211"/>
                  <a:pt x="84190" y="137758"/>
                  <a:pt x="86249" y="132635"/>
                </a:cubicBezTo>
                <a:lnTo>
                  <a:pt x="91825" y="118906"/>
                </a:lnTo>
                <a:lnTo>
                  <a:pt x="63600" y="59625"/>
                </a:lnTo>
                <a:cubicBezTo>
                  <a:pt x="62742" y="57852"/>
                  <a:pt x="61369" y="55650"/>
                  <a:pt x="59482" y="53019"/>
                </a:cubicBezTo>
                <a:cubicBezTo>
                  <a:pt x="58052" y="51017"/>
                  <a:pt x="56880" y="49673"/>
                  <a:pt x="55964" y="48987"/>
                </a:cubicBezTo>
                <a:cubicBezTo>
                  <a:pt x="54649" y="48071"/>
                  <a:pt x="52533" y="47271"/>
                  <a:pt x="49616" y="46584"/>
                </a:cubicBezTo>
                <a:lnTo>
                  <a:pt x="49616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Text 1">
            <a:extLst xmlns:a="http://schemas.openxmlformats.org/drawingml/2006/main">
              <a:ext uri="{FF2B5EF4-FFF2-40B4-BE49-F238E27FC236}">
                <a16:creationId xmlns:a16="http://schemas.microsoft.com/office/drawing/2014/main" id="{6688D274-B9AC-4055-9AB7-F7857B56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524" y="1836000"/>
            <a:ext cx="45812" cy="118734"/>
          </a:xfrm>
          <a:custGeom xmlns:a="http://schemas.openxmlformats.org/drawingml/2006/main">
            <a:pathLst>
              <a:path w="45812" h="118734">
                <a:moveTo>
                  <a:pt x="0" y="13812"/>
                </a:moveTo>
                <a:lnTo>
                  <a:pt x="28311" y="0"/>
                </a:lnTo>
                <a:lnTo>
                  <a:pt x="31142" y="0"/>
                </a:lnTo>
                <a:lnTo>
                  <a:pt x="31142" y="98230"/>
                </a:lnTo>
                <a:cubicBezTo>
                  <a:pt x="31142" y="104751"/>
                  <a:pt x="31414" y="108811"/>
                  <a:pt x="31957" y="110413"/>
                </a:cubicBezTo>
                <a:cubicBezTo>
                  <a:pt x="32500" y="112014"/>
                  <a:pt x="33630" y="113244"/>
                  <a:pt x="35346" y="114102"/>
                </a:cubicBezTo>
                <a:cubicBezTo>
                  <a:pt x="37062" y="114960"/>
                  <a:pt x="40550" y="115446"/>
                  <a:pt x="45812" y="115560"/>
                </a:cubicBezTo>
                <a:lnTo>
                  <a:pt x="45812" y="118734"/>
                </a:lnTo>
                <a:lnTo>
                  <a:pt x="2059" y="118734"/>
                </a:lnTo>
                <a:lnTo>
                  <a:pt x="2059" y="115560"/>
                </a:lnTo>
                <a:cubicBezTo>
                  <a:pt x="7550" y="115446"/>
                  <a:pt x="11096" y="114974"/>
                  <a:pt x="12697" y="114145"/>
                </a:cubicBezTo>
                <a:cubicBezTo>
                  <a:pt x="14298" y="113315"/>
                  <a:pt x="15414" y="112200"/>
                  <a:pt x="16043" y="110799"/>
                </a:cubicBezTo>
                <a:cubicBezTo>
                  <a:pt x="16672" y="109398"/>
                  <a:pt x="16987" y="105208"/>
                  <a:pt x="16987" y="98230"/>
                </a:cubicBezTo>
                <a:lnTo>
                  <a:pt x="16987" y="35432"/>
                </a:lnTo>
                <a:cubicBezTo>
                  <a:pt x="16987" y="26967"/>
                  <a:pt x="16701" y="21533"/>
                  <a:pt x="16129" y="19131"/>
                </a:cubicBezTo>
                <a:cubicBezTo>
                  <a:pt x="15728" y="17301"/>
                  <a:pt x="14999" y="15957"/>
                  <a:pt x="13941" y="15099"/>
                </a:cubicBezTo>
                <a:cubicBezTo>
                  <a:pt x="12883" y="14241"/>
                  <a:pt x="11610" y="13812"/>
                  <a:pt x="10123" y="13812"/>
                </a:cubicBezTo>
                <a:cubicBezTo>
                  <a:pt x="8007" y="13812"/>
                  <a:pt x="5062" y="14699"/>
                  <a:pt x="1287" y="16472"/>
                </a:cubicBezTo>
                <a:lnTo>
                  <a:pt x="0" y="13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Text x">
            <a:extLst xmlns:a="http://schemas.openxmlformats.org/drawingml/2006/main">
              <a:ext uri="{FF2B5EF4-FFF2-40B4-BE49-F238E27FC236}">
                <a16:creationId xmlns:a16="http://schemas.microsoft.com/office/drawing/2014/main" id="{E5A2B2F5-7297-43AD-983A-DBB33B6E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9603" y="1495468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Text 1">
            <a:extLst xmlns:a="http://schemas.openxmlformats.org/drawingml/2006/main">
              <a:ext uri="{FF2B5EF4-FFF2-40B4-BE49-F238E27FC236}">
                <a16:creationId xmlns:a16="http://schemas.microsoft.com/office/drawing/2014/main" id="{A0E5F178-5B39-463D-9234-D2A9C3D6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5727" y="1496315"/>
            <a:ext cx="45812" cy="118734"/>
          </a:xfrm>
          <a:custGeom xmlns:a="http://schemas.openxmlformats.org/drawingml/2006/main">
            <a:pathLst>
              <a:path w="45812" h="118734">
                <a:moveTo>
                  <a:pt x="0" y="13812"/>
                </a:moveTo>
                <a:lnTo>
                  <a:pt x="28311" y="0"/>
                </a:lnTo>
                <a:lnTo>
                  <a:pt x="31142" y="0"/>
                </a:lnTo>
                <a:lnTo>
                  <a:pt x="31142" y="98230"/>
                </a:lnTo>
                <a:cubicBezTo>
                  <a:pt x="31142" y="104751"/>
                  <a:pt x="31414" y="108811"/>
                  <a:pt x="31957" y="110413"/>
                </a:cubicBezTo>
                <a:cubicBezTo>
                  <a:pt x="32500" y="112014"/>
                  <a:pt x="33630" y="113244"/>
                  <a:pt x="35346" y="114102"/>
                </a:cubicBezTo>
                <a:cubicBezTo>
                  <a:pt x="37062" y="114960"/>
                  <a:pt x="40550" y="115446"/>
                  <a:pt x="45812" y="115560"/>
                </a:cubicBezTo>
                <a:lnTo>
                  <a:pt x="45812" y="118734"/>
                </a:lnTo>
                <a:lnTo>
                  <a:pt x="2059" y="118734"/>
                </a:lnTo>
                <a:lnTo>
                  <a:pt x="2059" y="115560"/>
                </a:lnTo>
                <a:cubicBezTo>
                  <a:pt x="7550" y="115446"/>
                  <a:pt x="11096" y="114974"/>
                  <a:pt x="12697" y="114145"/>
                </a:cubicBezTo>
                <a:cubicBezTo>
                  <a:pt x="14298" y="113315"/>
                  <a:pt x="15414" y="112200"/>
                  <a:pt x="16043" y="110799"/>
                </a:cubicBezTo>
                <a:cubicBezTo>
                  <a:pt x="16672" y="109398"/>
                  <a:pt x="16987" y="105208"/>
                  <a:pt x="16987" y="98230"/>
                </a:cubicBezTo>
                <a:lnTo>
                  <a:pt x="16987" y="35432"/>
                </a:lnTo>
                <a:cubicBezTo>
                  <a:pt x="16987" y="26967"/>
                  <a:pt x="16701" y="21533"/>
                  <a:pt x="16129" y="19131"/>
                </a:cubicBezTo>
                <a:cubicBezTo>
                  <a:pt x="15728" y="17301"/>
                  <a:pt x="14999" y="15957"/>
                  <a:pt x="13941" y="15099"/>
                </a:cubicBezTo>
                <a:cubicBezTo>
                  <a:pt x="12883" y="14241"/>
                  <a:pt x="11610" y="13812"/>
                  <a:pt x="10123" y="13812"/>
                </a:cubicBezTo>
                <a:cubicBezTo>
                  <a:pt x="8007" y="13812"/>
                  <a:pt x="5062" y="14699"/>
                  <a:pt x="1287" y="16472"/>
                </a:cubicBezTo>
                <a:lnTo>
                  <a:pt x="0" y="13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Text /y">
            <a:extLst xmlns:a="http://schemas.openxmlformats.org/drawingml/2006/main">
              <a:ext uri="{FF2B5EF4-FFF2-40B4-BE49-F238E27FC236}">
                <a16:creationId xmlns:a16="http://schemas.microsoft.com/office/drawing/2014/main" id="{F6A163D8-C4ED-4D69-BD29-5EDABA99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3244" y="1452058"/>
            <a:ext cx="135407" cy="159914"/>
          </a:xfrm>
          <a:custGeom xmlns:a="http://schemas.openxmlformats.org/drawingml/2006/main">
            <a:pathLst>
              <a:path w="135407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6" y="43410"/>
                </a:moveTo>
                <a:lnTo>
                  <a:pt x="86249" y="43410"/>
                </a:lnTo>
                <a:lnTo>
                  <a:pt x="86249" y="46584"/>
                </a:lnTo>
                <a:lnTo>
                  <a:pt x="84447" y="46584"/>
                </a:lnTo>
                <a:cubicBezTo>
                  <a:pt x="81873" y="46584"/>
                  <a:pt x="79943" y="47142"/>
                  <a:pt x="78656" y="48257"/>
                </a:cubicBezTo>
                <a:cubicBezTo>
                  <a:pt x="77369" y="49373"/>
                  <a:pt x="76726" y="50760"/>
                  <a:pt x="76726" y="52418"/>
                </a:cubicBezTo>
                <a:cubicBezTo>
                  <a:pt x="76726" y="54649"/>
                  <a:pt x="77670" y="57737"/>
                  <a:pt x="79557" y="61684"/>
                </a:cubicBezTo>
                <a:lnTo>
                  <a:pt x="98688" y="101319"/>
                </a:lnTo>
                <a:lnTo>
                  <a:pt x="116275" y="57909"/>
                </a:lnTo>
                <a:cubicBezTo>
                  <a:pt x="117248" y="55564"/>
                  <a:pt x="117734" y="53247"/>
                  <a:pt x="117734" y="50960"/>
                </a:cubicBezTo>
                <a:cubicBezTo>
                  <a:pt x="117734" y="49930"/>
                  <a:pt x="117534" y="49158"/>
                  <a:pt x="117133" y="48643"/>
                </a:cubicBezTo>
                <a:cubicBezTo>
                  <a:pt x="116676" y="48014"/>
                  <a:pt x="115961" y="47514"/>
                  <a:pt x="114989" y="47142"/>
                </a:cubicBezTo>
                <a:cubicBezTo>
                  <a:pt x="114016" y="46770"/>
                  <a:pt x="112300" y="46584"/>
                  <a:pt x="109841" y="46584"/>
                </a:cubicBezTo>
                <a:lnTo>
                  <a:pt x="109841" y="43410"/>
                </a:lnTo>
                <a:lnTo>
                  <a:pt x="135407" y="43410"/>
                </a:lnTo>
                <a:lnTo>
                  <a:pt x="135407" y="46584"/>
                </a:lnTo>
                <a:cubicBezTo>
                  <a:pt x="133291" y="46813"/>
                  <a:pt x="131661" y="47271"/>
                  <a:pt x="130517" y="47957"/>
                </a:cubicBezTo>
                <a:cubicBezTo>
                  <a:pt x="129373" y="48643"/>
                  <a:pt x="128115" y="49930"/>
                  <a:pt x="126742" y="51818"/>
                </a:cubicBezTo>
                <a:cubicBezTo>
                  <a:pt x="126227" y="52618"/>
                  <a:pt x="125255" y="54820"/>
                  <a:pt x="123825" y="58424"/>
                </a:cubicBezTo>
                <a:lnTo>
                  <a:pt x="91825" y="136836"/>
                </a:lnTo>
                <a:cubicBezTo>
                  <a:pt x="88737" y="144443"/>
                  <a:pt x="84690" y="150191"/>
                  <a:pt x="79686" y="154080"/>
                </a:cubicBezTo>
                <a:cubicBezTo>
                  <a:pt x="74681" y="157969"/>
                  <a:pt x="69863" y="159914"/>
                  <a:pt x="65230" y="159914"/>
                </a:cubicBezTo>
                <a:cubicBezTo>
                  <a:pt x="61855" y="159914"/>
                  <a:pt x="59082" y="158953"/>
                  <a:pt x="56908" y="157032"/>
                </a:cubicBezTo>
                <a:cubicBezTo>
                  <a:pt x="54735" y="155111"/>
                  <a:pt x="53648" y="152907"/>
                  <a:pt x="53648" y="150421"/>
                </a:cubicBezTo>
                <a:cubicBezTo>
                  <a:pt x="53648" y="148047"/>
                  <a:pt x="54435" y="146133"/>
                  <a:pt x="56007" y="144678"/>
                </a:cubicBezTo>
                <a:cubicBezTo>
                  <a:pt x="57580" y="143225"/>
                  <a:pt x="59739" y="142499"/>
                  <a:pt x="62485" y="142499"/>
                </a:cubicBezTo>
                <a:cubicBezTo>
                  <a:pt x="64372" y="142499"/>
                  <a:pt x="66946" y="143128"/>
                  <a:pt x="70206" y="144386"/>
                </a:cubicBezTo>
                <a:cubicBezTo>
                  <a:pt x="72493" y="145244"/>
                  <a:pt x="73923" y="145673"/>
                  <a:pt x="74495" y="145673"/>
                </a:cubicBezTo>
                <a:cubicBezTo>
                  <a:pt x="76211" y="145673"/>
                  <a:pt x="78084" y="144780"/>
                  <a:pt x="80115" y="142995"/>
                </a:cubicBezTo>
                <a:cubicBezTo>
                  <a:pt x="82145" y="141211"/>
                  <a:pt x="84190" y="137758"/>
                  <a:pt x="86249" y="132635"/>
                </a:cubicBezTo>
                <a:lnTo>
                  <a:pt x="91825" y="118906"/>
                </a:lnTo>
                <a:lnTo>
                  <a:pt x="63600" y="59625"/>
                </a:lnTo>
                <a:cubicBezTo>
                  <a:pt x="62742" y="57852"/>
                  <a:pt x="61369" y="55650"/>
                  <a:pt x="59482" y="53019"/>
                </a:cubicBezTo>
                <a:cubicBezTo>
                  <a:pt x="58052" y="51017"/>
                  <a:pt x="56880" y="49673"/>
                  <a:pt x="55964" y="48987"/>
                </a:cubicBezTo>
                <a:cubicBezTo>
                  <a:pt x="54649" y="48071"/>
                  <a:pt x="52533" y="47271"/>
                  <a:pt x="49616" y="46584"/>
                </a:cubicBezTo>
                <a:lnTo>
                  <a:pt x="49616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Text 4">
            <a:extLst xmlns:a="http://schemas.openxmlformats.org/drawingml/2006/main">
              <a:ext uri="{FF2B5EF4-FFF2-40B4-BE49-F238E27FC236}">
                <a16:creationId xmlns:a16="http://schemas.microsoft.com/office/drawing/2014/main" id="{59604887-7FAC-48A3-96D6-B785A138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447" y="1496315"/>
            <a:ext cx="79013" cy="118734"/>
          </a:xfrm>
          <a:custGeom xmlns:a="http://schemas.openxmlformats.org/drawingml/2006/main">
            <a:pathLst>
              <a:path w="79013" h="118734">
                <a:moveTo>
                  <a:pt x="79013" y="75839"/>
                </a:moveTo>
                <a:lnTo>
                  <a:pt x="79013" y="88021"/>
                </a:lnTo>
                <a:lnTo>
                  <a:pt x="63399" y="88021"/>
                </a:lnTo>
                <a:lnTo>
                  <a:pt x="63399" y="118734"/>
                </a:lnTo>
                <a:lnTo>
                  <a:pt x="49244" y="118734"/>
                </a:lnTo>
                <a:lnTo>
                  <a:pt x="49244" y="88021"/>
                </a:lnTo>
                <a:lnTo>
                  <a:pt x="0" y="88021"/>
                </a:lnTo>
                <a:lnTo>
                  <a:pt x="0" y="77040"/>
                </a:lnTo>
                <a:lnTo>
                  <a:pt x="53962" y="0"/>
                </a:lnTo>
                <a:lnTo>
                  <a:pt x="63399" y="0"/>
                </a:lnTo>
                <a:lnTo>
                  <a:pt x="63399" y="75839"/>
                </a:lnTo>
                <a:lnTo>
                  <a:pt x="79013" y="75839"/>
                </a:lnTo>
                <a:moveTo>
                  <a:pt x="49244" y="75839"/>
                </a:moveTo>
                <a:lnTo>
                  <a:pt x="49244" y="18102"/>
                </a:lnTo>
                <a:lnTo>
                  <a:pt x="8407" y="75839"/>
                </a:lnTo>
                <a:lnTo>
                  <a:pt x="49244" y="758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574115-17E4-4DD5-8C0F-16AEE8D1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761" y="1314251"/>
            <a:ext cx="548476" cy="196842"/>
          </a:xfrm>
          <a:custGeom xmlns:a="http://schemas.openxmlformats.org/drawingml/2006/main">
            <a:pathLst>
              <a:path w="548476" h="196842" fill="none">
                <a:moveTo>
                  <a:pt x="0" y="0"/>
                </a:moveTo>
                <a:lnTo>
                  <a:pt x="548476" y="196842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0A8330-70C1-481D-95DE-B656520F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8662" y="1488370"/>
            <a:ext cx="45506" cy="38537"/>
          </a:xfrm>
          <a:custGeom xmlns:a="http://schemas.openxmlformats.org/drawingml/2006/main">
            <a:pathLst>
              <a:path w="45506" h="38537">
                <a:moveTo>
                  <a:pt x="45506" y="33090"/>
                </a:moveTo>
                <a:lnTo>
                  <a:pt x="0" y="38537"/>
                </a:lnTo>
                <a:lnTo>
                  <a:pt x="16574" y="22724"/>
                </a:lnTo>
                <a:lnTo>
                  <a:pt x="13822" y="0"/>
                </a:lnTo>
                <a:lnTo>
                  <a:pt x="45506" y="330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BB14F9-5FD8-48ED-8127-218773B1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8662" y="1488370"/>
            <a:ext cx="45506" cy="38537"/>
          </a:xfrm>
          <a:custGeom xmlns:a="http://schemas.openxmlformats.org/drawingml/2006/main">
            <a:pathLst>
              <a:path w="45506" h="38537" fill="none">
                <a:moveTo>
                  <a:pt x="45506" y="33090"/>
                </a:moveTo>
                <a:lnTo>
                  <a:pt x="0" y="38537"/>
                </a:lnTo>
                <a:lnTo>
                  <a:pt x="16574" y="22724"/>
                </a:lnTo>
                <a:lnTo>
                  <a:pt x="13822" y="0"/>
                </a:lnTo>
                <a:lnTo>
                  <a:pt x="45506" y="330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A5799C-6245-4A2F-8DBB-53294B8D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799" y="1064289"/>
            <a:ext cx="292833" cy="292833"/>
          </a:xfrm>
          <a:custGeom xmlns:a="http://schemas.openxmlformats.org/drawingml/2006/main">
            <a:pathLst>
              <a:path w="292833" h="292833">
                <a:moveTo>
                  <a:pt x="292833" y="146416"/>
                </a:moveTo>
                <a:cubicBezTo>
                  <a:pt x="292833" y="151212"/>
                  <a:pt x="292598" y="155995"/>
                  <a:pt x="292129" y="160768"/>
                </a:cubicBezTo>
                <a:cubicBezTo>
                  <a:pt x="291657" y="165540"/>
                  <a:pt x="290954" y="170277"/>
                  <a:pt x="290018" y="174981"/>
                </a:cubicBezTo>
                <a:cubicBezTo>
                  <a:pt x="289083" y="179684"/>
                  <a:pt x="287919" y="184330"/>
                  <a:pt x="286527" y="188919"/>
                </a:cubicBezTo>
                <a:cubicBezTo>
                  <a:pt x="285135" y="193507"/>
                  <a:pt x="283521" y="198017"/>
                  <a:pt x="281686" y="202447"/>
                </a:cubicBezTo>
                <a:cubicBezTo>
                  <a:pt x="279850" y="206878"/>
                  <a:pt x="277803" y="211207"/>
                  <a:pt x="275543" y="215436"/>
                </a:cubicBezTo>
                <a:cubicBezTo>
                  <a:pt x="273283" y="219665"/>
                  <a:pt x="270820" y="223774"/>
                  <a:pt x="268156" y="227761"/>
                </a:cubicBezTo>
                <a:cubicBezTo>
                  <a:pt x="265492" y="231748"/>
                  <a:pt x="262639" y="235595"/>
                  <a:pt x="259597" y="239302"/>
                </a:cubicBezTo>
                <a:cubicBezTo>
                  <a:pt x="256555" y="243009"/>
                  <a:pt x="253338" y="246557"/>
                  <a:pt x="249947" y="249948"/>
                </a:cubicBezTo>
                <a:cubicBezTo>
                  <a:pt x="246556" y="253339"/>
                  <a:pt x="243008" y="256556"/>
                  <a:pt x="239302" y="259598"/>
                </a:cubicBezTo>
                <a:cubicBezTo>
                  <a:pt x="235595" y="262640"/>
                  <a:pt x="231748" y="265493"/>
                  <a:pt x="227761" y="268157"/>
                </a:cubicBezTo>
                <a:cubicBezTo>
                  <a:pt x="223773" y="270821"/>
                  <a:pt x="219665" y="273283"/>
                  <a:pt x="215436" y="275544"/>
                </a:cubicBezTo>
                <a:cubicBezTo>
                  <a:pt x="211206" y="277804"/>
                  <a:pt x="206876" y="279852"/>
                  <a:pt x="202446" y="281687"/>
                </a:cubicBezTo>
                <a:cubicBezTo>
                  <a:pt x="198015" y="283522"/>
                  <a:pt x="193506" y="285136"/>
                  <a:pt x="188917" y="286528"/>
                </a:cubicBezTo>
                <a:cubicBezTo>
                  <a:pt x="184328" y="287920"/>
                  <a:pt x="179682" y="289084"/>
                  <a:pt x="174979" y="290019"/>
                </a:cubicBezTo>
                <a:cubicBezTo>
                  <a:pt x="170276" y="290955"/>
                  <a:pt x="165539" y="291658"/>
                  <a:pt x="160767" y="292128"/>
                </a:cubicBezTo>
                <a:cubicBezTo>
                  <a:pt x="155995" y="292598"/>
                  <a:pt x="151211" y="292833"/>
                  <a:pt x="146416" y="292833"/>
                </a:cubicBezTo>
                <a:cubicBezTo>
                  <a:pt x="141621" y="292833"/>
                  <a:pt x="136838" y="292598"/>
                  <a:pt x="132065" y="292128"/>
                </a:cubicBezTo>
                <a:cubicBezTo>
                  <a:pt x="127293" y="291658"/>
                  <a:pt x="122555" y="290955"/>
                  <a:pt x="117851" y="290019"/>
                </a:cubicBezTo>
                <a:cubicBezTo>
                  <a:pt x="113149" y="289084"/>
                  <a:pt x="108503" y="287920"/>
                  <a:pt x="103913" y="286528"/>
                </a:cubicBezTo>
                <a:cubicBezTo>
                  <a:pt x="99325" y="285136"/>
                  <a:pt x="94815" y="283522"/>
                  <a:pt x="90385" y="281687"/>
                </a:cubicBezTo>
                <a:cubicBezTo>
                  <a:pt x="85954" y="279852"/>
                  <a:pt x="81624" y="277804"/>
                  <a:pt x="77395" y="275544"/>
                </a:cubicBezTo>
                <a:cubicBezTo>
                  <a:pt x="73166" y="273283"/>
                  <a:pt x="69058" y="270821"/>
                  <a:pt x="65070" y="268157"/>
                </a:cubicBezTo>
                <a:cubicBezTo>
                  <a:pt x="61083" y="265493"/>
                  <a:pt x="57237" y="262640"/>
                  <a:pt x="53530" y="259598"/>
                </a:cubicBezTo>
                <a:cubicBezTo>
                  <a:pt x="49823" y="256556"/>
                  <a:pt x="46274" y="253339"/>
                  <a:pt x="42884" y="249948"/>
                </a:cubicBezTo>
                <a:cubicBezTo>
                  <a:pt x="39493" y="246557"/>
                  <a:pt x="36276" y="243009"/>
                  <a:pt x="33234" y="239302"/>
                </a:cubicBezTo>
                <a:cubicBezTo>
                  <a:pt x="30192" y="235595"/>
                  <a:pt x="27338" y="231748"/>
                  <a:pt x="24673" y="227761"/>
                </a:cubicBezTo>
                <a:cubicBezTo>
                  <a:pt x="22009" y="223774"/>
                  <a:pt x="19548" y="219665"/>
                  <a:pt x="17288" y="215436"/>
                </a:cubicBezTo>
                <a:cubicBezTo>
                  <a:pt x="15028" y="211207"/>
                  <a:pt x="12980" y="206878"/>
                  <a:pt x="11144" y="202447"/>
                </a:cubicBezTo>
                <a:cubicBezTo>
                  <a:pt x="9310" y="198017"/>
                  <a:pt x="7696" y="193508"/>
                  <a:pt x="6304" y="188919"/>
                </a:cubicBezTo>
                <a:cubicBezTo>
                  <a:pt x="4913" y="184330"/>
                  <a:pt x="3748" y="179684"/>
                  <a:pt x="2812" y="174981"/>
                </a:cubicBezTo>
                <a:cubicBezTo>
                  <a:pt x="1878" y="170278"/>
                  <a:pt x="1175" y="165540"/>
                  <a:pt x="706" y="160768"/>
                </a:cubicBezTo>
                <a:cubicBezTo>
                  <a:pt x="236" y="155996"/>
                  <a:pt x="1" y="151212"/>
                  <a:pt x="0" y="146416"/>
                </a:cubicBezTo>
                <a:cubicBezTo>
                  <a:pt x="1" y="141621"/>
                  <a:pt x="236" y="136837"/>
                  <a:pt x="706" y="132065"/>
                </a:cubicBezTo>
                <a:cubicBezTo>
                  <a:pt x="1175" y="127293"/>
                  <a:pt x="1878" y="122555"/>
                  <a:pt x="2814" y="117852"/>
                </a:cubicBezTo>
                <a:cubicBezTo>
                  <a:pt x="3749" y="113149"/>
                  <a:pt x="4913" y="108503"/>
                  <a:pt x="6305" y="103914"/>
                </a:cubicBezTo>
                <a:cubicBezTo>
                  <a:pt x="7697" y="99325"/>
                  <a:pt x="9310" y="94815"/>
                  <a:pt x="11144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8" y="73167"/>
                  <a:pt x="22010" y="69059"/>
                  <a:pt x="24674" y="65072"/>
                </a:cubicBezTo>
                <a:cubicBezTo>
                  <a:pt x="27339" y="61085"/>
                  <a:pt x="30192" y="57238"/>
                  <a:pt x="33235" y="53531"/>
                </a:cubicBezTo>
                <a:cubicBezTo>
                  <a:pt x="36277" y="49824"/>
                  <a:pt x="39493" y="46275"/>
                  <a:pt x="42884" y="42884"/>
                </a:cubicBezTo>
                <a:cubicBezTo>
                  <a:pt x="46274" y="39494"/>
                  <a:pt x="49823" y="36277"/>
                  <a:pt x="53530" y="33235"/>
                </a:cubicBezTo>
                <a:cubicBezTo>
                  <a:pt x="57237" y="30193"/>
                  <a:pt x="61083" y="27340"/>
                  <a:pt x="65070" y="24676"/>
                </a:cubicBezTo>
                <a:cubicBezTo>
                  <a:pt x="69056" y="22012"/>
                  <a:pt x="73165" y="19549"/>
                  <a:pt x="77394" y="17289"/>
                </a:cubicBezTo>
                <a:cubicBezTo>
                  <a:pt x="81624" y="15028"/>
                  <a:pt x="85954" y="12980"/>
                  <a:pt x="90385" y="11145"/>
                </a:cubicBezTo>
                <a:cubicBezTo>
                  <a:pt x="94815" y="9310"/>
                  <a:pt x="99325" y="7697"/>
                  <a:pt x="103914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3" y="1175"/>
                  <a:pt x="132065" y="705"/>
                </a:cubicBezTo>
                <a:cubicBezTo>
                  <a:pt x="136838" y="235"/>
                  <a:pt x="141621" y="0"/>
                  <a:pt x="146416" y="0"/>
                </a:cubicBezTo>
                <a:cubicBezTo>
                  <a:pt x="151211" y="0"/>
                  <a:pt x="155995" y="235"/>
                  <a:pt x="160767" y="705"/>
                </a:cubicBezTo>
                <a:cubicBezTo>
                  <a:pt x="165539" y="1175"/>
                  <a:pt x="170276" y="1878"/>
                  <a:pt x="174979" y="2813"/>
                </a:cubicBezTo>
                <a:cubicBezTo>
                  <a:pt x="179682" y="3749"/>
                  <a:pt x="184328" y="4913"/>
                  <a:pt x="188917" y="6305"/>
                </a:cubicBezTo>
                <a:cubicBezTo>
                  <a:pt x="193506" y="7697"/>
                  <a:pt x="198015" y="9310"/>
                  <a:pt x="202446" y="11145"/>
                </a:cubicBezTo>
                <a:cubicBezTo>
                  <a:pt x="206876" y="12980"/>
                  <a:pt x="211206" y="15028"/>
                  <a:pt x="215436" y="17289"/>
                </a:cubicBezTo>
                <a:cubicBezTo>
                  <a:pt x="219664" y="19549"/>
                  <a:pt x="223773" y="22012"/>
                  <a:pt x="227759" y="24676"/>
                </a:cubicBezTo>
                <a:cubicBezTo>
                  <a:pt x="231748" y="27340"/>
                  <a:pt x="235594" y="30193"/>
                  <a:pt x="239302" y="33235"/>
                </a:cubicBezTo>
                <a:cubicBezTo>
                  <a:pt x="243008" y="36277"/>
                  <a:pt x="246556" y="39494"/>
                  <a:pt x="249947" y="42884"/>
                </a:cubicBezTo>
                <a:cubicBezTo>
                  <a:pt x="253338" y="46275"/>
                  <a:pt x="256555" y="49824"/>
                  <a:pt x="259597" y="53531"/>
                </a:cubicBezTo>
                <a:cubicBezTo>
                  <a:pt x="262639" y="57238"/>
                  <a:pt x="265491" y="61085"/>
                  <a:pt x="268155" y="65072"/>
                </a:cubicBezTo>
                <a:cubicBezTo>
                  <a:pt x="270819" y="69059"/>
                  <a:pt x="273283" y="73167"/>
                  <a:pt x="275543" y="77396"/>
                </a:cubicBezTo>
                <a:cubicBezTo>
                  <a:pt x="277803" y="81625"/>
                  <a:pt x="279850" y="85955"/>
                  <a:pt x="281686" y="90385"/>
                </a:cubicBezTo>
                <a:cubicBezTo>
                  <a:pt x="283521" y="94815"/>
                  <a:pt x="285135" y="99325"/>
                  <a:pt x="286527" y="103914"/>
                </a:cubicBezTo>
                <a:cubicBezTo>
                  <a:pt x="287919" y="108503"/>
                  <a:pt x="289083" y="113149"/>
                  <a:pt x="290018" y="117852"/>
                </a:cubicBezTo>
                <a:cubicBezTo>
                  <a:pt x="290954" y="122555"/>
                  <a:pt x="291657" y="127293"/>
                  <a:pt x="292127" y="132065"/>
                </a:cubicBezTo>
                <a:cubicBezTo>
                  <a:pt x="292598" y="136837"/>
                  <a:pt x="292833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DD1C3C-E0D2-4043-B6FA-FA6E2965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799" y="1064289"/>
            <a:ext cx="292833" cy="292833"/>
          </a:xfrm>
          <a:custGeom xmlns:a="http://schemas.openxmlformats.org/drawingml/2006/main">
            <a:pathLst>
              <a:path w="292833" h="292833" fill="none">
                <a:moveTo>
                  <a:pt x="292833" y="146416"/>
                </a:moveTo>
                <a:cubicBezTo>
                  <a:pt x="292833" y="151212"/>
                  <a:pt x="292598" y="155995"/>
                  <a:pt x="292129" y="160768"/>
                </a:cubicBezTo>
                <a:cubicBezTo>
                  <a:pt x="291657" y="165540"/>
                  <a:pt x="290954" y="170277"/>
                  <a:pt x="290018" y="174981"/>
                </a:cubicBezTo>
                <a:cubicBezTo>
                  <a:pt x="289083" y="179684"/>
                  <a:pt x="287919" y="184330"/>
                  <a:pt x="286527" y="188919"/>
                </a:cubicBezTo>
                <a:cubicBezTo>
                  <a:pt x="285135" y="193507"/>
                  <a:pt x="283521" y="198017"/>
                  <a:pt x="281686" y="202447"/>
                </a:cubicBezTo>
                <a:cubicBezTo>
                  <a:pt x="279850" y="206878"/>
                  <a:pt x="277803" y="211207"/>
                  <a:pt x="275543" y="215436"/>
                </a:cubicBezTo>
                <a:cubicBezTo>
                  <a:pt x="273283" y="219665"/>
                  <a:pt x="270820" y="223774"/>
                  <a:pt x="268156" y="227761"/>
                </a:cubicBezTo>
                <a:cubicBezTo>
                  <a:pt x="265492" y="231748"/>
                  <a:pt x="262639" y="235595"/>
                  <a:pt x="259597" y="239302"/>
                </a:cubicBezTo>
                <a:cubicBezTo>
                  <a:pt x="256555" y="243009"/>
                  <a:pt x="253338" y="246557"/>
                  <a:pt x="249947" y="249948"/>
                </a:cubicBezTo>
                <a:cubicBezTo>
                  <a:pt x="246556" y="253339"/>
                  <a:pt x="243008" y="256556"/>
                  <a:pt x="239302" y="259598"/>
                </a:cubicBezTo>
                <a:cubicBezTo>
                  <a:pt x="235595" y="262640"/>
                  <a:pt x="231748" y="265493"/>
                  <a:pt x="227761" y="268157"/>
                </a:cubicBezTo>
                <a:cubicBezTo>
                  <a:pt x="223773" y="270821"/>
                  <a:pt x="219665" y="273283"/>
                  <a:pt x="215436" y="275544"/>
                </a:cubicBezTo>
                <a:cubicBezTo>
                  <a:pt x="211206" y="277804"/>
                  <a:pt x="206876" y="279852"/>
                  <a:pt x="202446" y="281687"/>
                </a:cubicBezTo>
                <a:cubicBezTo>
                  <a:pt x="198015" y="283522"/>
                  <a:pt x="193506" y="285136"/>
                  <a:pt x="188917" y="286528"/>
                </a:cubicBezTo>
                <a:cubicBezTo>
                  <a:pt x="184328" y="287920"/>
                  <a:pt x="179682" y="289084"/>
                  <a:pt x="174979" y="290019"/>
                </a:cubicBezTo>
                <a:cubicBezTo>
                  <a:pt x="170276" y="290955"/>
                  <a:pt x="165539" y="291658"/>
                  <a:pt x="160767" y="292128"/>
                </a:cubicBezTo>
                <a:cubicBezTo>
                  <a:pt x="155995" y="292598"/>
                  <a:pt x="151211" y="292833"/>
                  <a:pt x="146416" y="292833"/>
                </a:cubicBezTo>
                <a:cubicBezTo>
                  <a:pt x="141621" y="292833"/>
                  <a:pt x="136838" y="292598"/>
                  <a:pt x="132065" y="292128"/>
                </a:cubicBezTo>
                <a:cubicBezTo>
                  <a:pt x="127293" y="291658"/>
                  <a:pt x="122555" y="290955"/>
                  <a:pt x="117851" y="290019"/>
                </a:cubicBezTo>
                <a:cubicBezTo>
                  <a:pt x="113149" y="289084"/>
                  <a:pt x="108503" y="287920"/>
                  <a:pt x="103913" y="286528"/>
                </a:cubicBezTo>
                <a:cubicBezTo>
                  <a:pt x="99325" y="285136"/>
                  <a:pt x="94815" y="283522"/>
                  <a:pt x="90385" y="281687"/>
                </a:cubicBezTo>
                <a:cubicBezTo>
                  <a:pt x="85954" y="279852"/>
                  <a:pt x="81624" y="277804"/>
                  <a:pt x="77395" y="275544"/>
                </a:cubicBezTo>
                <a:cubicBezTo>
                  <a:pt x="73166" y="273283"/>
                  <a:pt x="69058" y="270821"/>
                  <a:pt x="65070" y="268157"/>
                </a:cubicBezTo>
                <a:cubicBezTo>
                  <a:pt x="61083" y="265493"/>
                  <a:pt x="57237" y="262640"/>
                  <a:pt x="53530" y="259598"/>
                </a:cubicBezTo>
                <a:cubicBezTo>
                  <a:pt x="49823" y="256556"/>
                  <a:pt x="46274" y="253339"/>
                  <a:pt x="42884" y="249948"/>
                </a:cubicBezTo>
                <a:cubicBezTo>
                  <a:pt x="39493" y="246557"/>
                  <a:pt x="36276" y="243009"/>
                  <a:pt x="33234" y="239302"/>
                </a:cubicBezTo>
                <a:cubicBezTo>
                  <a:pt x="30192" y="235595"/>
                  <a:pt x="27338" y="231748"/>
                  <a:pt x="24673" y="227761"/>
                </a:cubicBezTo>
                <a:cubicBezTo>
                  <a:pt x="22009" y="223774"/>
                  <a:pt x="19548" y="219665"/>
                  <a:pt x="17288" y="215436"/>
                </a:cubicBezTo>
                <a:cubicBezTo>
                  <a:pt x="15028" y="211207"/>
                  <a:pt x="12980" y="206878"/>
                  <a:pt x="11144" y="202447"/>
                </a:cubicBezTo>
                <a:cubicBezTo>
                  <a:pt x="9310" y="198017"/>
                  <a:pt x="7696" y="193508"/>
                  <a:pt x="6304" y="188919"/>
                </a:cubicBezTo>
                <a:cubicBezTo>
                  <a:pt x="4913" y="184330"/>
                  <a:pt x="3748" y="179684"/>
                  <a:pt x="2812" y="174981"/>
                </a:cubicBezTo>
                <a:cubicBezTo>
                  <a:pt x="1878" y="170278"/>
                  <a:pt x="1175" y="165540"/>
                  <a:pt x="706" y="160768"/>
                </a:cubicBezTo>
                <a:cubicBezTo>
                  <a:pt x="236" y="155996"/>
                  <a:pt x="1" y="151212"/>
                  <a:pt x="0" y="146416"/>
                </a:cubicBezTo>
                <a:cubicBezTo>
                  <a:pt x="1" y="141621"/>
                  <a:pt x="236" y="136837"/>
                  <a:pt x="706" y="132065"/>
                </a:cubicBezTo>
                <a:cubicBezTo>
                  <a:pt x="1175" y="127293"/>
                  <a:pt x="1878" y="122555"/>
                  <a:pt x="2814" y="117852"/>
                </a:cubicBezTo>
                <a:cubicBezTo>
                  <a:pt x="3749" y="113149"/>
                  <a:pt x="4913" y="108503"/>
                  <a:pt x="6305" y="103914"/>
                </a:cubicBezTo>
                <a:cubicBezTo>
                  <a:pt x="7697" y="99325"/>
                  <a:pt x="9310" y="94815"/>
                  <a:pt x="11144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8" y="73167"/>
                  <a:pt x="22010" y="69059"/>
                  <a:pt x="24674" y="65072"/>
                </a:cubicBezTo>
                <a:cubicBezTo>
                  <a:pt x="27339" y="61085"/>
                  <a:pt x="30192" y="57238"/>
                  <a:pt x="33235" y="53531"/>
                </a:cubicBezTo>
                <a:cubicBezTo>
                  <a:pt x="36277" y="49824"/>
                  <a:pt x="39493" y="46275"/>
                  <a:pt x="42884" y="42884"/>
                </a:cubicBezTo>
                <a:cubicBezTo>
                  <a:pt x="46274" y="39494"/>
                  <a:pt x="49823" y="36277"/>
                  <a:pt x="53530" y="33235"/>
                </a:cubicBezTo>
                <a:cubicBezTo>
                  <a:pt x="57237" y="30193"/>
                  <a:pt x="61083" y="27340"/>
                  <a:pt x="65070" y="24676"/>
                </a:cubicBezTo>
                <a:cubicBezTo>
                  <a:pt x="69056" y="22012"/>
                  <a:pt x="73165" y="19549"/>
                  <a:pt x="77394" y="17289"/>
                </a:cubicBezTo>
                <a:cubicBezTo>
                  <a:pt x="81624" y="15028"/>
                  <a:pt x="85954" y="12980"/>
                  <a:pt x="90385" y="11145"/>
                </a:cubicBezTo>
                <a:cubicBezTo>
                  <a:pt x="94815" y="9310"/>
                  <a:pt x="99325" y="7697"/>
                  <a:pt x="103914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3" y="1175"/>
                  <a:pt x="132065" y="705"/>
                </a:cubicBezTo>
                <a:cubicBezTo>
                  <a:pt x="136838" y="235"/>
                  <a:pt x="141621" y="0"/>
                  <a:pt x="146416" y="0"/>
                </a:cubicBezTo>
                <a:cubicBezTo>
                  <a:pt x="151211" y="0"/>
                  <a:pt x="155995" y="235"/>
                  <a:pt x="160767" y="705"/>
                </a:cubicBezTo>
                <a:cubicBezTo>
                  <a:pt x="165539" y="1175"/>
                  <a:pt x="170276" y="1878"/>
                  <a:pt x="174979" y="2813"/>
                </a:cubicBezTo>
                <a:cubicBezTo>
                  <a:pt x="179682" y="3749"/>
                  <a:pt x="184328" y="4913"/>
                  <a:pt x="188917" y="6305"/>
                </a:cubicBezTo>
                <a:cubicBezTo>
                  <a:pt x="193506" y="7697"/>
                  <a:pt x="198015" y="9310"/>
                  <a:pt x="202446" y="11145"/>
                </a:cubicBezTo>
                <a:cubicBezTo>
                  <a:pt x="206876" y="12980"/>
                  <a:pt x="211206" y="15028"/>
                  <a:pt x="215436" y="17289"/>
                </a:cubicBezTo>
                <a:cubicBezTo>
                  <a:pt x="219664" y="19549"/>
                  <a:pt x="223773" y="22012"/>
                  <a:pt x="227759" y="24676"/>
                </a:cubicBezTo>
                <a:cubicBezTo>
                  <a:pt x="231748" y="27340"/>
                  <a:pt x="235594" y="30193"/>
                  <a:pt x="239302" y="33235"/>
                </a:cubicBezTo>
                <a:cubicBezTo>
                  <a:pt x="243008" y="36277"/>
                  <a:pt x="246556" y="39494"/>
                  <a:pt x="249947" y="42884"/>
                </a:cubicBezTo>
                <a:cubicBezTo>
                  <a:pt x="253338" y="46275"/>
                  <a:pt x="256555" y="49824"/>
                  <a:pt x="259597" y="53531"/>
                </a:cubicBezTo>
                <a:cubicBezTo>
                  <a:pt x="262639" y="57238"/>
                  <a:pt x="265491" y="61085"/>
                  <a:pt x="268155" y="65072"/>
                </a:cubicBezTo>
                <a:cubicBezTo>
                  <a:pt x="270819" y="69059"/>
                  <a:pt x="273283" y="73167"/>
                  <a:pt x="275543" y="77396"/>
                </a:cubicBezTo>
                <a:cubicBezTo>
                  <a:pt x="277803" y="81625"/>
                  <a:pt x="279850" y="85955"/>
                  <a:pt x="281686" y="90385"/>
                </a:cubicBezTo>
                <a:cubicBezTo>
                  <a:pt x="283521" y="94815"/>
                  <a:pt x="285135" y="99325"/>
                  <a:pt x="286527" y="103914"/>
                </a:cubicBezTo>
                <a:cubicBezTo>
                  <a:pt x="287919" y="108503"/>
                  <a:pt x="289083" y="113149"/>
                  <a:pt x="290018" y="117852"/>
                </a:cubicBezTo>
                <a:cubicBezTo>
                  <a:pt x="290954" y="122555"/>
                  <a:pt x="291657" y="127293"/>
                  <a:pt x="292127" y="132065"/>
                </a:cubicBezTo>
                <a:cubicBezTo>
                  <a:pt x="292598" y="136837"/>
                  <a:pt x="292833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287" name="Text s">
            <a:extLst xmlns:a="http://schemas.openxmlformats.org/drawingml/2006/main">
              <a:ext uri="{FF2B5EF4-FFF2-40B4-BE49-F238E27FC236}">
                <a16:creationId xmlns:a16="http://schemas.microsoft.com/office/drawing/2014/main" id="{7D332A6D-880E-48A3-B1F3-9AA1B23F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3850" y="1165734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Text 7">
            <a:extLst xmlns:a="http://schemas.openxmlformats.org/drawingml/2006/main">
              <a:ext uri="{FF2B5EF4-FFF2-40B4-BE49-F238E27FC236}">
                <a16:creationId xmlns:a16="http://schemas.microsoft.com/office/drawing/2014/main" id="{3D0A58D9-FFB1-44A3-A4CC-B3540CC8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3427" y="1191840"/>
            <a:ext cx="65337" cy="105515"/>
          </a:xfrm>
          <a:custGeom xmlns:a="http://schemas.openxmlformats.org/drawingml/2006/main">
            <a:pathLst>
              <a:path w="65337" h="105515">
                <a:moveTo>
                  <a:pt x="9911" y="0"/>
                </a:moveTo>
                <a:lnTo>
                  <a:pt x="65337" y="0"/>
                </a:lnTo>
                <a:lnTo>
                  <a:pt x="65337" y="2897"/>
                </a:lnTo>
                <a:lnTo>
                  <a:pt x="30877" y="105515"/>
                </a:lnTo>
                <a:lnTo>
                  <a:pt x="22338" y="105515"/>
                </a:lnTo>
                <a:lnTo>
                  <a:pt x="53215" y="12427"/>
                </a:lnTo>
                <a:lnTo>
                  <a:pt x="24778" y="12427"/>
                </a:lnTo>
                <a:cubicBezTo>
                  <a:pt x="19034" y="12427"/>
                  <a:pt x="14943" y="13113"/>
                  <a:pt x="12503" y="14485"/>
                </a:cubicBezTo>
                <a:cubicBezTo>
                  <a:pt x="8234" y="16824"/>
                  <a:pt x="4803" y="20432"/>
                  <a:pt x="2211" y="25311"/>
                </a:cubicBezTo>
                <a:lnTo>
                  <a:pt x="0" y="24473"/>
                </a:lnTo>
                <a:lnTo>
                  <a:pt x="991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Text x">
            <a:extLst xmlns:a="http://schemas.openxmlformats.org/drawingml/2006/main">
              <a:ext uri="{FF2B5EF4-FFF2-40B4-BE49-F238E27FC236}">
                <a16:creationId xmlns:a16="http://schemas.microsoft.com/office/drawing/2014/main" id="{147BCFC6-593E-41C1-A3FD-1D61063E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573" y="1255345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Text 4">
            <a:extLst xmlns:a="http://schemas.openxmlformats.org/drawingml/2006/main">
              <a:ext uri="{FF2B5EF4-FFF2-40B4-BE49-F238E27FC236}">
                <a16:creationId xmlns:a16="http://schemas.microsoft.com/office/drawing/2014/main" id="{40A3C814-017A-4133-B5E0-DB36B8CF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6851" y="1256192"/>
            <a:ext cx="79013" cy="118734"/>
          </a:xfrm>
          <a:custGeom xmlns:a="http://schemas.openxmlformats.org/drawingml/2006/main">
            <a:pathLst>
              <a:path w="79013" h="118734">
                <a:moveTo>
                  <a:pt x="79013" y="75839"/>
                </a:moveTo>
                <a:lnTo>
                  <a:pt x="79013" y="88021"/>
                </a:lnTo>
                <a:lnTo>
                  <a:pt x="63399" y="88021"/>
                </a:lnTo>
                <a:lnTo>
                  <a:pt x="63399" y="118734"/>
                </a:lnTo>
                <a:lnTo>
                  <a:pt x="49244" y="118734"/>
                </a:lnTo>
                <a:lnTo>
                  <a:pt x="49244" y="88021"/>
                </a:lnTo>
                <a:lnTo>
                  <a:pt x="0" y="88021"/>
                </a:lnTo>
                <a:lnTo>
                  <a:pt x="0" y="77040"/>
                </a:lnTo>
                <a:lnTo>
                  <a:pt x="53962" y="0"/>
                </a:lnTo>
                <a:lnTo>
                  <a:pt x="63399" y="0"/>
                </a:lnTo>
                <a:lnTo>
                  <a:pt x="63399" y="75839"/>
                </a:lnTo>
                <a:lnTo>
                  <a:pt x="79013" y="75839"/>
                </a:lnTo>
                <a:moveTo>
                  <a:pt x="49244" y="75839"/>
                </a:moveTo>
                <a:lnTo>
                  <a:pt x="49244" y="18102"/>
                </a:lnTo>
                <a:lnTo>
                  <a:pt x="8407" y="75839"/>
                </a:lnTo>
                <a:lnTo>
                  <a:pt x="49244" y="758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Text /y">
            <a:extLst xmlns:a="http://schemas.openxmlformats.org/drawingml/2006/main">
              <a:ext uri="{FF2B5EF4-FFF2-40B4-BE49-F238E27FC236}">
                <a16:creationId xmlns:a16="http://schemas.microsoft.com/office/drawing/2014/main" id="{22B91C83-533B-445B-85FA-31B45473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2213" y="1211935"/>
            <a:ext cx="135407" cy="159914"/>
          </a:xfrm>
          <a:custGeom xmlns:a="http://schemas.openxmlformats.org/drawingml/2006/main">
            <a:pathLst>
              <a:path w="135407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7" y="43410"/>
                </a:moveTo>
                <a:lnTo>
                  <a:pt x="86249" y="43410"/>
                </a:lnTo>
                <a:lnTo>
                  <a:pt x="86249" y="46584"/>
                </a:lnTo>
                <a:lnTo>
                  <a:pt x="84448" y="46584"/>
                </a:lnTo>
                <a:cubicBezTo>
                  <a:pt x="81874" y="46584"/>
                  <a:pt x="79944" y="47142"/>
                  <a:pt x="78657" y="48257"/>
                </a:cubicBezTo>
                <a:cubicBezTo>
                  <a:pt x="77370" y="49373"/>
                  <a:pt x="76726" y="50760"/>
                  <a:pt x="76726" y="52418"/>
                </a:cubicBezTo>
                <a:cubicBezTo>
                  <a:pt x="76726" y="54649"/>
                  <a:pt x="77670" y="57737"/>
                  <a:pt x="79557" y="61684"/>
                </a:cubicBezTo>
                <a:lnTo>
                  <a:pt x="98689" y="101319"/>
                </a:lnTo>
                <a:lnTo>
                  <a:pt x="116276" y="57909"/>
                </a:lnTo>
                <a:cubicBezTo>
                  <a:pt x="117248" y="55564"/>
                  <a:pt x="117734" y="53247"/>
                  <a:pt x="117734" y="50960"/>
                </a:cubicBezTo>
                <a:cubicBezTo>
                  <a:pt x="117734" y="49930"/>
                  <a:pt x="117534" y="49158"/>
                  <a:pt x="117134" y="48643"/>
                </a:cubicBezTo>
                <a:cubicBezTo>
                  <a:pt x="116676" y="48014"/>
                  <a:pt x="115961" y="47514"/>
                  <a:pt x="114989" y="47142"/>
                </a:cubicBezTo>
                <a:cubicBezTo>
                  <a:pt x="114017" y="46770"/>
                  <a:pt x="112301" y="46584"/>
                  <a:pt x="109842" y="46584"/>
                </a:cubicBezTo>
                <a:lnTo>
                  <a:pt x="109842" y="43410"/>
                </a:lnTo>
                <a:lnTo>
                  <a:pt x="135407" y="43410"/>
                </a:lnTo>
                <a:lnTo>
                  <a:pt x="135407" y="46584"/>
                </a:lnTo>
                <a:cubicBezTo>
                  <a:pt x="133291" y="46813"/>
                  <a:pt x="131661" y="47271"/>
                  <a:pt x="130517" y="47957"/>
                </a:cubicBezTo>
                <a:cubicBezTo>
                  <a:pt x="129373" y="48643"/>
                  <a:pt x="128115" y="49930"/>
                  <a:pt x="126742" y="51818"/>
                </a:cubicBezTo>
                <a:cubicBezTo>
                  <a:pt x="126228" y="52618"/>
                  <a:pt x="125255" y="54820"/>
                  <a:pt x="123826" y="58424"/>
                </a:cubicBezTo>
                <a:lnTo>
                  <a:pt x="91826" y="136836"/>
                </a:lnTo>
                <a:cubicBezTo>
                  <a:pt x="88737" y="144443"/>
                  <a:pt x="84691" y="150191"/>
                  <a:pt x="79686" y="154080"/>
                </a:cubicBezTo>
                <a:cubicBezTo>
                  <a:pt x="74682" y="157969"/>
                  <a:pt x="69863" y="159914"/>
                  <a:pt x="65230" y="159914"/>
                </a:cubicBezTo>
                <a:cubicBezTo>
                  <a:pt x="61856" y="159914"/>
                  <a:pt x="59082" y="158953"/>
                  <a:pt x="56909" y="157032"/>
                </a:cubicBezTo>
                <a:cubicBezTo>
                  <a:pt x="54735" y="155111"/>
                  <a:pt x="53649" y="152907"/>
                  <a:pt x="53649" y="150421"/>
                </a:cubicBezTo>
                <a:cubicBezTo>
                  <a:pt x="53649" y="148047"/>
                  <a:pt x="54435" y="146133"/>
                  <a:pt x="56008" y="144678"/>
                </a:cubicBezTo>
                <a:cubicBezTo>
                  <a:pt x="57581" y="143225"/>
                  <a:pt x="59740" y="142499"/>
                  <a:pt x="62485" y="142499"/>
                </a:cubicBezTo>
                <a:cubicBezTo>
                  <a:pt x="64373" y="142499"/>
                  <a:pt x="66946" y="143128"/>
                  <a:pt x="70206" y="144386"/>
                </a:cubicBezTo>
                <a:cubicBezTo>
                  <a:pt x="72494" y="145244"/>
                  <a:pt x="73924" y="145673"/>
                  <a:pt x="74496" y="145673"/>
                </a:cubicBezTo>
                <a:cubicBezTo>
                  <a:pt x="76212" y="145673"/>
                  <a:pt x="78085" y="144780"/>
                  <a:pt x="80115" y="142995"/>
                </a:cubicBezTo>
                <a:cubicBezTo>
                  <a:pt x="82146" y="141211"/>
                  <a:pt x="84190" y="137758"/>
                  <a:pt x="86249" y="132635"/>
                </a:cubicBezTo>
                <a:lnTo>
                  <a:pt x="91826" y="118906"/>
                </a:lnTo>
                <a:lnTo>
                  <a:pt x="63600" y="59625"/>
                </a:lnTo>
                <a:cubicBezTo>
                  <a:pt x="62743" y="57852"/>
                  <a:pt x="61370" y="55650"/>
                  <a:pt x="59482" y="53019"/>
                </a:cubicBezTo>
                <a:cubicBezTo>
                  <a:pt x="58053" y="51017"/>
                  <a:pt x="56880" y="49673"/>
                  <a:pt x="55965" y="48987"/>
                </a:cubicBezTo>
                <a:cubicBezTo>
                  <a:pt x="54650" y="48071"/>
                  <a:pt x="52533" y="47271"/>
                  <a:pt x="49617" y="46584"/>
                </a:cubicBezTo>
                <a:lnTo>
                  <a:pt x="49617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Text 5">
            <a:extLst xmlns:a="http://schemas.openxmlformats.org/drawingml/2006/main">
              <a:ext uri="{FF2B5EF4-FFF2-40B4-BE49-F238E27FC236}">
                <a16:creationId xmlns:a16="http://schemas.microsoft.com/office/drawing/2014/main" id="{17E198FF-80A6-4F87-AF1D-C0296CE7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7080" y="1258594"/>
            <a:ext cx="67861" cy="118391"/>
          </a:xfrm>
          <a:custGeom xmlns:a="http://schemas.openxmlformats.org/drawingml/2006/main">
            <a:pathLst>
              <a:path w="67861" h="118391">
                <a:moveTo>
                  <a:pt x="67861" y="0"/>
                </a:moveTo>
                <a:lnTo>
                  <a:pt x="61169" y="14756"/>
                </a:lnTo>
                <a:lnTo>
                  <a:pt x="26166" y="14756"/>
                </a:lnTo>
                <a:lnTo>
                  <a:pt x="18531" y="30198"/>
                </a:lnTo>
                <a:cubicBezTo>
                  <a:pt x="33687" y="32429"/>
                  <a:pt x="45698" y="38063"/>
                  <a:pt x="54563" y="47099"/>
                </a:cubicBezTo>
                <a:cubicBezTo>
                  <a:pt x="62170" y="54878"/>
                  <a:pt x="65973" y="64029"/>
                  <a:pt x="65973" y="74552"/>
                </a:cubicBezTo>
                <a:cubicBezTo>
                  <a:pt x="65973" y="80672"/>
                  <a:pt x="64729" y="86334"/>
                  <a:pt x="62241" y="91539"/>
                </a:cubicBezTo>
                <a:cubicBezTo>
                  <a:pt x="59753" y="96743"/>
                  <a:pt x="56622" y="101176"/>
                  <a:pt x="52847" y="104836"/>
                </a:cubicBezTo>
                <a:cubicBezTo>
                  <a:pt x="49072" y="108497"/>
                  <a:pt x="44869" y="111442"/>
                  <a:pt x="40236" y="113673"/>
                </a:cubicBezTo>
                <a:cubicBezTo>
                  <a:pt x="33659" y="116818"/>
                  <a:pt x="26910" y="118391"/>
                  <a:pt x="19989" y="118391"/>
                </a:cubicBezTo>
                <a:cubicBezTo>
                  <a:pt x="13012" y="118391"/>
                  <a:pt x="7936" y="117205"/>
                  <a:pt x="4761" y="114831"/>
                </a:cubicBezTo>
                <a:cubicBezTo>
                  <a:pt x="1587" y="112457"/>
                  <a:pt x="0" y="109841"/>
                  <a:pt x="0" y="106981"/>
                </a:cubicBezTo>
                <a:cubicBezTo>
                  <a:pt x="0" y="105380"/>
                  <a:pt x="658" y="103964"/>
                  <a:pt x="1973" y="102734"/>
                </a:cubicBezTo>
                <a:cubicBezTo>
                  <a:pt x="3289" y="101505"/>
                  <a:pt x="4947" y="100890"/>
                  <a:pt x="6949" y="100890"/>
                </a:cubicBezTo>
                <a:cubicBezTo>
                  <a:pt x="8436" y="100890"/>
                  <a:pt x="9737" y="101119"/>
                  <a:pt x="10853" y="101576"/>
                </a:cubicBezTo>
                <a:cubicBezTo>
                  <a:pt x="11968" y="102034"/>
                  <a:pt x="13870" y="103206"/>
                  <a:pt x="16558" y="105094"/>
                </a:cubicBezTo>
                <a:cubicBezTo>
                  <a:pt x="20847" y="108068"/>
                  <a:pt x="25194" y="109555"/>
                  <a:pt x="29598" y="109555"/>
                </a:cubicBezTo>
                <a:cubicBezTo>
                  <a:pt x="36290" y="109555"/>
                  <a:pt x="42166" y="107024"/>
                  <a:pt x="47228" y="101962"/>
                </a:cubicBezTo>
                <a:cubicBezTo>
                  <a:pt x="52289" y="96901"/>
                  <a:pt x="54820" y="90738"/>
                  <a:pt x="54820" y="83474"/>
                </a:cubicBezTo>
                <a:cubicBezTo>
                  <a:pt x="54820" y="76440"/>
                  <a:pt x="52561" y="69877"/>
                  <a:pt x="48043" y="63785"/>
                </a:cubicBezTo>
                <a:cubicBezTo>
                  <a:pt x="43525" y="57694"/>
                  <a:pt x="37290" y="52990"/>
                  <a:pt x="29340" y="49673"/>
                </a:cubicBezTo>
                <a:cubicBezTo>
                  <a:pt x="23106" y="47099"/>
                  <a:pt x="14613" y="45612"/>
                  <a:pt x="3861" y="45212"/>
                </a:cubicBezTo>
                <a:lnTo>
                  <a:pt x="26166" y="0"/>
                </a:lnTo>
                <a:lnTo>
                  <a:pt x="6786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Text x">
            <a:extLst xmlns:a="http://schemas.openxmlformats.org/drawingml/2006/main">
              <a:ext uri="{FF2B5EF4-FFF2-40B4-BE49-F238E27FC236}">
                <a16:creationId xmlns:a16="http://schemas.microsoft.com/office/drawing/2014/main" id="{1509F532-C46E-482F-B0A3-49503549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654" y="1290485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Text 2">
            <a:extLst xmlns:a="http://schemas.openxmlformats.org/drawingml/2006/main">
              <a:ext uri="{FF2B5EF4-FFF2-40B4-BE49-F238E27FC236}">
                <a16:creationId xmlns:a16="http://schemas.microsoft.com/office/drawing/2014/main" id="{CB76674C-1C81-4D5F-813A-FD15F523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3963" y="1291332"/>
            <a:ext cx="76783" cy="118734"/>
          </a:xfrm>
          <a:custGeom xmlns:a="http://schemas.openxmlformats.org/drawingml/2006/main">
            <a:pathLst>
              <a:path w="76783" h="118734">
                <a:moveTo>
                  <a:pt x="76783" y="96257"/>
                </a:moveTo>
                <a:lnTo>
                  <a:pt x="68633" y="118734"/>
                </a:lnTo>
                <a:lnTo>
                  <a:pt x="0" y="118734"/>
                </a:lnTo>
                <a:lnTo>
                  <a:pt x="0" y="115555"/>
                </a:lnTo>
                <a:cubicBezTo>
                  <a:pt x="20189" y="97108"/>
                  <a:pt x="34402" y="82042"/>
                  <a:pt x="42638" y="70357"/>
                </a:cubicBezTo>
                <a:cubicBezTo>
                  <a:pt x="50874" y="58669"/>
                  <a:pt x="54992" y="47985"/>
                  <a:pt x="54992" y="38303"/>
                </a:cubicBezTo>
                <a:cubicBezTo>
                  <a:pt x="54992" y="30914"/>
                  <a:pt x="52733" y="24843"/>
                  <a:pt x="48214" y="20088"/>
                </a:cubicBezTo>
                <a:cubicBezTo>
                  <a:pt x="43696" y="15332"/>
                  <a:pt x="38291" y="12954"/>
                  <a:pt x="32000" y="12954"/>
                </a:cubicBezTo>
                <a:cubicBezTo>
                  <a:pt x="26281" y="12954"/>
                  <a:pt x="21147" y="14634"/>
                  <a:pt x="16601" y="17995"/>
                </a:cubicBezTo>
                <a:cubicBezTo>
                  <a:pt x="12054" y="21355"/>
                  <a:pt x="8693" y="26281"/>
                  <a:pt x="6520" y="32772"/>
                </a:cubicBezTo>
                <a:lnTo>
                  <a:pt x="3346" y="32772"/>
                </a:lnTo>
                <a:cubicBezTo>
                  <a:pt x="4776" y="22218"/>
                  <a:pt x="8450" y="14118"/>
                  <a:pt x="14370" y="8472"/>
                </a:cubicBezTo>
                <a:cubicBezTo>
                  <a:pt x="20290" y="2824"/>
                  <a:pt x="27682" y="0"/>
                  <a:pt x="36547" y="0"/>
                </a:cubicBezTo>
                <a:cubicBezTo>
                  <a:pt x="45984" y="0"/>
                  <a:pt x="53862" y="3031"/>
                  <a:pt x="60182" y="9094"/>
                </a:cubicBezTo>
                <a:cubicBezTo>
                  <a:pt x="66502" y="15156"/>
                  <a:pt x="69662" y="22306"/>
                  <a:pt x="69662" y="30542"/>
                </a:cubicBezTo>
                <a:cubicBezTo>
                  <a:pt x="69662" y="36433"/>
                  <a:pt x="68289" y="42323"/>
                  <a:pt x="65544" y="48214"/>
                </a:cubicBezTo>
                <a:cubicBezTo>
                  <a:pt x="61312" y="57480"/>
                  <a:pt x="54449" y="67289"/>
                  <a:pt x="44954" y="77641"/>
                </a:cubicBezTo>
                <a:cubicBezTo>
                  <a:pt x="30713" y="93197"/>
                  <a:pt x="21819" y="102577"/>
                  <a:pt x="18273" y="105780"/>
                </a:cubicBezTo>
                <a:lnTo>
                  <a:pt x="48643" y="105780"/>
                </a:lnTo>
                <a:cubicBezTo>
                  <a:pt x="54820" y="105780"/>
                  <a:pt x="59153" y="105550"/>
                  <a:pt x="61641" y="105088"/>
                </a:cubicBezTo>
                <a:cubicBezTo>
                  <a:pt x="64129" y="104625"/>
                  <a:pt x="66373" y="103687"/>
                  <a:pt x="68375" y="102273"/>
                </a:cubicBezTo>
                <a:cubicBezTo>
                  <a:pt x="70377" y="100860"/>
                  <a:pt x="72121" y="98854"/>
                  <a:pt x="73609" y="96257"/>
                </a:cubicBezTo>
                <a:lnTo>
                  <a:pt x="76783" y="962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Text /y">
            <a:extLst xmlns:a="http://schemas.openxmlformats.org/drawingml/2006/main">
              <a:ext uri="{FF2B5EF4-FFF2-40B4-BE49-F238E27FC236}">
                <a16:creationId xmlns:a16="http://schemas.microsoft.com/office/drawing/2014/main" id="{E7CA6F9A-2E39-4D7D-8D9D-F053DBB9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296" y="1247075"/>
            <a:ext cx="135407" cy="159914"/>
          </a:xfrm>
          <a:custGeom xmlns:a="http://schemas.openxmlformats.org/drawingml/2006/main">
            <a:pathLst>
              <a:path w="135407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6" y="43410"/>
                </a:moveTo>
                <a:lnTo>
                  <a:pt x="86249" y="43410"/>
                </a:lnTo>
                <a:lnTo>
                  <a:pt x="86249" y="46584"/>
                </a:lnTo>
                <a:lnTo>
                  <a:pt x="84447" y="46584"/>
                </a:lnTo>
                <a:cubicBezTo>
                  <a:pt x="81873" y="46584"/>
                  <a:pt x="79943" y="47142"/>
                  <a:pt x="78656" y="48257"/>
                </a:cubicBezTo>
                <a:cubicBezTo>
                  <a:pt x="77369" y="49373"/>
                  <a:pt x="76726" y="50760"/>
                  <a:pt x="76726" y="52418"/>
                </a:cubicBezTo>
                <a:cubicBezTo>
                  <a:pt x="76726" y="54649"/>
                  <a:pt x="77670" y="57737"/>
                  <a:pt x="79557" y="61684"/>
                </a:cubicBezTo>
                <a:lnTo>
                  <a:pt x="98688" y="101319"/>
                </a:lnTo>
                <a:lnTo>
                  <a:pt x="116275" y="57909"/>
                </a:lnTo>
                <a:cubicBezTo>
                  <a:pt x="117248" y="55564"/>
                  <a:pt x="117734" y="53247"/>
                  <a:pt x="117734" y="50960"/>
                </a:cubicBezTo>
                <a:cubicBezTo>
                  <a:pt x="117734" y="49930"/>
                  <a:pt x="117534" y="49158"/>
                  <a:pt x="117133" y="48643"/>
                </a:cubicBezTo>
                <a:cubicBezTo>
                  <a:pt x="116676" y="48014"/>
                  <a:pt x="115961" y="47514"/>
                  <a:pt x="114989" y="47142"/>
                </a:cubicBezTo>
                <a:cubicBezTo>
                  <a:pt x="114016" y="46770"/>
                  <a:pt x="112300" y="46584"/>
                  <a:pt x="109841" y="46584"/>
                </a:cubicBezTo>
                <a:lnTo>
                  <a:pt x="109841" y="43410"/>
                </a:lnTo>
                <a:lnTo>
                  <a:pt x="135407" y="43410"/>
                </a:lnTo>
                <a:lnTo>
                  <a:pt x="135407" y="46584"/>
                </a:lnTo>
                <a:cubicBezTo>
                  <a:pt x="133291" y="46813"/>
                  <a:pt x="131661" y="47271"/>
                  <a:pt x="130517" y="47957"/>
                </a:cubicBezTo>
                <a:cubicBezTo>
                  <a:pt x="129373" y="48643"/>
                  <a:pt x="128115" y="49930"/>
                  <a:pt x="126742" y="51818"/>
                </a:cubicBezTo>
                <a:cubicBezTo>
                  <a:pt x="126227" y="52618"/>
                  <a:pt x="125255" y="54820"/>
                  <a:pt x="123825" y="58424"/>
                </a:cubicBezTo>
                <a:lnTo>
                  <a:pt x="91825" y="136836"/>
                </a:lnTo>
                <a:cubicBezTo>
                  <a:pt x="88737" y="144443"/>
                  <a:pt x="84690" y="150191"/>
                  <a:pt x="79686" y="154080"/>
                </a:cubicBezTo>
                <a:cubicBezTo>
                  <a:pt x="74681" y="157969"/>
                  <a:pt x="69863" y="159914"/>
                  <a:pt x="65230" y="159914"/>
                </a:cubicBezTo>
                <a:cubicBezTo>
                  <a:pt x="61855" y="159914"/>
                  <a:pt x="59082" y="158953"/>
                  <a:pt x="56908" y="157032"/>
                </a:cubicBezTo>
                <a:cubicBezTo>
                  <a:pt x="54735" y="155111"/>
                  <a:pt x="53648" y="152907"/>
                  <a:pt x="53648" y="150421"/>
                </a:cubicBezTo>
                <a:cubicBezTo>
                  <a:pt x="53648" y="148047"/>
                  <a:pt x="54435" y="146133"/>
                  <a:pt x="56007" y="144678"/>
                </a:cubicBezTo>
                <a:cubicBezTo>
                  <a:pt x="57580" y="143225"/>
                  <a:pt x="59739" y="142499"/>
                  <a:pt x="62485" y="142499"/>
                </a:cubicBezTo>
                <a:cubicBezTo>
                  <a:pt x="64372" y="142499"/>
                  <a:pt x="66946" y="143128"/>
                  <a:pt x="70206" y="144386"/>
                </a:cubicBezTo>
                <a:cubicBezTo>
                  <a:pt x="72493" y="145244"/>
                  <a:pt x="73923" y="145673"/>
                  <a:pt x="74495" y="145673"/>
                </a:cubicBezTo>
                <a:cubicBezTo>
                  <a:pt x="76211" y="145673"/>
                  <a:pt x="78084" y="144780"/>
                  <a:pt x="80115" y="142995"/>
                </a:cubicBezTo>
                <a:cubicBezTo>
                  <a:pt x="82145" y="141211"/>
                  <a:pt x="84190" y="137758"/>
                  <a:pt x="86249" y="132635"/>
                </a:cubicBezTo>
                <a:lnTo>
                  <a:pt x="91825" y="118906"/>
                </a:lnTo>
                <a:lnTo>
                  <a:pt x="63600" y="59625"/>
                </a:lnTo>
                <a:cubicBezTo>
                  <a:pt x="62742" y="57852"/>
                  <a:pt x="61369" y="55650"/>
                  <a:pt x="59482" y="53019"/>
                </a:cubicBezTo>
                <a:cubicBezTo>
                  <a:pt x="58052" y="51017"/>
                  <a:pt x="56880" y="49673"/>
                  <a:pt x="55964" y="48987"/>
                </a:cubicBezTo>
                <a:cubicBezTo>
                  <a:pt x="54649" y="48071"/>
                  <a:pt x="52533" y="47271"/>
                  <a:pt x="49616" y="46584"/>
                </a:cubicBezTo>
                <a:lnTo>
                  <a:pt x="49616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Text 2">
            <a:extLst xmlns:a="http://schemas.openxmlformats.org/drawingml/2006/main">
              <a:ext uri="{FF2B5EF4-FFF2-40B4-BE49-F238E27FC236}">
                <a16:creationId xmlns:a16="http://schemas.microsoft.com/office/drawing/2014/main" id="{DC1698EB-37B1-4797-A257-24A40689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529" y="1291332"/>
            <a:ext cx="76783" cy="118734"/>
          </a:xfrm>
          <a:custGeom xmlns:a="http://schemas.openxmlformats.org/drawingml/2006/main">
            <a:pathLst>
              <a:path w="76783" h="118734">
                <a:moveTo>
                  <a:pt x="76783" y="96257"/>
                </a:moveTo>
                <a:lnTo>
                  <a:pt x="68633" y="118734"/>
                </a:lnTo>
                <a:lnTo>
                  <a:pt x="0" y="118734"/>
                </a:lnTo>
                <a:lnTo>
                  <a:pt x="0" y="115555"/>
                </a:lnTo>
                <a:cubicBezTo>
                  <a:pt x="20189" y="97108"/>
                  <a:pt x="34402" y="82042"/>
                  <a:pt x="42638" y="70357"/>
                </a:cubicBezTo>
                <a:cubicBezTo>
                  <a:pt x="50874" y="58669"/>
                  <a:pt x="54992" y="47985"/>
                  <a:pt x="54992" y="38303"/>
                </a:cubicBezTo>
                <a:cubicBezTo>
                  <a:pt x="54992" y="30914"/>
                  <a:pt x="52733" y="24843"/>
                  <a:pt x="48214" y="20088"/>
                </a:cubicBezTo>
                <a:cubicBezTo>
                  <a:pt x="43696" y="15332"/>
                  <a:pt x="38291" y="12954"/>
                  <a:pt x="32000" y="12954"/>
                </a:cubicBezTo>
                <a:cubicBezTo>
                  <a:pt x="26281" y="12954"/>
                  <a:pt x="21147" y="14634"/>
                  <a:pt x="16601" y="17995"/>
                </a:cubicBezTo>
                <a:cubicBezTo>
                  <a:pt x="12054" y="21355"/>
                  <a:pt x="8693" y="26281"/>
                  <a:pt x="6520" y="32772"/>
                </a:cubicBezTo>
                <a:lnTo>
                  <a:pt x="3346" y="32772"/>
                </a:lnTo>
                <a:cubicBezTo>
                  <a:pt x="4776" y="22218"/>
                  <a:pt x="8450" y="14118"/>
                  <a:pt x="14370" y="8472"/>
                </a:cubicBezTo>
                <a:cubicBezTo>
                  <a:pt x="20290" y="2824"/>
                  <a:pt x="27682" y="0"/>
                  <a:pt x="36547" y="0"/>
                </a:cubicBezTo>
                <a:cubicBezTo>
                  <a:pt x="45984" y="0"/>
                  <a:pt x="53862" y="3031"/>
                  <a:pt x="60182" y="9094"/>
                </a:cubicBezTo>
                <a:cubicBezTo>
                  <a:pt x="66502" y="15156"/>
                  <a:pt x="69662" y="22306"/>
                  <a:pt x="69662" y="30542"/>
                </a:cubicBezTo>
                <a:cubicBezTo>
                  <a:pt x="69662" y="36433"/>
                  <a:pt x="68289" y="42323"/>
                  <a:pt x="65544" y="48214"/>
                </a:cubicBezTo>
                <a:cubicBezTo>
                  <a:pt x="61312" y="57480"/>
                  <a:pt x="54449" y="67289"/>
                  <a:pt x="44954" y="77641"/>
                </a:cubicBezTo>
                <a:cubicBezTo>
                  <a:pt x="30713" y="93197"/>
                  <a:pt x="21819" y="102577"/>
                  <a:pt x="18273" y="105780"/>
                </a:cubicBezTo>
                <a:lnTo>
                  <a:pt x="48643" y="105780"/>
                </a:lnTo>
                <a:cubicBezTo>
                  <a:pt x="54820" y="105780"/>
                  <a:pt x="59153" y="105550"/>
                  <a:pt x="61641" y="105088"/>
                </a:cubicBezTo>
                <a:cubicBezTo>
                  <a:pt x="64129" y="104625"/>
                  <a:pt x="66373" y="103687"/>
                  <a:pt x="68375" y="102273"/>
                </a:cubicBezTo>
                <a:cubicBezTo>
                  <a:pt x="70377" y="100860"/>
                  <a:pt x="72121" y="98854"/>
                  <a:pt x="73609" y="96257"/>
                </a:cubicBezTo>
                <a:lnTo>
                  <a:pt x="76783" y="962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DE2528-ADE0-486E-8743-B6208F48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865" y="2512010"/>
            <a:ext cx="216701" cy="145889"/>
          </a:xfrm>
          <a:custGeom xmlns:a="http://schemas.openxmlformats.org/drawingml/2006/main">
            <a:pathLst>
              <a:path w="216701" h="145889">
                <a:moveTo>
                  <a:pt x="54175" y="11731"/>
                </a:moveTo>
                <a:cubicBezTo>
                  <a:pt x="54175" y="10878"/>
                  <a:pt x="50123" y="10309"/>
                  <a:pt x="42018" y="10025"/>
                </a:cubicBezTo>
                <a:cubicBezTo>
                  <a:pt x="38605" y="10025"/>
                  <a:pt x="36401" y="9953"/>
                  <a:pt x="35406" y="9811"/>
                </a:cubicBezTo>
                <a:cubicBezTo>
                  <a:pt x="34410" y="9669"/>
                  <a:pt x="33913" y="8958"/>
                  <a:pt x="33913" y="7678"/>
                </a:cubicBezTo>
                <a:cubicBezTo>
                  <a:pt x="33913" y="7536"/>
                  <a:pt x="34055" y="6754"/>
                  <a:pt x="34339" y="5332"/>
                </a:cubicBezTo>
                <a:cubicBezTo>
                  <a:pt x="34482" y="4906"/>
                  <a:pt x="34624" y="4408"/>
                  <a:pt x="34766" y="3839"/>
                </a:cubicBezTo>
                <a:cubicBezTo>
                  <a:pt x="34908" y="3270"/>
                  <a:pt x="34979" y="2915"/>
                  <a:pt x="34979" y="2773"/>
                </a:cubicBezTo>
                <a:cubicBezTo>
                  <a:pt x="34979" y="2631"/>
                  <a:pt x="35121" y="2275"/>
                  <a:pt x="35406" y="1706"/>
                </a:cubicBezTo>
                <a:cubicBezTo>
                  <a:pt x="35690" y="1138"/>
                  <a:pt x="35832" y="924"/>
                  <a:pt x="35832" y="1066"/>
                </a:cubicBezTo>
                <a:cubicBezTo>
                  <a:pt x="35832" y="1209"/>
                  <a:pt x="36117" y="1066"/>
                  <a:pt x="36686" y="640"/>
                </a:cubicBezTo>
                <a:cubicBezTo>
                  <a:pt x="37254" y="213"/>
                  <a:pt x="37610" y="71"/>
                  <a:pt x="37752" y="213"/>
                </a:cubicBezTo>
                <a:cubicBezTo>
                  <a:pt x="37894" y="355"/>
                  <a:pt x="38463" y="355"/>
                  <a:pt x="39458" y="213"/>
                </a:cubicBezTo>
                <a:cubicBezTo>
                  <a:pt x="40454" y="71"/>
                  <a:pt x="41307" y="0"/>
                  <a:pt x="42018" y="0"/>
                </a:cubicBezTo>
                <a:cubicBezTo>
                  <a:pt x="42871" y="0"/>
                  <a:pt x="45004" y="0"/>
                  <a:pt x="48416" y="0"/>
                </a:cubicBezTo>
                <a:cubicBezTo>
                  <a:pt x="51829" y="0"/>
                  <a:pt x="55028" y="71"/>
                  <a:pt x="58014" y="213"/>
                </a:cubicBezTo>
                <a:cubicBezTo>
                  <a:pt x="69248" y="213"/>
                  <a:pt x="75717" y="213"/>
                  <a:pt x="77424" y="213"/>
                </a:cubicBezTo>
                <a:cubicBezTo>
                  <a:pt x="79130" y="213"/>
                  <a:pt x="80267" y="569"/>
                  <a:pt x="80836" y="1280"/>
                </a:cubicBezTo>
                <a:cubicBezTo>
                  <a:pt x="80978" y="1849"/>
                  <a:pt x="83609" y="21898"/>
                  <a:pt x="88728" y="61427"/>
                </a:cubicBezTo>
                <a:lnTo>
                  <a:pt x="96406" y="120934"/>
                </a:lnTo>
                <a:lnTo>
                  <a:pt x="101312" y="113043"/>
                </a:lnTo>
                <a:cubicBezTo>
                  <a:pt x="104724" y="107924"/>
                  <a:pt x="109275" y="100814"/>
                  <a:pt x="114962" y="91714"/>
                </a:cubicBezTo>
                <a:cubicBezTo>
                  <a:pt x="120650" y="82614"/>
                  <a:pt x="126906" y="72660"/>
                  <a:pt x="133732" y="61854"/>
                </a:cubicBezTo>
                <a:cubicBezTo>
                  <a:pt x="158615" y="22182"/>
                  <a:pt x="171199" y="2204"/>
                  <a:pt x="171484" y="1920"/>
                </a:cubicBezTo>
                <a:cubicBezTo>
                  <a:pt x="171626" y="1777"/>
                  <a:pt x="171839" y="1564"/>
                  <a:pt x="172124" y="1280"/>
                </a:cubicBezTo>
                <a:cubicBezTo>
                  <a:pt x="172408" y="995"/>
                  <a:pt x="172692" y="782"/>
                  <a:pt x="172977" y="640"/>
                </a:cubicBezTo>
                <a:lnTo>
                  <a:pt x="174256" y="213"/>
                </a:lnTo>
                <a:lnTo>
                  <a:pt x="194732" y="213"/>
                </a:lnTo>
                <a:cubicBezTo>
                  <a:pt x="197149" y="213"/>
                  <a:pt x="199993" y="213"/>
                  <a:pt x="203264" y="213"/>
                </a:cubicBezTo>
                <a:cubicBezTo>
                  <a:pt x="206534" y="213"/>
                  <a:pt x="208596" y="142"/>
                  <a:pt x="209449" y="0"/>
                </a:cubicBezTo>
                <a:cubicBezTo>
                  <a:pt x="214283" y="0"/>
                  <a:pt x="216701" y="782"/>
                  <a:pt x="216701" y="2346"/>
                </a:cubicBezTo>
                <a:cubicBezTo>
                  <a:pt x="216701" y="3057"/>
                  <a:pt x="216487" y="4266"/>
                  <a:pt x="216061" y="5972"/>
                </a:cubicBezTo>
                <a:cubicBezTo>
                  <a:pt x="215634" y="7678"/>
                  <a:pt x="215421" y="8603"/>
                  <a:pt x="215421" y="8745"/>
                </a:cubicBezTo>
                <a:cubicBezTo>
                  <a:pt x="214852" y="9598"/>
                  <a:pt x="212222" y="10025"/>
                  <a:pt x="207529" y="10025"/>
                </a:cubicBezTo>
                <a:cubicBezTo>
                  <a:pt x="201842" y="10167"/>
                  <a:pt x="198216" y="10380"/>
                  <a:pt x="196652" y="10664"/>
                </a:cubicBezTo>
                <a:cubicBezTo>
                  <a:pt x="195088" y="10949"/>
                  <a:pt x="193808" y="11731"/>
                  <a:pt x="192813" y="13011"/>
                </a:cubicBezTo>
                <a:cubicBezTo>
                  <a:pt x="192386" y="13722"/>
                  <a:pt x="187267" y="33842"/>
                  <a:pt x="177456" y="73371"/>
                </a:cubicBezTo>
                <a:cubicBezTo>
                  <a:pt x="167645" y="112901"/>
                  <a:pt x="162668" y="132879"/>
                  <a:pt x="162526" y="133305"/>
                </a:cubicBezTo>
                <a:cubicBezTo>
                  <a:pt x="162526" y="133874"/>
                  <a:pt x="162597" y="134229"/>
                  <a:pt x="162739" y="134372"/>
                </a:cubicBezTo>
                <a:cubicBezTo>
                  <a:pt x="162881" y="134514"/>
                  <a:pt x="163379" y="134798"/>
                  <a:pt x="164232" y="135225"/>
                </a:cubicBezTo>
                <a:cubicBezTo>
                  <a:pt x="165085" y="135651"/>
                  <a:pt x="166294" y="135793"/>
                  <a:pt x="167858" y="135651"/>
                </a:cubicBezTo>
                <a:cubicBezTo>
                  <a:pt x="169422" y="135509"/>
                  <a:pt x="171768" y="135651"/>
                  <a:pt x="174896" y="136078"/>
                </a:cubicBezTo>
                <a:lnTo>
                  <a:pt x="181508" y="136078"/>
                </a:lnTo>
                <a:cubicBezTo>
                  <a:pt x="182361" y="137358"/>
                  <a:pt x="182788" y="138140"/>
                  <a:pt x="182788" y="138424"/>
                </a:cubicBezTo>
                <a:cubicBezTo>
                  <a:pt x="182788" y="140699"/>
                  <a:pt x="182290" y="142832"/>
                  <a:pt x="181295" y="144823"/>
                </a:cubicBezTo>
                <a:cubicBezTo>
                  <a:pt x="180584" y="145534"/>
                  <a:pt x="179446" y="145889"/>
                  <a:pt x="177882" y="145889"/>
                </a:cubicBezTo>
                <a:cubicBezTo>
                  <a:pt x="177171" y="145889"/>
                  <a:pt x="174256" y="145818"/>
                  <a:pt x="169138" y="145676"/>
                </a:cubicBezTo>
                <a:cubicBezTo>
                  <a:pt x="164019" y="145534"/>
                  <a:pt x="157478" y="145463"/>
                  <a:pt x="149515" y="145463"/>
                </a:cubicBezTo>
                <a:cubicBezTo>
                  <a:pt x="140841" y="145463"/>
                  <a:pt x="134300" y="145463"/>
                  <a:pt x="129892" y="145463"/>
                </a:cubicBezTo>
                <a:cubicBezTo>
                  <a:pt x="125485" y="145463"/>
                  <a:pt x="122996" y="145534"/>
                  <a:pt x="122427" y="145676"/>
                </a:cubicBezTo>
                <a:cubicBezTo>
                  <a:pt x="120010" y="145676"/>
                  <a:pt x="118802" y="144965"/>
                  <a:pt x="118802" y="143543"/>
                </a:cubicBezTo>
                <a:cubicBezTo>
                  <a:pt x="118802" y="143259"/>
                  <a:pt x="118944" y="142263"/>
                  <a:pt x="119228" y="140557"/>
                </a:cubicBezTo>
                <a:cubicBezTo>
                  <a:pt x="119797" y="138282"/>
                  <a:pt x="120366" y="137002"/>
                  <a:pt x="120934" y="136718"/>
                </a:cubicBezTo>
                <a:cubicBezTo>
                  <a:pt x="121503" y="136433"/>
                  <a:pt x="123138" y="136220"/>
                  <a:pt x="125840" y="136078"/>
                </a:cubicBezTo>
                <a:cubicBezTo>
                  <a:pt x="129679" y="136078"/>
                  <a:pt x="133945" y="135865"/>
                  <a:pt x="138637" y="135438"/>
                </a:cubicBezTo>
                <a:cubicBezTo>
                  <a:pt x="140628" y="135011"/>
                  <a:pt x="141979" y="134158"/>
                  <a:pt x="142690" y="132879"/>
                </a:cubicBezTo>
                <a:cubicBezTo>
                  <a:pt x="142974" y="132310"/>
                  <a:pt x="145676" y="121930"/>
                  <a:pt x="150795" y="101738"/>
                </a:cubicBezTo>
                <a:cubicBezTo>
                  <a:pt x="155914" y="81547"/>
                  <a:pt x="160961" y="61427"/>
                  <a:pt x="165938" y="41378"/>
                </a:cubicBezTo>
                <a:cubicBezTo>
                  <a:pt x="170915" y="21329"/>
                  <a:pt x="173403" y="11304"/>
                  <a:pt x="173403" y="11304"/>
                </a:cubicBezTo>
                <a:lnTo>
                  <a:pt x="132025" y="77210"/>
                </a:lnTo>
                <a:cubicBezTo>
                  <a:pt x="104156" y="121574"/>
                  <a:pt x="89865" y="144112"/>
                  <a:pt x="89154" y="144823"/>
                </a:cubicBezTo>
                <a:cubicBezTo>
                  <a:pt x="88870" y="144965"/>
                  <a:pt x="88586" y="145107"/>
                  <a:pt x="88301" y="145249"/>
                </a:cubicBezTo>
                <a:cubicBezTo>
                  <a:pt x="87590" y="145676"/>
                  <a:pt x="86453" y="145889"/>
                  <a:pt x="84889" y="145889"/>
                </a:cubicBezTo>
                <a:cubicBezTo>
                  <a:pt x="82756" y="145889"/>
                  <a:pt x="81476" y="145391"/>
                  <a:pt x="81050" y="144396"/>
                </a:cubicBezTo>
                <a:cubicBezTo>
                  <a:pt x="80765" y="143827"/>
                  <a:pt x="77850" y="121788"/>
                  <a:pt x="72305" y="78277"/>
                </a:cubicBezTo>
                <a:lnTo>
                  <a:pt x="63986" y="12797"/>
                </a:lnTo>
                <a:lnTo>
                  <a:pt x="49483" y="70385"/>
                </a:lnTo>
                <a:cubicBezTo>
                  <a:pt x="39956" y="108208"/>
                  <a:pt x="35193" y="127760"/>
                  <a:pt x="35193" y="129039"/>
                </a:cubicBezTo>
                <a:cubicBezTo>
                  <a:pt x="36046" y="133732"/>
                  <a:pt x="41165" y="136078"/>
                  <a:pt x="50549" y="136078"/>
                </a:cubicBezTo>
                <a:lnTo>
                  <a:pt x="52682" y="136078"/>
                </a:lnTo>
                <a:cubicBezTo>
                  <a:pt x="53535" y="136789"/>
                  <a:pt x="54033" y="137429"/>
                  <a:pt x="54175" y="137997"/>
                </a:cubicBezTo>
                <a:cubicBezTo>
                  <a:pt x="54317" y="138566"/>
                  <a:pt x="54104" y="139846"/>
                  <a:pt x="53535" y="141837"/>
                </a:cubicBezTo>
                <a:cubicBezTo>
                  <a:pt x="52967" y="144112"/>
                  <a:pt x="52398" y="145391"/>
                  <a:pt x="51829" y="145676"/>
                </a:cubicBezTo>
                <a:cubicBezTo>
                  <a:pt x="51260" y="145818"/>
                  <a:pt x="50478" y="145889"/>
                  <a:pt x="49483" y="145889"/>
                </a:cubicBezTo>
                <a:cubicBezTo>
                  <a:pt x="49198" y="145889"/>
                  <a:pt x="48345" y="145889"/>
                  <a:pt x="46923" y="145889"/>
                </a:cubicBezTo>
                <a:cubicBezTo>
                  <a:pt x="45501" y="145889"/>
                  <a:pt x="43084" y="145818"/>
                  <a:pt x="39672" y="145676"/>
                </a:cubicBezTo>
                <a:cubicBezTo>
                  <a:pt x="36259" y="145534"/>
                  <a:pt x="31709" y="145463"/>
                  <a:pt x="26021" y="145463"/>
                </a:cubicBezTo>
                <a:cubicBezTo>
                  <a:pt x="21755" y="145463"/>
                  <a:pt x="17347" y="145534"/>
                  <a:pt x="12797" y="145676"/>
                </a:cubicBezTo>
                <a:cubicBezTo>
                  <a:pt x="8247" y="145818"/>
                  <a:pt x="5617" y="145889"/>
                  <a:pt x="4906" y="145889"/>
                </a:cubicBezTo>
                <a:cubicBezTo>
                  <a:pt x="2773" y="145889"/>
                  <a:pt x="1422" y="145747"/>
                  <a:pt x="853" y="145463"/>
                </a:cubicBezTo>
                <a:cubicBezTo>
                  <a:pt x="284" y="145178"/>
                  <a:pt x="0" y="144538"/>
                  <a:pt x="0" y="143543"/>
                </a:cubicBezTo>
                <a:cubicBezTo>
                  <a:pt x="0" y="143259"/>
                  <a:pt x="213" y="142263"/>
                  <a:pt x="640" y="140557"/>
                </a:cubicBezTo>
                <a:cubicBezTo>
                  <a:pt x="1066" y="138851"/>
                  <a:pt x="1422" y="137784"/>
                  <a:pt x="1706" y="137358"/>
                </a:cubicBezTo>
                <a:cubicBezTo>
                  <a:pt x="1991" y="136504"/>
                  <a:pt x="3555" y="136078"/>
                  <a:pt x="6399" y="136078"/>
                </a:cubicBezTo>
                <a:cubicBezTo>
                  <a:pt x="16352" y="136078"/>
                  <a:pt x="22680" y="133234"/>
                  <a:pt x="25381" y="127546"/>
                </a:cubicBezTo>
                <a:cubicBezTo>
                  <a:pt x="25950" y="126693"/>
                  <a:pt x="30856" y="107639"/>
                  <a:pt x="40098" y="70385"/>
                </a:cubicBezTo>
                <a:cubicBezTo>
                  <a:pt x="49341" y="33131"/>
                  <a:pt x="54033" y="13579"/>
                  <a:pt x="54175" y="11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5610A9-754C-4EB8-ABF9-AA88BBC0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865" y="2512010"/>
            <a:ext cx="216701" cy="145889"/>
          </a:xfrm>
          <a:custGeom xmlns:a="http://schemas.openxmlformats.org/drawingml/2006/main">
            <a:pathLst>
              <a:path w="216701" h="145889" fill="none">
                <a:moveTo>
                  <a:pt x="54175" y="11731"/>
                </a:moveTo>
                <a:cubicBezTo>
                  <a:pt x="54175" y="10878"/>
                  <a:pt x="50123" y="10309"/>
                  <a:pt x="42018" y="10025"/>
                </a:cubicBezTo>
                <a:cubicBezTo>
                  <a:pt x="38605" y="10025"/>
                  <a:pt x="36401" y="9953"/>
                  <a:pt x="35406" y="9811"/>
                </a:cubicBezTo>
                <a:cubicBezTo>
                  <a:pt x="34410" y="9669"/>
                  <a:pt x="33913" y="8958"/>
                  <a:pt x="33913" y="7678"/>
                </a:cubicBezTo>
                <a:cubicBezTo>
                  <a:pt x="33913" y="7536"/>
                  <a:pt x="34055" y="6754"/>
                  <a:pt x="34339" y="5332"/>
                </a:cubicBezTo>
                <a:cubicBezTo>
                  <a:pt x="34482" y="4906"/>
                  <a:pt x="34624" y="4408"/>
                  <a:pt x="34766" y="3839"/>
                </a:cubicBezTo>
                <a:cubicBezTo>
                  <a:pt x="34908" y="3270"/>
                  <a:pt x="34979" y="2915"/>
                  <a:pt x="34979" y="2773"/>
                </a:cubicBezTo>
                <a:cubicBezTo>
                  <a:pt x="34979" y="2631"/>
                  <a:pt x="35121" y="2275"/>
                  <a:pt x="35406" y="1706"/>
                </a:cubicBezTo>
                <a:cubicBezTo>
                  <a:pt x="35690" y="1138"/>
                  <a:pt x="35832" y="924"/>
                  <a:pt x="35832" y="1066"/>
                </a:cubicBezTo>
                <a:cubicBezTo>
                  <a:pt x="35832" y="1209"/>
                  <a:pt x="36117" y="1066"/>
                  <a:pt x="36686" y="640"/>
                </a:cubicBezTo>
                <a:cubicBezTo>
                  <a:pt x="37254" y="213"/>
                  <a:pt x="37610" y="71"/>
                  <a:pt x="37752" y="213"/>
                </a:cubicBezTo>
                <a:cubicBezTo>
                  <a:pt x="37894" y="355"/>
                  <a:pt x="38463" y="355"/>
                  <a:pt x="39458" y="213"/>
                </a:cubicBezTo>
                <a:cubicBezTo>
                  <a:pt x="40454" y="71"/>
                  <a:pt x="41307" y="0"/>
                  <a:pt x="42018" y="0"/>
                </a:cubicBezTo>
                <a:cubicBezTo>
                  <a:pt x="42871" y="0"/>
                  <a:pt x="45004" y="0"/>
                  <a:pt x="48416" y="0"/>
                </a:cubicBezTo>
                <a:cubicBezTo>
                  <a:pt x="51829" y="0"/>
                  <a:pt x="55028" y="71"/>
                  <a:pt x="58014" y="213"/>
                </a:cubicBezTo>
                <a:cubicBezTo>
                  <a:pt x="69248" y="213"/>
                  <a:pt x="75717" y="213"/>
                  <a:pt x="77424" y="213"/>
                </a:cubicBezTo>
                <a:cubicBezTo>
                  <a:pt x="79130" y="213"/>
                  <a:pt x="80267" y="569"/>
                  <a:pt x="80836" y="1280"/>
                </a:cubicBezTo>
                <a:cubicBezTo>
                  <a:pt x="80978" y="1849"/>
                  <a:pt x="83609" y="21898"/>
                  <a:pt x="88728" y="61427"/>
                </a:cubicBezTo>
                <a:lnTo>
                  <a:pt x="96406" y="120934"/>
                </a:lnTo>
                <a:lnTo>
                  <a:pt x="101312" y="113043"/>
                </a:lnTo>
                <a:cubicBezTo>
                  <a:pt x="104724" y="107924"/>
                  <a:pt x="109275" y="100814"/>
                  <a:pt x="114962" y="91714"/>
                </a:cubicBezTo>
                <a:cubicBezTo>
                  <a:pt x="120650" y="82614"/>
                  <a:pt x="126906" y="72660"/>
                  <a:pt x="133732" y="61854"/>
                </a:cubicBezTo>
                <a:cubicBezTo>
                  <a:pt x="158615" y="22182"/>
                  <a:pt x="171199" y="2204"/>
                  <a:pt x="171484" y="1920"/>
                </a:cubicBezTo>
                <a:cubicBezTo>
                  <a:pt x="171626" y="1777"/>
                  <a:pt x="171839" y="1564"/>
                  <a:pt x="172124" y="1280"/>
                </a:cubicBezTo>
                <a:cubicBezTo>
                  <a:pt x="172408" y="995"/>
                  <a:pt x="172692" y="782"/>
                  <a:pt x="172977" y="640"/>
                </a:cubicBezTo>
                <a:lnTo>
                  <a:pt x="174256" y="213"/>
                </a:lnTo>
                <a:lnTo>
                  <a:pt x="194732" y="213"/>
                </a:lnTo>
                <a:cubicBezTo>
                  <a:pt x="197149" y="213"/>
                  <a:pt x="199993" y="213"/>
                  <a:pt x="203264" y="213"/>
                </a:cubicBezTo>
                <a:cubicBezTo>
                  <a:pt x="206534" y="213"/>
                  <a:pt x="208596" y="142"/>
                  <a:pt x="209449" y="0"/>
                </a:cubicBezTo>
                <a:cubicBezTo>
                  <a:pt x="214283" y="0"/>
                  <a:pt x="216701" y="782"/>
                  <a:pt x="216701" y="2346"/>
                </a:cubicBezTo>
                <a:cubicBezTo>
                  <a:pt x="216701" y="3057"/>
                  <a:pt x="216487" y="4266"/>
                  <a:pt x="216061" y="5972"/>
                </a:cubicBezTo>
                <a:cubicBezTo>
                  <a:pt x="215634" y="7678"/>
                  <a:pt x="215421" y="8603"/>
                  <a:pt x="215421" y="8745"/>
                </a:cubicBezTo>
                <a:cubicBezTo>
                  <a:pt x="214852" y="9598"/>
                  <a:pt x="212222" y="10025"/>
                  <a:pt x="207529" y="10025"/>
                </a:cubicBezTo>
                <a:cubicBezTo>
                  <a:pt x="201842" y="10167"/>
                  <a:pt x="198216" y="10380"/>
                  <a:pt x="196652" y="10664"/>
                </a:cubicBezTo>
                <a:cubicBezTo>
                  <a:pt x="195088" y="10949"/>
                  <a:pt x="193808" y="11731"/>
                  <a:pt x="192813" y="13011"/>
                </a:cubicBezTo>
                <a:cubicBezTo>
                  <a:pt x="192386" y="13722"/>
                  <a:pt x="187267" y="33842"/>
                  <a:pt x="177456" y="73371"/>
                </a:cubicBezTo>
                <a:cubicBezTo>
                  <a:pt x="167645" y="112901"/>
                  <a:pt x="162668" y="132879"/>
                  <a:pt x="162526" y="133305"/>
                </a:cubicBezTo>
                <a:cubicBezTo>
                  <a:pt x="162526" y="133874"/>
                  <a:pt x="162597" y="134229"/>
                  <a:pt x="162739" y="134372"/>
                </a:cubicBezTo>
                <a:cubicBezTo>
                  <a:pt x="162881" y="134514"/>
                  <a:pt x="163379" y="134798"/>
                  <a:pt x="164232" y="135225"/>
                </a:cubicBezTo>
                <a:cubicBezTo>
                  <a:pt x="165085" y="135651"/>
                  <a:pt x="166294" y="135793"/>
                  <a:pt x="167858" y="135651"/>
                </a:cubicBezTo>
                <a:cubicBezTo>
                  <a:pt x="169422" y="135509"/>
                  <a:pt x="171768" y="135651"/>
                  <a:pt x="174896" y="136078"/>
                </a:cubicBezTo>
                <a:lnTo>
                  <a:pt x="181508" y="136078"/>
                </a:lnTo>
                <a:cubicBezTo>
                  <a:pt x="182361" y="137358"/>
                  <a:pt x="182788" y="138140"/>
                  <a:pt x="182788" y="138424"/>
                </a:cubicBezTo>
                <a:cubicBezTo>
                  <a:pt x="182788" y="140699"/>
                  <a:pt x="182290" y="142832"/>
                  <a:pt x="181295" y="144823"/>
                </a:cubicBezTo>
                <a:cubicBezTo>
                  <a:pt x="180584" y="145534"/>
                  <a:pt x="179446" y="145889"/>
                  <a:pt x="177882" y="145889"/>
                </a:cubicBezTo>
                <a:cubicBezTo>
                  <a:pt x="177171" y="145889"/>
                  <a:pt x="174256" y="145818"/>
                  <a:pt x="169138" y="145676"/>
                </a:cubicBezTo>
                <a:cubicBezTo>
                  <a:pt x="164019" y="145534"/>
                  <a:pt x="157478" y="145463"/>
                  <a:pt x="149515" y="145463"/>
                </a:cubicBezTo>
                <a:cubicBezTo>
                  <a:pt x="140841" y="145463"/>
                  <a:pt x="134300" y="145463"/>
                  <a:pt x="129892" y="145463"/>
                </a:cubicBezTo>
                <a:cubicBezTo>
                  <a:pt x="125485" y="145463"/>
                  <a:pt x="122996" y="145534"/>
                  <a:pt x="122427" y="145676"/>
                </a:cubicBezTo>
                <a:cubicBezTo>
                  <a:pt x="120010" y="145676"/>
                  <a:pt x="118802" y="144965"/>
                  <a:pt x="118802" y="143543"/>
                </a:cubicBezTo>
                <a:cubicBezTo>
                  <a:pt x="118802" y="143259"/>
                  <a:pt x="118944" y="142263"/>
                  <a:pt x="119228" y="140557"/>
                </a:cubicBezTo>
                <a:cubicBezTo>
                  <a:pt x="119797" y="138282"/>
                  <a:pt x="120366" y="137002"/>
                  <a:pt x="120934" y="136718"/>
                </a:cubicBezTo>
                <a:cubicBezTo>
                  <a:pt x="121503" y="136433"/>
                  <a:pt x="123138" y="136220"/>
                  <a:pt x="125840" y="136078"/>
                </a:cubicBezTo>
                <a:cubicBezTo>
                  <a:pt x="129679" y="136078"/>
                  <a:pt x="133945" y="135865"/>
                  <a:pt x="138637" y="135438"/>
                </a:cubicBezTo>
                <a:cubicBezTo>
                  <a:pt x="140628" y="135011"/>
                  <a:pt x="141979" y="134158"/>
                  <a:pt x="142690" y="132879"/>
                </a:cubicBezTo>
                <a:cubicBezTo>
                  <a:pt x="142974" y="132310"/>
                  <a:pt x="145676" y="121930"/>
                  <a:pt x="150795" y="101738"/>
                </a:cubicBezTo>
                <a:cubicBezTo>
                  <a:pt x="155914" y="81547"/>
                  <a:pt x="160961" y="61427"/>
                  <a:pt x="165938" y="41378"/>
                </a:cubicBezTo>
                <a:cubicBezTo>
                  <a:pt x="170915" y="21329"/>
                  <a:pt x="173403" y="11304"/>
                  <a:pt x="173403" y="11304"/>
                </a:cubicBezTo>
                <a:lnTo>
                  <a:pt x="132025" y="77210"/>
                </a:lnTo>
                <a:cubicBezTo>
                  <a:pt x="104156" y="121574"/>
                  <a:pt x="89865" y="144112"/>
                  <a:pt x="89154" y="144823"/>
                </a:cubicBezTo>
                <a:cubicBezTo>
                  <a:pt x="88870" y="144965"/>
                  <a:pt x="88586" y="145107"/>
                  <a:pt x="88301" y="145249"/>
                </a:cubicBezTo>
                <a:cubicBezTo>
                  <a:pt x="87590" y="145676"/>
                  <a:pt x="86453" y="145889"/>
                  <a:pt x="84889" y="145889"/>
                </a:cubicBezTo>
                <a:cubicBezTo>
                  <a:pt x="82756" y="145889"/>
                  <a:pt x="81476" y="145391"/>
                  <a:pt x="81050" y="144396"/>
                </a:cubicBezTo>
                <a:cubicBezTo>
                  <a:pt x="80765" y="143827"/>
                  <a:pt x="77850" y="121788"/>
                  <a:pt x="72305" y="78277"/>
                </a:cubicBezTo>
                <a:lnTo>
                  <a:pt x="63986" y="12797"/>
                </a:lnTo>
                <a:lnTo>
                  <a:pt x="49483" y="70385"/>
                </a:lnTo>
                <a:cubicBezTo>
                  <a:pt x="39956" y="108208"/>
                  <a:pt x="35193" y="127760"/>
                  <a:pt x="35193" y="129039"/>
                </a:cubicBezTo>
                <a:cubicBezTo>
                  <a:pt x="36046" y="133732"/>
                  <a:pt x="41165" y="136078"/>
                  <a:pt x="50549" y="136078"/>
                </a:cubicBezTo>
                <a:lnTo>
                  <a:pt x="52682" y="136078"/>
                </a:lnTo>
                <a:cubicBezTo>
                  <a:pt x="53535" y="136789"/>
                  <a:pt x="54033" y="137429"/>
                  <a:pt x="54175" y="137997"/>
                </a:cubicBezTo>
                <a:cubicBezTo>
                  <a:pt x="54317" y="138566"/>
                  <a:pt x="54104" y="139846"/>
                  <a:pt x="53535" y="141837"/>
                </a:cubicBezTo>
                <a:cubicBezTo>
                  <a:pt x="52967" y="144112"/>
                  <a:pt x="52398" y="145391"/>
                  <a:pt x="51829" y="145676"/>
                </a:cubicBezTo>
                <a:cubicBezTo>
                  <a:pt x="51260" y="145818"/>
                  <a:pt x="50478" y="145889"/>
                  <a:pt x="49483" y="145889"/>
                </a:cubicBezTo>
                <a:cubicBezTo>
                  <a:pt x="49198" y="145889"/>
                  <a:pt x="48345" y="145889"/>
                  <a:pt x="46923" y="145889"/>
                </a:cubicBezTo>
                <a:cubicBezTo>
                  <a:pt x="45501" y="145889"/>
                  <a:pt x="43084" y="145818"/>
                  <a:pt x="39672" y="145676"/>
                </a:cubicBezTo>
                <a:cubicBezTo>
                  <a:pt x="36259" y="145534"/>
                  <a:pt x="31709" y="145463"/>
                  <a:pt x="26021" y="145463"/>
                </a:cubicBezTo>
                <a:cubicBezTo>
                  <a:pt x="21755" y="145463"/>
                  <a:pt x="17347" y="145534"/>
                  <a:pt x="12797" y="145676"/>
                </a:cubicBezTo>
                <a:cubicBezTo>
                  <a:pt x="8247" y="145818"/>
                  <a:pt x="5617" y="145889"/>
                  <a:pt x="4906" y="145889"/>
                </a:cubicBezTo>
                <a:cubicBezTo>
                  <a:pt x="2773" y="145889"/>
                  <a:pt x="1422" y="145747"/>
                  <a:pt x="853" y="145463"/>
                </a:cubicBezTo>
                <a:cubicBezTo>
                  <a:pt x="284" y="145178"/>
                  <a:pt x="0" y="144538"/>
                  <a:pt x="0" y="143543"/>
                </a:cubicBezTo>
                <a:cubicBezTo>
                  <a:pt x="0" y="143259"/>
                  <a:pt x="213" y="142263"/>
                  <a:pt x="640" y="140557"/>
                </a:cubicBezTo>
                <a:cubicBezTo>
                  <a:pt x="1066" y="138851"/>
                  <a:pt x="1422" y="137784"/>
                  <a:pt x="1706" y="137358"/>
                </a:cubicBezTo>
                <a:cubicBezTo>
                  <a:pt x="1991" y="136504"/>
                  <a:pt x="3555" y="136078"/>
                  <a:pt x="6399" y="136078"/>
                </a:cubicBezTo>
                <a:cubicBezTo>
                  <a:pt x="16352" y="136078"/>
                  <a:pt x="22680" y="133234"/>
                  <a:pt x="25381" y="127546"/>
                </a:cubicBezTo>
                <a:cubicBezTo>
                  <a:pt x="25950" y="126693"/>
                  <a:pt x="30856" y="107639"/>
                  <a:pt x="40098" y="70385"/>
                </a:cubicBezTo>
                <a:cubicBezTo>
                  <a:pt x="49341" y="33131"/>
                  <a:pt x="54033" y="13579"/>
                  <a:pt x="54175" y="117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3" cap="flat">
            <a:solidFill>
              <a:srgbClr val="000000">
                <a:alpha val="32770"/>
              </a:srgbClr>
            </a:solidFill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8ADD4-3057-4584-BDDD-8BBD1ACD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288" y="2470136"/>
            <a:ext cx="42373" cy="101334"/>
          </a:xfrm>
          <a:custGeom xmlns:a="http://schemas.openxmlformats.org/drawingml/2006/main">
            <a:pathLst>
              <a:path w="42373" h="101334">
                <a:moveTo>
                  <a:pt x="24580" y="9198"/>
                </a:moveTo>
                <a:cubicBezTo>
                  <a:pt x="24580" y="6786"/>
                  <a:pt x="25535" y="4675"/>
                  <a:pt x="27445" y="2865"/>
                </a:cubicBezTo>
                <a:cubicBezTo>
                  <a:pt x="29355" y="1056"/>
                  <a:pt x="31566" y="101"/>
                  <a:pt x="34080" y="0"/>
                </a:cubicBezTo>
                <a:cubicBezTo>
                  <a:pt x="35889" y="0"/>
                  <a:pt x="37397" y="603"/>
                  <a:pt x="38603" y="1810"/>
                </a:cubicBezTo>
                <a:cubicBezTo>
                  <a:pt x="39810" y="3016"/>
                  <a:pt x="40463" y="4524"/>
                  <a:pt x="40564" y="6333"/>
                </a:cubicBezTo>
                <a:cubicBezTo>
                  <a:pt x="40564" y="8646"/>
                  <a:pt x="39558" y="10757"/>
                  <a:pt x="37548" y="12667"/>
                </a:cubicBezTo>
                <a:cubicBezTo>
                  <a:pt x="35537" y="14577"/>
                  <a:pt x="33326" y="15582"/>
                  <a:pt x="30913" y="15683"/>
                </a:cubicBezTo>
                <a:cubicBezTo>
                  <a:pt x="29405" y="15683"/>
                  <a:pt x="27998" y="15180"/>
                  <a:pt x="26691" y="14175"/>
                </a:cubicBezTo>
                <a:cubicBezTo>
                  <a:pt x="25384" y="13169"/>
                  <a:pt x="24680" y="11511"/>
                  <a:pt x="24580" y="9198"/>
                </a:cubicBezTo>
                <a:close/>
                <a:moveTo>
                  <a:pt x="0" y="56397"/>
                </a:moveTo>
                <a:cubicBezTo>
                  <a:pt x="0" y="55593"/>
                  <a:pt x="452" y="54035"/>
                  <a:pt x="1357" y="51723"/>
                </a:cubicBezTo>
                <a:cubicBezTo>
                  <a:pt x="2262" y="49410"/>
                  <a:pt x="3468" y="46847"/>
                  <a:pt x="4976" y="44032"/>
                </a:cubicBezTo>
                <a:cubicBezTo>
                  <a:pt x="6484" y="41217"/>
                  <a:pt x="8696" y="38654"/>
                  <a:pt x="11611" y="36342"/>
                </a:cubicBezTo>
                <a:cubicBezTo>
                  <a:pt x="14527" y="34029"/>
                  <a:pt x="17542" y="32924"/>
                  <a:pt x="20659" y="33024"/>
                </a:cubicBezTo>
                <a:cubicBezTo>
                  <a:pt x="24580" y="33024"/>
                  <a:pt x="27847" y="34180"/>
                  <a:pt x="30461" y="36492"/>
                </a:cubicBezTo>
                <a:cubicBezTo>
                  <a:pt x="33074" y="38805"/>
                  <a:pt x="34431" y="41921"/>
                  <a:pt x="34532" y="45842"/>
                </a:cubicBezTo>
                <a:cubicBezTo>
                  <a:pt x="34532" y="47551"/>
                  <a:pt x="33828" y="50365"/>
                  <a:pt x="32421" y="54286"/>
                </a:cubicBezTo>
                <a:cubicBezTo>
                  <a:pt x="31013" y="58207"/>
                  <a:pt x="29003" y="63485"/>
                  <a:pt x="26389" y="70120"/>
                </a:cubicBezTo>
                <a:cubicBezTo>
                  <a:pt x="23775" y="76755"/>
                  <a:pt x="21664" y="82434"/>
                  <a:pt x="20056" y="87159"/>
                </a:cubicBezTo>
                <a:cubicBezTo>
                  <a:pt x="19553" y="89371"/>
                  <a:pt x="19302" y="90979"/>
                  <a:pt x="19302" y="91985"/>
                </a:cubicBezTo>
                <a:cubicBezTo>
                  <a:pt x="19302" y="94498"/>
                  <a:pt x="20156" y="95755"/>
                  <a:pt x="21865" y="95755"/>
                </a:cubicBezTo>
                <a:cubicBezTo>
                  <a:pt x="22770" y="95755"/>
                  <a:pt x="23725" y="95604"/>
                  <a:pt x="24730" y="95302"/>
                </a:cubicBezTo>
                <a:cubicBezTo>
                  <a:pt x="25736" y="95001"/>
                  <a:pt x="26892" y="94297"/>
                  <a:pt x="28199" y="93191"/>
                </a:cubicBezTo>
                <a:cubicBezTo>
                  <a:pt x="29506" y="92085"/>
                  <a:pt x="30863" y="90326"/>
                  <a:pt x="32270" y="87913"/>
                </a:cubicBezTo>
                <a:cubicBezTo>
                  <a:pt x="33677" y="85501"/>
                  <a:pt x="34934" y="82535"/>
                  <a:pt x="36040" y="79016"/>
                </a:cubicBezTo>
                <a:cubicBezTo>
                  <a:pt x="36342" y="77810"/>
                  <a:pt x="36593" y="77106"/>
                  <a:pt x="36794" y="76905"/>
                </a:cubicBezTo>
                <a:cubicBezTo>
                  <a:pt x="36995" y="76704"/>
                  <a:pt x="37849" y="76604"/>
                  <a:pt x="39357" y="76604"/>
                </a:cubicBezTo>
                <a:cubicBezTo>
                  <a:pt x="41368" y="76604"/>
                  <a:pt x="42373" y="77106"/>
                  <a:pt x="42373" y="78112"/>
                </a:cubicBezTo>
                <a:cubicBezTo>
                  <a:pt x="42373" y="78916"/>
                  <a:pt x="41921" y="80474"/>
                  <a:pt x="41016" y="82786"/>
                </a:cubicBezTo>
                <a:cubicBezTo>
                  <a:pt x="40111" y="85099"/>
                  <a:pt x="38855" y="87662"/>
                  <a:pt x="37246" y="90477"/>
                </a:cubicBezTo>
                <a:cubicBezTo>
                  <a:pt x="35638" y="93292"/>
                  <a:pt x="33376" y="95805"/>
                  <a:pt x="30461" y="98017"/>
                </a:cubicBezTo>
                <a:cubicBezTo>
                  <a:pt x="27545" y="100228"/>
                  <a:pt x="24429" y="101334"/>
                  <a:pt x="21111" y="101334"/>
                </a:cubicBezTo>
                <a:cubicBezTo>
                  <a:pt x="17894" y="101334"/>
                  <a:pt x="14929" y="100279"/>
                  <a:pt x="12214" y="98167"/>
                </a:cubicBezTo>
                <a:cubicBezTo>
                  <a:pt x="9500" y="96056"/>
                  <a:pt x="8093" y="92839"/>
                  <a:pt x="7992" y="88517"/>
                </a:cubicBezTo>
                <a:cubicBezTo>
                  <a:pt x="7992" y="86808"/>
                  <a:pt x="8243" y="85199"/>
                  <a:pt x="8746" y="83691"/>
                </a:cubicBezTo>
                <a:cubicBezTo>
                  <a:pt x="9249" y="82183"/>
                  <a:pt x="11410" y="76453"/>
                  <a:pt x="15230" y="66500"/>
                </a:cubicBezTo>
                <a:cubicBezTo>
                  <a:pt x="19050" y="56347"/>
                  <a:pt x="21262" y="50265"/>
                  <a:pt x="21865" y="48254"/>
                </a:cubicBezTo>
                <a:cubicBezTo>
                  <a:pt x="22468" y="46244"/>
                  <a:pt x="22820" y="44283"/>
                  <a:pt x="22921" y="42373"/>
                </a:cubicBezTo>
                <a:cubicBezTo>
                  <a:pt x="22921" y="39961"/>
                  <a:pt x="22066" y="38754"/>
                  <a:pt x="20357" y="38754"/>
                </a:cubicBezTo>
                <a:lnTo>
                  <a:pt x="20056" y="38754"/>
                </a:lnTo>
                <a:cubicBezTo>
                  <a:pt x="17040" y="38754"/>
                  <a:pt x="14275" y="40413"/>
                  <a:pt x="11762" y="43730"/>
                </a:cubicBezTo>
                <a:cubicBezTo>
                  <a:pt x="9249" y="47048"/>
                  <a:pt x="7339" y="51270"/>
                  <a:pt x="6032" y="56397"/>
                </a:cubicBezTo>
                <a:cubicBezTo>
                  <a:pt x="5931" y="56498"/>
                  <a:pt x="5831" y="56649"/>
                  <a:pt x="5730" y="56850"/>
                </a:cubicBezTo>
                <a:cubicBezTo>
                  <a:pt x="5630" y="57051"/>
                  <a:pt x="5579" y="57201"/>
                  <a:pt x="5579" y="57302"/>
                </a:cubicBezTo>
                <a:cubicBezTo>
                  <a:pt x="5579" y="57403"/>
                  <a:pt x="5479" y="57503"/>
                  <a:pt x="5278" y="57604"/>
                </a:cubicBezTo>
                <a:cubicBezTo>
                  <a:pt x="5077" y="57704"/>
                  <a:pt x="4926" y="57754"/>
                  <a:pt x="4825" y="57754"/>
                </a:cubicBezTo>
                <a:cubicBezTo>
                  <a:pt x="4725" y="57754"/>
                  <a:pt x="4524" y="57754"/>
                  <a:pt x="4222" y="57754"/>
                </a:cubicBezTo>
                <a:cubicBezTo>
                  <a:pt x="3921" y="57754"/>
                  <a:pt x="3519" y="57754"/>
                  <a:pt x="3016" y="57754"/>
                </a:cubicBezTo>
                <a:lnTo>
                  <a:pt x="905" y="57754"/>
                </a:lnTo>
                <a:cubicBezTo>
                  <a:pt x="302" y="57151"/>
                  <a:pt x="0" y="56699"/>
                  <a:pt x="0" y="563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999BE5-4FD9-40AD-9620-048409A4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288" y="2470136"/>
            <a:ext cx="42373" cy="101334"/>
          </a:xfrm>
          <a:custGeom xmlns:a="http://schemas.openxmlformats.org/drawingml/2006/main">
            <a:pathLst>
              <a:path w="42373" h="101334" fill="none">
                <a:moveTo>
                  <a:pt x="24580" y="9198"/>
                </a:moveTo>
                <a:cubicBezTo>
                  <a:pt x="24580" y="6786"/>
                  <a:pt x="25535" y="4675"/>
                  <a:pt x="27445" y="2865"/>
                </a:cubicBezTo>
                <a:cubicBezTo>
                  <a:pt x="29355" y="1056"/>
                  <a:pt x="31566" y="101"/>
                  <a:pt x="34080" y="0"/>
                </a:cubicBezTo>
                <a:cubicBezTo>
                  <a:pt x="35889" y="0"/>
                  <a:pt x="37397" y="603"/>
                  <a:pt x="38603" y="1810"/>
                </a:cubicBezTo>
                <a:cubicBezTo>
                  <a:pt x="39810" y="3016"/>
                  <a:pt x="40463" y="4524"/>
                  <a:pt x="40564" y="6333"/>
                </a:cubicBezTo>
                <a:cubicBezTo>
                  <a:pt x="40564" y="8646"/>
                  <a:pt x="39558" y="10757"/>
                  <a:pt x="37548" y="12667"/>
                </a:cubicBezTo>
                <a:cubicBezTo>
                  <a:pt x="35537" y="14577"/>
                  <a:pt x="33326" y="15582"/>
                  <a:pt x="30913" y="15683"/>
                </a:cubicBezTo>
                <a:cubicBezTo>
                  <a:pt x="29405" y="15683"/>
                  <a:pt x="27998" y="15180"/>
                  <a:pt x="26691" y="14175"/>
                </a:cubicBezTo>
                <a:cubicBezTo>
                  <a:pt x="25384" y="13169"/>
                  <a:pt x="24680" y="11511"/>
                  <a:pt x="24580" y="9198"/>
                </a:cubicBezTo>
                <a:close/>
                <a:moveTo>
                  <a:pt x="0" y="56397"/>
                </a:moveTo>
                <a:cubicBezTo>
                  <a:pt x="0" y="55593"/>
                  <a:pt x="452" y="54035"/>
                  <a:pt x="1357" y="51723"/>
                </a:cubicBezTo>
                <a:cubicBezTo>
                  <a:pt x="2262" y="49410"/>
                  <a:pt x="3468" y="46847"/>
                  <a:pt x="4976" y="44032"/>
                </a:cubicBezTo>
                <a:cubicBezTo>
                  <a:pt x="6484" y="41217"/>
                  <a:pt x="8696" y="38654"/>
                  <a:pt x="11611" y="36342"/>
                </a:cubicBezTo>
                <a:cubicBezTo>
                  <a:pt x="14527" y="34029"/>
                  <a:pt x="17542" y="32924"/>
                  <a:pt x="20659" y="33024"/>
                </a:cubicBezTo>
                <a:cubicBezTo>
                  <a:pt x="24580" y="33024"/>
                  <a:pt x="27847" y="34180"/>
                  <a:pt x="30461" y="36492"/>
                </a:cubicBezTo>
                <a:cubicBezTo>
                  <a:pt x="33074" y="38805"/>
                  <a:pt x="34431" y="41921"/>
                  <a:pt x="34532" y="45842"/>
                </a:cubicBezTo>
                <a:cubicBezTo>
                  <a:pt x="34532" y="47551"/>
                  <a:pt x="33828" y="50365"/>
                  <a:pt x="32421" y="54286"/>
                </a:cubicBezTo>
                <a:cubicBezTo>
                  <a:pt x="31013" y="58207"/>
                  <a:pt x="29003" y="63485"/>
                  <a:pt x="26389" y="70120"/>
                </a:cubicBezTo>
                <a:cubicBezTo>
                  <a:pt x="23775" y="76755"/>
                  <a:pt x="21664" y="82434"/>
                  <a:pt x="20056" y="87159"/>
                </a:cubicBezTo>
                <a:cubicBezTo>
                  <a:pt x="19553" y="89371"/>
                  <a:pt x="19302" y="90979"/>
                  <a:pt x="19302" y="91985"/>
                </a:cubicBezTo>
                <a:cubicBezTo>
                  <a:pt x="19302" y="94498"/>
                  <a:pt x="20156" y="95755"/>
                  <a:pt x="21865" y="95755"/>
                </a:cubicBezTo>
                <a:cubicBezTo>
                  <a:pt x="22770" y="95755"/>
                  <a:pt x="23725" y="95604"/>
                  <a:pt x="24730" y="95302"/>
                </a:cubicBezTo>
                <a:cubicBezTo>
                  <a:pt x="25736" y="95001"/>
                  <a:pt x="26892" y="94297"/>
                  <a:pt x="28199" y="93191"/>
                </a:cubicBezTo>
                <a:cubicBezTo>
                  <a:pt x="29506" y="92085"/>
                  <a:pt x="30863" y="90326"/>
                  <a:pt x="32270" y="87913"/>
                </a:cubicBezTo>
                <a:cubicBezTo>
                  <a:pt x="33677" y="85501"/>
                  <a:pt x="34934" y="82535"/>
                  <a:pt x="36040" y="79016"/>
                </a:cubicBezTo>
                <a:cubicBezTo>
                  <a:pt x="36342" y="77810"/>
                  <a:pt x="36593" y="77106"/>
                  <a:pt x="36794" y="76905"/>
                </a:cubicBezTo>
                <a:cubicBezTo>
                  <a:pt x="36995" y="76704"/>
                  <a:pt x="37849" y="76604"/>
                  <a:pt x="39357" y="76604"/>
                </a:cubicBezTo>
                <a:cubicBezTo>
                  <a:pt x="41368" y="76604"/>
                  <a:pt x="42373" y="77106"/>
                  <a:pt x="42373" y="78112"/>
                </a:cubicBezTo>
                <a:cubicBezTo>
                  <a:pt x="42373" y="78916"/>
                  <a:pt x="41921" y="80474"/>
                  <a:pt x="41016" y="82786"/>
                </a:cubicBezTo>
                <a:cubicBezTo>
                  <a:pt x="40111" y="85099"/>
                  <a:pt x="38855" y="87662"/>
                  <a:pt x="37246" y="90477"/>
                </a:cubicBezTo>
                <a:cubicBezTo>
                  <a:pt x="35638" y="93292"/>
                  <a:pt x="33376" y="95805"/>
                  <a:pt x="30461" y="98017"/>
                </a:cubicBezTo>
                <a:cubicBezTo>
                  <a:pt x="27545" y="100228"/>
                  <a:pt x="24429" y="101334"/>
                  <a:pt x="21111" y="101334"/>
                </a:cubicBezTo>
                <a:cubicBezTo>
                  <a:pt x="17894" y="101334"/>
                  <a:pt x="14929" y="100279"/>
                  <a:pt x="12214" y="98167"/>
                </a:cubicBezTo>
                <a:cubicBezTo>
                  <a:pt x="9500" y="96056"/>
                  <a:pt x="8093" y="92839"/>
                  <a:pt x="7992" y="88517"/>
                </a:cubicBezTo>
                <a:cubicBezTo>
                  <a:pt x="7992" y="86808"/>
                  <a:pt x="8243" y="85199"/>
                  <a:pt x="8746" y="83691"/>
                </a:cubicBezTo>
                <a:cubicBezTo>
                  <a:pt x="9249" y="82183"/>
                  <a:pt x="11410" y="76453"/>
                  <a:pt x="15230" y="66500"/>
                </a:cubicBezTo>
                <a:cubicBezTo>
                  <a:pt x="19050" y="56347"/>
                  <a:pt x="21262" y="50265"/>
                  <a:pt x="21865" y="48254"/>
                </a:cubicBezTo>
                <a:cubicBezTo>
                  <a:pt x="22468" y="46244"/>
                  <a:pt x="22820" y="44283"/>
                  <a:pt x="22921" y="42373"/>
                </a:cubicBezTo>
                <a:cubicBezTo>
                  <a:pt x="22921" y="39961"/>
                  <a:pt x="22066" y="38754"/>
                  <a:pt x="20357" y="38754"/>
                </a:cubicBezTo>
                <a:lnTo>
                  <a:pt x="20056" y="38754"/>
                </a:lnTo>
                <a:cubicBezTo>
                  <a:pt x="17040" y="38754"/>
                  <a:pt x="14275" y="40413"/>
                  <a:pt x="11762" y="43730"/>
                </a:cubicBezTo>
                <a:cubicBezTo>
                  <a:pt x="9249" y="47048"/>
                  <a:pt x="7339" y="51270"/>
                  <a:pt x="6032" y="56397"/>
                </a:cubicBezTo>
                <a:cubicBezTo>
                  <a:pt x="5931" y="56498"/>
                  <a:pt x="5831" y="56649"/>
                  <a:pt x="5730" y="56850"/>
                </a:cubicBezTo>
                <a:cubicBezTo>
                  <a:pt x="5630" y="57051"/>
                  <a:pt x="5579" y="57201"/>
                  <a:pt x="5579" y="57302"/>
                </a:cubicBezTo>
                <a:cubicBezTo>
                  <a:pt x="5579" y="57403"/>
                  <a:pt x="5479" y="57503"/>
                  <a:pt x="5278" y="57604"/>
                </a:cubicBezTo>
                <a:cubicBezTo>
                  <a:pt x="5077" y="57704"/>
                  <a:pt x="4926" y="57754"/>
                  <a:pt x="4825" y="57754"/>
                </a:cubicBezTo>
                <a:cubicBezTo>
                  <a:pt x="4725" y="57754"/>
                  <a:pt x="4524" y="57754"/>
                  <a:pt x="4222" y="57754"/>
                </a:cubicBezTo>
                <a:cubicBezTo>
                  <a:pt x="3921" y="57754"/>
                  <a:pt x="3519" y="57754"/>
                  <a:pt x="3016" y="57754"/>
                </a:cubicBezTo>
                <a:lnTo>
                  <a:pt x="905" y="57754"/>
                </a:lnTo>
                <a:cubicBezTo>
                  <a:pt x="302" y="57151"/>
                  <a:pt x="0" y="56699"/>
                  <a:pt x="0" y="5639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1" cap="flat">
            <a:solidFill>
              <a:srgbClr val="000000">
                <a:alpha val="23170"/>
              </a:srgbClr>
            </a:solidFill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E7529-D322-49C9-8F8F-FE4F91D7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1582" y="2506929"/>
            <a:ext cx="216742" cy="145917"/>
          </a:xfrm>
          <a:custGeom xmlns:a="http://schemas.openxmlformats.org/drawingml/2006/main">
            <a:pathLst>
              <a:path w="216742" h="145917">
                <a:moveTo>
                  <a:pt x="54186" y="11733"/>
                </a:moveTo>
                <a:cubicBezTo>
                  <a:pt x="54186" y="10880"/>
                  <a:pt x="50132" y="10311"/>
                  <a:pt x="42026" y="10026"/>
                </a:cubicBezTo>
                <a:cubicBezTo>
                  <a:pt x="38613" y="10026"/>
                  <a:pt x="36408" y="9955"/>
                  <a:pt x="35413" y="9813"/>
                </a:cubicBezTo>
                <a:cubicBezTo>
                  <a:pt x="34417" y="9671"/>
                  <a:pt x="33919" y="8960"/>
                  <a:pt x="33919" y="7680"/>
                </a:cubicBezTo>
                <a:cubicBezTo>
                  <a:pt x="33919" y="7538"/>
                  <a:pt x="34062" y="6755"/>
                  <a:pt x="34346" y="5333"/>
                </a:cubicBezTo>
                <a:cubicBezTo>
                  <a:pt x="34488" y="4907"/>
                  <a:pt x="34630" y="4409"/>
                  <a:pt x="34773" y="3840"/>
                </a:cubicBezTo>
                <a:cubicBezTo>
                  <a:pt x="34915" y="3271"/>
                  <a:pt x="34986" y="2916"/>
                  <a:pt x="34986" y="2773"/>
                </a:cubicBezTo>
                <a:cubicBezTo>
                  <a:pt x="34986" y="2631"/>
                  <a:pt x="35128" y="2276"/>
                  <a:pt x="35413" y="1707"/>
                </a:cubicBezTo>
                <a:cubicBezTo>
                  <a:pt x="35697" y="1138"/>
                  <a:pt x="35839" y="924"/>
                  <a:pt x="35839" y="1067"/>
                </a:cubicBezTo>
                <a:cubicBezTo>
                  <a:pt x="35839" y="1209"/>
                  <a:pt x="36124" y="1067"/>
                  <a:pt x="36693" y="640"/>
                </a:cubicBezTo>
                <a:cubicBezTo>
                  <a:pt x="37262" y="213"/>
                  <a:pt x="37617" y="71"/>
                  <a:pt x="37759" y="213"/>
                </a:cubicBezTo>
                <a:cubicBezTo>
                  <a:pt x="37901" y="356"/>
                  <a:pt x="38470" y="356"/>
                  <a:pt x="39466" y="213"/>
                </a:cubicBezTo>
                <a:cubicBezTo>
                  <a:pt x="40461" y="71"/>
                  <a:pt x="41315" y="0"/>
                  <a:pt x="42026" y="0"/>
                </a:cubicBezTo>
                <a:cubicBezTo>
                  <a:pt x="42879" y="0"/>
                  <a:pt x="45012" y="0"/>
                  <a:pt x="48426" y="0"/>
                </a:cubicBezTo>
                <a:cubicBezTo>
                  <a:pt x="51839" y="0"/>
                  <a:pt x="55039" y="71"/>
                  <a:pt x="58026" y="213"/>
                </a:cubicBezTo>
                <a:cubicBezTo>
                  <a:pt x="69261" y="213"/>
                  <a:pt x="75732" y="213"/>
                  <a:pt x="77439" y="213"/>
                </a:cubicBezTo>
                <a:cubicBezTo>
                  <a:pt x="79145" y="213"/>
                  <a:pt x="80283" y="569"/>
                  <a:pt x="80852" y="1280"/>
                </a:cubicBezTo>
                <a:cubicBezTo>
                  <a:pt x="80994" y="1849"/>
                  <a:pt x="83625" y="21902"/>
                  <a:pt x="88745" y="61439"/>
                </a:cubicBezTo>
                <a:lnTo>
                  <a:pt x="96425" y="120958"/>
                </a:lnTo>
                <a:lnTo>
                  <a:pt x="101331" y="113064"/>
                </a:lnTo>
                <a:cubicBezTo>
                  <a:pt x="104745" y="107945"/>
                  <a:pt x="109296" y="100834"/>
                  <a:pt x="114984" y="91732"/>
                </a:cubicBezTo>
                <a:cubicBezTo>
                  <a:pt x="120673" y="82630"/>
                  <a:pt x="126931" y="72674"/>
                  <a:pt x="133757" y="61865"/>
                </a:cubicBezTo>
                <a:cubicBezTo>
                  <a:pt x="158646" y="22186"/>
                  <a:pt x="171232" y="2204"/>
                  <a:pt x="171517" y="1920"/>
                </a:cubicBezTo>
                <a:cubicBezTo>
                  <a:pt x="171659" y="1778"/>
                  <a:pt x="171872" y="1564"/>
                  <a:pt x="172157" y="1280"/>
                </a:cubicBezTo>
                <a:cubicBezTo>
                  <a:pt x="172441" y="996"/>
                  <a:pt x="172726" y="782"/>
                  <a:pt x="173010" y="640"/>
                </a:cubicBezTo>
                <a:lnTo>
                  <a:pt x="174290" y="213"/>
                </a:lnTo>
                <a:lnTo>
                  <a:pt x="194770" y="213"/>
                </a:lnTo>
                <a:cubicBezTo>
                  <a:pt x="197187" y="213"/>
                  <a:pt x="200032" y="213"/>
                  <a:pt x="203303" y="213"/>
                </a:cubicBezTo>
                <a:cubicBezTo>
                  <a:pt x="206574" y="213"/>
                  <a:pt x="208636" y="142"/>
                  <a:pt x="209489" y="0"/>
                </a:cubicBezTo>
                <a:cubicBezTo>
                  <a:pt x="214325" y="0"/>
                  <a:pt x="216742" y="782"/>
                  <a:pt x="216742" y="2347"/>
                </a:cubicBezTo>
                <a:cubicBezTo>
                  <a:pt x="216742" y="3058"/>
                  <a:pt x="216529" y="4267"/>
                  <a:pt x="216102" y="5973"/>
                </a:cubicBezTo>
                <a:cubicBezTo>
                  <a:pt x="215676" y="7680"/>
                  <a:pt x="215463" y="8604"/>
                  <a:pt x="215463" y="8746"/>
                </a:cubicBezTo>
                <a:cubicBezTo>
                  <a:pt x="214894" y="9600"/>
                  <a:pt x="212263" y="10026"/>
                  <a:pt x="207569" y="10026"/>
                </a:cubicBezTo>
                <a:cubicBezTo>
                  <a:pt x="201881" y="10169"/>
                  <a:pt x="198254" y="10382"/>
                  <a:pt x="196690" y="10666"/>
                </a:cubicBezTo>
                <a:cubicBezTo>
                  <a:pt x="195125" y="10951"/>
                  <a:pt x="193845" y="11733"/>
                  <a:pt x="192850" y="13013"/>
                </a:cubicBezTo>
                <a:cubicBezTo>
                  <a:pt x="192423" y="13724"/>
                  <a:pt x="187303" y="33848"/>
                  <a:pt x="177490" y="73385"/>
                </a:cubicBezTo>
                <a:cubicBezTo>
                  <a:pt x="167677" y="112922"/>
                  <a:pt x="162699" y="132904"/>
                  <a:pt x="162557" y="133331"/>
                </a:cubicBezTo>
                <a:cubicBezTo>
                  <a:pt x="162557" y="133900"/>
                  <a:pt x="162628" y="134255"/>
                  <a:pt x="162770" y="134397"/>
                </a:cubicBezTo>
                <a:cubicBezTo>
                  <a:pt x="162912" y="134540"/>
                  <a:pt x="163410" y="134824"/>
                  <a:pt x="164263" y="135251"/>
                </a:cubicBezTo>
                <a:cubicBezTo>
                  <a:pt x="165117" y="135677"/>
                  <a:pt x="166326" y="135820"/>
                  <a:pt x="167890" y="135677"/>
                </a:cubicBezTo>
                <a:cubicBezTo>
                  <a:pt x="169455" y="135535"/>
                  <a:pt x="171801" y="135677"/>
                  <a:pt x="174930" y="136104"/>
                </a:cubicBezTo>
                <a:lnTo>
                  <a:pt x="181543" y="136104"/>
                </a:lnTo>
                <a:cubicBezTo>
                  <a:pt x="182396" y="137384"/>
                  <a:pt x="182823" y="138166"/>
                  <a:pt x="182823" y="138451"/>
                </a:cubicBezTo>
                <a:cubicBezTo>
                  <a:pt x="182823" y="140726"/>
                  <a:pt x="182325" y="142859"/>
                  <a:pt x="181330" y="144851"/>
                </a:cubicBezTo>
                <a:cubicBezTo>
                  <a:pt x="180619" y="145562"/>
                  <a:pt x="179481" y="145917"/>
                  <a:pt x="177917" y="145917"/>
                </a:cubicBezTo>
                <a:cubicBezTo>
                  <a:pt x="177205" y="145917"/>
                  <a:pt x="174290" y="145846"/>
                  <a:pt x="169170" y="145704"/>
                </a:cubicBezTo>
                <a:cubicBezTo>
                  <a:pt x="164050" y="145562"/>
                  <a:pt x="157508" y="145491"/>
                  <a:pt x="149544" y="145491"/>
                </a:cubicBezTo>
                <a:cubicBezTo>
                  <a:pt x="140868" y="145491"/>
                  <a:pt x="134326" y="145491"/>
                  <a:pt x="129917" y="145491"/>
                </a:cubicBezTo>
                <a:cubicBezTo>
                  <a:pt x="125509" y="145491"/>
                  <a:pt x="123020" y="145562"/>
                  <a:pt x="122451" y="145704"/>
                </a:cubicBezTo>
                <a:cubicBezTo>
                  <a:pt x="120033" y="145704"/>
                  <a:pt x="118824" y="144993"/>
                  <a:pt x="118824" y="143571"/>
                </a:cubicBezTo>
                <a:cubicBezTo>
                  <a:pt x="118824" y="143286"/>
                  <a:pt x="118967" y="142291"/>
                  <a:pt x="119251" y="140584"/>
                </a:cubicBezTo>
                <a:cubicBezTo>
                  <a:pt x="119820" y="138308"/>
                  <a:pt x="120389" y="137028"/>
                  <a:pt x="120958" y="136744"/>
                </a:cubicBezTo>
                <a:cubicBezTo>
                  <a:pt x="121527" y="136460"/>
                  <a:pt x="123162" y="136246"/>
                  <a:pt x="125864" y="136104"/>
                </a:cubicBezTo>
                <a:cubicBezTo>
                  <a:pt x="129704" y="136104"/>
                  <a:pt x="133971" y="135891"/>
                  <a:pt x="138664" y="135464"/>
                </a:cubicBezTo>
                <a:cubicBezTo>
                  <a:pt x="140655" y="135037"/>
                  <a:pt x="142006" y="134184"/>
                  <a:pt x="142717" y="132904"/>
                </a:cubicBezTo>
                <a:cubicBezTo>
                  <a:pt x="143002" y="132335"/>
                  <a:pt x="145704" y="121953"/>
                  <a:pt x="150824" y="101758"/>
                </a:cubicBezTo>
                <a:cubicBezTo>
                  <a:pt x="155944" y="81563"/>
                  <a:pt x="160992" y="61439"/>
                  <a:pt x="165970" y="41386"/>
                </a:cubicBezTo>
                <a:cubicBezTo>
                  <a:pt x="170948" y="21333"/>
                  <a:pt x="173437" y="11306"/>
                  <a:pt x="173437" y="11306"/>
                </a:cubicBezTo>
                <a:lnTo>
                  <a:pt x="132051" y="77225"/>
                </a:lnTo>
                <a:cubicBezTo>
                  <a:pt x="104176" y="121598"/>
                  <a:pt x="89883" y="144139"/>
                  <a:pt x="89172" y="144851"/>
                </a:cubicBezTo>
                <a:cubicBezTo>
                  <a:pt x="88887" y="144993"/>
                  <a:pt x="88603" y="145135"/>
                  <a:pt x="88318" y="145277"/>
                </a:cubicBezTo>
                <a:cubicBezTo>
                  <a:pt x="87607" y="145704"/>
                  <a:pt x="86469" y="145917"/>
                  <a:pt x="84905" y="145917"/>
                </a:cubicBezTo>
                <a:cubicBezTo>
                  <a:pt x="82772" y="145917"/>
                  <a:pt x="81492" y="145419"/>
                  <a:pt x="81065" y="144424"/>
                </a:cubicBezTo>
                <a:cubicBezTo>
                  <a:pt x="80781" y="143855"/>
                  <a:pt x="77865" y="121811"/>
                  <a:pt x="72319" y="78292"/>
                </a:cubicBezTo>
                <a:lnTo>
                  <a:pt x="63999" y="12800"/>
                </a:lnTo>
                <a:lnTo>
                  <a:pt x="49492" y="70399"/>
                </a:lnTo>
                <a:cubicBezTo>
                  <a:pt x="39964" y="108229"/>
                  <a:pt x="35199" y="127784"/>
                  <a:pt x="35199" y="129064"/>
                </a:cubicBezTo>
                <a:cubicBezTo>
                  <a:pt x="36053" y="133757"/>
                  <a:pt x="41173" y="136104"/>
                  <a:pt x="50559" y="136104"/>
                </a:cubicBezTo>
                <a:lnTo>
                  <a:pt x="52692" y="136104"/>
                </a:lnTo>
                <a:cubicBezTo>
                  <a:pt x="53546" y="136815"/>
                  <a:pt x="54043" y="137455"/>
                  <a:pt x="54186" y="138024"/>
                </a:cubicBezTo>
                <a:cubicBezTo>
                  <a:pt x="54328" y="138593"/>
                  <a:pt x="54115" y="139873"/>
                  <a:pt x="53546" y="141864"/>
                </a:cubicBezTo>
                <a:cubicBezTo>
                  <a:pt x="52977" y="144139"/>
                  <a:pt x="52408" y="145419"/>
                  <a:pt x="51839" y="145704"/>
                </a:cubicBezTo>
                <a:cubicBezTo>
                  <a:pt x="51270" y="145846"/>
                  <a:pt x="50488" y="145917"/>
                  <a:pt x="49492" y="145917"/>
                </a:cubicBezTo>
                <a:cubicBezTo>
                  <a:pt x="49208" y="145917"/>
                  <a:pt x="48355" y="145917"/>
                  <a:pt x="46932" y="145917"/>
                </a:cubicBezTo>
                <a:cubicBezTo>
                  <a:pt x="45510" y="145917"/>
                  <a:pt x="43093" y="145846"/>
                  <a:pt x="39679" y="145704"/>
                </a:cubicBezTo>
                <a:cubicBezTo>
                  <a:pt x="36266" y="145562"/>
                  <a:pt x="31715" y="145491"/>
                  <a:pt x="26026" y="145491"/>
                </a:cubicBezTo>
                <a:cubicBezTo>
                  <a:pt x="21760" y="145491"/>
                  <a:pt x="17351" y="145562"/>
                  <a:pt x="12800" y="145704"/>
                </a:cubicBezTo>
                <a:cubicBezTo>
                  <a:pt x="8249" y="145846"/>
                  <a:pt x="5618" y="145917"/>
                  <a:pt x="4907" y="145917"/>
                </a:cubicBezTo>
                <a:cubicBezTo>
                  <a:pt x="2773" y="145917"/>
                  <a:pt x="1422" y="145775"/>
                  <a:pt x="853" y="145491"/>
                </a:cubicBezTo>
                <a:cubicBezTo>
                  <a:pt x="284" y="145206"/>
                  <a:pt x="0" y="144566"/>
                  <a:pt x="0" y="143571"/>
                </a:cubicBezTo>
                <a:cubicBezTo>
                  <a:pt x="0" y="143286"/>
                  <a:pt x="213" y="142291"/>
                  <a:pt x="640" y="140584"/>
                </a:cubicBezTo>
                <a:cubicBezTo>
                  <a:pt x="1067" y="138877"/>
                  <a:pt x="1422" y="137811"/>
                  <a:pt x="1707" y="137384"/>
                </a:cubicBezTo>
                <a:cubicBezTo>
                  <a:pt x="1991" y="136531"/>
                  <a:pt x="3555" y="136104"/>
                  <a:pt x="6400" y="136104"/>
                </a:cubicBezTo>
                <a:cubicBezTo>
                  <a:pt x="16355" y="136104"/>
                  <a:pt x="22684" y="133260"/>
                  <a:pt x="25386" y="127571"/>
                </a:cubicBezTo>
                <a:cubicBezTo>
                  <a:pt x="25955" y="126718"/>
                  <a:pt x="30862" y="107660"/>
                  <a:pt x="40106" y="70399"/>
                </a:cubicBezTo>
                <a:cubicBezTo>
                  <a:pt x="49350" y="33137"/>
                  <a:pt x="54043" y="13582"/>
                  <a:pt x="54186" y="117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CBB769-43F7-49DC-B153-06BCEF2F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1582" y="2506929"/>
            <a:ext cx="216742" cy="145917"/>
          </a:xfrm>
          <a:custGeom xmlns:a="http://schemas.openxmlformats.org/drawingml/2006/main">
            <a:pathLst>
              <a:path w="216742" h="145917" fill="none">
                <a:moveTo>
                  <a:pt x="54186" y="11733"/>
                </a:moveTo>
                <a:cubicBezTo>
                  <a:pt x="54186" y="10880"/>
                  <a:pt x="50132" y="10311"/>
                  <a:pt x="42026" y="10026"/>
                </a:cubicBezTo>
                <a:cubicBezTo>
                  <a:pt x="38613" y="10026"/>
                  <a:pt x="36408" y="9955"/>
                  <a:pt x="35413" y="9813"/>
                </a:cubicBezTo>
                <a:cubicBezTo>
                  <a:pt x="34417" y="9671"/>
                  <a:pt x="33919" y="8960"/>
                  <a:pt x="33919" y="7680"/>
                </a:cubicBezTo>
                <a:cubicBezTo>
                  <a:pt x="33919" y="7538"/>
                  <a:pt x="34062" y="6755"/>
                  <a:pt x="34346" y="5333"/>
                </a:cubicBezTo>
                <a:cubicBezTo>
                  <a:pt x="34488" y="4907"/>
                  <a:pt x="34630" y="4409"/>
                  <a:pt x="34773" y="3840"/>
                </a:cubicBezTo>
                <a:cubicBezTo>
                  <a:pt x="34915" y="3271"/>
                  <a:pt x="34986" y="2916"/>
                  <a:pt x="34986" y="2773"/>
                </a:cubicBezTo>
                <a:cubicBezTo>
                  <a:pt x="34986" y="2631"/>
                  <a:pt x="35128" y="2276"/>
                  <a:pt x="35413" y="1707"/>
                </a:cubicBezTo>
                <a:cubicBezTo>
                  <a:pt x="35697" y="1138"/>
                  <a:pt x="35839" y="924"/>
                  <a:pt x="35839" y="1067"/>
                </a:cubicBezTo>
                <a:cubicBezTo>
                  <a:pt x="35839" y="1209"/>
                  <a:pt x="36124" y="1067"/>
                  <a:pt x="36693" y="640"/>
                </a:cubicBezTo>
                <a:cubicBezTo>
                  <a:pt x="37262" y="213"/>
                  <a:pt x="37617" y="71"/>
                  <a:pt x="37759" y="213"/>
                </a:cubicBezTo>
                <a:cubicBezTo>
                  <a:pt x="37901" y="356"/>
                  <a:pt x="38470" y="356"/>
                  <a:pt x="39466" y="213"/>
                </a:cubicBezTo>
                <a:cubicBezTo>
                  <a:pt x="40461" y="71"/>
                  <a:pt x="41315" y="0"/>
                  <a:pt x="42026" y="0"/>
                </a:cubicBezTo>
                <a:cubicBezTo>
                  <a:pt x="42879" y="0"/>
                  <a:pt x="45012" y="0"/>
                  <a:pt x="48426" y="0"/>
                </a:cubicBezTo>
                <a:cubicBezTo>
                  <a:pt x="51839" y="0"/>
                  <a:pt x="55039" y="71"/>
                  <a:pt x="58026" y="213"/>
                </a:cubicBezTo>
                <a:cubicBezTo>
                  <a:pt x="69261" y="213"/>
                  <a:pt x="75732" y="213"/>
                  <a:pt x="77439" y="213"/>
                </a:cubicBezTo>
                <a:cubicBezTo>
                  <a:pt x="79145" y="213"/>
                  <a:pt x="80283" y="569"/>
                  <a:pt x="80852" y="1280"/>
                </a:cubicBezTo>
                <a:cubicBezTo>
                  <a:pt x="80994" y="1849"/>
                  <a:pt x="83625" y="21902"/>
                  <a:pt x="88745" y="61439"/>
                </a:cubicBezTo>
                <a:lnTo>
                  <a:pt x="96425" y="120958"/>
                </a:lnTo>
                <a:lnTo>
                  <a:pt x="101331" y="113064"/>
                </a:lnTo>
                <a:cubicBezTo>
                  <a:pt x="104745" y="107945"/>
                  <a:pt x="109296" y="100834"/>
                  <a:pt x="114984" y="91732"/>
                </a:cubicBezTo>
                <a:cubicBezTo>
                  <a:pt x="120673" y="82630"/>
                  <a:pt x="126931" y="72674"/>
                  <a:pt x="133757" y="61865"/>
                </a:cubicBezTo>
                <a:cubicBezTo>
                  <a:pt x="158646" y="22186"/>
                  <a:pt x="171232" y="2204"/>
                  <a:pt x="171517" y="1920"/>
                </a:cubicBezTo>
                <a:cubicBezTo>
                  <a:pt x="171659" y="1778"/>
                  <a:pt x="171872" y="1564"/>
                  <a:pt x="172157" y="1280"/>
                </a:cubicBezTo>
                <a:cubicBezTo>
                  <a:pt x="172441" y="996"/>
                  <a:pt x="172726" y="782"/>
                  <a:pt x="173010" y="640"/>
                </a:cubicBezTo>
                <a:lnTo>
                  <a:pt x="174290" y="213"/>
                </a:lnTo>
                <a:lnTo>
                  <a:pt x="194770" y="213"/>
                </a:lnTo>
                <a:cubicBezTo>
                  <a:pt x="197187" y="213"/>
                  <a:pt x="200032" y="213"/>
                  <a:pt x="203303" y="213"/>
                </a:cubicBezTo>
                <a:cubicBezTo>
                  <a:pt x="206574" y="213"/>
                  <a:pt x="208636" y="142"/>
                  <a:pt x="209489" y="0"/>
                </a:cubicBezTo>
                <a:cubicBezTo>
                  <a:pt x="214325" y="0"/>
                  <a:pt x="216742" y="782"/>
                  <a:pt x="216742" y="2347"/>
                </a:cubicBezTo>
                <a:cubicBezTo>
                  <a:pt x="216742" y="3058"/>
                  <a:pt x="216529" y="4267"/>
                  <a:pt x="216102" y="5973"/>
                </a:cubicBezTo>
                <a:cubicBezTo>
                  <a:pt x="215676" y="7680"/>
                  <a:pt x="215463" y="8604"/>
                  <a:pt x="215463" y="8746"/>
                </a:cubicBezTo>
                <a:cubicBezTo>
                  <a:pt x="214894" y="9600"/>
                  <a:pt x="212263" y="10026"/>
                  <a:pt x="207569" y="10026"/>
                </a:cubicBezTo>
                <a:cubicBezTo>
                  <a:pt x="201881" y="10169"/>
                  <a:pt x="198254" y="10382"/>
                  <a:pt x="196690" y="10666"/>
                </a:cubicBezTo>
                <a:cubicBezTo>
                  <a:pt x="195125" y="10951"/>
                  <a:pt x="193845" y="11733"/>
                  <a:pt x="192850" y="13013"/>
                </a:cubicBezTo>
                <a:cubicBezTo>
                  <a:pt x="192423" y="13724"/>
                  <a:pt x="187303" y="33848"/>
                  <a:pt x="177490" y="73385"/>
                </a:cubicBezTo>
                <a:cubicBezTo>
                  <a:pt x="167677" y="112922"/>
                  <a:pt x="162699" y="132904"/>
                  <a:pt x="162557" y="133331"/>
                </a:cubicBezTo>
                <a:cubicBezTo>
                  <a:pt x="162557" y="133900"/>
                  <a:pt x="162628" y="134255"/>
                  <a:pt x="162770" y="134397"/>
                </a:cubicBezTo>
                <a:cubicBezTo>
                  <a:pt x="162912" y="134540"/>
                  <a:pt x="163410" y="134824"/>
                  <a:pt x="164263" y="135251"/>
                </a:cubicBezTo>
                <a:cubicBezTo>
                  <a:pt x="165117" y="135677"/>
                  <a:pt x="166326" y="135820"/>
                  <a:pt x="167890" y="135677"/>
                </a:cubicBezTo>
                <a:cubicBezTo>
                  <a:pt x="169455" y="135535"/>
                  <a:pt x="171801" y="135677"/>
                  <a:pt x="174930" y="136104"/>
                </a:cubicBezTo>
                <a:lnTo>
                  <a:pt x="181543" y="136104"/>
                </a:lnTo>
                <a:cubicBezTo>
                  <a:pt x="182396" y="137384"/>
                  <a:pt x="182823" y="138166"/>
                  <a:pt x="182823" y="138451"/>
                </a:cubicBezTo>
                <a:cubicBezTo>
                  <a:pt x="182823" y="140726"/>
                  <a:pt x="182325" y="142859"/>
                  <a:pt x="181330" y="144851"/>
                </a:cubicBezTo>
                <a:cubicBezTo>
                  <a:pt x="180619" y="145562"/>
                  <a:pt x="179481" y="145917"/>
                  <a:pt x="177917" y="145917"/>
                </a:cubicBezTo>
                <a:cubicBezTo>
                  <a:pt x="177205" y="145917"/>
                  <a:pt x="174290" y="145846"/>
                  <a:pt x="169170" y="145704"/>
                </a:cubicBezTo>
                <a:cubicBezTo>
                  <a:pt x="164050" y="145562"/>
                  <a:pt x="157508" y="145491"/>
                  <a:pt x="149544" y="145491"/>
                </a:cubicBezTo>
                <a:cubicBezTo>
                  <a:pt x="140868" y="145491"/>
                  <a:pt x="134326" y="145491"/>
                  <a:pt x="129917" y="145491"/>
                </a:cubicBezTo>
                <a:cubicBezTo>
                  <a:pt x="125509" y="145491"/>
                  <a:pt x="123020" y="145562"/>
                  <a:pt x="122451" y="145704"/>
                </a:cubicBezTo>
                <a:cubicBezTo>
                  <a:pt x="120033" y="145704"/>
                  <a:pt x="118824" y="144993"/>
                  <a:pt x="118824" y="143571"/>
                </a:cubicBezTo>
                <a:cubicBezTo>
                  <a:pt x="118824" y="143286"/>
                  <a:pt x="118967" y="142291"/>
                  <a:pt x="119251" y="140584"/>
                </a:cubicBezTo>
                <a:cubicBezTo>
                  <a:pt x="119820" y="138308"/>
                  <a:pt x="120389" y="137028"/>
                  <a:pt x="120958" y="136744"/>
                </a:cubicBezTo>
                <a:cubicBezTo>
                  <a:pt x="121527" y="136460"/>
                  <a:pt x="123162" y="136246"/>
                  <a:pt x="125864" y="136104"/>
                </a:cubicBezTo>
                <a:cubicBezTo>
                  <a:pt x="129704" y="136104"/>
                  <a:pt x="133971" y="135891"/>
                  <a:pt x="138664" y="135464"/>
                </a:cubicBezTo>
                <a:cubicBezTo>
                  <a:pt x="140655" y="135037"/>
                  <a:pt x="142006" y="134184"/>
                  <a:pt x="142717" y="132904"/>
                </a:cubicBezTo>
                <a:cubicBezTo>
                  <a:pt x="143002" y="132335"/>
                  <a:pt x="145704" y="121953"/>
                  <a:pt x="150824" y="101758"/>
                </a:cubicBezTo>
                <a:cubicBezTo>
                  <a:pt x="155944" y="81563"/>
                  <a:pt x="160992" y="61439"/>
                  <a:pt x="165970" y="41386"/>
                </a:cubicBezTo>
                <a:cubicBezTo>
                  <a:pt x="170948" y="21333"/>
                  <a:pt x="173437" y="11306"/>
                  <a:pt x="173437" y="11306"/>
                </a:cubicBezTo>
                <a:lnTo>
                  <a:pt x="132051" y="77225"/>
                </a:lnTo>
                <a:cubicBezTo>
                  <a:pt x="104176" y="121598"/>
                  <a:pt x="89883" y="144139"/>
                  <a:pt x="89172" y="144851"/>
                </a:cubicBezTo>
                <a:cubicBezTo>
                  <a:pt x="88887" y="144993"/>
                  <a:pt x="88603" y="145135"/>
                  <a:pt x="88318" y="145277"/>
                </a:cubicBezTo>
                <a:cubicBezTo>
                  <a:pt x="87607" y="145704"/>
                  <a:pt x="86469" y="145917"/>
                  <a:pt x="84905" y="145917"/>
                </a:cubicBezTo>
                <a:cubicBezTo>
                  <a:pt x="82772" y="145917"/>
                  <a:pt x="81492" y="145419"/>
                  <a:pt x="81065" y="144424"/>
                </a:cubicBezTo>
                <a:cubicBezTo>
                  <a:pt x="80781" y="143855"/>
                  <a:pt x="77865" y="121811"/>
                  <a:pt x="72319" y="78292"/>
                </a:cubicBezTo>
                <a:lnTo>
                  <a:pt x="63999" y="12800"/>
                </a:lnTo>
                <a:lnTo>
                  <a:pt x="49492" y="70399"/>
                </a:lnTo>
                <a:cubicBezTo>
                  <a:pt x="39964" y="108229"/>
                  <a:pt x="35199" y="127784"/>
                  <a:pt x="35199" y="129064"/>
                </a:cubicBezTo>
                <a:cubicBezTo>
                  <a:pt x="36053" y="133757"/>
                  <a:pt x="41173" y="136104"/>
                  <a:pt x="50559" y="136104"/>
                </a:cubicBezTo>
                <a:lnTo>
                  <a:pt x="52692" y="136104"/>
                </a:lnTo>
                <a:cubicBezTo>
                  <a:pt x="53546" y="136815"/>
                  <a:pt x="54043" y="137455"/>
                  <a:pt x="54186" y="138024"/>
                </a:cubicBezTo>
                <a:cubicBezTo>
                  <a:pt x="54328" y="138593"/>
                  <a:pt x="54115" y="139873"/>
                  <a:pt x="53546" y="141864"/>
                </a:cubicBezTo>
                <a:cubicBezTo>
                  <a:pt x="52977" y="144139"/>
                  <a:pt x="52408" y="145419"/>
                  <a:pt x="51839" y="145704"/>
                </a:cubicBezTo>
                <a:cubicBezTo>
                  <a:pt x="51270" y="145846"/>
                  <a:pt x="50488" y="145917"/>
                  <a:pt x="49492" y="145917"/>
                </a:cubicBezTo>
                <a:cubicBezTo>
                  <a:pt x="49208" y="145917"/>
                  <a:pt x="48355" y="145917"/>
                  <a:pt x="46932" y="145917"/>
                </a:cubicBezTo>
                <a:cubicBezTo>
                  <a:pt x="45510" y="145917"/>
                  <a:pt x="43093" y="145846"/>
                  <a:pt x="39679" y="145704"/>
                </a:cubicBezTo>
                <a:cubicBezTo>
                  <a:pt x="36266" y="145562"/>
                  <a:pt x="31715" y="145491"/>
                  <a:pt x="26026" y="145491"/>
                </a:cubicBezTo>
                <a:cubicBezTo>
                  <a:pt x="21760" y="145491"/>
                  <a:pt x="17351" y="145562"/>
                  <a:pt x="12800" y="145704"/>
                </a:cubicBezTo>
                <a:cubicBezTo>
                  <a:pt x="8249" y="145846"/>
                  <a:pt x="5618" y="145917"/>
                  <a:pt x="4907" y="145917"/>
                </a:cubicBezTo>
                <a:cubicBezTo>
                  <a:pt x="2773" y="145917"/>
                  <a:pt x="1422" y="145775"/>
                  <a:pt x="853" y="145491"/>
                </a:cubicBezTo>
                <a:cubicBezTo>
                  <a:pt x="284" y="145206"/>
                  <a:pt x="0" y="144566"/>
                  <a:pt x="0" y="143571"/>
                </a:cubicBezTo>
                <a:cubicBezTo>
                  <a:pt x="0" y="143286"/>
                  <a:pt x="213" y="142291"/>
                  <a:pt x="640" y="140584"/>
                </a:cubicBezTo>
                <a:cubicBezTo>
                  <a:pt x="1067" y="138877"/>
                  <a:pt x="1422" y="137811"/>
                  <a:pt x="1707" y="137384"/>
                </a:cubicBezTo>
                <a:cubicBezTo>
                  <a:pt x="1991" y="136531"/>
                  <a:pt x="3555" y="136104"/>
                  <a:pt x="6400" y="136104"/>
                </a:cubicBezTo>
                <a:cubicBezTo>
                  <a:pt x="16355" y="136104"/>
                  <a:pt x="22684" y="133260"/>
                  <a:pt x="25386" y="127571"/>
                </a:cubicBezTo>
                <a:cubicBezTo>
                  <a:pt x="25955" y="126718"/>
                  <a:pt x="30862" y="107660"/>
                  <a:pt x="40106" y="70399"/>
                </a:cubicBezTo>
                <a:cubicBezTo>
                  <a:pt x="49350" y="33137"/>
                  <a:pt x="54043" y="13582"/>
                  <a:pt x="54186" y="1173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3" cap="flat">
            <a:solidFill>
              <a:srgbClr val="000000">
                <a:alpha val="32770"/>
              </a:srgbClr>
            </a:solidFill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6A2A9E-DAF5-4685-A698-7712BB8C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052" y="2465046"/>
            <a:ext cx="42381" cy="101354"/>
          </a:xfrm>
          <a:custGeom xmlns:a="http://schemas.openxmlformats.org/drawingml/2006/main">
            <a:pathLst>
              <a:path w="42381" h="101354">
                <a:moveTo>
                  <a:pt x="24584" y="9200"/>
                </a:moveTo>
                <a:cubicBezTo>
                  <a:pt x="24584" y="6787"/>
                  <a:pt x="25539" y="4676"/>
                  <a:pt x="27450" y="2866"/>
                </a:cubicBezTo>
                <a:cubicBezTo>
                  <a:pt x="29360" y="1056"/>
                  <a:pt x="31572" y="101"/>
                  <a:pt x="34086" y="0"/>
                </a:cubicBezTo>
                <a:cubicBezTo>
                  <a:pt x="35896" y="0"/>
                  <a:pt x="37404" y="603"/>
                  <a:pt x="38611" y="1810"/>
                </a:cubicBezTo>
                <a:cubicBezTo>
                  <a:pt x="39817" y="3016"/>
                  <a:pt x="40471" y="4525"/>
                  <a:pt x="40572" y="6335"/>
                </a:cubicBezTo>
                <a:cubicBezTo>
                  <a:pt x="40572" y="8647"/>
                  <a:pt x="39566" y="10759"/>
                  <a:pt x="37555" y="12669"/>
                </a:cubicBezTo>
                <a:cubicBezTo>
                  <a:pt x="35544" y="14580"/>
                  <a:pt x="33332" y="15585"/>
                  <a:pt x="30919" y="15686"/>
                </a:cubicBezTo>
                <a:cubicBezTo>
                  <a:pt x="29411" y="15686"/>
                  <a:pt x="28003" y="15183"/>
                  <a:pt x="26696" y="14177"/>
                </a:cubicBezTo>
                <a:cubicBezTo>
                  <a:pt x="25389" y="13172"/>
                  <a:pt x="24685" y="11513"/>
                  <a:pt x="24584" y="9200"/>
                </a:cubicBezTo>
                <a:close/>
                <a:moveTo>
                  <a:pt x="0" y="56408"/>
                </a:moveTo>
                <a:cubicBezTo>
                  <a:pt x="0" y="55604"/>
                  <a:pt x="452" y="54045"/>
                  <a:pt x="1357" y="51733"/>
                </a:cubicBezTo>
                <a:cubicBezTo>
                  <a:pt x="2262" y="49420"/>
                  <a:pt x="3469" y="46856"/>
                  <a:pt x="4977" y="44041"/>
                </a:cubicBezTo>
                <a:cubicBezTo>
                  <a:pt x="6485" y="41225"/>
                  <a:pt x="8698" y="38661"/>
                  <a:pt x="11613" y="36349"/>
                </a:cubicBezTo>
                <a:cubicBezTo>
                  <a:pt x="14529" y="34036"/>
                  <a:pt x="17546" y="32930"/>
                  <a:pt x="20663" y="33030"/>
                </a:cubicBezTo>
                <a:cubicBezTo>
                  <a:pt x="24584" y="33030"/>
                  <a:pt x="27852" y="34187"/>
                  <a:pt x="30466" y="36499"/>
                </a:cubicBezTo>
                <a:cubicBezTo>
                  <a:pt x="33081" y="38812"/>
                  <a:pt x="34438" y="41929"/>
                  <a:pt x="34539" y="45850"/>
                </a:cubicBezTo>
                <a:cubicBezTo>
                  <a:pt x="34539" y="47560"/>
                  <a:pt x="33835" y="50375"/>
                  <a:pt x="32427" y="54297"/>
                </a:cubicBezTo>
                <a:cubicBezTo>
                  <a:pt x="31019" y="58218"/>
                  <a:pt x="29008" y="63497"/>
                  <a:pt x="26394" y="70133"/>
                </a:cubicBezTo>
                <a:cubicBezTo>
                  <a:pt x="23780" y="76769"/>
                  <a:pt x="21668" y="82450"/>
                  <a:pt x="20060" y="87176"/>
                </a:cubicBezTo>
                <a:cubicBezTo>
                  <a:pt x="19557" y="89388"/>
                  <a:pt x="19305" y="90997"/>
                  <a:pt x="19305" y="92002"/>
                </a:cubicBezTo>
                <a:cubicBezTo>
                  <a:pt x="19305" y="94516"/>
                  <a:pt x="20160" y="95773"/>
                  <a:pt x="21869" y="95773"/>
                </a:cubicBezTo>
                <a:cubicBezTo>
                  <a:pt x="22774" y="95773"/>
                  <a:pt x="23730" y="95622"/>
                  <a:pt x="24735" y="95321"/>
                </a:cubicBezTo>
                <a:cubicBezTo>
                  <a:pt x="25741" y="95019"/>
                  <a:pt x="26897" y="94315"/>
                  <a:pt x="28204" y="93209"/>
                </a:cubicBezTo>
                <a:cubicBezTo>
                  <a:pt x="29511" y="92103"/>
                  <a:pt x="30869" y="90343"/>
                  <a:pt x="32276" y="87930"/>
                </a:cubicBezTo>
                <a:cubicBezTo>
                  <a:pt x="33684" y="85517"/>
                  <a:pt x="34941" y="82551"/>
                  <a:pt x="36047" y="79032"/>
                </a:cubicBezTo>
                <a:cubicBezTo>
                  <a:pt x="36349" y="77825"/>
                  <a:pt x="36600" y="77121"/>
                  <a:pt x="36801" y="76920"/>
                </a:cubicBezTo>
                <a:cubicBezTo>
                  <a:pt x="37002" y="76719"/>
                  <a:pt x="37857" y="76618"/>
                  <a:pt x="39365" y="76618"/>
                </a:cubicBezTo>
                <a:cubicBezTo>
                  <a:pt x="41376" y="76618"/>
                  <a:pt x="42381" y="77121"/>
                  <a:pt x="42381" y="78127"/>
                </a:cubicBezTo>
                <a:cubicBezTo>
                  <a:pt x="42381" y="78931"/>
                  <a:pt x="41929" y="80490"/>
                  <a:pt x="41024" y="82802"/>
                </a:cubicBezTo>
                <a:cubicBezTo>
                  <a:pt x="40119" y="85115"/>
                  <a:pt x="38862" y="87679"/>
                  <a:pt x="37253" y="90494"/>
                </a:cubicBezTo>
                <a:cubicBezTo>
                  <a:pt x="35645" y="93310"/>
                  <a:pt x="33382" y="95823"/>
                  <a:pt x="30466" y="98035"/>
                </a:cubicBezTo>
                <a:cubicBezTo>
                  <a:pt x="27550" y="100248"/>
                  <a:pt x="24433" y="101354"/>
                  <a:pt x="21115" y="101354"/>
                </a:cubicBezTo>
                <a:cubicBezTo>
                  <a:pt x="17898" y="101354"/>
                  <a:pt x="14932" y="100298"/>
                  <a:pt x="12217" y="98186"/>
                </a:cubicBezTo>
                <a:cubicBezTo>
                  <a:pt x="9502" y="96075"/>
                  <a:pt x="8094" y="92857"/>
                  <a:pt x="7994" y="88534"/>
                </a:cubicBezTo>
                <a:cubicBezTo>
                  <a:pt x="7994" y="86824"/>
                  <a:pt x="8245" y="85215"/>
                  <a:pt x="8748" y="83707"/>
                </a:cubicBezTo>
                <a:cubicBezTo>
                  <a:pt x="9251" y="82199"/>
                  <a:pt x="11412" y="76468"/>
                  <a:pt x="15233" y="66513"/>
                </a:cubicBezTo>
                <a:cubicBezTo>
                  <a:pt x="19054" y="56358"/>
                  <a:pt x="21266" y="50275"/>
                  <a:pt x="21869" y="48264"/>
                </a:cubicBezTo>
                <a:cubicBezTo>
                  <a:pt x="22473" y="46253"/>
                  <a:pt x="22825" y="44292"/>
                  <a:pt x="22925" y="42381"/>
                </a:cubicBezTo>
                <a:cubicBezTo>
                  <a:pt x="22925" y="39968"/>
                  <a:pt x="22071" y="38762"/>
                  <a:pt x="20361" y="38762"/>
                </a:cubicBezTo>
                <a:lnTo>
                  <a:pt x="20060" y="38762"/>
                </a:lnTo>
                <a:cubicBezTo>
                  <a:pt x="17043" y="38762"/>
                  <a:pt x="14278" y="40421"/>
                  <a:pt x="11764" y="43739"/>
                </a:cubicBezTo>
                <a:cubicBezTo>
                  <a:pt x="9251" y="47057"/>
                  <a:pt x="7340" y="51280"/>
                  <a:pt x="6033" y="56408"/>
                </a:cubicBezTo>
                <a:cubicBezTo>
                  <a:pt x="5932" y="56509"/>
                  <a:pt x="5832" y="56659"/>
                  <a:pt x="5731" y="56861"/>
                </a:cubicBezTo>
                <a:cubicBezTo>
                  <a:pt x="5631" y="57062"/>
                  <a:pt x="5580" y="57212"/>
                  <a:pt x="5580" y="57313"/>
                </a:cubicBezTo>
                <a:cubicBezTo>
                  <a:pt x="5580" y="57414"/>
                  <a:pt x="5480" y="57514"/>
                  <a:pt x="5279" y="57615"/>
                </a:cubicBezTo>
                <a:cubicBezTo>
                  <a:pt x="5078" y="57715"/>
                  <a:pt x="4927" y="57765"/>
                  <a:pt x="4826" y="57765"/>
                </a:cubicBezTo>
                <a:cubicBezTo>
                  <a:pt x="4726" y="57765"/>
                  <a:pt x="4525" y="57765"/>
                  <a:pt x="4223" y="57765"/>
                </a:cubicBezTo>
                <a:cubicBezTo>
                  <a:pt x="3921" y="57765"/>
                  <a:pt x="3519" y="57765"/>
                  <a:pt x="3016" y="57765"/>
                </a:cubicBezTo>
                <a:lnTo>
                  <a:pt x="905" y="57765"/>
                </a:lnTo>
                <a:cubicBezTo>
                  <a:pt x="302" y="57162"/>
                  <a:pt x="0" y="56710"/>
                  <a:pt x="0" y="564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2274EA-5577-4E87-A70A-6AB565CD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052" y="2465046"/>
            <a:ext cx="42381" cy="101354"/>
          </a:xfrm>
          <a:custGeom xmlns:a="http://schemas.openxmlformats.org/drawingml/2006/main">
            <a:pathLst>
              <a:path w="42381" h="101354" fill="none">
                <a:moveTo>
                  <a:pt x="24584" y="9200"/>
                </a:moveTo>
                <a:cubicBezTo>
                  <a:pt x="24584" y="6787"/>
                  <a:pt x="25539" y="4676"/>
                  <a:pt x="27450" y="2866"/>
                </a:cubicBezTo>
                <a:cubicBezTo>
                  <a:pt x="29360" y="1056"/>
                  <a:pt x="31572" y="101"/>
                  <a:pt x="34086" y="0"/>
                </a:cubicBezTo>
                <a:cubicBezTo>
                  <a:pt x="35896" y="0"/>
                  <a:pt x="37404" y="603"/>
                  <a:pt x="38611" y="1810"/>
                </a:cubicBezTo>
                <a:cubicBezTo>
                  <a:pt x="39817" y="3016"/>
                  <a:pt x="40471" y="4525"/>
                  <a:pt x="40572" y="6335"/>
                </a:cubicBezTo>
                <a:cubicBezTo>
                  <a:pt x="40572" y="8647"/>
                  <a:pt x="39566" y="10759"/>
                  <a:pt x="37555" y="12669"/>
                </a:cubicBezTo>
                <a:cubicBezTo>
                  <a:pt x="35544" y="14580"/>
                  <a:pt x="33332" y="15585"/>
                  <a:pt x="30919" y="15686"/>
                </a:cubicBezTo>
                <a:cubicBezTo>
                  <a:pt x="29411" y="15686"/>
                  <a:pt x="28003" y="15183"/>
                  <a:pt x="26696" y="14177"/>
                </a:cubicBezTo>
                <a:cubicBezTo>
                  <a:pt x="25389" y="13172"/>
                  <a:pt x="24685" y="11513"/>
                  <a:pt x="24584" y="9200"/>
                </a:cubicBezTo>
                <a:close/>
                <a:moveTo>
                  <a:pt x="0" y="56408"/>
                </a:moveTo>
                <a:cubicBezTo>
                  <a:pt x="0" y="55604"/>
                  <a:pt x="452" y="54045"/>
                  <a:pt x="1357" y="51733"/>
                </a:cubicBezTo>
                <a:cubicBezTo>
                  <a:pt x="2262" y="49420"/>
                  <a:pt x="3469" y="46856"/>
                  <a:pt x="4977" y="44041"/>
                </a:cubicBezTo>
                <a:cubicBezTo>
                  <a:pt x="6485" y="41225"/>
                  <a:pt x="8698" y="38661"/>
                  <a:pt x="11613" y="36349"/>
                </a:cubicBezTo>
                <a:cubicBezTo>
                  <a:pt x="14529" y="34036"/>
                  <a:pt x="17546" y="32930"/>
                  <a:pt x="20663" y="33030"/>
                </a:cubicBezTo>
                <a:cubicBezTo>
                  <a:pt x="24584" y="33030"/>
                  <a:pt x="27852" y="34187"/>
                  <a:pt x="30466" y="36499"/>
                </a:cubicBezTo>
                <a:cubicBezTo>
                  <a:pt x="33081" y="38812"/>
                  <a:pt x="34438" y="41929"/>
                  <a:pt x="34539" y="45850"/>
                </a:cubicBezTo>
                <a:cubicBezTo>
                  <a:pt x="34539" y="47560"/>
                  <a:pt x="33835" y="50375"/>
                  <a:pt x="32427" y="54297"/>
                </a:cubicBezTo>
                <a:cubicBezTo>
                  <a:pt x="31019" y="58218"/>
                  <a:pt x="29008" y="63497"/>
                  <a:pt x="26394" y="70133"/>
                </a:cubicBezTo>
                <a:cubicBezTo>
                  <a:pt x="23780" y="76769"/>
                  <a:pt x="21668" y="82450"/>
                  <a:pt x="20060" y="87176"/>
                </a:cubicBezTo>
                <a:cubicBezTo>
                  <a:pt x="19557" y="89388"/>
                  <a:pt x="19305" y="90997"/>
                  <a:pt x="19305" y="92002"/>
                </a:cubicBezTo>
                <a:cubicBezTo>
                  <a:pt x="19305" y="94516"/>
                  <a:pt x="20160" y="95773"/>
                  <a:pt x="21869" y="95773"/>
                </a:cubicBezTo>
                <a:cubicBezTo>
                  <a:pt x="22774" y="95773"/>
                  <a:pt x="23730" y="95622"/>
                  <a:pt x="24735" y="95321"/>
                </a:cubicBezTo>
                <a:cubicBezTo>
                  <a:pt x="25741" y="95019"/>
                  <a:pt x="26897" y="94315"/>
                  <a:pt x="28204" y="93209"/>
                </a:cubicBezTo>
                <a:cubicBezTo>
                  <a:pt x="29511" y="92103"/>
                  <a:pt x="30869" y="90343"/>
                  <a:pt x="32276" y="87930"/>
                </a:cubicBezTo>
                <a:cubicBezTo>
                  <a:pt x="33684" y="85517"/>
                  <a:pt x="34941" y="82551"/>
                  <a:pt x="36047" y="79032"/>
                </a:cubicBezTo>
                <a:cubicBezTo>
                  <a:pt x="36349" y="77825"/>
                  <a:pt x="36600" y="77121"/>
                  <a:pt x="36801" y="76920"/>
                </a:cubicBezTo>
                <a:cubicBezTo>
                  <a:pt x="37002" y="76719"/>
                  <a:pt x="37857" y="76618"/>
                  <a:pt x="39365" y="76618"/>
                </a:cubicBezTo>
                <a:cubicBezTo>
                  <a:pt x="41376" y="76618"/>
                  <a:pt x="42381" y="77121"/>
                  <a:pt x="42381" y="78127"/>
                </a:cubicBezTo>
                <a:cubicBezTo>
                  <a:pt x="42381" y="78931"/>
                  <a:pt x="41929" y="80490"/>
                  <a:pt x="41024" y="82802"/>
                </a:cubicBezTo>
                <a:cubicBezTo>
                  <a:pt x="40119" y="85115"/>
                  <a:pt x="38862" y="87679"/>
                  <a:pt x="37253" y="90494"/>
                </a:cubicBezTo>
                <a:cubicBezTo>
                  <a:pt x="35645" y="93310"/>
                  <a:pt x="33382" y="95823"/>
                  <a:pt x="30466" y="98035"/>
                </a:cubicBezTo>
                <a:cubicBezTo>
                  <a:pt x="27550" y="100248"/>
                  <a:pt x="24433" y="101354"/>
                  <a:pt x="21115" y="101354"/>
                </a:cubicBezTo>
                <a:cubicBezTo>
                  <a:pt x="17898" y="101354"/>
                  <a:pt x="14932" y="100298"/>
                  <a:pt x="12217" y="98186"/>
                </a:cubicBezTo>
                <a:cubicBezTo>
                  <a:pt x="9502" y="96075"/>
                  <a:pt x="8094" y="92857"/>
                  <a:pt x="7994" y="88534"/>
                </a:cubicBezTo>
                <a:cubicBezTo>
                  <a:pt x="7994" y="86824"/>
                  <a:pt x="8245" y="85215"/>
                  <a:pt x="8748" y="83707"/>
                </a:cubicBezTo>
                <a:cubicBezTo>
                  <a:pt x="9251" y="82199"/>
                  <a:pt x="11412" y="76468"/>
                  <a:pt x="15233" y="66513"/>
                </a:cubicBezTo>
                <a:cubicBezTo>
                  <a:pt x="19054" y="56358"/>
                  <a:pt x="21266" y="50275"/>
                  <a:pt x="21869" y="48264"/>
                </a:cubicBezTo>
                <a:cubicBezTo>
                  <a:pt x="22473" y="46253"/>
                  <a:pt x="22825" y="44292"/>
                  <a:pt x="22925" y="42381"/>
                </a:cubicBezTo>
                <a:cubicBezTo>
                  <a:pt x="22925" y="39968"/>
                  <a:pt x="22071" y="38762"/>
                  <a:pt x="20361" y="38762"/>
                </a:cubicBezTo>
                <a:lnTo>
                  <a:pt x="20060" y="38762"/>
                </a:lnTo>
                <a:cubicBezTo>
                  <a:pt x="17043" y="38762"/>
                  <a:pt x="14278" y="40421"/>
                  <a:pt x="11764" y="43739"/>
                </a:cubicBezTo>
                <a:cubicBezTo>
                  <a:pt x="9251" y="47057"/>
                  <a:pt x="7340" y="51280"/>
                  <a:pt x="6033" y="56408"/>
                </a:cubicBezTo>
                <a:cubicBezTo>
                  <a:pt x="5932" y="56509"/>
                  <a:pt x="5832" y="56659"/>
                  <a:pt x="5731" y="56861"/>
                </a:cubicBezTo>
                <a:cubicBezTo>
                  <a:pt x="5631" y="57062"/>
                  <a:pt x="5580" y="57212"/>
                  <a:pt x="5580" y="57313"/>
                </a:cubicBezTo>
                <a:cubicBezTo>
                  <a:pt x="5580" y="57414"/>
                  <a:pt x="5480" y="57514"/>
                  <a:pt x="5279" y="57615"/>
                </a:cubicBezTo>
                <a:cubicBezTo>
                  <a:pt x="5078" y="57715"/>
                  <a:pt x="4927" y="57765"/>
                  <a:pt x="4826" y="57765"/>
                </a:cubicBezTo>
                <a:cubicBezTo>
                  <a:pt x="4726" y="57765"/>
                  <a:pt x="4525" y="57765"/>
                  <a:pt x="4223" y="57765"/>
                </a:cubicBezTo>
                <a:cubicBezTo>
                  <a:pt x="3921" y="57765"/>
                  <a:pt x="3519" y="57765"/>
                  <a:pt x="3016" y="57765"/>
                </a:cubicBezTo>
                <a:lnTo>
                  <a:pt x="905" y="57765"/>
                </a:lnTo>
                <a:cubicBezTo>
                  <a:pt x="302" y="57162"/>
                  <a:pt x="0" y="56710"/>
                  <a:pt x="0" y="5640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1" cap="flat">
            <a:solidFill>
              <a:srgbClr val="000000">
                <a:alpha val="23170"/>
              </a:srgbClr>
            </a:solidFill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6EBB8E-2138-4EC1-9BB7-82937E5A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365" y="2476811"/>
            <a:ext cx="100449" cy="100298"/>
          </a:xfrm>
          <a:custGeom xmlns:a="http://schemas.openxmlformats.org/drawingml/2006/main">
            <a:pathLst>
              <a:path w="100449" h="100298">
                <a:moveTo>
                  <a:pt x="0" y="52185"/>
                </a:moveTo>
                <a:cubicBezTo>
                  <a:pt x="0" y="52185"/>
                  <a:pt x="0" y="51531"/>
                  <a:pt x="0" y="50224"/>
                </a:cubicBezTo>
                <a:cubicBezTo>
                  <a:pt x="0" y="48917"/>
                  <a:pt x="704" y="47912"/>
                  <a:pt x="2112" y="47208"/>
                </a:cubicBezTo>
                <a:lnTo>
                  <a:pt x="47208" y="47208"/>
                </a:lnTo>
                <a:lnTo>
                  <a:pt x="47208" y="24584"/>
                </a:lnTo>
                <a:lnTo>
                  <a:pt x="47359" y="1961"/>
                </a:lnTo>
                <a:cubicBezTo>
                  <a:pt x="48364" y="654"/>
                  <a:pt x="49319" y="0"/>
                  <a:pt x="50224" y="0"/>
                </a:cubicBezTo>
                <a:cubicBezTo>
                  <a:pt x="51531" y="0"/>
                  <a:pt x="52537" y="754"/>
                  <a:pt x="53241" y="2262"/>
                </a:cubicBezTo>
                <a:lnTo>
                  <a:pt x="53241" y="47208"/>
                </a:lnTo>
                <a:lnTo>
                  <a:pt x="98186" y="47208"/>
                </a:lnTo>
                <a:cubicBezTo>
                  <a:pt x="99695" y="48012"/>
                  <a:pt x="100449" y="49018"/>
                  <a:pt x="100449" y="50224"/>
                </a:cubicBezTo>
                <a:cubicBezTo>
                  <a:pt x="100449" y="51431"/>
                  <a:pt x="99695" y="52436"/>
                  <a:pt x="98186" y="53241"/>
                </a:cubicBezTo>
                <a:lnTo>
                  <a:pt x="53241" y="53241"/>
                </a:lnTo>
                <a:lnTo>
                  <a:pt x="53241" y="98186"/>
                </a:lnTo>
                <a:cubicBezTo>
                  <a:pt x="52436" y="99594"/>
                  <a:pt x="51531" y="100298"/>
                  <a:pt x="50526" y="100298"/>
                </a:cubicBezTo>
                <a:lnTo>
                  <a:pt x="50224" y="100298"/>
                </a:lnTo>
                <a:lnTo>
                  <a:pt x="49923" y="100298"/>
                </a:lnTo>
                <a:cubicBezTo>
                  <a:pt x="48716" y="100298"/>
                  <a:pt x="47811" y="99594"/>
                  <a:pt x="47208" y="98186"/>
                </a:cubicBezTo>
                <a:lnTo>
                  <a:pt x="47208" y="53241"/>
                </a:lnTo>
                <a:lnTo>
                  <a:pt x="2112" y="53241"/>
                </a:lnTo>
                <a:cubicBezTo>
                  <a:pt x="704" y="52537"/>
                  <a:pt x="0" y="51531"/>
                  <a:pt x="0" y="50224"/>
                </a:cubicBezTo>
                <a:lnTo>
                  <a:pt x="0" y="521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432B44-F3CC-4A8D-B07C-9372BA3D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365" y="2476811"/>
            <a:ext cx="100449" cy="100298"/>
          </a:xfrm>
          <a:custGeom xmlns:a="http://schemas.openxmlformats.org/drawingml/2006/main">
            <a:pathLst>
              <a:path w="100449" h="100298" fill="none">
                <a:moveTo>
                  <a:pt x="0" y="52185"/>
                </a:moveTo>
                <a:cubicBezTo>
                  <a:pt x="0" y="52185"/>
                  <a:pt x="0" y="51531"/>
                  <a:pt x="0" y="50224"/>
                </a:cubicBezTo>
                <a:cubicBezTo>
                  <a:pt x="0" y="48917"/>
                  <a:pt x="704" y="47912"/>
                  <a:pt x="2112" y="47208"/>
                </a:cubicBezTo>
                <a:lnTo>
                  <a:pt x="47208" y="47208"/>
                </a:lnTo>
                <a:lnTo>
                  <a:pt x="47208" y="24584"/>
                </a:lnTo>
                <a:lnTo>
                  <a:pt x="47359" y="1961"/>
                </a:lnTo>
                <a:cubicBezTo>
                  <a:pt x="48364" y="654"/>
                  <a:pt x="49319" y="0"/>
                  <a:pt x="50224" y="0"/>
                </a:cubicBezTo>
                <a:cubicBezTo>
                  <a:pt x="51531" y="0"/>
                  <a:pt x="52537" y="754"/>
                  <a:pt x="53241" y="2262"/>
                </a:cubicBezTo>
                <a:lnTo>
                  <a:pt x="53241" y="47208"/>
                </a:lnTo>
                <a:lnTo>
                  <a:pt x="98186" y="47208"/>
                </a:lnTo>
                <a:cubicBezTo>
                  <a:pt x="99695" y="48012"/>
                  <a:pt x="100449" y="49018"/>
                  <a:pt x="100449" y="50224"/>
                </a:cubicBezTo>
                <a:cubicBezTo>
                  <a:pt x="100449" y="51431"/>
                  <a:pt x="99695" y="52436"/>
                  <a:pt x="98186" y="53241"/>
                </a:cubicBezTo>
                <a:lnTo>
                  <a:pt x="53241" y="53241"/>
                </a:lnTo>
                <a:lnTo>
                  <a:pt x="53241" y="98186"/>
                </a:lnTo>
                <a:cubicBezTo>
                  <a:pt x="52436" y="99594"/>
                  <a:pt x="51531" y="100298"/>
                  <a:pt x="50526" y="100298"/>
                </a:cubicBezTo>
                <a:lnTo>
                  <a:pt x="50224" y="100298"/>
                </a:lnTo>
                <a:lnTo>
                  <a:pt x="49923" y="100298"/>
                </a:lnTo>
                <a:cubicBezTo>
                  <a:pt x="48716" y="100298"/>
                  <a:pt x="47811" y="99594"/>
                  <a:pt x="47208" y="98186"/>
                </a:cubicBezTo>
                <a:lnTo>
                  <a:pt x="47208" y="53241"/>
                </a:lnTo>
                <a:lnTo>
                  <a:pt x="2112" y="53241"/>
                </a:lnTo>
                <a:cubicBezTo>
                  <a:pt x="704" y="52537"/>
                  <a:pt x="0" y="51531"/>
                  <a:pt x="0" y="50224"/>
                </a:cubicBezTo>
                <a:lnTo>
                  <a:pt x="0" y="521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" cap="flat">
            <a:solidFill>
              <a:srgbClr val="000000">
                <a:alpha val="23170"/>
              </a:srgbClr>
            </a:solidFill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A0D9E8-03A1-4CFD-98A0-95E64B28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778" y="2464292"/>
            <a:ext cx="51883" cy="100449"/>
          </a:xfrm>
          <a:custGeom xmlns:a="http://schemas.openxmlformats.org/drawingml/2006/main">
            <a:pathLst>
              <a:path w="51883" h="100449">
                <a:moveTo>
                  <a:pt x="19607" y="13272"/>
                </a:moveTo>
                <a:lnTo>
                  <a:pt x="17646" y="14027"/>
                </a:lnTo>
                <a:cubicBezTo>
                  <a:pt x="16239" y="14529"/>
                  <a:pt x="14228" y="15032"/>
                  <a:pt x="11613" y="15535"/>
                </a:cubicBezTo>
                <a:cubicBezTo>
                  <a:pt x="8999" y="16038"/>
                  <a:pt x="6083" y="16390"/>
                  <a:pt x="2866" y="16591"/>
                </a:cubicBezTo>
                <a:lnTo>
                  <a:pt x="0" y="16591"/>
                </a:lnTo>
                <a:lnTo>
                  <a:pt x="0" y="9653"/>
                </a:lnTo>
                <a:lnTo>
                  <a:pt x="2866" y="9653"/>
                </a:lnTo>
                <a:cubicBezTo>
                  <a:pt x="7591" y="9452"/>
                  <a:pt x="11965" y="8698"/>
                  <a:pt x="15987" y="7390"/>
                </a:cubicBezTo>
                <a:cubicBezTo>
                  <a:pt x="20009" y="6083"/>
                  <a:pt x="22825" y="4877"/>
                  <a:pt x="24433" y="3771"/>
                </a:cubicBezTo>
                <a:cubicBezTo>
                  <a:pt x="26042" y="2665"/>
                  <a:pt x="27450" y="1559"/>
                  <a:pt x="28657" y="452"/>
                </a:cubicBezTo>
                <a:cubicBezTo>
                  <a:pt x="28858" y="151"/>
                  <a:pt x="29461" y="0"/>
                  <a:pt x="30466" y="0"/>
                </a:cubicBezTo>
                <a:cubicBezTo>
                  <a:pt x="31371" y="0"/>
                  <a:pt x="32226" y="302"/>
                  <a:pt x="33030" y="905"/>
                </a:cubicBezTo>
                <a:lnTo>
                  <a:pt x="33030" y="46001"/>
                </a:lnTo>
                <a:lnTo>
                  <a:pt x="33181" y="91248"/>
                </a:lnTo>
                <a:cubicBezTo>
                  <a:pt x="33885" y="91952"/>
                  <a:pt x="34488" y="92405"/>
                  <a:pt x="34991" y="92606"/>
                </a:cubicBezTo>
                <a:cubicBezTo>
                  <a:pt x="35494" y="92807"/>
                  <a:pt x="36700" y="93008"/>
                  <a:pt x="38611" y="93209"/>
                </a:cubicBezTo>
                <a:cubicBezTo>
                  <a:pt x="40521" y="93410"/>
                  <a:pt x="43638" y="93511"/>
                  <a:pt x="47962" y="93511"/>
                </a:cubicBezTo>
                <a:lnTo>
                  <a:pt x="51883" y="93511"/>
                </a:lnTo>
                <a:lnTo>
                  <a:pt x="51883" y="100449"/>
                </a:lnTo>
                <a:lnTo>
                  <a:pt x="50224" y="100449"/>
                </a:lnTo>
                <a:cubicBezTo>
                  <a:pt x="48113" y="100147"/>
                  <a:pt x="40119" y="99996"/>
                  <a:pt x="26243" y="99996"/>
                </a:cubicBezTo>
                <a:cubicBezTo>
                  <a:pt x="12569" y="99996"/>
                  <a:pt x="4676" y="100147"/>
                  <a:pt x="2564" y="100449"/>
                </a:cubicBezTo>
                <a:lnTo>
                  <a:pt x="754" y="100449"/>
                </a:lnTo>
                <a:lnTo>
                  <a:pt x="754" y="93511"/>
                </a:lnTo>
                <a:lnTo>
                  <a:pt x="4676" y="93511"/>
                </a:lnTo>
                <a:cubicBezTo>
                  <a:pt x="6888" y="93511"/>
                  <a:pt x="8798" y="93511"/>
                  <a:pt x="10407" y="93511"/>
                </a:cubicBezTo>
                <a:cubicBezTo>
                  <a:pt x="12016" y="93511"/>
                  <a:pt x="13272" y="93460"/>
                  <a:pt x="14177" y="93360"/>
                </a:cubicBezTo>
                <a:cubicBezTo>
                  <a:pt x="15082" y="93259"/>
                  <a:pt x="15887" y="93109"/>
                  <a:pt x="16591" y="92907"/>
                </a:cubicBezTo>
                <a:cubicBezTo>
                  <a:pt x="17294" y="92706"/>
                  <a:pt x="17697" y="92606"/>
                  <a:pt x="17797" y="92606"/>
                </a:cubicBezTo>
                <a:cubicBezTo>
                  <a:pt x="17898" y="92606"/>
                  <a:pt x="18199" y="92354"/>
                  <a:pt x="18702" y="91852"/>
                </a:cubicBezTo>
                <a:cubicBezTo>
                  <a:pt x="19205" y="91349"/>
                  <a:pt x="19507" y="91148"/>
                  <a:pt x="19607" y="91248"/>
                </a:cubicBezTo>
                <a:lnTo>
                  <a:pt x="19607" y="132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40F848-9C6E-4303-BD09-DB78D1E6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8778" y="2464292"/>
            <a:ext cx="51883" cy="100449"/>
          </a:xfrm>
          <a:custGeom xmlns:a="http://schemas.openxmlformats.org/drawingml/2006/main">
            <a:pathLst>
              <a:path w="51883" h="100449" fill="none">
                <a:moveTo>
                  <a:pt x="19607" y="13272"/>
                </a:moveTo>
                <a:lnTo>
                  <a:pt x="17646" y="14027"/>
                </a:lnTo>
                <a:cubicBezTo>
                  <a:pt x="16239" y="14529"/>
                  <a:pt x="14228" y="15032"/>
                  <a:pt x="11613" y="15535"/>
                </a:cubicBezTo>
                <a:cubicBezTo>
                  <a:pt x="8999" y="16038"/>
                  <a:pt x="6083" y="16390"/>
                  <a:pt x="2866" y="16591"/>
                </a:cubicBezTo>
                <a:lnTo>
                  <a:pt x="0" y="16591"/>
                </a:lnTo>
                <a:lnTo>
                  <a:pt x="0" y="9653"/>
                </a:lnTo>
                <a:lnTo>
                  <a:pt x="2866" y="9653"/>
                </a:lnTo>
                <a:cubicBezTo>
                  <a:pt x="7591" y="9452"/>
                  <a:pt x="11965" y="8698"/>
                  <a:pt x="15987" y="7390"/>
                </a:cubicBezTo>
                <a:cubicBezTo>
                  <a:pt x="20009" y="6083"/>
                  <a:pt x="22825" y="4877"/>
                  <a:pt x="24433" y="3771"/>
                </a:cubicBezTo>
                <a:cubicBezTo>
                  <a:pt x="26042" y="2665"/>
                  <a:pt x="27450" y="1559"/>
                  <a:pt x="28657" y="452"/>
                </a:cubicBezTo>
                <a:cubicBezTo>
                  <a:pt x="28858" y="151"/>
                  <a:pt x="29461" y="0"/>
                  <a:pt x="30466" y="0"/>
                </a:cubicBezTo>
                <a:cubicBezTo>
                  <a:pt x="31371" y="0"/>
                  <a:pt x="32226" y="302"/>
                  <a:pt x="33030" y="905"/>
                </a:cubicBezTo>
                <a:lnTo>
                  <a:pt x="33030" y="46001"/>
                </a:lnTo>
                <a:lnTo>
                  <a:pt x="33181" y="91248"/>
                </a:lnTo>
                <a:cubicBezTo>
                  <a:pt x="33885" y="91952"/>
                  <a:pt x="34488" y="92405"/>
                  <a:pt x="34991" y="92606"/>
                </a:cubicBezTo>
                <a:cubicBezTo>
                  <a:pt x="35494" y="92807"/>
                  <a:pt x="36700" y="93008"/>
                  <a:pt x="38611" y="93209"/>
                </a:cubicBezTo>
                <a:cubicBezTo>
                  <a:pt x="40521" y="93410"/>
                  <a:pt x="43638" y="93511"/>
                  <a:pt x="47962" y="93511"/>
                </a:cubicBezTo>
                <a:lnTo>
                  <a:pt x="51883" y="93511"/>
                </a:lnTo>
                <a:lnTo>
                  <a:pt x="51883" y="100449"/>
                </a:lnTo>
                <a:lnTo>
                  <a:pt x="50224" y="100449"/>
                </a:lnTo>
                <a:cubicBezTo>
                  <a:pt x="48113" y="100147"/>
                  <a:pt x="40119" y="99996"/>
                  <a:pt x="26243" y="99996"/>
                </a:cubicBezTo>
                <a:cubicBezTo>
                  <a:pt x="12569" y="99996"/>
                  <a:pt x="4676" y="100147"/>
                  <a:pt x="2564" y="100449"/>
                </a:cubicBezTo>
                <a:lnTo>
                  <a:pt x="754" y="100449"/>
                </a:lnTo>
                <a:lnTo>
                  <a:pt x="754" y="93511"/>
                </a:lnTo>
                <a:lnTo>
                  <a:pt x="4676" y="93511"/>
                </a:lnTo>
                <a:cubicBezTo>
                  <a:pt x="6888" y="93511"/>
                  <a:pt x="8798" y="93511"/>
                  <a:pt x="10407" y="93511"/>
                </a:cubicBezTo>
                <a:cubicBezTo>
                  <a:pt x="12016" y="93511"/>
                  <a:pt x="13272" y="93460"/>
                  <a:pt x="14177" y="93360"/>
                </a:cubicBezTo>
                <a:cubicBezTo>
                  <a:pt x="15082" y="93259"/>
                  <a:pt x="15887" y="93109"/>
                  <a:pt x="16591" y="92907"/>
                </a:cubicBezTo>
                <a:cubicBezTo>
                  <a:pt x="17294" y="92706"/>
                  <a:pt x="17697" y="92606"/>
                  <a:pt x="17797" y="92606"/>
                </a:cubicBezTo>
                <a:cubicBezTo>
                  <a:pt x="17898" y="92606"/>
                  <a:pt x="18199" y="92354"/>
                  <a:pt x="18702" y="91852"/>
                </a:cubicBezTo>
                <a:cubicBezTo>
                  <a:pt x="19205" y="91349"/>
                  <a:pt x="19507" y="91148"/>
                  <a:pt x="19607" y="91248"/>
                </a:cubicBezTo>
                <a:lnTo>
                  <a:pt x="19607" y="132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" cap="flat">
            <a:solidFill>
              <a:srgbClr val="000000">
                <a:alpha val="23170"/>
              </a:srgbClr>
            </a:solidFill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0CE7DE-077D-4107-B0D1-BA78268F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4273" y="454670"/>
            <a:ext cx="978061" cy="244925"/>
          </a:xfrm>
          <a:custGeom xmlns:a="http://schemas.openxmlformats.org/drawingml/2006/main">
            <a:pathLst>
              <a:path w="978061" h="244925" fill="none">
                <a:moveTo>
                  <a:pt x="0" y="0"/>
                </a:moveTo>
                <a:lnTo>
                  <a:pt x="978061" y="0"/>
                </a:lnTo>
                <a:lnTo>
                  <a:pt x="978061" y="244925"/>
                </a:lnTo>
                <a:lnTo>
                  <a:pt x="0" y="24492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5140" cap="flat">
            <a:solidFill>
              <a:srgbClr val="4D4D4D"/>
            </a:solidFill>
            <a:miter/>
          </a:ln>
        </p:spPr>
      </p:sp>
      <p:sp>
        <p:nvSpPr>
          <p:cNvPr id="310" name="Text I">
            <a:extLst xmlns:a="http://schemas.openxmlformats.org/drawingml/2006/main">
              <a:ext uri="{FF2B5EF4-FFF2-40B4-BE49-F238E27FC236}">
                <a16:creationId xmlns:a16="http://schemas.microsoft.com/office/drawing/2014/main" id="{73DE86B3-71C1-4529-9EB1-CC7A343E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108" y="509103"/>
            <a:ext cx="93066" cy="139599"/>
          </a:xfrm>
          <a:custGeom xmlns:a="http://schemas.openxmlformats.org/drawingml/2006/main">
            <a:pathLst>
              <a:path w="93066" h="139599">
                <a:moveTo>
                  <a:pt x="58578" y="135893"/>
                </a:moveTo>
                <a:lnTo>
                  <a:pt x="57446" y="139599"/>
                </a:lnTo>
                <a:lnTo>
                  <a:pt x="0" y="139599"/>
                </a:lnTo>
                <a:lnTo>
                  <a:pt x="1441" y="135893"/>
                </a:lnTo>
                <a:cubicBezTo>
                  <a:pt x="7206" y="135755"/>
                  <a:pt x="11016" y="135273"/>
                  <a:pt x="12869" y="134445"/>
                </a:cubicBezTo>
                <a:cubicBezTo>
                  <a:pt x="15888" y="133274"/>
                  <a:pt x="18119" y="131654"/>
                  <a:pt x="19560" y="129584"/>
                </a:cubicBezTo>
                <a:cubicBezTo>
                  <a:pt x="21825" y="126345"/>
                  <a:pt x="24159" y="120555"/>
                  <a:pt x="26561" y="112214"/>
                </a:cubicBezTo>
                <a:lnTo>
                  <a:pt x="50857" y="27922"/>
                </a:lnTo>
                <a:cubicBezTo>
                  <a:pt x="52916" y="20915"/>
                  <a:pt x="53945" y="15625"/>
                  <a:pt x="53945" y="12051"/>
                </a:cubicBezTo>
                <a:cubicBezTo>
                  <a:pt x="53945" y="10267"/>
                  <a:pt x="53499" y="8757"/>
                  <a:pt x="52607" y="7522"/>
                </a:cubicBezTo>
                <a:cubicBezTo>
                  <a:pt x="51715" y="6284"/>
                  <a:pt x="50359" y="5339"/>
                  <a:pt x="48540" y="4687"/>
                </a:cubicBezTo>
                <a:cubicBezTo>
                  <a:pt x="46722" y="4033"/>
                  <a:pt x="43170" y="3706"/>
                  <a:pt x="37885" y="3706"/>
                </a:cubicBezTo>
                <a:lnTo>
                  <a:pt x="39121" y="0"/>
                </a:lnTo>
                <a:lnTo>
                  <a:pt x="93066" y="0"/>
                </a:lnTo>
                <a:lnTo>
                  <a:pt x="91933" y="3706"/>
                </a:lnTo>
                <a:cubicBezTo>
                  <a:pt x="87541" y="3638"/>
                  <a:pt x="84281" y="4120"/>
                  <a:pt x="82153" y="5154"/>
                </a:cubicBezTo>
                <a:cubicBezTo>
                  <a:pt x="79065" y="6535"/>
                  <a:pt x="76714" y="8502"/>
                  <a:pt x="75101" y="11054"/>
                </a:cubicBezTo>
                <a:cubicBezTo>
                  <a:pt x="73488" y="13606"/>
                  <a:pt x="71412" y="19263"/>
                  <a:pt x="68873" y="28025"/>
                </a:cubicBezTo>
                <a:lnTo>
                  <a:pt x="44680" y="112179"/>
                </a:lnTo>
                <a:cubicBezTo>
                  <a:pt x="42484" y="119980"/>
                  <a:pt x="41385" y="124950"/>
                  <a:pt x="41385" y="127091"/>
                </a:cubicBezTo>
                <a:cubicBezTo>
                  <a:pt x="41385" y="128817"/>
                  <a:pt x="41814" y="130284"/>
                  <a:pt x="42672" y="131492"/>
                </a:cubicBezTo>
                <a:cubicBezTo>
                  <a:pt x="43530" y="132699"/>
                  <a:pt x="44903" y="133631"/>
                  <a:pt x="46790" y="134287"/>
                </a:cubicBezTo>
                <a:cubicBezTo>
                  <a:pt x="48678" y="134944"/>
                  <a:pt x="52607" y="135479"/>
                  <a:pt x="58578" y="1358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Text terationi">
            <a:extLst xmlns:a="http://schemas.openxmlformats.org/drawingml/2006/main">
              <a:ext uri="{FF2B5EF4-FFF2-40B4-BE49-F238E27FC236}">
                <a16:creationId xmlns:a16="http://schemas.microsoft.com/office/drawing/2014/main" id="{7275356D-89C5-49E6-8360-E4FE0CE5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7554" y="514456"/>
            <a:ext cx="769238" cy="136716"/>
          </a:xfrm>
          <a:custGeom xmlns:a="http://schemas.openxmlformats.org/drawingml/2006/main">
            <a:pathLst>
              <a:path w="769238" h="136716">
                <a:moveTo>
                  <a:pt x="46121" y="15648"/>
                </a:moveTo>
                <a:lnTo>
                  <a:pt x="38091" y="43444"/>
                </a:lnTo>
                <a:lnTo>
                  <a:pt x="54254" y="43444"/>
                </a:lnTo>
                <a:lnTo>
                  <a:pt x="52504" y="50033"/>
                </a:lnTo>
                <a:lnTo>
                  <a:pt x="36444" y="50033"/>
                </a:lnTo>
                <a:lnTo>
                  <a:pt x="18737" y="110783"/>
                </a:lnTo>
                <a:cubicBezTo>
                  <a:pt x="16815" y="117314"/>
                  <a:pt x="15854" y="121542"/>
                  <a:pt x="15854" y="123468"/>
                </a:cubicBezTo>
                <a:cubicBezTo>
                  <a:pt x="15854" y="124633"/>
                  <a:pt x="16129" y="125523"/>
                  <a:pt x="16678" y="126138"/>
                </a:cubicBezTo>
                <a:cubicBezTo>
                  <a:pt x="17227" y="126754"/>
                  <a:pt x="17879" y="127062"/>
                  <a:pt x="18634" y="127062"/>
                </a:cubicBezTo>
                <a:cubicBezTo>
                  <a:pt x="20350" y="127062"/>
                  <a:pt x="22614" y="125864"/>
                  <a:pt x="25428" y="123468"/>
                </a:cubicBezTo>
                <a:cubicBezTo>
                  <a:pt x="27076" y="122095"/>
                  <a:pt x="30747" y="117874"/>
                  <a:pt x="36444" y="110805"/>
                </a:cubicBezTo>
                <a:lnTo>
                  <a:pt x="39841" y="113379"/>
                </a:lnTo>
                <a:cubicBezTo>
                  <a:pt x="33527" y="122569"/>
                  <a:pt x="27556" y="129048"/>
                  <a:pt x="21928" y="132814"/>
                </a:cubicBezTo>
                <a:cubicBezTo>
                  <a:pt x="18085" y="135415"/>
                  <a:pt x="14207" y="136716"/>
                  <a:pt x="10295" y="136716"/>
                </a:cubicBezTo>
                <a:cubicBezTo>
                  <a:pt x="7275" y="136716"/>
                  <a:pt x="4804" y="135773"/>
                  <a:pt x="2883" y="133885"/>
                </a:cubicBezTo>
                <a:cubicBezTo>
                  <a:pt x="961" y="131998"/>
                  <a:pt x="0" y="129578"/>
                  <a:pt x="0" y="126627"/>
                </a:cubicBezTo>
                <a:cubicBezTo>
                  <a:pt x="0" y="122921"/>
                  <a:pt x="1098" y="117259"/>
                  <a:pt x="3294" y="109641"/>
                </a:cubicBezTo>
                <a:lnTo>
                  <a:pt x="20487" y="50033"/>
                </a:lnTo>
                <a:lnTo>
                  <a:pt x="4942" y="50033"/>
                </a:lnTo>
                <a:lnTo>
                  <a:pt x="5971" y="45954"/>
                </a:lnTo>
                <a:cubicBezTo>
                  <a:pt x="13521" y="43871"/>
                  <a:pt x="19801" y="40796"/>
                  <a:pt x="24811" y="36727"/>
                </a:cubicBezTo>
                <a:cubicBezTo>
                  <a:pt x="29821" y="32658"/>
                  <a:pt x="35414" y="25632"/>
                  <a:pt x="41591" y="15648"/>
                </a:cubicBezTo>
                <a:lnTo>
                  <a:pt x="46121" y="15648"/>
                </a:lnTo>
                <a:close/>
                <a:moveTo>
                  <a:pt x="75085" y="95537"/>
                </a:moveTo>
                <a:cubicBezTo>
                  <a:pt x="74605" y="98958"/>
                  <a:pt x="74365" y="101796"/>
                  <a:pt x="74365" y="104052"/>
                </a:cubicBezTo>
                <a:cubicBezTo>
                  <a:pt x="74365" y="110139"/>
                  <a:pt x="76526" y="115321"/>
                  <a:pt x="80850" y="119598"/>
                </a:cubicBezTo>
                <a:cubicBezTo>
                  <a:pt x="85174" y="123872"/>
                  <a:pt x="90425" y="126010"/>
                  <a:pt x="96601" y="126010"/>
                </a:cubicBezTo>
                <a:cubicBezTo>
                  <a:pt x="101543" y="126010"/>
                  <a:pt x="106296" y="125000"/>
                  <a:pt x="110860" y="122982"/>
                </a:cubicBezTo>
                <a:cubicBezTo>
                  <a:pt x="115424" y="120962"/>
                  <a:pt x="122201" y="116495"/>
                  <a:pt x="131192" y="109583"/>
                </a:cubicBezTo>
                <a:lnTo>
                  <a:pt x="133354" y="112568"/>
                </a:lnTo>
                <a:cubicBezTo>
                  <a:pt x="117088" y="128667"/>
                  <a:pt x="101577" y="136716"/>
                  <a:pt x="86821" y="136716"/>
                </a:cubicBezTo>
                <a:cubicBezTo>
                  <a:pt x="76801" y="136716"/>
                  <a:pt x="69251" y="133556"/>
                  <a:pt x="64173" y="127235"/>
                </a:cubicBezTo>
                <a:cubicBezTo>
                  <a:pt x="59094" y="120915"/>
                  <a:pt x="56554" y="113941"/>
                  <a:pt x="56554" y="106314"/>
                </a:cubicBezTo>
                <a:cubicBezTo>
                  <a:pt x="56554" y="96077"/>
                  <a:pt x="59711" y="85600"/>
                  <a:pt x="66026" y="74883"/>
                </a:cubicBezTo>
                <a:cubicBezTo>
                  <a:pt x="72340" y="64163"/>
                  <a:pt x="80267" y="55832"/>
                  <a:pt x="89807" y="49888"/>
                </a:cubicBezTo>
                <a:cubicBezTo>
                  <a:pt x="99347" y="43945"/>
                  <a:pt x="109161" y="40974"/>
                  <a:pt x="119250" y="40974"/>
                </a:cubicBezTo>
                <a:cubicBezTo>
                  <a:pt x="126525" y="40974"/>
                  <a:pt x="131913" y="42455"/>
                  <a:pt x="135413" y="45417"/>
                </a:cubicBezTo>
                <a:cubicBezTo>
                  <a:pt x="138914" y="48379"/>
                  <a:pt x="140664" y="51893"/>
                  <a:pt x="140664" y="55959"/>
                </a:cubicBezTo>
                <a:cubicBezTo>
                  <a:pt x="140664" y="61677"/>
                  <a:pt x="138399" y="67154"/>
                  <a:pt x="133869" y="72389"/>
                </a:cubicBezTo>
                <a:cubicBezTo>
                  <a:pt x="127898" y="79210"/>
                  <a:pt x="119113" y="84721"/>
                  <a:pt x="107514" y="88922"/>
                </a:cubicBezTo>
                <a:cubicBezTo>
                  <a:pt x="99827" y="91747"/>
                  <a:pt x="89018" y="93952"/>
                  <a:pt x="75085" y="95537"/>
                </a:cubicBezTo>
                <a:moveTo>
                  <a:pt x="75806" y="90389"/>
                </a:moveTo>
                <a:cubicBezTo>
                  <a:pt x="85963" y="89220"/>
                  <a:pt x="94234" y="87226"/>
                  <a:pt x="100617" y="84405"/>
                </a:cubicBezTo>
                <a:cubicBezTo>
                  <a:pt x="109058" y="80622"/>
                  <a:pt x="115390" y="76099"/>
                  <a:pt x="119611" y="70835"/>
                </a:cubicBezTo>
                <a:cubicBezTo>
                  <a:pt x="123831" y="65572"/>
                  <a:pt x="125942" y="60567"/>
                  <a:pt x="125942" y="55821"/>
                </a:cubicBezTo>
                <a:cubicBezTo>
                  <a:pt x="125942" y="52932"/>
                  <a:pt x="125033" y="50593"/>
                  <a:pt x="123214" y="48804"/>
                </a:cubicBezTo>
                <a:cubicBezTo>
                  <a:pt x="121395" y="47016"/>
                  <a:pt x="118804" y="46121"/>
                  <a:pt x="115441" y="46121"/>
                </a:cubicBezTo>
                <a:cubicBezTo>
                  <a:pt x="108441" y="46121"/>
                  <a:pt x="101011" y="49853"/>
                  <a:pt x="93153" y="57317"/>
                </a:cubicBezTo>
                <a:cubicBezTo>
                  <a:pt x="85294" y="64781"/>
                  <a:pt x="79512" y="75805"/>
                  <a:pt x="75806" y="90389"/>
                </a:cubicBezTo>
                <a:close/>
                <a:moveTo>
                  <a:pt x="154594" y="46739"/>
                </a:moveTo>
                <a:lnTo>
                  <a:pt x="190112" y="40974"/>
                </a:lnTo>
                <a:lnTo>
                  <a:pt x="175287" y="91110"/>
                </a:lnTo>
                <a:cubicBezTo>
                  <a:pt x="187298" y="70546"/>
                  <a:pt x="198210" y="56172"/>
                  <a:pt x="208025" y="47987"/>
                </a:cubicBezTo>
                <a:cubicBezTo>
                  <a:pt x="213584" y="43311"/>
                  <a:pt x="218114" y="40974"/>
                  <a:pt x="221614" y="40974"/>
                </a:cubicBezTo>
                <a:cubicBezTo>
                  <a:pt x="223879" y="40974"/>
                  <a:pt x="225663" y="41646"/>
                  <a:pt x="226967" y="42991"/>
                </a:cubicBezTo>
                <a:cubicBezTo>
                  <a:pt x="228271" y="44333"/>
                  <a:pt x="228923" y="46280"/>
                  <a:pt x="228923" y="48830"/>
                </a:cubicBezTo>
                <a:cubicBezTo>
                  <a:pt x="228923" y="53377"/>
                  <a:pt x="227757" y="57718"/>
                  <a:pt x="225423" y="61853"/>
                </a:cubicBezTo>
                <a:cubicBezTo>
                  <a:pt x="223776" y="64954"/>
                  <a:pt x="221408" y="66505"/>
                  <a:pt x="218320" y="66505"/>
                </a:cubicBezTo>
                <a:cubicBezTo>
                  <a:pt x="216741" y="66505"/>
                  <a:pt x="215386" y="65990"/>
                  <a:pt x="214253" y="64961"/>
                </a:cubicBezTo>
                <a:cubicBezTo>
                  <a:pt x="213121" y="63931"/>
                  <a:pt x="212417" y="62353"/>
                  <a:pt x="212143" y="60225"/>
                </a:cubicBezTo>
                <a:cubicBezTo>
                  <a:pt x="212005" y="58921"/>
                  <a:pt x="211697" y="58063"/>
                  <a:pt x="211216" y="57651"/>
                </a:cubicBezTo>
                <a:cubicBezTo>
                  <a:pt x="210667" y="57102"/>
                  <a:pt x="210015" y="56828"/>
                  <a:pt x="209260" y="56828"/>
                </a:cubicBezTo>
                <a:cubicBezTo>
                  <a:pt x="208093" y="56828"/>
                  <a:pt x="206995" y="57102"/>
                  <a:pt x="205966" y="57651"/>
                </a:cubicBezTo>
                <a:cubicBezTo>
                  <a:pt x="204181" y="58612"/>
                  <a:pt x="201470" y="61288"/>
                  <a:pt x="197833" y="65678"/>
                </a:cubicBezTo>
                <a:cubicBezTo>
                  <a:pt x="192136" y="72404"/>
                  <a:pt x="185959" y="81120"/>
                  <a:pt x="179302" y="91824"/>
                </a:cubicBezTo>
                <a:cubicBezTo>
                  <a:pt x="176419" y="96352"/>
                  <a:pt x="173949" y="101464"/>
                  <a:pt x="171890" y="107160"/>
                </a:cubicBezTo>
                <a:cubicBezTo>
                  <a:pt x="169007" y="114982"/>
                  <a:pt x="167360" y="119682"/>
                  <a:pt x="166948" y="121261"/>
                </a:cubicBezTo>
                <a:lnTo>
                  <a:pt x="163654" y="134245"/>
                </a:lnTo>
                <a:lnTo>
                  <a:pt x="147903" y="134245"/>
                </a:lnTo>
                <a:lnTo>
                  <a:pt x="166948" y="70211"/>
                </a:lnTo>
                <a:cubicBezTo>
                  <a:pt x="169144" y="62760"/>
                  <a:pt x="170243" y="57448"/>
                  <a:pt x="170243" y="54273"/>
                </a:cubicBezTo>
                <a:cubicBezTo>
                  <a:pt x="170243" y="53032"/>
                  <a:pt x="169728" y="51997"/>
                  <a:pt x="168698" y="51169"/>
                </a:cubicBezTo>
                <a:cubicBezTo>
                  <a:pt x="167326" y="50069"/>
                  <a:pt x="165507" y="49518"/>
                  <a:pt x="163242" y="49518"/>
                </a:cubicBezTo>
                <a:cubicBezTo>
                  <a:pt x="161801" y="49518"/>
                  <a:pt x="159158" y="49827"/>
                  <a:pt x="155315" y="50445"/>
                </a:cubicBezTo>
                <a:lnTo>
                  <a:pt x="154594" y="46739"/>
                </a:lnTo>
                <a:close/>
                <a:moveTo>
                  <a:pt x="324529" y="40974"/>
                </a:moveTo>
                <a:lnTo>
                  <a:pt x="304454" y="110879"/>
                </a:lnTo>
                <a:lnTo>
                  <a:pt x="302189" y="120273"/>
                </a:lnTo>
                <a:cubicBezTo>
                  <a:pt x="301983" y="121155"/>
                  <a:pt x="301880" y="121900"/>
                  <a:pt x="301880" y="122509"/>
                </a:cubicBezTo>
                <a:cubicBezTo>
                  <a:pt x="301880" y="123607"/>
                  <a:pt x="302223" y="124568"/>
                  <a:pt x="302909" y="125392"/>
                </a:cubicBezTo>
                <a:cubicBezTo>
                  <a:pt x="303458" y="126010"/>
                  <a:pt x="304145" y="126318"/>
                  <a:pt x="304968" y="126318"/>
                </a:cubicBezTo>
                <a:cubicBezTo>
                  <a:pt x="305861" y="126318"/>
                  <a:pt x="307027" y="125769"/>
                  <a:pt x="308469" y="124671"/>
                </a:cubicBezTo>
                <a:cubicBezTo>
                  <a:pt x="311145" y="122681"/>
                  <a:pt x="314714" y="118563"/>
                  <a:pt x="319175" y="112317"/>
                </a:cubicBezTo>
                <a:lnTo>
                  <a:pt x="322676" y="114788"/>
                </a:lnTo>
                <a:cubicBezTo>
                  <a:pt x="317940" y="121926"/>
                  <a:pt x="313067" y="127365"/>
                  <a:pt x="308057" y="131106"/>
                </a:cubicBezTo>
                <a:cubicBezTo>
                  <a:pt x="303047" y="134846"/>
                  <a:pt x="298414" y="136716"/>
                  <a:pt x="294159" y="136716"/>
                </a:cubicBezTo>
                <a:cubicBezTo>
                  <a:pt x="291208" y="136716"/>
                  <a:pt x="288994" y="135978"/>
                  <a:pt x="287519" y="134503"/>
                </a:cubicBezTo>
                <a:cubicBezTo>
                  <a:pt x="286043" y="133027"/>
                  <a:pt x="285305" y="130882"/>
                  <a:pt x="285305" y="128069"/>
                </a:cubicBezTo>
                <a:cubicBezTo>
                  <a:pt x="285305" y="124706"/>
                  <a:pt x="286060" y="120279"/>
                  <a:pt x="287570" y="114788"/>
                </a:cubicBezTo>
                <a:lnTo>
                  <a:pt x="289732" y="106813"/>
                </a:lnTo>
                <a:cubicBezTo>
                  <a:pt x="280741" y="118650"/>
                  <a:pt x="272471" y="126922"/>
                  <a:pt x="264921" y="131630"/>
                </a:cubicBezTo>
                <a:cubicBezTo>
                  <a:pt x="259499" y="135021"/>
                  <a:pt x="254180" y="136716"/>
                  <a:pt x="248964" y="136716"/>
                </a:cubicBezTo>
                <a:cubicBezTo>
                  <a:pt x="243954" y="136716"/>
                  <a:pt x="239630" y="134638"/>
                  <a:pt x="235993" y="130481"/>
                </a:cubicBezTo>
                <a:cubicBezTo>
                  <a:pt x="232355" y="126325"/>
                  <a:pt x="230536" y="120605"/>
                  <a:pt x="230536" y="113321"/>
                </a:cubicBezTo>
                <a:cubicBezTo>
                  <a:pt x="230536" y="102398"/>
                  <a:pt x="233813" y="90873"/>
                  <a:pt x="240368" y="78746"/>
                </a:cubicBezTo>
                <a:cubicBezTo>
                  <a:pt x="246922" y="66620"/>
                  <a:pt x="255244" y="56915"/>
                  <a:pt x="265333" y="49631"/>
                </a:cubicBezTo>
                <a:cubicBezTo>
                  <a:pt x="273226" y="43859"/>
                  <a:pt x="280672" y="40974"/>
                  <a:pt x="287673" y="40974"/>
                </a:cubicBezTo>
                <a:cubicBezTo>
                  <a:pt x="291860" y="40974"/>
                  <a:pt x="295343" y="42081"/>
                  <a:pt x="298122" y="44297"/>
                </a:cubicBezTo>
                <a:cubicBezTo>
                  <a:pt x="300902" y="46513"/>
                  <a:pt x="303012" y="50181"/>
                  <a:pt x="304454" y="55303"/>
                </a:cubicBezTo>
                <a:lnTo>
                  <a:pt x="308160" y="43444"/>
                </a:lnTo>
                <a:lnTo>
                  <a:pt x="324529" y="40974"/>
                </a:lnTo>
                <a:moveTo>
                  <a:pt x="287879" y="46121"/>
                </a:moveTo>
                <a:cubicBezTo>
                  <a:pt x="283486" y="46121"/>
                  <a:pt x="278819" y="48189"/>
                  <a:pt x="273878" y="52324"/>
                </a:cubicBezTo>
                <a:cubicBezTo>
                  <a:pt x="266877" y="58179"/>
                  <a:pt x="260649" y="66860"/>
                  <a:pt x="255193" y="78367"/>
                </a:cubicBezTo>
                <a:cubicBezTo>
                  <a:pt x="249736" y="89873"/>
                  <a:pt x="247008" y="100278"/>
                  <a:pt x="247008" y="109580"/>
                </a:cubicBezTo>
                <a:cubicBezTo>
                  <a:pt x="247008" y="114266"/>
                  <a:pt x="248175" y="117970"/>
                  <a:pt x="250508" y="120692"/>
                </a:cubicBezTo>
                <a:cubicBezTo>
                  <a:pt x="252842" y="123413"/>
                  <a:pt x="255519" y="124774"/>
                  <a:pt x="258538" y="124774"/>
                </a:cubicBezTo>
                <a:cubicBezTo>
                  <a:pt x="266019" y="124774"/>
                  <a:pt x="274152" y="119228"/>
                  <a:pt x="282937" y="108135"/>
                </a:cubicBezTo>
                <a:cubicBezTo>
                  <a:pt x="294673" y="93390"/>
                  <a:pt x="300542" y="78265"/>
                  <a:pt x="300542" y="62760"/>
                </a:cubicBezTo>
                <a:cubicBezTo>
                  <a:pt x="300542" y="56905"/>
                  <a:pt x="299409" y="52668"/>
                  <a:pt x="297144" y="50049"/>
                </a:cubicBezTo>
                <a:cubicBezTo>
                  <a:pt x="294879" y="47431"/>
                  <a:pt x="291791" y="46121"/>
                  <a:pt x="287879" y="46121"/>
                </a:cubicBezTo>
                <a:close/>
                <a:moveTo>
                  <a:pt x="385784" y="15648"/>
                </a:moveTo>
                <a:lnTo>
                  <a:pt x="377754" y="43444"/>
                </a:lnTo>
                <a:lnTo>
                  <a:pt x="393917" y="43444"/>
                </a:lnTo>
                <a:lnTo>
                  <a:pt x="392167" y="50033"/>
                </a:lnTo>
                <a:lnTo>
                  <a:pt x="376107" y="50033"/>
                </a:lnTo>
                <a:lnTo>
                  <a:pt x="358400" y="110783"/>
                </a:lnTo>
                <a:cubicBezTo>
                  <a:pt x="356478" y="117314"/>
                  <a:pt x="355517" y="121542"/>
                  <a:pt x="355517" y="123468"/>
                </a:cubicBezTo>
                <a:cubicBezTo>
                  <a:pt x="355517" y="124633"/>
                  <a:pt x="355792" y="125523"/>
                  <a:pt x="356341" y="126138"/>
                </a:cubicBezTo>
                <a:cubicBezTo>
                  <a:pt x="356890" y="126754"/>
                  <a:pt x="357542" y="127062"/>
                  <a:pt x="358297" y="127062"/>
                </a:cubicBezTo>
                <a:cubicBezTo>
                  <a:pt x="360013" y="127062"/>
                  <a:pt x="362277" y="125864"/>
                  <a:pt x="365091" y="123468"/>
                </a:cubicBezTo>
                <a:cubicBezTo>
                  <a:pt x="366739" y="122095"/>
                  <a:pt x="370410" y="117874"/>
                  <a:pt x="376107" y="110805"/>
                </a:cubicBezTo>
                <a:lnTo>
                  <a:pt x="379504" y="113379"/>
                </a:lnTo>
                <a:cubicBezTo>
                  <a:pt x="373190" y="122569"/>
                  <a:pt x="367219" y="129048"/>
                  <a:pt x="361591" y="132814"/>
                </a:cubicBezTo>
                <a:cubicBezTo>
                  <a:pt x="357748" y="135415"/>
                  <a:pt x="353870" y="136716"/>
                  <a:pt x="349958" y="136716"/>
                </a:cubicBezTo>
                <a:cubicBezTo>
                  <a:pt x="346938" y="136716"/>
                  <a:pt x="344467" y="135773"/>
                  <a:pt x="342546" y="133885"/>
                </a:cubicBezTo>
                <a:cubicBezTo>
                  <a:pt x="340624" y="131998"/>
                  <a:pt x="339663" y="129578"/>
                  <a:pt x="339663" y="126627"/>
                </a:cubicBezTo>
                <a:cubicBezTo>
                  <a:pt x="339663" y="122921"/>
                  <a:pt x="340761" y="117259"/>
                  <a:pt x="342957" y="109641"/>
                </a:cubicBezTo>
                <a:lnTo>
                  <a:pt x="360150" y="50033"/>
                </a:lnTo>
                <a:lnTo>
                  <a:pt x="344605" y="50033"/>
                </a:lnTo>
                <a:lnTo>
                  <a:pt x="345634" y="45954"/>
                </a:lnTo>
                <a:cubicBezTo>
                  <a:pt x="353184" y="43871"/>
                  <a:pt x="359464" y="40796"/>
                  <a:pt x="364474" y="36727"/>
                </a:cubicBezTo>
                <a:cubicBezTo>
                  <a:pt x="369484" y="32658"/>
                  <a:pt x="375077" y="25632"/>
                  <a:pt x="381254" y="15648"/>
                </a:cubicBezTo>
                <a:lnTo>
                  <a:pt x="385784" y="15648"/>
                </a:lnTo>
                <a:close/>
                <a:moveTo>
                  <a:pt x="436779" y="0"/>
                </a:moveTo>
                <a:cubicBezTo>
                  <a:pt x="439662" y="0"/>
                  <a:pt x="442098" y="995"/>
                  <a:pt x="444089" y="2986"/>
                </a:cubicBezTo>
                <a:cubicBezTo>
                  <a:pt x="446079" y="4976"/>
                  <a:pt x="447074" y="7412"/>
                  <a:pt x="447074" y="10295"/>
                </a:cubicBezTo>
                <a:cubicBezTo>
                  <a:pt x="447074" y="13109"/>
                  <a:pt x="446062" y="15528"/>
                  <a:pt x="444037" y="17553"/>
                </a:cubicBezTo>
                <a:cubicBezTo>
                  <a:pt x="442013" y="19577"/>
                  <a:pt x="439593" y="20590"/>
                  <a:pt x="436779" y="20590"/>
                </a:cubicBezTo>
                <a:cubicBezTo>
                  <a:pt x="433965" y="20590"/>
                  <a:pt x="431546" y="19577"/>
                  <a:pt x="429521" y="17553"/>
                </a:cubicBezTo>
                <a:cubicBezTo>
                  <a:pt x="427497" y="15528"/>
                  <a:pt x="426484" y="13109"/>
                  <a:pt x="426484" y="10295"/>
                </a:cubicBezTo>
                <a:cubicBezTo>
                  <a:pt x="426484" y="7412"/>
                  <a:pt x="427480" y="4976"/>
                  <a:pt x="429470" y="2986"/>
                </a:cubicBezTo>
                <a:cubicBezTo>
                  <a:pt x="431460" y="995"/>
                  <a:pt x="433897" y="0"/>
                  <a:pt x="436779" y="0"/>
                </a:cubicBezTo>
                <a:moveTo>
                  <a:pt x="438118" y="40974"/>
                </a:moveTo>
                <a:lnTo>
                  <a:pt x="417734" y="113176"/>
                </a:lnTo>
                <a:cubicBezTo>
                  <a:pt x="416361" y="118051"/>
                  <a:pt x="415675" y="120969"/>
                  <a:pt x="415675" y="121930"/>
                </a:cubicBezTo>
                <a:cubicBezTo>
                  <a:pt x="415675" y="123033"/>
                  <a:pt x="416001" y="123929"/>
                  <a:pt x="416653" y="124620"/>
                </a:cubicBezTo>
                <a:cubicBezTo>
                  <a:pt x="417305" y="125308"/>
                  <a:pt x="418077" y="125652"/>
                  <a:pt x="418969" y="125652"/>
                </a:cubicBezTo>
                <a:cubicBezTo>
                  <a:pt x="419999" y="125652"/>
                  <a:pt x="421234" y="125101"/>
                  <a:pt x="422675" y="123999"/>
                </a:cubicBezTo>
                <a:cubicBezTo>
                  <a:pt x="426587" y="120904"/>
                  <a:pt x="430534" y="116508"/>
                  <a:pt x="434514" y="110812"/>
                </a:cubicBezTo>
                <a:lnTo>
                  <a:pt x="438118" y="113180"/>
                </a:lnTo>
                <a:cubicBezTo>
                  <a:pt x="433451" y="120324"/>
                  <a:pt x="427960" y="126343"/>
                  <a:pt x="421646" y="131237"/>
                </a:cubicBezTo>
                <a:cubicBezTo>
                  <a:pt x="416979" y="134890"/>
                  <a:pt x="412518" y="136716"/>
                  <a:pt x="408262" y="136716"/>
                </a:cubicBezTo>
                <a:cubicBezTo>
                  <a:pt x="405448" y="136716"/>
                  <a:pt x="403149" y="135875"/>
                  <a:pt x="401365" y="134194"/>
                </a:cubicBezTo>
                <a:cubicBezTo>
                  <a:pt x="399580" y="132512"/>
                  <a:pt x="398688" y="130402"/>
                  <a:pt x="398688" y="127863"/>
                </a:cubicBezTo>
                <a:cubicBezTo>
                  <a:pt x="398688" y="125319"/>
                  <a:pt x="399546" y="121091"/>
                  <a:pt x="401262" y="115177"/>
                </a:cubicBezTo>
                <a:lnTo>
                  <a:pt x="414645" y="68976"/>
                </a:lnTo>
                <a:cubicBezTo>
                  <a:pt x="416841" y="61469"/>
                  <a:pt x="417940" y="56760"/>
                  <a:pt x="417940" y="54849"/>
                </a:cubicBezTo>
                <a:cubicBezTo>
                  <a:pt x="417940" y="53348"/>
                  <a:pt x="417408" y="52119"/>
                  <a:pt x="416344" y="51162"/>
                </a:cubicBezTo>
                <a:cubicBezTo>
                  <a:pt x="415280" y="50204"/>
                  <a:pt x="413822" y="49724"/>
                  <a:pt x="411969" y="49724"/>
                </a:cubicBezTo>
                <a:cubicBezTo>
                  <a:pt x="410459" y="49724"/>
                  <a:pt x="407336" y="50102"/>
                  <a:pt x="402600" y="50857"/>
                </a:cubicBezTo>
                <a:lnTo>
                  <a:pt x="402600" y="46739"/>
                </a:lnTo>
                <a:lnTo>
                  <a:pt x="438118" y="40974"/>
                </a:lnTo>
                <a:close/>
                <a:moveTo>
                  <a:pt x="545735" y="73232"/>
                </a:moveTo>
                <a:cubicBezTo>
                  <a:pt x="545735" y="83538"/>
                  <a:pt x="543007" y="93740"/>
                  <a:pt x="537551" y="103840"/>
                </a:cubicBezTo>
                <a:cubicBezTo>
                  <a:pt x="532094" y="113940"/>
                  <a:pt x="524493" y="121944"/>
                  <a:pt x="514748" y="127853"/>
                </a:cubicBezTo>
                <a:cubicBezTo>
                  <a:pt x="505002" y="133762"/>
                  <a:pt x="495530" y="136716"/>
                  <a:pt x="486334" y="136716"/>
                </a:cubicBezTo>
                <a:cubicBezTo>
                  <a:pt x="476931" y="136716"/>
                  <a:pt x="469261" y="133710"/>
                  <a:pt x="463325" y="127699"/>
                </a:cubicBezTo>
                <a:cubicBezTo>
                  <a:pt x="457388" y="121687"/>
                  <a:pt x="454419" y="113906"/>
                  <a:pt x="454419" y="104355"/>
                </a:cubicBezTo>
                <a:cubicBezTo>
                  <a:pt x="454419" y="94255"/>
                  <a:pt x="457319" y="84121"/>
                  <a:pt x="463119" y="73953"/>
                </a:cubicBezTo>
                <a:cubicBezTo>
                  <a:pt x="468918" y="63784"/>
                  <a:pt x="476674" y="55746"/>
                  <a:pt x="486385" y="49837"/>
                </a:cubicBezTo>
                <a:cubicBezTo>
                  <a:pt x="496097" y="43928"/>
                  <a:pt x="505482" y="40974"/>
                  <a:pt x="514542" y="40974"/>
                </a:cubicBezTo>
                <a:cubicBezTo>
                  <a:pt x="523601" y="40974"/>
                  <a:pt x="531065" y="43962"/>
                  <a:pt x="536933" y="49940"/>
                </a:cubicBezTo>
                <a:cubicBezTo>
                  <a:pt x="542801" y="55917"/>
                  <a:pt x="545735" y="63681"/>
                  <a:pt x="545735" y="73232"/>
                </a:cubicBezTo>
                <a:moveTo>
                  <a:pt x="528646" y="65958"/>
                </a:moveTo>
                <a:cubicBezTo>
                  <a:pt x="528646" y="59552"/>
                  <a:pt x="527084" y="54644"/>
                  <a:pt x="523962" y="51236"/>
                </a:cubicBezTo>
                <a:cubicBezTo>
                  <a:pt x="520839" y="47826"/>
                  <a:pt x="516807" y="46121"/>
                  <a:pt x="511865" y="46121"/>
                </a:cubicBezTo>
                <a:cubicBezTo>
                  <a:pt x="501776" y="46121"/>
                  <a:pt x="492493" y="53372"/>
                  <a:pt x="484017" y="67872"/>
                </a:cubicBezTo>
                <a:cubicBezTo>
                  <a:pt x="475541" y="82371"/>
                  <a:pt x="471303" y="96784"/>
                  <a:pt x="471303" y="111111"/>
                </a:cubicBezTo>
                <a:cubicBezTo>
                  <a:pt x="471303" y="117655"/>
                  <a:pt x="472950" y="122700"/>
                  <a:pt x="476245" y="126248"/>
                </a:cubicBezTo>
                <a:cubicBezTo>
                  <a:pt x="479539" y="129795"/>
                  <a:pt x="483691" y="131569"/>
                  <a:pt x="488701" y="131569"/>
                </a:cubicBezTo>
                <a:cubicBezTo>
                  <a:pt x="498379" y="131569"/>
                  <a:pt x="507455" y="124354"/>
                  <a:pt x="515931" y="109924"/>
                </a:cubicBezTo>
                <a:cubicBezTo>
                  <a:pt x="524408" y="95492"/>
                  <a:pt x="528646" y="80836"/>
                  <a:pt x="528646" y="65958"/>
                </a:cubicBezTo>
                <a:close/>
                <a:moveTo>
                  <a:pt x="600196" y="40974"/>
                </a:moveTo>
                <a:lnTo>
                  <a:pt x="586503" y="87957"/>
                </a:lnTo>
                <a:cubicBezTo>
                  <a:pt x="599338" y="68751"/>
                  <a:pt x="609169" y="56119"/>
                  <a:pt x="615998" y="50062"/>
                </a:cubicBezTo>
                <a:cubicBezTo>
                  <a:pt x="622827" y="44003"/>
                  <a:pt x="629399" y="40974"/>
                  <a:pt x="635713" y="40974"/>
                </a:cubicBezTo>
                <a:cubicBezTo>
                  <a:pt x="639145" y="40974"/>
                  <a:pt x="641976" y="42113"/>
                  <a:pt x="644206" y="44390"/>
                </a:cubicBezTo>
                <a:cubicBezTo>
                  <a:pt x="646437" y="46668"/>
                  <a:pt x="647552" y="49635"/>
                  <a:pt x="647552" y="53292"/>
                </a:cubicBezTo>
                <a:cubicBezTo>
                  <a:pt x="647552" y="57412"/>
                  <a:pt x="646557" y="62907"/>
                  <a:pt x="644567" y="69777"/>
                </a:cubicBezTo>
                <a:lnTo>
                  <a:pt x="632007" y="113151"/>
                </a:lnTo>
                <a:cubicBezTo>
                  <a:pt x="630565" y="118165"/>
                  <a:pt x="629845" y="121221"/>
                  <a:pt x="629845" y="122319"/>
                </a:cubicBezTo>
                <a:cubicBezTo>
                  <a:pt x="629845" y="123280"/>
                  <a:pt x="630119" y="124087"/>
                  <a:pt x="630668" y="124739"/>
                </a:cubicBezTo>
                <a:cubicBezTo>
                  <a:pt x="631217" y="125389"/>
                  <a:pt x="631801" y="125714"/>
                  <a:pt x="632419" y="125714"/>
                </a:cubicBezTo>
                <a:cubicBezTo>
                  <a:pt x="633242" y="125714"/>
                  <a:pt x="634237" y="125267"/>
                  <a:pt x="635404" y="124375"/>
                </a:cubicBezTo>
                <a:cubicBezTo>
                  <a:pt x="639042" y="121495"/>
                  <a:pt x="643022" y="117103"/>
                  <a:pt x="647346" y="111201"/>
                </a:cubicBezTo>
                <a:lnTo>
                  <a:pt x="650538" y="113157"/>
                </a:lnTo>
                <a:cubicBezTo>
                  <a:pt x="644155" y="122281"/>
                  <a:pt x="638115" y="128797"/>
                  <a:pt x="632419" y="132704"/>
                </a:cubicBezTo>
                <a:cubicBezTo>
                  <a:pt x="628438" y="135379"/>
                  <a:pt x="624869" y="136716"/>
                  <a:pt x="621712" y="136716"/>
                </a:cubicBezTo>
                <a:cubicBezTo>
                  <a:pt x="619172" y="136716"/>
                  <a:pt x="617148" y="135944"/>
                  <a:pt x="615638" y="134400"/>
                </a:cubicBezTo>
                <a:cubicBezTo>
                  <a:pt x="614128" y="132856"/>
                  <a:pt x="613373" y="130780"/>
                  <a:pt x="613373" y="128171"/>
                </a:cubicBezTo>
                <a:cubicBezTo>
                  <a:pt x="613373" y="124886"/>
                  <a:pt x="614540" y="119239"/>
                  <a:pt x="616873" y="111230"/>
                </a:cubicBezTo>
                <a:lnTo>
                  <a:pt x="628815" y="69960"/>
                </a:lnTo>
                <a:cubicBezTo>
                  <a:pt x="630325" y="64826"/>
                  <a:pt x="631080" y="60821"/>
                  <a:pt x="631080" y="57947"/>
                </a:cubicBezTo>
                <a:cubicBezTo>
                  <a:pt x="631080" y="56579"/>
                  <a:pt x="630634" y="55467"/>
                  <a:pt x="629742" y="54611"/>
                </a:cubicBezTo>
                <a:cubicBezTo>
                  <a:pt x="628850" y="53755"/>
                  <a:pt x="627752" y="53328"/>
                  <a:pt x="626447" y="53328"/>
                </a:cubicBezTo>
                <a:cubicBezTo>
                  <a:pt x="624526" y="53328"/>
                  <a:pt x="622227" y="54149"/>
                  <a:pt x="619550" y="55792"/>
                </a:cubicBezTo>
                <a:cubicBezTo>
                  <a:pt x="614471" y="58870"/>
                  <a:pt x="609186" y="63950"/>
                  <a:pt x="603696" y="71032"/>
                </a:cubicBezTo>
                <a:cubicBezTo>
                  <a:pt x="598205" y="78111"/>
                  <a:pt x="592406" y="87158"/>
                  <a:pt x="586297" y="98172"/>
                </a:cubicBezTo>
                <a:cubicBezTo>
                  <a:pt x="583072" y="103986"/>
                  <a:pt x="580395" y="110348"/>
                  <a:pt x="578267" y="117259"/>
                </a:cubicBezTo>
                <a:lnTo>
                  <a:pt x="573120" y="134245"/>
                </a:lnTo>
                <a:lnTo>
                  <a:pt x="557678" y="134245"/>
                </a:lnTo>
                <a:lnTo>
                  <a:pt x="576414" y="69594"/>
                </a:lnTo>
                <a:cubicBezTo>
                  <a:pt x="578611" y="61881"/>
                  <a:pt x="579709" y="57240"/>
                  <a:pt x="579709" y="55670"/>
                </a:cubicBezTo>
                <a:cubicBezTo>
                  <a:pt x="579709" y="54168"/>
                  <a:pt x="579108" y="52854"/>
                  <a:pt x="577907" y="51725"/>
                </a:cubicBezTo>
                <a:cubicBezTo>
                  <a:pt x="576706" y="50597"/>
                  <a:pt x="575213" y="50033"/>
                  <a:pt x="573429" y="50033"/>
                </a:cubicBezTo>
                <a:cubicBezTo>
                  <a:pt x="572605" y="50033"/>
                  <a:pt x="571164" y="50170"/>
                  <a:pt x="569105" y="50445"/>
                </a:cubicBezTo>
                <a:lnTo>
                  <a:pt x="565193" y="51063"/>
                </a:lnTo>
                <a:lnTo>
                  <a:pt x="564575" y="47357"/>
                </a:lnTo>
                <a:lnTo>
                  <a:pt x="600196" y="40974"/>
                </a:lnTo>
                <a:close/>
                <a:moveTo>
                  <a:pt x="758943" y="0"/>
                </a:moveTo>
                <a:cubicBezTo>
                  <a:pt x="761826" y="0"/>
                  <a:pt x="764262" y="995"/>
                  <a:pt x="766252" y="2986"/>
                </a:cubicBezTo>
                <a:cubicBezTo>
                  <a:pt x="768243" y="4976"/>
                  <a:pt x="769238" y="7412"/>
                  <a:pt x="769238" y="10295"/>
                </a:cubicBezTo>
                <a:cubicBezTo>
                  <a:pt x="769238" y="13109"/>
                  <a:pt x="768226" y="15528"/>
                  <a:pt x="766201" y="17553"/>
                </a:cubicBezTo>
                <a:cubicBezTo>
                  <a:pt x="764176" y="19577"/>
                  <a:pt x="761757" y="20590"/>
                  <a:pt x="758943" y="20590"/>
                </a:cubicBezTo>
                <a:cubicBezTo>
                  <a:pt x="756129" y="20590"/>
                  <a:pt x="753710" y="19577"/>
                  <a:pt x="751685" y="17553"/>
                </a:cubicBezTo>
                <a:cubicBezTo>
                  <a:pt x="749660" y="15528"/>
                  <a:pt x="748648" y="13109"/>
                  <a:pt x="748648" y="10295"/>
                </a:cubicBezTo>
                <a:cubicBezTo>
                  <a:pt x="748648" y="7412"/>
                  <a:pt x="749643" y="4976"/>
                  <a:pt x="751634" y="2986"/>
                </a:cubicBezTo>
                <a:cubicBezTo>
                  <a:pt x="753624" y="995"/>
                  <a:pt x="756060" y="0"/>
                  <a:pt x="758943" y="0"/>
                </a:cubicBezTo>
                <a:moveTo>
                  <a:pt x="760281" y="40974"/>
                </a:moveTo>
                <a:lnTo>
                  <a:pt x="739897" y="113176"/>
                </a:lnTo>
                <a:cubicBezTo>
                  <a:pt x="738525" y="118051"/>
                  <a:pt x="737838" y="120969"/>
                  <a:pt x="737838" y="121930"/>
                </a:cubicBezTo>
                <a:cubicBezTo>
                  <a:pt x="737838" y="123033"/>
                  <a:pt x="738164" y="123929"/>
                  <a:pt x="738816" y="124620"/>
                </a:cubicBezTo>
                <a:cubicBezTo>
                  <a:pt x="739468" y="125308"/>
                  <a:pt x="740241" y="125652"/>
                  <a:pt x="741133" y="125652"/>
                </a:cubicBezTo>
                <a:cubicBezTo>
                  <a:pt x="742162" y="125652"/>
                  <a:pt x="743398" y="125101"/>
                  <a:pt x="744839" y="123999"/>
                </a:cubicBezTo>
                <a:cubicBezTo>
                  <a:pt x="748751" y="120904"/>
                  <a:pt x="752697" y="116508"/>
                  <a:pt x="756678" y="110812"/>
                </a:cubicBezTo>
                <a:lnTo>
                  <a:pt x="760281" y="113180"/>
                </a:lnTo>
                <a:cubicBezTo>
                  <a:pt x="755614" y="120324"/>
                  <a:pt x="750124" y="126343"/>
                  <a:pt x="743809" y="131237"/>
                </a:cubicBezTo>
                <a:cubicBezTo>
                  <a:pt x="739142" y="134890"/>
                  <a:pt x="734681" y="136716"/>
                  <a:pt x="730426" y="136716"/>
                </a:cubicBezTo>
                <a:cubicBezTo>
                  <a:pt x="727612" y="136716"/>
                  <a:pt x="725313" y="135875"/>
                  <a:pt x="723529" y="134194"/>
                </a:cubicBezTo>
                <a:cubicBezTo>
                  <a:pt x="721744" y="132512"/>
                  <a:pt x="720852" y="130402"/>
                  <a:pt x="720852" y="127863"/>
                </a:cubicBezTo>
                <a:cubicBezTo>
                  <a:pt x="720852" y="125319"/>
                  <a:pt x="721710" y="121091"/>
                  <a:pt x="723426" y="115177"/>
                </a:cubicBezTo>
                <a:lnTo>
                  <a:pt x="736809" y="68976"/>
                </a:lnTo>
                <a:cubicBezTo>
                  <a:pt x="739005" y="61469"/>
                  <a:pt x="740103" y="56760"/>
                  <a:pt x="740103" y="54849"/>
                </a:cubicBezTo>
                <a:cubicBezTo>
                  <a:pt x="740103" y="53348"/>
                  <a:pt x="739571" y="52119"/>
                  <a:pt x="738508" y="51162"/>
                </a:cubicBezTo>
                <a:cubicBezTo>
                  <a:pt x="737444" y="50204"/>
                  <a:pt x="735985" y="49724"/>
                  <a:pt x="734132" y="49724"/>
                </a:cubicBezTo>
                <a:cubicBezTo>
                  <a:pt x="732622" y="49724"/>
                  <a:pt x="729500" y="50102"/>
                  <a:pt x="724764" y="50857"/>
                </a:cubicBezTo>
                <a:lnTo>
                  <a:pt x="724764" y="46739"/>
                </a:lnTo>
                <a:lnTo>
                  <a:pt x="760281" y="409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0B7983-8E55-464B-B7BA-4DC582E0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032" y="285604"/>
            <a:ext cx="42351" cy="101281"/>
          </a:xfrm>
          <a:custGeom xmlns:a="http://schemas.openxmlformats.org/drawingml/2006/main">
            <a:pathLst>
              <a:path w="42351" h="101281">
                <a:moveTo>
                  <a:pt x="24567" y="9194"/>
                </a:moveTo>
                <a:cubicBezTo>
                  <a:pt x="24567" y="6782"/>
                  <a:pt x="25521" y="4672"/>
                  <a:pt x="27430" y="2864"/>
                </a:cubicBezTo>
                <a:cubicBezTo>
                  <a:pt x="29339" y="1055"/>
                  <a:pt x="31550" y="100"/>
                  <a:pt x="34062" y="0"/>
                </a:cubicBezTo>
                <a:cubicBezTo>
                  <a:pt x="35870" y="0"/>
                  <a:pt x="37378" y="603"/>
                  <a:pt x="38583" y="1809"/>
                </a:cubicBezTo>
                <a:cubicBezTo>
                  <a:pt x="39789" y="3014"/>
                  <a:pt x="40442" y="4521"/>
                  <a:pt x="40543" y="6330"/>
                </a:cubicBezTo>
                <a:cubicBezTo>
                  <a:pt x="40543" y="8641"/>
                  <a:pt x="39538" y="10751"/>
                  <a:pt x="37528" y="12660"/>
                </a:cubicBezTo>
                <a:cubicBezTo>
                  <a:pt x="35519" y="14569"/>
                  <a:pt x="33308" y="15574"/>
                  <a:pt x="30897" y="15674"/>
                </a:cubicBezTo>
                <a:cubicBezTo>
                  <a:pt x="29390" y="15674"/>
                  <a:pt x="27983" y="15172"/>
                  <a:pt x="26677" y="14167"/>
                </a:cubicBezTo>
                <a:cubicBezTo>
                  <a:pt x="25371" y="13163"/>
                  <a:pt x="24667" y="11505"/>
                  <a:pt x="24567" y="9194"/>
                </a:cubicBezTo>
                <a:close/>
                <a:moveTo>
                  <a:pt x="0" y="56368"/>
                </a:moveTo>
                <a:cubicBezTo>
                  <a:pt x="0" y="55564"/>
                  <a:pt x="452" y="54007"/>
                  <a:pt x="1356" y="51696"/>
                </a:cubicBezTo>
                <a:cubicBezTo>
                  <a:pt x="2261" y="49385"/>
                  <a:pt x="3466" y="46823"/>
                  <a:pt x="4974" y="44009"/>
                </a:cubicBezTo>
                <a:cubicBezTo>
                  <a:pt x="6481" y="41196"/>
                  <a:pt x="8691" y="38634"/>
                  <a:pt x="11605" y="36323"/>
                </a:cubicBezTo>
                <a:cubicBezTo>
                  <a:pt x="14519" y="34012"/>
                  <a:pt x="17533" y="32906"/>
                  <a:pt x="20648" y="33007"/>
                </a:cubicBezTo>
                <a:cubicBezTo>
                  <a:pt x="24567" y="33007"/>
                  <a:pt x="27832" y="34162"/>
                  <a:pt x="30445" y="36473"/>
                </a:cubicBezTo>
                <a:cubicBezTo>
                  <a:pt x="33057" y="38784"/>
                  <a:pt x="34414" y="41899"/>
                  <a:pt x="34514" y="45818"/>
                </a:cubicBezTo>
                <a:cubicBezTo>
                  <a:pt x="34514" y="47526"/>
                  <a:pt x="33811" y="50339"/>
                  <a:pt x="32404" y="54258"/>
                </a:cubicBezTo>
                <a:cubicBezTo>
                  <a:pt x="30997" y="58176"/>
                  <a:pt x="28988" y="63452"/>
                  <a:pt x="26375" y="70083"/>
                </a:cubicBezTo>
                <a:cubicBezTo>
                  <a:pt x="23763" y="76715"/>
                  <a:pt x="21653" y="82392"/>
                  <a:pt x="20045" y="87114"/>
                </a:cubicBezTo>
                <a:cubicBezTo>
                  <a:pt x="19543" y="89324"/>
                  <a:pt x="19292" y="90932"/>
                  <a:pt x="19292" y="91937"/>
                </a:cubicBezTo>
                <a:cubicBezTo>
                  <a:pt x="19292" y="94449"/>
                  <a:pt x="20146" y="95705"/>
                  <a:pt x="21854" y="95705"/>
                </a:cubicBezTo>
                <a:cubicBezTo>
                  <a:pt x="22758" y="95705"/>
                  <a:pt x="23713" y="95554"/>
                  <a:pt x="24717" y="95253"/>
                </a:cubicBezTo>
                <a:cubicBezTo>
                  <a:pt x="25722" y="94951"/>
                  <a:pt x="26878" y="94248"/>
                  <a:pt x="28184" y="93143"/>
                </a:cubicBezTo>
                <a:cubicBezTo>
                  <a:pt x="29490" y="92037"/>
                  <a:pt x="30847" y="90279"/>
                  <a:pt x="32253" y="87868"/>
                </a:cubicBezTo>
                <a:cubicBezTo>
                  <a:pt x="33660" y="85456"/>
                  <a:pt x="34916" y="82492"/>
                  <a:pt x="36021" y="78975"/>
                </a:cubicBezTo>
                <a:cubicBezTo>
                  <a:pt x="36323" y="77770"/>
                  <a:pt x="36574" y="77066"/>
                  <a:pt x="36775" y="76865"/>
                </a:cubicBezTo>
                <a:cubicBezTo>
                  <a:pt x="36976" y="76664"/>
                  <a:pt x="37830" y="76564"/>
                  <a:pt x="39337" y="76564"/>
                </a:cubicBezTo>
                <a:cubicBezTo>
                  <a:pt x="41346" y="76564"/>
                  <a:pt x="42351" y="77066"/>
                  <a:pt x="42351" y="78071"/>
                </a:cubicBezTo>
                <a:cubicBezTo>
                  <a:pt x="42351" y="78875"/>
                  <a:pt x="41899" y="80432"/>
                  <a:pt x="40995" y="82743"/>
                </a:cubicBezTo>
                <a:cubicBezTo>
                  <a:pt x="40091" y="85054"/>
                  <a:pt x="38835" y="87616"/>
                  <a:pt x="37227" y="90430"/>
                </a:cubicBezTo>
                <a:cubicBezTo>
                  <a:pt x="35619" y="93243"/>
                  <a:pt x="33359" y="95755"/>
                  <a:pt x="30445" y="97966"/>
                </a:cubicBezTo>
                <a:cubicBezTo>
                  <a:pt x="27531" y="100176"/>
                  <a:pt x="24416" y="101281"/>
                  <a:pt x="21100" y="101281"/>
                </a:cubicBezTo>
                <a:cubicBezTo>
                  <a:pt x="17885" y="101281"/>
                  <a:pt x="14921" y="100226"/>
                  <a:pt x="12208" y="98116"/>
                </a:cubicBezTo>
                <a:cubicBezTo>
                  <a:pt x="9495" y="96006"/>
                  <a:pt x="8088" y="92791"/>
                  <a:pt x="7988" y="88470"/>
                </a:cubicBezTo>
                <a:cubicBezTo>
                  <a:pt x="7988" y="86762"/>
                  <a:pt x="8239" y="85155"/>
                  <a:pt x="8742" y="83648"/>
                </a:cubicBezTo>
                <a:cubicBezTo>
                  <a:pt x="9244" y="82140"/>
                  <a:pt x="11404" y="76413"/>
                  <a:pt x="15222" y="66466"/>
                </a:cubicBezTo>
                <a:cubicBezTo>
                  <a:pt x="19040" y="56318"/>
                  <a:pt x="21251" y="50239"/>
                  <a:pt x="21854" y="48229"/>
                </a:cubicBezTo>
                <a:cubicBezTo>
                  <a:pt x="22457" y="46220"/>
                  <a:pt x="22808" y="44260"/>
                  <a:pt x="22909" y="42351"/>
                </a:cubicBezTo>
                <a:cubicBezTo>
                  <a:pt x="22909" y="39940"/>
                  <a:pt x="22055" y="38734"/>
                  <a:pt x="20347" y="38734"/>
                </a:cubicBezTo>
                <a:lnTo>
                  <a:pt x="20045" y="38734"/>
                </a:lnTo>
                <a:cubicBezTo>
                  <a:pt x="17031" y="38734"/>
                  <a:pt x="14268" y="40392"/>
                  <a:pt x="11756" y="43708"/>
                </a:cubicBezTo>
                <a:cubicBezTo>
                  <a:pt x="9244" y="47023"/>
                  <a:pt x="7335" y="51244"/>
                  <a:pt x="6029" y="56368"/>
                </a:cubicBezTo>
                <a:cubicBezTo>
                  <a:pt x="5928" y="56468"/>
                  <a:pt x="5828" y="56619"/>
                  <a:pt x="5727" y="56820"/>
                </a:cubicBezTo>
                <a:cubicBezTo>
                  <a:pt x="5627" y="57021"/>
                  <a:pt x="5577" y="57172"/>
                  <a:pt x="5577" y="57272"/>
                </a:cubicBezTo>
                <a:cubicBezTo>
                  <a:pt x="5577" y="57373"/>
                  <a:pt x="5476" y="57473"/>
                  <a:pt x="5275" y="57574"/>
                </a:cubicBezTo>
                <a:cubicBezTo>
                  <a:pt x="5074" y="57674"/>
                  <a:pt x="4923" y="57724"/>
                  <a:pt x="4823" y="57724"/>
                </a:cubicBezTo>
                <a:cubicBezTo>
                  <a:pt x="4722" y="57724"/>
                  <a:pt x="4521" y="57724"/>
                  <a:pt x="4220" y="57724"/>
                </a:cubicBezTo>
                <a:cubicBezTo>
                  <a:pt x="3919" y="57724"/>
                  <a:pt x="3517" y="57724"/>
                  <a:pt x="3014" y="57724"/>
                </a:cubicBezTo>
                <a:lnTo>
                  <a:pt x="904" y="57724"/>
                </a:lnTo>
                <a:cubicBezTo>
                  <a:pt x="301" y="57121"/>
                  <a:pt x="0" y="56669"/>
                  <a:pt x="0" y="563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2DBD23-BB6D-471A-B74D-C6F1C574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7032" y="285604"/>
            <a:ext cx="42351" cy="101281"/>
          </a:xfrm>
          <a:custGeom xmlns:a="http://schemas.openxmlformats.org/drawingml/2006/main">
            <a:pathLst>
              <a:path w="42351" h="101281" fill="none">
                <a:moveTo>
                  <a:pt x="24567" y="9194"/>
                </a:moveTo>
                <a:cubicBezTo>
                  <a:pt x="24567" y="6782"/>
                  <a:pt x="25521" y="4672"/>
                  <a:pt x="27430" y="2864"/>
                </a:cubicBezTo>
                <a:cubicBezTo>
                  <a:pt x="29339" y="1055"/>
                  <a:pt x="31550" y="100"/>
                  <a:pt x="34062" y="0"/>
                </a:cubicBezTo>
                <a:cubicBezTo>
                  <a:pt x="35870" y="0"/>
                  <a:pt x="37378" y="603"/>
                  <a:pt x="38583" y="1809"/>
                </a:cubicBezTo>
                <a:cubicBezTo>
                  <a:pt x="39789" y="3014"/>
                  <a:pt x="40442" y="4521"/>
                  <a:pt x="40543" y="6330"/>
                </a:cubicBezTo>
                <a:cubicBezTo>
                  <a:pt x="40543" y="8641"/>
                  <a:pt x="39538" y="10751"/>
                  <a:pt x="37528" y="12660"/>
                </a:cubicBezTo>
                <a:cubicBezTo>
                  <a:pt x="35519" y="14569"/>
                  <a:pt x="33308" y="15574"/>
                  <a:pt x="30897" y="15674"/>
                </a:cubicBezTo>
                <a:cubicBezTo>
                  <a:pt x="29390" y="15674"/>
                  <a:pt x="27983" y="15172"/>
                  <a:pt x="26677" y="14167"/>
                </a:cubicBezTo>
                <a:cubicBezTo>
                  <a:pt x="25371" y="13163"/>
                  <a:pt x="24667" y="11505"/>
                  <a:pt x="24567" y="9194"/>
                </a:cubicBezTo>
                <a:close/>
                <a:moveTo>
                  <a:pt x="0" y="56368"/>
                </a:moveTo>
                <a:cubicBezTo>
                  <a:pt x="0" y="55564"/>
                  <a:pt x="452" y="54007"/>
                  <a:pt x="1356" y="51696"/>
                </a:cubicBezTo>
                <a:cubicBezTo>
                  <a:pt x="2261" y="49385"/>
                  <a:pt x="3466" y="46823"/>
                  <a:pt x="4974" y="44009"/>
                </a:cubicBezTo>
                <a:cubicBezTo>
                  <a:pt x="6481" y="41196"/>
                  <a:pt x="8691" y="38634"/>
                  <a:pt x="11605" y="36323"/>
                </a:cubicBezTo>
                <a:cubicBezTo>
                  <a:pt x="14519" y="34012"/>
                  <a:pt x="17533" y="32906"/>
                  <a:pt x="20648" y="33007"/>
                </a:cubicBezTo>
                <a:cubicBezTo>
                  <a:pt x="24567" y="33007"/>
                  <a:pt x="27832" y="34162"/>
                  <a:pt x="30445" y="36473"/>
                </a:cubicBezTo>
                <a:cubicBezTo>
                  <a:pt x="33057" y="38784"/>
                  <a:pt x="34414" y="41899"/>
                  <a:pt x="34514" y="45818"/>
                </a:cubicBezTo>
                <a:cubicBezTo>
                  <a:pt x="34514" y="47526"/>
                  <a:pt x="33811" y="50339"/>
                  <a:pt x="32404" y="54258"/>
                </a:cubicBezTo>
                <a:cubicBezTo>
                  <a:pt x="30997" y="58176"/>
                  <a:pt x="28988" y="63452"/>
                  <a:pt x="26375" y="70083"/>
                </a:cubicBezTo>
                <a:cubicBezTo>
                  <a:pt x="23763" y="76715"/>
                  <a:pt x="21653" y="82392"/>
                  <a:pt x="20045" y="87114"/>
                </a:cubicBezTo>
                <a:cubicBezTo>
                  <a:pt x="19543" y="89324"/>
                  <a:pt x="19292" y="90932"/>
                  <a:pt x="19292" y="91937"/>
                </a:cubicBezTo>
                <a:cubicBezTo>
                  <a:pt x="19292" y="94449"/>
                  <a:pt x="20146" y="95705"/>
                  <a:pt x="21854" y="95705"/>
                </a:cubicBezTo>
                <a:cubicBezTo>
                  <a:pt x="22758" y="95705"/>
                  <a:pt x="23713" y="95554"/>
                  <a:pt x="24717" y="95253"/>
                </a:cubicBezTo>
                <a:cubicBezTo>
                  <a:pt x="25722" y="94951"/>
                  <a:pt x="26878" y="94248"/>
                  <a:pt x="28184" y="93143"/>
                </a:cubicBezTo>
                <a:cubicBezTo>
                  <a:pt x="29490" y="92037"/>
                  <a:pt x="30847" y="90279"/>
                  <a:pt x="32253" y="87868"/>
                </a:cubicBezTo>
                <a:cubicBezTo>
                  <a:pt x="33660" y="85456"/>
                  <a:pt x="34916" y="82492"/>
                  <a:pt x="36021" y="78975"/>
                </a:cubicBezTo>
                <a:cubicBezTo>
                  <a:pt x="36323" y="77770"/>
                  <a:pt x="36574" y="77066"/>
                  <a:pt x="36775" y="76865"/>
                </a:cubicBezTo>
                <a:cubicBezTo>
                  <a:pt x="36976" y="76664"/>
                  <a:pt x="37830" y="76564"/>
                  <a:pt x="39337" y="76564"/>
                </a:cubicBezTo>
                <a:cubicBezTo>
                  <a:pt x="41346" y="76564"/>
                  <a:pt x="42351" y="77066"/>
                  <a:pt x="42351" y="78071"/>
                </a:cubicBezTo>
                <a:cubicBezTo>
                  <a:pt x="42351" y="78875"/>
                  <a:pt x="41899" y="80432"/>
                  <a:pt x="40995" y="82743"/>
                </a:cubicBezTo>
                <a:cubicBezTo>
                  <a:pt x="40091" y="85054"/>
                  <a:pt x="38835" y="87616"/>
                  <a:pt x="37227" y="90430"/>
                </a:cubicBezTo>
                <a:cubicBezTo>
                  <a:pt x="35619" y="93243"/>
                  <a:pt x="33359" y="95755"/>
                  <a:pt x="30445" y="97966"/>
                </a:cubicBezTo>
                <a:cubicBezTo>
                  <a:pt x="27531" y="100176"/>
                  <a:pt x="24416" y="101281"/>
                  <a:pt x="21100" y="101281"/>
                </a:cubicBezTo>
                <a:cubicBezTo>
                  <a:pt x="17885" y="101281"/>
                  <a:pt x="14921" y="100226"/>
                  <a:pt x="12208" y="98116"/>
                </a:cubicBezTo>
                <a:cubicBezTo>
                  <a:pt x="9495" y="96006"/>
                  <a:pt x="8088" y="92791"/>
                  <a:pt x="7988" y="88470"/>
                </a:cubicBezTo>
                <a:cubicBezTo>
                  <a:pt x="7988" y="86762"/>
                  <a:pt x="8239" y="85155"/>
                  <a:pt x="8742" y="83648"/>
                </a:cubicBezTo>
                <a:cubicBezTo>
                  <a:pt x="9244" y="82140"/>
                  <a:pt x="11404" y="76413"/>
                  <a:pt x="15222" y="66466"/>
                </a:cubicBezTo>
                <a:cubicBezTo>
                  <a:pt x="19040" y="56318"/>
                  <a:pt x="21251" y="50239"/>
                  <a:pt x="21854" y="48229"/>
                </a:cubicBezTo>
                <a:cubicBezTo>
                  <a:pt x="22457" y="46220"/>
                  <a:pt x="22808" y="44260"/>
                  <a:pt x="22909" y="42351"/>
                </a:cubicBezTo>
                <a:cubicBezTo>
                  <a:pt x="22909" y="39940"/>
                  <a:pt x="22055" y="38734"/>
                  <a:pt x="20347" y="38734"/>
                </a:cubicBezTo>
                <a:lnTo>
                  <a:pt x="20045" y="38734"/>
                </a:lnTo>
                <a:cubicBezTo>
                  <a:pt x="17031" y="38734"/>
                  <a:pt x="14268" y="40392"/>
                  <a:pt x="11756" y="43708"/>
                </a:cubicBezTo>
                <a:cubicBezTo>
                  <a:pt x="9244" y="47023"/>
                  <a:pt x="7335" y="51244"/>
                  <a:pt x="6029" y="56368"/>
                </a:cubicBezTo>
                <a:cubicBezTo>
                  <a:pt x="5928" y="56468"/>
                  <a:pt x="5828" y="56619"/>
                  <a:pt x="5727" y="56820"/>
                </a:cubicBezTo>
                <a:cubicBezTo>
                  <a:pt x="5627" y="57021"/>
                  <a:pt x="5577" y="57172"/>
                  <a:pt x="5577" y="57272"/>
                </a:cubicBezTo>
                <a:cubicBezTo>
                  <a:pt x="5577" y="57373"/>
                  <a:pt x="5476" y="57473"/>
                  <a:pt x="5275" y="57574"/>
                </a:cubicBezTo>
                <a:cubicBezTo>
                  <a:pt x="5074" y="57674"/>
                  <a:pt x="4923" y="57724"/>
                  <a:pt x="4823" y="57724"/>
                </a:cubicBezTo>
                <a:cubicBezTo>
                  <a:pt x="4722" y="57724"/>
                  <a:pt x="4521" y="57724"/>
                  <a:pt x="4220" y="57724"/>
                </a:cubicBezTo>
                <a:cubicBezTo>
                  <a:pt x="3919" y="57724"/>
                  <a:pt x="3517" y="57724"/>
                  <a:pt x="3014" y="57724"/>
                </a:cubicBezTo>
                <a:lnTo>
                  <a:pt x="904" y="57724"/>
                </a:lnTo>
                <a:cubicBezTo>
                  <a:pt x="301" y="57121"/>
                  <a:pt x="0" y="56669"/>
                  <a:pt x="0" y="5636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1" cap="flat">
            <a:solidFill>
              <a:srgbClr val="000000">
                <a:alpha val="23150"/>
              </a:srgbClr>
            </a:solidFill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0EAE57-9029-49B1-9B7A-22B0CC85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9173" y="565595"/>
            <a:ext cx="2964345" cy="3514"/>
          </a:xfrm>
          <a:custGeom xmlns:a="http://schemas.openxmlformats.org/drawingml/2006/main">
            <a:pathLst>
              <a:path w="2964345" h="3514" fill="none">
                <a:moveTo>
                  <a:pt x="0" y="0"/>
                </a:moveTo>
                <a:lnTo>
                  <a:pt x="1514823" y="2870"/>
                </a:lnTo>
                <a:lnTo>
                  <a:pt x="2964345" y="3514"/>
                </a:lnTo>
              </a:path>
            </a:pathLst>
          </a:custGeom>
          <a:noFill xmlns:a="http://schemas.openxmlformats.org/drawingml/2006/main"/>
          <a:ln xmlns:a="http://schemas.openxmlformats.org/drawingml/2006/main" w="17570" cap="flat">
            <a:solidFill>
              <a:srgbClr val="000000"/>
            </a:solidFill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95C79F-66EC-4D97-8E4C-C5EDF7AC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282" y="542754"/>
            <a:ext cx="52768" cy="52710"/>
          </a:xfrm>
          <a:custGeom xmlns:a="http://schemas.openxmlformats.org/drawingml/2006/main">
            <a:pathLst>
              <a:path w="52768" h="52710">
                <a:moveTo>
                  <a:pt x="52768" y="26414"/>
                </a:moveTo>
                <a:lnTo>
                  <a:pt x="0" y="52710"/>
                </a:lnTo>
                <a:lnTo>
                  <a:pt x="13236" y="26355"/>
                </a:lnTo>
                <a:lnTo>
                  <a:pt x="59" y="0"/>
                </a:lnTo>
                <a:lnTo>
                  <a:pt x="52768" y="264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274260-A696-4775-9B98-9C2F2668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282" y="542754"/>
            <a:ext cx="52768" cy="52710"/>
          </a:xfrm>
          <a:custGeom xmlns:a="http://schemas.openxmlformats.org/drawingml/2006/main">
            <a:pathLst>
              <a:path w="52768" h="52710" fill="none">
                <a:moveTo>
                  <a:pt x="52768" y="26414"/>
                </a:moveTo>
                <a:lnTo>
                  <a:pt x="0" y="52710"/>
                </a:lnTo>
                <a:lnTo>
                  <a:pt x="13236" y="26355"/>
                </a:lnTo>
                <a:lnTo>
                  <a:pt x="59" y="0"/>
                </a:lnTo>
                <a:lnTo>
                  <a:pt x="52768" y="264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0" cap="flat">
            <a:solidFill>
              <a:srgbClr val="000000"/>
            </a:solidFill>
            <a:miter/>
          </a:ln>
        </p:spPr>
      </p:sp>
      <p:pic>
        <p:nvPicPr>
          <p:cNvPr id="8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e6c35626f465b"/>
          <a:stretch xmlns:a="http://schemas.openxmlformats.org/drawingml/2006/main"/>
        </p:blipFill>
        <p:spPr>
          <a:xfrm xmlns:a="http://schemas.openxmlformats.org/drawingml/2006/main">
            <a:off x="4730050" y="98176"/>
            <a:ext cx="666194" cy="666194"/>
          </a:xfrm>
          <a:prstGeom xmlns:a="http://schemas.openxmlformats.org/drawingml/2006/main" prst="rect">
            <a:avLst/>
          </a:prstGeom>
        </p:spPr>
      </p:pic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687F2C-B8BF-4AF5-BCC5-DA48091F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4013" y="607705"/>
            <a:ext cx="2477364" cy="1494325"/>
          </a:xfrm>
          <a:custGeom xmlns:a="http://schemas.openxmlformats.org/drawingml/2006/main">
            <a:pathLst>
              <a:path w="2477364" h="1494325">
                <a:moveTo>
                  <a:pt x="377754" y="17570"/>
                </a:moveTo>
                <a:lnTo>
                  <a:pt x="377754" y="0"/>
                </a:lnTo>
                <a:lnTo>
                  <a:pt x="325044" y="0"/>
                </a:lnTo>
                <a:lnTo>
                  <a:pt x="325044" y="17570"/>
                </a:lnTo>
                <a:lnTo>
                  <a:pt x="377754" y="17570"/>
                </a:lnTo>
                <a:close/>
                <a:moveTo>
                  <a:pt x="61495" y="17570"/>
                </a:moveTo>
                <a:lnTo>
                  <a:pt x="61495" y="0"/>
                </a:lnTo>
                <a:lnTo>
                  <a:pt x="8785" y="0"/>
                </a:lnTo>
                <a:lnTo>
                  <a:pt x="8785" y="17570"/>
                </a:lnTo>
                <a:lnTo>
                  <a:pt x="61495" y="17570"/>
                </a:lnTo>
                <a:close/>
                <a:moveTo>
                  <a:pt x="588594" y="17570"/>
                </a:moveTo>
                <a:lnTo>
                  <a:pt x="588594" y="0"/>
                </a:lnTo>
                <a:lnTo>
                  <a:pt x="535884" y="0"/>
                </a:lnTo>
                <a:lnTo>
                  <a:pt x="535884" y="17570"/>
                </a:lnTo>
                <a:lnTo>
                  <a:pt x="588594" y="17570"/>
                </a:lnTo>
                <a:close/>
                <a:moveTo>
                  <a:pt x="166915" y="17570"/>
                </a:moveTo>
                <a:lnTo>
                  <a:pt x="166915" y="0"/>
                </a:lnTo>
                <a:lnTo>
                  <a:pt x="114205" y="0"/>
                </a:lnTo>
                <a:lnTo>
                  <a:pt x="114205" y="17570"/>
                </a:lnTo>
                <a:lnTo>
                  <a:pt x="166915" y="17570"/>
                </a:lnTo>
                <a:close/>
                <a:moveTo>
                  <a:pt x="483174" y="17570"/>
                </a:moveTo>
                <a:lnTo>
                  <a:pt x="483174" y="0"/>
                </a:lnTo>
                <a:lnTo>
                  <a:pt x="430464" y="0"/>
                </a:lnTo>
                <a:lnTo>
                  <a:pt x="430464" y="17570"/>
                </a:lnTo>
                <a:lnTo>
                  <a:pt x="483174" y="17570"/>
                </a:lnTo>
                <a:close/>
                <a:moveTo>
                  <a:pt x="272334" y="17570"/>
                </a:moveTo>
                <a:lnTo>
                  <a:pt x="272334" y="0"/>
                </a:lnTo>
                <a:lnTo>
                  <a:pt x="219624" y="0"/>
                </a:lnTo>
                <a:lnTo>
                  <a:pt x="219624" y="17570"/>
                </a:lnTo>
                <a:lnTo>
                  <a:pt x="272334" y="17570"/>
                </a:lnTo>
                <a:close/>
                <a:moveTo>
                  <a:pt x="17570" y="28112"/>
                </a:moveTo>
                <a:lnTo>
                  <a:pt x="0" y="28112"/>
                </a:lnTo>
                <a:lnTo>
                  <a:pt x="0" y="80822"/>
                </a:lnTo>
                <a:lnTo>
                  <a:pt x="17570" y="80822"/>
                </a:lnTo>
                <a:lnTo>
                  <a:pt x="17570" y="28112"/>
                </a:lnTo>
                <a:close/>
                <a:moveTo>
                  <a:pt x="0" y="133532"/>
                </a:moveTo>
                <a:lnTo>
                  <a:pt x="0" y="186242"/>
                </a:lnTo>
                <a:lnTo>
                  <a:pt x="17570" y="186242"/>
                </a:lnTo>
                <a:lnTo>
                  <a:pt x="17570" y="133532"/>
                </a:lnTo>
                <a:lnTo>
                  <a:pt x="0" y="133532"/>
                </a:lnTo>
                <a:close/>
                <a:moveTo>
                  <a:pt x="0" y="238952"/>
                </a:moveTo>
                <a:lnTo>
                  <a:pt x="0" y="291662"/>
                </a:lnTo>
                <a:lnTo>
                  <a:pt x="17570" y="291662"/>
                </a:lnTo>
                <a:lnTo>
                  <a:pt x="17570" y="238952"/>
                </a:lnTo>
                <a:lnTo>
                  <a:pt x="0" y="238952"/>
                </a:lnTo>
                <a:close/>
                <a:moveTo>
                  <a:pt x="17570" y="344371"/>
                </a:moveTo>
                <a:lnTo>
                  <a:pt x="0" y="344371"/>
                </a:lnTo>
                <a:lnTo>
                  <a:pt x="0" y="397081"/>
                </a:lnTo>
                <a:lnTo>
                  <a:pt x="17570" y="397081"/>
                </a:lnTo>
                <a:lnTo>
                  <a:pt x="17570" y="344371"/>
                </a:lnTo>
                <a:close/>
                <a:moveTo>
                  <a:pt x="17570" y="449791"/>
                </a:moveTo>
                <a:lnTo>
                  <a:pt x="0" y="449791"/>
                </a:lnTo>
                <a:lnTo>
                  <a:pt x="0" y="502501"/>
                </a:lnTo>
                <a:lnTo>
                  <a:pt x="17570" y="502501"/>
                </a:lnTo>
                <a:lnTo>
                  <a:pt x="17570" y="449791"/>
                </a:lnTo>
                <a:close/>
                <a:moveTo>
                  <a:pt x="17570" y="555211"/>
                </a:moveTo>
                <a:lnTo>
                  <a:pt x="0" y="555211"/>
                </a:lnTo>
                <a:lnTo>
                  <a:pt x="0" y="607921"/>
                </a:lnTo>
                <a:lnTo>
                  <a:pt x="17570" y="607921"/>
                </a:lnTo>
                <a:lnTo>
                  <a:pt x="17570" y="555211"/>
                </a:lnTo>
                <a:close/>
                <a:moveTo>
                  <a:pt x="0" y="660631"/>
                </a:moveTo>
                <a:lnTo>
                  <a:pt x="0" y="713341"/>
                </a:lnTo>
                <a:lnTo>
                  <a:pt x="17570" y="713341"/>
                </a:lnTo>
                <a:lnTo>
                  <a:pt x="17570" y="660631"/>
                </a:lnTo>
                <a:lnTo>
                  <a:pt x="0" y="660631"/>
                </a:lnTo>
                <a:close/>
                <a:moveTo>
                  <a:pt x="0" y="766050"/>
                </a:moveTo>
                <a:lnTo>
                  <a:pt x="0" y="818760"/>
                </a:lnTo>
                <a:lnTo>
                  <a:pt x="17570" y="818760"/>
                </a:lnTo>
                <a:lnTo>
                  <a:pt x="17570" y="766050"/>
                </a:lnTo>
                <a:lnTo>
                  <a:pt x="0" y="766050"/>
                </a:lnTo>
                <a:close/>
                <a:moveTo>
                  <a:pt x="17570" y="871470"/>
                </a:moveTo>
                <a:lnTo>
                  <a:pt x="0" y="871470"/>
                </a:lnTo>
                <a:lnTo>
                  <a:pt x="0" y="924180"/>
                </a:lnTo>
                <a:lnTo>
                  <a:pt x="17570" y="924180"/>
                </a:lnTo>
                <a:lnTo>
                  <a:pt x="17570" y="871470"/>
                </a:lnTo>
                <a:close/>
                <a:moveTo>
                  <a:pt x="17570" y="976890"/>
                </a:moveTo>
                <a:lnTo>
                  <a:pt x="0" y="976890"/>
                </a:lnTo>
                <a:lnTo>
                  <a:pt x="0" y="1029600"/>
                </a:lnTo>
                <a:lnTo>
                  <a:pt x="17570" y="1029600"/>
                </a:lnTo>
                <a:lnTo>
                  <a:pt x="17570" y="976890"/>
                </a:lnTo>
                <a:close/>
                <a:moveTo>
                  <a:pt x="17570" y="1082310"/>
                </a:moveTo>
                <a:lnTo>
                  <a:pt x="0" y="1082310"/>
                </a:lnTo>
                <a:lnTo>
                  <a:pt x="0" y="1135019"/>
                </a:lnTo>
                <a:lnTo>
                  <a:pt x="17570" y="1135019"/>
                </a:lnTo>
                <a:lnTo>
                  <a:pt x="17570" y="1082310"/>
                </a:lnTo>
                <a:close/>
                <a:moveTo>
                  <a:pt x="0" y="1187729"/>
                </a:moveTo>
                <a:lnTo>
                  <a:pt x="0" y="1240439"/>
                </a:lnTo>
                <a:lnTo>
                  <a:pt x="17570" y="1240439"/>
                </a:lnTo>
                <a:lnTo>
                  <a:pt x="17570" y="1187729"/>
                </a:lnTo>
                <a:lnTo>
                  <a:pt x="0" y="1187729"/>
                </a:lnTo>
                <a:close/>
                <a:moveTo>
                  <a:pt x="0" y="1293149"/>
                </a:moveTo>
                <a:lnTo>
                  <a:pt x="0" y="1345859"/>
                </a:lnTo>
                <a:lnTo>
                  <a:pt x="17570" y="1345859"/>
                </a:lnTo>
                <a:lnTo>
                  <a:pt x="17570" y="1293149"/>
                </a:lnTo>
                <a:lnTo>
                  <a:pt x="0" y="1293149"/>
                </a:lnTo>
                <a:close/>
                <a:moveTo>
                  <a:pt x="17570" y="1398569"/>
                </a:moveTo>
                <a:lnTo>
                  <a:pt x="0" y="1398569"/>
                </a:lnTo>
                <a:lnTo>
                  <a:pt x="0" y="1451279"/>
                </a:lnTo>
                <a:lnTo>
                  <a:pt x="17570" y="1451279"/>
                </a:lnTo>
                <a:lnTo>
                  <a:pt x="17570" y="1398569"/>
                </a:lnTo>
                <a:close/>
                <a:moveTo>
                  <a:pt x="238073" y="1476755"/>
                </a:moveTo>
                <a:lnTo>
                  <a:pt x="238073" y="1494325"/>
                </a:lnTo>
                <a:lnTo>
                  <a:pt x="290783" y="1494325"/>
                </a:lnTo>
                <a:lnTo>
                  <a:pt x="290783" y="1476755"/>
                </a:lnTo>
                <a:lnTo>
                  <a:pt x="238073" y="1476755"/>
                </a:lnTo>
                <a:close/>
                <a:moveTo>
                  <a:pt x="343493" y="1476755"/>
                </a:moveTo>
                <a:lnTo>
                  <a:pt x="343493" y="1494325"/>
                </a:lnTo>
                <a:lnTo>
                  <a:pt x="396203" y="1494325"/>
                </a:lnTo>
                <a:lnTo>
                  <a:pt x="396203" y="1476755"/>
                </a:lnTo>
                <a:lnTo>
                  <a:pt x="343493" y="1476755"/>
                </a:lnTo>
                <a:close/>
                <a:moveTo>
                  <a:pt x="132653" y="1476755"/>
                </a:moveTo>
                <a:lnTo>
                  <a:pt x="132653" y="1494325"/>
                </a:lnTo>
                <a:lnTo>
                  <a:pt x="185363" y="1494325"/>
                </a:lnTo>
                <a:lnTo>
                  <a:pt x="185363" y="1476755"/>
                </a:lnTo>
                <a:lnTo>
                  <a:pt x="132653" y="1476755"/>
                </a:lnTo>
                <a:close/>
                <a:moveTo>
                  <a:pt x="448912" y="1476755"/>
                </a:moveTo>
                <a:lnTo>
                  <a:pt x="448912" y="1494325"/>
                </a:lnTo>
                <a:lnTo>
                  <a:pt x="501622" y="1494325"/>
                </a:lnTo>
                <a:lnTo>
                  <a:pt x="501622" y="1476755"/>
                </a:lnTo>
                <a:lnTo>
                  <a:pt x="448912" y="1476755"/>
                </a:lnTo>
                <a:close/>
                <a:moveTo>
                  <a:pt x="27233" y="1476755"/>
                </a:moveTo>
                <a:lnTo>
                  <a:pt x="27233" y="1494325"/>
                </a:lnTo>
                <a:lnTo>
                  <a:pt x="79943" y="1494325"/>
                </a:lnTo>
                <a:lnTo>
                  <a:pt x="79943" y="1476755"/>
                </a:lnTo>
                <a:lnTo>
                  <a:pt x="27233" y="1476755"/>
                </a:lnTo>
                <a:close/>
                <a:moveTo>
                  <a:pt x="554332" y="1476755"/>
                </a:moveTo>
                <a:lnTo>
                  <a:pt x="554332" y="1494325"/>
                </a:lnTo>
                <a:lnTo>
                  <a:pt x="607042" y="1494325"/>
                </a:lnTo>
                <a:lnTo>
                  <a:pt x="607042" y="1476755"/>
                </a:lnTo>
                <a:lnTo>
                  <a:pt x="554332" y="1476755"/>
                </a:lnTo>
                <a:close/>
                <a:moveTo>
                  <a:pt x="694013" y="0"/>
                </a:moveTo>
                <a:lnTo>
                  <a:pt x="641303" y="0"/>
                </a:lnTo>
                <a:lnTo>
                  <a:pt x="641303" y="17570"/>
                </a:lnTo>
                <a:lnTo>
                  <a:pt x="694013" y="17570"/>
                </a:lnTo>
                <a:lnTo>
                  <a:pt x="694013" y="0"/>
                </a:lnTo>
                <a:close/>
                <a:moveTo>
                  <a:pt x="1959050" y="0"/>
                </a:moveTo>
                <a:lnTo>
                  <a:pt x="1906340" y="0"/>
                </a:lnTo>
                <a:lnTo>
                  <a:pt x="1906340" y="17570"/>
                </a:lnTo>
                <a:lnTo>
                  <a:pt x="1959050" y="17570"/>
                </a:lnTo>
                <a:lnTo>
                  <a:pt x="1959050" y="0"/>
                </a:lnTo>
                <a:close/>
                <a:moveTo>
                  <a:pt x="799433" y="17570"/>
                </a:moveTo>
                <a:lnTo>
                  <a:pt x="799433" y="0"/>
                </a:lnTo>
                <a:lnTo>
                  <a:pt x="746723" y="0"/>
                </a:lnTo>
                <a:lnTo>
                  <a:pt x="746723" y="17570"/>
                </a:lnTo>
                <a:lnTo>
                  <a:pt x="799433" y="17570"/>
                </a:lnTo>
                <a:close/>
                <a:moveTo>
                  <a:pt x="1853631" y="17570"/>
                </a:moveTo>
                <a:lnTo>
                  <a:pt x="1853631" y="0"/>
                </a:lnTo>
                <a:lnTo>
                  <a:pt x="1800921" y="0"/>
                </a:lnTo>
                <a:lnTo>
                  <a:pt x="1800921" y="17570"/>
                </a:lnTo>
                <a:lnTo>
                  <a:pt x="1853631" y="17570"/>
                </a:lnTo>
                <a:close/>
                <a:moveTo>
                  <a:pt x="904853" y="17570"/>
                </a:moveTo>
                <a:lnTo>
                  <a:pt x="904853" y="0"/>
                </a:lnTo>
                <a:lnTo>
                  <a:pt x="852143" y="0"/>
                </a:lnTo>
                <a:lnTo>
                  <a:pt x="852143" y="17570"/>
                </a:lnTo>
                <a:lnTo>
                  <a:pt x="904853" y="17570"/>
                </a:lnTo>
                <a:close/>
                <a:moveTo>
                  <a:pt x="1748211" y="0"/>
                </a:moveTo>
                <a:lnTo>
                  <a:pt x="1695501" y="0"/>
                </a:lnTo>
                <a:lnTo>
                  <a:pt x="1695501" y="17570"/>
                </a:lnTo>
                <a:lnTo>
                  <a:pt x="1748211" y="17570"/>
                </a:lnTo>
                <a:lnTo>
                  <a:pt x="1748211" y="0"/>
                </a:lnTo>
                <a:close/>
                <a:moveTo>
                  <a:pt x="1010273" y="0"/>
                </a:moveTo>
                <a:lnTo>
                  <a:pt x="957563" y="0"/>
                </a:lnTo>
                <a:lnTo>
                  <a:pt x="957563" y="17570"/>
                </a:lnTo>
                <a:lnTo>
                  <a:pt x="1010273" y="17570"/>
                </a:lnTo>
                <a:lnTo>
                  <a:pt x="1010273" y="0"/>
                </a:lnTo>
                <a:close/>
                <a:moveTo>
                  <a:pt x="1642791" y="17570"/>
                </a:moveTo>
                <a:lnTo>
                  <a:pt x="1642791" y="0"/>
                </a:lnTo>
                <a:lnTo>
                  <a:pt x="1590081" y="0"/>
                </a:lnTo>
                <a:lnTo>
                  <a:pt x="1590081" y="17570"/>
                </a:lnTo>
                <a:lnTo>
                  <a:pt x="1642791" y="17570"/>
                </a:lnTo>
                <a:close/>
                <a:moveTo>
                  <a:pt x="1115692" y="17570"/>
                </a:moveTo>
                <a:lnTo>
                  <a:pt x="1115692" y="0"/>
                </a:lnTo>
                <a:lnTo>
                  <a:pt x="1062982" y="0"/>
                </a:lnTo>
                <a:lnTo>
                  <a:pt x="1062982" y="17570"/>
                </a:lnTo>
                <a:lnTo>
                  <a:pt x="1115692" y="17570"/>
                </a:lnTo>
                <a:close/>
                <a:moveTo>
                  <a:pt x="1537371" y="17570"/>
                </a:moveTo>
                <a:lnTo>
                  <a:pt x="1537371" y="0"/>
                </a:lnTo>
                <a:lnTo>
                  <a:pt x="1484661" y="0"/>
                </a:lnTo>
                <a:lnTo>
                  <a:pt x="1484661" y="17570"/>
                </a:lnTo>
                <a:lnTo>
                  <a:pt x="1537371" y="17570"/>
                </a:lnTo>
                <a:close/>
                <a:moveTo>
                  <a:pt x="1221112" y="0"/>
                </a:moveTo>
                <a:lnTo>
                  <a:pt x="1168402" y="0"/>
                </a:lnTo>
                <a:lnTo>
                  <a:pt x="1168402" y="17570"/>
                </a:lnTo>
                <a:lnTo>
                  <a:pt x="1221112" y="17570"/>
                </a:lnTo>
                <a:lnTo>
                  <a:pt x="1221112" y="0"/>
                </a:lnTo>
                <a:close/>
                <a:moveTo>
                  <a:pt x="1431952" y="0"/>
                </a:moveTo>
                <a:lnTo>
                  <a:pt x="1379242" y="0"/>
                </a:lnTo>
                <a:lnTo>
                  <a:pt x="1379242" y="17570"/>
                </a:lnTo>
                <a:lnTo>
                  <a:pt x="1431952" y="17570"/>
                </a:lnTo>
                <a:lnTo>
                  <a:pt x="1431952" y="0"/>
                </a:lnTo>
                <a:close/>
                <a:moveTo>
                  <a:pt x="1326532" y="17570"/>
                </a:moveTo>
                <a:lnTo>
                  <a:pt x="1326532" y="0"/>
                </a:lnTo>
                <a:lnTo>
                  <a:pt x="1273822" y="0"/>
                </a:lnTo>
                <a:lnTo>
                  <a:pt x="1273822" y="17570"/>
                </a:lnTo>
                <a:lnTo>
                  <a:pt x="1326532" y="17570"/>
                </a:lnTo>
                <a:close/>
                <a:moveTo>
                  <a:pt x="1292270" y="1476755"/>
                </a:moveTo>
                <a:lnTo>
                  <a:pt x="1292270" y="1494325"/>
                </a:lnTo>
                <a:lnTo>
                  <a:pt x="1344980" y="1494325"/>
                </a:lnTo>
                <a:lnTo>
                  <a:pt x="1344980" y="1476755"/>
                </a:lnTo>
                <a:lnTo>
                  <a:pt x="1292270" y="1476755"/>
                </a:lnTo>
                <a:close/>
                <a:moveTo>
                  <a:pt x="1186851" y="1476755"/>
                </a:moveTo>
                <a:lnTo>
                  <a:pt x="1186851" y="1494325"/>
                </a:lnTo>
                <a:lnTo>
                  <a:pt x="1239561" y="1494325"/>
                </a:lnTo>
                <a:lnTo>
                  <a:pt x="1239561" y="1476755"/>
                </a:lnTo>
                <a:lnTo>
                  <a:pt x="1186851" y="1476755"/>
                </a:lnTo>
                <a:close/>
                <a:moveTo>
                  <a:pt x="1397690" y="1476755"/>
                </a:moveTo>
                <a:lnTo>
                  <a:pt x="1397690" y="1494325"/>
                </a:lnTo>
                <a:lnTo>
                  <a:pt x="1450400" y="1494325"/>
                </a:lnTo>
                <a:lnTo>
                  <a:pt x="1450400" y="1476755"/>
                </a:lnTo>
                <a:lnTo>
                  <a:pt x="1397690" y="1476755"/>
                </a:lnTo>
                <a:close/>
                <a:moveTo>
                  <a:pt x="1081432" y="1476755"/>
                </a:moveTo>
                <a:lnTo>
                  <a:pt x="1081432" y="1494325"/>
                </a:lnTo>
                <a:lnTo>
                  <a:pt x="1134141" y="1494325"/>
                </a:lnTo>
                <a:lnTo>
                  <a:pt x="1134141" y="1476755"/>
                </a:lnTo>
                <a:lnTo>
                  <a:pt x="1081432" y="1476755"/>
                </a:lnTo>
                <a:close/>
                <a:moveTo>
                  <a:pt x="1503110" y="1476755"/>
                </a:moveTo>
                <a:lnTo>
                  <a:pt x="1503110" y="1494325"/>
                </a:lnTo>
                <a:lnTo>
                  <a:pt x="1555820" y="1494325"/>
                </a:lnTo>
                <a:lnTo>
                  <a:pt x="1555820" y="1476755"/>
                </a:lnTo>
                <a:lnTo>
                  <a:pt x="1503110" y="1476755"/>
                </a:lnTo>
                <a:close/>
                <a:moveTo>
                  <a:pt x="976011" y="1476755"/>
                </a:moveTo>
                <a:lnTo>
                  <a:pt x="976011" y="1494325"/>
                </a:lnTo>
                <a:lnTo>
                  <a:pt x="1028721" y="1494325"/>
                </a:lnTo>
                <a:lnTo>
                  <a:pt x="1028721" y="1476755"/>
                </a:lnTo>
                <a:lnTo>
                  <a:pt x="976011" y="1476755"/>
                </a:lnTo>
                <a:close/>
                <a:moveTo>
                  <a:pt x="1608530" y="1494325"/>
                </a:moveTo>
                <a:lnTo>
                  <a:pt x="1661239" y="1494325"/>
                </a:lnTo>
                <a:lnTo>
                  <a:pt x="1661239" y="1476755"/>
                </a:lnTo>
                <a:lnTo>
                  <a:pt x="1608530" y="1476755"/>
                </a:lnTo>
                <a:lnTo>
                  <a:pt x="1608530" y="1494325"/>
                </a:lnTo>
                <a:close/>
                <a:moveTo>
                  <a:pt x="870591" y="1494325"/>
                </a:moveTo>
                <a:lnTo>
                  <a:pt x="923301" y="1494325"/>
                </a:lnTo>
                <a:lnTo>
                  <a:pt x="923301" y="1476755"/>
                </a:lnTo>
                <a:lnTo>
                  <a:pt x="870591" y="1476755"/>
                </a:lnTo>
                <a:lnTo>
                  <a:pt x="870591" y="1494325"/>
                </a:lnTo>
                <a:close/>
                <a:moveTo>
                  <a:pt x="1713949" y="1476755"/>
                </a:moveTo>
                <a:lnTo>
                  <a:pt x="1713949" y="1494325"/>
                </a:lnTo>
                <a:lnTo>
                  <a:pt x="1766659" y="1494325"/>
                </a:lnTo>
                <a:lnTo>
                  <a:pt x="1766659" y="1476755"/>
                </a:lnTo>
                <a:lnTo>
                  <a:pt x="1713949" y="1476755"/>
                </a:lnTo>
                <a:close/>
                <a:moveTo>
                  <a:pt x="765172" y="1476755"/>
                </a:moveTo>
                <a:lnTo>
                  <a:pt x="765172" y="1494325"/>
                </a:lnTo>
                <a:lnTo>
                  <a:pt x="817882" y="1494325"/>
                </a:lnTo>
                <a:lnTo>
                  <a:pt x="817882" y="1476755"/>
                </a:lnTo>
                <a:lnTo>
                  <a:pt x="765172" y="1476755"/>
                </a:lnTo>
                <a:close/>
                <a:moveTo>
                  <a:pt x="1819370" y="1476755"/>
                </a:moveTo>
                <a:lnTo>
                  <a:pt x="1819370" y="1494325"/>
                </a:lnTo>
                <a:lnTo>
                  <a:pt x="1872079" y="1494325"/>
                </a:lnTo>
                <a:lnTo>
                  <a:pt x="1872079" y="1476755"/>
                </a:lnTo>
                <a:lnTo>
                  <a:pt x="1819370" y="1476755"/>
                </a:lnTo>
                <a:close/>
                <a:moveTo>
                  <a:pt x="659752" y="1494325"/>
                </a:moveTo>
                <a:lnTo>
                  <a:pt x="712462" y="1494325"/>
                </a:lnTo>
                <a:lnTo>
                  <a:pt x="712462" y="1476755"/>
                </a:lnTo>
                <a:lnTo>
                  <a:pt x="659752" y="1476755"/>
                </a:lnTo>
                <a:lnTo>
                  <a:pt x="659752" y="1494325"/>
                </a:lnTo>
                <a:close/>
                <a:moveTo>
                  <a:pt x="1924789" y="1494325"/>
                </a:moveTo>
                <a:lnTo>
                  <a:pt x="1977499" y="1494325"/>
                </a:lnTo>
                <a:lnTo>
                  <a:pt x="1977499" y="1476755"/>
                </a:lnTo>
                <a:lnTo>
                  <a:pt x="1924789" y="1476755"/>
                </a:lnTo>
                <a:lnTo>
                  <a:pt x="1924789" y="1494325"/>
                </a:lnTo>
                <a:close/>
                <a:moveTo>
                  <a:pt x="2064470" y="17570"/>
                </a:moveTo>
                <a:lnTo>
                  <a:pt x="2064470" y="0"/>
                </a:lnTo>
                <a:lnTo>
                  <a:pt x="2011760" y="0"/>
                </a:lnTo>
                <a:lnTo>
                  <a:pt x="2011760" y="17570"/>
                </a:lnTo>
                <a:lnTo>
                  <a:pt x="2064470" y="17570"/>
                </a:lnTo>
                <a:close/>
                <a:moveTo>
                  <a:pt x="2169890" y="17570"/>
                </a:moveTo>
                <a:lnTo>
                  <a:pt x="2169890" y="0"/>
                </a:lnTo>
                <a:lnTo>
                  <a:pt x="2117180" y="0"/>
                </a:lnTo>
                <a:lnTo>
                  <a:pt x="2117180" y="17570"/>
                </a:lnTo>
                <a:lnTo>
                  <a:pt x="2169890" y="17570"/>
                </a:lnTo>
                <a:close/>
                <a:moveTo>
                  <a:pt x="2275310" y="17570"/>
                </a:moveTo>
                <a:lnTo>
                  <a:pt x="2275310" y="0"/>
                </a:lnTo>
                <a:lnTo>
                  <a:pt x="2222600" y="0"/>
                </a:lnTo>
                <a:lnTo>
                  <a:pt x="2222600" y="17570"/>
                </a:lnTo>
                <a:lnTo>
                  <a:pt x="2275310" y="17570"/>
                </a:lnTo>
                <a:close/>
                <a:moveTo>
                  <a:pt x="2380729" y="0"/>
                </a:moveTo>
                <a:lnTo>
                  <a:pt x="2328019" y="0"/>
                </a:lnTo>
                <a:lnTo>
                  <a:pt x="2328019" y="17570"/>
                </a:lnTo>
                <a:lnTo>
                  <a:pt x="2380729" y="17570"/>
                </a:lnTo>
                <a:lnTo>
                  <a:pt x="2380729" y="0"/>
                </a:lnTo>
                <a:close/>
                <a:moveTo>
                  <a:pt x="2459794" y="26355"/>
                </a:moveTo>
                <a:lnTo>
                  <a:pt x="2477364" y="26355"/>
                </a:lnTo>
                <a:lnTo>
                  <a:pt x="2477364" y="0"/>
                </a:lnTo>
                <a:lnTo>
                  <a:pt x="2433439" y="0"/>
                </a:lnTo>
                <a:lnTo>
                  <a:pt x="2433439" y="17570"/>
                </a:lnTo>
                <a:lnTo>
                  <a:pt x="2459794" y="17570"/>
                </a:lnTo>
                <a:lnTo>
                  <a:pt x="2459794" y="26355"/>
                </a:lnTo>
                <a:close/>
                <a:moveTo>
                  <a:pt x="2459794" y="131775"/>
                </a:moveTo>
                <a:lnTo>
                  <a:pt x="2477364" y="131775"/>
                </a:lnTo>
                <a:lnTo>
                  <a:pt x="2477364" y="79065"/>
                </a:lnTo>
                <a:lnTo>
                  <a:pt x="2459794" y="79065"/>
                </a:lnTo>
                <a:lnTo>
                  <a:pt x="2459794" y="131775"/>
                </a:lnTo>
                <a:close/>
                <a:moveTo>
                  <a:pt x="2459794" y="237194"/>
                </a:moveTo>
                <a:lnTo>
                  <a:pt x="2477364" y="237194"/>
                </a:lnTo>
                <a:lnTo>
                  <a:pt x="2477364" y="184485"/>
                </a:lnTo>
                <a:lnTo>
                  <a:pt x="2459794" y="184485"/>
                </a:lnTo>
                <a:lnTo>
                  <a:pt x="2459794" y="237194"/>
                </a:lnTo>
                <a:close/>
                <a:moveTo>
                  <a:pt x="2477364" y="342614"/>
                </a:moveTo>
                <a:lnTo>
                  <a:pt x="2477364" y="289904"/>
                </a:lnTo>
                <a:lnTo>
                  <a:pt x="2459794" y="289904"/>
                </a:lnTo>
                <a:lnTo>
                  <a:pt x="2459794" y="342614"/>
                </a:lnTo>
                <a:lnTo>
                  <a:pt x="2477364" y="342614"/>
                </a:lnTo>
                <a:close/>
                <a:moveTo>
                  <a:pt x="2477364" y="448034"/>
                </a:moveTo>
                <a:lnTo>
                  <a:pt x="2477364" y="395324"/>
                </a:lnTo>
                <a:lnTo>
                  <a:pt x="2459794" y="395324"/>
                </a:lnTo>
                <a:lnTo>
                  <a:pt x="2459794" y="448034"/>
                </a:lnTo>
                <a:lnTo>
                  <a:pt x="2477364" y="448034"/>
                </a:lnTo>
                <a:close/>
                <a:moveTo>
                  <a:pt x="2459794" y="553454"/>
                </a:moveTo>
                <a:lnTo>
                  <a:pt x="2477364" y="553454"/>
                </a:lnTo>
                <a:lnTo>
                  <a:pt x="2477364" y="500744"/>
                </a:lnTo>
                <a:lnTo>
                  <a:pt x="2459794" y="500744"/>
                </a:lnTo>
                <a:lnTo>
                  <a:pt x="2459794" y="553454"/>
                </a:lnTo>
                <a:close/>
                <a:moveTo>
                  <a:pt x="2459794" y="658873"/>
                </a:moveTo>
                <a:lnTo>
                  <a:pt x="2477364" y="658873"/>
                </a:lnTo>
                <a:lnTo>
                  <a:pt x="2477364" y="606163"/>
                </a:lnTo>
                <a:lnTo>
                  <a:pt x="2459794" y="606163"/>
                </a:lnTo>
                <a:lnTo>
                  <a:pt x="2459794" y="658873"/>
                </a:lnTo>
                <a:close/>
                <a:moveTo>
                  <a:pt x="2459794" y="764293"/>
                </a:moveTo>
                <a:lnTo>
                  <a:pt x="2477364" y="764293"/>
                </a:lnTo>
                <a:lnTo>
                  <a:pt x="2477364" y="711583"/>
                </a:lnTo>
                <a:lnTo>
                  <a:pt x="2459794" y="711583"/>
                </a:lnTo>
                <a:lnTo>
                  <a:pt x="2459794" y="764293"/>
                </a:lnTo>
                <a:close/>
                <a:moveTo>
                  <a:pt x="2477364" y="869713"/>
                </a:moveTo>
                <a:lnTo>
                  <a:pt x="2477364" y="817003"/>
                </a:lnTo>
                <a:lnTo>
                  <a:pt x="2459794" y="817003"/>
                </a:lnTo>
                <a:lnTo>
                  <a:pt x="2459794" y="869713"/>
                </a:lnTo>
                <a:lnTo>
                  <a:pt x="2477364" y="869713"/>
                </a:lnTo>
                <a:close/>
                <a:moveTo>
                  <a:pt x="2477364" y="975133"/>
                </a:moveTo>
                <a:lnTo>
                  <a:pt x="2477364" y="922423"/>
                </a:lnTo>
                <a:lnTo>
                  <a:pt x="2459794" y="922423"/>
                </a:lnTo>
                <a:lnTo>
                  <a:pt x="2459794" y="975133"/>
                </a:lnTo>
                <a:lnTo>
                  <a:pt x="2477364" y="975133"/>
                </a:lnTo>
                <a:close/>
                <a:moveTo>
                  <a:pt x="2459794" y="1080552"/>
                </a:moveTo>
                <a:lnTo>
                  <a:pt x="2477364" y="1080552"/>
                </a:lnTo>
                <a:lnTo>
                  <a:pt x="2477364" y="1027843"/>
                </a:lnTo>
                <a:lnTo>
                  <a:pt x="2459794" y="1027843"/>
                </a:lnTo>
                <a:lnTo>
                  <a:pt x="2459794" y="1080552"/>
                </a:lnTo>
                <a:close/>
                <a:moveTo>
                  <a:pt x="2459794" y="1185972"/>
                </a:moveTo>
                <a:lnTo>
                  <a:pt x="2477364" y="1185972"/>
                </a:lnTo>
                <a:lnTo>
                  <a:pt x="2477364" y="1133262"/>
                </a:lnTo>
                <a:lnTo>
                  <a:pt x="2459794" y="1133262"/>
                </a:lnTo>
                <a:lnTo>
                  <a:pt x="2459794" y="1185972"/>
                </a:lnTo>
                <a:close/>
                <a:moveTo>
                  <a:pt x="2459794" y="1291392"/>
                </a:moveTo>
                <a:lnTo>
                  <a:pt x="2477364" y="1291392"/>
                </a:lnTo>
                <a:lnTo>
                  <a:pt x="2477364" y="1238682"/>
                </a:lnTo>
                <a:lnTo>
                  <a:pt x="2459794" y="1238682"/>
                </a:lnTo>
                <a:lnTo>
                  <a:pt x="2459794" y="1291392"/>
                </a:lnTo>
                <a:close/>
                <a:moveTo>
                  <a:pt x="2477364" y="1396812"/>
                </a:moveTo>
                <a:lnTo>
                  <a:pt x="2477364" y="1344102"/>
                </a:lnTo>
                <a:lnTo>
                  <a:pt x="2459794" y="1344102"/>
                </a:lnTo>
                <a:lnTo>
                  <a:pt x="2459794" y="1396812"/>
                </a:lnTo>
                <a:lnTo>
                  <a:pt x="2477364" y="1396812"/>
                </a:lnTo>
                <a:close/>
                <a:moveTo>
                  <a:pt x="2451888" y="1476755"/>
                </a:moveTo>
                <a:lnTo>
                  <a:pt x="2451888" y="1494325"/>
                </a:lnTo>
                <a:lnTo>
                  <a:pt x="2477364" y="1494325"/>
                </a:lnTo>
                <a:lnTo>
                  <a:pt x="2477364" y="1449521"/>
                </a:lnTo>
                <a:lnTo>
                  <a:pt x="2459794" y="1449521"/>
                </a:lnTo>
                <a:lnTo>
                  <a:pt x="2459794" y="1476755"/>
                </a:lnTo>
                <a:lnTo>
                  <a:pt x="2451888" y="1476755"/>
                </a:lnTo>
                <a:close/>
                <a:moveTo>
                  <a:pt x="2346468" y="1476755"/>
                </a:moveTo>
                <a:lnTo>
                  <a:pt x="2346468" y="1494325"/>
                </a:lnTo>
                <a:lnTo>
                  <a:pt x="2399178" y="1494325"/>
                </a:lnTo>
                <a:lnTo>
                  <a:pt x="2399178" y="1476755"/>
                </a:lnTo>
                <a:lnTo>
                  <a:pt x="2346468" y="1476755"/>
                </a:lnTo>
                <a:close/>
                <a:moveTo>
                  <a:pt x="2241048" y="1476755"/>
                </a:moveTo>
                <a:lnTo>
                  <a:pt x="2241048" y="1494325"/>
                </a:lnTo>
                <a:lnTo>
                  <a:pt x="2293758" y="1494325"/>
                </a:lnTo>
                <a:lnTo>
                  <a:pt x="2293758" y="1476755"/>
                </a:lnTo>
                <a:lnTo>
                  <a:pt x="2241048" y="1476755"/>
                </a:lnTo>
                <a:close/>
                <a:moveTo>
                  <a:pt x="2135628" y="1494325"/>
                </a:moveTo>
                <a:lnTo>
                  <a:pt x="2188338" y="1494325"/>
                </a:lnTo>
                <a:lnTo>
                  <a:pt x="2188338" y="1476755"/>
                </a:lnTo>
                <a:lnTo>
                  <a:pt x="2135628" y="1476755"/>
                </a:lnTo>
                <a:lnTo>
                  <a:pt x="2135628" y="1494325"/>
                </a:lnTo>
                <a:close/>
                <a:moveTo>
                  <a:pt x="2030209" y="1494325"/>
                </a:moveTo>
                <a:lnTo>
                  <a:pt x="2082918" y="1494325"/>
                </a:lnTo>
                <a:lnTo>
                  <a:pt x="2082918" y="1476755"/>
                </a:lnTo>
                <a:lnTo>
                  <a:pt x="2030209" y="1476755"/>
                </a:lnTo>
                <a:lnTo>
                  <a:pt x="2030209" y="1494325"/>
                </a:lnTo>
                <a:close/>
              </a:path>
            </a:pathLst>
          </a:custGeom>
          <a:solidFill xmlns:a="http://schemas.openxmlformats.org/drawingml/2006/main">
            <a:srgbClr val="6161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B2642-2E62-499F-889D-F4616F55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7900" y="1431619"/>
            <a:ext cx="446453" cy="276961"/>
          </a:xfrm>
          <a:custGeom xmlns:a="http://schemas.openxmlformats.org/drawingml/2006/main">
            <a:pathLst>
              <a:path w="446453" h="276961" fill="none">
                <a:moveTo>
                  <a:pt x="0" y="276961"/>
                </a:moveTo>
                <a:lnTo>
                  <a:pt x="4464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B2D182-49E8-4607-BAF7-F5828282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4850" y="1415454"/>
            <a:ext cx="45623" cy="39005"/>
          </a:xfrm>
          <a:custGeom xmlns:a="http://schemas.openxmlformats.org/drawingml/2006/main">
            <a:pathLst>
              <a:path w="45623" h="39005">
                <a:moveTo>
                  <a:pt x="45623" y="0"/>
                </a:moveTo>
                <a:lnTo>
                  <a:pt x="21611" y="39005"/>
                </a:lnTo>
                <a:lnTo>
                  <a:pt x="19503" y="16164"/>
                </a:lnTo>
                <a:lnTo>
                  <a:pt x="0" y="4158"/>
                </a:lnTo>
                <a:lnTo>
                  <a:pt x="4562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3C9DB1-483F-4EEC-BCA1-0C954CDA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4850" y="1415454"/>
            <a:ext cx="45623" cy="39005"/>
          </a:xfrm>
          <a:custGeom xmlns:a="http://schemas.openxmlformats.org/drawingml/2006/main">
            <a:pathLst>
              <a:path w="45623" h="39005" fill="none">
                <a:moveTo>
                  <a:pt x="45623" y="0"/>
                </a:moveTo>
                <a:lnTo>
                  <a:pt x="21611" y="39005"/>
                </a:lnTo>
                <a:lnTo>
                  <a:pt x="19503" y="16164"/>
                </a:lnTo>
                <a:lnTo>
                  <a:pt x="0" y="4158"/>
                </a:lnTo>
                <a:lnTo>
                  <a:pt x="4562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411A76-24D9-47B7-A313-71B2F7D1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4354" y="1079868"/>
            <a:ext cx="10" cy="585841"/>
          </a:xfrm>
          <a:custGeom xmlns:a="http://schemas.openxmlformats.org/drawingml/2006/main">
            <a:pathLst>
              <a:path w="1" h="585841" fill="none">
                <a:moveTo>
                  <a:pt x="0" y="5858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DE11A0-BDA9-4D3C-B574-5A748930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3856" y="1049121"/>
            <a:ext cx="40997" cy="40997"/>
          </a:xfrm>
          <a:custGeom xmlns:a="http://schemas.openxmlformats.org/drawingml/2006/main">
            <a:pathLst>
              <a:path w="40997" h="40997">
                <a:moveTo>
                  <a:pt x="20498" y="0"/>
                </a:moveTo>
                <a:lnTo>
                  <a:pt x="40997" y="40997"/>
                </a:lnTo>
                <a:lnTo>
                  <a:pt x="20498" y="30747"/>
                </a:lnTo>
                <a:lnTo>
                  <a:pt x="0" y="40997"/>
                </a:lnTo>
                <a:lnTo>
                  <a:pt x="2049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F4C5BB-9A9D-49D3-B2FE-7BC5FC09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3856" y="1049121"/>
            <a:ext cx="40997" cy="40997"/>
          </a:xfrm>
          <a:custGeom xmlns:a="http://schemas.openxmlformats.org/drawingml/2006/main">
            <a:pathLst>
              <a:path w="40997" h="40997" fill="none">
                <a:moveTo>
                  <a:pt x="20498" y="0"/>
                </a:moveTo>
                <a:lnTo>
                  <a:pt x="40997" y="40997"/>
                </a:lnTo>
                <a:lnTo>
                  <a:pt x="20498" y="30747"/>
                </a:lnTo>
                <a:lnTo>
                  <a:pt x="0" y="40997"/>
                </a:lnTo>
                <a:lnTo>
                  <a:pt x="2049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977E3E-70F6-4594-8621-8156B0CA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7938" y="1665709"/>
            <a:ext cx="292834" cy="292833"/>
          </a:xfrm>
          <a:custGeom xmlns:a="http://schemas.openxmlformats.org/drawingml/2006/main">
            <a:pathLst>
              <a:path w="292834" h="292833">
                <a:moveTo>
                  <a:pt x="292833" y="146416"/>
                </a:moveTo>
                <a:cubicBezTo>
                  <a:pt x="292834" y="151212"/>
                  <a:pt x="292600" y="155995"/>
                  <a:pt x="292130" y="160767"/>
                </a:cubicBezTo>
                <a:cubicBezTo>
                  <a:pt x="291659" y="165540"/>
                  <a:pt x="290956" y="170277"/>
                  <a:pt x="290019" y="174981"/>
                </a:cubicBezTo>
                <a:cubicBezTo>
                  <a:pt x="289084" y="179684"/>
                  <a:pt x="287920" y="184330"/>
                  <a:pt x="286529" y="188919"/>
                </a:cubicBezTo>
                <a:cubicBezTo>
                  <a:pt x="285136" y="193507"/>
                  <a:pt x="283522" y="198017"/>
                  <a:pt x="281686" y="202447"/>
                </a:cubicBezTo>
                <a:cubicBezTo>
                  <a:pt x="279851" y="206877"/>
                  <a:pt x="277804" y="211207"/>
                  <a:pt x="275543" y="215436"/>
                </a:cubicBezTo>
                <a:cubicBezTo>
                  <a:pt x="273283" y="219665"/>
                  <a:pt x="270819" y="223774"/>
                  <a:pt x="268155" y="227761"/>
                </a:cubicBezTo>
                <a:cubicBezTo>
                  <a:pt x="265491" y="231748"/>
                  <a:pt x="262639" y="235595"/>
                  <a:pt x="259598" y="239302"/>
                </a:cubicBezTo>
                <a:cubicBezTo>
                  <a:pt x="256557" y="243009"/>
                  <a:pt x="253339" y="246557"/>
                  <a:pt x="249948" y="249948"/>
                </a:cubicBezTo>
                <a:cubicBezTo>
                  <a:pt x="246557" y="253339"/>
                  <a:pt x="243008" y="256555"/>
                  <a:pt x="239301" y="259597"/>
                </a:cubicBezTo>
                <a:cubicBezTo>
                  <a:pt x="235593" y="262640"/>
                  <a:pt x="231747" y="265493"/>
                  <a:pt x="227759" y="268157"/>
                </a:cubicBezTo>
                <a:cubicBezTo>
                  <a:pt x="223774" y="270821"/>
                  <a:pt x="219665" y="273283"/>
                  <a:pt x="215437" y="275544"/>
                </a:cubicBezTo>
                <a:cubicBezTo>
                  <a:pt x="211207" y="277804"/>
                  <a:pt x="206878" y="279852"/>
                  <a:pt x="202447" y="281687"/>
                </a:cubicBezTo>
                <a:cubicBezTo>
                  <a:pt x="198019" y="283522"/>
                  <a:pt x="193508" y="285136"/>
                  <a:pt x="188918" y="286528"/>
                </a:cubicBezTo>
                <a:cubicBezTo>
                  <a:pt x="184331" y="287920"/>
                  <a:pt x="179685" y="289083"/>
                  <a:pt x="174981" y="290019"/>
                </a:cubicBezTo>
                <a:cubicBezTo>
                  <a:pt x="170278" y="290954"/>
                  <a:pt x="165539" y="291657"/>
                  <a:pt x="160768" y="292127"/>
                </a:cubicBezTo>
                <a:cubicBezTo>
                  <a:pt x="155997" y="292598"/>
                  <a:pt x="151212" y="292833"/>
                  <a:pt x="146416" y="292833"/>
                </a:cubicBezTo>
                <a:cubicBezTo>
                  <a:pt x="141623" y="292833"/>
                  <a:pt x="136838" y="292598"/>
                  <a:pt x="132064" y="292127"/>
                </a:cubicBezTo>
                <a:cubicBezTo>
                  <a:pt x="127293" y="291657"/>
                  <a:pt x="122554" y="290954"/>
                  <a:pt x="117851" y="290019"/>
                </a:cubicBezTo>
                <a:cubicBezTo>
                  <a:pt x="113149" y="289083"/>
                  <a:pt x="108503" y="287920"/>
                  <a:pt x="103915" y="286528"/>
                </a:cubicBezTo>
                <a:cubicBezTo>
                  <a:pt x="99325" y="285136"/>
                  <a:pt x="94815" y="283522"/>
                  <a:pt x="90384" y="281687"/>
                </a:cubicBezTo>
                <a:cubicBezTo>
                  <a:pt x="85954" y="279852"/>
                  <a:pt x="81624" y="277804"/>
                  <a:pt x="77395" y="275544"/>
                </a:cubicBezTo>
                <a:cubicBezTo>
                  <a:pt x="73167" y="273283"/>
                  <a:pt x="69058" y="270821"/>
                  <a:pt x="65070" y="268157"/>
                </a:cubicBezTo>
                <a:cubicBezTo>
                  <a:pt x="61084" y="265493"/>
                  <a:pt x="57237" y="262640"/>
                  <a:pt x="53531" y="259597"/>
                </a:cubicBezTo>
                <a:cubicBezTo>
                  <a:pt x="49823" y="256555"/>
                  <a:pt x="46275" y="253339"/>
                  <a:pt x="42884" y="249948"/>
                </a:cubicBezTo>
                <a:cubicBezTo>
                  <a:pt x="39494" y="246557"/>
                  <a:pt x="36276" y="243009"/>
                  <a:pt x="33234" y="239302"/>
                </a:cubicBezTo>
                <a:cubicBezTo>
                  <a:pt x="30192" y="235595"/>
                  <a:pt x="27339" y="231748"/>
                  <a:pt x="24674" y="227761"/>
                </a:cubicBezTo>
                <a:cubicBezTo>
                  <a:pt x="22010" y="223774"/>
                  <a:pt x="19548" y="219665"/>
                  <a:pt x="17288" y="215436"/>
                </a:cubicBezTo>
                <a:cubicBezTo>
                  <a:pt x="15028" y="211207"/>
                  <a:pt x="12980" y="206877"/>
                  <a:pt x="11144" y="202447"/>
                </a:cubicBezTo>
                <a:cubicBezTo>
                  <a:pt x="9309" y="198017"/>
                  <a:pt x="7696" y="193507"/>
                  <a:pt x="6305" y="188919"/>
                </a:cubicBezTo>
                <a:cubicBezTo>
                  <a:pt x="4913" y="184330"/>
                  <a:pt x="3748" y="179684"/>
                  <a:pt x="2812" y="174981"/>
                </a:cubicBezTo>
                <a:cubicBezTo>
                  <a:pt x="1878" y="170277"/>
                  <a:pt x="1175" y="165540"/>
                  <a:pt x="706" y="160767"/>
                </a:cubicBezTo>
                <a:cubicBezTo>
                  <a:pt x="235" y="155995"/>
                  <a:pt x="0" y="151212"/>
                  <a:pt x="0" y="146416"/>
                </a:cubicBezTo>
                <a:cubicBezTo>
                  <a:pt x="0" y="141621"/>
                  <a:pt x="235" y="136837"/>
                  <a:pt x="706" y="132065"/>
                </a:cubicBezTo>
                <a:cubicBezTo>
                  <a:pt x="1175" y="127293"/>
                  <a:pt x="1878" y="122555"/>
                  <a:pt x="2812" y="117852"/>
                </a:cubicBezTo>
                <a:cubicBezTo>
                  <a:pt x="3748" y="113149"/>
                  <a:pt x="4913" y="108503"/>
                  <a:pt x="6304" y="103914"/>
                </a:cubicBezTo>
                <a:cubicBezTo>
                  <a:pt x="7696" y="99325"/>
                  <a:pt x="9309" y="94815"/>
                  <a:pt x="11144" y="90385"/>
                </a:cubicBezTo>
                <a:cubicBezTo>
                  <a:pt x="12980" y="85955"/>
                  <a:pt x="15027" y="81625"/>
                  <a:pt x="17287" y="77396"/>
                </a:cubicBezTo>
                <a:cubicBezTo>
                  <a:pt x="19548" y="73167"/>
                  <a:pt x="22010" y="69059"/>
                  <a:pt x="24675" y="65071"/>
                </a:cubicBezTo>
                <a:cubicBezTo>
                  <a:pt x="27339" y="61084"/>
                  <a:pt x="30193" y="57237"/>
                  <a:pt x="33235" y="53530"/>
                </a:cubicBezTo>
                <a:cubicBezTo>
                  <a:pt x="36276" y="49824"/>
                  <a:pt x="39494" y="46275"/>
                  <a:pt x="42884" y="42884"/>
                </a:cubicBezTo>
                <a:cubicBezTo>
                  <a:pt x="46275" y="39493"/>
                  <a:pt x="49823" y="36277"/>
                  <a:pt x="53531" y="33235"/>
                </a:cubicBezTo>
                <a:cubicBezTo>
                  <a:pt x="57237" y="30193"/>
                  <a:pt x="61084" y="27339"/>
                  <a:pt x="65070" y="24675"/>
                </a:cubicBezTo>
                <a:cubicBezTo>
                  <a:pt x="69058" y="22011"/>
                  <a:pt x="73167" y="19549"/>
                  <a:pt x="77395" y="17288"/>
                </a:cubicBezTo>
                <a:cubicBezTo>
                  <a:pt x="81624" y="15028"/>
                  <a:pt x="85954" y="12980"/>
                  <a:pt x="90384" y="11145"/>
                </a:cubicBezTo>
                <a:cubicBezTo>
                  <a:pt x="94815" y="9310"/>
                  <a:pt x="99325" y="7697"/>
                  <a:pt x="103915" y="6305"/>
                </a:cubicBezTo>
                <a:cubicBezTo>
                  <a:pt x="108503" y="4913"/>
                  <a:pt x="113149" y="3749"/>
                  <a:pt x="117851" y="2813"/>
                </a:cubicBezTo>
                <a:cubicBezTo>
                  <a:pt x="122554" y="1878"/>
                  <a:pt x="127293" y="1175"/>
                  <a:pt x="132064" y="705"/>
                </a:cubicBezTo>
                <a:cubicBezTo>
                  <a:pt x="136838" y="235"/>
                  <a:pt x="141623" y="0"/>
                  <a:pt x="146416" y="0"/>
                </a:cubicBezTo>
                <a:cubicBezTo>
                  <a:pt x="151212" y="0"/>
                  <a:pt x="155997" y="235"/>
                  <a:pt x="160768" y="705"/>
                </a:cubicBezTo>
                <a:cubicBezTo>
                  <a:pt x="165539" y="1175"/>
                  <a:pt x="170278" y="1878"/>
                  <a:pt x="174981" y="2813"/>
                </a:cubicBezTo>
                <a:cubicBezTo>
                  <a:pt x="179685" y="3749"/>
                  <a:pt x="184332" y="4913"/>
                  <a:pt x="188920" y="6305"/>
                </a:cubicBezTo>
                <a:cubicBezTo>
                  <a:pt x="193508" y="7697"/>
                  <a:pt x="198019" y="9310"/>
                  <a:pt x="202447" y="11145"/>
                </a:cubicBezTo>
                <a:cubicBezTo>
                  <a:pt x="206878" y="12980"/>
                  <a:pt x="211207" y="15028"/>
                  <a:pt x="215437" y="17288"/>
                </a:cubicBezTo>
                <a:cubicBezTo>
                  <a:pt x="219665" y="19549"/>
                  <a:pt x="223774" y="22011"/>
                  <a:pt x="227759" y="24675"/>
                </a:cubicBezTo>
                <a:cubicBezTo>
                  <a:pt x="231747" y="27339"/>
                  <a:pt x="235593" y="30193"/>
                  <a:pt x="239301" y="33235"/>
                </a:cubicBezTo>
                <a:cubicBezTo>
                  <a:pt x="243008" y="36277"/>
                  <a:pt x="246557" y="39493"/>
                  <a:pt x="249948" y="42884"/>
                </a:cubicBezTo>
                <a:cubicBezTo>
                  <a:pt x="253339" y="46275"/>
                  <a:pt x="256555" y="49824"/>
                  <a:pt x="259596" y="53530"/>
                </a:cubicBezTo>
                <a:cubicBezTo>
                  <a:pt x="262639" y="57237"/>
                  <a:pt x="265491" y="61084"/>
                  <a:pt x="268155" y="65071"/>
                </a:cubicBezTo>
                <a:cubicBezTo>
                  <a:pt x="270819" y="69059"/>
                  <a:pt x="273283" y="73167"/>
                  <a:pt x="275543" y="77396"/>
                </a:cubicBezTo>
                <a:cubicBezTo>
                  <a:pt x="277804" y="81625"/>
                  <a:pt x="279851" y="85955"/>
                  <a:pt x="281686" y="90385"/>
                </a:cubicBezTo>
                <a:cubicBezTo>
                  <a:pt x="283522" y="94815"/>
                  <a:pt x="285136" y="99325"/>
                  <a:pt x="286529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6" y="122555"/>
                  <a:pt x="291659" y="127293"/>
                  <a:pt x="292130" y="132065"/>
                </a:cubicBezTo>
                <a:cubicBezTo>
                  <a:pt x="292600" y="136837"/>
                  <a:pt x="292834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1C78F9-6264-4B9F-8BA8-E3DCBADD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7938" y="1665709"/>
            <a:ext cx="292834" cy="292833"/>
          </a:xfrm>
          <a:custGeom xmlns:a="http://schemas.openxmlformats.org/drawingml/2006/main">
            <a:pathLst>
              <a:path w="292834" h="292833" fill="none">
                <a:moveTo>
                  <a:pt x="292833" y="146416"/>
                </a:moveTo>
                <a:cubicBezTo>
                  <a:pt x="292834" y="151212"/>
                  <a:pt x="292600" y="155995"/>
                  <a:pt x="292130" y="160767"/>
                </a:cubicBezTo>
                <a:cubicBezTo>
                  <a:pt x="291659" y="165540"/>
                  <a:pt x="290956" y="170277"/>
                  <a:pt x="290019" y="174981"/>
                </a:cubicBezTo>
                <a:cubicBezTo>
                  <a:pt x="289084" y="179684"/>
                  <a:pt x="287920" y="184330"/>
                  <a:pt x="286529" y="188919"/>
                </a:cubicBezTo>
                <a:cubicBezTo>
                  <a:pt x="285136" y="193507"/>
                  <a:pt x="283522" y="198017"/>
                  <a:pt x="281686" y="202447"/>
                </a:cubicBezTo>
                <a:cubicBezTo>
                  <a:pt x="279851" y="206877"/>
                  <a:pt x="277804" y="211207"/>
                  <a:pt x="275543" y="215436"/>
                </a:cubicBezTo>
                <a:cubicBezTo>
                  <a:pt x="273283" y="219665"/>
                  <a:pt x="270819" y="223774"/>
                  <a:pt x="268155" y="227761"/>
                </a:cubicBezTo>
                <a:cubicBezTo>
                  <a:pt x="265491" y="231748"/>
                  <a:pt x="262639" y="235595"/>
                  <a:pt x="259598" y="239302"/>
                </a:cubicBezTo>
                <a:cubicBezTo>
                  <a:pt x="256557" y="243009"/>
                  <a:pt x="253339" y="246557"/>
                  <a:pt x="249948" y="249948"/>
                </a:cubicBezTo>
                <a:cubicBezTo>
                  <a:pt x="246557" y="253339"/>
                  <a:pt x="243008" y="256555"/>
                  <a:pt x="239301" y="259597"/>
                </a:cubicBezTo>
                <a:cubicBezTo>
                  <a:pt x="235593" y="262640"/>
                  <a:pt x="231747" y="265493"/>
                  <a:pt x="227759" y="268157"/>
                </a:cubicBezTo>
                <a:cubicBezTo>
                  <a:pt x="223774" y="270821"/>
                  <a:pt x="219665" y="273283"/>
                  <a:pt x="215437" y="275544"/>
                </a:cubicBezTo>
                <a:cubicBezTo>
                  <a:pt x="211207" y="277804"/>
                  <a:pt x="206878" y="279852"/>
                  <a:pt x="202447" y="281687"/>
                </a:cubicBezTo>
                <a:cubicBezTo>
                  <a:pt x="198019" y="283522"/>
                  <a:pt x="193508" y="285136"/>
                  <a:pt x="188918" y="286528"/>
                </a:cubicBezTo>
                <a:cubicBezTo>
                  <a:pt x="184331" y="287920"/>
                  <a:pt x="179685" y="289083"/>
                  <a:pt x="174981" y="290019"/>
                </a:cubicBezTo>
                <a:cubicBezTo>
                  <a:pt x="170278" y="290954"/>
                  <a:pt x="165539" y="291657"/>
                  <a:pt x="160768" y="292127"/>
                </a:cubicBezTo>
                <a:cubicBezTo>
                  <a:pt x="155997" y="292598"/>
                  <a:pt x="151212" y="292833"/>
                  <a:pt x="146416" y="292833"/>
                </a:cubicBezTo>
                <a:cubicBezTo>
                  <a:pt x="141623" y="292833"/>
                  <a:pt x="136838" y="292598"/>
                  <a:pt x="132064" y="292127"/>
                </a:cubicBezTo>
                <a:cubicBezTo>
                  <a:pt x="127293" y="291657"/>
                  <a:pt x="122554" y="290954"/>
                  <a:pt x="117851" y="290019"/>
                </a:cubicBezTo>
                <a:cubicBezTo>
                  <a:pt x="113149" y="289083"/>
                  <a:pt x="108503" y="287920"/>
                  <a:pt x="103915" y="286528"/>
                </a:cubicBezTo>
                <a:cubicBezTo>
                  <a:pt x="99325" y="285136"/>
                  <a:pt x="94815" y="283522"/>
                  <a:pt x="90384" y="281687"/>
                </a:cubicBezTo>
                <a:cubicBezTo>
                  <a:pt x="85954" y="279852"/>
                  <a:pt x="81624" y="277804"/>
                  <a:pt x="77395" y="275544"/>
                </a:cubicBezTo>
                <a:cubicBezTo>
                  <a:pt x="73167" y="273283"/>
                  <a:pt x="69058" y="270821"/>
                  <a:pt x="65070" y="268157"/>
                </a:cubicBezTo>
                <a:cubicBezTo>
                  <a:pt x="61084" y="265493"/>
                  <a:pt x="57237" y="262640"/>
                  <a:pt x="53531" y="259597"/>
                </a:cubicBezTo>
                <a:cubicBezTo>
                  <a:pt x="49823" y="256555"/>
                  <a:pt x="46275" y="253339"/>
                  <a:pt x="42884" y="249948"/>
                </a:cubicBezTo>
                <a:cubicBezTo>
                  <a:pt x="39494" y="246557"/>
                  <a:pt x="36276" y="243009"/>
                  <a:pt x="33234" y="239302"/>
                </a:cubicBezTo>
                <a:cubicBezTo>
                  <a:pt x="30192" y="235595"/>
                  <a:pt x="27339" y="231748"/>
                  <a:pt x="24674" y="227761"/>
                </a:cubicBezTo>
                <a:cubicBezTo>
                  <a:pt x="22010" y="223774"/>
                  <a:pt x="19548" y="219665"/>
                  <a:pt x="17288" y="215436"/>
                </a:cubicBezTo>
                <a:cubicBezTo>
                  <a:pt x="15028" y="211207"/>
                  <a:pt x="12980" y="206877"/>
                  <a:pt x="11144" y="202447"/>
                </a:cubicBezTo>
                <a:cubicBezTo>
                  <a:pt x="9309" y="198017"/>
                  <a:pt x="7696" y="193507"/>
                  <a:pt x="6305" y="188919"/>
                </a:cubicBezTo>
                <a:cubicBezTo>
                  <a:pt x="4913" y="184330"/>
                  <a:pt x="3748" y="179684"/>
                  <a:pt x="2812" y="174981"/>
                </a:cubicBezTo>
                <a:cubicBezTo>
                  <a:pt x="1878" y="170277"/>
                  <a:pt x="1175" y="165540"/>
                  <a:pt x="706" y="160767"/>
                </a:cubicBezTo>
                <a:cubicBezTo>
                  <a:pt x="235" y="155995"/>
                  <a:pt x="0" y="151212"/>
                  <a:pt x="0" y="146416"/>
                </a:cubicBezTo>
                <a:cubicBezTo>
                  <a:pt x="0" y="141621"/>
                  <a:pt x="235" y="136837"/>
                  <a:pt x="706" y="132065"/>
                </a:cubicBezTo>
                <a:cubicBezTo>
                  <a:pt x="1175" y="127293"/>
                  <a:pt x="1878" y="122555"/>
                  <a:pt x="2812" y="117852"/>
                </a:cubicBezTo>
                <a:cubicBezTo>
                  <a:pt x="3748" y="113149"/>
                  <a:pt x="4913" y="108503"/>
                  <a:pt x="6304" y="103914"/>
                </a:cubicBezTo>
                <a:cubicBezTo>
                  <a:pt x="7696" y="99325"/>
                  <a:pt x="9309" y="94815"/>
                  <a:pt x="11144" y="90385"/>
                </a:cubicBezTo>
                <a:cubicBezTo>
                  <a:pt x="12980" y="85955"/>
                  <a:pt x="15027" y="81625"/>
                  <a:pt x="17287" y="77396"/>
                </a:cubicBezTo>
                <a:cubicBezTo>
                  <a:pt x="19548" y="73167"/>
                  <a:pt x="22010" y="69059"/>
                  <a:pt x="24675" y="65071"/>
                </a:cubicBezTo>
                <a:cubicBezTo>
                  <a:pt x="27339" y="61084"/>
                  <a:pt x="30193" y="57237"/>
                  <a:pt x="33235" y="53530"/>
                </a:cubicBezTo>
                <a:cubicBezTo>
                  <a:pt x="36276" y="49824"/>
                  <a:pt x="39494" y="46275"/>
                  <a:pt x="42884" y="42884"/>
                </a:cubicBezTo>
                <a:cubicBezTo>
                  <a:pt x="46275" y="39493"/>
                  <a:pt x="49823" y="36277"/>
                  <a:pt x="53531" y="33235"/>
                </a:cubicBezTo>
                <a:cubicBezTo>
                  <a:pt x="57237" y="30193"/>
                  <a:pt x="61084" y="27339"/>
                  <a:pt x="65070" y="24675"/>
                </a:cubicBezTo>
                <a:cubicBezTo>
                  <a:pt x="69058" y="22011"/>
                  <a:pt x="73167" y="19549"/>
                  <a:pt x="77395" y="17288"/>
                </a:cubicBezTo>
                <a:cubicBezTo>
                  <a:pt x="81624" y="15028"/>
                  <a:pt x="85954" y="12980"/>
                  <a:pt x="90384" y="11145"/>
                </a:cubicBezTo>
                <a:cubicBezTo>
                  <a:pt x="94815" y="9310"/>
                  <a:pt x="99325" y="7697"/>
                  <a:pt x="103915" y="6305"/>
                </a:cubicBezTo>
                <a:cubicBezTo>
                  <a:pt x="108503" y="4913"/>
                  <a:pt x="113149" y="3749"/>
                  <a:pt x="117851" y="2813"/>
                </a:cubicBezTo>
                <a:cubicBezTo>
                  <a:pt x="122554" y="1878"/>
                  <a:pt x="127293" y="1175"/>
                  <a:pt x="132064" y="705"/>
                </a:cubicBezTo>
                <a:cubicBezTo>
                  <a:pt x="136838" y="235"/>
                  <a:pt x="141623" y="0"/>
                  <a:pt x="146416" y="0"/>
                </a:cubicBezTo>
                <a:cubicBezTo>
                  <a:pt x="151212" y="0"/>
                  <a:pt x="155997" y="235"/>
                  <a:pt x="160768" y="705"/>
                </a:cubicBezTo>
                <a:cubicBezTo>
                  <a:pt x="165539" y="1175"/>
                  <a:pt x="170278" y="1878"/>
                  <a:pt x="174981" y="2813"/>
                </a:cubicBezTo>
                <a:cubicBezTo>
                  <a:pt x="179685" y="3749"/>
                  <a:pt x="184332" y="4913"/>
                  <a:pt x="188920" y="6305"/>
                </a:cubicBezTo>
                <a:cubicBezTo>
                  <a:pt x="193508" y="7697"/>
                  <a:pt x="198019" y="9310"/>
                  <a:pt x="202447" y="11145"/>
                </a:cubicBezTo>
                <a:cubicBezTo>
                  <a:pt x="206878" y="12980"/>
                  <a:pt x="211207" y="15028"/>
                  <a:pt x="215437" y="17288"/>
                </a:cubicBezTo>
                <a:cubicBezTo>
                  <a:pt x="219665" y="19549"/>
                  <a:pt x="223774" y="22011"/>
                  <a:pt x="227759" y="24675"/>
                </a:cubicBezTo>
                <a:cubicBezTo>
                  <a:pt x="231747" y="27339"/>
                  <a:pt x="235593" y="30193"/>
                  <a:pt x="239301" y="33235"/>
                </a:cubicBezTo>
                <a:cubicBezTo>
                  <a:pt x="243008" y="36277"/>
                  <a:pt x="246557" y="39493"/>
                  <a:pt x="249948" y="42884"/>
                </a:cubicBezTo>
                <a:cubicBezTo>
                  <a:pt x="253339" y="46275"/>
                  <a:pt x="256555" y="49824"/>
                  <a:pt x="259596" y="53530"/>
                </a:cubicBezTo>
                <a:cubicBezTo>
                  <a:pt x="262639" y="57237"/>
                  <a:pt x="265491" y="61084"/>
                  <a:pt x="268155" y="65071"/>
                </a:cubicBezTo>
                <a:cubicBezTo>
                  <a:pt x="270819" y="69059"/>
                  <a:pt x="273283" y="73167"/>
                  <a:pt x="275543" y="77396"/>
                </a:cubicBezTo>
                <a:cubicBezTo>
                  <a:pt x="277804" y="81625"/>
                  <a:pt x="279851" y="85955"/>
                  <a:pt x="281686" y="90385"/>
                </a:cubicBezTo>
                <a:cubicBezTo>
                  <a:pt x="283522" y="94815"/>
                  <a:pt x="285136" y="99325"/>
                  <a:pt x="286529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6" y="122555"/>
                  <a:pt x="291659" y="127293"/>
                  <a:pt x="292130" y="132065"/>
                </a:cubicBezTo>
                <a:cubicBezTo>
                  <a:pt x="292600" y="136837"/>
                  <a:pt x="292834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27" name="Text s">
            <a:extLst xmlns:a="http://schemas.openxmlformats.org/drawingml/2006/main">
              <a:ext uri="{FF2B5EF4-FFF2-40B4-BE49-F238E27FC236}">
                <a16:creationId xmlns:a16="http://schemas.microsoft.com/office/drawing/2014/main" id="{A0EDE8A7-3D2D-4F6B-836E-BF61AD67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4990" y="1768969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Text 1">
            <a:extLst xmlns:a="http://schemas.openxmlformats.org/drawingml/2006/main">
              <a:ext uri="{FF2B5EF4-FFF2-40B4-BE49-F238E27FC236}">
                <a16:creationId xmlns:a16="http://schemas.microsoft.com/office/drawing/2014/main" id="{3FC32D65-E8A6-4D6B-AF64-430A63AB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7069" y="1792941"/>
            <a:ext cx="40712" cy="105515"/>
          </a:xfrm>
          <a:custGeom xmlns:a="http://schemas.openxmlformats.org/drawingml/2006/main">
            <a:pathLst>
              <a:path w="40712" h="105515">
                <a:moveTo>
                  <a:pt x="0" y="12275"/>
                </a:moveTo>
                <a:lnTo>
                  <a:pt x="25159" y="0"/>
                </a:lnTo>
                <a:lnTo>
                  <a:pt x="27675" y="0"/>
                </a:lnTo>
                <a:lnTo>
                  <a:pt x="27675" y="87294"/>
                </a:lnTo>
                <a:cubicBezTo>
                  <a:pt x="27675" y="93088"/>
                  <a:pt x="27916" y="96697"/>
                  <a:pt x="28399" y="98120"/>
                </a:cubicBezTo>
                <a:cubicBezTo>
                  <a:pt x="28882" y="99543"/>
                  <a:pt x="29886" y="100636"/>
                  <a:pt x="31411" y="101398"/>
                </a:cubicBezTo>
                <a:cubicBezTo>
                  <a:pt x="32935" y="102161"/>
                  <a:pt x="36036" y="102593"/>
                  <a:pt x="40712" y="102695"/>
                </a:cubicBezTo>
                <a:lnTo>
                  <a:pt x="40712" y="105515"/>
                </a:lnTo>
                <a:lnTo>
                  <a:pt x="1830" y="105515"/>
                </a:lnTo>
                <a:lnTo>
                  <a:pt x="1830" y="102695"/>
                </a:lnTo>
                <a:cubicBezTo>
                  <a:pt x="6709" y="102593"/>
                  <a:pt x="9860" y="102174"/>
                  <a:pt x="11283" y="101437"/>
                </a:cubicBezTo>
                <a:cubicBezTo>
                  <a:pt x="12707" y="100700"/>
                  <a:pt x="13698" y="99708"/>
                  <a:pt x="14257" y="98463"/>
                </a:cubicBezTo>
                <a:cubicBezTo>
                  <a:pt x="14816" y="97218"/>
                  <a:pt x="15095" y="93495"/>
                  <a:pt x="15095" y="87294"/>
                </a:cubicBezTo>
                <a:lnTo>
                  <a:pt x="15095" y="31487"/>
                </a:lnTo>
                <a:cubicBezTo>
                  <a:pt x="15095" y="23965"/>
                  <a:pt x="14841" y="19136"/>
                  <a:pt x="14333" y="17001"/>
                </a:cubicBezTo>
                <a:cubicBezTo>
                  <a:pt x="13977" y="15375"/>
                  <a:pt x="13329" y="14181"/>
                  <a:pt x="12389" y="13418"/>
                </a:cubicBezTo>
                <a:cubicBezTo>
                  <a:pt x="11449" y="12656"/>
                  <a:pt x="10318" y="12275"/>
                  <a:pt x="8996" y="12275"/>
                </a:cubicBezTo>
                <a:cubicBezTo>
                  <a:pt x="7116" y="12275"/>
                  <a:pt x="4498" y="13062"/>
                  <a:pt x="1144" y="14638"/>
                </a:cubicBezTo>
                <a:lnTo>
                  <a:pt x="0" y="122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622F0F-AF22-42FB-9FE5-FEC2C91A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3166" y="1665709"/>
            <a:ext cx="292834" cy="292833"/>
          </a:xfrm>
          <a:custGeom xmlns:a="http://schemas.openxmlformats.org/drawingml/2006/main">
            <a:pathLst>
              <a:path w="292834" h="292833">
                <a:moveTo>
                  <a:pt x="292833" y="146416"/>
                </a:moveTo>
                <a:cubicBezTo>
                  <a:pt x="292834" y="151212"/>
                  <a:pt x="292600" y="155995"/>
                  <a:pt x="292130" y="160767"/>
                </a:cubicBezTo>
                <a:cubicBezTo>
                  <a:pt x="291659" y="165540"/>
                  <a:pt x="290956" y="170277"/>
                  <a:pt x="290019" y="174981"/>
                </a:cubicBezTo>
                <a:cubicBezTo>
                  <a:pt x="289084" y="179684"/>
                  <a:pt x="287920" y="184330"/>
                  <a:pt x="286527" y="188919"/>
                </a:cubicBezTo>
                <a:cubicBezTo>
                  <a:pt x="285136" y="193507"/>
                  <a:pt x="283523" y="198017"/>
                  <a:pt x="281687" y="202447"/>
                </a:cubicBezTo>
                <a:cubicBezTo>
                  <a:pt x="279853" y="206877"/>
                  <a:pt x="277807" y="211207"/>
                  <a:pt x="275546" y="215436"/>
                </a:cubicBezTo>
                <a:cubicBezTo>
                  <a:pt x="273285" y="219665"/>
                  <a:pt x="270822" y="223774"/>
                  <a:pt x="268157" y="227761"/>
                </a:cubicBezTo>
                <a:cubicBezTo>
                  <a:pt x="265493" y="231748"/>
                  <a:pt x="262640" y="235595"/>
                  <a:pt x="259599" y="239302"/>
                </a:cubicBezTo>
                <a:cubicBezTo>
                  <a:pt x="256557" y="243009"/>
                  <a:pt x="253339" y="246557"/>
                  <a:pt x="249949" y="249948"/>
                </a:cubicBezTo>
                <a:cubicBezTo>
                  <a:pt x="246557" y="253339"/>
                  <a:pt x="243008" y="256555"/>
                  <a:pt x="239302" y="259597"/>
                </a:cubicBezTo>
                <a:cubicBezTo>
                  <a:pt x="235596" y="262640"/>
                  <a:pt x="231748" y="265493"/>
                  <a:pt x="227761" y="268157"/>
                </a:cubicBezTo>
                <a:cubicBezTo>
                  <a:pt x="223773" y="270821"/>
                  <a:pt x="219665" y="273283"/>
                  <a:pt x="215437" y="275544"/>
                </a:cubicBezTo>
                <a:cubicBezTo>
                  <a:pt x="211207" y="277804"/>
                  <a:pt x="206878" y="279852"/>
                  <a:pt x="202447" y="281687"/>
                </a:cubicBezTo>
                <a:cubicBezTo>
                  <a:pt x="198017" y="283522"/>
                  <a:pt x="193507" y="285136"/>
                  <a:pt x="188917" y="286528"/>
                </a:cubicBezTo>
                <a:cubicBezTo>
                  <a:pt x="184329" y="287920"/>
                  <a:pt x="179682" y="289083"/>
                  <a:pt x="174979" y="290019"/>
                </a:cubicBezTo>
                <a:cubicBezTo>
                  <a:pt x="170276" y="290954"/>
                  <a:pt x="165539" y="291657"/>
                  <a:pt x="160768" y="292127"/>
                </a:cubicBezTo>
                <a:cubicBezTo>
                  <a:pt x="155997" y="292598"/>
                  <a:pt x="151212" y="292833"/>
                  <a:pt x="146416" y="292833"/>
                </a:cubicBezTo>
                <a:cubicBezTo>
                  <a:pt x="141621" y="292833"/>
                  <a:pt x="136837" y="292598"/>
                  <a:pt x="132064" y="292127"/>
                </a:cubicBezTo>
                <a:cubicBezTo>
                  <a:pt x="127293" y="291657"/>
                  <a:pt x="122554" y="290954"/>
                  <a:pt x="117851" y="290019"/>
                </a:cubicBezTo>
                <a:cubicBezTo>
                  <a:pt x="113149" y="289083"/>
                  <a:pt x="108502" y="287920"/>
                  <a:pt x="103913" y="286528"/>
                </a:cubicBezTo>
                <a:cubicBezTo>
                  <a:pt x="99323" y="285136"/>
                  <a:pt x="94813" y="283522"/>
                  <a:pt x="90384" y="281687"/>
                </a:cubicBezTo>
                <a:cubicBezTo>
                  <a:pt x="85954" y="279852"/>
                  <a:pt x="81624" y="277804"/>
                  <a:pt x="77395" y="275544"/>
                </a:cubicBezTo>
                <a:cubicBezTo>
                  <a:pt x="73167" y="273283"/>
                  <a:pt x="69058" y="270821"/>
                  <a:pt x="65070" y="268157"/>
                </a:cubicBezTo>
                <a:cubicBezTo>
                  <a:pt x="61082" y="265493"/>
                  <a:pt x="57236" y="262640"/>
                  <a:pt x="53531" y="259597"/>
                </a:cubicBezTo>
                <a:cubicBezTo>
                  <a:pt x="49823" y="256555"/>
                  <a:pt x="46275" y="253339"/>
                  <a:pt x="42884" y="249948"/>
                </a:cubicBezTo>
                <a:cubicBezTo>
                  <a:pt x="39494" y="246557"/>
                  <a:pt x="36278" y="243009"/>
                  <a:pt x="33236" y="239302"/>
                </a:cubicBezTo>
                <a:cubicBezTo>
                  <a:pt x="30193" y="235595"/>
                  <a:pt x="27339" y="231748"/>
                  <a:pt x="24674" y="227761"/>
                </a:cubicBezTo>
                <a:cubicBezTo>
                  <a:pt x="22009" y="223774"/>
                  <a:pt x="19550" y="219665"/>
                  <a:pt x="17289" y="215436"/>
                </a:cubicBezTo>
                <a:cubicBezTo>
                  <a:pt x="15028" y="211207"/>
                  <a:pt x="12978" y="206877"/>
                  <a:pt x="11145" y="202447"/>
                </a:cubicBezTo>
                <a:cubicBezTo>
                  <a:pt x="9310" y="198017"/>
                  <a:pt x="7696" y="193507"/>
                  <a:pt x="6305" y="188919"/>
                </a:cubicBezTo>
                <a:cubicBezTo>
                  <a:pt x="4913" y="184330"/>
                  <a:pt x="3749" y="179684"/>
                  <a:pt x="2813" y="174981"/>
                </a:cubicBezTo>
                <a:cubicBezTo>
                  <a:pt x="1878" y="170277"/>
                  <a:pt x="1176" y="165540"/>
                  <a:pt x="705" y="160767"/>
                </a:cubicBezTo>
                <a:cubicBezTo>
                  <a:pt x="234" y="155995"/>
                  <a:pt x="0" y="151212"/>
                  <a:pt x="0" y="146416"/>
                </a:cubicBezTo>
                <a:cubicBezTo>
                  <a:pt x="0" y="141621"/>
                  <a:pt x="234" y="136837"/>
                  <a:pt x="705" y="132065"/>
                </a:cubicBezTo>
                <a:cubicBezTo>
                  <a:pt x="1176" y="127293"/>
                  <a:pt x="1878" y="122555"/>
                  <a:pt x="2813" y="117852"/>
                </a:cubicBezTo>
                <a:cubicBezTo>
                  <a:pt x="3749" y="113149"/>
                  <a:pt x="4913" y="108503"/>
                  <a:pt x="6305" y="103914"/>
                </a:cubicBezTo>
                <a:cubicBezTo>
                  <a:pt x="7696" y="99325"/>
                  <a:pt x="9310" y="94815"/>
                  <a:pt x="11145" y="90385"/>
                </a:cubicBezTo>
                <a:cubicBezTo>
                  <a:pt x="12978" y="85955"/>
                  <a:pt x="15028" y="81625"/>
                  <a:pt x="17289" y="77396"/>
                </a:cubicBezTo>
                <a:cubicBezTo>
                  <a:pt x="19550" y="73167"/>
                  <a:pt x="22009" y="69059"/>
                  <a:pt x="24674" y="65071"/>
                </a:cubicBezTo>
                <a:cubicBezTo>
                  <a:pt x="27339" y="61084"/>
                  <a:pt x="30193" y="57237"/>
                  <a:pt x="33236" y="53530"/>
                </a:cubicBezTo>
                <a:cubicBezTo>
                  <a:pt x="36278" y="49824"/>
                  <a:pt x="39494" y="46275"/>
                  <a:pt x="42884" y="42884"/>
                </a:cubicBezTo>
                <a:cubicBezTo>
                  <a:pt x="46275" y="39493"/>
                  <a:pt x="49823" y="36277"/>
                  <a:pt x="53531" y="33235"/>
                </a:cubicBezTo>
                <a:cubicBezTo>
                  <a:pt x="57236" y="30193"/>
                  <a:pt x="61082" y="27339"/>
                  <a:pt x="65070" y="24675"/>
                </a:cubicBezTo>
                <a:cubicBezTo>
                  <a:pt x="69058" y="22011"/>
                  <a:pt x="73167" y="19549"/>
                  <a:pt x="77395" y="17288"/>
                </a:cubicBezTo>
                <a:cubicBezTo>
                  <a:pt x="81624" y="15028"/>
                  <a:pt x="85954" y="12980"/>
                  <a:pt x="90384" y="11145"/>
                </a:cubicBezTo>
                <a:cubicBezTo>
                  <a:pt x="94813" y="9310"/>
                  <a:pt x="99323" y="7697"/>
                  <a:pt x="103913" y="6305"/>
                </a:cubicBezTo>
                <a:cubicBezTo>
                  <a:pt x="108502" y="4913"/>
                  <a:pt x="113149" y="3749"/>
                  <a:pt x="117851" y="2813"/>
                </a:cubicBezTo>
                <a:cubicBezTo>
                  <a:pt x="122554" y="1878"/>
                  <a:pt x="127293" y="1175"/>
                  <a:pt x="132064" y="705"/>
                </a:cubicBezTo>
                <a:cubicBezTo>
                  <a:pt x="136837" y="235"/>
                  <a:pt x="141621" y="0"/>
                  <a:pt x="146416" y="0"/>
                </a:cubicBezTo>
                <a:cubicBezTo>
                  <a:pt x="151212" y="0"/>
                  <a:pt x="155997" y="235"/>
                  <a:pt x="160768" y="705"/>
                </a:cubicBezTo>
                <a:cubicBezTo>
                  <a:pt x="165539" y="1175"/>
                  <a:pt x="170276" y="1878"/>
                  <a:pt x="174979" y="2813"/>
                </a:cubicBezTo>
                <a:cubicBezTo>
                  <a:pt x="179682" y="3749"/>
                  <a:pt x="184329" y="4913"/>
                  <a:pt x="188917" y="6305"/>
                </a:cubicBezTo>
                <a:cubicBezTo>
                  <a:pt x="193507" y="7697"/>
                  <a:pt x="198017" y="9310"/>
                  <a:pt x="202447" y="11145"/>
                </a:cubicBezTo>
                <a:cubicBezTo>
                  <a:pt x="206878" y="12980"/>
                  <a:pt x="211207" y="15028"/>
                  <a:pt x="215437" y="17288"/>
                </a:cubicBezTo>
                <a:cubicBezTo>
                  <a:pt x="219665" y="19549"/>
                  <a:pt x="223773" y="22011"/>
                  <a:pt x="227761" y="24675"/>
                </a:cubicBezTo>
                <a:cubicBezTo>
                  <a:pt x="231748" y="27339"/>
                  <a:pt x="235596" y="30193"/>
                  <a:pt x="239302" y="33235"/>
                </a:cubicBezTo>
                <a:cubicBezTo>
                  <a:pt x="243008" y="36277"/>
                  <a:pt x="246557" y="39493"/>
                  <a:pt x="249949" y="42884"/>
                </a:cubicBezTo>
                <a:cubicBezTo>
                  <a:pt x="253339" y="46275"/>
                  <a:pt x="256557" y="49824"/>
                  <a:pt x="259599" y="53530"/>
                </a:cubicBezTo>
                <a:cubicBezTo>
                  <a:pt x="262640" y="57237"/>
                  <a:pt x="265493" y="61084"/>
                  <a:pt x="268157" y="65071"/>
                </a:cubicBezTo>
                <a:cubicBezTo>
                  <a:pt x="270822" y="69059"/>
                  <a:pt x="273283" y="73167"/>
                  <a:pt x="275544" y="77396"/>
                </a:cubicBezTo>
                <a:cubicBezTo>
                  <a:pt x="277804" y="81625"/>
                  <a:pt x="279853" y="85955"/>
                  <a:pt x="281687" y="90385"/>
                </a:cubicBezTo>
                <a:cubicBezTo>
                  <a:pt x="283523" y="94815"/>
                  <a:pt x="285136" y="99325"/>
                  <a:pt x="286527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6" y="122555"/>
                  <a:pt x="291659" y="127293"/>
                  <a:pt x="292130" y="132065"/>
                </a:cubicBezTo>
                <a:cubicBezTo>
                  <a:pt x="292600" y="136837"/>
                  <a:pt x="292834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B48036-ADF1-496D-ACED-9BAA9D8B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3166" y="1665709"/>
            <a:ext cx="292834" cy="292833"/>
          </a:xfrm>
          <a:custGeom xmlns:a="http://schemas.openxmlformats.org/drawingml/2006/main">
            <a:pathLst>
              <a:path w="292834" h="292833" fill="none">
                <a:moveTo>
                  <a:pt x="292833" y="146416"/>
                </a:moveTo>
                <a:cubicBezTo>
                  <a:pt x="292834" y="151212"/>
                  <a:pt x="292600" y="155995"/>
                  <a:pt x="292130" y="160767"/>
                </a:cubicBezTo>
                <a:cubicBezTo>
                  <a:pt x="291659" y="165540"/>
                  <a:pt x="290956" y="170277"/>
                  <a:pt x="290019" y="174981"/>
                </a:cubicBezTo>
                <a:cubicBezTo>
                  <a:pt x="289084" y="179684"/>
                  <a:pt x="287920" y="184330"/>
                  <a:pt x="286527" y="188919"/>
                </a:cubicBezTo>
                <a:cubicBezTo>
                  <a:pt x="285136" y="193507"/>
                  <a:pt x="283523" y="198017"/>
                  <a:pt x="281687" y="202447"/>
                </a:cubicBezTo>
                <a:cubicBezTo>
                  <a:pt x="279853" y="206877"/>
                  <a:pt x="277807" y="211207"/>
                  <a:pt x="275546" y="215436"/>
                </a:cubicBezTo>
                <a:cubicBezTo>
                  <a:pt x="273285" y="219665"/>
                  <a:pt x="270822" y="223774"/>
                  <a:pt x="268157" y="227761"/>
                </a:cubicBezTo>
                <a:cubicBezTo>
                  <a:pt x="265493" y="231748"/>
                  <a:pt x="262640" y="235595"/>
                  <a:pt x="259599" y="239302"/>
                </a:cubicBezTo>
                <a:cubicBezTo>
                  <a:pt x="256557" y="243009"/>
                  <a:pt x="253339" y="246557"/>
                  <a:pt x="249949" y="249948"/>
                </a:cubicBezTo>
                <a:cubicBezTo>
                  <a:pt x="246557" y="253339"/>
                  <a:pt x="243008" y="256555"/>
                  <a:pt x="239302" y="259597"/>
                </a:cubicBezTo>
                <a:cubicBezTo>
                  <a:pt x="235596" y="262640"/>
                  <a:pt x="231748" y="265493"/>
                  <a:pt x="227761" y="268157"/>
                </a:cubicBezTo>
                <a:cubicBezTo>
                  <a:pt x="223773" y="270821"/>
                  <a:pt x="219665" y="273283"/>
                  <a:pt x="215437" y="275544"/>
                </a:cubicBezTo>
                <a:cubicBezTo>
                  <a:pt x="211207" y="277804"/>
                  <a:pt x="206878" y="279852"/>
                  <a:pt x="202447" y="281687"/>
                </a:cubicBezTo>
                <a:cubicBezTo>
                  <a:pt x="198017" y="283522"/>
                  <a:pt x="193507" y="285136"/>
                  <a:pt x="188917" y="286528"/>
                </a:cubicBezTo>
                <a:cubicBezTo>
                  <a:pt x="184329" y="287920"/>
                  <a:pt x="179682" y="289083"/>
                  <a:pt x="174979" y="290019"/>
                </a:cubicBezTo>
                <a:cubicBezTo>
                  <a:pt x="170276" y="290954"/>
                  <a:pt x="165539" y="291657"/>
                  <a:pt x="160768" y="292127"/>
                </a:cubicBezTo>
                <a:cubicBezTo>
                  <a:pt x="155997" y="292598"/>
                  <a:pt x="151212" y="292833"/>
                  <a:pt x="146416" y="292833"/>
                </a:cubicBezTo>
                <a:cubicBezTo>
                  <a:pt x="141621" y="292833"/>
                  <a:pt x="136837" y="292598"/>
                  <a:pt x="132064" y="292127"/>
                </a:cubicBezTo>
                <a:cubicBezTo>
                  <a:pt x="127293" y="291657"/>
                  <a:pt x="122554" y="290954"/>
                  <a:pt x="117851" y="290019"/>
                </a:cubicBezTo>
                <a:cubicBezTo>
                  <a:pt x="113149" y="289083"/>
                  <a:pt x="108502" y="287920"/>
                  <a:pt x="103913" y="286528"/>
                </a:cubicBezTo>
                <a:cubicBezTo>
                  <a:pt x="99323" y="285136"/>
                  <a:pt x="94813" y="283522"/>
                  <a:pt x="90384" y="281687"/>
                </a:cubicBezTo>
                <a:cubicBezTo>
                  <a:pt x="85954" y="279852"/>
                  <a:pt x="81624" y="277804"/>
                  <a:pt x="77395" y="275544"/>
                </a:cubicBezTo>
                <a:cubicBezTo>
                  <a:pt x="73167" y="273283"/>
                  <a:pt x="69058" y="270821"/>
                  <a:pt x="65070" y="268157"/>
                </a:cubicBezTo>
                <a:cubicBezTo>
                  <a:pt x="61082" y="265493"/>
                  <a:pt x="57236" y="262640"/>
                  <a:pt x="53531" y="259597"/>
                </a:cubicBezTo>
                <a:cubicBezTo>
                  <a:pt x="49823" y="256555"/>
                  <a:pt x="46275" y="253339"/>
                  <a:pt x="42884" y="249948"/>
                </a:cubicBezTo>
                <a:cubicBezTo>
                  <a:pt x="39494" y="246557"/>
                  <a:pt x="36278" y="243009"/>
                  <a:pt x="33236" y="239302"/>
                </a:cubicBezTo>
                <a:cubicBezTo>
                  <a:pt x="30193" y="235595"/>
                  <a:pt x="27339" y="231748"/>
                  <a:pt x="24674" y="227761"/>
                </a:cubicBezTo>
                <a:cubicBezTo>
                  <a:pt x="22009" y="223774"/>
                  <a:pt x="19550" y="219665"/>
                  <a:pt x="17289" y="215436"/>
                </a:cubicBezTo>
                <a:cubicBezTo>
                  <a:pt x="15028" y="211207"/>
                  <a:pt x="12978" y="206877"/>
                  <a:pt x="11145" y="202447"/>
                </a:cubicBezTo>
                <a:cubicBezTo>
                  <a:pt x="9310" y="198017"/>
                  <a:pt x="7696" y="193507"/>
                  <a:pt x="6305" y="188919"/>
                </a:cubicBezTo>
                <a:cubicBezTo>
                  <a:pt x="4913" y="184330"/>
                  <a:pt x="3749" y="179684"/>
                  <a:pt x="2813" y="174981"/>
                </a:cubicBezTo>
                <a:cubicBezTo>
                  <a:pt x="1878" y="170277"/>
                  <a:pt x="1176" y="165540"/>
                  <a:pt x="705" y="160767"/>
                </a:cubicBezTo>
                <a:cubicBezTo>
                  <a:pt x="234" y="155995"/>
                  <a:pt x="0" y="151212"/>
                  <a:pt x="0" y="146416"/>
                </a:cubicBezTo>
                <a:cubicBezTo>
                  <a:pt x="0" y="141621"/>
                  <a:pt x="234" y="136837"/>
                  <a:pt x="705" y="132065"/>
                </a:cubicBezTo>
                <a:cubicBezTo>
                  <a:pt x="1176" y="127293"/>
                  <a:pt x="1878" y="122555"/>
                  <a:pt x="2813" y="117852"/>
                </a:cubicBezTo>
                <a:cubicBezTo>
                  <a:pt x="3749" y="113149"/>
                  <a:pt x="4913" y="108503"/>
                  <a:pt x="6305" y="103914"/>
                </a:cubicBezTo>
                <a:cubicBezTo>
                  <a:pt x="7696" y="99325"/>
                  <a:pt x="9310" y="94815"/>
                  <a:pt x="11145" y="90385"/>
                </a:cubicBezTo>
                <a:cubicBezTo>
                  <a:pt x="12978" y="85955"/>
                  <a:pt x="15028" y="81625"/>
                  <a:pt x="17289" y="77396"/>
                </a:cubicBezTo>
                <a:cubicBezTo>
                  <a:pt x="19550" y="73167"/>
                  <a:pt x="22009" y="69059"/>
                  <a:pt x="24674" y="65071"/>
                </a:cubicBezTo>
                <a:cubicBezTo>
                  <a:pt x="27339" y="61084"/>
                  <a:pt x="30193" y="57237"/>
                  <a:pt x="33236" y="53530"/>
                </a:cubicBezTo>
                <a:cubicBezTo>
                  <a:pt x="36278" y="49824"/>
                  <a:pt x="39494" y="46275"/>
                  <a:pt x="42884" y="42884"/>
                </a:cubicBezTo>
                <a:cubicBezTo>
                  <a:pt x="46275" y="39493"/>
                  <a:pt x="49823" y="36277"/>
                  <a:pt x="53531" y="33235"/>
                </a:cubicBezTo>
                <a:cubicBezTo>
                  <a:pt x="57236" y="30193"/>
                  <a:pt x="61082" y="27339"/>
                  <a:pt x="65070" y="24675"/>
                </a:cubicBezTo>
                <a:cubicBezTo>
                  <a:pt x="69058" y="22011"/>
                  <a:pt x="73167" y="19549"/>
                  <a:pt x="77395" y="17288"/>
                </a:cubicBezTo>
                <a:cubicBezTo>
                  <a:pt x="81624" y="15028"/>
                  <a:pt x="85954" y="12980"/>
                  <a:pt x="90384" y="11145"/>
                </a:cubicBezTo>
                <a:cubicBezTo>
                  <a:pt x="94813" y="9310"/>
                  <a:pt x="99323" y="7697"/>
                  <a:pt x="103913" y="6305"/>
                </a:cubicBezTo>
                <a:cubicBezTo>
                  <a:pt x="108502" y="4913"/>
                  <a:pt x="113149" y="3749"/>
                  <a:pt x="117851" y="2813"/>
                </a:cubicBezTo>
                <a:cubicBezTo>
                  <a:pt x="122554" y="1878"/>
                  <a:pt x="127293" y="1175"/>
                  <a:pt x="132064" y="705"/>
                </a:cubicBezTo>
                <a:cubicBezTo>
                  <a:pt x="136837" y="235"/>
                  <a:pt x="141621" y="0"/>
                  <a:pt x="146416" y="0"/>
                </a:cubicBezTo>
                <a:cubicBezTo>
                  <a:pt x="151212" y="0"/>
                  <a:pt x="155997" y="235"/>
                  <a:pt x="160768" y="705"/>
                </a:cubicBezTo>
                <a:cubicBezTo>
                  <a:pt x="165539" y="1175"/>
                  <a:pt x="170276" y="1878"/>
                  <a:pt x="174979" y="2813"/>
                </a:cubicBezTo>
                <a:cubicBezTo>
                  <a:pt x="179682" y="3749"/>
                  <a:pt x="184329" y="4913"/>
                  <a:pt x="188917" y="6305"/>
                </a:cubicBezTo>
                <a:cubicBezTo>
                  <a:pt x="193507" y="7697"/>
                  <a:pt x="198017" y="9310"/>
                  <a:pt x="202447" y="11145"/>
                </a:cubicBezTo>
                <a:cubicBezTo>
                  <a:pt x="206878" y="12980"/>
                  <a:pt x="211207" y="15028"/>
                  <a:pt x="215437" y="17288"/>
                </a:cubicBezTo>
                <a:cubicBezTo>
                  <a:pt x="219665" y="19549"/>
                  <a:pt x="223773" y="22011"/>
                  <a:pt x="227761" y="24675"/>
                </a:cubicBezTo>
                <a:cubicBezTo>
                  <a:pt x="231748" y="27339"/>
                  <a:pt x="235596" y="30193"/>
                  <a:pt x="239302" y="33235"/>
                </a:cubicBezTo>
                <a:cubicBezTo>
                  <a:pt x="243008" y="36277"/>
                  <a:pt x="246557" y="39493"/>
                  <a:pt x="249949" y="42884"/>
                </a:cubicBezTo>
                <a:cubicBezTo>
                  <a:pt x="253339" y="46275"/>
                  <a:pt x="256557" y="49824"/>
                  <a:pt x="259599" y="53530"/>
                </a:cubicBezTo>
                <a:cubicBezTo>
                  <a:pt x="262640" y="57237"/>
                  <a:pt x="265493" y="61084"/>
                  <a:pt x="268157" y="65071"/>
                </a:cubicBezTo>
                <a:cubicBezTo>
                  <a:pt x="270822" y="69059"/>
                  <a:pt x="273283" y="73167"/>
                  <a:pt x="275544" y="77396"/>
                </a:cubicBezTo>
                <a:cubicBezTo>
                  <a:pt x="277804" y="81625"/>
                  <a:pt x="279853" y="85955"/>
                  <a:pt x="281687" y="90385"/>
                </a:cubicBezTo>
                <a:cubicBezTo>
                  <a:pt x="283523" y="94815"/>
                  <a:pt x="285136" y="99325"/>
                  <a:pt x="286527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6" y="122555"/>
                  <a:pt x="291659" y="127293"/>
                  <a:pt x="292130" y="132065"/>
                </a:cubicBezTo>
                <a:cubicBezTo>
                  <a:pt x="292600" y="136837"/>
                  <a:pt x="292834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31" name="Text s">
            <a:extLst xmlns:a="http://schemas.openxmlformats.org/drawingml/2006/main">
              <a:ext uri="{FF2B5EF4-FFF2-40B4-BE49-F238E27FC236}">
                <a16:creationId xmlns:a16="http://schemas.microsoft.com/office/drawing/2014/main" id="{D65678F9-A737-4B05-B9DB-DA148DB7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0218" y="1768969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Text 2">
            <a:extLst xmlns:a="http://schemas.openxmlformats.org/drawingml/2006/main">
              <a:ext uri="{FF2B5EF4-FFF2-40B4-BE49-F238E27FC236}">
                <a16:creationId xmlns:a16="http://schemas.microsoft.com/office/drawing/2014/main" id="{5DE71744-FB9A-4646-975D-CA3DADE3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355" y="1792941"/>
            <a:ext cx="68234" cy="105515"/>
          </a:xfrm>
          <a:custGeom xmlns:a="http://schemas.openxmlformats.org/drawingml/2006/main">
            <a:pathLst>
              <a:path w="68234" h="105515">
                <a:moveTo>
                  <a:pt x="68234" y="85541"/>
                </a:moveTo>
                <a:lnTo>
                  <a:pt x="60992" y="105515"/>
                </a:lnTo>
                <a:lnTo>
                  <a:pt x="0" y="105515"/>
                </a:lnTo>
                <a:lnTo>
                  <a:pt x="0" y="102690"/>
                </a:lnTo>
                <a:cubicBezTo>
                  <a:pt x="17942" y="86297"/>
                  <a:pt x="30572" y="72908"/>
                  <a:pt x="37891" y="62523"/>
                </a:cubicBezTo>
                <a:cubicBezTo>
                  <a:pt x="45210" y="52137"/>
                  <a:pt x="48869" y="42642"/>
                  <a:pt x="48869" y="34039"/>
                </a:cubicBezTo>
                <a:cubicBezTo>
                  <a:pt x="48869" y="27472"/>
                  <a:pt x="46862" y="22077"/>
                  <a:pt x="42847" y="17852"/>
                </a:cubicBezTo>
                <a:cubicBezTo>
                  <a:pt x="38831" y="13625"/>
                  <a:pt x="34028" y="11512"/>
                  <a:pt x="28437" y="11512"/>
                </a:cubicBezTo>
                <a:cubicBezTo>
                  <a:pt x="23355" y="11512"/>
                  <a:pt x="18793" y="13005"/>
                  <a:pt x="14752" y="15991"/>
                </a:cubicBezTo>
                <a:cubicBezTo>
                  <a:pt x="10712" y="18977"/>
                  <a:pt x="7726" y="23355"/>
                  <a:pt x="5794" y="29123"/>
                </a:cubicBezTo>
                <a:lnTo>
                  <a:pt x="2973" y="29123"/>
                </a:lnTo>
                <a:cubicBezTo>
                  <a:pt x="4244" y="19744"/>
                  <a:pt x="7510" y="12546"/>
                  <a:pt x="12770" y="7529"/>
                </a:cubicBezTo>
                <a:cubicBezTo>
                  <a:pt x="18031" y="2510"/>
                  <a:pt x="24600" y="0"/>
                  <a:pt x="32478" y="0"/>
                </a:cubicBezTo>
                <a:cubicBezTo>
                  <a:pt x="40864" y="0"/>
                  <a:pt x="47866" y="2694"/>
                  <a:pt x="53482" y="8081"/>
                </a:cubicBezTo>
                <a:cubicBezTo>
                  <a:pt x="59098" y="13469"/>
                  <a:pt x="61906" y="19822"/>
                  <a:pt x="61906" y="27141"/>
                </a:cubicBezTo>
                <a:cubicBezTo>
                  <a:pt x="61906" y="32376"/>
                  <a:pt x="60687" y="37611"/>
                  <a:pt x="58247" y="42847"/>
                </a:cubicBezTo>
                <a:cubicBezTo>
                  <a:pt x="54486" y="51080"/>
                  <a:pt x="48387" y="59797"/>
                  <a:pt x="39949" y="68997"/>
                </a:cubicBezTo>
                <a:cubicBezTo>
                  <a:pt x="27294" y="82821"/>
                  <a:pt x="19390" y="91157"/>
                  <a:pt x="16239" y="94003"/>
                </a:cubicBezTo>
                <a:lnTo>
                  <a:pt x="43228" y="94003"/>
                </a:lnTo>
                <a:cubicBezTo>
                  <a:pt x="48717" y="94003"/>
                  <a:pt x="52567" y="93798"/>
                  <a:pt x="54778" y="93389"/>
                </a:cubicBezTo>
                <a:cubicBezTo>
                  <a:pt x="56989" y="92977"/>
                  <a:pt x="58984" y="92143"/>
                  <a:pt x="60763" y="90887"/>
                </a:cubicBezTo>
                <a:cubicBezTo>
                  <a:pt x="62542" y="89631"/>
                  <a:pt x="64092" y="87848"/>
                  <a:pt x="65413" y="85541"/>
                </a:cubicBezTo>
                <a:lnTo>
                  <a:pt x="68234" y="855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64DCF6-0CF5-400B-83FA-841611C8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0770" y="1812125"/>
            <a:ext cx="355089" cy="10"/>
          </a:xfrm>
          <a:custGeom xmlns:a="http://schemas.openxmlformats.org/drawingml/2006/main">
            <a:pathLst>
              <a:path w="355089" h="1" fill="none">
                <a:moveTo>
                  <a:pt x="0" y="0"/>
                </a:moveTo>
                <a:lnTo>
                  <a:pt x="355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62C53A-D5A9-47DA-B40D-53F6E5FB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5610" y="1791627"/>
            <a:ext cx="40997" cy="40997"/>
          </a:xfrm>
          <a:custGeom xmlns:a="http://schemas.openxmlformats.org/drawingml/2006/main">
            <a:pathLst>
              <a:path w="40997" h="40997">
                <a:moveTo>
                  <a:pt x="40997" y="20498"/>
                </a:moveTo>
                <a:lnTo>
                  <a:pt x="0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C32154-17A4-48B8-BA40-9710495A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5610" y="1791627"/>
            <a:ext cx="40997" cy="40997"/>
          </a:xfrm>
          <a:custGeom xmlns:a="http://schemas.openxmlformats.org/drawingml/2006/main">
            <a:pathLst>
              <a:path w="40997" h="40997" fill="none">
                <a:moveTo>
                  <a:pt x="40997" y="20498"/>
                </a:moveTo>
                <a:lnTo>
                  <a:pt x="0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7E2FCB-A27B-4224-B2A1-D1CBD4BE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4213" y="1431560"/>
            <a:ext cx="429234" cy="277020"/>
          </a:xfrm>
          <a:custGeom xmlns:a="http://schemas.openxmlformats.org/drawingml/2006/main">
            <a:pathLst>
              <a:path w="429234" h="277020" fill="none">
                <a:moveTo>
                  <a:pt x="0" y="277020"/>
                </a:moveTo>
                <a:lnTo>
                  <a:pt x="4292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EB5108-5115-4652-BADF-6BE24DDC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3710" y="1414869"/>
            <a:ext cx="45565" cy="39474"/>
          </a:xfrm>
          <a:custGeom xmlns:a="http://schemas.openxmlformats.org/drawingml/2006/main">
            <a:pathLst>
              <a:path w="45565" h="39474">
                <a:moveTo>
                  <a:pt x="45565" y="0"/>
                </a:moveTo>
                <a:lnTo>
                  <a:pt x="22255" y="39474"/>
                </a:lnTo>
                <a:lnTo>
                  <a:pt x="19737" y="16691"/>
                </a:lnTo>
                <a:lnTo>
                  <a:pt x="0" y="5037"/>
                </a:lnTo>
                <a:lnTo>
                  <a:pt x="4556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DDA8B8-D4C9-4B1E-8E70-4CCF5588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3710" y="1414869"/>
            <a:ext cx="45565" cy="39474"/>
          </a:xfrm>
          <a:custGeom xmlns:a="http://schemas.openxmlformats.org/drawingml/2006/main">
            <a:pathLst>
              <a:path w="45565" h="39474" fill="none">
                <a:moveTo>
                  <a:pt x="45565" y="0"/>
                </a:moveTo>
                <a:lnTo>
                  <a:pt x="22255" y="39474"/>
                </a:lnTo>
                <a:lnTo>
                  <a:pt x="19737" y="16691"/>
                </a:lnTo>
                <a:lnTo>
                  <a:pt x="0" y="5037"/>
                </a:lnTo>
                <a:lnTo>
                  <a:pt x="4556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02051-41A3-4C6D-9393-5BD85224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4251" y="1665709"/>
            <a:ext cx="292834" cy="292833"/>
          </a:xfrm>
          <a:custGeom xmlns:a="http://schemas.openxmlformats.org/drawingml/2006/main">
            <a:pathLst>
              <a:path w="292834" h="292833">
                <a:moveTo>
                  <a:pt x="292833" y="146416"/>
                </a:moveTo>
                <a:cubicBezTo>
                  <a:pt x="292834" y="151212"/>
                  <a:pt x="292598" y="155995"/>
                  <a:pt x="292128" y="160767"/>
                </a:cubicBezTo>
                <a:cubicBezTo>
                  <a:pt x="291655" y="165540"/>
                  <a:pt x="290953" y="170277"/>
                  <a:pt x="290016" y="174981"/>
                </a:cubicBezTo>
                <a:cubicBezTo>
                  <a:pt x="289083" y="179684"/>
                  <a:pt x="287919" y="184330"/>
                  <a:pt x="286525" y="188919"/>
                </a:cubicBezTo>
                <a:cubicBezTo>
                  <a:pt x="285135" y="193507"/>
                  <a:pt x="283521" y="198017"/>
                  <a:pt x="281684" y="202447"/>
                </a:cubicBezTo>
                <a:cubicBezTo>
                  <a:pt x="279850" y="206877"/>
                  <a:pt x="277803" y="211207"/>
                  <a:pt x="275543" y="215436"/>
                </a:cubicBezTo>
                <a:cubicBezTo>
                  <a:pt x="273283" y="219665"/>
                  <a:pt x="270820" y="223774"/>
                  <a:pt x="268157" y="227761"/>
                </a:cubicBezTo>
                <a:cubicBezTo>
                  <a:pt x="265493" y="231748"/>
                  <a:pt x="262639" y="235595"/>
                  <a:pt x="259598" y="239302"/>
                </a:cubicBezTo>
                <a:cubicBezTo>
                  <a:pt x="256557" y="243009"/>
                  <a:pt x="253339" y="246557"/>
                  <a:pt x="249948" y="249948"/>
                </a:cubicBezTo>
                <a:cubicBezTo>
                  <a:pt x="246557" y="253339"/>
                  <a:pt x="243008" y="256555"/>
                  <a:pt x="239301" y="259597"/>
                </a:cubicBezTo>
                <a:cubicBezTo>
                  <a:pt x="235593" y="262640"/>
                  <a:pt x="231746" y="265493"/>
                  <a:pt x="227758" y="268157"/>
                </a:cubicBezTo>
                <a:cubicBezTo>
                  <a:pt x="223771" y="270821"/>
                  <a:pt x="219664" y="273283"/>
                  <a:pt x="215434" y="275544"/>
                </a:cubicBezTo>
                <a:cubicBezTo>
                  <a:pt x="211206" y="277804"/>
                  <a:pt x="206876" y="279852"/>
                  <a:pt x="202445" y="281687"/>
                </a:cubicBezTo>
                <a:cubicBezTo>
                  <a:pt x="198013" y="283522"/>
                  <a:pt x="193506" y="285136"/>
                  <a:pt x="188917" y="286528"/>
                </a:cubicBezTo>
                <a:cubicBezTo>
                  <a:pt x="184329" y="287920"/>
                  <a:pt x="179682" y="289083"/>
                  <a:pt x="174979" y="290019"/>
                </a:cubicBezTo>
                <a:cubicBezTo>
                  <a:pt x="170276" y="290954"/>
                  <a:pt x="165538" y="291657"/>
                  <a:pt x="160767" y="292127"/>
                </a:cubicBezTo>
                <a:cubicBezTo>
                  <a:pt x="155995" y="292598"/>
                  <a:pt x="151211" y="292833"/>
                  <a:pt x="146416" y="292833"/>
                </a:cubicBezTo>
                <a:cubicBezTo>
                  <a:pt x="141623" y="292833"/>
                  <a:pt x="136838" y="292598"/>
                  <a:pt x="132067" y="292127"/>
                </a:cubicBezTo>
                <a:cubicBezTo>
                  <a:pt x="127294" y="291657"/>
                  <a:pt x="122556" y="290954"/>
                  <a:pt x="117851" y="290019"/>
                </a:cubicBezTo>
                <a:cubicBezTo>
                  <a:pt x="113149" y="289083"/>
                  <a:pt x="108503" y="287920"/>
                  <a:pt x="103915" y="286528"/>
                </a:cubicBezTo>
                <a:cubicBezTo>
                  <a:pt x="99326" y="285136"/>
                  <a:pt x="94815" y="283522"/>
                  <a:pt x="90384" y="281687"/>
                </a:cubicBezTo>
                <a:cubicBezTo>
                  <a:pt x="85954" y="279852"/>
                  <a:pt x="81624" y="277804"/>
                  <a:pt x="77395" y="275544"/>
                </a:cubicBezTo>
                <a:cubicBezTo>
                  <a:pt x="73165" y="273283"/>
                  <a:pt x="69058" y="270821"/>
                  <a:pt x="65070" y="268157"/>
                </a:cubicBezTo>
                <a:cubicBezTo>
                  <a:pt x="61082" y="265493"/>
                  <a:pt x="57236" y="262640"/>
                  <a:pt x="53530" y="259597"/>
                </a:cubicBezTo>
                <a:cubicBezTo>
                  <a:pt x="49822" y="256555"/>
                  <a:pt x="46273" y="253339"/>
                  <a:pt x="42882" y="249948"/>
                </a:cubicBezTo>
                <a:cubicBezTo>
                  <a:pt x="39493" y="246557"/>
                  <a:pt x="36276" y="243009"/>
                  <a:pt x="33234" y="239302"/>
                </a:cubicBezTo>
                <a:cubicBezTo>
                  <a:pt x="30193" y="235595"/>
                  <a:pt x="27339" y="231748"/>
                  <a:pt x="24674" y="227761"/>
                </a:cubicBezTo>
                <a:cubicBezTo>
                  <a:pt x="22009" y="223774"/>
                  <a:pt x="19550" y="219665"/>
                  <a:pt x="17289" y="215436"/>
                </a:cubicBezTo>
                <a:cubicBezTo>
                  <a:pt x="15028" y="211207"/>
                  <a:pt x="12978" y="206877"/>
                  <a:pt x="11143" y="202447"/>
                </a:cubicBezTo>
                <a:cubicBezTo>
                  <a:pt x="9309" y="198017"/>
                  <a:pt x="7696" y="193507"/>
                  <a:pt x="6305" y="188919"/>
                </a:cubicBezTo>
                <a:cubicBezTo>
                  <a:pt x="4913" y="184330"/>
                  <a:pt x="3749" y="179684"/>
                  <a:pt x="2813" y="174981"/>
                </a:cubicBezTo>
                <a:cubicBezTo>
                  <a:pt x="1878" y="170277"/>
                  <a:pt x="1176" y="165540"/>
                  <a:pt x="707" y="160767"/>
                </a:cubicBezTo>
                <a:cubicBezTo>
                  <a:pt x="237" y="155995"/>
                  <a:pt x="2" y="151212"/>
                  <a:pt x="0" y="146416"/>
                </a:cubicBezTo>
                <a:cubicBezTo>
                  <a:pt x="2" y="141621"/>
                  <a:pt x="237" y="136837"/>
                  <a:pt x="707" y="132065"/>
                </a:cubicBezTo>
                <a:cubicBezTo>
                  <a:pt x="1176" y="127293"/>
                  <a:pt x="1878" y="122555"/>
                  <a:pt x="2813" y="117852"/>
                </a:cubicBezTo>
                <a:cubicBezTo>
                  <a:pt x="3749" y="113149"/>
                  <a:pt x="4912" y="108503"/>
                  <a:pt x="6303" y="103914"/>
                </a:cubicBezTo>
                <a:cubicBezTo>
                  <a:pt x="7696" y="99325"/>
                  <a:pt x="9309" y="94815"/>
                  <a:pt x="11143" y="90385"/>
                </a:cubicBezTo>
                <a:cubicBezTo>
                  <a:pt x="12978" y="85955"/>
                  <a:pt x="15028" y="81625"/>
                  <a:pt x="17289" y="77396"/>
                </a:cubicBezTo>
                <a:cubicBezTo>
                  <a:pt x="19550" y="73167"/>
                  <a:pt x="22012" y="69059"/>
                  <a:pt x="24675" y="65071"/>
                </a:cubicBezTo>
                <a:cubicBezTo>
                  <a:pt x="27339" y="61084"/>
                  <a:pt x="30193" y="57237"/>
                  <a:pt x="33236" y="53530"/>
                </a:cubicBezTo>
                <a:cubicBezTo>
                  <a:pt x="36276" y="49824"/>
                  <a:pt x="39493" y="46275"/>
                  <a:pt x="42882" y="42884"/>
                </a:cubicBezTo>
                <a:cubicBezTo>
                  <a:pt x="46273" y="39493"/>
                  <a:pt x="49822" y="36277"/>
                  <a:pt x="53530" y="33235"/>
                </a:cubicBezTo>
                <a:cubicBezTo>
                  <a:pt x="57236" y="30193"/>
                  <a:pt x="61082" y="27339"/>
                  <a:pt x="65070" y="24675"/>
                </a:cubicBezTo>
                <a:cubicBezTo>
                  <a:pt x="69058" y="22011"/>
                  <a:pt x="73165" y="19549"/>
                  <a:pt x="77395" y="17288"/>
                </a:cubicBezTo>
                <a:cubicBezTo>
                  <a:pt x="81624" y="15028"/>
                  <a:pt x="85954" y="12980"/>
                  <a:pt x="90384" y="11145"/>
                </a:cubicBezTo>
                <a:cubicBezTo>
                  <a:pt x="94815" y="9310"/>
                  <a:pt x="99326" y="7697"/>
                  <a:pt x="103915" y="6305"/>
                </a:cubicBezTo>
                <a:cubicBezTo>
                  <a:pt x="108503" y="4913"/>
                  <a:pt x="113149" y="3749"/>
                  <a:pt x="117851" y="2813"/>
                </a:cubicBezTo>
                <a:cubicBezTo>
                  <a:pt x="122556" y="1878"/>
                  <a:pt x="127294" y="1175"/>
                  <a:pt x="132067" y="705"/>
                </a:cubicBezTo>
                <a:cubicBezTo>
                  <a:pt x="136838" y="235"/>
                  <a:pt x="141623" y="0"/>
                  <a:pt x="146416" y="0"/>
                </a:cubicBezTo>
                <a:cubicBezTo>
                  <a:pt x="151211" y="0"/>
                  <a:pt x="155995" y="235"/>
                  <a:pt x="160767" y="705"/>
                </a:cubicBezTo>
                <a:cubicBezTo>
                  <a:pt x="165538" y="1175"/>
                  <a:pt x="170276" y="1878"/>
                  <a:pt x="174979" y="2813"/>
                </a:cubicBezTo>
                <a:cubicBezTo>
                  <a:pt x="179682" y="3749"/>
                  <a:pt x="184329" y="4913"/>
                  <a:pt x="188917" y="6305"/>
                </a:cubicBezTo>
                <a:cubicBezTo>
                  <a:pt x="193506" y="7697"/>
                  <a:pt x="198013" y="9310"/>
                  <a:pt x="202445" y="11145"/>
                </a:cubicBezTo>
                <a:cubicBezTo>
                  <a:pt x="206876" y="12980"/>
                  <a:pt x="211206" y="15028"/>
                  <a:pt x="215434" y="17288"/>
                </a:cubicBezTo>
                <a:cubicBezTo>
                  <a:pt x="219665" y="19549"/>
                  <a:pt x="223773" y="22011"/>
                  <a:pt x="227759" y="24675"/>
                </a:cubicBezTo>
                <a:cubicBezTo>
                  <a:pt x="231747" y="27339"/>
                  <a:pt x="235595" y="30193"/>
                  <a:pt x="239302" y="33235"/>
                </a:cubicBezTo>
                <a:cubicBezTo>
                  <a:pt x="243008" y="36277"/>
                  <a:pt x="246557" y="39493"/>
                  <a:pt x="249948" y="42884"/>
                </a:cubicBezTo>
                <a:cubicBezTo>
                  <a:pt x="253339" y="46275"/>
                  <a:pt x="256557" y="49824"/>
                  <a:pt x="259599" y="53530"/>
                </a:cubicBezTo>
                <a:cubicBezTo>
                  <a:pt x="262640" y="57237"/>
                  <a:pt x="265493" y="61084"/>
                  <a:pt x="268157" y="65071"/>
                </a:cubicBezTo>
                <a:cubicBezTo>
                  <a:pt x="270820" y="69059"/>
                  <a:pt x="273283" y="73167"/>
                  <a:pt x="275543" y="77396"/>
                </a:cubicBezTo>
                <a:cubicBezTo>
                  <a:pt x="277803" y="81625"/>
                  <a:pt x="279850" y="85955"/>
                  <a:pt x="281684" y="90385"/>
                </a:cubicBezTo>
                <a:cubicBezTo>
                  <a:pt x="283521" y="94815"/>
                  <a:pt x="285133" y="99325"/>
                  <a:pt x="286524" y="103914"/>
                </a:cubicBezTo>
                <a:cubicBezTo>
                  <a:pt x="287919" y="108503"/>
                  <a:pt x="289083" y="113149"/>
                  <a:pt x="290016" y="117852"/>
                </a:cubicBezTo>
                <a:cubicBezTo>
                  <a:pt x="290953" y="122555"/>
                  <a:pt x="291655" y="127293"/>
                  <a:pt x="292128" y="132065"/>
                </a:cubicBezTo>
                <a:cubicBezTo>
                  <a:pt x="292598" y="136837"/>
                  <a:pt x="292834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3B3013-B5B7-41C2-8F61-B31E7CEB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4251" y="1665709"/>
            <a:ext cx="292834" cy="292833"/>
          </a:xfrm>
          <a:custGeom xmlns:a="http://schemas.openxmlformats.org/drawingml/2006/main">
            <a:pathLst>
              <a:path w="292834" h="292833" fill="none">
                <a:moveTo>
                  <a:pt x="292833" y="146416"/>
                </a:moveTo>
                <a:cubicBezTo>
                  <a:pt x="292834" y="151212"/>
                  <a:pt x="292598" y="155995"/>
                  <a:pt x="292128" y="160767"/>
                </a:cubicBezTo>
                <a:cubicBezTo>
                  <a:pt x="291655" y="165540"/>
                  <a:pt x="290953" y="170277"/>
                  <a:pt x="290016" y="174981"/>
                </a:cubicBezTo>
                <a:cubicBezTo>
                  <a:pt x="289083" y="179684"/>
                  <a:pt x="287919" y="184330"/>
                  <a:pt x="286525" y="188919"/>
                </a:cubicBezTo>
                <a:cubicBezTo>
                  <a:pt x="285135" y="193507"/>
                  <a:pt x="283521" y="198017"/>
                  <a:pt x="281684" y="202447"/>
                </a:cubicBezTo>
                <a:cubicBezTo>
                  <a:pt x="279850" y="206877"/>
                  <a:pt x="277803" y="211207"/>
                  <a:pt x="275543" y="215436"/>
                </a:cubicBezTo>
                <a:cubicBezTo>
                  <a:pt x="273283" y="219665"/>
                  <a:pt x="270820" y="223774"/>
                  <a:pt x="268157" y="227761"/>
                </a:cubicBezTo>
                <a:cubicBezTo>
                  <a:pt x="265493" y="231748"/>
                  <a:pt x="262639" y="235595"/>
                  <a:pt x="259598" y="239302"/>
                </a:cubicBezTo>
                <a:cubicBezTo>
                  <a:pt x="256557" y="243009"/>
                  <a:pt x="253339" y="246557"/>
                  <a:pt x="249948" y="249948"/>
                </a:cubicBezTo>
                <a:cubicBezTo>
                  <a:pt x="246557" y="253339"/>
                  <a:pt x="243008" y="256555"/>
                  <a:pt x="239301" y="259597"/>
                </a:cubicBezTo>
                <a:cubicBezTo>
                  <a:pt x="235593" y="262640"/>
                  <a:pt x="231746" y="265493"/>
                  <a:pt x="227758" y="268157"/>
                </a:cubicBezTo>
                <a:cubicBezTo>
                  <a:pt x="223771" y="270821"/>
                  <a:pt x="219664" y="273283"/>
                  <a:pt x="215434" y="275544"/>
                </a:cubicBezTo>
                <a:cubicBezTo>
                  <a:pt x="211206" y="277804"/>
                  <a:pt x="206876" y="279852"/>
                  <a:pt x="202445" y="281687"/>
                </a:cubicBezTo>
                <a:cubicBezTo>
                  <a:pt x="198013" y="283522"/>
                  <a:pt x="193506" y="285136"/>
                  <a:pt x="188917" y="286528"/>
                </a:cubicBezTo>
                <a:cubicBezTo>
                  <a:pt x="184329" y="287920"/>
                  <a:pt x="179682" y="289083"/>
                  <a:pt x="174979" y="290019"/>
                </a:cubicBezTo>
                <a:cubicBezTo>
                  <a:pt x="170276" y="290954"/>
                  <a:pt x="165538" y="291657"/>
                  <a:pt x="160767" y="292127"/>
                </a:cubicBezTo>
                <a:cubicBezTo>
                  <a:pt x="155995" y="292598"/>
                  <a:pt x="151211" y="292833"/>
                  <a:pt x="146416" y="292833"/>
                </a:cubicBezTo>
                <a:cubicBezTo>
                  <a:pt x="141623" y="292833"/>
                  <a:pt x="136838" y="292598"/>
                  <a:pt x="132067" y="292127"/>
                </a:cubicBezTo>
                <a:cubicBezTo>
                  <a:pt x="127294" y="291657"/>
                  <a:pt x="122556" y="290954"/>
                  <a:pt x="117851" y="290019"/>
                </a:cubicBezTo>
                <a:cubicBezTo>
                  <a:pt x="113149" y="289083"/>
                  <a:pt x="108503" y="287920"/>
                  <a:pt x="103915" y="286528"/>
                </a:cubicBezTo>
                <a:cubicBezTo>
                  <a:pt x="99326" y="285136"/>
                  <a:pt x="94815" y="283522"/>
                  <a:pt x="90384" y="281687"/>
                </a:cubicBezTo>
                <a:cubicBezTo>
                  <a:pt x="85954" y="279852"/>
                  <a:pt x="81624" y="277804"/>
                  <a:pt x="77395" y="275544"/>
                </a:cubicBezTo>
                <a:cubicBezTo>
                  <a:pt x="73165" y="273283"/>
                  <a:pt x="69058" y="270821"/>
                  <a:pt x="65070" y="268157"/>
                </a:cubicBezTo>
                <a:cubicBezTo>
                  <a:pt x="61082" y="265493"/>
                  <a:pt x="57236" y="262640"/>
                  <a:pt x="53530" y="259597"/>
                </a:cubicBezTo>
                <a:cubicBezTo>
                  <a:pt x="49822" y="256555"/>
                  <a:pt x="46273" y="253339"/>
                  <a:pt x="42882" y="249948"/>
                </a:cubicBezTo>
                <a:cubicBezTo>
                  <a:pt x="39493" y="246557"/>
                  <a:pt x="36276" y="243009"/>
                  <a:pt x="33234" y="239302"/>
                </a:cubicBezTo>
                <a:cubicBezTo>
                  <a:pt x="30193" y="235595"/>
                  <a:pt x="27339" y="231748"/>
                  <a:pt x="24674" y="227761"/>
                </a:cubicBezTo>
                <a:cubicBezTo>
                  <a:pt x="22009" y="223774"/>
                  <a:pt x="19550" y="219665"/>
                  <a:pt x="17289" y="215436"/>
                </a:cubicBezTo>
                <a:cubicBezTo>
                  <a:pt x="15028" y="211207"/>
                  <a:pt x="12978" y="206877"/>
                  <a:pt x="11143" y="202447"/>
                </a:cubicBezTo>
                <a:cubicBezTo>
                  <a:pt x="9309" y="198017"/>
                  <a:pt x="7696" y="193507"/>
                  <a:pt x="6305" y="188919"/>
                </a:cubicBezTo>
                <a:cubicBezTo>
                  <a:pt x="4913" y="184330"/>
                  <a:pt x="3749" y="179684"/>
                  <a:pt x="2813" y="174981"/>
                </a:cubicBezTo>
                <a:cubicBezTo>
                  <a:pt x="1878" y="170277"/>
                  <a:pt x="1176" y="165540"/>
                  <a:pt x="707" y="160767"/>
                </a:cubicBezTo>
                <a:cubicBezTo>
                  <a:pt x="237" y="155995"/>
                  <a:pt x="2" y="151212"/>
                  <a:pt x="0" y="146416"/>
                </a:cubicBezTo>
                <a:cubicBezTo>
                  <a:pt x="2" y="141621"/>
                  <a:pt x="237" y="136837"/>
                  <a:pt x="707" y="132065"/>
                </a:cubicBezTo>
                <a:cubicBezTo>
                  <a:pt x="1176" y="127293"/>
                  <a:pt x="1878" y="122555"/>
                  <a:pt x="2813" y="117852"/>
                </a:cubicBezTo>
                <a:cubicBezTo>
                  <a:pt x="3749" y="113149"/>
                  <a:pt x="4912" y="108503"/>
                  <a:pt x="6303" y="103914"/>
                </a:cubicBezTo>
                <a:cubicBezTo>
                  <a:pt x="7696" y="99325"/>
                  <a:pt x="9309" y="94815"/>
                  <a:pt x="11143" y="90385"/>
                </a:cubicBezTo>
                <a:cubicBezTo>
                  <a:pt x="12978" y="85955"/>
                  <a:pt x="15028" y="81625"/>
                  <a:pt x="17289" y="77396"/>
                </a:cubicBezTo>
                <a:cubicBezTo>
                  <a:pt x="19550" y="73167"/>
                  <a:pt x="22012" y="69059"/>
                  <a:pt x="24675" y="65071"/>
                </a:cubicBezTo>
                <a:cubicBezTo>
                  <a:pt x="27339" y="61084"/>
                  <a:pt x="30193" y="57237"/>
                  <a:pt x="33236" y="53530"/>
                </a:cubicBezTo>
                <a:cubicBezTo>
                  <a:pt x="36276" y="49824"/>
                  <a:pt x="39493" y="46275"/>
                  <a:pt x="42882" y="42884"/>
                </a:cubicBezTo>
                <a:cubicBezTo>
                  <a:pt x="46273" y="39493"/>
                  <a:pt x="49822" y="36277"/>
                  <a:pt x="53530" y="33235"/>
                </a:cubicBezTo>
                <a:cubicBezTo>
                  <a:pt x="57236" y="30193"/>
                  <a:pt x="61082" y="27339"/>
                  <a:pt x="65070" y="24675"/>
                </a:cubicBezTo>
                <a:cubicBezTo>
                  <a:pt x="69058" y="22011"/>
                  <a:pt x="73165" y="19549"/>
                  <a:pt x="77395" y="17288"/>
                </a:cubicBezTo>
                <a:cubicBezTo>
                  <a:pt x="81624" y="15028"/>
                  <a:pt x="85954" y="12980"/>
                  <a:pt x="90384" y="11145"/>
                </a:cubicBezTo>
                <a:cubicBezTo>
                  <a:pt x="94815" y="9310"/>
                  <a:pt x="99326" y="7697"/>
                  <a:pt x="103915" y="6305"/>
                </a:cubicBezTo>
                <a:cubicBezTo>
                  <a:pt x="108503" y="4913"/>
                  <a:pt x="113149" y="3749"/>
                  <a:pt x="117851" y="2813"/>
                </a:cubicBezTo>
                <a:cubicBezTo>
                  <a:pt x="122556" y="1878"/>
                  <a:pt x="127294" y="1175"/>
                  <a:pt x="132067" y="705"/>
                </a:cubicBezTo>
                <a:cubicBezTo>
                  <a:pt x="136838" y="235"/>
                  <a:pt x="141623" y="0"/>
                  <a:pt x="146416" y="0"/>
                </a:cubicBezTo>
                <a:cubicBezTo>
                  <a:pt x="151211" y="0"/>
                  <a:pt x="155995" y="235"/>
                  <a:pt x="160767" y="705"/>
                </a:cubicBezTo>
                <a:cubicBezTo>
                  <a:pt x="165538" y="1175"/>
                  <a:pt x="170276" y="1878"/>
                  <a:pt x="174979" y="2813"/>
                </a:cubicBezTo>
                <a:cubicBezTo>
                  <a:pt x="179682" y="3749"/>
                  <a:pt x="184329" y="4913"/>
                  <a:pt x="188917" y="6305"/>
                </a:cubicBezTo>
                <a:cubicBezTo>
                  <a:pt x="193506" y="7697"/>
                  <a:pt x="198013" y="9310"/>
                  <a:pt x="202445" y="11145"/>
                </a:cubicBezTo>
                <a:cubicBezTo>
                  <a:pt x="206876" y="12980"/>
                  <a:pt x="211206" y="15028"/>
                  <a:pt x="215434" y="17288"/>
                </a:cubicBezTo>
                <a:cubicBezTo>
                  <a:pt x="219665" y="19549"/>
                  <a:pt x="223773" y="22011"/>
                  <a:pt x="227759" y="24675"/>
                </a:cubicBezTo>
                <a:cubicBezTo>
                  <a:pt x="231747" y="27339"/>
                  <a:pt x="235595" y="30193"/>
                  <a:pt x="239302" y="33235"/>
                </a:cubicBezTo>
                <a:cubicBezTo>
                  <a:pt x="243008" y="36277"/>
                  <a:pt x="246557" y="39493"/>
                  <a:pt x="249948" y="42884"/>
                </a:cubicBezTo>
                <a:cubicBezTo>
                  <a:pt x="253339" y="46275"/>
                  <a:pt x="256557" y="49824"/>
                  <a:pt x="259599" y="53530"/>
                </a:cubicBezTo>
                <a:cubicBezTo>
                  <a:pt x="262640" y="57237"/>
                  <a:pt x="265493" y="61084"/>
                  <a:pt x="268157" y="65071"/>
                </a:cubicBezTo>
                <a:cubicBezTo>
                  <a:pt x="270820" y="69059"/>
                  <a:pt x="273283" y="73167"/>
                  <a:pt x="275543" y="77396"/>
                </a:cubicBezTo>
                <a:cubicBezTo>
                  <a:pt x="277803" y="81625"/>
                  <a:pt x="279850" y="85955"/>
                  <a:pt x="281684" y="90385"/>
                </a:cubicBezTo>
                <a:cubicBezTo>
                  <a:pt x="283521" y="94815"/>
                  <a:pt x="285133" y="99325"/>
                  <a:pt x="286524" y="103914"/>
                </a:cubicBezTo>
                <a:cubicBezTo>
                  <a:pt x="287919" y="108503"/>
                  <a:pt x="289083" y="113149"/>
                  <a:pt x="290016" y="117852"/>
                </a:cubicBezTo>
                <a:cubicBezTo>
                  <a:pt x="290953" y="122555"/>
                  <a:pt x="291655" y="127293"/>
                  <a:pt x="292128" y="132065"/>
                </a:cubicBezTo>
                <a:cubicBezTo>
                  <a:pt x="292598" y="136837"/>
                  <a:pt x="292834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41" name="Text s">
            <a:extLst xmlns:a="http://schemas.openxmlformats.org/drawingml/2006/main">
              <a:ext uri="{FF2B5EF4-FFF2-40B4-BE49-F238E27FC236}">
                <a16:creationId xmlns:a16="http://schemas.microsoft.com/office/drawing/2014/main" id="{2FA6574C-8989-4249-AAA2-A3B70F49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1303" y="1786539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Text 4">
            <a:extLst xmlns:a="http://schemas.openxmlformats.org/drawingml/2006/main">
              <a:ext uri="{FF2B5EF4-FFF2-40B4-BE49-F238E27FC236}">
                <a16:creationId xmlns:a16="http://schemas.microsoft.com/office/drawing/2014/main" id="{EDD508F5-DB51-4304-8AF1-87377630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7525" y="1767226"/>
            <a:ext cx="70217" cy="105515"/>
          </a:xfrm>
          <a:custGeom xmlns:a="http://schemas.openxmlformats.org/drawingml/2006/main">
            <a:pathLst>
              <a:path w="70217" h="105515">
                <a:moveTo>
                  <a:pt x="70217" y="67396"/>
                </a:moveTo>
                <a:lnTo>
                  <a:pt x="70217" y="78222"/>
                </a:lnTo>
                <a:lnTo>
                  <a:pt x="56341" y="78222"/>
                </a:lnTo>
                <a:lnTo>
                  <a:pt x="56341" y="105515"/>
                </a:lnTo>
                <a:lnTo>
                  <a:pt x="43761" y="105515"/>
                </a:lnTo>
                <a:lnTo>
                  <a:pt x="43761" y="78222"/>
                </a:lnTo>
                <a:lnTo>
                  <a:pt x="0" y="78222"/>
                </a:lnTo>
                <a:lnTo>
                  <a:pt x="0" y="68463"/>
                </a:lnTo>
                <a:lnTo>
                  <a:pt x="47955" y="0"/>
                </a:lnTo>
                <a:lnTo>
                  <a:pt x="56341" y="0"/>
                </a:lnTo>
                <a:lnTo>
                  <a:pt x="56341" y="67396"/>
                </a:lnTo>
                <a:lnTo>
                  <a:pt x="70217" y="67396"/>
                </a:lnTo>
                <a:moveTo>
                  <a:pt x="43761" y="67396"/>
                </a:moveTo>
                <a:lnTo>
                  <a:pt x="43761" y="16087"/>
                </a:lnTo>
                <a:lnTo>
                  <a:pt x="7471" y="67396"/>
                </a:lnTo>
                <a:lnTo>
                  <a:pt x="43761" y="673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D829EE-5160-4788-8E85-4636B03D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1855" y="1812125"/>
            <a:ext cx="355089" cy="10"/>
          </a:xfrm>
          <a:custGeom xmlns:a="http://schemas.openxmlformats.org/drawingml/2006/main">
            <a:pathLst>
              <a:path w="355089" h="1" fill="none">
                <a:moveTo>
                  <a:pt x="0" y="0"/>
                </a:moveTo>
                <a:lnTo>
                  <a:pt x="355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060533-4DEE-4FED-866B-8671FF49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6695" y="1791627"/>
            <a:ext cx="40997" cy="40997"/>
          </a:xfrm>
          <a:custGeom xmlns:a="http://schemas.openxmlformats.org/drawingml/2006/main">
            <a:pathLst>
              <a:path w="40997" h="40997">
                <a:moveTo>
                  <a:pt x="40997" y="20498"/>
                </a:moveTo>
                <a:lnTo>
                  <a:pt x="0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1B2E7F-08C7-4238-B7CD-FF4A67E0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6695" y="1791627"/>
            <a:ext cx="40997" cy="40997"/>
          </a:xfrm>
          <a:custGeom xmlns:a="http://schemas.openxmlformats.org/drawingml/2006/main">
            <a:pathLst>
              <a:path w="40997" h="40997" fill="none">
                <a:moveTo>
                  <a:pt x="40997" y="20498"/>
                </a:moveTo>
                <a:lnTo>
                  <a:pt x="0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46" name="Text x">
            <a:extLst xmlns:a="http://schemas.openxmlformats.org/drawingml/2006/main">
              <a:ext uri="{FF2B5EF4-FFF2-40B4-BE49-F238E27FC236}">
                <a16:creationId xmlns:a16="http://schemas.microsoft.com/office/drawing/2014/main" id="{BCAEF79D-8E90-49CA-82E5-1B06675A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0865" y="1864437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Text 1">
            <a:extLst xmlns:a="http://schemas.openxmlformats.org/drawingml/2006/main">
              <a:ext uri="{FF2B5EF4-FFF2-40B4-BE49-F238E27FC236}">
                <a16:creationId xmlns:a16="http://schemas.microsoft.com/office/drawing/2014/main" id="{B1249486-C3F5-46E0-A3DE-9056A4ED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6988" y="1865283"/>
            <a:ext cx="45812" cy="118734"/>
          </a:xfrm>
          <a:custGeom xmlns:a="http://schemas.openxmlformats.org/drawingml/2006/main">
            <a:pathLst>
              <a:path w="45812" h="118734">
                <a:moveTo>
                  <a:pt x="0" y="13812"/>
                </a:moveTo>
                <a:lnTo>
                  <a:pt x="28311" y="0"/>
                </a:lnTo>
                <a:lnTo>
                  <a:pt x="31142" y="0"/>
                </a:lnTo>
                <a:lnTo>
                  <a:pt x="31142" y="98230"/>
                </a:lnTo>
                <a:cubicBezTo>
                  <a:pt x="31142" y="104751"/>
                  <a:pt x="31414" y="108811"/>
                  <a:pt x="31957" y="110413"/>
                </a:cubicBezTo>
                <a:cubicBezTo>
                  <a:pt x="32500" y="112014"/>
                  <a:pt x="33630" y="113244"/>
                  <a:pt x="35346" y="114102"/>
                </a:cubicBezTo>
                <a:cubicBezTo>
                  <a:pt x="37062" y="114960"/>
                  <a:pt x="40550" y="115446"/>
                  <a:pt x="45812" y="115560"/>
                </a:cubicBezTo>
                <a:lnTo>
                  <a:pt x="45812" y="118734"/>
                </a:lnTo>
                <a:lnTo>
                  <a:pt x="2059" y="118734"/>
                </a:lnTo>
                <a:lnTo>
                  <a:pt x="2059" y="115560"/>
                </a:lnTo>
                <a:cubicBezTo>
                  <a:pt x="7550" y="115446"/>
                  <a:pt x="11096" y="114974"/>
                  <a:pt x="12697" y="114145"/>
                </a:cubicBezTo>
                <a:cubicBezTo>
                  <a:pt x="14298" y="113315"/>
                  <a:pt x="15414" y="112200"/>
                  <a:pt x="16043" y="110799"/>
                </a:cubicBezTo>
                <a:cubicBezTo>
                  <a:pt x="16672" y="109398"/>
                  <a:pt x="16987" y="105208"/>
                  <a:pt x="16987" y="98230"/>
                </a:cubicBezTo>
                <a:lnTo>
                  <a:pt x="16987" y="35432"/>
                </a:lnTo>
                <a:cubicBezTo>
                  <a:pt x="16987" y="26967"/>
                  <a:pt x="16701" y="21533"/>
                  <a:pt x="16129" y="19131"/>
                </a:cubicBezTo>
                <a:cubicBezTo>
                  <a:pt x="15728" y="17301"/>
                  <a:pt x="14999" y="15957"/>
                  <a:pt x="13941" y="15099"/>
                </a:cubicBezTo>
                <a:cubicBezTo>
                  <a:pt x="12883" y="14241"/>
                  <a:pt x="11610" y="13812"/>
                  <a:pt x="10123" y="13812"/>
                </a:cubicBezTo>
                <a:cubicBezTo>
                  <a:pt x="8007" y="13812"/>
                  <a:pt x="5062" y="14699"/>
                  <a:pt x="1287" y="16472"/>
                </a:cubicBezTo>
                <a:lnTo>
                  <a:pt x="0" y="13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Text /y">
            <a:extLst xmlns:a="http://schemas.openxmlformats.org/drawingml/2006/main">
              <a:ext uri="{FF2B5EF4-FFF2-40B4-BE49-F238E27FC236}">
                <a16:creationId xmlns:a16="http://schemas.microsoft.com/office/drawing/2014/main" id="{55F65494-87D2-44F8-AD7E-85335942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4506" y="1821027"/>
            <a:ext cx="135408" cy="159914"/>
          </a:xfrm>
          <a:custGeom xmlns:a="http://schemas.openxmlformats.org/drawingml/2006/main">
            <a:pathLst>
              <a:path w="135408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8" y="43410"/>
                </a:moveTo>
                <a:lnTo>
                  <a:pt x="86250" y="43410"/>
                </a:lnTo>
                <a:lnTo>
                  <a:pt x="86250" y="46584"/>
                </a:lnTo>
                <a:lnTo>
                  <a:pt x="84449" y="46584"/>
                </a:lnTo>
                <a:cubicBezTo>
                  <a:pt x="81875" y="46584"/>
                  <a:pt x="79945" y="47142"/>
                  <a:pt x="78658" y="48257"/>
                </a:cubicBezTo>
                <a:cubicBezTo>
                  <a:pt x="77371" y="49373"/>
                  <a:pt x="76728" y="50760"/>
                  <a:pt x="76728" y="52418"/>
                </a:cubicBezTo>
                <a:cubicBezTo>
                  <a:pt x="76728" y="54649"/>
                  <a:pt x="77671" y="57737"/>
                  <a:pt x="79559" y="61684"/>
                </a:cubicBezTo>
                <a:lnTo>
                  <a:pt x="98690" y="101319"/>
                </a:lnTo>
                <a:lnTo>
                  <a:pt x="116277" y="57909"/>
                </a:lnTo>
                <a:cubicBezTo>
                  <a:pt x="117249" y="55564"/>
                  <a:pt x="117736" y="53247"/>
                  <a:pt x="117736" y="50960"/>
                </a:cubicBezTo>
                <a:cubicBezTo>
                  <a:pt x="117736" y="49930"/>
                  <a:pt x="117535" y="49158"/>
                  <a:pt x="117135" y="48643"/>
                </a:cubicBezTo>
                <a:cubicBezTo>
                  <a:pt x="116677" y="48014"/>
                  <a:pt x="115963" y="47514"/>
                  <a:pt x="114990" y="47142"/>
                </a:cubicBezTo>
                <a:cubicBezTo>
                  <a:pt x="114018" y="46770"/>
                  <a:pt x="112302" y="46584"/>
                  <a:pt x="109843" y="46584"/>
                </a:cubicBezTo>
                <a:lnTo>
                  <a:pt x="109843" y="43410"/>
                </a:lnTo>
                <a:lnTo>
                  <a:pt x="135408" y="43410"/>
                </a:lnTo>
                <a:lnTo>
                  <a:pt x="135408" y="46584"/>
                </a:lnTo>
                <a:cubicBezTo>
                  <a:pt x="133292" y="46813"/>
                  <a:pt x="131662" y="47271"/>
                  <a:pt x="130518" y="47957"/>
                </a:cubicBezTo>
                <a:cubicBezTo>
                  <a:pt x="129375" y="48643"/>
                  <a:pt x="128116" y="49930"/>
                  <a:pt x="126744" y="51818"/>
                </a:cubicBezTo>
                <a:cubicBezTo>
                  <a:pt x="126229" y="52618"/>
                  <a:pt x="125257" y="54820"/>
                  <a:pt x="123827" y="58424"/>
                </a:cubicBezTo>
                <a:lnTo>
                  <a:pt x="91827" y="136836"/>
                </a:lnTo>
                <a:cubicBezTo>
                  <a:pt x="88738" y="144443"/>
                  <a:pt x="84692" y="150191"/>
                  <a:pt x="79687" y="154080"/>
                </a:cubicBezTo>
                <a:cubicBezTo>
                  <a:pt x="74683" y="157969"/>
                  <a:pt x="69864" y="159914"/>
                  <a:pt x="65232" y="159914"/>
                </a:cubicBezTo>
                <a:cubicBezTo>
                  <a:pt x="61857" y="159914"/>
                  <a:pt x="59083" y="158953"/>
                  <a:pt x="56910" y="157032"/>
                </a:cubicBezTo>
                <a:cubicBezTo>
                  <a:pt x="54737" y="155111"/>
                  <a:pt x="53650" y="152907"/>
                  <a:pt x="53650" y="150421"/>
                </a:cubicBezTo>
                <a:cubicBezTo>
                  <a:pt x="53650" y="148047"/>
                  <a:pt x="54436" y="146133"/>
                  <a:pt x="56009" y="144678"/>
                </a:cubicBezTo>
                <a:cubicBezTo>
                  <a:pt x="57582" y="143225"/>
                  <a:pt x="59741" y="142499"/>
                  <a:pt x="62486" y="142499"/>
                </a:cubicBezTo>
                <a:cubicBezTo>
                  <a:pt x="64374" y="142499"/>
                  <a:pt x="66947" y="143128"/>
                  <a:pt x="70207" y="144386"/>
                </a:cubicBezTo>
                <a:cubicBezTo>
                  <a:pt x="72495" y="145244"/>
                  <a:pt x="73925" y="145673"/>
                  <a:pt x="74497" y="145673"/>
                </a:cubicBezTo>
                <a:cubicBezTo>
                  <a:pt x="76213" y="145673"/>
                  <a:pt x="78086" y="144780"/>
                  <a:pt x="80116" y="142995"/>
                </a:cubicBezTo>
                <a:cubicBezTo>
                  <a:pt x="82147" y="141211"/>
                  <a:pt x="84191" y="137758"/>
                  <a:pt x="86250" y="132635"/>
                </a:cubicBezTo>
                <a:lnTo>
                  <a:pt x="91827" y="118906"/>
                </a:lnTo>
                <a:lnTo>
                  <a:pt x="63602" y="59625"/>
                </a:lnTo>
                <a:cubicBezTo>
                  <a:pt x="62744" y="57852"/>
                  <a:pt x="61371" y="55650"/>
                  <a:pt x="59484" y="53019"/>
                </a:cubicBezTo>
                <a:cubicBezTo>
                  <a:pt x="58054" y="51017"/>
                  <a:pt x="56881" y="49673"/>
                  <a:pt x="55966" y="48987"/>
                </a:cubicBezTo>
                <a:cubicBezTo>
                  <a:pt x="54651" y="48071"/>
                  <a:pt x="52535" y="47271"/>
                  <a:pt x="49618" y="46584"/>
                </a:cubicBezTo>
                <a:lnTo>
                  <a:pt x="49618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Text 1">
            <a:extLst xmlns:a="http://schemas.openxmlformats.org/drawingml/2006/main">
              <a:ext uri="{FF2B5EF4-FFF2-40B4-BE49-F238E27FC236}">
                <a16:creationId xmlns:a16="http://schemas.microsoft.com/office/drawing/2014/main" id="{39F66C8B-F6EA-474A-A1EE-D695E50B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1555" y="1865283"/>
            <a:ext cx="45812" cy="118734"/>
          </a:xfrm>
          <a:custGeom xmlns:a="http://schemas.openxmlformats.org/drawingml/2006/main">
            <a:pathLst>
              <a:path w="45812" h="118734">
                <a:moveTo>
                  <a:pt x="0" y="13812"/>
                </a:moveTo>
                <a:lnTo>
                  <a:pt x="28311" y="0"/>
                </a:lnTo>
                <a:lnTo>
                  <a:pt x="31142" y="0"/>
                </a:lnTo>
                <a:lnTo>
                  <a:pt x="31142" y="98230"/>
                </a:lnTo>
                <a:cubicBezTo>
                  <a:pt x="31142" y="104751"/>
                  <a:pt x="31414" y="108811"/>
                  <a:pt x="31957" y="110413"/>
                </a:cubicBezTo>
                <a:cubicBezTo>
                  <a:pt x="32500" y="112014"/>
                  <a:pt x="33630" y="113244"/>
                  <a:pt x="35346" y="114102"/>
                </a:cubicBezTo>
                <a:cubicBezTo>
                  <a:pt x="37062" y="114960"/>
                  <a:pt x="40550" y="115446"/>
                  <a:pt x="45812" y="115560"/>
                </a:cubicBezTo>
                <a:lnTo>
                  <a:pt x="45812" y="118734"/>
                </a:lnTo>
                <a:lnTo>
                  <a:pt x="2059" y="118734"/>
                </a:lnTo>
                <a:lnTo>
                  <a:pt x="2059" y="115560"/>
                </a:lnTo>
                <a:cubicBezTo>
                  <a:pt x="7550" y="115446"/>
                  <a:pt x="11096" y="114974"/>
                  <a:pt x="12697" y="114145"/>
                </a:cubicBezTo>
                <a:cubicBezTo>
                  <a:pt x="14298" y="113315"/>
                  <a:pt x="15414" y="112200"/>
                  <a:pt x="16043" y="110799"/>
                </a:cubicBezTo>
                <a:cubicBezTo>
                  <a:pt x="16672" y="109398"/>
                  <a:pt x="16987" y="105208"/>
                  <a:pt x="16987" y="98230"/>
                </a:cubicBezTo>
                <a:lnTo>
                  <a:pt x="16987" y="35432"/>
                </a:lnTo>
                <a:cubicBezTo>
                  <a:pt x="16987" y="26967"/>
                  <a:pt x="16701" y="21533"/>
                  <a:pt x="16129" y="19131"/>
                </a:cubicBezTo>
                <a:cubicBezTo>
                  <a:pt x="15728" y="17301"/>
                  <a:pt x="14999" y="15957"/>
                  <a:pt x="13941" y="15099"/>
                </a:cubicBezTo>
                <a:cubicBezTo>
                  <a:pt x="12883" y="14241"/>
                  <a:pt x="11610" y="13812"/>
                  <a:pt x="10123" y="13812"/>
                </a:cubicBezTo>
                <a:cubicBezTo>
                  <a:pt x="8007" y="13812"/>
                  <a:pt x="5062" y="14699"/>
                  <a:pt x="1287" y="16472"/>
                </a:cubicBezTo>
                <a:lnTo>
                  <a:pt x="0" y="13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Text x">
            <a:extLst xmlns:a="http://schemas.openxmlformats.org/drawingml/2006/main">
              <a:ext uri="{FF2B5EF4-FFF2-40B4-BE49-F238E27FC236}">
                <a16:creationId xmlns:a16="http://schemas.microsoft.com/office/drawing/2014/main" id="{EF417414-E2B8-49D5-ACFA-A931482D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8523" y="1864437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Text 3">
            <a:extLst xmlns:a="http://schemas.openxmlformats.org/drawingml/2006/main">
              <a:ext uri="{FF2B5EF4-FFF2-40B4-BE49-F238E27FC236}">
                <a16:creationId xmlns:a16="http://schemas.microsoft.com/office/drawing/2014/main" id="{7661D7FF-F476-4AF3-97F6-A6308497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1178" y="1865283"/>
            <a:ext cx="66145" cy="120793"/>
          </a:xfrm>
          <a:custGeom xmlns:a="http://schemas.openxmlformats.org/drawingml/2006/main">
            <a:pathLst>
              <a:path w="66145" h="120793">
                <a:moveTo>
                  <a:pt x="1802" y="24450"/>
                </a:moveTo>
                <a:cubicBezTo>
                  <a:pt x="5119" y="16615"/>
                  <a:pt x="9308" y="10581"/>
                  <a:pt x="14370" y="6349"/>
                </a:cubicBezTo>
                <a:cubicBezTo>
                  <a:pt x="19432" y="2116"/>
                  <a:pt x="25737" y="0"/>
                  <a:pt x="33287" y="0"/>
                </a:cubicBezTo>
                <a:cubicBezTo>
                  <a:pt x="42609" y="0"/>
                  <a:pt x="49759" y="3027"/>
                  <a:pt x="54735" y="9080"/>
                </a:cubicBezTo>
                <a:cubicBezTo>
                  <a:pt x="58509" y="13593"/>
                  <a:pt x="60397" y="18420"/>
                  <a:pt x="60397" y="23560"/>
                </a:cubicBezTo>
                <a:cubicBezTo>
                  <a:pt x="60397" y="32012"/>
                  <a:pt x="55078" y="40751"/>
                  <a:pt x="44440" y="49775"/>
                </a:cubicBezTo>
                <a:cubicBezTo>
                  <a:pt x="51589" y="52581"/>
                  <a:pt x="56994" y="56589"/>
                  <a:pt x="60654" y="61799"/>
                </a:cubicBezTo>
                <a:cubicBezTo>
                  <a:pt x="64315" y="67007"/>
                  <a:pt x="66145" y="73132"/>
                  <a:pt x="66145" y="80174"/>
                </a:cubicBezTo>
                <a:cubicBezTo>
                  <a:pt x="66145" y="90251"/>
                  <a:pt x="62942" y="98982"/>
                  <a:pt x="56536" y="106367"/>
                </a:cubicBezTo>
                <a:cubicBezTo>
                  <a:pt x="48186" y="115985"/>
                  <a:pt x="36089" y="120793"/>
                  <a:pt x="20247" y="120793"/>
                </a:cubicBezTo>
                <a:cubicBezTo>
                  <a:pt x="12411" y="120793"/>
                  <a:pt x="7078" y="119821"/>
                  <a:pt x="4247" y="117877"/>
                </a:cubicBezTo>
                <a:cubicBezTo>
                  <a:pt x="1416" y="115932"/>
                  <a:pt x="0" y="113844"/>
                  <a:pt x="0" y="111614"/>
                </a:cubicBezTo>
                <a:cubicBezTo>
                  <a:pt x="0" y="109955"/>
                  <a:pt x="672" y="108497"/>
                  <a:pt x="2016" y="107239"/>
                </a:cubicBezTo>
                <a:cubicBezTo>
                  <a:pt x="3360" y="105980"/>
                  <a:pt x="4976" y="105351"/>
                  <a:pt x="6863" y="105351"/>
                </a:cubicBezTo>
                <a:cubicBezTo>
                  <a:pt x="8293" y="105351"/>
                  <a:pt x="9752" y="105580"/>
                  <a:pt x="11239" y="106037"/>
                </a:cubicBezTo>
                <a:cubicBezTo>
                  <a:pt x="12211" y="106323"/>
                  <a:pt x="14413" y="107367"/>
                  <a:pt x="17844" y="109169"/>
                </a:cubicBezTo>
                <a:cubicBezTo>
                  <a:pt x="21276" y="110970"/>
                  <a:pt x="23650" y="112043"/>
                  <a:pt x="24965" y="112386"/>
                </a:cubicBezTo>
                <a:cubicBezTo>
                  <a:pt x="27081" y="113015"/>
                  <a:pt x="29340" y="113330"/>
                  <a:pt x="31743" y="113330"/>
                </a:cubicBezTo>
                <a:cubicBezTo>
                  <a:pt x="37576" y="113330"/>
                  <a:pt x="42652" y="111067"/>
                  <a:pt x="46970" y="106541"/>
                </a:cubicBezTo>
                <a:cubicBezTo>
                  <a:pt x="51289" y="102016"/>
                  <a:pt x="53448" y="96659"/>
                  <a:pt x="53448" y="90472"/>
                </a:cubicBezTo>
                <a:cubicBezTo>
                  <a:pt x="53448" y="85946"/>
                  <a:pt x="52447" y="81535"/>
                  <a:pt x="50445" y="77239"/>
                </a:cubicBezTo>
                <a:cubicBezTo>
                  <a:pt x="48958" y="74030"/>
                  <a:pt x="47328" y="71596"/>
                  <a:pt x="45555" y="69936"/>
                </a:cubicBezTo>
                <a:cubicBezTo>
                  <a:pt x="43096" y="67642"/>
                  <a:pt x="39721" y="65566"/>
                  <a:pt x="35432" y="63705"/>
                </a:cubicBezTo>
                <a:cubicBezTo>
                  <a:pt x="31142" y="61843"/>
                  <a:pt x="26767" y="60911"/>
                  <a:pt x="22306" y="60911"/>
                </a:cubicBezTo>
                <a:lnTo>
                  <a:pt x="19560" y="60911"/>
                </a:lnTo>
                <a:lnTo>
                  <a:pt x="19560" y="58338"/>
                </a:lnTo>
                <a:cubicBezTo>
                  <a:pt x="24079" y="57766"/>
                  <a:pt x="28611" y="56136"/>
                  <a:pt x="33158" y="53448"/>
                </a:cubicBezTo>
                <a:cubicBezTo>
                  <a:pt x="37705" y="50760"/>
                  <a:pt x="41008" y="47528"/>
                  <a:pt x="43067" y="43753"/>
                </a:cubicBezTo>
                <a:cubicBezTo>
                  <a:pt x="45126" y="39979"/>
                  <a:pt x="46155" y="35832"/>
                  <a:pt x="46155" y="31314"/>
                </a:cubicBezTo>
                <a:cubicBezTo>
                  <a:pt x="46155" y="25423"/>
                  <a:pt x="44311" y="20661"/>
                  <a:pt x="40622" y="17029"/>
                </a:cubicBezTo>
                <a:cubicBezTo>
                  <a:pt x="36933" y="13398"/>
                  <a:pt x="32343" y="11582"/>
                  <a:pt x="26853" y="11582"/>
                </a:cubicBezTo>
                <a:cubicBezTo>
                  <a:pt x="17987" y="11582"/>
                  <a:pt x="10581" y="16329"/>
                  <a:pt x="4633" y="25823"/>
                </a:cubicBezTo>
                <a:lnTo>
                  <a:pt x="1802" y="24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Text /y">
            <a:extLst xmlns:a="http://schemas.openxmlformats.org/drawingml/2006/main">
              <a:ext uri="{FF2B5EF4-FFF2-40B4-BE49-F238E27FC236}">
                <a16:creationId xmlns:a16="http://schemas.microsoft.com/office/drawing/2014/main" id="{D33872F6-B809-4FE2-8643-BE8C9674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64" y="1821027"/>
            <a:ext cx="135408" cy="159914"/>
          </a:xfrm>
          <a:custGeom xmlns:a="http://schemas.openxmlformats.org/drawingml/2006/main">
            <a:pathLst>
              <a:path w="135408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7" y="43410"/>
                </a:moveTo>
                <a:lnTo>
                  <a:pt x="86249" y="43410"/>
                </a:lnTo>
                <a:lnTo>
                  <a:pt x="86249" y="46584"/>
                </a:lnTo>
                <a:lnTo>
                  <a:pt x="84448" y="46584"/>
                </a:lnTo>
                <a:cubicBezTo>
                  <a:pt x="81874" y="46584"/>
                  <a:pt x="79944" y="47142"/>
                  <a:pt x="78657" y="48257"/>
                </a:cubicBezTo>
                <a:cubicBezTo>
                  <a:pt x="77370" y="49373"/>
                  <a:pt x="76727" y="50760"/>
                  <a:pt x="76727" y="52418"/>
                </a:cubicBezTo>
                <a:cubicBezTo>
                  <a:pt x="76727" y="54649"/>
                  <a:pt x="77670" y="57737"/>
                  <a:pt x="79558" y="61684"/>
                </a:cubicBezTo>
                <a:lnTo>
                  <a:pt x="98689" y="101319"/>
                </a:lnTo>
                <a:lnTo>
                  <a:pt x="116276" y="57909"/>
                </a:lnTo>
                <a:cubicBezTo>
                  <a:pt x="117249" y="55564"/>
                  <a:pt x="117735" y="53247"/>
                  <a:pt x="117735" y="50960"/>
                </a:cubicBezTo>
                <a:cubicBezTo>
                  <a:pt x="117735" y="49930"/>
                  <a:pt x="117535" y="49158"/>
                  <a:pt x="117134" y="48643"/>
                </a:cubicBezTo>
                <a:cubicBezTo>
                  <a:pt x="116677" y="48014"/>
                  <a:pt x="115962" y="47514"/>
                  <a:pt x="114989" y="47142"/>
                </a:cubicBezTo>
                <a:cubicBezTo>
                  <a:pt x="114017" y="46770"/>
                  <a:pt x="112301" y="46584"/>
                  <a:pt x="109842" y="46584"/>
                </a:cubicBezTo>
                <a:lnTo>
                  <a:pt x="109842" y="43410"/>
                </a:lnTo>
                <a:lnTo>
                  <a:pt x="135408" y="43410"/>
                </a:lnTo>
                <a:lnTo>
                  <a:pt x="135408" y="46584"/>
                </a:lnTo>
                <a:cubicBezTo>
                  <a:pt x="133291" y="46813"/>
                  <a:pt x="131661" y="47271"/>
                  <a:pt x="130518" y="47957"/>
                </a:cubicBezTo>
                <a:cubicBezTo>
                  <a:pt x="129374" y="48643"/>
                  <a:pt x="128115" y="49930"/>
                  <a:pt x="126743" y="51818"/>
                </a:cubicBezTo>
                <a:cubicBezTo>
                  <a:pt x="126228" y="52618"/>
                  <a:pt x="125256" y="54820"/>
                  <a:pt x="123826" y="58424"/>
                </a:cubicBezTo>
                <a:lnTo>
                  <a:pt x="91826" y="136836"/>
                </a:lnTo>
                <a:cubicBezTo>
                  <a:pt x="88737" y="144443"/>
                  <a:pt x="84691" y="150191"/>
                  <a:pt x="79686" y="154080"/>
                </a:cubicBezTo>
                <a:cubicBezTo>
                  <a:pt x="74682" y="157969"/>
                  <a:pt x="69863" y="159914"/>
                  <a:pt x="65231" y="159914"/>
                </a:cubicBezTo>
                <a:cubicBezTo>
                  <a:pt x="61856" y="159914"/>
                  <a:pt x="59082" y="158953"/>
                  <a:pt x="56909" y="157032"/>
                </a:cubicBezTo>
                <a:cubicBezTo>
                  <a:pt x="54736" y="155111"/>
                  <a:pt x="53649" y="152907"/>
                  <a:pt x="53649" y="150421"/>
                </a:cubicBezTo>
                <a:cubicBezTo>
                  <a:pt x="53649" y="148047"/>
                  <a:pt x="54435" y="146133"/>
                  <a:pt x="56008" y="144678"/>
                </a:cubicBezTo>
                <a:cubicBezTo>
                  <a:pt x="57581" y="143225"/>
                  <a:pt x="59740" y="142499"/>
                  <a:pt x="62485" y="142499"/>
                </a:cubicBezTo>
                <a:cubicBezTo>
                  <a:pt x="64373" y="142499"/>
                  <a:pt x="66947" y="143128"/>
                  <a:pt x="70207" y="144386"/>
                </a:cubicBezTo>
                <a:cubicBezTo>
                  <a:pt x="72494" y="145244"/>
                  <a:pt x="73924" y="145673"/>
                  <a:pt x="74496" y="145673"/>
                </a:cubicBezTo>
                <a:cubicBezTo>
                  <a:pt x="76212" y="145673"/>
                  <a:pt x="78085" y="144780"/>
                  <a:pt x="80115" y="142995"/>
                </a:cubicBezTo>
                <a:cubicBezTo>
                  <a:pt x="82146" y="141211"/>
                  <a:pt x="84190" y="137758"/>
                  <a:pt x="86249" y="132635"/>
                </a:cubicBezTo>
                <a:lnTo>
                  <a:pt x="91826" y="118906"/>
                </a:lnTo>
                <a:lnTo>
                  <a:pt x="63601" y="59625"/>
                </a:lnTo>
                <a:cubicBezTo>
                  <a:pt x="62743" y="57852"/>
                  <a:pt x="61370" y="55650"/>
                  <a:pt x="59483" y="53019"/>
                </a:cubicBezTo>
                <a:cubicBezTo>
                  <a:pt x="58053" y="51017"/>
                  <a:pt x="56880" y="49673"/>
                  <a:pt x="55965" y="48987"/>
                </a:cubicBezTo>
                <a:cubicBezTo>
                  <a:pt x="54650" y="48071"/>
                  <a:pt x="52534" y="47271"/>
                  <a:pt x="49617" y="46584"/>
                </a:cubicBezTo>
                <a:lnTo>
                  <a:pt x="49617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Text 3">
            <a:extLst xmlns:a="http://schemas.openxmlformats.org/drawingml/2006/main">
              <a:ext uri="{FF2B5EF4-FFF2-40B4-BE49-F238E27FC236}">
                <a16:creationId xmlns:a16="http://schemas.microsoft.com/office/drawing/2014/main" id="{D84B331C-5B17-4A56-A58C-95844EB1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743" y="1865283"/>
            <a:ext cx="66145" cy="120793"/>
          </a:xfrm>
          <a:custGeom xmlns:a="http://schemas.openxmlformats.org/drawingml/2006/main">
            <a:pathLst>
              <a:path w="66145" h="120793">
                <a:moveTo>
                  <a:pt x="1802" y="24450"/>
                </a:moveTo>
                <a:cubicBezTo>
                  <a:pt x="5119" y="16615"/>
                  <a:pt x="9308" y="10581"/>
                  <a:pt x="14370" y="6349"/>
                </a:cubicBezTo>
                <a:cubicBezTo>
                  <a:pt x="19432" y="2116"/>
                  <a:pt x="25737" y="0"/>
                  <a:pt x="33287" y="0"/>
                </a:cubicBezTo>
                <a:cubicBezTo>
                  <a:pt x="42609" y="0"/>
                  <a:pt x="49759" y="3027"/>
                  <a:pt x="54735" y="9080"/>
                </a:cubicBezTo>
                <a:cubicBezTo>
                  <a:pt x="58509" y="13593"/>
                  <a:pt x="60397" y="18420"/>
                  <a:pt x="60397" y="23560"/>
                </a:cubicBezTo>
                <a:cubicBezTo>
                  <a:pt x="60397" y="32012"/>
                  <a:pt x="55078" y="40751"/>
                  <a:pt x="44440" y="49775"/>
                </a:cubicBezTo>
                <a:cubicBezTo>
                  <a:pt x="51589" y="52581"/>
                  <a:pt x="56994" y="56589"/>
                  <a:pt x="60654" y="61799"/>
                </a:cubicBezTo>
                <a:cubicBezTo>
                  <a:pt x="64315" y="67007"/>
                  <a:pt x="66145" y="73132"/>
                  <a:pt x="66145" y="80174"/>
                </a:cubicBezTo>
                <a:cubicBezTo>
                  <a:pt x="66145" y="90251"/>
                  <a:pt x="62942" y="98982"/>
                  <a:pt x="56536" y="106367"/>
                </a:cubicBezTo>
                <a:cubicBezTo>
                  <a:pt x="48186" y="115985"/>
                  <a:pt x="36089" y="120793"/>
                  <a:pt x="20247" y="120793"/>
                </a:cubicBezTo>
                <a:cubicBezTo>
                  <a:pt x="12411" y="120793"/>
                  <a:pt x="7078" y="119821"/>
                  <a:pt x="4247" y="117877"/>
                </a:cubicBezTo>
                <a:cubicBezTo>
                  <a:pt x="1416" y="115932"/>
                  <a:pt x="0" y="113844"/>
                  <a:pt x="0" y="111614"/>
                </a:cubicBezTo>
                <a:cubicBezTo>
                  <a:pt x="0" y="109955"/>
                  <a:pt x="672" y="108497"/>
                  <a:pt x="2016" y="107239"/>
                </a:cubicBezTo>
                <a:cubicBezTo>
                  <a:pt x="3360" y="105980"/>
                  <a:pt x="4976" y="105351"/>
                  <a:pt x="6863" y="105351"/>
                </a:cubicBezTo>
                <a:cubicBezTo>
                  <a:pt x="8293" y="105351"/>
                  <a:pt x="9752" y="105580"/>
                  <a:pt x="11239" y="106037"/>
                </a:cubicBezTo>
                <a:cubicBezTo>
                  <a:pt x="12211" y="106323"/>
                  <a:pt x="14413" y="107367"/>
                  <a:pt x="17844" y="109169"/>
                </a:cubicBezTo>
                <a:cubicBezTo>
                  <a:pt x="21276" y="110970"/>
                  <a:pt x="23650" y="112043"/>
                  <a:pt x="24965" y="112386"/>
                </a:cubicBezTo>
                <a:cubicBezTo>
                  <a:pt x="27081" y="113015"/>
                  <a:pt x="29340" y="113330"/>
                  <a:pt x="31743" y="113330"/>
                </a:cubicBezTo>
                <a:cubicBezTo>
                  <a:pt x="37576" y="113330"/>
                  <a:pt x="42652" y="111067"/>
                  <a:pt x="46970" y="106541"/>
                </a:cubicBezTo>
                <a:cubicBezTo>
                  <a:pt x="51289" y="102016"/>
                  <a:pt x="53448" y="96659"/>
                  <a:pt x="53448" y="90472"/>
                </a:cubicBezTo>
                <a:cubicBezTo>
                  <a:pt x="53448" y="85946"/>
                  <a:pt x="52447" y="81535"/>
                  <a:pt x="50445" y="77239"/>
                </a:cubicBezTo>
                <a:cubicBezTo>
                  <a:pt x="48958" y="74030"/>
                  <a:pt x="47328" y="71596"/>
                  <a:pt x="45555" y="69936"/>
                </a:cubicBezTo>
                <a:cubicBezTo>
                  <a:pt x="43096" y="67642"/>
                  <a:pt x="39721" y="65566"/>
                  <a:pt x="35432" y="63705"/>
                </a:cubicBezTo>
                <a:cubicBezTo>
                  <a:pt x="31142" y="61843"/>
                  <a:pt x="26767" y="60911"/>
                  <a:pt x="22306" y="60911"/>
                </a:cubicBezTo>
                <a:lnTo>
                  <a:pt x="19560" y="60911"/>
                </a:lnTo>
                <a:lnTo>
                  <a:pt x="19560" y="58338"/>
                </a:lnTo>
                <a:cubicBezTo>
                  <a:pt x="24079" y="57766"/>
                  <a:pt x="28611" y="56136"/>
                  <a:pt x="33158" y="53448"/>
                </a:cubicBezTo>
                <a:cubicBezTo>
                  <a:pt x="37705" y="50760"/>
                  <a:pt x="41008" y="47528"/>
                  <a:pt x="43067" y="43753"/>
                </a:cubicBezTo>
                <a:cubicBezTo>
                  <a:pt x="45126" y="39979"/>
                  <a:pt x="46155" y="35832"/>
                  <a:pt x="46155" y="31314"/>
                </a:cubicBezTo>
                <a:cubicBezTo>
                  <a:pt x="46155" y="25423"/>
                  <a:pt x="44311" y="20661"/>
                  <a:pt x="40622" y="17029"/>
                </a:cubicBezTo>
                <a:cubicBezTo>
                  <a:pt x="36933" y="13398"/>
                  <a:pt x="32343" y="11582"/>
                  <a:pt x="26853" y="11582"/>
                </a:cubicBezTo>
                <a:cubicBezTo>
                  <a:pt x="17987" y="11582"/>
                  <a:pt x="10581" y="16329"/>
                  <a:pt x="4633" y="25823"/>
                </a:cubicBezTo>
                <a:lnTo>
                  <a:pt x="1802" y="24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0DBA53-04F3-4938-9B94-510326F0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3128" y="1411999"/>
            <a:ext cx="452192" cy="277137"/>
          </a:xfrm>
          <a:custGeom xmlns:a="http://schemas.openxmlformats.org/drawingml/2006/main">
            <a:pathLst>
              <a:path w="452192" h="277137" fill="none">
                <a:moveTo>
                  <a:pt x="0" y="0"/>
                </a:moveTo>
                <a:lnTo>
                  <a:pt x="452192" y="277137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0BDFEC-430A-4B5D-ACB3-69514F5B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876" y="1666295"/>
            <a:ext cx="45682" cy="38888"/>
          </a:xfrm>
          <a:custGeom xmlns:a="http://schemas.openxmlformats.org/drawingml/2006/main">
            <a:pathLst>
              <a:path w="45682" h="38888">
                <a:moveTo>
                  <a:pt x="45682" y="38888"/>
                </a:moveTo>
                <a:lnTo>
                  <a:pt x="0" y="34906"/>
                </a:lnTo>
                <a:lnTo>
                  <a:pt x="19444" y="22841"/>
                </a:lnTo>
                <a:lnTo>
                  <a:pt x="21435" y="0"/>
                </a:lnTo>
                <a:lnTo>
                  <a:pt x="45682" y="388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BB051C-A551-48A4-A9B3-659B3C6A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5876" y="1666295"/>
            <a:ext cx="45682" cy="38888"/>
          </a:xfrm>
          <a:custGeom xmlns:a="http://schemas.openxmlformats.org/drawingml/2006/main">
            <a:pathLst>
              <a:path w="45682" h="38888" fill="none">
                <a:moveTo>
                  <a:pt x="45682" y="38888"/>
                </a:moveTo>
                <a:lnTo>
                  <a:pt x="0" y="34906"/>
                </a:lnTo>
                <a:lnTo>
                  <a:pt x="19444" y="22841"/>
                </a:lnTo>
                <a:lnTo>
                  <a:pt x="21435" y="0"/>
                </a:lnTo>
                <a:lnTo>
                  <a:pt x="45682" y="388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9B2D79-A852-4E2C-AD29-76E1F4A6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5999" y="1307633"/>
            <a:ext cx="1028604" cy="1113"/>
          </a:xfrm>
          <a:custGeom xmlns:a="http://schemas.openxmlformats.org/drawingml/2006/main">
            <a:pathLst>
              <a:path w="1028604" h="1113" fill="none">
                <a:moveTo>
                  <a:pt x="0" y="820"/>
                </a:moveTo>
                <a:lnTo>
                  <a:pt x="532955" y="1113"/>
                </a:lnTo>
                <a:lnTo>
                  <a:pt x="10286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70E9B7-3D2B-4D61-A0A9-7BBF523F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4295" y="1287194"/>
            <a:ext cx="41055" cy="40997"/>
          </a:xfrm>
          <a:custGeom xmlns:a="http://schemas.openxmlformats.org/drawingml/2006/main">
            <a:pathLst>
              <a:path w="41055" h="40997">
                <a:moveTo>
                  <a:pt x="41055" y="20381"/>
                </a:moveTo>
                <a:lnTo>
                  <a:pt x="117" y="40997"/>
                </a:lnTo>
                <a:lnTo>
                  <a:pt x="10308" y="20440"/>
                </a:lnTo>
                <a:lnTo>
                  <a:pt x="0" y="0"/>
                </a:lnTo>
                <a:lnTo>
                  <a:pt x="41055" y="203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B1CD14-E7C6-430D-A769-5132E4DB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4295" y="1287194"/>
            <a:ext cx="41055" cy="40997"/>
          </a:xfrm>
          <a:custGeom xmlns:a="http://schemas.openxmlformats.org/drawingml/2006/main">
            <a:pathLst>
              <a:path w="41055" h="40997" fill="none">
                <a:moveTo>
                  <a:pt x="41055" y="20381"/>
                </a:moveTo>
                <a:lnTo>
                  <a:pt x="117" y="40997"/>
                </a:lnTo>
                <a:lnTo>
                  <a:pt x="10308" y="20440"/>
                </a:lnTo>
                <a:lnTo>
                  <a:pt x="0" y="0"/>
                </a:lnTo>
                <a:lnTo>
                  <a:pt x="41055" y="2038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99A084-564B-46AD-A994-90921892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3128" y="1013571"/>
            <a:ext cx="328792" cy="191337"/>
          </a:xfrm>
          <a:custGeom xmlns:a="http://schemas.openxmlformats.org/drawingml/2006/main">
            <a:pathLst>
              <a:path w="328792" h="191337" fill="none">
                <a:moveTo>
                  <a:pt x="0" y="191337"/>
                </a:moveTo>
                <a:lnTo>
                  <a:pt x="3287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A27D21-C9B5-4DE2-A122-E207903F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769" y="998109"/>
            <a:ext cx="45740" cy="38361"/>
          </a:xfrm>
          <a:custGeom xmlns:a="http://schemas.openxmlformats.org/drawingml/2006/main">
            <a:pathLst>
              <a:path w="45740" h="38361">
                <a:moveTo>
                  <a:pt x="45740" y="0"/>
                </a:moveTo>
                <a:lnTo>
                  <a:pt x="20615" y="38361"/>
                </a:lnTo>
                <a:lnTo>
                  <a:pt x="19151" y="15462"/>
                </a:lnTo>
                <a:lnTo>
                  <a:pt x="0" y="2928"/>
                </a:lnTo>
                <a:lnTo>
                  <a:pt x="4574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348E2C-6A17-4195-877A-ACEE8C92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769" y="998109"/>
            <a:ext cx="45740" cy="38361"/>
          </a:xfrm>
          <a:custGeom xmlns:a="http://schemas.openxmlformats.org/drawingml/2006/main">
            <a:pathLst>
              <a:path w="45740" h="38361" fill="none">
                <a:moveTo>
                  <a:pt x="45740" y="0"/>
                </a:moveTo>
                <a:lnTo>
                  <a:pt x="20615" y="38361"/>
                </a:lnTo>
                <a:lnTo>
                  <a:pt x="19151" y="15462"/>
                </a:lnTo>
                <a:lnTo>
                  <a:pt x="0" y="2928"/>
                </a:lnTo>
                <a:lnTo>
                  <a:pt x="4574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4552BE-DBB2-4EED-9F8D-174E1CB8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3166" y="1162037"/>
            <a:ext cx="292834" cy="292833"/>
          </a:xfrm>
          <a:custGeom xmlns:a="http://schemas.openxmlformats.org/drawingml/2006/main">
            <a:pathLst>
              <a:path w="292834" h="292833">
                <a:moveTo>
                  <a:pt x="292833" y="146416"/>
                </a:moveTo>
                <a:cubicBezTo>
                  <a:pt x="292834" y="151212"/>
                  <a:pt x="292600" y="155995"/>
                  <a:pt x="292130" y="160768"/>
                </a:cubicBezTo>
                <a:cubicBezTo>
                  <a:pt x="291659" y="165540"/>
                  <a:pt x="290956" y="170277"/>
                  <a:pt x="290019" y="174981"/>
                </a:cubicBezTo>
                <a:cubicBezTo>
                  <a:pt x="289084" y="179684"/>
                  <a:pt x="287920" y="184330"/>
                  <a:pt x="286527" y="188919"/>
                </a:cubicBezTo>
                <a:cubicBezTo>
                  <a:pt x="285136" y="193507"/>
                  <a:pt x="283523" y="198017"/>
                  <a:pt x="281687" y="202447"/>
                </a:cubicBezTo>
                <a:cubicBezTo>
                  <a:pt x="279853" y="206878"/>
                  <a:pt x="277807" y="211207"/>
                  <a:pt x="275546" y="215436"/>
                </a:cubicBezTo>
                <a:cubicBezTo>
                  <a:pt x="273285" y="219665"/>
                  <a:pt x="270822" y="223773"/>
                  <a:pt x="268157" y="227761"/>
                </a:cubicBezTo>
                <a:cubicBezTo>
                  <a:pt x="265493" y="231748"/>
                  <a:pt x="262640" y="235595"/>
                  <a:pt x="259599" y="239302"/>
                </a:cubicBezTo>
                <a:cubicBezTo>
                  <a:pt x="256557" y="243009"/>
                  <a:pt x="253339" y="246557"/>
                  <a:pt x="249949" y="249948"/>
                </a:cubicBezTo>
                <a:cubicBezTo>
                  <a:pt x="246557" y="253339"/>
                  <a:pt x="243008" y="256556"/>
                  <a:pt x="239302" y="259598"/>
                </a:cubicBezTo>
                <a:cubicBezTo>
                  <a:pt x="235596" y="262640"/>
                  <a:pt x="231748" y="265493"/>
                  <a:pt x="227761" y="268157"/>
                </a:cubicBezTo>
                <a:cubicBezTo>
                  <a:pt x="223773" y="270821"/>
                  <a:pt x="219665" y="273283"/>
                  <a:pt x="215437" y="275544"/>
                </a:cubicBezTo>
                <a:cubicBezTo>
                  <a:pt x="211207" y="277804"/>
                  <a:pt x="206878" y="279852"/>
                  <a:pt x="202447" y="281687"/>
                </a:cubicBezTo>
                <a:cubicBezTo>
                  <a:pt x="198017" y="283522"/>
                  <a:pt x="193507" y="285136"/>
                  <a:pt x="188917" y="286528"/>
                </a:cubicBezTo>
                <a:cubicBezTo>
                  <a:pt x="184329" y="287920"/>
                  <a:pt x="179682" y="289084"/>
                  <a:pt x="174979" y="290019"/>
                </a:cubicBezTo>
                <a:cubicBezTo>
                  <a:pt x="170276" y="290955"/>
                  <a:pt x="165539" y="291658"/>
                  <a:pt x="160768" y="292128"/>
                </a:cubicBezTo>
                <a:cubicBezTo>
                  <a:pt x="155997" y="292598"/>
                  <a:pt x="151212" y="292833"/>
                  <a:pt x="146416" y="292833"/>
                </a:cubicBezTo>
                <a:cubicBezTo>
                  <a:pt x="141621" y="292833"/>
                  <a:pt x="136837" y="292598"/>
                  <a:pt x="132064" y="292128"/>
                </a:cubicBezTo>
                <a:cubicBezTo>
                  <a:pt x="127293" y="291658"/>
                  <a:pt x="122554" y="290955"/>
                  <a:pt x="117851" y="290019"/>
                </a:cubicBezTo>
                <a:cubicBezTo>
                  <a:pt x="113149" y="289084"/>
                  <a:pt x="108502" y="287920"/>
                  <a:pt x="103913" y="286528"/>
                </a:cubicBezTo>
                <a:cubicBezTo>
                  <a:pt x="99323" y="285136"/>
                  <a:pt x="94813" y="283522"/>
                  <a:pt x="90384" y="281687"/>
                </a:cubicBezTo>
                <a:cubicBezTo>
                  <a:pt x="85954" y="279852"/>
                  <a:pt x="81624" y="277804"/>
                  <a:pt x="77395" y="275544"/>
                </a:cubicBezTo>
                <a:cubicBezTo>
                  <a:pt x="73167" y="273283"/>
                  <a:pt x="69058" y="270821"/>
                  <a:pt x="65070" y="268157"/>
                </a:cubicBezTo>
                <a:cubicBezTo>
                  <a:pt x="61082" y="265493"/>
                  <a:pt x="57236" y="262640"/>
                  <a:pt x="53531" y="259598"/>
                </a:cubicBezTo>
                <a:cubicBezTo>
                  <a:pt x="49823" y="256555"/>
                  <a:pt x="46275" y="253339"/>
                  <a:pt x="42884" y="249948"/>
                </a:cubicBezTo>
                <a:cubicBezTo>
                  <a:pt x="39494" y="246557"/>
                  <a:pt x="36278" y="243009"/>
                  <a:pt x="33236" y="239302"/>
                </a:cubicBezTo>
                <a:cubicBezTo>
                  <a:pt x="30193" y="235595"/>
                  <a:pt x="27339" y="231748"/>
                  <a:pt x="24674" y="227761"/>
                </a:cubicBezTo>
                <a:cubicBezTo>
                  <a:pt x="22009" y="223773"/>
                  <a:pt x="19550" y="219665"/>
                  <a:pt x="17289" y="215436"/>
                </a:cubicBezTo>
                <a:cubicBezTo>
                  <a:pt x="15028" y="211207"/>
                  <a:pt x="12978" y="206878"/>
                  <a:pt x="11145" y="202447"/>
                </a:cubicBezTo>
                <a:cubicBezTo>
                  <a:pt x="9310" y="198017"/>
                  <a:pt x="7696" y="193507"/>
                  <a:pt x="6305" y="188919"/>
                </a:cubicBezTo>
                <a:cubicBezTo>
                  <a:pt x="4913" y="184330"/>
                  <a:pt x="3749" y="179684"/>
                  <a:pt x="2813" y="174981"/>
                </a:cubicBezTo>
                <a:cubicBezTo>
                  <a:pt x="1878" y="170277"/>
                  <a:pt x="1176" y="165540"/>
                  <a:pt x="705" y="160768"/>
                </a:cubicBezTo>
                <a:cubicBezTo>
                  <a:pt x="234" y="155995"/>
                  <a:pt x="0" y="151212"/>
                  <a:pt x="0" y="146416"/>
                </a:cubicBezTo>
                <a:cubicBezTo>
                  <a:pt x="0" y="141621"/>
                  <a:pt x="234" y="136837"/>
                  <a:pt x="705" y="132065"/>
                </a:cubicBezTo>
                <a:cubicBezTo>
                  <a:pt x="1176" y="127293"/>
                  <a:pt x="1878" y="122555"/>
                  <a:pt x="2813" y="117852"/>
                </a:cubicBezTo>
                <a:cubicBezTo>
                  <a:pt x="3749" y="113149"/>
                  <a:pt x="4913" y="108503"/>
                  <a:pt x="6305" y="103914"/>
                </a:cubicBezTo>
                <a:cubicBezTo>
                  <a:pt x="7696" y="99325"/>
                  <a:pt x="9310" y="94816"/>
                  <a:pt x="11145" y="90385"/>
                </a:cubicBezTo>
                <a:cubicBezTo>
                  <a:pt x="12978" y="85955"/>
                  <a:pt x="15028" y="81625"/>
                  <a:pt x="17289" y="77396"/>
                </a:cubicBezTo>
                <a:cubicBezTo>
                  <a:pt x="19550" y="73167"/>
                  <a:pt x="22009" y="69059"/>
                  <a:pt x="24674" y="65072"/>
                </a:cubicBezTo>
                <a:cubicBezTo>
                  <a:pt x="27339" y="61084"/>
                  <a:pt x="30193" y="57238"/>
                  <a:pt x="33236" y="53531"/>
                </a:cubicBezTo>
                <a:cubicBezTo>
                  <a:pt x="36278" y="49824"/>
                  <a:pt x="39494" y="46275"/>
                  <a:pt x="42884" y="42884"/>
                </a:cubicBezTo>
                <a:cubicBezTo>
                  <a:pt x="46275" y="39494"/>
                  <a:pt x="49823" y="36277"/>
                  <a:pt x="53531" y="33235"/>
                </a:cubicBezTo>
                <a:cubicBezTo>
                  <a:pt x="57236" y="30193"/>
                  <a:pt x="61082" y="27340"/>
                  <a:pt x="65070" y="24675"/>
                </a:cubicBezTo>
                <a:cubicBezTo>
                  <a:pt x="69058" y="22011"/>
                  <a:pt x="73167" y="19549"/>
                  <a:pt x="77395" y="17289"/>
                </a:cubicBezTo>
                <a:cubicBezTo>
                  <a:pt x="81624" y="15028"/>
                  <a:pt x="85954" y="12980"/>
                  <a:pt x="90384" y="11145"/>
                </a:cubicBezTo>
                <a:cubicBezTo>
                  <a:pt x="94813" y="9310"/>
                  <a:pt x="99323" y="7697"/>
                  <a:pt x="103913" y="6305"/>
                </a:cubicBezTo>
                <a:cubicBezTo>
                  <a:pt x="108502" y="4913"/>
                  <a:pt x="113149" y="3749"/>
                  <a:pt x="117851" y="2813"/>
                </a:cubicBezTo>
                <a:cubicBezTo>
                  <a:pt x="122554" y="1878"/>
                  <a:pt x="127293" y="1175"/>
                  <a:pt x="132064" y="705"/>
                </a:cubicBezTo>
                <a:cubicBezTo>
                  <a:pt x="136837" y="235"/>
                  <a:pt x="141621" y="0"/>
                  <a:pt x="146416" y="0"/>
                </a:cubicBezTo>
                <a:cubicBezTo>
                  <a:pt x="151212" y="0"/>
                  <a:pt x="155997" y="235"/>
                  <a:pt x="160768" y="705"/>
                </a:cubicBezTo>
                <a:cubicBezTo>
                  <a:pt x="165539" y="1175"/>
                  <a:pt x="170276" y="1878"/>
                  <a:pt x="174979" y="2813"/>
                </a:cubicBezTo>
                <a:cubicBezTo>
                  <a:pt x="179682" y="3749"/>
                  <a:pt x="184329" y="4913"/>
                  <a:pt x="188917" y="6305"/>
                </a:cubicBezTo>
                <a:cubicBezTo>
                  <a:pt x="193507" y="7697"/>
                  <a:pt x="198017" y="9310"/>
                  <a:pt x="202447" y="11145"/>
                </a:cubicBezTo>
                <a:cubicBezTo>
                  <a:pt x="206878" y="12980"/>
                  <a:pt x="211207" y="15028"/>
                  <a:pt x="215437" y="17289"/>
                </a:cubicBezTo>
                <a:cubicBezTo>
                  <a:pt x="219665" y="19549"/>
                  <a:pt x="223773" y="22011"/>
                  <a:pt x="227761" y="24675"/>
                </a:cubicBezTo>
                <a:cubicBezTo>
                  <a:pt x="231748" y="27340"/>
                  <a:pt x="235596" y="30193"/>
                  <a:pt x="239302" y="33235"/>
                </a:cubicBezTo>
                <a:cubicBezTo>
                  <a:pt x="243008" y="36277"/>
                  <a:pt x="246557" y="39494"/>
                  <a:pt x="249949" y="42884"/>
                </a:cubicBezTo>
                <a:cubicBezTo>
                  <a:pt x="253339" y="46275"/>
                  <a:pt x="256557" y="49824"/>
                  <a:pt x="259599" y="53531"/>
                </a:cubicBezTo>
                <a:cubicBezTo>
                  <a:pt x="262640" y="57238"/>
                  <a:pt x="265493" y="61084"/>
                  <a:pt x="268157" y="65072"/>
                </a:cubicBezTo>
                <a:cubicBezTo>
                  <a:pt x="270822" y="69059"/>
                  <a:pt x="273283" y="73167"/>
                  <a:pt x="275544" y="77396"/>
                </a:cubicBezTo>
                <a:cubicBezTo>
                  <a:pt x="277804" y="81625"/>
                  <a:pt x="279853" y="85955"/>
                  <a:pt x="281687" y="90385"/>
                </a:cubicBezTo>
                <a:cubicBezTo>
                  <a:pt x="283523" y="94816"/>
                  <a:pt x="285136" y="99325"/>
                  <a:pt x="286527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6" y="122555"/>
                  <a:pt x="291659" y="127293"/>
                  <a:pt x="292130" y="132065"/>
                </a:cubicBezTo>
                <a:cubicBezTo>
                  <a:pt x="292600" y="136837"/>
                  <a:pt x="292834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387FCB-FD15-49AC-8CD7-E8BBA171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3166" y="1162037"/>
            <a:ext cx="292834" cy="292833"/>
          </a:xfrm>
          <a:custGeom xmlns:a="http://schemas.openxmlformats.org/drawingml/2006/main">
            <a:pathLst>
              <a:path w="292834" h="292833" fill="none">
                <a:moveTo>
                  <a:pt x="292833" y="146416"/>
                </a:moveTo>
                <a:cubicBezTo>
                  <a:pt x="292834" y="151212"/>
                  <a:pt x="292600" y="155995"/>
                  <a:pt x="292130" y="160768"/>
                </a:cubicBezTo>
                <a:cubicBezTo>
                  <a:pt x="291659" y="165540"/>
                  <a:pt x="290956" y="170277"/>
                  <a:pt x="290019" y="174981"/>
                </a:cubicBezTo>
                <a:cubicBezTo>
                  <a:pt x="289084" y="179684"/>
                  <a:pt x="287920" y="184330"/>
                  <a:pt x="286527" y="188919"/>
                </a:cubicBezTo>
                <a:cubicBezTo>
                  <a:pt x="285136" y="193507"/>
                  <a:pt x="283523" y="198017"/>
                  <a:pt x="281687" y="202447"/>
                </a:cubicBezTo>
                <a:cubicBezTo>
                  <a:pt x="279853" y="206878"/>
                  <a:pt x="277807" y="211207"/>
                  <a:pt x="275546" y="215436"/>
                </a:cubicBezTo>
                <a:cubicBezTo>
                  <a:pt x="273285" y="219665"/>
                  <a:pt x="270822" y="223773"/>
                  <a:pt x="268157" y="227761"/>
                </a:cubicBezTo>
                <a:cubicBezTo>
                  <a:pt x="265493" y="231748"/>
                  <a:pt x="262640" y="235595"/>
                  <a:pt x="259599" y="239302"/>
                </a:cubicBezTo>
                <a:cubicBezTo>
                  <a:pt x="256557" y="243009"/>
                  <a:pt x="253339" y="246557"/>
                  <a:pt x="249949" y="249948"/>
                </a:cubicBezTo>
                <a:cubicBezTo>
                  <a:pt x="246557" y="253339"/>
                  <a:pt x="243008" y="256556"/>
                  <a:pt x="239302" y="259598"/>
                </a:cubicBezTo>
                <a:cubicBezTo>
                  <a:pt x="235596" y="262640"/>
                  <a:pt x="231748" y="265493"/>
                  <a:pt x="227761" y="268157"/>
                </a:cubicBezTo>
                <a:cubicBezTo>
                  <a:pt x="223773" y="270821"/>
                  <a:pt x="219665" y="273283"/>
                  <a:pt x="215437" y="275544"/>
                </a:cubicBezTo>
                <a:cubicBezTo>
                  <a:pt x="211207" y="277804"/>
                  <a:pt x="206878" y="279852"/>
                  <a:pt x="202447" y="281687"/>
                </a:cubicBezTo>
                <a:cubicBezTo>
                  <a:pt x="198017" y="283522"/>
                  <a:pt x="193507" y="285136"/>
                  <a:pt x="188917" y="286528"/>
                </a:cubicBezTo>
                <a:cubicBezTo>
                  <a:pt x="184329" y="287920"/>
                  <a:pt x="179682" y="289084"/>
                  <a:pt x="174979" y="290019"/>
                </a:cubicBezTo>
                <a:cubicBezTo>
                  <a:pt x="170276" y="290955"/>
                  <a:pt x="165539" y="291658"/>
                  <a:pt x="160768" y="292128"/>
                </a:cubicBezTo>
                <a:cubicBezTo>
                  <a:pt x="155997" y="292598"/>
                  <a:pt x="151212" y="292833"/>
                  <a:pt x="146416" y="292833"/>
                </a:cubicBezTo>
                <a:cubicBezTo>
                  <a:pt x="141621" y="292833"/>
                  <a:pt x="136837" y="292598"/>
                  <a:pt x="132064" y="292128"/>
                </a:cubicBezTo>
                <a:cubicBezTo>
                  <a:pt x="127293" y="291658"/>
                  <a:pt x="122554" y="290955"/>
                  <a:pt x="117851" y="290019"/>
                </a:cubicBezTo>
                <a:cubicBezTo>
                  <a:pt x="113149" y="289084"/>
                  <a:pt x="108502" y="287920"/>
                  <a:pt x="103913" y="286528"/>
                </a:cubicBezTo>
                <a:cubicBezTo>
                  <a:pt x="99323" y="285136"/>
                  <a:pt x="94813" y="283522"/>
                  <a:pt x="90384" y="281687"/>
                </a:cubicBezTo>
                <a:cubicBezTo>
                  <a:pt x="85954" y="279852"/>
                  <a:pt x="81624" y="277804"/>
                  <a:pt x="77395" y="275544"/>
                </a:cubicBezTo>
                <a:cubicBezTo>
                  <a:pt x="73167" y="273283"/>
                  <a:pt x="69058" y="270821"/>
                  <a:pt x="65070" y="268157"/>
                </a:cubicBezTo>
                <a:cubicBezTo>
                  <a:pt x="61082" y="265493"/>
                  <a:pt x="57236" y="262640"/>
                  <a:pt x="53531" y="259598"/>
                </a:cubicBezTo>
                <a:cubicBezTo>
                  <a:pt x="49823" y="256555"/>
                  <a:pt x="46275" y="253339"/>
                  <a:pt x="42884" y="249948"/>
                </a:cubicBezTo>
                <a:cubicBezTo>
                  <a:pt x="39494" y="246557"/>
                  <a:pt x="36278" y="243009"/>
                  <a:pt x="33236" y="239302"/>
                </a:cubicBezTo>
                <a:cubicBezTo>
                  <a:pt x="30193" y="235595"/>
                  <a:pt x="27339" y="231748"/>
                  <a:pt x="24674" y="227761"/>
                </a:cubicBezTo>
                <a:cubicBezTo>
                  <a:pt x="22009" y="223773"/>
                  <a:pt x="19550" y="219665"/>
                  <a:pt x="17289" y="215436"/>
                </a:cubicBezTo>
                <a:cubicBezTo>
                  <a:pt x="15028" y="211207"/>
                  <a:pt x="12978" y="206878"/>
                  <a:pt x="11145" y="202447"/>
                </a:cubicBezTo>
                <a:cubicBezTo>
                  <a:pt x="9310" y="198017"/>
                  <a:pt x="7696" y="193507"/>
                  <a:pt x="6305" y="188919"/>
                </a:cubicBezTo>
                <a:cubicBezTo>
                  <a:pt x="4913" y="184330"/>
                  <a:pt x="3749" y="179684"/>
                  <a:pt x="2813" y="174981"/>
                </a:cubicBezTo>
                <a:cubicBezTo>
                  <a:pt x="1878" y="170277"/>
                  <a:pt x="1176" y="165540"/>
                  <a:pt x="705" y="160768"/>
                </a:cubicBezTo>
                <a:cubicBezTo>
                  <a:pt x="234" y="155995"/>
                  <a:pt x="0" y="151212"/>
                  <a:pt x="0" y="146416"/>
                </a:cubicBezTo>
                <a:cubicBezTo>
                  <a:pt x="0" y="141621"/>
                  <a:pt x="234" y="136837"/>
                  <a:pt x="705" y="132065"/>
                </a:cubicBezTo>
                <a:cubicBezTo>
                  <a:pt x="1176" y="127293"/>
                  <a:pt x="1878" y="122555"/>
                  <a:pt x="2813" y="117852"/>
                </a:cubicBezTo>
                <a:cubicBezTo>
                  <a:pt x="3749" y="113149"/>
                  <a:pt x="4913" y="108503"/>
                  <a:pt x="6305" y="103914"/>
                </a:cubicBezTo>
                <a:cubicBezTo>
                  <a:pt x="7696" y="99325"/>
                  <a:pt x="9310" y="94816"/>
                  <a:pt x="11145" y="90385"/>
                </a:cubicBezTo>
                <a:cubicBezTo>
                  <a:pt x="12978" y="85955"/>
                  <a:pt x="15028" y="81625"/>
                  <a:pt x="17289" y="77396"/>
                </a:cubicBezTo>
                <a:cubicBezTo>
                  <a:pt x="19550" y="73167"/>
                  <a:pt x="22009" y="69059"/>
                  <a:pt x="24674" y="65072"/>
                </a:cubicBezTo>
                <a:cubicBezTo>
                  <a:pt x="27339" y="61084"/>
                  <a:pt x="30193" y="57238"/>
                  <a:pt x="33236" y="53531"/>
                </a:cubicBezTo>
                <a:cubicBezTo>
                  <a:pt x="36278" y="49824"/>
                  <a:pt x="39494" y="46275"/>
                  <a:pt x="42884" y="42884"/>
                </a:cubicBezTo>
                <a:cubicBezTo>
                  <a:pt x="46275" y="39494"/>
                  <a:pt x="49823" y="36277"/>
                  <a:pt x="53531" y="33235"/>
                </a:cubicBezTo>
                <a:cubicBezTo>
                  <a:pt x="57236" y="30193"/>
                  <a:pt x="61082" y="27340"/>
                  <a:pt x="65070" y="24675"/>
                </a:cubicBezTo>
                <a:cubicBezTo>
                  <a:pt x="69058" y="22011"/>
                  <a:pt x="73167" y="19549"/>
                  <a:pt x="77395" y="17289"/>
                </a:cubicBezTo>
                <a:cubicBezTo>
                  <a:pt x="81624" y="15028"/>
                  <a:pt x="85954" y="12980"/>
                  <a:pt x="90384" y="11145"/>
                </a:cubicBezTo>
                <a:cubicBezTo>
                  <a:pt x="94813" y="9310"/>
                  <a:pt x="99323" y="7697"/>
                  <a:pt x="103913" y="6305"/>
                </a:cubicBezTo>
                <a:cubicBezTo>
                  <a:pt x="108502" y="4913"/>
                  <a:pt x="113149" y="3749"/>
                  <a:pt x="117851" y="2813"/>
                </a:cubicBezTo>
                <a:cubicBezTo>
                  <a:pt x="122554" y="1878"/>
                  <a:pt x="127293" y="1175"/>
                  <a:pt x="132064" y="705"/>
                </a:cubicBezTo>
                <a:cubicBezTo>
                  <a:pt x="136837" y="235"/>
                  <a:pt x="141621" y="0"/>
                  <a:pt x="146416" y="0"/>
                </a:cubicBezTo>
                <a:cubicBezTo>
                  <a:pt x="151212" y="0"/>
                  <a:pt x="155997" y="235"/>
                  <a:pt x="160768" y="705"/>
                </a:cubicBezTo>
                <a:cubicBezTo>
                  <a:pt x="165539" y="1175"/>
                  <a:pt x="170276" y="1878"/>
                  <a:pt x="174979" y="2813"/>
                </a:cubicBezTo>
                <a:cubicBezTo>
                  <a:pt x="179682" y="3749"/>
                  <a:pt x="184329" y="4913"/>
                  <a:pt x="188917" y="6305"/>
                </a:cubicBezTo>
                <a:cubicBezTo>
                  <a:pt x="193507" y="7697"/>
                  <a:pt x="198017" y="9310"/>
                  <a:pt x="202447" y="11145"/>
                </a:cubicBezTo>
                <a:cubicBezTo>
                  <a:pt x="206878" y="12980"/>
                  <a:pt x="211207" y="15028"/>
                  <a:pt x="215437" y="17289"/>
                </a:cubicBezTo>
                <a:cubicBezTo>
                  <a:pt x="219665" y="19549"/>
                  <a:pt x="223773" y="22011"/>
                  <a:pt x="227761" y="24675"/>
                </a:cubicBezTo>
                <a:cubicBezTo>
                  <a:pt x="231748" y="27340"/>
                  <a:pt x="235596" y="30193"/>
                  <a:pt x="239302" y="33235"/>
                </a:cubicBezTo>
                <a:cubicBezTo>
                  <a:pt x="243008" y="36277"/>
                  <a:pt x="246557" y="39494"/>
                  <a:pt x="249949" y="42884"/>
                </a:cubicBezTo>
                <a:cubicBezTo>
                  <a:pt x="253339" y="46275"/>
                  <a:pt x="256557" y="49824"/>
                  <a:pt x="259599" y="53531"/>
                </a:cubicBezTo>
                <a:cubicBezTo>
                  <a:pt x="262640" y="57238"/>
                  <a:pt x="265493" y="61084"/>
                  <a:pt x="268157" y="65072"/>
                </a:cubicBezTo>
                <a:cubicBezTo>
                  <a:pt x="270822" y="69059"/>
                  <a:pt x="273283" y="73167"/>
                  <a:pt x="275544" y="77396"/>
                </a:cubicBezTo>
                <a:cubicBezTo>
                  <a:pt x="277804" y="81625"/>
                  <a:pt x="279853" y="85955"/>
                  <a:pt x="281687" y="90385"/>
                </a:cubicBezTo>
                <a:cubicBezTo>
                  <a:pt x="283523" y="94816"/>
                  <a:pt x="285136" y="99325"/>
                  <a:pt x="286527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6" y="122555"/>
                  <a:pt x="291659" y="127293"/>
                  <a:pt x="292130" y="132065"/>
                </a:cubicBezTo>
                <a:cubicBezTo>
                  <a:pt x="292600" y="136837"/>
                  <a:pt x="292834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65" name="Text s">
            <a:extLst xmlns:a="http://schemas.openxmlformats.org/drawingml/2006/main">
              <a:ext uri="{FF2B5EF4-FFF2-40B4-BE49-F238E27FC236}">
                <a16:creationId xmlns:a16="http://schemas.microsoft.com/office/drawing/2014/main" id="{DEFFFD94-009B-43A6-82A2-2885B62C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0218" y="1265297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Text 3">
            <a:extLst xmlns:a="http://schemas.openxmlformats.org/drawingml/2006/main">
              <a:ext uri="{FF2B5EF4-FFF2-40B4-BE49-F238E27FC236}">
                <a16:creationId xmlns:a16="http://schemas.microsoft.com/office/drawing/2014/main" id="{EA355C25-ECE4-4E39-A4B0-D8C0819E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0328" y="1289269"/>
            <a:ext cx="58781" cy="107345"/>
          </a:xfrm>
          <a:custGeom xmlns:a="http://schemas.openxmlformats.org/drawingml/2006/main">
            <a:pathLst>
              <a:path w="58781" h="107345">
                <a:moveTo>
                  <a:pt x="1601" y="21728"/>
                </a:moveTo>
                <a:cubicBezTo>
                  <a:pt x="4549" y="14765"/>
                  <a:pt x="8272" y="9403"/>
                  <a:pt x="12770" y="5642"/>
                </a:cubicBezTo>
                <a:cubicBezTo>
                  <a:pt x="17268" y="1881"/>
                  <a:pt x="22872" y="0"/>
                  <a:pt x="29581" y="0"/>
                </a:cubicBezTo>
                <a:cubicBezTo>
                  <a:pt x="37866" y="0"/>
                  <a:pt x="44219" y="2690"/>
                  <a:pt x="48641" y="8069"/>
                </a:cubicBezTo>
                <a:cubicBezTo>
                  <a:pt x="51995" y="12080"/>
                  <a:pt x="53673" y="16369"/>
                  <a:pt x="53673" y="20937"/>
                </a:cubicBezTo>
                <a:cubicBezTo>
                  <a:pt x="53673" y="28448"/>
                  <a:pt x="48946" y="36214"/>
                  <a:pt x="39492" y="44233"/>
                </a:cubicBezTo>
                <a:cubicBezTo>
                  <a:pt x="45845" y="46727"/>
                  <a:pt x="50648" y="50289"/>
                  <a:pt x="53901" y="54919"/>
                </a:cubicBezTo>
                <a:cubicBezTo>
                  <a:pt x="57154" y="59547"/>
                  <a:pt x="58781" y="64990"/>
                  <a:pt x="58781" y="71248"/>
                </a:cubicBezTo>
                <a:cubicBezTo>
                  <a:pt x="58781" y="80203"/>
                  <a:pt x="55934" y="87962"/>
                  <a:pt x="50242" y="94525"/>
                </a:cubicBezTo>
                <a:cubicBezTo>
                  <a:pt x="42821" y="103072"/>
                  <a:pt x="32071" y="107345"/>
                  <a:pt x="17993" y="107345"/>
                </a:cubicBezTo>
                <a:cubicBezTo>
                  <a:pt x="11029" y="107345"/>
                  <a:pt x="6290" y="106481"/>
                  <a:pt x="3774" y="104753"/>
                </a:cubicBezTo>
                <a:cubicBezTo>
                  <a:pt x="1258" y="103025"/>
                  <a:pt x="0" y="101170"/>
                  <a:pt x="0" y="99188"/>
                </a:cubicBezTo>
                <a:cubicBezTo>
                  <a:pt x="0" y="97714"/>
                  <a:pt x="597" y="96417"/>
                  <a:pt x="1792" y="95299"/>
                </a:cubicBezTo>
                <a:cubicBezTo>
                  <a:pt x="2986" y="94181"/>
                  <a:pt x="4422" y="93622"/>
                  <a:pt x="6099" y="93622"/>
                </a:cubicBezTo>
                <a:cubicBezTo>
                  <a:pt x="7370" y="93622"/>
                  <a:pt x="8666" y="93825"/>
                  <a:pt x="9987" y="94232"/>
                </a:cubicBezTo>
                <a:cubicBezTo>
                  <a:pt x="10851" y="94486"/>
                  <a:pt x="12808" y="95414"/>
                  <a:pt x="15858" y="97015"/>
                </a:cubicBezTo>
                <a:cubicBezTo>
                  <a:pt x="18907" y="98616"/>
                  <a:pt x="21017" y="99569"/>
                  <a:pt x="22186" y="99874"/>
                </a:cubicBezTo>
                <a:cubicBezTo>
                  <a:pt x="24066" y="100433"/>
                  <a:pt x="26074" y="100712"/>
                  <a:pt x="28209" y="100712"/>
                </a:cubicBezTo>
                <a:cubicBezTo>
                  <a:pt x="33393" y="100712"/>
                  <a:pt x="37904" y="98701"/>
                  <a:pt x="41741" y="94680"/>
                </a:cubicBezTo>
                <a:cubicBezTo>
                  <a:pt x="45578" y="90658"/>
                  <a:pt x="47497" y="85898"/>
                  <a:pt x="47497" y="80399"/>
                </a:cubicBezTo>
                <a:cubicBezTo>
                  <a:pt x="47497" y="76378"/>
                  <a:pt x="46608" y="72458"/>
                  <a:pt x="44829" y="68639"/>
                </a:cubicBezTo>
                <a:cubicBezTo>
                  <a:pt x="43507" y="65788"/>
                  <a:pt x="42059" y="63625"/>
                  <a:pt x="40483" y="62149"/>
                </a:cubicBezTo>
                <a:cubicBezTo>
                  <a:pt x="38298" y="60112"/>
                  <a:pt x="35299" y="58266"/>
                  <a:pt x="31487" y="56613"/>
                </a:cubicBezTo>
                <a:cubicBezTo>
                  <a:pt x="27675" y="54958"/>
                  <a:pt x="23787" y="54130"/>
                  <a:pt x="19822" y="54130"/>
                </a:cubicBezTo>
                <a:lnTo>
                  <a:pt x="17383" y="54130"/>
                </a:lnTo>
                <a:lnTo>
                  <a:pt x="17383" y="51843"/>
                </a:lnTo>
                <a:cubicBezTo>
                  <a:pt x="21398" y="51335"/>
                  <a:pt x="25426" y="49886"/>
                  <a:pt x="29467" y="47497"/>
                </a:cubicBezTo>
                <a:cubicBezTo>
                  <a:pt x="33507" y="45108"/>
                  <a:pt x="36442" y="42237"/>
                  <a:pt x="38272" y="38882"/>
                </a:cubicBezTo>
                <a:cubicBezTo>
                  <a:pt x="40102" y="35528"/>
                  <a:pt x="41017" y="31843"/>
                  <a:pt x="41017" y="27827"/>
                </a:cubicBezTo>
                <a:cubicBezTo>
                  <a:pt x="41017" y="22592"/>
                  <a:pt x="39378" y="18361"/>
                  <a:pt x="36099" y="15134"/>
                </a:cubicBezTo>
                <a:cubicBezTo>
                  <a:pt x="32821" y="11906"/>
                  <a:pt x="28742" y="10292"/>
                  <a:pt x="23863" y="10292"/>
                </a:cubicBezTo>
                <a:cubicBezTo>
                  <a:pt x="15985" y="10292"/>
                  <a:pt x="9403" y="14511"/>
                  <a:pt x="4117" y="22948"/>
                </a:cubicBezTo>
                <a:lnTo>
                  <a:pt x="1601" y="217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Text x">
            <a:extLst xmlns:a="http://schemas.openxmlformats.org/drawingml/2006/main">
              <a:ext uri="{FF2B5EF4-FFF2-40B4-BE49-F238E27FC236}">
                <a16:creationId xmlns:a16="http://schemas.microsoft.com/office/drawing/2014/main" id="{C20DA6DF-E5B5-4E68-B7D2-BFA19FF3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4415" y="1524751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Text 2">
            <a:extLst xmlns:a="http://schemas.openxmlformats.org/drawingml/2006/main">
              <a:ext uri="{FF2B5EF4-FFF2-40B4-BE49-F238E27FC236}">
                <a16:creationId xmlns:a16="http://schemas.microsoft.com/office/drawing/2014/main" id="{D2273C82-FC6B-4A26-8D46-E9696301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3723" y="1525598"/>
            <a:ext cx="76783" cy="118734"/>
          </a:xfrm>
          <a:custGeom xmlns:a="http://schemas.openxmlformats.org/drawingml/2006/main">
            <a:pathLst>
              <a:path w="76783" h="118734">
                <a:moveTo>
                  <a:pt x="76783" y="96257"/>
                </a:moveTo>
                <a:lnTo>
                  <a:pt x="68633" y="118734"/>
                </a:lnTo>
                <a:lnTo>
                  <a:pt x="0" y="118734"/>
                </a:lnTo>
                <a:lnTo>
                  <a:pt x="0" y="115555"/>
                </a:lnTo>
                <a:cubicBezTo>
                  <a:pt x="20189" y="97108"/>
                  <a:pt x="34402" y="82042"/>
                  <a:pt x="42638" y="70357"/>
                </a:cubicBezTo>
                <a:cubicBezTo>
                  <a:pt x="50874" y="58669"/>
                  <a:pt x="54992" y="47985"/>
                  <a:pt x="54992" y="38303"/>
                </a:cubicBezTo>
                <a:cubicBezTo>
                  <a:pt x="54992" y="30914"/>
                  <a:pt x="52733" y="24843"/>
                  <a:pt x="48214" y="20088"/>
                </a:cubicBezTo>
                <a:cubicBezTo>
                  <a:pt x="43696" y="15332"/>
                  <a:pt x="38291" y="12954"/>
                  <a:pt x="32000" y="12954"/>
                </a:cubicBezTo>
                <a:cubicBezTo>
                  <a:pt x="26281" y="12954"/>
                  <a:pt x="21147" y="14634"/>
                  <a:pt x="16601" y="17995"/>
                </a:cubicBezTo>
                <a:cubicBezTo>
                  <a:pt x="12054" y="21355"/>
                  <a:pt x="8693" y="26281"/>
                  <a:pt x="6520" y="32772"/>
                </a:cubicBezTo>
                <a:lnTo>
                  <a:pt x="3346" y="32772"/>
                </a:lnTo>
                <a:cubicBezTo>
                  <a:pt x="4776" y="22218"/>
                  <a:pt x="8450" y="14118"/>
                  <a:pt x="14370" y="8472"/>
                </a:cubicBezTo>
                <a:cubicBezTo>
                  <a:pt x="20290" y="2824"/>
                  <a:pt x="27682" y="0"/>
                  <a:pt x="36547" y="0"/>
                </a:cubicBezTo>
                <a:cubicBezTo>
                  <a:pt x="45984" y="0"/>
                  <a:pt x="53862" y="3031"/>
                  <a:pt x="60182" y="9094"/>
                </a:cubicBezTo>
                <a:cubicBezTo>
                  <a:pt x="66502" y="15156"/>
                  <a:pt x="69662" y="22306"/>
                  <a:pt x="69662" y="30542"/>
                </a:cubicBezTo>
                <a:cubicBezTo>
                  <a:pt x="69662" y="36433"/>
                  <a:pt x="68289" y="42323"/>
                  <a:pt x="65544" y="48214"/>
                </a:cubicBezTo>
                <a:cubicBezTo>
                  <a:pt x="61312" y="57480"/>
                  <a:pt x="54449" y="67289"/>
                  <a:pt x="44954" y="77641"/>
                </a:cubicBezTo>
                <a:cubicBezTo>
                  <a:pt x="30713" y="93197"/>
                  <a:pt x="21819" y="102577"/>
                  <a:pt x="18273" y="105780"/>
                </a:cubicBezTo>
                <a:lnTo>
                  <a:pt x="48643" y="105780"/>
                </a:lnTo>
                <a:cubicBezTo>
                  <a:pt x="54820" y="105780"/>
                  <a:pt x="59153" y="105550"/>
                  <a:pt x="61641" y="105088"/>
                </a:cubicBezTo>
                <a:cubicBezTo>
                  <a:pt x="64129" y="104625"/>
                  <a:pt x="66373" y="103687"/>
                  <a:pt x="68375" y="102273"/>
                </a:cubicBezTo>
                <a:cubicBezTo>
                  <a:pt x="70377" y="100860"/>
                  <a:pt x="72121" y="98854"/>
                  <a:pt x="73609" y="96257"/>
                </a:cubicBezTo>
                <a:lnTo>
                  <a:pt x="76783" y="962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Text /y">
            <a:extLst xmlns:a="http://schemas.openxmlformats.org/drawingml/2006/main">
              <a:ext uri="{FF2B5EF4-FFF2-40B4-BE49-F238E27FC236}">
                <a16:creationId xmlns:a16="http://schemas.microsoft.com/office/drawing/2014/main" id="{06688134-8D70-4AAF-B45F-D954BDD4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8055" y="1481341"/>
            <a:ext cx="135408" cy="159914"/>
          </a:xfrm>
          <a:custGeom xmlns:a="http://schemas.openxmlformats.org/drawingml/2006/main">
            <a:pathLst>
              <a:path w="135408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8" y="43410"/>
                </a:moveTo>
                <a:lnTo>
                  <a:pt x="86250" y="43410"/>
                </a:lnTo>
                <a:lnTo>
                  <a:pt x="86250" y="46584"/>
                </a:lnTo>
                <a:lnTo>
                  <a:pt x="84449" y="46584"/>
                </a:lnTo>
                <a:cubicBezTo>
                  <a:pt x="81875" y="46584"/>
                  <a:pt x="79945" y="47142"/>
                  <a:pt x="78658" y="48257"/>
                </a:cubicBezTo>
                <a:cubicBezTo>
                  <a:pt x="77371" y="49373"/>
                  <a:pt x="76728" y="50760"/>
                  <a:pt x="76728" y="52418"/>
                </a:cubicBezTo>
                <a:cubicBezTo>
                  <a:pt x="76728" y="54649"/>
                  <a:pt x="77671" y="57737"/>
                  <a:pt x="79559" y="61684"/>
                </a:cubicBezTo>
                <a:lnTo>
                  <a:pt x="98690" y="101319"/>
                </a:lnTo>
                <a:lnTo>
                  <a:pt x="116277" y="57909"/>
                </a:lnTo>
                <a:cubicBezTo>
                  <a:pt x="117249" y="55564"/>
                  <a:pt x="117736" y="53247"/>
                  <a:pt x="117736" y="50960"/>
                </a:cubicBezTo>
                <a:cubicBezTo>
                  <a:pt x="117736" y="49930"/>
                  <a:pt x="117535" y="49158"/>
                  <a:pt x="117135" y="48643"/>
                </a:cubicBezTo>
                <a:cubicBezTo>
                  <a:pt x="116677" y="48014"/>
                  <a:pt x="115963" y="47514"/>
                  <a:pt x="114990" y="47142"/>
                </a:cubicBezTo>
                <a:cubicBezTo>
                  <a:pt x="114018" y="46770"/>
                  <a:pt x="112302" y="46584"/>
                  <a:pt x="109843" y="46584"/>
                </a:cubicBezTo>
                <a:lnTo>
                  <a:pt x="109843" y="43410"/>
                </a:lnTo>
                <a:lnTo>
                  <a:pt x="135408" y="43410"/>
                </a:lnTo>
                <a:lnTo>
                  <a:pt x="135408" y="46584"/>
                </a:lnTo>
                <a:cubicBezTo>
                  <a:pt x="133292" y="46813"/>
                  <a:pt x="131662" y="47271"/>
                  <a:pt x="130518" y="47957"/>
                </a:cubicBezTo>
                <a:cubicBezTo>
                  <a:pt x="129375" y="48643"/>
                  <a:pt x="128116" y="49930"/>
                  <a:pt x="126744" y="51818"/>
                </a:cubicBezTo>
                <a:cubicBezTo>
                  <a:pt x="126229" y="52618"/>
                  <a:pt x="125257" y="54820"/>
                  <a:pt x="123827" y="58424"/>
                </a:cubicBezTo>
                <a:lnTo>
                  <a:pt x="91827" y="136836"/>
                </a:lnTo>
                <a:cubicBezTo>
                  <a:pt x="88738" y="144443"/>
                  <a:pt x="84692" y="150191"/>
                  <a:pt x="79687" y="154080"/>
                </a:cubicBezTo>
                <a:cubicBezTo>
                  <a:pt x="74683" y="157969"/>
                  <a:pt x="69864" y="159914"/>
                  <a:pt x="65232" y="159914"/>
                </a:cubicBezTo>
                <a:cubicBezTo>
                  <a:pt x="61857" y="159914"/>
                  <a:pt x="59083" y="158953"/>
                  <a:pt x="56910" y="157032"/>
                </a:cubicBezTo>
                <a:cubicBezTo>
                  <a:pt x="54737" y="155111"/>
                  <a:pt x="53650" y="152907"/>
                  <a:pt x="53650" y="150421"/>
                </a:cubicBezTo>
                <a:cubicBezTo>
                  <a:pt x="53650" y="148047"/>
                  <a:pt x="54436" y="146133"/>
                  <a:pt x="56009" y="144678"/>
                </a:cubicBezTo>
                <a:cubicBezTo>
                  <a:pt x="57582" y="143225"/>
                  <a:pt x="59741" y="142499"/>
                  <a:pt x="62486" y="142499"/>
                </a:cubicBezTo>
                <a:cubicBezTo>
                  <a:pt x="64374" y="142499"/>
                  <a:pt x="66947" y="143128"/>
                  <a:pt x="70207" y="144386"/>
                </a:cubicBezTo>
                <a:cubicBezTo>
                  <a:pt x="72495" y="145244"/>
                  <a:pt x="73925" y="145673"/>
                  <a:pt x="74497" y="145673"/>
                </a:cubicBezTo>
                <a:cubicBezTo>
                  <a:pt x="76213" y="145673"/>
                  <a:pt x="78086" y="144780"/>
                  <a:pt x="80116" y="142995"/>
                </a:cubicBezTo>
                <a:cubicBezTo>
                  <a:pt x="82147" y="141211"/>
                  <a:pt x="84191" y="137758"/>
                  <a:pt x="86250" y="132635"/>
                </a:cubicBezTo>
                <a:lnTo>
                  <a:pt x="91827" y="118906"/>
                </a:lnTo>
                <a:lnTo>
                  <a:pt x="63602" y="59625"/>
                </a:lnTo>
                <a:cubicBezTo>
                  <a:pt x="62744" y="57852"/>
                  <a:pt x="61371" y="55650"/>
                  <a:pt x="59484" y="53019"/>
                </a:cubicBezTo>
                <a:cubicBezTo>
                  <a:pt x="58054" y="51017"/>
                  <a:pt x="56881" y="49673"/>
                  <a:pt x="55966" y="48987"/>
                </a:cubicBezTo>
                <a:cubicBezTo>
                  <a:pt x="54651" y="48071"/>
                  <a:pt x="52535" y="47271"/>
                  <a:pt x="49618" y="46584"/>
                </a:cubicBezTo>
                <a:lnTo>
                  <a:pt x="49618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Text 2">
            <a:extLst xmlns:a="http://schemas.openxmlformats.org/drawingml/2006/main">
              <a:ext uri="{FF2B5EF4-FFF2-40B4-BE49-F238E27FC236}">
                <a16:creationId xmlns:a16="http://schemas.microsoft.com/office/drawing/2014/main" id="{A8B90AFD-A33E-4723-9001-D94D0531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8289" y="1525598"/>
            <a:ext cx="76783" cy="118734"/>
          </a:xfrm>
          <a:custGeom xmlns:a="http://schemas.openxmlformats.org/drawingml/2006/main">
            <a:pathLst>
              <a:path w="76783" h="118734">
                <a:moveTo>
                  <a:pt x="76783" y="96257"/>
                </a:moveTo>
                <a:lnTo>
                  <a:pt x="68633" y="118734"/>
                </a:lnTo>
                <a:lnTo>
                  <a:pt x="0" y="118734"/>
                </a:lnTo>
                <a:lnTo>
                  <a:pt x="0" y="115555"/>
                </a:lnTo>
                <a:cubicBezTo>
                  <a:pt x="20189" y="97108"/>
                  <a:pt x="34402" y="82042"/>
                  <a:pt x="42638" y="70357"/>
                </a:cubicBezTo>
                <a:cubicBezTo>
                  <a:pt x="50874" y="58669"/>
                  <a:pt x="54992" y="47985"/>
                  <a:pt x="54992" y="38303"/>
                </a:cubicBezTo>
                <a:cubicBezTo>
                  <a:pt x="54992" y="30914"/>
                  <a:pt x="52733" y="24843"/>
                  <a:pt x="48214" y="20088"/>
                </a:cubicBezTo>
                <a:cubicBezTo>
                  <a:pt x="43696" y="15332"/>
                  <a:pt x="38291" y="12954"/>
                  <a:pt x="32000" y="12954"/>
                </a:cubicBezTo>
                <a:cubicBezTo>
                  <a:pt x="26281" y="12954"/>
                  <a:pt x="21147" y="14634"/>
                  <a:pt x="16601" y="17995"/>
                </a:cubicBezTo>
                <a:cubicBezTo>
                  <a:pt x="12054" y="21355"/>
                  <a:pt x="8693" y="26281"/>
                  <a:pt x="6520" y="32772"/>
                </a:cubicBezTo>
                <a:lnTo>
                  <a:pt x="3346" y="32772"/>
                </a:lnTo>
                <a:cubicBezTo>
                  <a:pt x="4776" y="22218"/>
                  <a:pt x="8450" y="14118"/>
                  <a:pt x="14370" y="8472"/>
                </a:cubicBezTo>
                <a:cubicBezTo>
                  <a:pt x="20290" y="2824"/>
                  <a:pt x="27682" y="0"/>
                  <a:pt x="36547" y="0"/>
                </a:cubicBezTo>
                <a:cubicBezTo>
                  <a:pt x="45984" y="0"/>
                  <a:pt x="53862" y="3031"/>
                  <a:pt x="60182" y="9094"/>
                </a:cubicBezTo>
                <a:cubicBezTo>
                  <a:pt x="66502" y="15156"/>
                  <a:pt x="69662" y="22306"/>
                  <a:pt x="69662" y="30542"/>
                </a:cubicBezTo>
                <a:cubicBezTo>
                  <a:pt x="69662" y="36433"/>
                  <a:pt x="68289" y="42323"/>
                  <a:pt x="65544" y="48214"/>
                </a:cubicBezTo>
                <a:cubicBezTo>
                  <a:pt x="61312" y="57480"/>
                  <a:pt x="54449" y="67289"/>
                  <a:pt x="44954" y="77641"/>
                </a:cubicBezTo>
                <a:cubicBezTo>
                  <a:pt x="30713" y="93197"/>
                  <a:pt x="21819" y="102577"/>
                  <a:pt x="18273" y="105780"/>
                </a:cubicBezTo>
                <a:lnTo>
                  <a:pt x="48643" y="105780"/>
                </a:lnTo>
                <a:cubicBezTo>
                  <a:pt x="54820" y="105780"/>
                  <a:pt x="59153" y="105550"/>
                  <a:pt x="61641" y="105088"/>
                </a:cubicBezTo>
                <a:cubicBezTo>
                  <a:pt x="64129" y="104625"/>
                  <a:pt x="66373" y="103687"/>
                  <a:pt x="68375" y="102273"/>
                </a:cubicBezTo>
                <a:cubicBezTo>
                  <a:pt x="70377" y="100860"/>
                  <a:pt x="72121" y="98854"/>
                  <a:pt x="73609" y="96257"/>
                </a:cubicBezTo>
                <a:lnTo>
                  <a:pt x="76783" y="962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Text x">
            <a:extLst xmlns:a="http://schemas.openxmlformats.org/drawingml/2006/main">
              <a:ext uri="{FF2B5EF4-FFF2-40B4-BE49-F238E27FC236}">
                <a16:creationId xmlns:a16="http://schemas.microsoft.com/office/drawing/2014/main" id="{38580E19-3B69-40D7-B78F-A8983906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7650" y="1477898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Text 4">
            <a:extLst xmlns:a="http://schemas.openxmlformats.org/drawingml/2006/main">
              <a:ext uri="{FF2B5EF4-FFF2-40B4-BE49-F238E27FC236}">
                <a16:creationId xmlns:a16="http://schemas.microsoft.com/office/drawing/2014/main" id="{27606323-AE3E-46AA-BA89-7FF1B3DD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5929" y="1478745"/>
            <a:ext cx="79013" cy="118734"/>
          </a:xfrm>
          <a:custGeom xmlns:a="http://schemas.openxmlformats.org/drawingml/2006/main">
            <a:pathLst>
              <a:path w="79013" h="118734">
                <a:moveTo>
                  <a:pt x="79013" y="75839"/>
                </a:moveTo>
                <a:lnTo>
                  <a:pt x="79013" y="88021"/>
                </a:lnTo>
                <a:lnTo>
                  <a:pt x="63399" y="88021"/>
                </a:lnTo>
                <a:lnTo>
                  <a:pt x="63399" y="118734"/>
                </a:lnTo>
                <a:lnTo>
                  <a:pt x="49244" y="118734"/>
                </a:lnTo>
                <a:lnTo>
                  <a:pt x="49244" y="88021"/>
                </a:lnTo>
                <a:lnTo>
                  <a:pt x="0" y="88021"/>
                </a:lnTo>
                <a:lnTo>
                  <a:pt x="0" y="77040"/>
                </a:lnTo>
                <a:lnTo>
                  <a:pt x="53962" y="0"/>
                </a:lnTo>
                <a:lnTo>
                  <a:pt x="63399" y="0"/>
                </a:lnTo>
                <a:lnTo>
                  <a:pt x="63399" y="75839"/>
                </a:lnTo>
                <a:lnTo>
                  <a:pt x="79013" y="75839"/>
                </a:lnTo>
                <a:moveTo>
                  <a:pt x="49244" y="75839"/>
                </a:moveTo>
                <a:lnTo>
                  <a:pt x="49244" y="18102"/>
                </a:lnTo>
                <a:lnTo>
                  <a:pt x="8407" y="75839"/>
                </a:lnTo>
                <a:lnTo>
                  <a:pt x="49244" y="758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Text /y">
            <a:extLst xmlns:a="http://schemas.openxmlformats.org/drawingml/2006/main">
              <a:ext uri="{FF2B5EF4-FFF2-40B4-BE49-F238E27FC236}">
                <a16:creationId xmlns:a16="http://schemas.microsoft.com/office/drawing/2014/main" id="{E8B6B65D-7FD0-4C13-8845-55ABBF80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1290" y="1434488"/>
            <a:ext cx="135408" cy="159914"/>
          </a:xfrm>
          <a:custGeom xmlns:a="http://schemas.openxmlformats.org/drawingml/2006/main">
            <a:pathLst>
              <a:path w="135408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8" y="43410"/>
                </a:moveTo>
                <a:lnTo>
                  <a:pt x="86250" y="43410"/>
                </a:lnTo>
                <a:lnTo>
                  <a:pt x="86250" y="46584"/>
                </a:lnTo>
                <a:lnTo>
                  <a:pt x="84449" y="46584"/>
                </a:lnTo>
                <a:cubicBezTo>
                  <a:pt x="81875" y="46584"/>
                  <a:pt x="79945" y="47142"/>
                  <a:pt x="78658" y="48257"/>
                </a:cubicBezTo>
                <a:cubicBezTo>
                  <a:pt x="77371" y="49373"/>
                  <a:pt x="76728" y="50760"/>
                  <a:pt x="76728" y="52418"/>
                </a:cubicBezTo>
                <a:cubicBezTo>
                  <a:pt x="76728" y="54649"/>
                  <a:pt x="77671" y="57737"/>
                  <a:pt x="79559" y="61684"/>
                </a:cubicBezTo>
                <a:lnTo>
                  <a:pt x="98690" y="101319"/>
                </a:lnTo>
                <a:lnTo>
                  <a:pt x="116277" y="57909"/>
                </a:lnTo>
                <a:cubicBezTo>
                  <a:pt x="117249" y="55564"/>
                  <a:pt x="117736" y="53247"/>
                  <a:pt x="117736" y="50960"/>
                </a:cubicBezTo>
                <a:cubicBezTo>
                  <a:pt x="117736" y="49930"/>
                  <a:pt x="117535" y="49158"/>
                  <a:pt x="117135" y="48643"/>
                </a:cubicBezTo>
                <a:cubicBezTo>
                  <a:pt x="116677" y="48014"/>
                  <a:pt x="115963" y="47514"/>
                  <a:pt x="114990" y="47142"/>
                </a:cubicBezTo>
                <a:cubicBezTo>
                  <a:pt x="114018" y="46770"/>
                  <a:pt x="112302" y="46584"/>
                  <a:pt x="109843" y="46584"/>
                </a:cubicBezTo>
                <a:lnTo>
                  <a:pt x="109843" y="43410"/>
                </a:lnTo>
                <a:lnTo>
                  <a:pt x="135408" y="43410"/>
                </a:lnTo>
                <a:lnTo>
                  <a:pt x="135408" y="46584"/>
                </a:lnTo>
                <a:cubicBezTo>
                  <a:pt x="133292" y="46813"/>
                  <a:pt x="131662" y="47271"/>
                  <a:pt x="130518" y="47957"/>
                </a:cubicBezTo>
                <a:cubicBezTo>
                  <a:pt x="129375" y="48643"/>
                  <a:pt x="128116" y="49930"/>
                  <a:pt x="126744" y="51818"/>
                </a:cubicBezTo>
                <a:cubicBezTo>
                  <a:pt x="126229" y="52618"/>
                  <a:pt x="125257" y="54820"/>
                  <a:pt x="123827" y="58424"/>
                </a:cubicBezTo>
                <a:lnTo>
                  <a:pt x="91827" y="136836"/>
                </a:lnTo>
                <a:cubicBezTo>
                  <a:pt x="88738" y="144443"/>
                  <a:pt x="84692" y="150191"/>
                  <a:pt x="79687" y="154080"/>
                </a:cubicBezTo>
                <a:cubicBezTo>
                  <a:pt x="74683" y="157969"/>
                  <a:pt x="69864" y="159914"/>
                  <a:pt x="65232" y="159914"/>
                </a:cubicBezTo>
                <a:cubicBezTo>
                  <a:pt x="61857" y="159914"/>
                  <a:pt x="59083" y="158953"/>
                  <a:pt x="56910" y="157032"/>
                </a:cubicBezTo>
                <a:cubicBezTo>
                  <a:pt x="54737" y="155111"/>
                  <a:pt x="53650" y="152907"/>
                  <a:pt x="53650" y="150421"/>
                </a:cubicBezTo>
                <a:cubicBezTo>
                  <a:pt x="53650" y="148047"/>
                  <a:pt x="54436" y="146133"/>
                  <a:pt x="56009" y="144678"/>
                </a:cubicBezTo>
                <a:cubicBezTo>
                  <a:pt x="57582" y="143225"/>
                  <a:pt x="59741" y="142499"/>
                  <a:pt x="62486" y="142499"/>
                </a:cubicBezTo>
                <a:cubicBezTo>
                  <a:pt x="64374" y="142499"/>
                  <a:pt x="66947" y="143128"/>
                  <a:pt x="70207" y="144386"/>
                </a:cubicBezTo>
                <a:cubicBezTo>
                  <a:pt x="72495" y="145244"/>
                  <a:pt x="73925" y="145673"/>
                  <a:pt x="74497" y="145673"/>
                </a:cubicBezTo>
                <a:cubicBezTo>
                  <a:pt x="76213" y="145673"/>
                  <a:pt x="78086" y="144780"/>
                  <a:pt x="80116" y="142995"/>
                </a:cubicBezTo>
                <a:cubicBezTo>
                  <a:pt x="82147" y="141211"/>
                  <a:pt x="84191" y="137758"/>
                  <a:pt x="86250" y="132635"/>
                </a:cubicBezTo>
                <a:lnTo>
                  <a:pt x="91827" y="118906"/>
                </a:lnTo>
                <a:lnTo>
                  <a:pt x="63602" y="59625"/>
                </a:lnTo>
                <a:cubicBezTo>
                  <a:pt x="62744" y="57852"/>
                  <a:pt x="61371" y="55650"/>
                  <a:pt x="59484" y="53019"/>
                </a:cubicBezTo>
                <a:cubicBezTo>
                  <a:pt x="58054" y="51017"/>
                  <a:pt x="56881" y="49673"/>
                  <a:pt x="55966" y="48987"/>
                </a:cubicBezTo>
                <a:cubicBezTo>
                  <a:pt x="54651" y="48071"/>
                  <a:pt x="52535" y="47271"/>
                  <a:pt x="49618" y="46584"/>
                </a:cubicBezTo>
                <a:lnTo>
                  <a:pt x="49618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Text 4">
            <a:extLst xmlns:a="http://schemas.openxmlformats.org/drawingml/2006/main">
              <a:ext uri="{FF2B5EF4-FFF2-40B4-BE49-F238E27FC236}">
                <a16:creationId xmlns:a16="http://schemas.microsoft.com/office/drawing/2014/main" id="{172B399D-3FA9-484C-8FE2-D5169218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0495" y="1478745"/>
            <a:ext cx="79013" cy="118734"/>
          </a:xfrm>
          <a:custGeom xmlns:a="http://schemas.openxmlformats.org/drawingml/2006/main">
            <a:pathLst>
              <a:path w="79013" h="118734">
                <a:moveTo>
                  <a:pt x="79013" y="75839"/>
                </a:moveTo>
                <a:lnTo>
                  <a:pt x="79013" y="88021"/>
                </a:lnTo>
                <a:lnTo>
                  <a:pt x="63399" y="88021"/>
                </a:lnTo>
                <a:lnTo>
                  <a:pt x="63399" y="118734"/>
                </a:lnTo>
                <a:lnTo>
                  <a:pt x="49244" y="118734"/>
                </a:lnTo>
                <a:lnTo>
                  <a:pt x="49244" y="88021"/>
                </a:lnTo>
                <a:lnTo>
                  <a:pt x="0" y="88021"/>
                </a:lnTo>
                <a:lnTo>
                  <a:pt x="0" y="77040"/>
                </a:lnTo>
                <a:lnTo>
                  <a:pt x="53962" y="0"/>
                </a:lnTo>
                <a:lnTo>
                  <a:pt x="63399" y="0"/>
                </a:lnTo>
                <a:lnTo>
                  <a:pt x="63399" y="75839"/>
                </a:lnTo>
                <a:lnTo>
                  <a:pt x="79013" y="75839"/>
                </a:lnTo>
                <a:moveTo>
                  <a:pt x="49244" y="75839"/>
                </a:moveTo>
                <a:lnTo>
                  <a:pt x="49244" y="18102"/>
                </a:lnTo>
                <a:lnTo>
                  <a:pt x="8407" y="75839"/>
                </a:lnTo>
                <a:lnTo>
                  <a:pt x="49244" y="758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Text FinalModel,">
            <a:extLst xmlns:a="http://schemas.openxmlformats.org/drawingml/2006/main">
              <a:ext uri="{FF2B5EF4-FFF2-40B4-BE49-F238E27FC236}">
                <a16:creationId xmlns:a16="http://schemas.microsoft.com/office/drawing/2014/main" id="{4AFDB289-3CF2-4F19-A7B6-E37C3D61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6161" y="2177310"/>
            <a:ext cx="1075303" cy="181602"/>
          </a:xfrm>
          <a:custGeom xmlns:a="http://schemas.openxmlformats.org/drawingml/2006/main">
            <a:pathLst>
              <a:path w="1075303" h="181602">
                <a:moveTo>
                  <a:pt x="39738" y="14413"/>
                </a:moveTo>
                <a:lnTo>
                  <a:pt x="39738" y="69182"/>
                </a:lnTo>
                <a:lnTo>
                  <a:pt x="65167" y="69182"/>
                </a:lnTo>
                <a:cubicBezTo>
                  <a:pt x="71000" y="69182"/>
                  <a:pt x="75273" y="67895"/>
                  <a:pt x="77984" y="65321"/>
                </a:cubicBezTo>
                <a:cubicBezTo>
                  <a:pt x="80695" y="62747"/>
                  <a:pt x="82496" y="57651"/>
                  <a:pt x="83389" y="50033"/>
                </a:cubicBezTo>
                <a:lnTo>
                  <a:pt x="87198" y="50033"/>
                </a:lnTo>
                <a:lnTo>
                  <a:pt x="87198" y="97390"/>
                </a:lnTo>
                <a:lnTo>
                  <a:pt x="83389" y="97390"/>
                </a:lnTo>
                <a:cubicBezTo>
                  <a:pt x="83320" y="91940"/>
                  <a:pt x="82617" y="87939"/>
                  <a:pt x="81278" y="85387"/>
                </a:cubicBezTo>
                <a:cubicBezTo>
                  <a:pt x="79940" y="82832"/>
                  <a:pt x="78087" y="80917"/>
                  <a:pt x="75719" y="79641"/>
                </a:cubicBezTo>
                <a:cubicBezTo>
                  <a:pt x="73351" y="78365"/>
                  <a:pt x="69834" y="77726"/>
                  <a:pt x="65167" y="77726"/>
                </a:cubicBezTo>
                <a:lnTo>
                  <a:pt x="39738" y="77726"/>
                </a:lnTo>
                <a:lnTo>
                  <a:pt x="39738" y="121654"/>
                </a:lnTo>
                <a:cubicBezTo>
                  <a:pt x="39738" y="128733"/>
                  <a:pt x="40184" y="133408"/>
                  <a:pt x="41077" y="135677"/>
                </a:cubicBezTo>
                <a:cubicBezTo>
                  <a:pt x="41763" y="137395"/>
                  <a:pt x="43204" y="138873"/>
                  <a:pt x="45400" y="140110"/>
                </a:cubicBezTo>
                <a:cubicBezTo>
                  <a:pt x="48420" y="141760"/>
                  <a:pt x="51577" y="142584"/>
                  <a:pt x="54872" y="142584"/>
                </a:cubicBezTo>
                <a:lnTo>
                  <a:pt x="59916" y="142584"/>
                </a:lnTo>
                <a:lnTo>
                  <a:pt x="59916" y="146393"/>
                </a:lnTo>
                <a:lnTo>
                  <a:pt x="0" y="146393"/>
                </a:lnTo>
                <a:lnTo>
                  <a:pt x="0" y="142584"/>
                </a:lnTo>
                <a:lnTo>
                  <a:pt x="4942" y="142584"/>
                </a:lnTo>
                <a:cubicBezTo>
                  <a:pt x="10707" y="142584"/>
                  <a:pt x="14893" y="140903"/>
                  <a:pt x="17501" y="137540"/>
                </a:cubicBezTo>
                <a:cubicBezTo>
                  <a:pt x="19149" y="135344"/>
                  <a:pt x="19972" y="130059"/>
                  <a:pt x="19972" y="121686"/>
                </a:cubicBezTo>
                <a:lnTo>
                  <a:pt x="19972" y="31502"/>
                </a:lnTo>
                <a:cubicBezTo>
                  <a:pt x="19972" y="24433"/>
                  <a:pt x="19526" y="19766"/>
                  <a:pt x="18634" y="17501"/>
                </a:cubicBezTo>
                <a:cubicBezTo>
                  <a:pt x="17947" y="15786"/>
                  <a:pt x="16540" y="14310"/>
                  <a:pt x="14413" y="13075"/>
                </a:cubicBezTo>
                <a:cubicBezTo>
                  <a:pt x="11462" y="11427"/>
                  <a:pt x="8305" y="10604"/>
                  <a:pt x="4942" y="10604"/>
                </a:cubicBezTo>
                <a:lnTo>
                  <a:pt x="0" y="10604"/>
                </a:lnTo>
                <a:lnTo>
                  <a:pt x="0" y="6795"/>
                </a:lnTo>
                <a:lnTo>
                  <a:pt x="103876" y="6795"/>
                </a:lnTo>
                <a:lnTo>
                  <a:pt x="105214" y="37473"/>
                </a:lnTo>
                <a:lnTo>
                  <a:pt x="101611" y="37473"/>
                </a:lnTo>
                <a:cubicBezTo>
                  <a:pt x="99826" y="30953"/>
                  <a:pt x="97750" y="26166"/>
                  <a:pt x="95382" y="23112"/>
                </a:cubicBezTo>
                <a:cubicBezTo>
                  <a:pt x="93014" y="20058"/>
                  <a:pt x="90098" y="17844"/>
                  <a:pt x="86632" y="16472"/>
                </a:cubicBezTo>
                <a:cubicBezTo>
                  <a:pt x="83166" y="15099"/>
                  <a:pt x="77795" y="14413"/>
                  <a:pt x="70520" y="14413"/>
                </a:cubicBezTo>
                <a:lnTo>
                  <a:pt x="39738" y="14413"/>
                </a:lnTo>
                <a:close/>
                <a:moveTo>
                  <a:pt x="144406" y="0"/>
                </a:moveTo>
                <a:cubicBezTo>
                  <a:pt x="147289" y="0"/>
                  <a:pt x="149742" y="1018"/>
                  <a:pt x="151767" y="3053"/>
                </a:cubicBezTo>
                <a:cubicBezTo>
                  <a:pt x="153792" y="5086"/>
                  <a:pt x="154804" y="7552"/>
                  <a:pt x="154804" y="10449"/>
                </a:cubicBezTo>
                <a:cubicBezTo>
                  <a:pt x="154804" y="13347"/>
                  <a:pt x="153792" y="15831"/>
                  <a:pt x="151767" y="17900"/>
                </a:cubicBezTo>
                <a:cubicBezTo>
                  <a:pt x="149742" y="19968"/>
                  <a:pt x="147289" y="21002"/>
                  <a:pt x="144406" y="21002"/>
                </a:cubicBezTo>
                <a:cubicBezTo>
                  <a:pt x="141523" y="21002"/>
                  <a:pt x="139053" y="19968"/>
                  <a:pt x="136994" y="17900"/>
                </a:cubicBezTo>
                <a:cubicBezTo>
                  <a:pt x="134935" y="15831"/>
                  <a:pt x="133905" y="13347"/>
                  <a:pt x="133905" y="10449"/>
                </a:cubicBezTo>
                <a:cubicBezTo>
                  <a:pt x="133905" y="7552"/>
                  <a:pt x="134918" y="5086"/>
                  <a:pt x="136942" y="3053"/>
                </a:cubicBezTo>
                <a:cubicBezTo>
                  <a:pt x="138967" y="1018"/>
                  <a:pt x="141455" y="0"/>
                  <a:pt x="144406" y="0"/>
                </a:cubicBezTo>
                <a:moveTo>
                  <a:pt x="152951" y="49416"/>
                </a:moveTo>
                <a:lnTo>
                  <a:pt x="152951" y="125019"/>
                </a:lnTo>
                <a:cubicBezTo>
                  <a:pt x="152951" y="130908"/>
                  <a:pt x="153380" y="134829"/>
                  <a:pt x="154238" y="136781"/>
                </a:cubicBezTo>
                <a:cubicBezTo>
                  <a:pt x="155096" y="138732"/>
                  <a:pt x="156365" y="140188"/>
                  <a:pt x="158047" y="141146"/>
                </a:cubicBezTo>
                <a:cubicBezTo>
                  <a:pt x="159728" y="142105"/>
                  <a:pt x="162800" y="142584"/>
                  <a:pt x="167261" y="142584"/>
                </a:cubicBezTo>
                <a:lnTo>
                  <a:pt x="167261" y="146393"/>
                </a:lnTo>
                <a:lnTo>
                  <a:pt x="121448" y="146393"/>
                </a:lnTo>
                <a:lnTo>
                  <a:pt x="121448" y="142584"/>
                </a:lnTo>
                <a:cubicBezTo>
                  <a:pt x="126047" y="142584"/>
                  <a:pt x="129135" y="142139"/>
                  <a:pt x="130714" y="141249"/>
                </a:cubicBezTo>
                <a:cubicBezTo>
                  <a:pt x="132292" y="140359"/>
                  <a:pt x="133545" y="138887"/>
                  <a:pt x="134471" y="136832"/>
                </a:cubicBezTo>
                <a:cubicBezTo>
                  <a:pt x="135398" y="134777"/>
                  <a:pt x="135861" y="130840"/>
                  <a:pt x="135861" y="125019"/>
                </a:cubicBezTo>
                <a:lnTo>
                  <a:pt x="135861" y="88758"/>
                </a:lnTo>
                <a:cubicBezTo>
                  <a:pt x="135861" y="78553"/>
                  <a:pt x="135552" y="71945"/>
                  <a:pt x="134935" y="68934"/>
                </a:cubicBezTo>
                <a:cubicBezTo>
                  <a:pt x="134454" y="66742"/>
                  <a:pt x="133699" y="65218"/>
                  <a:pt x="132670" y="64362"/>
                </a:cubicBezTo>
                <a:cubicBezTo>
                  <a:pt x="131640" y="63507"/>
                  <a:pt x="130233" y="63079"/>
                  <a:pt x="128449" y="63079"/>
                </a:cubicBezTo>
                <a:cubicBezTo>
                  <a:pt x="126527" y="63079"/>
                  <a:pt x="124194" y="63592"/>
                  <a:pt x="121448" y="64620"/>
                </a:cubicBezTo>
                <a:lnTo>
                  <a:pt x="120007" y="60920"/>
                </a:lnTo>
                <a:lnTo>
                  <a:pt x="148421" y="49416"/>
                </a:lnTo>
                <a:lnTo>
                  <a:pt x="152951" y="49416"/>
                </a:lnTo>
                <a:close/>
                <a:moveTo>
                  <a:pt x="206520" y="69388"/>
                </a:moveTo>
                <a:cubicBezTo>
                  <a:pt x="217570" y="56073"/>
                  <a:pt x="228105" y="49416"/>
                  <a:pt x="238126" y="49416"/>
                </a:cubicBezTo>
                <a:cubicBezTo>
                  <a:pt x="243273" y="49416"/>
                  <a:pt x="247700" y="50700"/>
                  <a:pt x="251406" y="53270"/>
                </a:cubicBezTo>
                <a:cubicBezTo>
                  <a:pt x="255112" y="55837"/>
                  <a:pt x="258064" y="60065"/>
                  <a:pt x="260260" y="65955"/>
                </a:cubicBezTo>
                <a:cubicBezTo>
                  <a:pt x="261770" y="70062"/>
                  <a:pt x="262525" y="76362"/>
                  <a:pt x="262525" y="84856"/>
                </a:cubicBezTo>
                <a:lnTo>
                  <a:pt x="262525" y="125019"/>
                </a:lnTo>
                <a:cubicBezTo>
                  <a:pt x="262525" y="130977"/>
                  <a:pt x="263005" y="135018"/>
                  <a:pt x="263966" y="137141"/>
                </a:cubicBezTo>
                <a:cubicBezTo>
                  <a:pt x="264721" y="138852"/>
                  <a:pt x="265939" y="140188"/>
                  <a:pt x="267621" y="141146"/>
                </a:cubicBezTo>
                <a:cubicBezTo>
                  <a:pt x="269302" y="142105"/>
                  <a:pt x="272408" y="142584"/>
                  <a:pt x="276938" y="142584"/>
                </a:cubicBezTo>
                <a:lnTo>
                  <a:pt x="276938" y="146393"/>
                </a:lnTo>
                <a:lnTo>
                  <a:pt x="230302" y="146393"/>
                </a:lnTo>
                <a:lnTo>
                  <a:pt x="230302" y="142584"/>
                </a:lnTo>
                <a:lnTo>
                  <a:pt x="232258" y="142584"/>
                </a:lnTo>
                <a:cubicBezTo>
                  <a:pt x="236650" y="142584"/>
                  <a:pt x="239722" y="141918"/>
                  <a:pt x="241472" y="140586"/>
                </a:cubicBezTo>
                <a:cubicBezTo>
                  <a:pt x="243222" y="139255"/>
                  <a:pt x="244440" y="137292"/>
                  <a:pt x="245126" y="134699"/>
                </a:cubicBezTo>
                <a:cubicBezTo>
                  <a:pt x="245401" y="133674"/>
                  <a:pt x="245538" y="130464"/>
                  <a:pt x="245538" y="125070"/>
                </a:cubicBezTo>
                <a:lnTo>
                  <a:pt x="245538" y="86661"/>
                </a:lnTo>
                <a:cubicBezTo>
                  <a:pt x="245538" y="78126"/>
                  <a:pt x="244423" y="71930"/>
                  <a:pt x="242192" y="68072"/>
                </a:cubicBezTo>
                <a:cubicBezTo>
                  <a:pt x="239962" y="64213"/>
                  <a:pt x="236204" y="62284"/>
                  <a:pt x="230919" y="62284"/>
                </a:cubicBezTo>
                <a:cubicBezTo>
                  <a:pt x="222752" y="62284"/>
                  <a:pt x="214619" y="66723"/>
                  <a:pt x="206520" y="75600"/>
                </a:cubicBezTo>
                <a:lnTo>
                  <a:pt x="206520" y="125070"/>
                </a:lnTo>
                <a:cubicBezTo>
                  <a:pt x="206520" y="131421"/>
                  <a:pt x="206898" y="135347"/>
                  <a:pt x="207653" y="136848"/>
                </a:cubicBezTo>
                <a:cubicBezTo>
                  <a:pt x="208614" y="138828"/>
                  <a:pt x="209935" y="140279"/>
                  <a:pt x="211616" y="141201"/>
                </a:cubicBezTo>
                <a:cubicBezTo>
                  <a:pt x="213298" y="142123"/>
                  <a:pt x="216712" y="142584"/>
                  <a:pt x="221860" y="142584"/>
                </a:cubicBezTo>
                <a:lnTo>
                  <a:pt x="221860" y="146393"/>
                </a:lnTo>
                <a:lnTo>
                  <a:pt x="175224" y="146393"/>
                </a:lnTo>
                <a:lnTo>
                  <a:pt x="175224" y="142584"/>
                </a:lnTo>
                <a:lnTo>
                  <a:pt x="177283" y="142584"/>
                </a:lnTo>
                <a:cubicBezTo>
                  <a:pt x="182087" y="142584"/>
                  <a:pt x="185330" y="141369"/>
                  <a:pt x="187012" y="138939"/>
                </a:cubicBezTo>
                <a:cubicBezTo>
                  <a:pt x="188693" y="136507"/>
                  <a:pt x="189534" y="131867"/>
                  <a:pt x="189534" y="125019"/>
                </a:cubicBezTo>
                <a:lnTo>
                  <a:pt x="189534" y="90093"/>
                </a:lnTo>
                <a:cubicBezTo>
                  <a:pt x="189534" y="78795"/>
                  <a:pt x="189277" y="71913"/>
                  <a:pt x="188762" y="69449"/>
                </a:cubicBezTo>
                <a:cubicBezTo>
                  <a:pt x="188247" y="66982"/>
                  <a:pt x="187458" y="65304"/>
                  <a:pt x="186394" y="64414"/>
                </a:cubicBezTo>
                <a:cubicBezTo>
                  <a:pt x="185330" y="63524"/>
                  <a:pt x="183906" y="63079"/>
                  <a:pt x="182122" y="63079"/>
                </a:cubicBezTo>
                <a:cubicBezTo>
                  <a:pt x="180200" y="63079"/>
                  <a:pt x="177901" y="63592"/>
                  <a:pt x="175224" y="64620"/>
                </a:cubicBezTo>
                <a:lnTo>
                  <a:pt x="173680" y="60920"/>
                </a:lnTo>
                <a:lnTo>
                  <a:pt x="202094" y="49416"/>
                </a:lnTo>
                <a:lnTo>
                  <a:pt x="206520" y="49416"/>
                </a:lnTo>
                <a:lnTo>
                  <a:pt x="206520" y="69388"/>
                </a:lnTo>
                <a:close/>
                <a:moveTo>
                  <a:pt x="337883" y="132804"/>
                </a:moveTo>
                <a:cubicBezTo>
                  <a:pt x="328206" y="140285"/>
                  <a:pt x="322132" y="144609"/>
                  <a:pt x="319661" y="145776"/>
                </a:cubicBezTo>
                <a:cubicBezTo>
                  <a:pt x="315955" y="147560"/>
                  <a:pt x="312008" y="148452"/>
                  <a:pt x="307822" y="148452"/>
                </a:cubicBezTo>
                <a:cubicBezTo>
                  <a:pt x="301302" y="148452"/>
                  <a:pt x="295931" y="146222"/>
                  <a:pt x="291710" y="141761"/>
                </a:cubicBezTo>
                <a:cubicBezTo>
                  <a:pt x="287489" y="137300"/>
                  <a:pt x="285379" y="131432"/>
                  <a:pt x="285379" y="124156"/>
                </a:cubicBezTo>
                <a:cubicBezTo>
                  <a:pt x="285379" y="119558"/>
                  <a:pt x="286408" y="115577"/>
                  <a:pt x="288467" y="112214"/>
                </a:cubicBezTo>
                <a:cubicBezTo>
                  <a:pt x="291281" y="107547"/>
                  <a:pt x="296171" y="103155"/>
                  <a:pt x="303138" y="99037"/>
                </a:cubicBezTo>
                <a:cubicBezTo>
                  <a:pt x="310104" y="94919"/>
                  <a:pt x="321685" y="89909"/>
                  <a:pt x="337883" y="84006"/>
                </a:cubicBezTo>
                <a:lnTo>
                  <a:pt x="337883" y="80300"/>
                </a:lnTo>
                <a:cubicBezTo>
                  <a:pt x="337883" y="70898"/>
                  <a:pt x="336390" y="64446"/>
                  <a:pt x="333405" y="60946"/>
                </a:cubicBezTo>
                <a:cubicBezTo>
                  <a:pt x="330419" y="57446"/>
                  <a:pt x="326078" y="55695"/>
                  <a:pt x="320381" y="55695"/>
                </a:cubicBezTo>
                <a:cubicBezTo>
                  <a:pt x="316058" y="55695"/>
                  <a:pt x="312626" y="56858"/>
                  <a:pt x="310087" y="59183"/>
                </a:cubicBezTo>
                <a:cubicBezTo>
                  <a:pt x="307479" y="61508"/>
                  <a:pt x="306175" y="64175"/>
                  <a:pt x="306175" y="67184"/>
                </a:cubicBezTo>
                <a:lnTo>
                  <a:pt x="306380" y="73132"/>
                </a:lnTo>
                <a:cubicBezTo>
                  <a:pt x="306380" y="76277"/>
                  <a:pt x="305574" y="78703"/>
                  <a:pt x="303961" y="80413"/>
                </a:cubicBezTo>
                <a:cubicBezTo>
                  <a:pt x="302348" y="82122"/>
                  <a:pt x="300238" y="82977"/>
                  <a:pt x="297630" y="82977"/>
                </a:cubicBezTo>
                <a:cubicBezTo>
                  <a:pt x="295090" y="82977"/>
                  <a:pt x="293014" y="82088"/>
                  <a:pt x="291401" y="80310"/>
                </a:cubicBezTo>
                <a:cubicBezTo>
                  <a:pt x="289788" y="78530"/>
                  <a:pt x="288982" y="76100"/>
                  <a:pt x="288982" y="73020"/>
                </a:cubicBezTo>
                <a:cubicBezTo>
                  <a:pt x="288982" y="67137"/>
                  <a:pt x="292002" y="61732"/>
                  <a:pt x="298042" y="56805"/>
                </a:cubicBezTo>
                <a:cubicBezTo>
                  <a:pt x="304081" y="51879"/>
                  <a:pt x="312557" y="49416"/>
                  <a:pt x="323470" y="49416"/>
                </a:cubicBezTo>
                <a:cubicBezTo>
                  <a:pt x="331843" y="49416"/>
                  <a:pt x="338706" y="50820"/>
                  <a:pt x="344060" y="53630"/>
                </a:cubicBezTo>
                <a:cubicBezTo>
                  <a:pt x="348109" y="55755"/>
                  <a:pt x="351095" y="59081"/>
                  <a:pt x="353016" y="63606"/>
                </a:cubicBezTo>
                <a:cubicBezTo>
                  <a:pt x="354252" y="66553"/>
                  <a:pt x="354869" y="72585"/>
                  <a:pt x="354869" y="81703"/>
                </a:cubicBezTo>
                <a:lnTo>
                  <a:pt x="354869" y="113681"/>
                </a:lnTo>
                <a:cubicBezTo>
                  <a:pt x="354869" y="122662"/>
                  <a:pt x="355041" y="128163"/>
                  <a:pt x="355384" y="130185"/>
                </a:cubicBezTo>
                <a:cubicBezTo>
                  <a:pt x="355727" y="132208"/>
                  <a:pt x="356294" y="133562"/>
                  <a:pt x="357083" y="134249"/>
                </a:cubicBezTo>
                <a:cubicBezTo>
                  <a:pt x="357872" y="134933"/>
                  <a:pt x="358781" y="135275"/>
                  <a:pt x="359811" y="135275"/>
                </a:cubicBezTo>
                <a:cubicBezTo>
                  <a:pt x="360909" y="135275"/>
                  <a:pt x="361870" y="135035"/>
                  <a:pt x="362694" y="134554"/>
                </a:cubicBezTo>
                <a:cubicBezTo>
                  <a:pt x="364135" y="133662"/>
                  <a:pt x="366914" y="131157"/>
                  <a:pt x="371032" y="127039"/>
                </a:cubicBezTo>
                <a:lnTo>
                  <a:pt x="371032" y="132804"/>
                </a:lnTo>
                <a:cubicBezTo>
                  <a:pt x="363346" y="143099"/>
                  <a:pt x="356002" y="148247"/>
                  <a:pt x="349001" y="148247"/>
                </a:cubicBezTo>
                <a:cubicBezTo>
                  <a:pt x="345638" y="148247"/>
                  <a:pt x="342962" y="147080"/>
                  <a:pt x="340971" y="144746"/>
                </a:cubicBezTo>
                <a:cubicBezTo>
                  <a:pt x="338981" y="142413"/>
                  <a:pt x="337951" y="138432"/>
                  <a:pt x="337883" y="132804"/>
                </a:cubicBezTo>
                <a:moveTo>
                  <a:pt x="337883" y="126055"/>
                </a:moveTo>
                <a:lnTo>
                  <a:pt x="337883" y="90286"/>
                </a:lnTo>
                <a:cubicBezTo>
                  <a:pt x="327519" y="94385"/>
                  <a:pt x="320828" y="97289"/>
                  <a:pt x="317808" y="98998"/>
                </a:cubicBezTo>
                <a:cubicBezTo>
                  <a:pt x="312386" y="102005"/>
                  <a:pt x="308508" y="105148"/>
                  <a:pt x="306175" y="108428"/>
                </a:cubicBezTo>
                <a:cubicBezTo>
                  <a:pt x="303841" y="111707"/>
                  <a:pt x="302674" y="115294"/>
                  <a:pt x="302674" y="119189"/>
                </a:cubicBezTo>
                <a:cubicBezTo>
                  <a:pt x="302674" y="124109"/>
                  <a:pt x="304150" y="128192"/>
                  <a:pt x="307101" y="131437"/>
                </a:cubicBezTo>
                <a:cubicBezTo>
                  <a:pt x="310052" y="134682"/>
                  <a:pt x="313450" y="136304"/>
                  <a:pt x="317293" y="136304"/>
                </a:cubicBezTo>
                <a:cubicBezTo>
                  <a:pt x="322509" y="136304"/>
                  <a:pt x="329372" y="132888"/>
                  <a:pt x="337883" y="126055"/>
                </a:cubicBezTo>
                <a:close/>
                <a:moveTo>
                  <a:pt x="410493" y="0"/>
                </a:moveTo>
                <a:lnTo>
                  <a:pt x="410493" y="124993"/>
                </a:lnTo>
                <a:cubicBezTo>
                  <a:pt x="410493" y="130891"/>
                  <a:pt x="410922" y="134801"/>
                  <a:pt x="411780" y="136723"/>
                </a:cubicBezTo>
                <a:cubicBezTo>
                  <a:pt x="412638" y="138642"/>
                  <a:pt x="413959" y="140100"/>
                  <a:pt x="415744" y="141095"/>
                </a:cubicBezTo>
                <a:cubicBezTo>
                  <a:pt x="417528" y="142088"/>
                  <a:pt x="420857" y="142584"/>
                  <a:pt x="425730" y="142584"/>
                </a:cubicBezTo>
                <a:lnTo>
                  <a:pt x="425730" y="146393"/>
                </a:lnTo>
                <a:lnTo>
                  <a:pt x="379506" y="146393"/>
                </a:lnTo>
                <a:lnTo>
                  <a:pt x="379506" y="142584"/>
                </a:lnTo>
                <a:cubicBezTo>
                  <a:pt x="383830" y="142584"/>
                  <a:pt x="386781" y="142139"/>
                  <a:pt x="388359" y="141249"/>
                </a:cubicBezTo>
                <a:cubicBezTo>
                  <a:pt x="389938" y="140357"/>
                  <a:pt x="391173" y="138882"/>
                  <a:pt x="392066" y="136826"/>
                </a:cubicBezTo>
                <a:cubicBezTo>
                  <a:pt x="392958" y="134767"/>
                  <a:pt x="393404" y="130822"/>
                  <a:pt x="393404" y="124993"/>
                </a:cubicBezTo>
                <a:lnTo>
                  <a:pt x="393404" y="39401"/>
                </a:lnTo>
                <a:cubicBezTo>
                  <a:pt x="393404" y="28771"/>
                  <a:pt x="393164" y="22239"/>
                  <a:pt x="392683" y="19805"/>
                </a:cubicBezTo>
                <a:cubicBezTo>
                  <a:pt x="392203" y="17368"/>
                  <a:pt x="391431" y="15705"/>
                  <a:pt x="390367" y="14815"/>
                </a:cubicBezTo>
                <a:cubicBezTo>
                  <a:pt x="389303" y="13923"/>
                  <a:pt x="387948" y="13477"/>
                  <a:pt x="386300" y="13477"/>
                </a:cubicBezTo>
                <a:cubicBezTo>
                  <a:pt x="384516" y="13477"/>
                  <a:pt x="382251" y="14026"/>
                  <a:pt x="379506" y="15124"/>
                </a:cubicBezTo>
                <a:lnTo>
                  <a:pt x="377756" y="11521"/>
                </a:lnTo>
                <a:lnTo>
                  <a:pt x="405861" y="0"/>
                </a:lnTo>
                <a:lnTo>
                  <a:pt x="410493" y="0"/>
                </a:lnTo>
                <a:close/>
                <a:moveTo>
                  <a:pt x="569071" y="146393"/>
                </a:moveTo>
                <a:lnTo>
                  <a:pt x="515126" y="28929"/>
                </a:lnTo>
                <a:lnTo>
                  <a:pt x="515126" y="122200"/>
                </a:lnTo>
                <a:cubicBezTo>
                  <a:pt x="515126" y="130780"/>
                  <a:pt x="516052" y="136133"/>
                  <a:pt x="517905" y="138260"/>
                </a:cubicBezTo>
                <a:cubicBezTo>
                  <a:pt x="520445" y="141143"/>
                  <a:pt x="524460" y="142584"/>
                  <a:pt x="529950" y="142584"/>
                </a:cubicBezTo>
                <a:lnTo>
                  <a:pt x="534892" y="142584"/>
                </a:lnTo>
                <a:lnTo>
                  <a:pt x="534892" y="146393"/>
                </a:lnTo>
                <a:lnTo>
                  <a:pt x="486300" y="146393"/>
                </a:lnTo>
                <a:lnTo>
                  <a:pt x="486300" y="142584"/>
                </a:lnTo>
                <a:lnTo>
                  <a:pt x="491242" y="142584"/>
                </a:lnTo>
                <a:cubicBezTo>
                  <a:pt x="497144" y="142584"/>
                  <a:pt x="501331" y="140800"/>
                  <a:pt x="503801" y="137231"/>
                </a:cubicBezTo>
                <a:cubicBezTo>
                  <a:pt x="505311" y="135035"/>
                  <a:pt x="506066" y="130025"/>
                  <a:pt x="506066" y="122200"/>
                </a:cubicBezTo>
                <a:lnTo>
                  <a:pt x="506066" y="30988"/>
                </a:lnTo>
                <a:cubicBezTo>
                  <a:pt x="506066" y="24811"/>
                  <a:pt x="505380" y="20350"/>
                  <a:pt x="504007" y="17604"/>
                </a:cubicBezTo>
                <a:cubicBezTo>
                  <a:pt x="503046" y="15614"/>
                  <a:pt x="501279" y="13950"/>
                  <a:pt x="498705" y="12611"/>
                </a:cubicBezTo>
                <a:cubicBezTo>
                  <a:pt x="496132" y="11273"/>
                  <a:pt x="491997" y="10604"/>
                  <a:pt x="486300" y="10604"/>
                </a:cubicBezTo>
                <a:lnTo>
                  <a:pt x="486300" y="6795"/>
                </a:lnTo>
                <a:lnTo>
                  <a:pt x="525832" y="6795"/>
                </a:lnTo>
                <a:lnTo>
                  <a:pt x="576483" y="116023"/>
                </a:lnTo>
                <a:lnTo>
                  <a:pt x="626311" y="6795"/>
                </a:lnTo>
                <a:lnTo>
                  <a:pt x="665843" y="6795"/>
                </a:lnTo>
                <a:lnTo>
                  <a:pt x="665843" y="10604"/>
                </a:lnTo>
                <a:lnTo>
                  <a:pt x="661004" y="10604"/>
                </a:lnTo>
                <a:cubicBezTo>
                  <a:pt x="655033" y="10604"/>
                  <a:pt x="650812" y="12388"/>
                  <a:pt x="648342" y="15957"/>
                </a:cubicBezTo>
                <a:cubicBezTo>
                  <a:pt x="646832" y="18153"/>
                  <a:pt x="646077" y="23164"/>
                  <a:pt x="646077" y="30988"/>
                </a:cubicBezTo>
                <a:lnTo>
                  <a:pt x="646077" y="122200"/>
                </a:lnTo>
                <a:cubicBezTo>
                  <a:pt x="646077" y="130780"/>
                  <a:pt x="647038" y="136133"/>
                  <a:pt x="648959" y="138260"/>
                </a:cubicBezTo>
                <a:cubicBezTo>
                  <a:pt x="651499" y="141143"/>
                  <a:pt x="655514" y="142584"/>
                  <a:pt x="661004" y="142584"/>
                </a:cubicBezTo>
                <a:lnTo>
                  <a:pt x="665843" y="142584"/>
                </a:lnTo>
                <a:lnTo>
                  <a:pt x="665843" y="146393"/>
                </a:lnTo>
                <a:lnTo>
                  <a:pt x="606544" y="146393"/>
                </a:lnTo>
                <a:lnTo>
                  <a:pt x="606544" y="142584"/>
                </a:lnTo>
                <a:lnTo>
                  <a:pt x="611486" y="142584"/>
                </a:lnTo>
                <a:cubicBezTo>
                  <a:pt x="617457" y="142584"/>
                  <a:pt x="621644" y="140800"/>
                  <a:pt x="624046" y="137231"/>
                </a:cubicBezTo>
                <a:cubicBezTo>
                  <a:pt x="625556" y="135035"/>
                  <a:pt x="626311" y="130025"/>
                  <a:pt x="626311" y="122200"/>
                </a:cubicBezTo>
                <a:lnTo>
                  <a:pt x="626311" y="28929"/>
                </a:lnTo>
                <a:lnTo>
                  <a:pt x="572468" y="146393"/>
                </a:lnTo>
                <a:lnTo>
                  <a:pt x="569071" y="146393"/>
                </a:lnTo>
                <a:close/>
                <a:moveTo>
                  <a:pt x="722945" y="49416"/>
                </a:moveTo>
                <a:cubicBezTo>
                  <a:pt x="737221" y="49416"/>
                  <a:pt x="748682" y="54832"/>
                  <a:pt x="757330" y="65665"/>
                </a:cubicBezTo>
                <a:cubicBezTo>
                  <a:pt x="764674" y="74920"/>
                  <a:pt x="768346" y="85547"/>
                  <a:pt x="768346" y="97547"/>
                </a:cubicBezTo>
                <a:cubicBezTo>
                  <a:pt x="768346" y="105981"/>
                  <a:pt x="766321" y="114517"/>
                  <a:pt x="762272" y="123156"/>
                </a:cubicBezTo>
                <a:cubicBezTo>
                  <a:pt x="758222" y="131793"/>
                  <a:pt x="752646" y="138306"/>
                  <a:pt x="745542" y="142694"/>
                </a:cubicBezTo>
                <a:cubicBezTo>
                  <a:pt x="738439" y="147082"/>
                  <a:pt x="730529" y="149276"/>
                  <a:pt x="721813" y="149276"/>
                </a:cubicBezTo>
                <a:cubicBezTo>
                  <a:pt x="707606" y="149276"/>
                  <a:pt x="696316" y="143619"/>
                  <a:pt x="687942" y="132306"/>
                </a:cubicBezTo>
                <a:cubicBezTo>
                  <a:pt x="680873" y="122776"/>
                  <a:pt x="677339" y="112081"/>
                  <a:pt x="677339" y="100221"/>
                </a:cubicBezTo>
                <a:cubicBezTo>
                  <a:pt x="677339" y="91582"/>
                  <a:pt x="679483" y="82994"/>
                  <a:pt x="683773" y="74458"/>
                </a:cubicBezTo>
                <a:cubicBezTo>
                  <a:pt x="688062" y="65922"/>
                  <a:pt x="693708" y="59614"/>
                  <a:pt x="700708" y="55535"/>
                </a:cubicBezTo>
                <a:cubicBezTo>
                  <a:pt x="707709" y="51455"/>
                  <a:pt x="715121" y="49416"/>
                  <a:pt x="722945" y="49416"/>
                </a:cubicBezTo>
                <a:moveTo>
                  <a:pt x="719754" y="56210"/>
                </a:moveTo>
                <a:cubicBezTo>
                  <a:pt x="716116" y="56210"/>
                  <a:pt x="712461" y="57290"/>
                  <a:pt x="708790" y="59450"/>
                </a:cubicBezTo>
                <a:cubicBezTo>
                  <a:pt x="705118" y="61610"/>
                  <a:pt x="702149" y="65397"/>
                  <a:pt x="699884" y="70813"/>
                </a:cubicBezTo>
                <a:cubicBezTo>
                  <a:pt x="697620" y="76228"/>
                  <a:pt x="696487" y="83186"/>
                  <a:pt x="696487" y="91686"/>
                </a:cubicBezTo>
                <a:cubicBezTo>
                  <a:pt x="696487" y="105395"/>
                  <a:pt x="699215" y="117220"/>
                  <a:pt x="704672" y="127161"/>
                </a:cubicBezTo>
                <a:cubicBezTo>
                  <a:pt x="710128" y="137100"/>
                  <a:pt x="717317" y="142070"/>
                  <a:pt x="726239" y="142070"/>
                </a:cubicBezTo>
                <a:cubicBezTo>
                  <a:pt x="732897" y="142070"/>
                  <a:pt x="738387" y="139327"/>
                  <a:pt x="742711" y="133843"/>
                </a:cubicBezTo>
                <a:cubicBezTo>
                  <a:pt x="747035" y="128359"/>
                  <a:pt x="749197" y="118934"/>
                  <a:pt x="749197" y="105568"/>
                </a:cubicBezTo>
                <a:cubicBezTo>
                  <a:pt x="749197" y="88841"/>
                  <a:pt x="745594" y="75678"/>
                  <a:pt x="738387" y="66080"/>
                </a:cubicBezTo>
                <a:cubicBezTo>
                  <a:pt x="733514" y="59500"/>
                  <a:pt x="727303" y="56210"/>
                  <a:pt x="719754" y="56210"/>
                </a:cubicBezTo>
                <a:close/>
                <a:moveTo>
                  <a:pt x="848852" y="135790"/>
                </a:moveTo>
                <a:cubicBezTo>
                  <a:pt x="844253" y="140594"/>
                  <a:pt x="839758" y="144043"/>
                  <a:pt x="835365" y="146136"/>
                </a:cubicBezTo>
                <a:cubicBezTo>
                  <a:pt x="830973" y="148229"/>
                  <a:pt x="826237" y="149276"/>
                  <a:pt x="821158" y="149276"/>
                </a:cubicBezTo>
                <a:cubicBezTo>
                  <a:pt x="810863" y="149276"/>
                  <a:pt x="801873" y="144979"/>
                  <a:pt x="794186" y="136385"/>
                </a:cubicBezTo>
                <a:cubicBezTo>
                  <a:pt x="786499" y="127789"/>
                  <a:pt x="782655" y="116743"/>
                  <a:pt x="782655" y="103248"/>
                </a:cubicBezTo>
                <a:cubicBezTo>
                  <a:pt x="782655" y="89755"/>
                  <a:pt x="786911" y="77410"/>
                  <a:pt x="795421" y="66212"/>
                </a:cubicBezTo>
                <a:cubicBezTo>
                  <a:pt x="803932" y="55014"/>
                  <a:pt x="814878" y="49416"/>
                  <a:pt x="828262" y="49416"/>
                </a:cubicBezTo>
                <a:cubicBezTo>
                  <a:pt x="836566" y="49416"/>
                  <a:pt x="843430" y="52058"/>
                  <a:pt x="848852" y="57343"/>
                </a:cubicBezTo>
                <a:lnTo>
                  <a:pt x="848852" y="39906"/>
                </a:lnTo>
                <a:cubicBezTo>
                  <a:pt x="848852" y="29085"/>
                  <a:pt x="848594" y="22434"/>
                  <a:pt x="848080" y="19953"/>
                </a:cubicBezTo>
                <a:cubicBezTo>
                  <a:pt x="847565" y="17471"/>
                  <a:pt x="846758" y="15783"/>
                  <a:pt x="845660" y="14889"/>
                </a:cubicBezTo>
                <a:cubicBezTo>
                  <a:pt x="844562" y="13992"/>
                  <a:pt x="843189" y="13544"/>
                  <a:pt x="841542" y="13544"/>
                </a:cubicBezTo>
                <a:cubicBezTo>
                  <a:pt x="839758" y="13544"/>
                  <a:pt x="837390" y="14095"/>
                  <a:pt x="834439" y="15198"/>
                </a:cubicBezTo>
                <a:lnTo>
                  <a:pt x="833100" y="11579"/>
                </a:lnTo>
                <a:lnTo>
                  <a:pt x="861206" y="0"/>
                </a:lnTo>
                <a:lnTo>
                  <a:pt x="865838" y="0"/>
                </a:lnTo>
                <a:lnTo>
                  <a:pt x="865838" y="109023"/>
                </a:lnTo>
                <a:cubicBezTo>
                  <a:pt x="865838" y="120073"/>
                  <a:pt x="866096" y="126816"/>
                  <a:pt x="866610" y="129252"/>
                </a:cubicBezTo>
                <a:cubicBezTo>
                  <a:pt x="867125" y="131689"/>
                  <a:pt x="867949" y="133388"/>
                  <a:pt x="869081" y="134348"/>
                </a:cubicBezTo>
                <a:cubicBezTo>
                  <a:pt x="870214" y="135309"/>
                  <a:pt x="871535" y="135790"/>
                  <a:pt x="873045" y="135790"/>
                </a:cubicBezTo>
                <a:cubicBezTo>
                  <a:pt x="874898" y="135790"/>
                  <a:pt x="877368" y="135206"/>
                  <a:pt x="880457" y="134040"/>
                </a:cubicBezTo>
                <a:lnTo>
                  <a:pt x="881589" y="137643"/>
                </a:lnTo>
                <a:lnTo>
                  <a:pt x="853587" y="149276"/>
                </a:lnTo>
                <a:lnTo>
                  <a:pt x="848852" y="149276"/>
                </a:lnTo>
                <a:lnTo>
                  <a:pt x="848852" y="135790"/>
                </a:lnTo>
                <a:moveTo>
                  <a:pt x="848852" y="128606"/>
                </a:moveTo>
                <a:lnTo>
                  <a:pt x="848852" y="80136"/>
                </a:lnTo>
                <a:cubicBezTo>
                  <a:pt x="848440" y="75480"/>
                  <a:pt x="847204" y="71235"/>
                  <a:pt x="845145" y="67403"/>
                </a:cubicBezTo>
                <a:cubicBezTo>
                  <a:pt x="843086" y="63568"/>
                  <a:pt x="840358" y="60676"/>
                  <a:pt x="836961" y="58726"/>
                </a:cubicBezTo>
                <a:cubicBezTo>
                  <a:pt x="833564" y="56774"/>
                  <a:pt x="830252" y="55798"/>
                  <a:pt x="827026" y="55798"/>
                </a:cubicBezTo>
                <a:cubicBezTo>
                  <a:pt x="820987" y="55798"/>
                  <a:pt x="815599" y="58503"/>
                  <a:pt x="810863" y="63912"/>
                </a:cubicBezTo>
                <a:cubicBezTo>
                  <a:pt x="804618" y="71031"/>
                  <a:pt x="801495" y="81436"/>
                  <a:pt x="801495" y="95128"/>
                </a:cubicBezTo>
                <a:cubicBezTo>
                  <a:pt x="801495" y="108958"/>
                  <a:pt x="804515" y="119553"/>
                  <a:pt x="810555" y="126914"/>
                </a:cubicBezTo>
                <a:cubicBezTo>
                  <a:pt x="816594" y="134272"/>
                  <a:pt x="823320" y="137952"/>
                  <a:pt x="830733" y="137952"/>
                </a:cubicBezTo>
                <a:cubicBezTo>
                  <a:pt x="836978" y="137952"/>
                  <a:pt x="843018" y="134836"/>
                  <a:pt x="848852" y="128606"/>
                </a:cubicBezTo>
                <a:close/>
                <a:moveTo>
                  <a:pt x="903517" y="87713"/>
                </a:moveTo>
                <a:cubicBezTo>
                  <a:pt x="903448" y="101681"/>
                  <a:pt x="906845" y="112638"/>
                  <a:pt x="913709" y="120582"/>
                </a:cubicBezTo>
                <a:cubicBezTo>
                  <a:pt x="920572" y="128524"/>
                  <a:pt x="928636" y="132495"/>
                  <a:pt x="937902" y="132495"/>
                </a:cubicBezTo>
                <a:cubicBezTo>
                  <a:pt x="944079" y="132495"/>
                  <a:pt x="949449" y="130797"/>
                  <a:pt x="954013" y="127399"/>
                </a:cubicBezTo>
                <a:cubicBezTo>
                  <a:pt x="958577" y="124002"/>
                  <a:pt x="962403" y="118185"/>
                  <a:pt x="965492" y="109950"/>
                </a:cubicBezTo>
                <a:lnTo>
                  <a:pt x="968683" y="112008"/>
                </a:lnTo>
                <a:cubicBezTo>
                  <a:pt x="967242" y="121411"/>
                  <a:pt x="963055" y="129973"/>
                  <a:pt x="956124" y="137694"/>
                </a:cubicBezTo>
                <a:cubicBezTo>
                  <a:pt x="949192" y="145415"/>
                  <a:pt x="940510" y="149276"/>
                  <a:pt x="930078" y="149276"/>
                </a:cubicBezTo>
                <a:cubicBezTo>
                  <a:pt x="918753" y="149276"/>
                  <a:pt x="909059" y="144876"/>
                  <a:pt x="900994" y="136076"/>
                </a:cubicBezTo>
                <a:cubicBezTo>
                  <a:pt x="892930" y="127274"/>
                  <a:pt x="888898" y="115441"/>
                  <a:pt x="888898" y="100578"/>
                </a:cubicBezTo>
                <a:cubicBezTo>
                  <a:pt x="888898" y="84484"/>
                  <a:pt x="893033" y="71933"/>
                  <a:pt x="901303" y="62928"/>
                </a:cubicBezTo>
                <a:cubicBezTo>
                  <a:pt x="909574" y="53920"/>
                  <a:pt x="919954" y="49416"/>
                  <a:pt x="932445" y="49416"/>
                </a:cubicBezTo>
                <a:cubicBezTo>
                  <a:pt x="943015" y="49416"/>
                  <a:pt x="951697" y="52890"/>
                  <a:pt x="958491" y="59839"/>
                </a:cubicBezTo>
                <a:cubicBezTo>
                  <a:pt x="965286" y="66786"/>
                  <a:pt x="968683" y="76077"/>
                  <a:pt x="968683" y="87713"/>
                </a:cubicBezTo>
                <a:lnTo>
                  <a:pt x="903517" y="87713"/>
                </a:lnTo>
                <a:moveTo>
                  <a:pt x="903517" y="81741"/>
                </a:moveTo>
                <a:lnTo>
                  <a:pt x="947167" y="81741"/>
                </a:lnTo>
                <a:cubicBezTo>
                  <a:pt x="946824" y="75702"/>
                  <a:pt x="946103" y="71447"/>
                  <a:pt x="945005" y="68976"/>
                </a:cubicBezTo>
                <a:cubicBezTo>
                  <a:pt x="943289" y="65132"/>
                  <a:pt x="940733" y="62113"/>
                  <a:pt x="937335" y="59916"/>
                </a:cubicBezTo>
                <a:cubicBezTo>
                  <a:pt x="933938" y="57720"/>
                  <a:pt x="930386" y="56622"/>
                  <a:pt x="926680" y="56622"/>
                </a:cubicBezTo>
                <a:cubicBezTo>
                  <a:pt x="920984" y="56622"/>
                  <a:pt x="915888" y="58835"/>
                  <a:pt x="911392" y="63262"/>
                </a:cubicBezTo>
                <a:cubicBezTo>
                  <a:pt x="906897" y="67689"/>
                  <a:pt x="904272" y="73849"/>
                  <a:pt x="903517" y="81741"/>
                </a:cubicBezTo>
                <a:close/>
                <a:moveTo>
                  <a:pt x="1013705" y="0"/>
                </a:moveTo>
                <a:lnTo>
                  <a:pt x="1013705" y="124993"/>
                </a:lnTo>
                <a:cubicBezTo>
                  <a:pt x="1013705" y="130891"/>
                  <a:pt x="1014134" y="134801"/>
                  <a:pt x="1014991" y="136723"/>
                </a:cubicBezTo>
                <a:cubicBezTo>
                  <a:pt x="1015849" y="138642"/>
                  <a:pt x="1017171" y="140100"/>
                  <a:pt x="1018955" y="141095"/>
                </a:cubicBezTo>
                <a:cubicBezTo>
                  <a:pt x="1020739" y="142088"/>
                  <a:pt x="1024068" y="142584"/>
                  <a:pt x="1028941" y="142584"/>
                </a:cubicBezTo>
                <a:lnTo>
                  <a:pt x="1028941" y="146393"/>
                </a:lnTo>
                <a:lnTo>
                  <a:pt x="982717" y="146393"/>
                </a:lnTo>
                <a:lnTo>
                  <a:pt x="982717" y="142584"/>
                </a:lnTo>
                <a:cubicBezTo>
                  <a:pt x="987041" y="142584"/>
                  <a:pt x="989992" y="142139"/>
                  <a:pt x="991571" y="141249"/>
                </a:cubicBezTo>
                <a:cubicBezTo>
                  <a:pt x="993149" y="140357"/>
                  <a:pt x="994384" y="138882"/>
                  <a:pt x="995277" y="136826"/>
                </a:cubicBezTo>
                <a:cubicBezTo>
                  <a:pt x="996169" y="134767"/>
                  <a:pt x="996615" y="130822"/>
                  <a:pt x="996615" y="124993"/>
                </a:cubicBezTo>
                <a:lnTo>
                  <a:pt x="996615" y="39401"/>
                </a:lnTo>
                <a:cubicBezTo>
                  <a:pt x="996615" y="28771"/>
                  <a:pt x="996375" y="22239"/>
                  <a:pt x="995894" y="19805"/>
                </a:cubicBezTo>
                <a:cubicBezTo>
                  <a:pt x="995414" y="17368"/>
                  <a:pt x="994642" y="15705"/>
                  <a:pt x="993578" y="14815"/>
                </a:cubicBezTo>
                <a:cubicBezTo>
                  <a:pt x="992514" y="13923"/>
                  <a:pt x="991159" y="13477"/>
                  <a:pt x="989512" y="13477"/>
                </a:cubicBezTo>
                <a:cubicBezTo>
                  <a:pt x="987727" y="13477"/>
                  <a:pt x="985462" y="14026"/>
                  <a:pt x="982717" y="15124"/>
                </a:cubicBezTo>
                <a:lnTo>
                  <a:pt x="980967" y="11521"/>
                </a:lnTo>
                <a:lnTo>
                  <a:pt x="1009072" y="0"/>
                </a:lnTo>
                <a:lnTo>
                  <a:pt x="1013705" y="0"/>
                </a:lnTo>
                <a:close/>
                <a:moveTo>
                  <a:pt x="1044625" y="181602"/>
                </a:moveTo>
                <a:lnTo>
                  <a:pt x="1044625" y="177072"/>
                </a:lnTo>
                <a:cubicBezTo>
                  <a:pt x="1051694" y="174730"/>
                  <a:pt x="1057167" y="171096"/>
                  <a:pt x="1061045" y="166169"/>
                </a:cubicBezTo>
                <a:cubicBezTo>
                  <a:pt x="1064923" y="161245"/>
                  <a:pt x="1066862" y="156027"/>
                  <a:pt x="1066862" y="150515"/>
                </a:cubicBezTo>
                <a:cubicBezTo>
                  <a:pt x="1066862" y="149208"/>
                  <a:pt x="1066553" y="148109"/>
                  <a:pt x="1065935" y="147217"/>
                </a:cubicBezTo>
                <a:cubicBezTo>
                  <a:pt x="1065455" y="146599"/>
                  <a:pt x="1064974" y="146290"/>
                  <a:pt x="1064494" y="146290"/>
                </a:cubicBezTo>
                <a:cubicBezTo>
                  <a:pt x="1063739" y="146290"/>
                  <a:pt x="1062092" y="146977"/>
                  <a:pt x="1059552" y="148349"/>
                </a:cubicBezTo>
                <a:cubicBezTo>
                  <a:pt x="1058317" y="148967"/>
                  <a:pt x="1057013" y="149276"/>
                  <a:pt x="1055640" y="149276"/>
                </a:cubicBezTo>
                <a:cubicBezTo>
                  <a:pt x="1052277" y="149276"/>
                  <a:pt x="1049601" y="148281"/>
                  <a:pt x="1047610" y="146290"/>
                </a:cubicBezTo>
                <a:cubicBezTo>
                  <a:pt x="1045620" y="144300"/>
                  <a:pt x="1044625" y="141555"/>
                  <a:pt x="1044625" y="138055"/>
                </a:cubicBezTo>
                <a:cubicBezTo>
                  <a:pt x="1044625" y="134692"/>
                  <a:pt x="1045912" y="131809"/>
                  <a:pt x="1048485" y="129407"/>
                </a:cubicBezTo>
                <a:cubicBezTo>
                  <a:pt x="1051059" y="127005"/>
                  <a:pt x="1054199" y="125804"/>
                  <a:pt x="1057905" y="125804"/>
                </a:cubicBezTo>
                <a:cubicBezTo>
                  <a:pt x="1062435" y="125804"/>
                  <a:pt x="1066467" y="127781"/>
                  <a:pt x="1070002" y="131736"/>
                </a:cubicBezTo>
                <a:cubicBezTo>
                  <a:pt x="1073536" y="135689"/>
                  <a:pt x="1075303" y="140931"/>
                  <a:pt x="1075303" y="147462"/>
                </a:cubicBezTo>
                <a:cubicBezTo>
                  <a:pt x="1075303" y="154546"/>
                  <a:pt x="1072850" y="161130"/>
                  <a:pt x="1067943" y="167215"/>
                </a:cubicBezTo>
                <a:cubicBezTo>
                  <a:pt x="1063035" y="173300"/>
                  <a:pt x="1055263" y="178095"/>
                  <a:pt x="1044625" y="1816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43B92E-0278-4D67-AA35-AF51B558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9480" y="1665709"/>
            <a:ext cx="292834" cy="292833"/>
          </a:xfrm>
          <a:custGeom xmlns:a="http://schemas.openxmlformats.org/drawingml/2006/main">
            <a:pathLst>
              <a:path w="292834" h="292833">
                <a:moveTo>
                  <a:pt x="292833" y="146416"/>
                </a:moveTo>
                <a:cubicBezTo>
                  <a:pt x="292834" y="151212"/>
                  <a:pt x="292598" y="155995"/>
                  <a:pt x="292128" y="160767"/>
                </a:cubicBezTo>
                <a:cubicBezTo>
                  <a:pt x="291658" y="165540"/>
                  <a:pt x="290956" y="170277"/>
                  <a:pt x="290019" y="174981"/>
                </a:cubicBezTo>
                <a:cubicBezTo>
                  <a:pt x="289084" y="179684"/>
                  <a:pt x="287920" y="184330"/>
                  <a:pt x="286527" y="188919"/>
                </a:cubicBezTo>
                <a:cubicBezTo>
                  <a:pt x="285136" y="193507"/>
                  <a:pt x="283522" y="198017"/>
                  <a:pt x="281686" y="202447"/>
                </a:cubicBezTo>
                <a:cubicBezTo>
                  <a:pt x="279851" y="206877"/>
                  <a:pt x="277803" y="211207"/>
                  <a:pt x="275542" y="215436"/>
                </a:cubicBezTo>
                <a:cubicBezTo>
                  <a:pt x="273281" y="219665"/>
                  <a:pt x="270819" y="223774"/>
                  <a:pt x="268155" y="227761"/>
                </a:cubicBezTo>
                <a:cubicBezTo>
                  <a:pt x="265491" y="231748"/>
                  <a:pt x="262639" y="235595"/>
                  <a:pt x="259598" y="239302"/>
                </a:cubicBezTo>
                <a:cubicBezTo>
                  <a:pt x="256557" y="243009"/>
                  <a:pt x="253339" y="246557"/>
                  <a:pt x="249948" y="249948"/>
                </a:cubicBezTo>
                <a:cubicBezTo>
                  <a:pt x="246557" y="253339"/>
                  <a:pt x="243008" y="256555"/>
                  <a:pt x="239302" y="259597"/>
                </a:cubicBezTo>
                <a:cubicBezTo>
                  <a:pt x="235595" y="262640"/>
                  <a:pt x="231748" y="265493"/>
                  <a:pt x="227761" y="268157"/>
                </a:cubicBezTo>
                <a:cubicBezTo>
                  <a:pt x="223774" y="270821"/>
                  <a:pt x="219665" y="273283"/>
                  <a:pt x="215437" y="275544"/>
                </a:cubicBezTo>
                <a:cubicBezTo>
                  <a:pt x="211208" y="277804"/>
                  <a:pt x="206878" y="279852"/>
                  <a:pt x="202447" y="281687"/>
                </a:cubicBezTo>
                <a:cubicBezTo>
                  <a:pt x="198017" y="283522"/>
                  <a:pt x="193508" y="285136"/>
                  <a:pt x="188920" y="286528"/>
                </a:cubicBezTo>
                <a:cubicBezTo>
                  <a:pt x="184332" y="287920"/>
                  <a:pt x="179685" y="289083"/>
                  <a:pt x="174981" y="290019"/>
                </a:cubicBezTo>
                <a:cubicBezTo>
                  <a:pt x="170278" y="290954"/>
                  <a:pt x="165541" y="291657"/>
                  <a:pt x="160768" y="292127"/>
                </a:cubicBezTo>
                <a:cubicBezTo>
                  <a:pt x="155997" y="292598"/>
                  <a:pt x="151212" y="292833"/>
                  <a:pt x="146416" y="292833"/>
                </a:cubicBezTo>
                <a:cubicBezTo>
                  <a:pt x="141623" y="292833"/>
                  <a:pt x="136838" y="292598"/>
                  <a:pt x="132067" y="292127"/>
                </a:cubicBezTo>
                <a:cubicBezTo>
                  <a:pt x="127294" y="291657"/>
                  <a:pt x="122556" y="290954"/>
                  <a:pt x="117851" y="290019"/>
                </a:cubicBezTo>
                <a:cubicBezTo>
                  <a:pt x="113149" y="289083"/>
                  <a:pt x="108502" y="287920"/>
                  <a:pt x="103913" y="286528"/>
                </a:cubicBezTo>
                <a:cubicBezTo>
                  <a:pt x="99325" y="285136"/>
                  <a:pt x="94815" y="283522"/>
                  <a:pt x="90384" y="281687"/>
                </a:cubicBezTo>
                <a:cubicBezTo>
                  <a:pt x="85952" y="279852"/>
                  <a:pt x="81623" y="277804"/>
                  <a:pt x="77395" y="275544"/>
                </a:cubicBezTo>
                <a:cubicBezTo>
                  <a:pt x="73165" y="273283"/>
                  <a:pt x="69058" y="270821"/>
                  <a:pt x="65070" y="268157"/>
                </a:cubicBezTo>
                <a:cubicBezTo>
                  <a:pt x="61084" y="265493"/>
                  <a:pt x="57237" y="262640"/>
                  <a:pt x="53531" y="259597"/>
                </a:cubicBezTo>
                <a:cubicBezTo>
                  <a:pt x="49823" y="256555"/>
                  <a:pt x="46273" y="253339"/>
                  <a:pt x="42882" y="249948"/>
                </a:cubicBezTo>
                <a:cubicBezTo>
                  <a:pt x="39493" y="246557"/>
                  <a:pt x="36276" y="243009"/>
                  <a:pt x="33234" y="239302"/>
                </a:cubicBezTo>
                <a:cubicBezTo>
                  <a:pt x="30193" y="235595"/>
                  <a:pt x="27339" y="231748"/>
                  <a:pt x="24674" y="227761"/>
                </a:cubicBezTo>
                <a:cubicBezTo>
                  <a:pt x="22009" y="223774"/>
                  <a:pt x="19548" y="219665"/>
                  <a:pt x="17287" y="215436"/>
                </a:cubicBezTo>
                <a:cubicBezTo>
                  <a:pt x="15026" y="211207"/>
                  <a:pt x="12978" y="206877"/>
                  <a:pt x="11143" y="202447"/>
                </a:cubicBezTo>
                <a:cubicBezTo>
                  <a:pt x="9309" y="198017"/>
                  <a:pt x="7696" y="193507"/>
                  <a:pt x="6305" y="188919"/>
                </a:cubicBezTo>
                <a:cubicBezTo>
                  <a:pt x="4913" y="184330"/>
                  <a:pt x="3749" y="179684"/>
                  <a:pt x="2813" y="174981"/>
                </a:cubicBezTo>
                <a:cubicBezTo>
                  <a:pt x="1878" y="170277"/>
                  <a:pt x="1176" y="165540"/>
                  <a:pt x="707" y="160767"/>
                </a:cubicBezTo>
                <a:cubicBezTo>
                  <a:pt x="237" y="155995"/>
                  <a:pt x="0" y="151212"/>
                  <a:pt x="0" y="146416"/>
                </a:cubicBezTo>
                <a:cubicBezTo>
                  <a:pt x="0" y="141621"/>
                  <a:pt x="237" y="136837"/>
                  <a:pt x="707" y="132065"/>
                </a:cubicBezTo>
                <a:cubicBezTo>
                  <a:pt x="1176" y="127293"/>
                  <a:pt x="1878" y="122555"/>
                  <a:pt x="2813" y="117852"/>
                </a:cubicBezTo>
                <a:cubicBezTo>
                  <a:pt x="3749" y="113149"/>
                  <a:pt x="4912" y="108503"/>
                  <a:pt x="6303" y="103914"/>
                </a:cubicBezTo>
                <a:cubicBezTo>
                  <a:pt x="7696" y="99325"/>
                  <a:pt x="9309" y="94815"/>
                  <a:pt x="11143" y="90385"/>
                </a:cubicBezTo>
                <a:cubicBezTo>
                  <a:pt x="12978" y="85955"/>
                  <a:pt x="15026" y="81625"/>
                  <a:pt x="17287" y="77396"/>
                </a:cubicBezTo>
                <a:cubicBezTo>
                  <a:pt x="19548" y="73167"/>
                  <a:pt x="22009" y="69059"/>
                  <a:pt x="24674" y="65071"/>
                </a:cubicBezTo>
                <a:cubicBezTo>
                  <a:pt x="27339" y="61084"/>
                  <a:pt x="30193" y="57237"/>
                  <a:pt x="33234" y="53530"/>
                </a:cubicBezTo>
                <a:cubicBezTo>
                  <a:pt x="36276" y="49824"/>
                  <a:pt x="39493" y="46275"/>
                  <a:pt x="42882" y="42884"/>
                </a:cubicBezTo>
                <a:cubicBezTo>
                  <a:pt x="46273" y="39493"/>
                  <a:pt x="49823" y="36277"/>
                  <a:pt x="53531" y="33235"/>
                </a:cubicBezTo>
                <a:cubicBezTo>
                  <a:pt x="57237" y="30193"/>
                  <a:pt x="61084" y="27339"/>
                  <a:pt x="65070" y="24675"/>
                </a:cubicBezTo>
                <a:cubicBezTo>
                  <a:pt x="69058" y="22011"/>
                  <a:pt x="73165" y="19549"/>
                  <a:pt x="77395" y="17288"/>
                </a:cubicBezTo>
                <a:cubicBezTo>
                  <a:pt x="81623" y="15028"/>
                  <a:pt x="85952" y="12980"/>
                  <a:pt x="90384" y="11145"/>
                </a:cubicBezTo>
                <a:cubicBezTo>
                  <a:pt x="94815" y="9310"/>
                  <a:pt x="99325" y="7697"/>
                  <a:pt x="103913" y="6305"/>
                </a:cubicBezTo>
                <a:cubicBezTo>
                  <a:pt x="108502" y="4913"/>
                  <a:pt x="113149" y="3749"/>
                  <a:pt x="117851" y="2813"/>
                </a:cubicBezTo>
                <a:cubicBezTo>
                  <a:pt x="122556" y="1878"/>
                  <a:pt x="127294" y="1175"/>
                  <a:pt x="132067" y="705"/>
                </a:cubicBezTo>
                <a:cubicBezTo>
                  <a:pt x="136838" y="235"/>
                  <a:pt x="141623" y="0"/>
                  <a:pt x="146416" y="0"/>
                </a:cubicBezTo>
                <a:cubicBezTo>
                  <a:pt x="151212" y="0"/>
                  <a:pt x="155997" y="235"/>
                  <a:pt x="160768" y="705"/>
                </a:cubicBezTo>
                <a:cubicBezTo>
                  <a:pt x="165541" y="1175"/>
                  <a:pt x="170278" y="1878"/>
                  <a:pt x="174981" y="2813"/>
                </a:cubicBezTo>
                <a:cubicBezTo>
                  <a:pt x="179685" y="3749"/>
                  <a:pt x="184332" y="4913"/>
                  <a:pt x="188920" y="6305"/>
                </a:cubicBezTo>
                <a:cubicBezTo>
                  <a:pt x="193508" y="7697"/>
                  <a:pt x="198017" y="9310"/>
                  <a:pt x="202447" y="11145"/>
                </a:cubicBezTo>
                <a:cubicBezTo>
                  <a:pt x="206878" y="12980"/>
                  <a:pt x="211208" y="15028"/>
                  <a:pt x="215437" y="17288"/>
                </a:cubicBezTo>
                <a:cubicBezTo>
                  <a:pt x="219665" y="19549"/>
                  <a:pt x="223773" y="22011"/>
                  <a:pt x="227759" y="24675"/>
                </a:cubicBezTo>
                <a:cubicBezTo>
                  <a:pt x="231747" y="27339"/>
                  <a:pt x="235595" y="30193"/>
                  <a:pt x="239301" y="33235"/>
                </a:cubicBezTo>
                <a:cubicBezTo>
                  <a:pt x="243008" y="36277"/>
                  <a:pt x="246557" y="39493"/>
                  <a:pt x="249948" y="42884"/>
                </a:cubicBezTo>
                <a:cubicBezTo>
                  <a:pt x="253339" y="46275"/>
                  <a:pt x="256557" y="49824"/>
                  <a:pt x="259598" y="53530"/>
                </a:cubicBezTo>
                <a:cubicBezTo>
                  <a:pt x="262639" y="57237"/>
                  <a:pt x="265491" y="61084"/>
                  <a:pt x="268155" y="65071"/>
                </a:cubicBezTo>
                <a:cubicBezTo>
                  <a:pt x="270819" y="69059"/>
                  <a:pt x="273281" y="73167"/>
                  <a:pt x="275542" y="77396"/>
                </a:cubicBezTo>
                <a:cubicBezTo>
                  <a:pt x="277803" y="81625"/>
                  <a:pt x="279851" y="85955"/>
                  <a:pt x="281686" y="90385"/>
                </a:cubicBezTo>
                <a:cubicBezTo>
                  <a:pt x="283522" y="94815"/>
                  <a:pt x="285136" y="99325"/>
                  <a:pt x="286527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6" y="122555"/>
                  <a:pt x="291658" y="127293"/>
                  <a:pt x="292128" y="132065"/>
                </a:cubicBezTo>
                <a:cubicBezTo>
                  <a:pt x="292598" y="136837"/>
                  <a:pt x="292834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22987A-CBA3-4495-A678-4A451E78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9480" y="1665709"/>
            <a:ext cx="292834" cy="292833"/>
          </a:xfrm>
          <a:custGeom xmlns:a="http://schemas.openxmlformats.org/drawingml/2006/main">
            <a:pathLst>
              <a:path w="292834" h="292833" fill="none">
                <a:moveTo>
                  <a:pt x="292833" y="146416"/>
                </a:moveTo>
                <a:cubicBezTo>
                  <a:pt x="292834" y="151212"/>
                  <a:pt x="292598" y="155995"/>
                  <a:pt x="292128" y="160767"/>
                </a:cubicBezTo>
                <a:cubicBezTo>
                  <a:pt x="291658" y="165540"/>
                  <a:pt x="290956" y="170277"/>
                  <a:pt x="290019" y="174981"/>
                </a:cubicBezTo>
                <a:cubicBezTo>
                  <a:pt x="289084" y="179684"/>
                  <a:pt x="287920" y="184330"/>
                  <a:pt x="286527" y="188919"/>
                </a:cubicBezTo>
                <a:cubicBezTo>
                  <a:pt x="285136" y="193507"/>
                  <a:pt x="283522" y="198017"/>
                  <a:pt x="281686" y="202447"/>
                </a:cubicBezTo>
                <a:cubicBezTo>
                  <a:pt x="279851" y="206877"/>
                  <a:pt x="277803" y="211207"/>
                  <a:pt x="275542" y="215436"/>
                </a:cubicBezTo>
                <a:cubicBezTo>
                  <a:pt x="273281" y="219665"/>
                  <a:pt x="270819" y="223774"/>
                  <a:pt x="268155" y="227761"/>
                </a:cubicBezTo>
                <a:cubicBezTo>
                  <a:pt x="265491" y="231748"/>
                  <a:pt x="262639" y="235595"/>
                  <a:pt x="259598" y="239302"/>
                </a:cubicBezTo>
                <a:cubicBezTo>
                  <a:pt x="256557" y="243009"/>
                  <a:pt x="253339" y="246557"/>
                  <a:pt x="249948" y="249948"/>
                </a:cubicBezTo>
                <a:cubicBezTo>
                  <a:pt x="246557" y="253339"/>
                  <a:pt x="243008" y="256555"/>
                  <a:pt x="239302" y="259597"/>
                </a:cubicBezTo>
                <a:cubicBezTo>
                  <a:pt x="235595" y="262640"/>
                  <a:pt x="231748" y="265493"/>
                  <a:pt x="227761" y="268157"/>
                </a:cubicBezTo>
                <a:cubicBezTo>
                  <a:pt x="223774" y="270821"/>
                  <a:pt x="219665" y="273283"/>
                  <a:pt x="215437" y="275544"/>
                </a:cubicBezTo>
                <a:cubicBezTo>
                  <a:pt x="211208" y="277804"/>
                  <a:pt x="206878" y="279852"/>
                  <a:pt x="202447" y="281687"/>
                </a:cubicBezTo>
                <a:cubicBezTo>
                  <a:pt x="198017" y="283522"/>
                  <a:pt x="193508" y="285136"/>
                  <a:pt x="188920" y="286528"/>
                </a:cubicBezTo>
                <a:cubicBezTo>
                  <a:pt x="184332" y="287920"/>
                  <a:pt x="179685" y="289083"/>
                  <a:pt x="174981" y="290019"/>
                </a:cubicBezTo>
                <a:cubicBezTo>
                  <a:pt x="170278" y="290954"/>
                  <a:pt x="165541" y="291657"/>
                  <a:pt x="160768" y="292127"/>
                </a:cubicBezTo>
                <a:cubicBezTo>
                  <a:pt x="155997" y="292598"/>
                  <a:pt x="151212" y="292833"/>
                  <a:pt x="146416" y="292833"/>
                </a:cubicBezTo>
                <a:cubicBezTo>
                  <a:pt x="141623" y="292833"/>
                  <a:pt x="136838" y="292598"/>
                  <a:pt x="132067" y="292127"/>
                </a:cubicBezTo>
                <a:cubicBezTo>
                  <a:pt x="127294" y="291657"/>
                  <a:pt x="122556" y="290954"/>
                  <a:pt x="117851" y="290019"/>
                </a:cubicBezTo>
                <a:cubicBezTo>
                  <a:pt x="113149" y="289083"/>
                  <a:pt x="108502" y="287920"/>
                  <a:pt x="103913" y="286528"/>
                </a:cubicBezTo>
                <a:cubicBezTo>
                  <a:pt x="99325" y="285136"/>
                  <a:pt x="94815" y="283522"/>
                  <a:pt x="90384" y="281687"/>
                </a:cubicBezTo>
                <a:cubicBezTo>
                  <a:pt x="85952" y="279852"/>
                  <a:pt x="81623" y="277804"/>
                  <a:pt x="77395" y="275544"/>
                </a:cubicBezTo>
                <a:cubicBezTo>
                  <a:pt x="73165" y="273283"/>
                  <a:pt x="69058" y="270821"/>
                  <a:pt x="65070" y="268157"/>
                </a:cubicBezTo>
                <a:cubicBezTo>
                  <a:pt x="61084" y="265493"/>
                  <a:pt x="57237" y="262640"/>
                  <a:pt x="53531" y="259597"/>
                </a:cubicBezTo>
                <a:cubicBezTo>
                  <a:pt x="49823" y="256555"/>
                  <a:pt x="46273" y="253339"/>
                  <a:pt x="42882" y="249948"/>
                </a:cubicBezTo>
                <a:cubicBezTo>
                  <a:pt x="39493" y="246557"/>
                  <a:pt x="36276" y="243009"/>
                  <a:pt x="33234" y="239302"/>
                </a:cubicBezTo>
                <a:cubicBezTo>
                  <a:pt x="30193" y="235595"/>
                  <a:pt x="27339" y="231748"/>
                  <a:pt x="24674" y="227761"/>
                </a:cubicBezTo>
                <a:cubicBezTo>
                  <a:pt x="22009" y="223774"/>
                  <a:pt x="19548" y="219665"/>
                  <a:pt x="17287" y="215436"/>
                </a:cubicBezTo>
                <a:cubicBezTo>
                  <a:pt x="15026" y="211207"/>
                  <a:pt x="12978" y="206877"/>
                  <a:pt x="11143" y="202447"/>
                </a:cubicBezTo>
                <a:cubicBezTo>
                  <a:pt x="9309" y="198017"/>
                  <a:pt x="7696" y="193507"/>
                  <a:pt x="6305" y="188919"/>
                </a:cubicBezTo>
                <a:cubicBezTo>
                  <a:pt x="4913" y="184330"/>
                  <a:pt x="3749" y="179684"/>
                  <a:pt x="2813" y="174981"/>
                </a:cubicBezTo>
                <a:cubicBezTo>
                  <a:pt x="1878" y="170277"/>
                  <a:pt x="1176" y="165540"/>
                  <a:pt x="707" y="160767"/>
                </a:cubicBezTo>
                <a:cubicBezTo>
                  <a:pt x="237" y="155995"/>
                  <a:pt x="0" y="151212"/>
                  <a:pt x="0" y="146416"/>
                </a:cubicBezTo>
                <a:cubicBezTo>
                  <a:pt x="0" y="141621"/>
                  <a:pt x="237" y="136837"/>
                  <a:pt x="707" y="132065"/>
                </a:cubicBezTo>
                <a:cubicBezTo>
                  <a:pt x="1176" y="127293"/>
                  <a:pt x="1878" y="122555"/>
                  <a:pt x="2813" y="117852"/>
                </a:cubicBezTo>
                <a:cubicBezTo>
                  <a:pt x="3749" y="113149"/>
                  <a:pt x="4912" y="108503"/>
                  <a:pt x="6303" y="103914"/>
                </a:cubicBezTo>
                <a:cubicBezTo>
                  <a:pt x="7696" y="99325"/>
                  <a:pt x="9309" y="94815"/>
                  <a:pt x="11143" y="90385"/>
                </a:cubicBezTo>
                <a:cubicBezTo>
                  <a:pt x="12978" y="85955"/>
                  <a:pt x="15026" y="81625"/>
                  <a:pt x="17287" y="77396"/>
                </a:cubicBezTo>
                <a:cubicBezTo>
                  <a:pt x="19548" y="73167"/>
                  <a:pt x="22009" y="69059"/>
                  <a:pt x="24674" y="65071"/>
                </a:cubicBezTo>
                <a:cubicBezTo>
                  <a:pt x="27339" y="61084"/>
                  <a:pt x="30193" y="57237"/>
                  <a:pt x="33234" y="53530"/>
                </a:cubicBezTo>
                <a:cubicBezTo>
                  <a:pt x="36276" y="49824"/>
                  <a:pt x="39493" y="46275"/>
                  <a:pt x="42882" y="42884"/>
                </a:cubicBezTo>
                <a:cubicBezTo>
                  <a:pt x="46273" y="39493"/>
                  <a:pt x="49823" y="36277"/>
                  <a:pt x="53531" y="33235"/>
                </a:cubicBezTo>
                <a:cubicBezTo>
                  <a:pt x="57237" y="30193"/>
                  <a:pt x="61084" y="27339"/>
                  <a:pt x="65070" y="24675"/>
                </a:cubicBezTo>
                <a:cubicBezTo>
                  <a:pt x="69058" y="22011"/>
                  <a:pt x="73165" y="19549"/>
                  <a:pt x="77395" y="17288"/>
                </a:cubicBezTo>
                <a:cubicBezTo>
                  <a:pt x="81623" y="15028"/>
                  <a:pt x="85952" y="12980"/>
                  <a:pt x="90384" y="11145"/>
                </a:cubicBezTo>
                <a:cubicBezTo>
                  <a:pt x="94815" y="9310"/>
                  <a:pt x="99325" y="7697"/>
                  <a:pt x="103913" y="6305"/>
                </a:cubicBezTo>
                <a:cubicBezTo>
                  <a:pt x="108502" y="4913"/>
                  <a:pt x="113149" y="3749"/>
                  <a:pt x="117851" y="2813"/>
                </a:cubicBezTo>
                <a:cubicBezTo>
                  <a:pt x="122556" y="1878"/>
                  <a:pt x="127294" y="1175"/>
                  <a:pt x="132067" y="705"/>
                </a:cubicBezTo>
                <a:cubicBezTo>
                  <a:pt x="136838" y="235"/>
                  <a:pt x="141623" y="0"/>
                  <a:pt x="146416" y="0"/>
                </a:cubicBezTo>
                <a:cubicBezTo>
                  <a:pt x="151212" y="0"/>
                  <a:pt x="155997" y="235"/>
                  <a:pt x="160768" y="705"/>
                </a:cubicBezTo>
                <a:cubicBezTo>
                  <a:pt x="165541" y="1175"/>
                  <a:pt x="170278" y="1878"/>
                  <a:pt x="174981" y="2813"/>
                </a:cubicBezTo>
                <a:cubicBezTo>
                  <a:pt x="179685" y="3749"/>
                  <a:pt x="184332" y="4913"/>
                  <a:pt x="188920" y="6305"/>
                </a:cubicBezTo>
                <a:cubicBezTo>
                  <a:pt x="193508" y="7697"/>
                  <a:pt x="198017" y="9310"/>
                  <a:pt x="202447" y="11145"/>
                </a:cubicBezTo>
                <a:cubicBezTo>
                  <a:pt x="206878" y="12980"/>
                  <a:pt x="211208" y="15028"/>
                  <a:pt x="215437" y="17288"/>
                </a:cubicBezTo>
                <a:cubicBezTo>
                  <a:pt x="219665" y="19549"/>
                  <a:pt x="223773" y="22011"/>
                  <a:pt x="227759" y="24675"/>
                </a:cubicBezTo>
                <a:cubicBezTo>
                  <a:pt x="231747" y="27339"/>
                  <a:pt x="235595" y="30193"/>
                  <a:pt x="239301" y="33235"/>
                </a:cubicBezTo>
                <a:cubicBezTo>
                  <a:pt x="243008" y="36277"/>
                  <a:pt x="246557" y="39493"/>
                  <a:pt x="249948" y="42884"/>
                </a:cubicBezTo>
                <a:cubicBezTo>
                  <a:pt x="253339" y="46275"/>
                  <a:pt x="256557" y="49824"/>
                  <a:pt x="259598" y="53530"/>
                </a:cubicBezTo>
                <a:cubicBezTo>
                  <a:pt x="262639" y="57237"/>
                  <a:pt x="265491" y="61084"/>
                  <a:pt x="268155" y="65071"/>
                </a:cubicBezTo>
                <a:cubicBezTo>
                  <a:pt x="270819" y="69059"/>
                  <a:pt x="273281" y="73167"/>
                  <a:pt x="275542" y="77396"/>
                </a:cubicBezTo>
                <a:cubicBezTo>
                  <a:pt x="277803" y="81625"/>
                  <a:pt x="279851" y="85955"/>
                  <a:pt x="281686" y="90385"/>
                </a:cubicBezTo>
                <a:cubicBezTo>
                  <a:pt x="283522" y="94815"/>
                  <a:pt x="285136" y="99325"/>
                  <a:pt x="286527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6" y="122555"/>
                  <a:pt x="291658" y="127293"/>
                  <a:pt x="292128" y="132065"/>
                </a:cubicBezTo>
                <a:cubicBezTo>
                  <a:pt x="292598" y="136837"/>
                  <a:pt x="292834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78" name="Text s">
            <a:extLst xmlns:a="http://schemas.openxmlformats.org/drawingml/2006/main">
              <a:ext uri="{FF2B5EF4-FFF2-40B4-BE49-F238E27FC236}">
                <a16:creationId xmlns:a16="http://schemas.microsoft.com/office/drawing/2014/main" id="{8636835C-AC3F-45EA-ACEC-8D94EF95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6531" y="1768969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Text 5">
            <a:extLst xmlns:a="http://schemas.openxmlformats.org/drawingml/2006/main">
              <a:ext uri="{FF2B5EF4-FFF2-40B4-BE49-F238E27FC236}">
                <a16:creationId xmlns:a16="http://schemas.microsoft.com/office/drawing/2014/main" id="{975547B6-4EC5-48BA-B3EE-EA5664A5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7785" y="1795075"/>
            <a:ext cx="60305" cy="105210"/>
          </a:xfrm>
          <a:custGeom xmlns:a="http://schemas.openxmlformats.org/drawingml/2006/main">
            <a:pathLst>
              <a:path w="60305" h="105210">
                <a:moveTo>
                  <a:pt x="60305" y="0"/>
                </a:moveTo>
                <a:lnTo>
                  <a:pt x="54359" y="13113"/>
                </a:lnTo>
                <a:lnTo>
                  <a:pt x="23253" y="13113"/>
                </a:lnTo>
                <a:lnTo>
                  <a:pt x="16468" y="26836"/>
                </a:lnTo>
                <a:cubicBezTo>
                  <a:pt x="29937" y="28819"/>
                  <a:pt x="40610" y="33825"/>
                  <a:pt x="48488" y="41855"/>
                </a:cubicBezTo>
                <a:cubicBezTo>
                  <a:pt x="55248" y="48768"/>
                  <a:pt x="58628" y="56900"/>
                  <a:pt x="58628" y="66252"/>
                </a:cubicBezTo>
                <a:cubicBezTo>
                  <a:pt x="58628" y="71690"/>
                  <a:pt x="57523" y="76722"/>
                  <a:pt x="55312" y="81347"/>
                </a:cubicBezTo>
                <a:cubicBezTo>
                  <a:pt x="53101" y="85973"/>
                  <a:pt x="50318" y="89912"/>
                  <a:pt x="46963" y="93165"/>
                </a:cubicBezTo>
                <a:cubicBezTo>
                  <a:pt x="43609" y="96417"/>
                  <a:pt x="39873" y="99035"/>
                  <a:pt x="35756" y="101017"/>
                </a:cubicBezTo>
                <a:cubicBezTo>
                  <a:pt x="29911" y="103813"/>
                  <a:pt x="23914" y="105210"/>
                  <a:pt x="17764" y="105210"/>
                </a:cubicBezTo>
                <a:cubicBezTo>
                  <a:pt x="11563" y="105210"/>
                  <a:pt x="7052" y="104156"/>
                  <a:pt x="4231" y="102046"/>
                </a:cubicBezTo>
                <a:cubicBezTo>
                  <a:pt x="1410" y="99937"/>
                  <a:pt x="0" y="97612"/>
                  <a:pt x="0" y="95071"/>
                </a:cubicBezTo>
                <a:cubicBezTo>
                  <a:pt x="0" y="93647"/>
                  <a:pt x="585" y="92389"/>
                  <a:pt x="1754" y="91297"/>
                </a:cubicBezTo>
                <a:cubicBezTo>
                  <a:pt x="2923" y="90204"/>
                  <a:pt x="4396" y="89658"/>
                  <a:pt x="6175" y="89658"/>
                </a:cubicBezTo>
                <a:cubicBezTo>
                  <a:pt x="7497" y="89658"/>
                  <a:pt x="8653" y="89861"/>
                  <a:pt x="9644" y="90267"/>
                </a:cubicBezTo>
                <a:cubicBezTo>
                  <a:pt x="10635" y="90674"/>
                  <a:pt x="12325" y="91716"/>
                  <a:pt x="14714" y="93393"/>
                </a:cubicBezTo>
                <a:cubicBezTo>
                  <a:pt x="18526" y="96036"/>
                  <a:pt x="22389" y="97358"/>
                  <a:pt x="26303" y="97358"/>
                </a:cubicBezTo>
                <a:cubicBezTo>
                  <a:pt x="32249" y="97358"/>
                  <a:pt x="37472" y="95109"/>
                  <a:pt x="41970" y="90611"/>
                </a:cubicBezTo>
                <a:cubicBezTo>
                  <a:pt x="46468" y="86112"/>
                  <a:pt x="48717" y="80636"/>
                  <a:pt x="48717" y="74181"/>
                </a:cubicBezTo>
                <a:cubicBezTo>
                  <a:pt x="48717" y="67929"/>
                  <a:pt x="46709" y="62097"/>
                  <a:pt x="42694" y="56684"/>
                </a:cubicBezTo>
                <a:cubicBezTo>
                  <a:pt x="38679" y="51271"/>
                  <a:pt x="33139" y="47091"/>
                  <a:pt x="26074" y="44143"/>
                </a:cubicBezTo>
                <a:cubicBezTo>
                  <a:pt x="20534" y="41855"/>
                  <a:pt x="12986" y="40534"/>
                  <a:pt x="3431" y="40178"/>
                </a:cubicBezTo>
                <a:lnTo>
                  <a:pt x="23253" y="0"/>
                </a:lnTo>
                <a:lnTo>
                  <a:pt x="6030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CDA679-965B-475D-9D2A-4BD17CA6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7084" y="1812125"/>
            <a:ext cx="355089" cy="10"/>
          </a:xfrm>
          <a:custGeom xmlns:a="http://schemas.openxmlformats.org/drawingml/2006/main">
            <a:pathLst>
              <a:path w="355089" h="1" fill="none">
                <a:moveTo>
                  <a:pt x="0" y="0"/>
                </a:moveTo>
                <a:lnTo>
                  <a:pt x="355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43855A-65BA-4ECF-8C51-2834FF8E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1924" y="1791627"/>
            <a:ext cx="40997" cy="40997"/>
          </a:xfrm>
          <a:custGeom xmlns:a="http://schemas.openxmlformats.org/drawingml/2006/main">
            <a:pathLst>
              <a:path w="40997" h="40997">
                <a:moveTo>
                  <a:pt x="40997" y="20498"/>
                </a:moveTo>
                <a:lnTo>
                  <a:pt x="0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FA26E9-FF04-40C9-BF63-5F109A07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1924" y="1791627"/>
            <a:ext cx="40997" cy="40997"/>
          </a:xfrm>
          <a:custGeom xmlns:a="http://schemas.openxmlformats.org/drawingml/2006/main">
            <a:pathLst>
              <a:path w="40997" h="40997" fill="none">
                <a:moveTo>
                  <a:pt x="40997" y="20498"/>
                </a:moveTo>
                <a:lnTo>
                  <a:pt x="0" y="40997"/>
                </a:lnTo>
                <a:lnTo>
                  <a:pt x="10249" y="20498"/>
                </a:lnTo>
                <a:lnTo>
                  <a:pt x="0" y="0"/>
                </a:lnTo>
                <a:lnTo>
                  <a:pt x="40997" y="204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83" name="Text x">
            <a:extLst xmlns:a="http://schemas.openxmlformats.org/drawingml/2006/main">
              <a:ext uri="{FF2B5EF4-FFF2-40B4-BE49-F238E27FC236}">
                <a16:creationId xmlns:a16="http://schemas.microsoft.com/office/drawing/2014/main" id="{E7F74E95-8E42-4F8B-B4FA-5EBC10F8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465" y="1864437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Text 5">
            <a:extLst xmlns:a="http://schemas.openxmlformats.org/drawingml/2006/main">
              <a:ext uri="{FF2B5EF4-FFF2-40B4-BE49-F238E27FC236}">
                <a16:creationId xmlns:a16="http://schemas.microsoft.com/office/drawing/2014/main" id="{EAC6E195-2276-4200-A5D0-E3A9CBBF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9406" y="1867686"/>
            <a:ext cx="67861" cy="118391"/>
          </a:xfrm>
          <a:custGeom xmlns:a="http://schemas.openxmlformats.org/drawingml/2006/main">
            <a:pathLst>
              <a:path w="67861" h="118391">
                <a:moveTo>
                  <a:pt x="67861" y="0"/>
                </a:moveTo>
                <a:lnTo>
                  <a:pt x="61169" y="14756"/>
                </a:lnTo>
                <a:lnTo>
                  <a:pt x="26166" y="14756"/>
                </a:lnTo>
                <a:lnTo>
                  <a:pt x="18531" y="30198"/>
                </a:lnTo>
                <a:cubicBezTo>
                  <a:pt x="33687" y="32429"/>
                  <a:pt x="45698" y="38063"/>
                  <a:pt x="54563" y="47099"/>
                </a:cubicBezTo>
                <a:cubicBezTo>
                  <a:pt x="62170" y="54878"/>
                  <a:pt x="65973" y="64029"/>
                  <a:pt x="65973" y="74552"/>
                </a:cubicBezTo>
                <a:cubicBezTo>
                  <a:pt x="65973" y="80672"/>
                  <a:pt x="64729" y="86334"/>
                  <a:pt x="62241" y="91539"/>
                </a:cubicBezTo>
                <a:cubicBezTo>
                  <a:pt x="59753" y="96743"/>
                  <a:pt x="56622" y="101176"/>
                  <a:pt x="52847" y="104836"/>
                </a:cubicBezTo>
                <a:cubicBezTo>
                  <a:pt x="49072" y="108497"/>
                  <a:pt x="44869" y="111442"/>
                  <a:pt x="40236" y="113673"/>
                </a:cubicBezTo>
                <a:cubicBezTo>
                  <a:pt x="33659" y="116818"/>
                  <a:pt x="26910" y="118391"/>
                  <a:pt x="19989" y="118391"/>
                </a:cubicBezTo>
                <a:cubicBezTo>
                  <a:pt x="13012" y="118391"/>
                  <a:pt x="7936" y="117205"/>
                  <a:pt x="4761" y="114831"/>
                </a:cubicBezTo>
                <a:cubicBezTo>
                  <a:pt x="1587" y="112457"/>
                  <a:pt x="0" y="109841"/>
                  <a:pt x="0" y="106981"/>
                </a:cubicBezTo>
                <a:cubicBezTo>
                  <a:pt x="0" y="105380"/>
                  <a:pt x="658" y="103964"/>
                  <a:pt x="1973" y="102734"/>
                </a:cubicBezTo>
                <a:cubicBezTo>
                  <a:pt x="3289" y="101505"/>
                  <a:pt x="4947" y="100890"/>
                  <a:pt x="6949" y="100890"/>
                </a:cubicBezTo>
                <a:cubicBezTo>
                  <a:pt x="8436" y="100890"/>
                  <a:pt x="9737" y="101119"/>
                  <a:pt x="10853" y="101576"/>
                </a:cubicBezTo>
                <a:cubicBezTo>
                  <a:pt x="11968" y="102034"/>
                  <a:pt x="13870" y="103206"/>
                  <a:pt x="16558" y="105094"/>
                </a:cubicBezTo>
                <a:cubicBezTo>
                  <a:pt x="20847" y="108068"/>
                  <a:pt x="25194" y="109555"/>
                  <a:pt x="29598" y="109555"/>
                </a:cubicBezTo>
                <a:cubicBezTo>
                  <a:pt x="36290" y="109555"/>
                  <a:pt x="42166" y="107024"/>
                  <a:pt x="47228" y="101962"/>
                </a:cubicBezTo>
                <a:cubicBezTo>
                  <a:pt x="52289" y="96901"/>
                  <a:pt x="54820" y="90738"/>
                  <a:pt x="54820" y="83474"/>
                </a:cubicBezTo>
                <a:cubicBezTo>
                  <a:pt x="54820" y="76440"/>
                  <a:pt x="52561" y="69877"/>
                  <a:pt x="48043" y="63785"/>
                </a:cubicBezTo>
                <a:cubicBezTo>
                  <a:pt x="43525" y="57694"/>
                  <a:pt x="37290" y="52990"/>
                  <a:pt x="29340" y="49673"/>
                </a:cubicBezTo>
                <a:cubicBezTo>
                  <a:pt x="23106" y="47099"/>
                  <a:pt x="14613" y="45612"/>
                  <a:pt x="3861" y="45212"/>
                </a:cubicBezTo>
                <a:lnTo>
                  <a:pt x="26166" y="0"/>
                </a:lnTo>
                <a:lnTo>
                  <a:pt x="6786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Text /y">
            <a:extLst xmlns:a="http://schemas.openxmlformats.org/drawingml/2006/main">
              <a:ext uri="{FF2B5EF4-FFF2-40B4-BE49-F238E27FC236}">
                <a16:creationId xmlns:a16="http://schemas.microsoft.com/office/drawing/2014/main" id="{FEA73D58-BB72-490F-AA4E-3CD9879A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9106" y="1821027"/>
            <a:ext cx="135408" cy="159914"/>
          </a:xfrm>
          <a:custGeom xmlns:a="http://schemas.openxmlformats.org/drawingml/2006/main">
            <a:pathLst>
              <a:path w="135408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7" y="43410"/>
                </a:moveTo>
                <a:lnTo>
                  <a:pt x="86250" y="43410"/>
                </a:lnTo>
                <a:lnTo>
                  <a:pt x="86250" y="46584"/>
                </a:lnTo>
                <a:lnTo>
                  <a:pt x="84448" y="46584"/>
                </a:lnTo>
                <a:cubicBezTo>
                  <a:pt x="81875" y="46584"/>
                  <a:pt x="79944" y="47142"/>
                  <a:pt x="78658" y="48257"/>
                </a:cubicBezTo>
                <a:cubicBezTo>
                  <a:pt x="77371" y="49373"/>
                  <a:pt x="76727" y="50760"/>
                  <a:pt x="76727" y="52418"/>
                </a:cubicBezTo>
                <a:cubicBezTo>
                  <a:pt x="76727" y="54649"/>
                  <a:pt x="77671" y="57737"/>
                  <a:pt x="79558" y="61684"/>
                </a:cubicBezTo>
                <a:lnTo>
                  <a:pt x="98690" y="101319"/>
                </a:lnTo>
                <a:lnTo>
                  <a:pt x="116277" y="57909"/>
                </a:lnTo>
                <a:cubicBezTo>
                  <a:pt x="117249" y="55564"/>
                  <a:pt x="117735" y="53247"/>
                  <a:pt x="117735" y="50960"/>
                </a:cubicBezTo>
                <a:cubicBezTo>
                  <a:pt x="117735" y="49930"/>
                  <a:pt x="117535" y="49158"/>
                  <a:pt x="117135" y="48643"/>
                </a:cubicBezTo>
                <a:cubicBezTo>
                  <a:pt x="116677" y="48014"/>
                  <a:pt x="115962" y="47514"/>
                  <a:pt x="114990" y="47142"/>
                </a:cubicBezTo>
                <a:cubicBezTo>
                  <a:pt x="114018" y="46770"/>
                  <a:pt x="112302" y="46584"/>
                  <a:pt x="109843" y="46584"/>
                </a:cubicBezTo>
                <a:lnTo>
                  <a:pt x="109843" y="43410"/>
                </a:lnTo>
                <a:lnTo>
                  <a:pt x="135408" y="43410"/>
                </a:lnTo>
                <a:lnTo>
                  <a:pt x="135408" y="46584"/>
                </a:lnTo>
                <a:cubicBezTo>
                  <a:pt x="133292" y="46813"/>
                  <a:pt x="131662" y="47271"/>
                  <a:pt x="130518" y="47957"/>
                </a:cubicBezTo>
                <a:cubicBezTo>
                  <a:pt x="129374" y="48643"/>
                  <a:pt x="128116" y="49930"/>
                  <a:pt x="126743" y="51818"/>
                </a:cubicBezTo>
                <a:cubicBezTo>
                  <a:pt x="126229" y="52618"/>
                  <a:pt x="125256" y="54820"/>
                  <a:pt x="123826" y="58424"/>
                </a:cubicBezTo>
                <a:lnTo>
                  <a:pt x="91826" y="136836"/>
                </a:lnTo>
                <a:cubicBezTo>
                  <a:pt x="88738" y="144443"/>
                  <a:pt x="84692" y="150191"/>
                  <a:pt x="79687" y="154080"/>
                </a:cubicBezTo>
                <a:cubicBezTo>
                  <a:pt x="74683" y="157969"/>
                  <a:pt x="69864" y="159914"/>
                  <a:pt x="65231" y="159914"/>
                </a:cubicBezTo>
                <a:cubicBezTo>
                  <a:pt x="61857" y="159914"/>
                  <a:pt x="59083" y="158953"/>
                  <a:pt x="56910" y="157032"/>
                </a:cubicBezTo>
                <a:cubicBezTo>
                  <a:pt x="54736" y="155111"/>
                  <a:pt x="53650" y="152907"/>
                  <a:pt x="53650" y="150421"/>
                </a:cubicBezTo>
                <a:cubicBezTo>
                  <a:pt x="53650" y="148047"/>
                  <a:pt x="54436" y="146133"/>
                  <a:pt x="56009" y="144678"/>
                </a:cubicBezTo>
                <a:cubicBezTo>
                  <a:pt x="57582" y="143225"/>
                  <a:pt x="59741" y="142499"/>
                  <a:pt x="62486" y="142499"/>
                </a:cubicBezTo>
                <a:cubicBezTo>
                  <a:pt x="64373" y="142499"/>
                  <a:pt x="66947" y="143128"/>
                  <a:pt x="70207" y="144386"/>
                </a:cubicBezTo>
                <a:cubicBezTo>
                  <a:pt x="72495" y="145244"/>
                  <a:pt x="73925" y="145673"/>
                  <a:pt x="74497" y="145673"/>
                </a:cubicBezTo>
                <a:cubicBezTo>
                  <a:pt x="76213" y="145673"/>
                  <a:pt x="78086" y="144780"/>
                  <a:pt x="80116" y="142995"/>
                </a:cubicBezTo>
                <a:cubicBezTo>
                  <a:pt x="82146" y="141211"/>
                  <a:pt x="84191" y="137758"/>
                  <a:pt x="86250" y="132635"/>
                </a:cubicBezTo>
                <a:lnTo>
                  <a:pt x="91826" y="118906"/>
                </a:lnTo>
                <a:lnTo>
                  <a:pt x="63601" y="59625"/>
                </a:lnTo>
                <a:cubicBezTo>
                  <a:pt x="62743" y="57852"/>
                  <a:pt x="61371" y="55650"/>
                  <a:pt x="59483" y="53019"/>
                </a:cubicBezTo>
                <a:cubicBezTo>
                  <a:pt x="58053" y="51017"/>
                  <a:pt x="56881" y="49673"/>
                  <a:pt x="55966" y="48987"/>
                </a:cubicBezTo>
                <a:cubicBezTo>
                  <a:pt x="54650" y="48071"/>
                  <a:pt x="52534" y="47271"/>
                  <a:pt x="49617" y="46584"/>
                </a:cubicBezTo>
                <a:lnTo>
                  <a:pt x="49617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Text 5">
            <a:extLst xmlns:a="http://schemas.openxmlformats.org/drawingml/2006/main">
              <a:ext uri="{FF2B5EF4-FFF2-40B4-BE49-F238E27FC236}">
                <a16:creationId xmlns:a16="http://schemas.microsoft.com/office/drawing/2014/main" id="{6D5DE212-00EA-4F4E-B4DA-53CAB111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3972" y="1867686"/>
            <a:ext cx="67861" cy="118391"/>
          </a:xfrm>
          <a:custGeom xmlns:a="http://schemas.openxmlformats.org/drawingml/2006/main">
            <a:pathLst>
              <a:path w="67861" h="118391">
                <a:moveTo>
                  <a:pt x="67861" y="0"/>
                </a:moveTo>
                <a:lnTo>
                  <a:pt x="61169" y="14756"/>
                </a:lnTo>
                <a:lnTo>
                  <a:pt x="26166" y="14756"/>
                </a:lnTo>
                <a:lnTo>
                  <a:pt x="18531" y="30198"/>
                </a:lnTo>
                <a:cubicBezTo>
                  <a:pt x="33687" y="32429"/>
                  <a:pt x="45698" y="38063"/>
                  <a:pt x="54563" y="47099"/>
                </a:cubicBezTo>
                <a:cubicBezTo>
                  <a:pt x="62170" y="54878"/>
                  <a:pt x="65973" y="64029"/>
                  <a:pt x="65973" y="74552"/>
                </a:cubicBezTo>
                <a:cubicBezTo>
                  <a:pt x="65973" y="80672"/>
                  <a:pt x="64729" y="86334"/>
                  <a:pt x="62241" y="91539"/>
                </a:cubicBezTo>
                <a:cubicBezTo>
                  <a:pt x="59753" y="96743"/>
                  <a:pt x="56622" y="101176"/>
                  <a:pt x="52847" y="104836"/>
                </a:cubicBezTo>
                <a:cubicBezTo>
                  <a:pt x="49072" y="108497"/>
                  <a:pt x="44869" y="111442"/>
                  <a:pt x="40236" y="113673"/>
                </a:cubicBezTo>
                <a:cubicBezTo>
                  <a:pt x="33659" y="116818"/>
                  <a:pt x="26910" y="118391"/>
                  <a:pt x="19989" y="118391"/>
                </a:cubicBezTo>
                <a:cubicBezTo>
                  <a:pt x="13012" y="118391"/>
                  <a:pt x="7936" y="117205"/>
                  <a:pt x="4761" y="114831"/>
                </a:cubicBezTo>
                <a:cubicBezTo>
                  <a:pt x="1587" y="112457"/>
                  <a:pt x="0" y="109841"/>
                  <a:pt x="0" y="106981"/>
                </a:cubicBezTo>
                <a:cubicBezTo>
                  <a:pt x="0" y="105380"/>
                  <a:pt x="658" y="103964"/>
                  <a:pt x="1973" y="102734"/>
                </a:cubicBezTo>
                <a:cubicBezTo>
                  <a:pt x="3289" y="101505"/>
                  <a:pt x="4947" y="100890"/>
                  <a:pt x="6949" y="100890"/>
                </a:cubicBezTo>
                <a:cubicBezTo>
                  <a:pt x="8436" y="100890"/>
                  <a:pt x="9737" y="101119"/>
                  <a:pt x="10853" y="101576"/>
                </a:cubicBezTo>
                <a:cubicBezTo>
                  <a:pt x="11968" y="102034"/>
                  <a:pt x="13870" y="103206"/>
                  <a:pt x="16558" y="105094"/>
                </a:cubicBezTo>
                <a:cubicBezTo>
                  <a:pt x="20847" y="108068"/>
                  <a:pt x="25194" y="109555"/>
                  <a:pt x="29598" y="109555"/>
                </a:cubicBezTo>
                <a:cubicBezTo>
                  <a:pt x="36290" y="109555"/>
                  <a:pt x="42166" y="107024"/>
                  <a:pt x="47228" y="101962"/>
                </a:cubicBezTo>
                <a:cubicBezTo>
                  <a:pt x="52289" y="96901"/>
                  <a:pt x="54820" y="90738"/>
                  <a:pt x="54820" y="83474"/>
                </a:cubicBezTo>
                <a:cubicBezTo>
                  <a:pt x="54820" y="76440"/>
                  <a:pt x="52561" y="69877"/>
                  <a:pt x="48043" y="63785"/>
                </a:cubicBezTo>
                <a:cubicBezTo>
                  <a:pt x="43525" y="57694"/>
                  <a:pt x="37290" y="52990"/>
                  <a:pt x="29340" y="49673"/>
                </a:cubicBezTo>
                <a:cubicBezTo>
                  <a:pt x="23106" y="47099"/>
                  <a:pt x="14613" y="45612"/>
                  <a:pt x="3861" y="45212"/>
                </a:cubicBezTo>
                <a:lnTo>
                  <a:pt x="26166" y="0"/>
                </a:lnTo>
                <a:lnTo>
                  <a:pt x="6786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101B9E-509C-4B3C-8F15-0D98B1DB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1910" y="1161393"/>
            <a:ext cx="292833" cy="292833"/>
          </a:xfrm>
          <a:custGeom xmlns:a="http://schemas.openxmlformats.org/drawingml/2006/main">
            <a:pathLst>
              <a:path w="292833" h="292833">
                <a:moveTo>
                  <a:pt x="292833" y="146416"/>
                </a:moveTo>
                <a:cubicBezTo>
                  <a:pt x="292833" y="151212"/>
                  <a:pt x="292598" y="155995"/>
                  <a:pt x="292128" y="160768"/>
                </a:cubicBezTo>
                <a:cubicBezTo>
                  <a:pt x="291658" y="165540"/>
                  <a:pt x="290956" y="170277"/>
                  <a:pt x="290019" y="174980"/>
                </a:cubicBezTo>
                <a:cubicBezTo>
                  <a:pt x="289084" y="179684"/>
                  <a:pt x="287920" y="184330"/>
                  <a:pt x="286527" y="188919"/>
                </a:cubicBezTo>
                <a:cubicBezTo>
                  <a:pt x="285136" y="193507"/>
                  <a:pt x="283522" y="198017"/>
                  <a:pt x="281686" y="202447"/>
                </a:cubicBezTo>
                <a:cubicBezTo>
                  <a:pt x="279851" y="206878"/>
                  <a:pt x="277804" y="211207"/>
                  <a:pt x="275543" y="215436"/>
                </a:cubicBezTo>
                <a:cubicBezTo>
                  <a:pt x="273283" y="219666"/>
                  <a:pt x="270820" y="223774"/>
                  <a:pt x="268157" y="227761"/>
                </a:cubicBezTo>
                <a:cubicBezTo>
                  <a:pt x="265494" y="231748"/>
                  <a:pt x="262642" y="235595"/>
                  <a:pt x="259599" y="239302"/>
                </a:cubicBezTo>
                <a:cubicBezTo>
                  <a:pt x="256557" y="243009"/>
                  <a:pt x="253339" y="246557"/>
                  <a:pt x="249949" y="249948"/>
                </a:cubicBezTo>
                <a:cubicBezTo>
                  <a:pt x="246559" y="253339"/>
                  <a:pt x="243010" y="256556"/>
                  <a:pt x="239303" y="259598"/>
                </a:cubicBezTo>
                <a:cubicBezTo>
                  <a:pt x="235596" y="262640"/>
                  <a:pt x="231748" y="265493"/>
                  <a:pt x="227761" y="268157"/>
                </a:cubicBezTo>
                <a:cubicBezTo>
                  <a:pt x="223773" y="270821"/>
                  <a:pt x="219665" y="273283"/>
                  <a:pt x="215437" y="275544"/>
                </a:cubicBezTo>
                <a:cubicBezTo>
                  <a:pt x="211207" y="277804"/>
                  <a:pt x="206878" y="279852"/>
                  <a:pt x="202447" y="281687"/>
                </a:cubicBezTo>
                <a:cubicBezTo>
                  <a:pt x="198019" y="283522"/>
                  <a:pt x="193508" y="285136"/>
                  <a:pt x="188918" y="286528"/>
                </a:cubicBezTo>
                <a:cubicBezTo>
                  <a:pt x="184331" y="287920"/>
                  <a:pt x="179683" y="289084"/>
                  <a:pt x="174981" y="290019"/>
                </a:cubicBezTo>
                <a:cubicBezTo>
                  <a:pt x="170278" y="290955"/>
                  <a:pt x="165541" y="291658"/>
                  <a:pt x="160770" y="292128"/>
                </a:cubicBezTo>
                <a:cubicBezTo>
                  <a:pt x="155997" y="292598"/>
                  <a:pt x="151212" y="292833"/>
                  <a:pt x="146416" y="292833"/>
                </a:cubicBezTo>
                <a:cubicBezTo>
                  <a:pt x="141623" y="292833"/>
                  <a:pt x="136838" y="292598"/>
                  <a:pt x="132067" y="292128"/>
                </a:cubicBezTo>
                <a:cubicBezTo>
                  <a:pt x="127294" y="291658"/>
                  <a:pt x="122556" y="290955"/>
                  <a:pt x="117851" y="290019"/>
                </a:cubicBezTo>
                <a:cubicBezTo>
                  <a:pt x="113149" y="289084"/>
                  <a:pt x="108503" y="287920"/>
                  <a:pt x="103915" y="286528"/>
                </a:cubicBezTo>
                <a:cubicBezTo>
                  <a:pt x="99326" y="285136"/>
                  <a:pt x="94815" y="283522"/>
                  <a:pt x="90384" y="281687"/>
                </a:cubicBezTo>
                <a:cubicBezTo>
                  <a:pt x="85954" y="279852"/>
                  <a:pt x="81624" y="277804"/>
                  <a:pt x="77395" y="275544"/>
                </a:cubicBezTo>
                <a:cubicBezTo>
                  <a:pt x="73167" y="273283"/>
                  <a:pt x="69059" y="270821"/>
                  <a:pt x="65072" y="268157"/>
                </a:cubicBezTo>
                <a:cubicBezTo>
                  <a:pt x="61084" y="265493"/>
                  <a:pt x="57237" y="262640"/>
                  <a:pt x="53531" y="259598"/>
                </a:cubicBezTo>
                <a:cubicBezTo>
                  <a:pt x="49823" y="256556"/>
                  <a:pt x="46275" y="253339"/>
                  <a:pt x="42884" y="249948"/>
                </a:cubicBezTo>
                <a:cubicBezTo>
                  <a:pt x="39494" y="246557"/>
                  <a:pt x="36278" y="243009"/>
                  <a:pt x="33236" y="239302"/>
                </a:cubicBezTo>
                <a:cubicBezTo>
                  <a:pt x="30193" y="235595"/>
                  <a:pt x="27341" y="231748"/>
                  <a:pt x="24677" y="227761"/>
                </a:cubicBezTo>
                <a:cubicBezTo>
                  <a:pt x="22013" y="223774"/>
                  <a:pt x="19550" y="219666"/>
                  <a:pt x="17289" y="215436"/>
                </a:cubicBezTo>
                <a:cubicBezTo>
                  <a:pt x="15028" y="211207"/>
                  <a:pt x="12978" y="206878"/>
                  <a:pt x="11145" y="202447"/>
                </a:cubicBezTo>
                <a:cubicBezTo>
                  <a:pt x="9310" y="198017"/>
                  <a:pt x="7696" y="193507"/>
                  <a:pt x="6305" y="188919"/>
                </a:cubicBezTo>
                <a:cubicBezTo>
                  <a:pt x="4913" y="184330"/>
                  <a:pt x="3749" y="179684"/>
                  <a:pt x="2813" y="174980"/>
                </a:cubicBezTo>
                <a:cubicBezTo>
                  <a:pt x="1878" y="170277"/>
                  <a:pt x="1176" y="165540"/>
                  <a:pt x="705" y="160767"/>
                </a:cubicBezTo>
                <a:cubicBezTo>
                  <a:pt x="234" y="155995"/>
                  <a:pt x="0" y="151212"/>
                  <a:pt x="0" y="146416"/>
                </a:cubicBezTo>
                <a:cubicBezTo>
                  <a:pt x="0" y="141621"/>
                  <a:pt x="234" y="136837"/>
                  <a:pt x="705" y="132065"/>
                </a:cubicBezTo>
                <a:cubicBezTo>
                  <a:pt x="1176" y="127293"/>
                  <a:pt x="1878" y="122555"/>
                  <a:pt x="2813" y="117852"/>
                </a:cubicBezTo>
                <a:cubicBezTo>
                  <a:pt x="3749" y="113149"/>
                  <a:pt x="4913" y="108503"/>
                  <a:pt x="6305" y="103914"/>
                </a:cubicBezTo>
                <a:cubicBezTo>
                  <a:pt x="7696" y="99325"/>
                  <a:pt x="9310" y="94815"/>
                  <a:pt x="11145" y="90385"/>
                </a:cubicBezTo>
                <a:cubicBezTo>
                  <a:pt x="12978" y="85955"/>
                  <a:pt x="15028" y="81625"/>
                  <a:pt x="17289" y="77396"/>
                </a:cubicBezTo>
                <a:cubicBezTo>
                  <a:pt x="19550" y="73167"/>
                  <a:pt x="22013" y="69059"/>
                  <a:pt x="24677" y="65072"/>
                </a:cubicBezTo>
                <a:cubicBezTo>
                  <a:pt x="27341" y="61084"/>
                  <a:pt x="30193" y="57237"/>
                  <a:pt x="33236" y="53531"/>
                </a:cubicBezTo>
                <a:cubicBezTo>
                  <a:pt x="36278" y="49824"/>
                  <a:pt x="39494" y="46275"/>
                  <a:pt x="42884" y="42884"/>
                </a:cubicBezTo>
                <a:cubicBezTo>
                  <a:pt x="46275" y="39493"/>
                  <a:pt x="49823" y="36277"/>
                  <a:pt x="53531" y="33235"/>
                </a:cubicBezTo>
                <a:cubicBezTo>
                  <a:pt x="57237" y="30193"/>
                  <a:pt x="61084" y="27340"/>
                  <a:pt x="65072" y="24675"/>
                </a:cubicBezTo>
                <a:cubicBezTo>
                  <a:pt x="69059" y="22011"/>
                  <a:pt x="73167" y="19549"/>
                  <a:pt x="77395" y="17289"/>
                </a:cubicBezTo>
                <a:cubicBezTo>
                  <a:pt x="81624" y="15028"/>
                  <a:pt x="85954" y="12980"/>
                  <a:pt x="90384" y="11145"/>
                </a:cubicBezTo>
                <a:cubicBezTo>
                  <a:pt x="94815" y="9310"/>
                  <a:pt x="99326" y="7697"/>
                  <a:pt x="103915" y="6305"/>
                </a:cubicBezTo>
                <a:cubicBezTo>
                  <a:pt x="108503" y="4913"/>
                  <a:pt x="113149" y="3749"/>
                  <a:pt x="117851" y="2813"/>
                </a:cubicBezTo>
                <a:cubicBezTo>
                  <a:pt x="122556" y="1878"/>
                  <a:pt x="127294" y="1175"/>
                  <a:pt x="132067" y="705"/>
                </a:cubicBezTo>
                <a:cubicBezTo>
                  <a:pt x="136838" y="235"/>
                  <a:pt x="141623" y="0"/>
                  <a:pt x="146416" y="0"/>
                </a:cubicBezTo>
                <a:cubicBezTo>
                  <a:pt x="151212" y="0"/>
                  <a:pt x="155997" y="235"/>
                  <a:pt x="160770" y="705"/>
                </a:cubicBezTo>
                <a:cubicBezTo>
                  <a:pt x="165541" y="1175"/>
                  <a:pt x="170278" y="1878"/>
                  <a:pt x="174981" y="2813"/>
                </a:cubicBezTo>
                <a:cubicBezTo>
                  <a:pt x="179683" y="3749"/>
                  <a:pt x="184331" y="4913"/>
                  <a:pt x="188920" y="6305"/>
                </a:cubicBezTo>
                <a:cubicBezTo>
                  <a:pt x="193508" y="7697"/>
                  <a:pt x="198019" y="9310"/>
                  <a:pt x="202447" y="11145"/>
                </a:cubicBezTo>
                <a:cubicBezTo>
                  <a:pt x="206878" y="12980"/>
                  <a:pt x="211207" y="15028"/>
                  <a:pt x="215437" y="17289"/>
                </a:cubicBezTo>
                <a:cubicBezTo>
                  <a:pt x="219665" y="19549"/>
                  <a:pt x="223773" y="22011"/>
                  <a:pt x="227761" y="24675"/>
                </a:cubicBezTo>
                <a:cubicBezTo>
                  <a:pt x="231748" y="27340"/>
                  <a:pt x="235596" y="30193"/>
                  <a:pt x="239303" y="33235"/>
                </a:cubicBezTo>
                <a:cubicBezTo>
                  <a:pt x="243010" y="36277"/>
                  <a:pt x="246559" y="39493"/>
                  <a:pt x="249949" y="42884"/>
                </a:cubicBezTo>
                <a:cubicBezTo>
                  <a:pt x="253339" y="46275"/>
                  <a:pt x="256557" y="49824"/>
                  <a:pt x="259599" y="53531"/>
                </a:cubicBezTo>
                <a:cubicBezTo>
                  <a:pt x="262642" y="57237"/>
                  <a:pt x="265494" y="61084"/>
                  <a:pt x="268157" y="65072"/>
                </a:cubicBezTo>
                <a:cubicBezTo>
                  <a:pt x="270820" y="69059"/>
                  <a:pt x="273283" y="73167"/>
                  <a:pt x="275543" y="77396"/>
                </a:cubicBezTo>
                <a:cubicBezTo>
                  <a:pt x="277804" y="81625"/>
                  <a:pt x="279851" y="85955"/>
                  <a:pt x="281686" y="90385"/>
                </a:cubicBezTo>
                <a:cubicBezTo>
                  <a:pt x="283522" y="94815"/>
                  <a:pt x="285136" y="99325"/>
                  <a:pt x="286527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6" y="122555"/>
                  <a:pt x="291658" y="127293"/>
                  <a:pt x="292128" y="132065"/>
                </a:cubicBezTo>
                <a:cubicBezTo>
                  <a:pt x="292598" y="136837"/>
                  <a:pt x="292833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A88382-614F-4D37-A573-93398676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1910" y="1161393"/>
            <a:ext cx="292833" cy="292833"/>
          </a:xfrm>
          <a:custGeom xmlns:a="http://schemas.openxmlformats.org/drawingml/2006/main">
            <a:pathLst>
              <a:path w="292833" h="292833" fill="none">
                <a:moveTo>
                  <a:pt x="292833" y="146416"/>
                </a:moveTo>
                <a:cubicBezTo>
                  <a:pt x="292833" y="151212"/>
                  <a:pt x="292598" y="155995"/>
                  <a:pt x="292128" y="160768"/>
                </a:cubicBezTo>
                <a:cubicBezTo>
                  <a:pt x="291658" y="165540"/>
                  <a:pt x="290956" y="170277"/>
                  <a:pt x="290019" y="174980"/>
                </a:cubicBezTo>
                <a:cubicBezTo>
                  <a:pt x="289084" y="179684"/>
                  <a:pt x="287920" y="184330"/>
                  <a:pt x="286527" y="188919"/>
                </a:cubicBezTo>
                <a:cubicBezTo>
                  <a:pt x="285136" y="193507"/>
                  <a:pt x="283522" y="198017"/>
                  <a:pt x="281686" y="202447"/>
                </a:cubicBezTo>
                <a:cubicBezTo>
                  <a:pt x="279851" y="206878"/>
                  <a:pt x="277804" y="211207"/>
                  <a:pt x="275543" y="215436"/>
                </a:cubicBezTo>
                <a:cubicBezTo>
                  <a:pt x="273283" y="219666"/>
                  <a:pt x="270820" y="223774"/>
                  <a:pt x="268157" y="227761"/>
                </a:cubicBezTo>
                <a:cubicBezTo>
                  <a:pt x="265494" y="231748"/>
                  <a:pt x="262642" y="235595"/>
                  <a:pt x="259599" y="239302"/>
                </a:cubicBezTo>
                <a:cubicBezTo>
                  <a:pt x="256557" y="243009"/>
                  <a:pt x="253339" y="246557"/>
                  <a:pt x="249949" y="249948"/>
                </a:cubicBezTo>
                <a:cubicBezTo>
                  <a:pt x="246559" y="253339"/>
                  <a:pt x="243010" y="256556"/>
                  <a:pt x="239303" y="259598"/>
                </a:cubicBezTo>
                <a:cubicBezTo>
                  <a:pt x="235596" y="262640"/>
                  <a:pt x="231748" y="265493"/>
                  <a:pt x="227761" y="268157"/>
                </a:cubicBezTo>
                <a:cubicBezTo>
                  <a:pt x="223773" y="270821"/>
                  <a:pt x="219665" y="273283"/>
                  <a:pt x="215437" y="275544"/>
                </a:cubicBezTo>
                <a:cubicBezTo>
                  <a:pt x="211207" y="277804"/>
                  <a:pt x="206878" y="279852"/>
                  <a:pt x="202447" y="281687"/>
                </a:cubicBezTo>
                <a:cubicBezTo>
                  <a:pt x="198019" y="283522"/>
                  <a:pt x="193508" y="285136"/>
                  <a:pt x="188918" y="286528"/>
                </a:cubicBezTo>
                <a:cubicBezTo>
                  <a:pt x="184331" y="287920"/>
                  <a:pt x="179683" y="289084"/>
                  <a:pt x="174981" y="290019"/>
                </a:cubicBezTo>
                <a:cubicBezTo>
                  <a:pt x="170278" y="290955"/>
                  <a:pt x="165541" y="291658"/>
                  <a:pt x="160770" y="292128"/>
                </a:cubicBezTo>
                <a:cubicBezTo>
                  <a:pt x="155997" y="292598"/>
                  <a:pt x="151212" y="292833"/>
                  <a:pt x="146416" y="292833"/>
                </a:cubicBezTo>
                <a:cubicBezTo>
                  <a:pt x="141623" y="292833"/>
                  <a:pt x="136838" y="292598"/>
                  <a:pt x="132067" y="292128"/>
                </a:cubicBezTo>
                <a:cubicBezTo>
                  <a:pt x="127294" y="291658"/>
                  <a:pt x="122556" y="290955"/>
                  <a:pt x="117851" y="290019"/>
                </a:cubicBezTo>
                <a:cubicBezTo>
                  <a:pt x="113149" y="289084"/>
                  <a:pt x="108503" y="287920"/>
                  <a:pt x="103915" y="286528"/>
                </a:cubicBezTo>
                <a:cubicBezTo>
                  <a:pt x="99326" y="285136"/>
                  <a:pt x="94815" y="283522"/>
                  <a:pt x="90384" y="281687"/>
                </a:cubicBezTo>
                <a:cubicBezTo>
                  <a:pt x="85954" y="279852"/>
                  <a:pt x="81624" y="277804"/>
                  <a:pt x="77395" y="275544"/>
                </a:cubicBezTo>
                <a:cubicBezTo>
                  <a:pt x="73167" y="273283"/>
                  <a:pt x="69059" y="270821"/>
                  <a:pt x="65072" y="268157"/>
                </a:cubicBezTo>
                <a:cubicBezTo>
                  <a:pt x="61084" y="265493"/>
                  <a:pt x="57237" y="262640"/>
                  <a:pt x="53531" y="259598"/>
                </a:cubicBezTo>
                <a:cubicBezTo>
                  <a:pt x="49823" y="256556"/>
                  <a:pt x="46275" y="253339"/>
                  <a:pt x="42884" y="249948"/>
                </a:cubicBezTo>
                <a:cubicBezTo>
                  <a:pt x="39494" y="246557"/>
                  <a:pt x="36278" y="243009"/>
                  <a:pt x="33236" y="239302"/>
                </a:cubicBezTo>
                <a:cubicBezTo>
                  <a:pt x="30193" y="235595"/>
                  <a:pt x="27341" y="231748"/>
                  <a:pt x="24677" y="227761"/>
                </a:cubicBezTo>
                <a:cubicBezTo>
                  <a:pt x="22013" y="223774"/>
                  <a:pt x="19550" y="219666"/>
                  <a:pt x="17289" y="215436"/>
                </a:cubicBezTo>
                <a:cubicBezTo>
                  <a:pt x="15028" y="211207"/>
                  <a:pt x="12978" y="206878"/>
                  <a:pt x="11145" y="202447"/>
                </a:cubicBezTo>
                <a:cubicBezTo>
                  <a:pt x="9310" y="198017"/>
                  <a:pt x="7696" y="193507"/>
                  <a:pt x="6305" y="188919"/>
                </a:cubicBezTo>
                <a:cubicBezTo>
                  <a:pt x="4913" y="184330"/>
                  <a:pt x="3749" y="179684"/>
                  <a:pt x="2813" y="174980"/>
                </a:cubicBezTo>
                <a:cubicBezTo>
                  <a:pt x="1878" y="170277"/>
                  <a:pt x="1176" y="165540"/>
                  <a:pt x="705" y="160767"/>
                </a:cubicBezTo>
                <a:cubicBezTo>
                  <a:pt x="234" y="155995"/>
                  <a:pt x="0" y="151212"/>
                  <a:pt x="0" y="146416"/>
                </a:cubicBezTo>
                <a:cubicBezTo>
                  <a:pt x="0" y="141621"/>
                  <a:pt x="234" y="136837"/>
                  <a:pt x="705" y="132065"/>
                </a:cubicBezTo>
                <a:cubicBezTo>
                  <a:pt x="1176" y="127293"/>
                  <a:pt x="1878" y="122555"/>
                  <a:pt x="2813" y="117852"/>
                </a:cubicBezTo>
                <a:cubicBezTo>
                  <a:pt x="3749" y="113149"/>
                  <a:pt x="4913" y="108503"/>
                  <a:pt x="6305" y="103914"/>
                </a:cubicBezTo>
                <a:cubicBezTo>
                  <a:pt x="7696" y="99325"/>
                  <a:pt x="9310" y="94815"/>
                  <a:pt x="11145" y="90385"/>
                </a:cubicBezTo>
                <a:cubicBezTo>
                  <a:pt x="12978" y="85955"/>
                  <a:pt x="15028" y="81625"/>
                  <a:pt x="17289" y="77396"/>
                </a:cubicBezTo>
                <a:cubicBezTo>
                  <a:pt x="19550" y="73167"/>
                  <a:pt x="22013" y="69059"/>
                  <a:pt x="24677" y="65072"/>
                </a:cubicBezTo>
                <a:cubicBezTo>
                  <a:pt x="27341" y="61084"/>
                  <a:pt x="30193" y="57237"/>
                  <a:pt x="33236" y="53531"/>
                </a:cubicBezTo>
                <a:cubicBezTo>
                  <a:pt x="36278" y="49824"/>
                  <a:pt x="39494" y="46275"/>
                  <a:pt x="42884" y="42884"/>
                </a:cubicBezTo>
                <a:cubicBezTo>
                  <a:pt x="46275" y="39493"/>
                  <a:pt x="49823" y="36277"/>
                  <a:pt x="53531" y="33235"/>
                </a:cubicBezTo>
                <a:cubicBezTo>
                  <a:pt x="57237" y="30193"/>
                  <a:pt x="61084" y="27340"/>
                  <a:pt x="65072" y="24675"/>
                </a:cubicBezTo>
                <a:cubicBezTo>
                  <a:pt x="69059" y="22011"/>
                  <a:pt x="73167" y="19549"/>
                  <a:pt x="77395" y="17289"/>
                </a:cubicBezTo>
                <a:cubicBezTo>
                  <a:pt x="81624" y="15028"/>
                  <a:pt x="85954" y="12980"/>
                  <a:pt x="90384" y="11145"/>
                </a:cubicBezTo>
                <a:cubicBezTo>
                  <a:pt x="94815" y="9310"/>
                  <a:pt x="99326" y="7697"/>
                  <a:pt x="103915" y="6305"/>
                </a:cubicBezTo>
                <a:cubicBezTo>
                  <a:pt x="108503" y="4913"/>
                  <a:pt x="113149" y="3749"/>
                  <a:pt x="117851" y="2813"/>
                </a:cubicBezTo>
                <a:cubicBezTo>
                  <a:pt x="122556" y="1878"/>
                  <a:pt x="127294" y="1175"/>
                  <a:pt x="132067" y="705"/>
                </a:cubicBezTo>
                <a:cubicBezTo>
                  <a:pt x="136838" y="235"/>
                  <a:pt x="141623" y="0"/>
                  <a:pt x="146416" y="0"/>
                </a:cubicBezTo>
                <a:cubicBezTo>
                  <a:pt x="151212" y="0"/>
                  <a:pt x="155997" y="235"/>
                  <a:pt x="160770" y="705"/>
                </a:cubicBezTo>
                <a:cubicBezTo>
                  <a:pt x="165541" y="1175"/>
                  <a:pt x="170278" y="1878"/>
                  <a:pt x="174981" y="2813"/>
                </a:cubicBezTo>
                <a:cubicBezTo>
                  <a:pt x="179683" y="3749"/>
                  <a:pt x="184331" y="4913"/>
                  <a:pt x="188920" y="6305"/>
                </a:cubicBezTo>
                <a:cubicBezTo>
                  <a:pt x="193508" y="7697"/>
                  <a:pt x="198019" y="9310"/>
                  <a:pt x="202447" y="11145"/>
                </a:cubicBezTo>
                <a:cubicBezTo>
                  <a:pt x="206878" y="12980"/>
                  <a:pt x="211207" y="15028"/>
                  <a:pt x="215437" y="17289"/>
                </a:cubicBezTo>
                <a:cubicBezTo>
                  <a:pt x="219665" y="19549"/>
                  <a:pt x="223773" y="22011"/>
                  <a:pt x="227761" y="24675"/>
                </a:cubicBezTo>
                <a:cubicBezTo>
                  <a:pt x="231748" y="27340"/>
                  <a:pt x="235596" y="30193"/>
                  <a:pt x="239303" y="33235"/>
                </a:cubicBezTo>
                <a:cubicBezTo>
                  <a:pt x="243010" y="36277"/>
                  <a:pt x="246559" y="39493"/>
                  <a:pt x="249949" y="42884"/>
                </a:cubicBezTo>
                <a:cubicBezTo>
                  <a:pt x="253339" y="46275"/>
                  <a:pt x="256557" y="49824"/>
                  <a:pt x="259599" y="53531"/>
                </a:cubicBezTo>
                <a:cubicBezTo>
                  <a:pt x="262642" y="57237"/>
                  <a:pt x="265494" y="61084"/>
                  <a:pt x="268157" y="65072"/>
                </a:cubicBezTo>
                <a:cubicBezTo>
                  <a:pt x="270820" y="69059"/>
                  <a:pt x="273283" y="73167"/>
                  <a:pt x="275543" y="77396"/>
                </a:cubicBezTo>
                <a:cubicBezTo>
                  <a:pt x="277804" y="81625"/>
                  <a:pt x="279851" y="85955"/>
                  <a:pt x="281686" y="90385"/>
                </a:cubicBezTo>
                <a:cubicBezTo>
                  <a:pt x="283522" y="94815"/>
                  <a:pt x="285136" y="99325"/>
                  <a:pt x="286527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6" y="122555"/>
                  <a:pt x="291658" y="127293"/>
                  <a:pt x="292128" y="132065"/>
                </a:cubicBezTo>
                <a:cubicBezTo>
                  <a:pt x="292598" y="136837"/>
                  <a:pt x="292833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389" name="Text s">
            <a:extLst xmlns:a="http://schemas.openxmlformats.org/drawingml/2006/main">
              <a:ext uri="{FF2B5EF4-FFF2-40B4-BE49-F238E27FC236}">
                <a16:creationId xmlns:a16="http://schemas.microsoft.com/office/drawing/2014/main" id="{879B573E-4C6A-4847-80AF-CAF86937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8961" y="1265297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Text 6">
            <a:extLst xmlns:a="http://schemas.openxmlformats.org/drawingml/2006/main">
              <a:ext uri="{FF2B5EF4-FFF2-40B4-BE49-F238E27FC236}">
                <a16:creationId xmlns:a16="http://schemas.microsoft.com/office/drawing/2014/main" id="{1DECE5EE-4BBC-404B-A296-AB1AAFDE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453" y="1289269"/>
            <a:ext cx="65337" cy="107345"/>
          </a:xfrm>
          <a:custGeom xmlns:a="http://schemas.openxmlformats.org/drawingml/2006/main">
            <a:pathLst>
              <a:path w="65337" h="107345">
                <a:moveTo>
                  <a:pt x="63279" y="0"/>
                </a:moveTo>
                <a:lnTo>
                  <a:pt x="63279" y="2821"/>
                </a:lnTo>
                <a:cubicBezTo>
                  <a:pt x="56570" y="3482"/>
                  <a:pt x="51093" y="4816"/>
                  <a:pt x="46849" y="6823"/>
                </a:cubicBezTo>
                <a:cubicBezTo>
                  <a:pt x="42605" y="8831"/>
                  <a:pt x="38412" y="11893"/>
                  <a:pt x="34270" y="16010"/>
                </a:cubicBezTo>
                <a:cubicBezTo>
                  <a:pt x="30127" y="20127"/>
                  <a:pt x="26697" y="24714"/>
                  <a:pt x="23977" y="29772"/>
                </a:cubicBezTo>
                <a:cubicBezTo>
                  <a:pt x="21258" y="34829"/>
                  <a:pt x="18984" y="40839"/>
                  <a:pt x="17154" y="47802"/>
                </a:cubicBezTo>
                <a:cubicBezTo>
                  <a:pt x="24473" y="42770"/>
                  <a:pt x="31817" y="40254"/>
                  <a:pt x="39187" y="40254"/>
                </a:cubicBezTo>
                <a:cubicBezTo>
                  <a:pt x="46252" y="40254"/>
                  <a:pt x="52376" y="43101"/>
                  <a:pt x="57561" y="48793"/>
                </a:cubicBezTo>
                <a:cubicBezTo>
                  <a:pt x="62745" y="54486"/>
                  <a:pt x="65337" y="61805"/>
                  <a:pt x="65337" y="70750"/>
                </a:cubicBezTo>
                <a:cubicBezTo>
                  <a:pt x="65337" y="79391"/>
                  <a:pt x="62720" y="87269"/>
                  <a:pt x="57485" y="94384"/>
                </a:cubicBezTo>
                <a:cubicBezTo>
                  <a:pt x="51182" y="103025"/>
                  <a:pt x="42847" y="107345"/>
                  <a:pt x="32478" y="107345"/>
                </a:cubicBezTo>
                <a:cubicBezTo>
                  <a:pt x="25413" y="107345"/>
                  <a:pt x="19416" y="105007"/>
                  <a:pt x="14485" y="100331"/>
                </a:cubicBezTo>
                <a:cubicBezTo>
                  <a:pt x="4828" y="91233"/>
                  <a:pt x="0" y="79441"/>
                  <a:pt x="0" y="64956"/>
                </a:cubicBezTo>
                <a:cubicBezTo>
                  <a:pt x="0" y="55706"/>
                  <a:pt x="1855" y="46913"/>
                  <a:pt x="5565" y="38577"/>
                </a:cubicBezTo>
                <a:cubicBezTo>
                  <a:pt x="9276" y="30242"/>
                  <a:pt x="14574" y="22846"/>
                  <a:pt x="21461" y="16391"/>
                </a:cubicBezTo>
                <a:cubicBezTo>
                  <a:pt x="28348" y="9937"/>
                  <a:pt x="34943" y="5591"/>
                  <a:pt x="41246" y="3355"/>
                </a:cubicBezTo>
                <a:cubicBezTo>
                  <a:pt x="47548" y="1118"/>
                  <a:pt x="53418" y="0"/>
                  <a:pt x="58857" y="0"/>
                </a:cubicBezTo>
                <a:lnTo>
                  <a:pt x="63279" y="0"/>
                </a:lnTo>
                <a:moveTo>
                  <a:pt x="15858" y="53368"/>
                </a:moveTo>
                <a:cubicBezTo>
                  <a:pt x="14943" y="60229"/>
                  <a:pt x="14485" y="65769"/>
                  <a:pt x="14485" y="69988"/>
                </a:cubicBezTo>
                <a:cubicBezTo>
                  <a:pt x="14485" y="74867"/>
                  <a:pt x="15388" y="80166"/>
                  <a:pt x="17192" y="85884"/>
                </a:cubicBezTo>
                <a:cubicBezTo>
                  <a:pt x="18996" y="91602"/>
                  <a:pt x="21677" y="96138"/>
                  <a:pt x="25235" y="99492"/>
                </a:cubicBezTo>
                <a:cubicBezTo>
                  <a:pt x="27827" y="101881"/>
                  <a:pt x="30979" y="103076"/>
                  <a:pt x="34689" y="103076"/>
                </a:cubicBezTo>
                <a:cubicBezTo>
                  <a:pt x="39111" y="103076"/>
                  <a:pt x="43063" y="100992"/>
                  <a:pt x="46544" y="96824"/>
                </a:cubicBezTo>
                <a:cubicBezTo>
                  <a:pt x="50026" y="92656"/>
                  <a:pt x="51767" y="86710"/>
                  <a:pt x="51767" y="78984"/>
                </a:cubicBezTo>
                <a:cubicBezTo>
                  <a:pt x="51767" y="70293"/>
                  <a:pt x="50038" y="62770"/>
                  <a:pt x="46582" y="56417"/>
                </a:cubicBezTo>
                <a:cubicBezTo>
                  <a:pt x="43126" y="50064"/>
                  <a:pt x="38221" y="46887"/>
                  <a:pt x="31868" y="46887"/>
                </a:cubicBezTo>
                <a:cubicBezTo>
                  <a:pt x="29937" y="46887"/>
                  <a:pt x="27866" y="47294"/>
                  <a:pt x="25655" y="48107"/>
                </a:cubicBezTo>
                <a:cubicBezTo>
                  <a:pt x="23444" y="48920"/>
                  <a:pt x="20178" y="50674"/>
                  <a:pt x="15858" y="533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Text x">
            <a:extLst xmlns:a="http://schemas.openxmlformats.org/drawingml/2006/main">
              <a:ext uri="{FF2B5EF4-FFF2-40B4-BE49-F238E27FC236}">
                <a16:creationId xmlns:a16="http://schemas.microsoft.com/office/drawing/2014/main" id="{F2F953AE-EA76-46D3-8EF1-625E475B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8298" y="1513038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Text 1">
            <a:extLst xmlns:a="http://schemas.openxmlformats.org/drawingml/2006/main">
              <a:ext uri="{FF2B5EF4-FFF2-40B4-BE49-F238E27FC236}">
                <a16:creationId xmlns:a16="http://schemas.microsoft.com/office/drawing/2014/main" id="{97F0B31C-9A5B-48F7-A3EA-6F8C687C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4421" y="1513884"/>
            <a:ext cx="45812" cy="118734"/>
          </a:xfrm>
          <a:custGeom xmlns:a="http://schemas.openxmlformats.org/drawingml/2006/main">
            <a:pathLst>
              <a:path w="45812" h="118734">
                <a:moveTo>
                  <a:pt x="0" y="13812"/>
                </a:moveTo>
                <a:lnTo>
                  <a:pt x="28311" y="0"/>
                </a:lnTo>
                <a:lnTo>
                  <a:pt x="31142" y="0"/>
                </a:lnTo>
                <a:lnTo>
                  <a:pt x="31142" y="98230"/>
                </a:lnTo>
                <a:cubicBezTo>
                  <a:pt x="31142" y="104751"/>
                  <a:pt x="31414" y="108811"/>
                  <a:pt x="31957" y="110413"/>
                </a:cubicBezTo>
                <a:cubicBezTo>
                  <a:pt x="32500" y="112014"/>
                  <a:pt x="33630" y="113244"/>
                  <a:pt x="35346" y="114102"/>
                </a:cubicBezTo>
                <a:cubicBezTo>
                  <a:pt x="37062" y="114960"/>
                  <a:pt x="40550" y="115446"/>
                  <a:pt x="45812" y="115560"/>
                </a:cubicBezTo>
                <a:lnTo>
                  <a:pt x="45812" y="118734"/>
                </a:lnTo>
                <a:lnTo>
                  <a:pt x="2059" y="118734"/>
                </a:lnTo>
                <a:lnTo>
                  <a:pt x="2059" y="115560"/>
                </a:lnTo>
                <a:cubicBezTo>
                  <a:pt x="7550" y="115446"/>
                  <a:pt x="11096" y="114974"/>
                  <a:pt x="12697" y="114145"/>
                </a:cubicBezTo>
                <a:cubicBezTo>
                  <a:pt x="14298" y="113315"/>
                  <a:pt x="15414" y="112200"/>
                  <a:pt x="16043" y="110799"/>
                </a:cubicBezTo>
                <a:cubicBezTo>
                  <a:pt x="16672" y="109398"/>
                  <a:pt x="16987" y="105208"/>
                  <a:pt x="16987" y="98230"/>
                </a:cubicBezTo>
                <a:lnTo>
                  <a:pt x="16987" y="35432"/>
                </a:lnTo>
                <a:cubicBezTo>
                  <a:pt x="16987" y="26967"/>
                  <a:pt x="16701" y="21533"/>
                  <a:pt x="16129" y="19131"/>
                </a:cubicBezTo>
                <a:cubicBezTo>
                  <a:pt x="15728" y="17301"/>
                  <a:pt x="14999" y="15957"/>
                  <a:pt x="13941" y="15099"/>
                </a:cubicBezTo>
                <a:cubicBezTo>
                  <a:pt x="12883" y="14241"/>
                  <a:pt x="11610" y="13812"/>
                  <a:pt x="10123" y="13812"/>
                </a:cubicBezTo>
                <a:cubicBezTo>
                  <a:pt x="8007" y="13812"/>
                  <a:pt x="5062" y="14699"/>
                  <a:pt x="1287" y="16472"/>
                </a:cubicBezTo>
                <a:lnTo>
                  <a:pt x="0" y="13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Text /y">
            <a:extLst xmlns:a="http://schemas.openxmlformats.org/drawingml/2006/main">
              <a:ext uri="{FF2B5EF4-FFF2-40B4-BE49-F238E27FC236}">
                <a16:creationId xmlns:a16="http://schemas.microsoft.com/office/drawing/2014/main" id="{72B68CF1-E1C0-45E7-B9A7-9AC7898C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1938" y="1469628"/>
            <a:ext cx="135408" cy="159914"/>
          </a:xfrm>
          <a:custGeom xmlns:a="http://schemas.openxmlformats.org/drawingml/2006/main">
            <a:pathLst>
              <a:path w="135408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8" y="43410"/>
                </a:moveTo>
                <a:lnTo>
                  <a:pt x="86250" y="43410"/>
                </a:lnTo>
                <a:lnTo>
                  <a:pt x="86250" y="46584"/>
                </a:lnTo>
                <a:lnTo>
                  <a:pt x="84449" y="46584"/>
                </a:lnTo>
                <a:cubicBezTo>
                  <a:pt x="81875" y="46584"/>
                  <a:pt x="79945" y="47142"/>
                  <a:pt x="78658" y="48257"/>
                </a:cubicBezTo>
                <a:cubicBezTo>
                  <a:pt x="77371" y="49373"/>
                  <a:pt x="76728" y="50760"/>
                  <a:pt x="76728" y="52418"/>
                </a:cubicBezTo>
                <a:cubicBezTo>
                  <a:pt x="76728" y="54649"/>
                  <a:pt x="77671" y="57737"/>
                  <a:pt x="79559" y="61684"/>
                </a:cubicBezTo>
                <a:lnTo>
                  <a:pt x="98690" y="101319"/>
                </a:lnTo>
                <a:lnTo>
                  <a:pt x="116277" y="57909"/>
                </a:lnTo>
                <a:cubicBezTo>
                  <a:pt x="117249" y="55564"/>
                  <a:pt x="117736" y="53247"/>
                  <a:pt x="117736" y="50960"/>
                </a:cubicBezTo>
                <a:cubicBezTo>
                  <a:pt x="117736" y="49930"/>
                  <a:pt x="117535" y="49158"/>
                  <a:pt x="117135" y="48643"/>
                </a:cubicBezTo>
                <a:cubicBezTo>
                  <a:pt x="116677" y="48014"/>
                  <a:pt x="115963" y="47514"/>
                  <a:pt x="114990" y="47142"/>
                </a:cubicBezTo>
                <a:cubicBezTo>
                  <a:pt x="114018" y="46770"/>
                  <a:pt x="112302" y="46584"/>
                  <a:pt x="109843" y="46584"/>
                </a:cubicBezTo>
                <a:lnTo>
                  <a:pt x="109843" y="43410"/>
                </a:lnTo>
                <a:lnTo>
                  <a:pt x="135408" y="43410"/>
                </a:lnTo>
                <a:lnTo>
                  <a:pt x="135408" y="46584"/>
                </a:lnTo>
                <a:cubicBezTo>
                  <a:pt x="133292" y="46813"/>
                  <a:pt x="131662" y="47271"/>
                  <a:pt x="130518" y="47957"/>
                </a:cubicBezTo>
                <a:cubicBezTo>
                  <a:pt x="129375" y="48643"/>
                  <a:pt x="128116" y="49930"/>
                  <a:pt x="126744" y="51818"/>
                </a:cubicBezTo>
                <a:cubicBezTo>
                  <a:pt x="126229" y="52618"/>
                  <a:pt x="125257" y="54820"/>
                  <a:pt x="123827" y="58424"/>
                </a:cubicBezTo>
                <a:lnTo>
                  <a:pt x="91827" y="136836"/>
                </a:lnTo>
                <a:cubicBezTo>
                  <a:pt x="88738" y="144443"/>
                  <a:pt x="84692" y="150191"/>
                  <a:pt x="79687" y="154080"/>
                </a:cubicBezTo>
                <a:cubicBezTo>
                  <a:pt x="74683" y="157969"/>
                  <a:pt x="69864" y="159914"/>
                  <a:pt x="65232" y="159914"/>
                </a:cubicBezTo>
                <a:cubicBezTo>
                  <a:pt x="61857" y="159914"/>
                  <a:pt x="59083" y="158953"/>
                  <a:pt x="56910" y="157032"/>
                </a:cubicBezTo>
                <a:cubicBezTo>
                  <a:pt x="54737" y="155111"/>
                  <a:pt x="53650" y="152907"/>
                  <a:pt x="53650" y="150421"/>
                </a:cubicBezTo>
                <a:cubicBezTo>
                  <a:pt x="53650" y="148047"/>
                  <a:pt x="54436" y="146133"/>
                  <a:pt x="56009" y="144678"/>
                </a:cubicBezTo>
                <a:cubicBezTo>
                  <a:pt x="57582" y="143225"/>
                  <a:pt x="59741" y="142499"/>
                  <a:pt x="62486" y="142499"/>
                </a:cubicBezTo>
                <a:cubicBezTo>
                  <a:pt x="64374" y="142499"/>
                  <a:pt x="66947" y="143128"/>
                  <a:pt x="70207" y="144386"/>
                </a:cubicBezTo>
                <a:cubicBezTo>
                  <a:pt x="72495" y="145244"/>
                  <a:pt x="73925" y="145673"/>
                  <a:pt x="74497" y="145673"/>
                </a:cubicBezTo>
                <a:cubicBezTo>
                  <a:pt x="76213" y="145673"/>
                  <a:pt x="78086" y="144780"/>
                  <a:pt x="80116" y="142995"/>
                </a:cubicBezTo>
                <a:cubicBezTo>
                  <a:pt x="82147" y="141211"/>
                  <a:pt x="84191" y="137758"/>
                  <a:pt x="86250" y="132635"/>
                </a:cubicBezTo>
                <a:lnTo>
                  <a:pt x="91827" y="118906"/>
                </a:lnTo>
                <a:lnTo>
                  <a:pt x="63602" y="59625"/>
                </a:lnTo>
                <a:cubicBezTo>
                  <a:pt x="62744" y="57852"/>
                  <a:pt x="61371" y="55650"/>
                  <a:pt x="59484" y="53019"/>
                </a:cubicBezTo>
                <a:cubicBezTo>
                  <a:pt x="58054" y="51017"/>
                  <a:pt x="56881" y="49673"/>
                  <a:pt x="55966" y="48987"/>
                </a:cubicBezTo>
                <a:cubicBezTo>
                  <a:pt x="54651" y="48071"/>
                  <a:pt x="52535" y="47271"/>
                  <a:pt x="49618" y="46584"/>
                </a:cubicBezTo>
                <a:lnTo>
                  <a:pt x="49618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Text 1">
            <a:extLst xmlns:a="http://schemas.openxmlformats.org/drawingml/2006/main">
              <a:ext uri="{FF2B5EF4-FFF2-40B4-BE49-F238E27FC236}">
                <a16:creationId xmlns:a16="http://schemas.microsoft.com/office/drawing/2014/main" id="{CC273271-DC20-43B6-827F-64F8312C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8987" y="1513884"/>
            <a:ext cx="45812" cy="118734"/>
          </a:xfrm>
          <a:custGeom xmlns:a="http://schemas.openxmlformats.org/drawingml/2006/main">
            <a:pathLst>
              <a:path w="45812" h="118734">
                <a:moveTo>
                  <a:pt x="0" y="13812"/>
                </a:moveTo>
                <a:lnTo>
                  <a:pt x="28311" y="0"/>
                </a:lnTo>
                <a:lnTo>
                  <a:pt x="31142" y="0"/>
                </a:lnTo>
                <a:lnTo>
                  <a:pt x="31142" y="98230"/>
                </a:lnTo>
                <a:cubicBezTo>
                  <a:pt x="31142" y="104751"/>
                  <a:pt x="31414" y="108811"/>
                  <a:pt x="31957" y="110413"/>
                </a:cubicBezTo>
                <a:cubicBezTo>
                  <a:pt x="32500" y="112014"/>
                  <a:pt x="33630" y="113244"/>
                  <a:pt x="35346" y="114102"/>
                </a:cubicBezTo>
                <a:cubicBezTo>
                  <a:pt x="37062" y="114960"/>
                  <a:pt x="40550" y="115446"/>
                  <a:pt x="45812" y="115560"/>
                </a:cubicBezTo>
                <a:lnTo>
                  <a:pt x="45812" y="118734"/>
                </a:lnTo>
                <a:lnTo>
                  <a:pt x="2059" y="118734"/>
                </a:lnTo>
                <a:lnTo>
                  <a:pt x="2059" y="115560"/>
                </a:lnTo>
                <a:cubicBezTo>
                  <a:pt x="7550" y="115446"/>
                  <a:pt x="11096" y="114974"/>
                  <a:pt x="12697" y="114145"/>
                </a:cubicBezTo>
                <a:cubicBezTo>
                  <a:pt x="14298" y="113315"/>
                  <a:pt x="15414" y="112200"/>
                  <a:pt x="16043" y="110799"/>
                </a:cubicBezTo>
                <a:cubicBezTo>
                  <a:pt x="16672" y="109398"/>
                  <a:pt x="16987" y="105208"/>
                  <a:pt x="16987" y="98230"/>
                </a:cubicBezTo>
                <a:lnTo>
                  <a:pt x="16987" y="35432"/>
                </a:lnTo>
                <a:cubicBezTo>
                  <a:pt x="16987" y="26967"/>
                  <a:pt x="16701" y="21533"/>
                  <a:pt x="16129" y="19131"/>
                </a:cubicBezTo>
                <a:cubicBezTo>
                  <a:pt x="15728" y="17301"/>
                  <a:pt x="14999" y="15957"/>
                  <a:pt x="13941" y="15099"/>
                </a:cubicBezTo>
                <a:cubicBezTo>
                  <a:pt x="12883" y="14241"/>
                  <a:pt x="11610" y="13812"/>
                  <a:pt x="10123" y="13812"/>
                </a:cubicBezTo>
                <a:cubicBezTo>
                  <a:pt x="8007" y="13812"/>
                  <a:pt x="5062" y="14699"/>
                  <a:pt x="1287" y="16472"/>
                </a:cubicBezTo>
                <a:lnTo>
                  <a:pt x="0" y="13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Text x">
            <a:extLst xmlns:a="http://schemas.openxmlformats.org/drawingml/2006/main">
              <a:ext uri="{FF2B5EF4-FFF2-40B4-BE49-F238E27FC236}">
                <a16:creationId xmlns:a16="http://schemas.microsoft.com/office/drawing/2014/main" id="{40F2F7CA-77F4-4A31-AE49-E8B3CA8D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4066" y="1173352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Text 1">
            <a:extLst xmlns:a="http://schemas.openxmlformats.org/drawingml/2006/main">
              <a:ext uri="{FF2B5EF4-FFF2-40B4-BE49-F238E27FC236}">
                <a16:creationId xmlns:a16="http://schemas.microsoft.com/office/drawing/2014/main" id="{6138E5DF-C341-4F84-B5F3-FC6B83C5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0190" y="1174199"/>
            <a:ext cx="45812" cy="118734"/>
          </a:xfrm>
          <a:custGeom xmlns:a="http://schemas.openxmlformats.org/drawingml/2006/main">
            <a:pathLst>
              <a:path w="45812" h="118734">
                <a:moveTo>
                  <a:pt x="0" y="13812"/>
                </a:moveTo>
                <a:lnTo>
                  <a:pt x="28311" y="0"/>
                </a:lnTo>
                <a:lnTo>
                  <a:pt x="31142" y="0"/>
                </a:lnTo>
                <a:lnTo>
                  <a:pt x="31142" y="98230"/>
                </a:lnTo>
                <a:cubicBezTo>
                  <a:pt x="31142" y="104751"/>
                  <a:pt x="31414" y="108811"/>
                  <a:pt x="31957" y="110413"/>
                </a:cubicBezTo>
                <a:cubicBezTo>
                  <a:pt x="32500" y="112014"/>
                  <a:pt x="33630" y="113244"/>
                  <a:pt x="35346" y="114102"/>
                </a:cubicBezTo>
                <a:cubicBezTo>
                  <a:pt x="37062" y="114960"/>
                  <a:pt x="40550" y="115446"/>
                  <a:pt x="45812" y="115560"/>
                </a:cubicBezTo>
                <a:lnTo>
                  <a:pt x="45812" y="118734"/>
                </a:lnTo>
                <a:lnTo>
                  <a:pt x="2059" y="118734"/>
                </a:lnTo>
                <a:lnTo>
                  <a:pt x="2059" y="115560"/>
                </a:lnTo>
                <a:cubicBezTo>
                  <a:pt x="7550" y="115446"/>
                  <a:pt x="11096" y="114974"/>
                  <a:pt x="12697" y="114145"/>
                </a:cubicBezTo>
                <a:cubicBezTo>
                  <a:pt x="14298" y="113315"/>
                  <a:pt x="15414" y="112200"/>
                  <a:pt x="16043" y="110799"/>
                </a:cubicBezTo>
                <a:cubicBezTo>
                  <a:pt x="16672" y="109398"/>
                  <a:pt x="16987" y="105208"/>
                  <a:pt x="16987" y="98230"/>
                </a:cubicBezTo>
                <a:lnTo>
                  <a:pt x="16987" y="35432"/>
                </a:lnTo>
                <a:cubicBezTo>
                  <a:pt x="16987" y="26967"/>
                  <a:pt x="16701" y="21533"/>
                  <a:pt x="16129" y="19131"/>
                </a:cubicBezTo>
                <a:cubicBezTo>
                  <a:pt x="15728" y="17301"/>
                  <a:pt x="14999" y="15957"/>
                  <a:pt x="13941" y="15099"/>
                </a:cubicBezTo>
                <a:cubicBezTo>
                  <a:pt x="12883" y="14241"/>
                  <a:pt x="11610" y="13812"/>
                  <a:pt x="10123" y="13812"/>
                </a:cubicBezTo>
                <a:cubicBezTo>
                  <a:pt x="8007" y="13812"/>
                  <a:pt x="5062" y="14699"/>
                  <a:pt x="1287" y="16472"/>
                </a:cubicBezTo>
                <a:lnTo>
                  <a:pt x="0" y="138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Text /y">
            <a:extLst xmlns:a="http://schemas.openxmlformats.org/drawingml/2006/main">
              <a:ext uri="{FF2B5EF4-FFF2-40B4-BE49-F238E27FC236}">
                <a16:creationId xmlns:a16="http://schemas.microsoft.com/office/drawing/2014/main" id="{A9910CB8-1C8D-4691-AAAC-26306F18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7706" y="1129942"/>
            <a:ext cx="135409" cy="159914"/>
          </a:xfrm>
          <a:custGeom xmlns:a="http://schemas.openxmlformats.org/drawingml/2006/main">
            <a:pathLst>
              <a:path w="135409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8" y="43410"/>
                </a:moveTo>
                <a:lnTo>
                  <a:pt x="86251" y="43410"/>
                </a:lnTo>
                <a:lnTo>
                  <a:pt x="86251" y="46584"/>
                </a:lnTo>
                <a:lnTo>
                  <a:pt x="84449" y="46584"/>
                </a:lnTo>
                <a:cubicBezTo>
                  <a:pt x="81875" y="46584"/>
                  <a:pt x="79945" y="47142"/>
                  <a:pt x="78658" y="48257"/>
                </a:cubicBezTo>
                <a:cubicBezTo>
                  <a:pt x="77371" y="49373"/>
                  <a:pt x="76728" y="50760"/>
                  <a:pt x="76728" y="52418"/>
                </a:cubicBezTo>
                <a:cubicBezTo>
                  <a:pt x="76728" y="54649"/>
                  <a:pt x="77672" y="57737"/>
                  <a:pt x="79559" y="61684"/>
                </a:cubicBezTo>
                <a:lnTo>
                  <a:pt x="98690" y="101319"/>
                </a:lnTo>
                <a:lnTo>
                  <a:pt x="116277" y="57909"/>
                </a:lnTo>
                <a:cubicBezTo>
                  <a:pt x="117250" y="55564"/>
                  <a:pt x="117736" y="53247"/>
                  <a:pt x="117736" y="50960"/>
                </a:cubicBezTo>
                <a:cubicBezTo>
                  <a:pt x="117736" y="49930"/>
                  <a:pt x="117536" y="49158"/>
                  <a:pt x="117135" y="48643"/>
                </a:cubicBezTo>
                <a:cubicBezTo>
                  <a:pt x="116678" y="48014"/>
                  <a:pt x="115963" y="47514"/>
                  <a:pt x="114991" y="47142"/>
                </a:cubicBezTo>
                <a:cubicBezTo>
                  <a:pt x="114018" y="46770"/>
                  <a:pt x="112302" y="46584"/>
                  <a:pt x="109843" y="46584"/>
                </a:cubicBezTo>
                <a:lnTo>
                  <a:pt x="109843" y="43410"/>
                </a:lnTo>
                <a:lnTo>
                  <a:pt x="135409" y="43410"/>
                </a:lnTo>
                <a:lnTo>
                  <a:pt x="135409" y="46584"/>
                </a:lnTo>
                <a:cubicBezTo>
                  <a:pt x="133293" y="46813"/>
                  <a:pt x="131663" y="47271"/>
                  <a:pt x="130519" y="47957"/>
                </a:cubicBezTo>
                <a:cubicBezTo>
                  <a:pt x="129375" y="48643"/>
                  <a:pt x="128117" y="49930"/>
                  <a:pt x="126744" y="51818"/>
                </a:cubicBezTo>
                <a:cubicBezTo>
                  <a:pt x="126229" y="52618"/>
                  <a:pt x="125257" y="54820"/>
                  <a:pt x="123827" y="58424"/>
                </a:cubicBezTo>
                <a:lnTo>
                  <a:pt x="91827" y="136836"/>
                </a:lnTo>
                <a:cubicBezTo>
                  <a:pt x="88739" y="144443"/>
                  <a:pt x="84692" y="150191"/>
                  <a:pt x="79688" y="154080"/>
                </a:cubicBezTo>
                <a:cubicBezTo>
                  <a:pt x="74683" y="157969"/>
                  <a:pt x="69865" y="159914"/>
                  <a:pt x="65232" y="159914"/>
                </a:cubicBezTo>
                <a:cubicBezTo>
                  <a:pt x="61857" y="159914"/>
                  <a:pt x="59084" y="158953"/>
                  <a:pt x="56910" y="157032"/>
                </a:cubicBezTo>
                <a:cubicBezTo>
                  <a:pt x="54737" y="155111"/>
                  <a:pt x="53650" y="152907"/>
                  <a:pt x="53650" y="150421"/>
                </a:cubicBezTo>
                <a:cubicBezTo>
                  <a:pt x="53650" y="148047"/>
                  <a:pt x="54437" y="146133"/>
                  <a:pt x="56009" y="144678"/>
                </a:cubicBezTo>
                <a:cubicBezTo>
                  <a:pt x="57582" y="143225"/>
                  <a:pt x="59741" y="142499"/>
                  <a:pt x="62487" y="142499"/>
                </a:cubicBezTo>
                <a:cubicBezTo>
                  <a:pt x="64374" y="142499"/>
                  <a:pt x="66948" y="143128"/>
                  <a:pt x="70208" y="144386"/>
                </a:cubicBezTo>
                <a:cubicBezTo>
                  <a:pt x="72495" y="145244"/>
                  <a:pt x="73925" y="145673"/>
                  <a:pt x="74497" y="145673"/>
                </a:cubicBezTo>
                <a:cubicBezTo>
                  <a:pt x="76213" y="145673"/>
                  <a:pt x="78086" y="144780"/>
                  <a:pt x="80117" y="142995"/>
                </a:cubicBezTo>
                <a:cubicBezTo>
                  <a:pt x="82147" y="141211"/>
                  <a:pt x="84192" y="137758"/>
                  <a:pt x="86251" y="132635"/>
                </a:cubicBezTo>
                <a:lnTo>
                  <a:pt x="91827" y="118906"/>
                </a:lnTo>
                <a:lnTo>
                  <a:pt x="63602" y="59625"/>
                </a:lnTo>
                <a:cubicBezTo>
                  <a:pt x="62744" y="57852"/>
                  <a:pt x="61371" y="55650"/>
                  <a:pt x="59484" y="53019"/>
                </a:cubicBezTo>
                <a:cubicBezTo>
                  <a:pt x="58054" y="51017"/>
                  <a:pt x="56882" y="49673"/>
                  <a:pt x="55966" y="48987"/>
                </a:cubicBezTo>
                <a:cubicBezTo>
                  <a:pt x="54651" y="48071"/>
                  <a:pt x="52535" y="47271"/>
                  <a:pt x="49618" y="46584"/>
                </a:cubicBezTo>
                <a:lnTo>
                  <a:pt x="49618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Text 4">
            <a:extLst xmlns:a="http://schemas.openxmlformats.org/drawingml/2006/main">
              <a:ext uri="{FF2B5EF4-FFF2-40B4-BE49-F238E27FC236}">
                <a16:creationId xmlns:a16="http://schemas.microsoft.com/office/drawing/2014/main" id="{EA75F1E5-CD04-45CC-B7C4-09E4F036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6911" y="1174199"/>
            <a:ext cx="79013" cy="118734"/>
          </a:xfrm>
          <a:custGeom xmlns:a="http://schemas.openxmlformats.org/drawingml/2006/main">
            <a:pathLst>
              <a:path w="79013" h="118734">
                <a:moveTo>
                  <a:pt x="79013" y="75839"/>
                </a:moveTo>
                <a:lnTo>
                  <a:pt x="79013" y="88021"/>
                </a:lnTo>
                <a:lnTo>
                  <a:pt x="63399" y="88021"/>
                </a:lnTo>
                <a:lnTo>
                  <a:pt x="63399" y="118734"/>
                </a:lnTo>
                <a:lnTo>
                  <a:pt x="49244" y="118734"/>
                </a:lnTo>
                <a:lnTo>
                  <a:pt x="49244" y="88021"/>
                </a:lnTo>
                <a:lnTo>
                  <a:pt x="0" y="88021"/>
                </a:lnTo>
                <a:lnTo>
                  <a:pt x="0" y="77040"/>
                </a:lnTo>
                <a:lnTo>
                  <a:pt x="53962" y="0"/>
                </a:lnTo>
                <a:lnTo>
                  <a:pt x="63399" y="0"/>
                </a:lnTo>
                <a:lnTo>
                  <a:pt x="63399" y="75839"/>
                </a:lnTo>
                <a:lnTo>
                  <a:pt x="79013" y="75839"/>
                </a:lnTo>
                <a:moveTo>
                  <a:pt x="49244" y="75839"/>
                </a:moveTo>
                <a:lnTo>
                  <a:pt x="49244" y="18102"/>
                </a:lnTo>
                <a:lnTo>
                  <a:pt x="8407" y="75839"/>
                </a:lnTo>
                <a:lnTo>
                  <a:pt x="49244" y="758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5783DF-93BC-46A8-8355-8113BA63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1223" y="994830"/>
            <a:ext cx="548476" cy="196842"/>
          </a:xfrm>
          <a:custGeom xmlns:a="http://schemas.openxmlformats.org/drawingml/2006/main">
            <a:pathLst>
              <a:path w="548476" h="196842" fill="none">
                <a:moveTo>
                  <a:pt x="0" y="0"/>
                </a:moveTo>
                <a:lnTo>
                  <a:pt x="548476" y="196842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BA009C-B1FD-402B-9055-704E514B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3125" y="1168948"/>
            <a:ext cx="45506" cy="38537"/>
          </a:xfrm>
          <a:custGeom xmlns:a="http://schemas.openxmlformats.org/drawingml/2006/main">
            <a:pathLst>
              <a:path w="45506" h="38537">
                <a:moveTo>
                  <a:pt x="45506" y="33090"/>
                </a:moveTo>
                <a:lnTo>
                  <a:pt x="0" y="38537"/>
                </a:lnTo>
                <a:lnTo>
                  <a:pt x="16574" y="22724"/>
                </a:lnTo>
                <a:lnTo>
                  <a:pt x="13822" y="0"/>
                </a:lnTo>
                <a:lnTo>
                  <a:pt x="45506" y="330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687956-3C57-455B-92A5-DA5FA796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3125" y="1168948"/>
            <a:ext cx="45506" cy="38537"/>
          </a:xfrm>
          <a:custGeom xmlns:a="http://schemas.openxmlformats.org/drawingml/2006/main">
            <a:pathLst>
              <a:path w="45506" h="38537" fill="none">
                <a:moveTo>
                  <a:pt x="45506" y="33090"/>
                </a:moveTo>
                <a:lnTo>
                  <a:pt x="0" y="38537"/>
                </a:lnTo>
                <a:lnTo>
                  <a:pt x="16574" y="22724"/>
                </a:lnTo>
                <a:lnTo>
                  <a:pt x="13822" y="0"/>
                </a:lnTo>
                <a:lnTo>
                  <a:pt x="45506" y="330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8349EA-9294-4F5E-9981-D68781D8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1262" y="744868"/>
            <a:ext cx="292833" cy="292833"/>
          </a:xfrm>
          <a:custGeom xmlns:a="http://schemas.openxmlformats.org/drawingml/2006/main">
            <a:pathLst>
              <a:path w="292833" h="292833">
                <a:moveTo>
                  <a:pt x="292833" y="146416"/>
                </a:moveTo>
                <a:cubicBezTo>
                  <a:pt x="292833" y="151212"/>
                  <a:pt x="292597" y="155995"/>
                  <a:pt x="292127" y="160768"/>
                </a:cubicBezTo>
                <a:cubicBezTo>
                  <a:pt x="291655" y="165540"/>
                  <a:pt x="290954" y="170277"/>
                  <a:pt x="290019" y="174981"/>
                </a:cubicBezTo>
                <a:cubicBezTo>
                  <a:pt x="289084" y="179684"/>
                  <a:pt x="287920" y="184330"/>
                  <a:pt x="286529" y="188919"/>
                </a:cubicBezTo>
                <a:cubicBezTo>
                  <a:pt x="285137" y="193507"/>
                  <a:pt x="283523" y="198017"/>
                  <a:pt x="281687" y="202447"/>
                </a:cubicBezTo>
                <a:cubicBezTo>
                  <a:pt x="279853" y="206878"/>
                  <a:pt x="277804" y="211207"/>
                  <a:pt x="275544" y="215437"/>
                </a:cubicBezTo>
                <a:cubicBezTo>
                  <a:pt x="273283" y="219666"/>
                  <a:pt x="270820" y="223774"/>
                  <a:pt x="268157" y="227761"/>
                </a:cubicBezTo>
                <a:cubicBezTo>
                  <a:pt x="265493" y="231748"/>
                  <a:pt x="262640" y="235595"/>
                  <a:pt x="259599" y="239302"/>
                </a:cubicBezTo>
                <a:cubicBezTo>
                  <a:pt x="256558" y="243009"/>
                  <a:pt x="253341" y="246557"/>
                  <a:pt x="249949" y="249948"/>
                </a:cubicBezTo>
                <a:cubicBezTo>
                  <a:pt x="246559" y="253339"/>
                  <a:pt x="243010" y="256556"/>
                  <a:pt x="239302" y="259598"/>
                </a:cubicBezTo>
                <a:cubicBezTo>
                  <a:pt x="235596" y="262640"/>
                  <a:pt x="231750" y="265493"/>
                  <a:pt x="227762" y="268157"/>
                </a:cubicBezTo>
                <a:cubicBezTo>
                  <a:pt x="223774" y="270821"/>
                  <a:pt x="219665" y="273283"/>
                  <a:pt x="215438" y="275544"/>
                </a:cubicBezTo>
                <a:cubicBezTo>
                  <a:pt x="211208" y="277804"/>
                  <a:pt x="206879" y="279852"/>
                  <a:pt x="202448" y="281687"/>
                </a:cubicBezTo>
                <a:cubicBezTo>
                  <a:pt x="198017" y="283522"/>
                  <a:pt x="193507" y="285136"/>
                  <a:pt x="188918" y="286528"/>
                </a:cubicBezTo>
                <a:cubicBezTo>
                  <a:pt x="184331" y="287920"/>
                  <a:pt x="179683" y="289084"/>
                  <a:pt x="174981" y="290019"/>
                </a:cubicBezTo>
                <a:cubicBezTo>
                  <a:pt x="170278" y="290955"/>
                  <a:pt x="165539" y="291657"/>
                  <a:pt x="160768" y="292127"/>
                </a:cubicBezTo>
                <a:cubicBezTo>
                  <a:pt x="155997" y="292597"/>
                  <a:pt x="151212" y="292833"/>
                  <a:pt x="146416" y="292833"/>
                </a:cubicBezTo>
                <a:cubicBezTo>
                  <a:pt x="141623" y="292833"/>
                  <a:pt x="136838" y="292597"/>
                  <a:pt x="132065" y="292127"/>
                </a:cubicBezTo>
                <a:cubicBezTo>
                  <a:pt x="127294" y="291658"/>
                  <a:pt x="122556" y="290955"/>
                  <a:pt x="117850" y="290019"/>
                </a:cubicBezTo>
                <a:cubicBezTo>
                  <a:pt x="113147" y="289084"/>
                  <a:pt x="108503" y="287920"/>
                  <a:pt x="103915" y="286528"/>
                </a:cubicBezTo>
                <a:cubicBezTo>
                  <a:pt x="99325" y="285136"/>
                  <a:pt x="94815" y="283522"/>
                  <a:pt x="90384" y="281687"/>
                </a:cubicBezTo>
                <a:cubicBezTo>
                  <a:pt x="85954" y="279852"/>
                  <a:pt x="81624" y="277804"/>
                  <a:pt x="77395" y="275544"/>
                </a:cubicBezTo>
                <a:cubicBezTo>
                  <a:pt x="73167" y="273283"/>
                  <a:pt x="69059" y="270821"/>
                  <a:pt x="65072" y="268157"/>
                </a:cubicBezTo>
                <a:cubicBezTo>
                  <a:pt x="61084" y="265493"/>
                  <a:pt x="57237" y="262640"/>
                  <a:pt x="53531" y="259598"/>
                </a:cubicBezTo>
                <a:cubicBezTo>
                  <a:pt x="49823" y="256556"/>
                  <a:pt x="46275" y="253339"/>
                  <a:pt x="42884" y="249948"/>
                </a:cubicBezTo>
                <a:cubicBezTo>
                  <a:pt x="39494" y="246557"/>
                  <a:pt x="36276" y="243009"/>
                  <a:pt x="33236" y="239302"/>
                </a:cubicBezTo>
                <a:cubicBezTo>
                  <a:pt x="30193" y="235595"/>
                  <a:pt x="27339" y="231748"/>
                  <a:pt x="24674" y="227761"/>
                </a:cubicBezTo>
                <a:cubicBezTo>
                  <a:pt x="22009" y="223774"/>
                  <a:pt x="19548" y="219666"/>
                  <a:pt x="17289" y="215436"/>
                </a:cubicBezTo>
                <a:cubicBezTo>
                  <a:pt x="15028" y="211207"/>
                  <a:pt x="12978" y="206878"/>
                  <a:pt x="11143" y="202447"/>
                </a:cubicBezTo>
                <a:cubicBezTo>
                  <a:pt x="9309" y="198017"/>
                  <a:pt x="7696" y="193507"/>
                  <a:pt x="6302" y="188919"/>
                </a:cubicBezTo>
                <a:cubicBezTo>
                  <a:pt x="4911" y="184330"/>
                  <a:pt x="3748" y="179684"/>
                  <a:pt x="2811" y="174981"/>
                </a:cubicBezTo>
                <a:cubicBezTo>
                  <a:pt x="1876" y="170277"/>
                  <a:pt x="1174" y="165540"/>
                  <a:pt x="705" y="160768"/>
                </a:cubicBezTo>
                <a:cubicBezTo>
                  <a:pt x="237" y="155995"/>
                  <a:pt x="2" y="151212"/>
                  <a:pt x="0" y="146416"/>
                </a:cubicBezTo>
                <a:cubicBezTo>
                  <a:pt x="2" y="141621"/>
                  <a:pt x="237" y="136837"/>
                  <a:pt x="705" y="132065"/>
                </a:cubicBezTo>
                <a:cubicBezTo>
                  <a:pt x="1174" y="127293"/>
                  <a:pt x="1876" y="122555"/>
                  <a:pt x="2811" y="117852"/>
                </a:cubicBezTo>
                <a:cubicBezTo>
                  <a:pt x="3748" y="113149"/>
                  <a:pt x="4912" y="108503"/>
                  <a:pt x="6303" y="103914"/>
                </a:cubicBezTo>
                <a:cubicBezTo>
                  <a:pt x="7696" y="99325"/>
                  <a:pt x="9309" y="94815"/>
                  <a:pt x="11143" y="90385"/>
                </a:cubicBezTo>
                <a:cubicBezTo>
                  <a:pt x="12978" y="85955"/>
                  <a:pt x="15028" y="81625"/>
                  <a:pt x="17289" y="77396"/>
                </a:cubicBezTo>
                <a:cubicBezTo>
                  <a:pt x="19548" y="73167"/>
                  <a:pt x="22009" y="69059"/>
                  <a:pt x="24674" y="65072"/>
                </a:cubicBezTo>
                <a:cubicBezTo>
                  <a:pt x="27339" y="61085"/>
                  <a:pt x="30193" y="57238"/>
                  <a:pt x="33236" y="53531"/>
                </a:cubicBezTo>
                <a:cubicBezTo>
                  <a:pt x="36276" y="49824"/>
                  <a:pt x="39494" y="46275"/>
                  <a:pt x="42884" y="42884"/>
                </a:cubicBezTo>
                <a:cubicBezTo>
                  <a:pt x="46275" y="39494"/>
                  <a:pt x="49823" y="36277"/>
                  <a:pt x="53531" y="33235"/>
                </a:cubicBezTo>
                <a:cubicBezTo>
                  <a:pt x="57237" y="30193"/>
                  <a:pt x="61084" y="27340"/>
                  <a:pt x="65072" y="24675"/>
                </a:cubicBezTo>
                <a:cubicBezTo>
                  <a:pt x="69059" y="22011"/>
                  <a:pt x="73167" y="19549"/>
                  <a:pt x="77395" y="17289"/>
                </a:cubicBezTo>
                <a:cubicBezTo>
                  <a:pt x="81624" y="15028"/>
                  <a:pt x="85954" y="12980"/>
                  <a:pt x="90384" y="11145"/>
                </a:cubicBezTo>
                <a:cubicBezTo>
                  <a:pt x="94815" y="9310"/>
                  <a:pt x="99325" y="7697"/>
                  <a:pt x="103915" y="6305"/>
                </a:cubicBezTo>
                <a:cubicBezTo>
                  <a:pt x="108503" y="4913"/>
                  <a:pt x="113147" y="3749"/>
                  <a:pt x="117850" y="2813"/>
                </a:cubicBezTo>
                <a:cubicBezTo>
                  <a:pt x="122556" y="1878"/>
                  <a:pt x="127294" y="1175"/>
                  <a:pt x="132065" y="705"/>
                </a:cubicBezTo>
                <a:cubicBezTo>
                  <a:pt x="136838" y="235"/>
                  <a:pt x="141623" y="0"/>
                  <a:pt x="146416" y="0"/>
                </a:cubicBezTo>
                <a:cubicBezTo>
                  <a:pt x="151212" y="0"/>
                  <a:pt x="155997" y="235"/>
                  <a:pt x="160768" y="705"/>
                </a:cubicBezTo>
                <a:cubicBezTo>
                  <a:pt x="165539" y="1175"/>
                  <a:pt x="170278" y="1878"/>
                  <a:pt x="174981" y="2813"/>
                </a:cubicBezTo>
                <a:cubicBezTo>
                  <a:pt x="179683" y="3749"/>
                  <a:pt x="184331" y="4913"/>
                  <a:pt x="188920" y="6305"/>
                </a:cubicBezTo>
                <a:cubicBezTo>
                  <a:pt x="193508" y="7697"/>
                  <a:pt x="198017" y="9310"/>
                  <a:pt x="202448" y="11145"/>
                </a:cubicBezTo>
                <a:cubicBezTo>
                  <a:pt x="206879" y="12980"/>
                  <a:pt x="211208" y="15028"/>
                  <a:pt x="215438" y="17289"/>
                </a:cubicBezTo>
                <a:cubicBezTo>
                  <a:pt x="219665" y="19549"/>
                  <a:pt x="223774" y="22011"/>
                  <a:pt x="227762" y="24675"/>
                </a:cubicBezTo>
                <a:cubicBezTo>
                  <a:pt x="231750" y="27340"/>
                  <a:pt x="235596" y="30193"/>
                  <a:pt x="239302" y="33235"/>
                </a:cubicBezTo>
                <a:cubicBezTo>
                  <a:pt x="243010" y="36277"/>
                  <a:pt x="246559" y="39494"/>
                  <a:pt x="249949" y="42884"/>
                </a:cubicBezTo>
                <a:cubicBezTo>
                  <a:pt x="253341" y="46275"/>
                  <a:pt x="256558" y="49824"/>
                  <a:pt x="259599" y="53531"/>
                </a:cubicBezTo>
                <a:cubicBezTo>
                  <a:pt x="262640" y="57238"/>
                  <a:pt x="265493" y="61085"/>
                  <a:pt x="268157" y="65072"/>
                </a:cubicBezTo>
                <a:cubicBezTo>
                  <a:pt x="270820" y="69059"/>
                  <a:pt x="273283" y="73167"/>
                  <a:pt x="275544" y="77396"/>
                </a:cubicBezTo>
                <a:cubicBezTo>
                  <a:pt x="277804" y="81625"/>
                  <a:pt x="279853" y="85955"/>
                  <a:pt x="281687" y="90385"/>
                </a:cubicBezTo>
                <a:cubicBezTo>
                  <a:pt x="283523" y="94815"/>
                  <a:pt x="285137" y="99325"/>
                  <a:pt x="286529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4" y="122555"/>
                  <a:pt x="291655" y="127293"/>
                  <a:pt x="292127" y="132065"/>
                </a:cubicBezTo>
                <a:cubicBezTo>
                  <a:pt x="292597" y="136837"/>
                  <a:pt x="292833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41BD33-94BE-47A1-9A6F-2300C901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1262" y="744868"/>
            <a:ext cx="292833" cy="292833"/>
          </a:xfrm>
          <a:custGeom xmlns:a="http://schemas.openxmlformats.org/drawingml/2006/main">
            <a:pathLst>
              <a:path w="292833" h="292833" fill="none">
                <a:moveTo>
                  <a:pt x="292833" y="146416"/>
                </a:moveTo>
                <a:cubicBezTo>
                  <a:pt x="292833" y="151212"/>
                  <a:pt x="292597" y="155995"/>
                  <a:pt x="292127" y="160768"/>
                </a:cubicBezTo>
                <a:cubicBezTo>
                  <a:pt x="291655" y="165540"/>
                  <a:pt x="290954" y="170277"/>
                  <a:pt x="290019" y="174981"/>
                </a:cubicBezTo>
                <a:cubicBezTo>
                  <a:pt x="289084" y="179684"/>
                  <a:pt x="287920" y="184330"/>
                  <a:pt x="286529" y="188919"/>
                </a:cubicBezTo>
                <a:cubicBezTo>
                  <a:pt x="285137" y="193507"/>
                  <a:pt x="283523" y="198017"/>
                  <a:pt x="281687" y="202447"/>
                </a:cubicBezTo>
                <a:cubicBezTo>
                  <a:pt x="279853" y="206878"/>
                  <a:pt x="277804" y="211207"/>
                  <a:pt x="275544" y="215437"/>
                </a:cubicBezTo>
                <a:cubicBezTo>
                  <a:pt x="273283" y="219666"/>
                  <a:pt x="270820" y="223774"/>
                  <a:pt x="268157" y="227761"/>
                </a:cubicBezTo>
                <a:cubicBezTo>
                  <a:pt x="265493" y="231748"/>
                  <a:pt x="262640" y="235595"/>
                  <a:pt x="259599" y="239302"/>
                </a:cubicBezTo>
                <a:cubicBezTo>
                  <a:pt x="256558" y="243009"/>
                  <a:pt x="253341" y="246557"/>
                  <a:pt x="249949" y="249948"/>
                </a:cubicBezTo>
                <a:cubicBezTo>
                  <a:pt x="246559" y="253339"/>
                  <a:pt x="243010" y="256556"/>
                  <a:pt x="239302" y="259598"/>
                </a:cubicBezTo>
                <a:cubicBezTo>
                  <a:pt x="235596" y="262640"/>
                  <a:pt x="231750" y="265493"/>
                  <a:pt x="227762" y="268157"/>
                </a:cubicBezTo>
                <a:cubicBezTo>
                  <a:pt x="223774" y="270821"/>
                  <a:pt x="219665" y="273283"/>
                  <a:pt x="215438" y="275544"/>
                </a:cubicBezTo>
                <a:cubicBezTo>
                  <a:pt x="211208" y="277804"/>
                  <a:pt x="206879" y="279852"/>
                  <a:pt x="202448" y="281687"/>
                </a:cubicBezTo>
                <a:cubicBezTo>
                  <a:pt x="198017" y="283522"/>
                  <a:pt x="193507" y="285136"/>
                  <a:pt x="188918" y="286528"/>
                </a:cubicBezTo>
                <a:cubicBezTo>
                  <a:pt x="184331" y="287920"/>
                  <a:pt x="179683" y="289084"/>
                  <a:pt x="174981" y="290019"/>
                </a:cubicBezTo>
                <a:cubicBezTo>
                  <a:pt x="170278" y="290955"/>
                  <a:pt x="165539" y="291657"/>
                  <a:pt x="160768" y="292127"/>
                </a:cubicBezTo>
                <a:cubicBezTo>
                  <a:pt x="155997" y="292597"/>
                  <a:pt x="151212" y="292833"/>
                  <a:pt x="146416" y="292833"/>
                </a:cubicBezTo>
                <a:cubicBezTo>
                  <a:pt x="141623" y="292833"/>
                  <a:pt x="136838" y="292597"/>
                  <a:pt x="132065" y="292127"/>
                </a:cubicBezTo>
                <a:cubicBezTo>
                  <a:pt x="127294" y="291658"/>
                  <a:pt x="122556" y="290955"/>
                  <a:pt x="117850" y="290019"/>
                </a:cubicBezTo>
                <a:cubicBezTo>
                  <a:pt x="113147" y="289084"/>
                  <a:pt x="108503" y="287920"/>
                  <a:pt x="103915" y="286528"/>
                </a:cubicBezTo>
                <a:cubicBezTo>
                  <a:pt x="99325" y="285136"/>
                  <a:pt x="94815" y="283522"/>
                  <a:pt x="90384" y="281687"/>
                </a:cubicBezTo>
                <a:cubicBezTo>
                  <a:pt x="85954" y="279852"/>
                  <a:pt x="81624" y="277804"/>
                  <a:pt x="77395" y="275544"/>
                </a:cubicBezTo>
                <a:cubicBezTo>
                  <a:pt x="73167" y="273283"/>
                  <a:pt x="69059" y="270821"/>
                  <a:pt x="65072" y="268157"/>
                </a:cubicBezTo>
                <a:cubicBezTo>
                  <a:pt x="61084" y="265493"/>
                  <a:pt x="57237" y="262640"/>
                  <a:pt x="53531" y="259598"/>
                </a:cubicBezTo>
                <a:cubicBezTo>
                  <a:pt x="49823" y="256556"/>
                  <a:pt x="46275" y="253339"/>
                  <a:pt x="42884" y="249948"/>
                </a:cubicBezTo>
                <a:cubicBezTo>
                  <a:pt x="39494" y="246557"/>
                  <a:pt x="36276" y="243009"/>
                  <a:pt x="33236" y="239302"/>
                </a:cubicBezTo>
                <a:cubicBezTo>
                  <a:pt x="30193" y="235595"/>
                  <a:pt x="27339" y="231748"/>
                  <a:pt x="24674" y="227761"/>
                </a:cubicBezTo>
                <a:cubicBezTo>
                  <a:pt x="22009" y="223774"/>
                  <a:pt x="19548" y="219666"/>
                  <a:pt x="17289" y="215436"/>
                </a:cubicBezTo>
                <a:cubicBezTo>
                  <a:pt x="15028" y="211207"/>
                  <a:pt x="12978" y="206878"/>
                  <a:pt x="11143" y="202447"/>
                </a:cubicBezTo>
                <a:cubicBezTo>
                  <a:pt x="9309" y="198017"/>
                  <a:pt x="7696" y="193507"/>
                  <a:pt x="6302" y="188919"/>
                </a:cubicBezTo>
                <a:cubicBezTo>
                  <a:pt x="4911" y="184330"/>
                  <a:pt x="3748" y="179684"/>
                  <a:pt x="2811" y="174981"/>
                </a:cubicBezTo>
                <a:cubicBezTo>
                  <a:pt x="1876" y="170277"/>
                  <a:pt x="1174" y="165540"/>
                  <a:pt x="705" y="160768"/>
                </a:cubicBezTo>
                <a:cubicBezTo>
                  <a:pt x="237" y="155995"/>
                  <a:pt x="2" y="151212"/>
                  <a:pt x="0" y="146416"/>
                </a:cubicBezTo>
                <a:cubicBezTo>
                  <a:pt x="2" y="141621"/>
                  <a:pt x="237" y="136837"/>
                  <a:pt x="705" y="132065"/>
                </a:cubicBezTo>
                <a:cubicBezTo>
                  <a:pt x="1174" y="127293"/>
                  <a:pt x="1876" y="122555"/>
                  <a:pt x="2811" y="117852"/>
                </a:cubicBezTo>
                <a:cubicBezTo>
                  <a:pt x="3748" y="113149"/>
                  <a:pt x="4912" y="108503"/>
                  <a:pt x="6303" y="103914"/>
                </a:cubicBezTo>
                <a:cubicBezTo>
                  <a:pt x="7696" y="99325"/>
                  <a:pt x="9309" y="94815"/>
                  <a:pt x="11143" y="90385"/>
                </a:cubicBezTo>
                <a:cubicBezTo>
                  <a:pt x="12978" y="85955"/>
                  <a:pt x="15028" y="81625"/>
                  <a:pt x="17289" y="77396"/>
                </a:cubicBezTo>
                <a:cubicBezTo>
                  <a:pt x="19548" y="73167"/>
                  <a:pt x="22009" y="69059"/>
                  <a:pt x="24674" y="65072"/>
                </a:cubicBezTo>
                <a:cubicBezTo>
                  <a:pt x="27339" y="61085"/>
                  <a:pt x="30193" y="57238"/>
                  <a:pt x="33236" y="53531"/>
                </a:cubicBezTo>
                <a:cubicBezTo>
                  <a:pt x="36276" y="49824"/>
                  <a:pt x="39494" y="46275"/>
                  <a:pt x="42884" y="42884"/>
                </a:cubicBezTo>
                <a:cubicBezTo>
                  <a:pt x="46275" y="39494"/>
                  <a:pt x="49823" y="36277"/>
                  <a:pt x="53531" y="33235"/>
                </a:cubicBezTo>
                <a:cubicBezTo>
                  <a:pt x="57237" y="30193"/>
                  <a:pt x="61084" y="27340"/>
                  <a:pt x="65072" y="24675"/>
                </a:cubicBezTo>
                <a:cubicBezTo>
                  <a:pt x="69059" y="22011"/>
                  <a:pt x="73167" y="19549"/>
                  <a:pt x="77395" y="17289"/>
                </a:cubicBezTo>
                <a:cubicBezTo>
                  <a:pt x="81624" y="15028"/>
                  <a:pt x="85954" y="12980"/>
                  <a:pt x="90384" y="11145"/>
                </a:cubicBezTo>
                <a:cubicBezTo>
                  <a:pt x="94815" y="9310"/>
                  <a:pt x="99325" y="7697"/>
                  <a:pt x="103915" y="6305"/>
                </a:cubicBezTo>
                <a:cubicBezTo>
                  <a:pt x="108503" y="4913"/>
                  <a:pt x="113147" y="3749"/>
                  <a:pt x="117850" y="2813"/>
                </a:cubicBezTo>
                <a:cubicBezTo>
                  <a:pt x="122556" y="1878"/>
                  <a:pt x="127294" y="1175"/>
                  <a:pt x="132065" y="705"/>
                </a:cubicBezTo>
                <a:cubicBezTo>
                  <a:pt x="136838" y="235"/>
                  <a:pt x="141623" y="0"/>
                  <a:pt x="146416" y="0"/>
                </a:cubicBezTo>
                <a:cubicBezTo>
                  <a:pt x="151212" y="0"/>
                  <a:pt x="155997" y="235"/>
                  <a:pt x="160768" y="705"/>
                </a:cubicBezTo>
                <a:cubicBezTo>
                  <a:pt x="165539" y="1175"/>
                  <a:pt x="170278" y="1878"/>
                  <a:pt x="174981" y="2813"/>
                </a:cubicBezTo>
                <a:cubicBezTo>
                  <a:pt x="179683" y="3749"/>
                  <a:pt x="184331" y="4913"/>
                  <a:pt x="188920" y="6305"/>
                </a:cubicBezTo>
                <a:cubicBezTo>
                  <a:pt x="193508" y="7697"/>
                  <a:pt x="198017" y="9310"/>
                  <a:pt x="202448" y="11145"/>
                </a:cubicBezTo>
                <a:cubicBezTo>
                  <a:pt x="206879" y="12980"/>
                  <a:pt x="211208" y="15028"/>
                  <a:pt x="215438" y="17289"/>
                </a:cubicBezTo>
                <a:cubicBezTo>
                  <a:pt x="219665" y="19549"/>
                  <a:pt x="223774" y="22011"/>
                  <a:pt x="227762" y="24675"/>
                </a:cubicBezTo>
                <a:cubicBezTo>
                  <a:pt x="231750" y="27340"/>
                  <a:pt x="235596" y="30193"/>
                  <a:pt x="239302" y="33235"/>
                </a:cubicBezTo>
                <a:cubicBezTo>
                  <a:pt x="243010" y="36277"/>
                  <a:pt x="246559" y="39494"/>
                  <a:pt x="249949" y="42884"/>
                </a:cubicBezTo>
                <a:cubicBezTo>
                  <a:pt x="253341" y="46275"/>
                  <a:pt x="256558" y="49824"/>
                  <a:pt x="259599" y="53531"/>
                </a:cubicBezTo>
                <a:cubicBezTo>
                  <a:pt x="262640" y="57238"/>
                  <a:pt x="265493" y="61085"/>
                  <a:pt x="268157" y="65072"/>
                </a:cubicBezTo>
                <a:cubicBezTo>
                  <a:pt x="270820" y="69059"/>
                  <a:pt x="273283" y="73167"/>
                  <a:pt x="275544" y="77396"/>
                </a:cubicBezTo>
                <a:cubicBezTo>
                  <a:pt x="277804" y="81625"/>
                  <a:pt x="279853" y="85955"/>
                  <a:pt x="281687" y="90385"/>
                </a:cubicBezTo>
                <a:cubicBezTo>
                  <a:pt x="283523" y="94815"/>
                  <a:pt x="285137" y="99325"/>
                  <a:pt x="286529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4" y="122555"/>
                  <a:pt x="291655" y="127293"/>
                  <a:pt x="292127" y="132065"/>
                </a:cubicBezTo>
                <a:cubicBezTo>
                  <a:pt x="292597" y="136837"/>
                  <a:pt x="292833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404" name="Text s">
            <a:extLst xmlns:a="http://schemas.openxmlformats.org/drawingml/2006/main">
              <a:ext uri="{FF2B5EF4-FFF2-40B4-BE49-F238E27FC236}">
                <a16:creationId xmlns:a16="http://schemas.microsoft.com/office/drawing/2014/main" id="{5987B4A8-EFD4-4CC7-AAAF-0884E6D3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8313" y="849475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Text 7">
            <a:extLst xmlns:a="http://schemas.openxmlformats.org/drawingml/2006/main">
              <a:ext uri="{FF2B5EF4-FFF2-40B4-BE49-F238E27FC236}">
                <a16:creationId xmlns:a16="http://schemas.microsoft.com/office/drawing/2014/main" id="{21A97DF8-9422-4542-BA39-537821B9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7890" y="875581"/>
            <a:ext cx="65337" cy="105515"/>
          </a:xfrm>
          <a:custGeom xmlns:a="http://schemas.openxmlformats.org/drawingml/2006/main">
            <a:pathLst>
              <a:path w="65337" h="105515">
                <a:moveTo>
                  <a:pt x="9911" y="0"/>
                </a:moveTo>
                <a:lnTo>
                  <a:pt x="65337" y="0"/>
                </a:lnTo>
                <a:lnTo>
                  <a:pt x="65337" y="2897"/>
                </a:lnTo>
                <a:lnTo>
                  <a:pt x="30877" y="105515"/>
                </a:lnTo>
                <a:lnTo>
                  <a:pt x="22338" y="105515"/>
                </a:lnTo>
                <a:lnTo>
                  <a:pt x="53215" y="12427"/>
                </a:lnTo>
                <a:lnTo>
                  <a:pt x="24778" y="12427"/>
                </a:lnTo>
                <a:cubicBezTo>
                  <a:pt x="19034" y="12427"/>
                  <a:pt x="14943" y="13113"/>
                  <a:pt x="12503" y="14485"/>
                </a:cubicBezTo>
                <a:cubicBezTo>
                  <a:pt x="8234" y="16824"/>
                  <a:pt x="4803" y="20432"/>
                  <a:pt x="2211" y="25311"/>
                </a:cubicBezTo>
                <a:lnTo>
                  <a:pt x="0" y="24473"/>
                </a:lnTo>
                <a:lnTo>
                  <a:pt x="991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Text x">
            <a:extLst xmlns:a="http://schemas.openxmlformats.org/drawingml/2006/main">
              <a:ext uri="{FF2B5EF4-FFF2-40B4-BE49-F238E27FC236}">
                <a16:creationId xmlns:a16="http://schemas.microsoft.com/office/drawing/2014/main" id="{1F5D1CE3-9AB0-4AC0-AD07-5C0BFE59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3035" y="939086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Text 4">
            <a:extLst xmlns:a="http://schemas.openxmlformats.org/drawingml/2006/main">
              <a:ext uri="{FF2B5EF4-FFF2-40B4-BE49-F238E27FC236}">
                <a16:creationId xmlns:a16="http://schemas.microsoft.com/office/drawing/2014/main" id="{F6BD0159-91AF-42B6-BC8F-0A288B8B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1314" y="939933"/>
            <a:ext cx="79013" cy="118734"/>
          </a:xfrm>
          <a:custGeom xmlns:a="http://schemas.openxmlformats.org/drawingml/2006/main">
            <a:pathLst>
              <a:path w="79013" h="118734">
                <a:moveTo>
                  <a:pt x="79013" y="75839"/>
                </a:moveTo>
                <a:lnTo>
                  <a:pt x="79013" y="88021"/>
                </a:lnTo>
                <a:lnTo>
                  <a:pt x="63399" y="88021"/>
                </a:lnTo>
                <a:lnTo>
                  <a:pt x="63399" y="118734"/>
                </a:lnTo>
                <a:lnTo>
                  <a:pt x="49244" y="118734"/>
                </a:lnTo>
                <a:lnTo>
                  <a:pt x="49244" y="88021"/>
                </a:lnTo>
                <a:lnTo>
                  <a:pt x="0" y="88021"/>
                </a:lnTo>
                <a:lnTo>
                  <a:pt x="0" y="77040"/>
                </a:lnTo>
                <a:lnTo>
                  <a:pt x="53962" y="0"/>
                </a:lnTo>
                <a:lnTo>
                  <a:pt x="63399" y="0"/>
                </a:lnTo>
                <a:lnTo>
                  <a:pt x="63399" y="75839"/>
                </a:lnTo>
                <a:lnTo>
                  <a:pt x="79013" y="75839"/>
                </a:lnTo>
                <a:moveTo>
                  <a:pt x="49244" y="75839"/>
                </a:moveTo>
                <a:lnTo>
                  <a:pt x="49244" y="18102"/>
                </a:lnTo>
                <a:lnTo>
                  <a:pt x="8407" y="75839"/>
                </a:lnTo>
                <a:lnTo>
                  <a:pt x="49244" y="758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Text /y">
            <a:extLst xmlns:a="http://schemas.openxmlformats.org/drawingml/2006/main">
              <a:ext uri="{FF2B5EF4-FFF2-40B4-BE49-F238E27FC236}">
                <a16:creationId xmlns:a16="http://schemas.microsoft.com/office/drawing/2014/main" id="{1F6D48E0-A58D-41D8-A43A-61AB8B3F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676" y="895676"/>
            <a:ext cx="135408" cy="159914"/>
          </a:xfrm>
          <a:custGeom xmlns:a="http://schemas.openxmlformats.org/drawingml/2006/main">
            <a:pathLst>
              <a:path w="135408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7" y="43410"/>
                </a:moveTo>
                <a:lnTo>
                  <a:pt x="86249" y="43410"/>
                </a:lnTo>
                <a:lnTo>
                  <a:pt x="86249" y="46584"/>
                </a:lnTo>
                <a:lnTo>
                  <a:pt x="84448" y="46584"/>
                </a:lnTo>
                <a:cubicBezTo>
                  <a:pt x="81874" y="46584"/>
                  <a:pt x="79944" y="47142"/>
                  <a:pt x="78657" y="48257"/>
                </a:cubicBezTo>
                <a:cubicBezTo>
                  <a:pt x="77370" y="49373"/>
                  <a:pt x="76727" y="50760"/>
                  <a:pt x="76727" y="52418"/>
                </a:cubicBezTo>
                <a:cubicBezTo>
                  <a:pt x="76727" y="54649"/>
                  <a:pt x="77670" y="57737"/>
                  <a:pt x="79558" y="61684"/>
                </a:cubicBezTo>
                <a:lnTo>
                  <a:pt x="98689" y="101319"/>
                </a:lnTo>
                <a:lnTo>
                  <a:pt x="116276" y="57909"/>
                </a:lnTo>
                <a:cubicBezTo>
                  <a:pt x="117249" y="55564"/>
                  <a:pt x="117735" y="53247"/>
                  <a:pt x="117735" y="50960"/>
                </a:cubicBezTo>
                <a:cubicBezTo>
                  <a:pt x="117735" y="49930"/>
                  <a:pt x="117535" y="49158"/>
                  <a:pt x="117134" y="48643"/>
                </a:cubicBezTo>
                <a:cubicBezTo>
                  <a:pt x="116677" y="48014"/>
                  <a:pt x="115962" y="47514"/>
                  <a:pt x="114989" y="47142"/>
                </a:cubicBezTo>
                <a:cubicBezTo>
                  <a:pt x="114017" y="46770"/>
                  <a:pt x="112301" y="46584"/>
                  <a:pt x="109842" y="46584"/>
                </a:cubicBezTo>
                <a:lnTo>
                  <a:pt x="109842" y="43410"/>
                </a:lnTo>
                <a:lnTo>
                  <a:pt x="135408" y="43410"/>
                </a:lnTo>
                <a:lnTo>
                  <a:pt x="135408" y="46584"/>
                </a:lnTo>
                <a:cubicBezTo>
                  <a:pt x="133291" y="46813"/>
                  <a:pt x="131661" y="47271"/>
                  <a:pt x="130518" y="47957"/>
                </a:cubicBezTo>
                <a:cubicBezTo>
                  <a:pt x="129374" y="48643"/>
                  <a:pt x="128115" y="49930"/>
                  <a:pt x="126743" y="51818"/>
                </a:cubicBezTo>
                <a:cubicBezTo>
                  <a:pt x="126228" y="52618"/>
                  <a:pt x="125256" y="54820"/>
                  <a:pt x="123826" y="58424"/>
                </a:cubicBezTo>
                <a:lnTo>
                  <a:pt x="91826" y="136836"/>
                </a:lnTo>
                <a:cubicBezTo>
                  <a:pt x="88737" y="144443"/>
                  <a:pt x="84691" y="150191"/>
                  <a:pt x="79686" y="154080"/>
                </a:cubicBezTo>
                <a:cubicBezTo>
                  <a:pt x="74682" y="157969"/>
                  <a:pt x="69863" y="159914"/>
                  <a:pt x="65231" y="159914"/>
                </a:cubicBezTo>
                <a:cubicBezTo>
                  <a:pt x="61856" y="159914"/>
                  <a:pt x="59082" y="158953"/>
                  <a:pt x="56909" y="157032"/>
                </a:cubicBezTo>
                <a:cubicBezTo>
                  <a:pt x="54736" y="155111"/>
                  <a:pt x="53649" y="152907"/>
                  <a:pt x="53649" y="150421"/>
                </a:cubicBezTo>
                <a:cubicBezTo>
                  <a:pt x="53649" y="148047"/>
                  <a:pt x="54435" y="146133"/>
                  <a:pt x="56008" y="144678"/>
                </a:cubicBezTo>
                <a:cubicBezTo>
                  <a:pt x="57581" y="143225"/>
                  <a:pt x="59740" y="142499"/>
                  <a:pt x="62485" y="142499"/>
                </a:cubicBezTo>
                <a:cubicBezTo>
                  <a:pt x="64373" y="142499"/>
                  <a:pt x="66947" y="143128"/>
                  <a:pt x="70207" y="144386"/>
                </a:cubicBezTo>
                <a:cubicBezTo>
                  <a:pt x="72494" y="145244"/>
                  <a:pt x="73924" y="145673"/>
                  <a:pt x="74496" y="145673"/>
                </a:cubicBezTo>
                <a:cubicBezTo>
                  <a:pt x="76212" y="145673"/>
                  <a:pt x="78085" y="144780"/>
                  <a:pt x="80115" y="142995"/>
                </a:cubicBezTo>
                <a:cubicBezTo>
                  <a:pt x="82146" y="141211"/>
                  <a:pt x="84190" y="137758"/>
                  <a:pt x="86249" y="132635"/>
                </a:cubicBezTo>
                <a:lnTo>
                  <a:pt x="91826" y="118906"/>
                </a:lnTo>
                <a:lnTo>
                  <a:pt x="63601" y="59625"/>
                </a:lnTo>
                <a:cubicBezTo>
                  <a:pt x="62743" y="57852"/>
                  <a:pt x="61370" y="55650"/>
                  <a:pt x="59483" y="53019"/>
                </a:cubicBezTo>
                <a:cubicBezTo>
                  <a:pt x="58053" y="51017"/>
                  <a:pt x="56880" y="49673"/>
                  <a:pt x="55965" y="48987"/>
                </a:cubicBezTo>
                <a:cubicBezTo>
                  <a:pt x="54650" y="48071"/>
                  <a:pt x="52534" y="47271"/>
                  <a:pt x="49617" y="46584"/>
                </a:cubicBezTo>
                <a:lnTo>
                  <a:pt x="49617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Text 5">
            <a:extLst xmlns:a="http://schemas.openxmlformats.org/drawingml/2006/main">
              <a:ext uri="{FF2B5EF4-FFF2-40B4-BE49-F238E27FC236}">
                <a16:creationId xmlns:a16="http://schemas.microsoft.com/office/drawing/2014/main" id="{080541AB-18BB-4729-8F04-CCAE4C72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1542" y="942335"/>
            <a:ext cx="67861" cy="118391"/>
          </a:xfrm>
          <a:custGeom xmlns:a="http://schemas.openxmlformats.org/drawingml/2006/main">
            <a:pathLst>
              <a:path w="67861" h="118391">
                <a:moveTo>
                  <a:pt x="67861" y="0"/>
                </a:moveTo>
                <a:lnTo>
                  <a:pt x="61169" y="14756"/>
                </a:lnTo>
                <a:lnTo>
                  <a:pt x="26166" y="14756"/>
                </a:lnTo>
                <a:lnTo>
                  <a:pt x="18531" y="30198"/>
                </a:lnTo>
                <a:cubicBezTo>
                  <a:pt x="33687" y="32429"/>
                  <a:pt x="45698" y="38063"/>
                  <a:pt x="54563" y="47099"/>
                </a:cubicBezTo>
                <a:cubicBezTo>
                  <a:pt x="62170" y="54878"/>
                  <a:pt x="65973" y="64029"/>
                  <a:pt x="65973" y="74552"/>
                </a:cubicBezTo>
                <a:cubicBezTo>
                  <a:pt x="65973" y="80672"/>
                  <a:pt x="64729" y="86334"/>
                  <a:pt x="62241" y="91539"/>
                </a:cubicBezTo>
                <a:cubicBezTo>
                  <a:pt x="59753" y="96743"/>
                  <a:pt x="56622" y="101176"/>
                  <a:pt x="52847" y="104836"/>
                </a:cubicBezTo>
                <a:cubicBezTo>
                  <a:pt x="49072" y="108497"/>
                  <a:pt x="44869" y="111442"/>
                  <a:pt x="40236" y="113673"/>
                </a:cubicBezTo>
                <a:cubicBezTo>
                  <a:pt x="33659" y="116818"/>
                  <a:pt x="26910" y="118391"/>
                  <a:pt x="19989" y="118391"/>
                </a:cubicBezTo>
                <a:cubicBezTo>
                  <a:pt x="13012" y="118391"/>
                  <a:pt x="7936" y="117205"/>
                  <a:pt x="4761" y="114831"/>
                </a:cubicBezTo>
                <a:cubicBezTo>
                  <a:pt x="1587" y="112457"/>
                  <a:pt x="0" y="109841"/>
                  <a:pt x="0" y="106981"/>
                </a:cubicBezTo>
                <a:cubicBezTo>
                  <a:pt x="0" y="105380"/>
                  <a:pt x="658" y="103964"/>
                  <a:pt x="1973" y="102734"/>
                </a:cubicBezTo>
                <a:cubicBezTo>
                  <a:pt x="3289" y="101505"/>
                  <a:pt x="4947" y="100890"/>
                  <a:pt x="6949" y="100890"/>
                </a:cubicBezTo>
                <a:cubicBezTo>
                  <a:pt x="8436" y="100890"/>
                  <a:pt x="9737" y="101119"/>
                  <a:pt x="10853" y="101576"/>
                </a:cubicBezTo>
                <a:cubicBezTo>
                  <a:pt x="11968" y="102034"/>
                  <a:pt x="13870" y="103206"/>
                  <a:pt x="16558" y="105094"/>
                </a:cubicBezTo>
                <a:cubicBezTo>
                  <a:pt x="20847" y="108068"/>
                  <a:pt x="25194" y="109555"/>
                  <a:pt x="29598" y="109555"/>
                </a:cubicBezTo>
                <a:cubicBezTo>
                  <a:pt x="36290" y="109555"/>
                  <a:pt x="42166" y="107024"/>
                  <a:pt x="47228" y="101962"/>
                </a:cubicBezTo>
                <a:cubicBezTo>
                  <a:pt x="52289" y="96901"/>
                  <a:pt x="54820" y="90738"/>
                  <a:pt x="54820" y="83474"/>
                </a:cubicBezTo>
                <a:cubicBezTo>
                  <a:pt x="54820" y="76440"/>
                  <a:pt x="52561" y="69877"/>
                  <a:pt x="48043" y="63785"/>
                </a:cubicBezTo>
                <a:cubicBezTo>
                  <a:pt x="43525" y="57694"/>
                  <a:pt x="37290" y="52990"/>
                  <a:pt x="29340" y="49673"/>
                </a:cubicBezTo>
                <a:cubicBezTo>
                  <a:pt x="23106" y="47099"/>
                  <a:pt x="14613" y="45612"/>
                  <a:pt x="3861" y="45212"/>
                </a:cubicBezTo>
                <a:lnTo>
                  <a:pt x="26166" y="0"/>
                </a:lnTo>
                <a:lnTo>
                  <a:pt x="6786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Text x">
            <a:extLst xmlns:a="http://schemas.openxmlformats.org/drawingml/2006/main">
              <a:ext uri="{FF2B5EF4-FFF2-40B4-BE49-F238E27FC236}">
                <a16:creationId xmlns:a16="http://schemas.microsoft.com/office/drawing/2014/main" id="{7E2CFF12-AEC8-41B8-816A-B9C60D7E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9834" y="1003509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Text 2">
            <a:extLst xmlns:a="http://schemas.openxmlformats.org/drawingml/2006/main">
              <a:ext uri="{FF2B5EF4-FFF2-40B4-BE49-F238E27FC236}">
                <a16:creationId xmlns:a16="http://schemas.microsoft.com/office/drawing/2014/main" id="{AAB94D8D-4AA1-4356-92E1-61365C17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9142" y="1004356"/>
            <a:ext cx="76783" cy="118734"/>
          </a:xfrm>
          <a:custGeom xmlns:a="http://schemas.openxmlformats.org/drawingml/2006/main">
            <a:pathLst>
              <a:path w="76783" h="118734">
                <a:moveTo>
                  <a:pt x="76783" y="96257"/>
                </a:moveTo>
                <a:lnTo>
                  <a:pt x="68633" y="118734"/>
                </a:lnTo>
                <a:lnTo>
                  <a:pt x="0" y="118734"/>
                </a:lnTo>
                <a:lnTo>
                  <a:pt x="0" y="115555"/>
                </a:lnTo>
                <a:cubicBezTo>
                  <a:pt x="20189" y="97108"/>
                  <a:pt x="34402" y="82042"/>
                  <a:pt x="42638" y="70357"/>
                </a:cubicBezTo>
                <a:cubicBezTo>
                  <a:pt x="50874" y="58669"/>
                  <a:pt x="54992" y="47985"/>
                  <a:pt x="54992" y="38303"/>
                </a:cubicBezTo>
                <a:cubicBezTo>
                  <a:pt x="54992" y="30914"/>
                  <a:pt x="52733" y="24843"/>
                  <a:pt x="48214" y="20088"/>
                </a:cubicBezTo>
                <a:cubicBezTo>
                  <a:pt x="43696" y="15332"/>
                  <a:pt x="38291" y="12954"/>
                  <a:pt x="32000" y="12954"/>
                </a:cubicBezTo>
                <a:cubicBezTo>
                  <a:pt x="26281" y="12954"/>
                  <a:pt x="21147" y="14634"/>
                  <a:pt x="16601" y="17995"/>
                </a:cubicBezTo>
                <a:cubicBezTo>
                  <a:pt x="12054" y="21355"/>
                  <a:pt x="8693" y="26281"/>
                  <a:pt x="6520" y="32772"/>
                </a:cubicBezTo>
                <a:lnTo>
                  <a:pt x="3346" y="32772"/>
                </a:lnTo>
                <a:cubicBezTo>
                  <a:pt x="4776" y="22218"/>
                  <a:pt x="8450" y="14118"/>
                  <a:pt x="14370" y="8472"/>
                </a:cubicBezTo>
                <a:cubicBezTo>
                  <a:pt x="20290" y="2824"/>
                  <a:pt x="27682" y="0"/>
                  <a:pt x="36547" y="0"/>
                </a:cubicBezTo>
                <a:cubicBezTo>
                  <a:pt x="45984" y="0"/>
                  <a:pt x="53862" y="3031"/>
                  <a:pt x="60182" y="9094"/>
                </a:cubicBezTo>
                <a:cubicBezTo>
                  <a:pt x="66502" y="15156"/>
                  <a:pt x="69662" y="22306"/>
                  <a:pt x="69662" y="30542"/>
                </a:cubicBezTo>
                <a:cubicBezTo>
                  <a:pt x="69662" y="36433"/>
                  <a:pt x="68289" y="42323"/>
                  <a:pt x="65544" y="48214"/>
                </a:cubicBezTo>
                <a:cubicBezTo>
                  <a:pt x="61312" y="57480"/>
                  <a:pt x="54449" y="67289"/>
                  <a:pt x="44954" y="77641"/>
                </a:cubicBezTo>
                <a:cubicBezTo>
                  <a:pt x="30713" y="93197"/>
                  <a:pt x="21819" y="102577"/>
                  <a:pt x="18273" y="105780"/>
                </a:cubicBezTo>
                <a:lnTo>
                  <a:pt x="48643" y="105780"/>
                </a:lnTo>
                <a:cubicBezTo>
                  <a:pt x="54820" y="105780"/>
                  <a:pt x="59153" y="105550"/>
                  <a:pt x="61641" y="105088"/>
                </a:cubicBezTo>
                <a:cubicBezTo>
                  <a:pt x="64129" y="104625"/>
                  <a:pt x="66373" y="103687"/>
                  <a:pt x="68375" y="102273"/>
                </a:cubicBezTo>
                <a:cubicBezTo>
                  <a:pt x="70377" y="100860"/>
                  <a:pt x="72121" y="98854"/>
                  <a:pt x="73609" y="96257"/>
                </a:cubicBezTo>
                <a:lnTo>
                  <a:pt x="76783" y="962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Text /y">
            <a:extLst xmlns:a="http://schemas.openxmlformats.org/drawingml/2006/main">
              <a:ext uri="{FF2B5EF4-FFF2-40B4-BE49-F238E27FC236}">
                <a16:creationId xmlns:a16="http://schemas.microsoft.com/office/drawing/2014/main" id="{1D27D265-7A76-4047-AF04-6C56BE46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3475" y="960099"/>
            <a:ext cx="135408" cy="159914"/>
          </a:xfrm>
          <a:custGeom xmlns:a="http://schemas.openxmlformats.org/drawingml/2006/main">
            <a:pathLst>
              <a:path w="135408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7" y="43410"/>
                </a:moveTo>
                <a:lnTo>
                  <a:pt x="86250" y="43410"/>
                </a:lnTo>
                <a:lnTo>
                  <a:pt x="86250" y="46584"/>
                </a:lnTo>
                <a:lnTo>
                  <a:pt x="84448" y="46584"/>
                </a:lnTo>
                <a:cubicBezTo>
                  <a:pt x="81875" y="46584"/>
                  <a:pt x="79944" y="47142"/>
                  <a:pt x="78658" y="48257"/>
                </a:cubicBezTo>
                <a:cubicBezTo>
                  <a:pt x="77371" y="49373"/>
                  <a:pt x="76727" y="50760"/>
                  <a:pt x="76727" y="52418"/>
                </a:cubicBezTo>
                <a:cubicBezTo>
                  <a:pt x="76727" y="54649"/>
                  <a:pt x="77671" y="57737"/>
                  <a:pt x="79558" y="61684"/>
                </a:cubicBezTo>
                <a:lnTo>
                  <a:pt x="98690" y="101319"/>
                </a:lnTo>
                <a:lnTo>
                  <a:pt x="116277" y="57909"/>
                </a:lnTo>
                <a:cubicBezTo>
                  <a:pt x="117249" y="55564"/>
                  <a:pt x="117735" y="53247"/>
                  <a:pt x="117735" y="50960"/>
                </a:cubicBezTo>
                <a:cubicBezTo>
                  <a:pt x="117735" y="49930"/>
                  <a:pt x="117535" y="49158"/>
                  <a:pt x="117135" y="48643"/>
                </a:cubicBezTo>
                <a:cubicBezTo>
                  <a:pt x="116677" y="48014"/>
                  <a:pt x="115962" y="47514"/>
                  <a:pt x="114990" y="47142"/>
                </a:cubicBezTo>
                <a:cubicBezTo>
                  <a:pt x="114018" y="46770"/>
                  <a:pt x="112302" y="46584"/>
                  <a:pt x="109843" y="46584"/>
                </a:cubicBezTo>
                <a:lnTo>
                  <a:pt x="109843" y="43410"/>
                </a:lnTo>
                <a:lnTo>
                  <a:pt x="135408" y="43410"/>
                </a:lnTo>
                <a:lnTo>
                  <a:pt x="135408" y="46584"/>
                </a:lnTo>
                <a:cubicBezTo>
                  <a:pt x="133292" y="46813"/>
                  <a:pt x="131662" y="47271"/>
                  <a:pt x="130518" y="47957"/>
                </a:cubicBezTo>
                <a:cubicBezTo>
                  <a:pt x="129374" y="48643"/>
                  <a:pt x="128116" y="49930"/>
                  <a:pt x="126743" y="51818"/>
                </a:cubicBezTo>
                <a:cubicBezTo>
                  <a:pt x="126229" y="52618"/>
                  <a:pt x="125256" y="54820"/>
                  <a:pt x="123826" y="58424"/>
                </a:cubicBezTo>
                <a:lnTo>
                  <a:pt x="91826" y="136836"/>
                </a:lnTo>
                <a:cubicBezTo>
                  <a:pt x="88738" y="144443"/>
                  <a:pt x="84692" y="150191"/>
                  <a:pt x="79687" y="154080"/>
                </a:cubicBezTo>
                <a:cubicBezTo>
                  <a:pt x="74683" y="157969"/>
                  <a:pt x="69864" y="159914"/>
                  <a:pt x="65231" y="159914"/>
                </a:cubicBezTo>
                <a:cubicBezTo>
                  <a:pt x="61857" y="159914"/>
                  <a:pt x="59083" y="158953"/>
                  <a:pt x="56910" y="157032"/>
                </a:cubicBezTo>
                <a:cubicBezTo>
                  <a:pt x="54736" y="155111"/>
                  <a:pt x="53650" y="152907"/>
                  <a:pt x="53650" y="150421"/>
                </a:cubicBezTo>
                <a:cubicBezTo>
                  <a:pt x="53650" y="148047"/>
                  <a:pt x="54436" y="146133"/>
                  <a:pt x="56009" y="144678"/>
                </a:cubicBezTo>
                <a:cubicBezTo>
                  <a:pt x="57582" y="143225"/>
                  <a:pt x="59741" y="142499"/>
                  <a:pt x="62486" y="142499"/>
                </a:cubicBezTo>
                <a:cubicBezTo>
                  <a:pt x="64373" y="142499"/>
                  <a:pt x="66947" y="143128"/>
                  <a:pt x="70207" y="144386"/>
                </a:cubicBezTo>
                <a:cubicBezTo>
                  <a:pt x="72495" y="145244"/>
                  <a:pt x="73925" y="145673"/>
                  <a:pt x="74497" y="145673"/>
                </a:cubicBezTo>
                <a:cubicBezTo>
                  <a:pt x="76213" y="145673"/>
                  <a:pt x="78086" y="144780"/>
                  <a:pt x="80116" y="142995"/>
                </a:cubicBezTo>
                <a:cubicBezTo>
                  <a:pt x="82146" y="141211"/>
                  <a:pt x="84191" y="137758"/>
                  <a:pt x="86250" y="132635"/>
                </a:cubicBezTo>
                <a:lnTo>
                  <a:pt x="91826" y="118906"/>
                </a:lnTo>
                <a:lnTo>
                  <a:pt x="63601" y="59625"/>
                </a:lnTo>
                <a:cubicBezTo>
                  <a:pt x="62743" y="57852"/>
                  <a:pt x="61371" y="55650"/>
                  <a:pt x="59483" y="53019"/>
                </a:cubicBezTo>
                <a:cubicBezTo>
                  <a:pt x="58053" y="51017"/>
                  <a:pt x="56881" y="49673"/>
                  <a:pt x="55966" y="48987"/>
                </a:cubicBezTo>
                <a:cubicBezTo>
                  <a:pt x="54650" y="48071"/>
                  <a:pt x="52534" y="47271"/>
                  <a:pt x="49617" y="46584"/>
                </a:cubicBezTo>
                <a:lnTo>
                  <a:pt x="49617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Text 2">
            <a:extLst xmlns:a="http://schemas.openxmlformats.org/drawingml/2006/main">
              <a:ext uri="{FF2B5EF4-FFF2-40B4-BE49-F238E27FC236}">
                <a16:creationId xmlns:a16="http://schemas.microsoft.com/office/drawing/2014/main" id="{5A920E66-C13F-4113-8903-D7A3EB93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3708" y="1004356"/>
            <a:ext cx="76783" cy="118734"/>
          </a:xfrm>
          <a:custGeom xmlns:a="http://schemas.openxmlformats.org/drawingml/2006/main">
            <a:pathLst>
              <a:path w="76783" h="118734">
                <a:moveTo>
                  <a:pt x="76783" y="96257"/>
                </a:moveTo>
                <a:lnTo>
                  <a:pt x="68633" y="118734"/>
                </a:lnTo>
                <a:lnTo>
                  <a:pt x="0" y="118734"/>
                </a:lnTo>
                <a:lnTo>
                  <a:pt x="0" y="115555"/>
                </a:lnTo>
                <a:cubicBezTo>
                  <a:pt x="20189" y="97108"/>
                  <a:pt x="34402" y="82042"/>
                  <a:pt x="42638" y="70357"/>
                </a:cubicBezTo>
                <a:cubicBezTo>
                  <a:pt x="50874" y="58669"/>
                  <a:pt x="54992" y="47985"/>
                  <a:pt x="54992" y="38303"/>
                </a:cubicBezTo>
                <a:cubicBezTo>
                  <a:pt x="54992" y="30914"/>
                  <a:pt x="52733" y="24843"/>
                  <a:pt x="48214" y="20088"/>
                </a:cubicBezTo>
                <a:cubicBezTo>
                  <a:pt x="43696" y="15332"/>
                  <a:pt x="38291" y="12954"/>
                  <a:pt x="32000" y="12954"/>
                </a:cubicBezTo>
                <a:cubicBezTo>
                  <a:pt x="26281" y="12954"/>
                  <a:pt x="21147" y="14634"/>
                  <a:pt x="16601" y="17995"/>
                </a:cubicBezTo>
                <a:cubicBezTo>
                  <a:pt x="12054" y="21355"/>
                  <a:pt x="8693" y="26281"/>
                  <a:pt x="6520" y="32772"/>
                </a:cubicBezTo>
                <a:lnTo>
                  <a:pt x="3346" y="32772"/>
                </a:lnTo>
                <a:cubicBezTo>
                  <a:pt x="4776" y="22218"/>
                  <a:pt x="8450" y="14118"/>
                  <a:pt x="14370" y="8472"/>
                </a:cubicBezTo>
                <a:cubicBezTo>
                  <a:pt x="20290" y="2824"/>
                  <a:pt x="27682" y="0"/>
                  <a:pt x="36547" y="0"/>
                </a:cubicBezTo>
                <a:cubicBezTo>
                  <a:pt x="45984" y="0"/>
                  <a:pt x="53862" y="3031"/>
                  <a:pt x="60182" y="9094"/>
                </a:cubicBezTo>
                <a:cubicBezTo>
                  <a:pt x="66502" y="15156"/>
                  <a:pt x="69662" y="22306"/>
                  <a:pt x="69662" y="30542"/>
                </a:cubicBezTo>
                <a:cubicBezTo>
                  <a:pt x="69662" y="36433"/>
                  <a:pt x="68289" y="42323"/>
                  <a:pt x="65544" y="48214"/>
                </a:cubicBezTo>
                <a:cubicBezTo>
                  <a:pt x="61312" y="57480"/>
                  <a:pt x="54449" y="67289"/>
                  <a:pt x="44954" y="77641"/>
                </a:cubicBezTo>
                <a:cubicBezTo>
                  <a:pt x="30713" y="93197"/>
                  <a:pt x="21819" y="102577"/>
                  <a:pt x="18273" y="105780"/>
                </a:cubicBezTo>
                <a:lnTo>
                  <a:pt x="48643" y="105780"/>
                </a:lnTo>
                <a:cubicBezTo>
                  <a:pt x="54820" y="105780"/>
                  <a:pt x="59153" y="105550"/>
                  <a:pt x="61641" y="105088"/>
                </a:cubicBezTo>
                <a:cubicBezTo>
                  <a:pt x="64129" y="104625"/>
                  <a:pt x="66373" y="103687"/>
                  <a:pt x="68375" y="102273"/>
                </a:cubicBezTo>
                <a:cubicBezTo>
                  <a:pt x="70377" y="100860"/>
                  <a:pt x="72121" y="98854"/>
                  <a:pt x="73609" y="96257"/>
                </a:cubicBezTo>
                <a:lnTo>
                  <a:pt x="76783" y="962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564DE4-3991-484A-B478-153FAC8E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9017" y="2184803"/>
            <a:ext cx="216651" cy="145856"/>
          </a:xfrm>
          <a:custGeom xmlns:a="http://schemas.openxmlformats.org/drawingml/2006/main">
            <a:pathLst>
              <a:path w="216651" h="145856">
                <a:moveTo>
                  <a:pt x="54163" y="11728"/>
                </a:moveTo>
                <a:cubicBezTo>
                  <a:pt x="54163" y="10875"/>
                  <a:pt x="50111" y="10307"/>
                  <a:pt x="42008" y="10022"/>
                </a:cubicBezTo>
                <a:cubicBezTo>
                  <a:pt x="38596" y="10022"/>
                  <a:pt x="36393" y="9951"/>
                  <a:pt x="35398" y="9809"/>
                </a:cubicBezTo>
                <a:cubicBezTo>
                  <a:pt x="34403" y="9667"/>
                  <a:pt x="33905" y="8956"/>
                  <a:pt x="33905" y="7677"/>
                </a:cubicBezTo>
                <a:cubicBezTo>
                  <a:pt x="33905" y="7534"/>
                  <a:pt x="34047" y="6753"/>
                  <a:pt x="34332" y="5331"/>
                </a:cubicBezTo>
                <a:cubicBezTo>
                  <a:pt x="34474" y="4905"/>
                  <a:pt x="34616" y="4407"/>
                  <a:pt x="34758" y="3838"/>
                </a:cubicBezTo>
                <a:cubicBezTo>
                  <a:pt x="34900" y="3270"/>
                  <a:pt x="34971" y="2914"/>
                  <a:pt x="34971" y="2772"/>
                </a:cubicBezTo>
                <a:cubicBezTo>
                  <a:pt x="34971" y="2630"/>
                  <a:pt x="35113" y="2275"/>
                  <a:pt x="35398" y="1706"/>
                </a:cubicBezTo>
                <a:cubicBezTo>
                  <a:pt x="35682" y="1137"/>
                  <a:pt x="35824" y="924"/>
                  <a:pt x="35824" y="1066"/>
                </a:cubicBezTo>
                <a:cubicBezTo>
                  <a:pt x="35824" y="1208"/>
                  <a:pt x="36109" y="1066"/>
                  <a:pt x="36677" y="640"/>
                </a:cubicBezTo>
                <a:cubicBezTo>
                  <a:pt x="37246" y="213"/>
                  <a:pt x="37601" y="71"/>
                  <a:pt x="37743" y="213"/>
                </a:cubicBezTo>
                <a:cubicBezTo>
                  <a:pt x="37886" y="355"/>
                  <a:pt x="38454" y="355"/>
                  <a:pt x="39449" y="213"/>
                </a:cubicBezTo>
                <a:cubicBezTo>
                  <a:pt x="40444" y="71"/>
                  <a:pt x="41297" y="0"/>
                  <a:pt x="42008" y="0"/>
                </a:cubicBezTo>
                <a:cubicBezTo>
                  <a:pt x="42861" y="0"/>
                  <a:pt x="44994" y="0"/>
                  <a:pt x="48405" y="0"/>
                </a:cubicBezTo>
                <a:cubicBezTo>
                  <a:pt x="51817" y="0"/>
                  <a:pt x="55016" y="71"/>
                  <a:pt x="58001" y="213"/>
                </a:cubicBezTo>
                <a:cubicBezTo>
                  <a:pt x="69232" y="213"/>
                  <a:pt x="75700" y="213"/>
                  <a:pt x="77406" y="213"/>
                </a:cubicBezTo>
                <a:cubicBezTo>
                  <a:pt x="79112" y="213"/>
                  <a:pt x="80249" y="569"/>
                  <a:pt x="80818" y="1279"/>
                </a:cubicBezTo>
                <a:cubicBezTo>
                  <a:pt x="80960" y="1848"/>
                  <a:pt x="83590" y="21893"/>
                  <a:pt x="88708" y="61413"/>
                </a:cubicBezTo>
                <a:lnTo>
                  <a:pt x="96384" y="120907"/>
                </a:lnTo>
                <a:lnTo>
                  <a:pt x="101289" y="113017"/>
                </a:lnTo>
                <a:cubicBezTo>
                  <a:pt x="104701" y="107899"/>
                  <a:pt x="109250" y="100791"/>
                  <a:pt x="114936" y="91693"/>
                </a:cubicBezTo>
                <a:cubicBezTo>
                  <a:pt x="120622" y="82595"/>
                  <a:pt x="126877" y="72644"/>
                  <a:pt x="133701" y="61839"/>
                </a:cubicBezTo>
                <a:cubicBezTo>
                  <a:pt x="158579" y="22177"/>
                  <a:pt x="171160" y="2203"/>
                  <a:pt x="171444" y="1919"/>
                </a:cubicBezTo>
                <a:cubicBezTo>
                  <a:pt x="171587" y="1777"/>
                  <a:pt x="171800" y="1564"/>
                  <a:pt x="172084" y="1279"/>
                </a:cubicBezTo>
                <a:cubicBezTo>
                  <a:pt x="172368" y="995"/>
                  <a:pt x="172653" y="782"/>
                  <a:pt x="172937" y="640"/>
                </a:cubicBezTo>
                <a:lnTo>
                  <a:pt x="174217" y="213"/>
                </a:lnTo>
                <a:lnTo>
                  <a:pt x="194688" y="213"/>
                </a:lnTo>
                <a:cubicBezTo>
                  <a:pt x="197104" y="213"/>
                  <a:pt x="199947" y="213"/>
                  <a:pt x="203217" y="213"/>
                </a:cubicBezTo>
                <a:cubicBezTo>
                  <a:pt x="206487" y="213"/>
                  <a:pt x="208548" y="142"/>
                  <a:pt x="209401" y="0"/>
                </a:cubicBezTo>
                <a:cubicBezTo>
                  <a:pt x="214234" y="0"/>
                  <a:pt x="216651" y="782"/>
                  <a:pt x="216651" y="2346"/>
                </a:cubicBezTo>
                <a:cubicBezTo>
                  <a:pt x="216651" y="3056"/>
                  <a:pt x="216438" y="4265"/>
                  <a:pt x="216011" y="5971"/>
                </a:cubicBezTo>
                <a:cubicBezTo>
                  <a:pt x="215585" y="7677"/>
                  <a:pt x="215372" y="8601"/>
                  <a:pt x="215372" y="8743"/>
                </a:cubicBezTo>
                <a:cubicBezTo>
                  <a:pt x="214803" y="9596"/>
                  <a:pt x="212173" y="10022"/>
                  <a:pt x="207482" y="10022"/>
                </a:cubicBezTo>
                <a:cubicBezTo>
                  <a:pt x="201795" y="10164"/>
                  <a:pt x="198170" y="10378"/>
                  <a:pt x="196607" y="10662"/>
                </a:cubicBezTo>
                <a:cubicBezTo>
                  <a:pt x="195043" y="10946"/>
                  <a:pt x="193763" y="11728"/>
                  <a:pt x="192768" y="13008"/>
                </a:cubicBezTo>
                <a:cubicBezTo>
                  <a:pt x="192342" y="13718"/>
                  <a:pt x="187224" y="33834"/>
                  <a:pt x="177415" y="73354"/>
                </a:cubicBezTo>
                <a:cubicBezTo>
                  <a:pt x="167606" y="112875"/>
                  <a:pt x="162631" y="132848"/>
                  <a:pt x="162488" y="133275"/>
                </a:cubicBezTo>
                <a:cubicBezTo>
                  <a:pt x="162488" y="133843"/>
                  <a:pt x="162559" y="134199"/>
                  <a:pt x="162702" y="134341"/>
                </a:cubicBezTo>
                <a:cubicBezTo>
                  <a:pt x="162844" y="134483"/>
                  <a:pt x="163341" y="134767"/>
                  <a:pt x="164194" y="135194"/>
                </a:cubicBezTo>
                <a:cubicBezTo>
                  <a:pt x="165047" y="135620"/>
                  <a:pt x="166256" y="135762"/>
                  <a:pt x="167819" y="135620"/>
                </a:cubicBezTo>
                <a:cubicBezTo>
                  <a:pt x="169383" y="135478"/>
                  <a:pt x="171729" y="135620"/>
                  <a:pt x="174856" y="136047"/>
                </a:cubicBezTo>
                <a:lnTo>
                  <a:pt x="181467" y="136047"/>
                </a:lnTo>
                <a:cubicBezTo>
                  <a:pt x="182320" y="137326"/>
                  <a:pt x="182746" y="138108"/>
                  <a:pt x="182746" y="138392"/>
                </a:cubicBezTo>
                <a:cubicBezTo>
                  <a:pt x="182746" y="140667"/>
                  <a:pt x="182249" y="142799"/>
                  <a:pt x="181253" y="144790"/>
                </a:cubicBezTo>
                <a:cubicBezTo>
                  <a:pt x="180543" y="145500"/>
                  <a:pt x="179405" y="145856"/>
                  <a:pt x="177842" y="145856"/>
                </a:cubicBezTo>
                <a:cubicBezTo>
                  <a:pt x="177131" y="145856"/>
                  <a:pt x="174217" y="145785"/>
                  <a:pt x="169099" y="145642"/>
                </a:cubicBezTo>
                <a:cubicBezTo>
                  <a:pt x="163981" y="145500"/>
                  <a:pt x="157442" y="145429"/>
                  <a:pt x="149481" y="145429"/>
                </a:cubicBezTo>
                <a:cubicBezTo>
                  <a:pt x="140809" y="145429"/>
                  <a:pt x="134270" y="145429"/>
                  <a:pt x="129863" y="145429"/>
                </a:cubicBezTo>
                <a:cubicBezTo>
                  <a:pt x="125456" y="145429"/>
                  <a:pt x="122968" y="145500"/>
                  <a:pt x="122399" y="145642"/>
                </a:cubicBezTo>
                <a:cubicBezTo>
                  <a:pt x="119983" y="145642"/>
                  <a:pt x="118774" y="144932"/>
                  <a:pt x="118774" y="143510"/>
                </a:cubicBezTo>
                <a:cubicBezTo>
                  <a:pt x="118774" y="143226"/>
                  <a:pt x="118916" y="142231"/>
                  <a:pt x="119201" y="140525"/>
                </a:cubicBezTo>
                <a:cubicBezTo>
                  <a:pt x="119769" y="138250"/>
                  <a:pt x="120338" y="136971"/>
                  <a:pt x="120907" y="136686"/>
                </a:cubicBezTo>
                <a:cubicBezTo>
                  <a:pt x="121475" y="136402"/>
                  <a:pt x="123110" y="136189"/>
                  <a:pt x="125811" y="136047"/>
                </a:cubicBezTo>
                <a:cubicBezTo>
                  <a:pt x="129650" y="136047"/>
                  <a:pt x="133914" y="135833"/>
                  <a:pt x="138606" y="135407"/>
                </a:cubicBezTo>
                <a:cubicBezTo>
                  <a:pt x="140596" y="134981"/>
                  <a:pt x="141946" y="134128"/>
                  <a:pt x="142657" y="132848"/>
                </a:cubicBezTo>
                <a:cubicBezTo>
                  <a:pt x="142941" y="132279"/>
                  <a:pt x="145642" y="121902"/>
                  <a:pt x="150760" y="101715"/>
                </a:cubicBezTo>
                <a:cubicBezTo>
                  <a:pt x="155878" y="81529"/>
                  <a:pt x="160925" y="61413"/>
                  <a:pt x="165900" y="41368"/>
                </a:cubicBezTo>
                <a:cubicBezTo>
                  <a:pt x="170876" y="21324"/>
                  <a:pt x="173364" y="11302"/>
                  <a:pt x="173364" y="11302"/>
                </a:cubicBezTo>
                <a:lnTo>
                  <a:pt x="131995" y="77193"/>
                </a:lnTo>
                <a:cubicBezTo>
                  <a:pt x="104132" y="121546"/>
                  <a:pt x="89845" y="144079"/>
                  <a:pt x="89134" y="144790"/>
                </a:cubicBezTo>
                <a:cubicBezTo>
                  <a:pt x="88850" y="144932"/>
                  <a:pt x="88565" y="145074"/>
                  <a:pt x="88281" y="145216"/>
                </a:cubicBezTo>
                <a:cubicBezTo>
                  <a:pt x="87570" y="145642"/>
                  <a:pt x="86433" y="145856"/>
                  <a:pt x="84869" y="145856"/>
                </a:cubicBezTo>
                <a:cubicBezTo>
                  <a:pt x="82737" y="145856"/>
                  <a:pt x="81457" y="145358"/>
                  <a:pt x="81031" y="144363"/>
                </a:cubicBezTo>
                <a:cubicBezTo>
                  <a:pt x="80747" y="143794"/>
                  <a:pt x="77832" y="121760"/>
                  <a:pt x="72288" y="78259"/>
                </a:cubicBezTo>
                <a:lnTo>
                  <a:pt x="63972" y="12794"/>
                </a:lnTo>
                <a:lnTo>
                  <a:pt x="49472" y="70369"/>
                </a:lnTo>
                <a:cubicBezTo>
                  <a:pt x="39947" y="108183"/>
                  <a:pt x="35184" y="127730"/>
                  <a:pt x="35184" y="129010"/>
                </a:cubicBezTo>
                <a:cubicBezTo>
                  <a:pt x="36037" y="133701"/>
                  <a:pt x="41155" y="136047"/>
                  <a:pt x="50538" y="136047"/>
                </a:cubicBezTo>
                <a:lnTo>
                  <a:pt x="52670" y="136047"/>
                </a:lnTo>
                <a:cubicBezTo>
                  <a:pt x="53523" y="136758"/>
                  <a:pt x="54021" y="137397"/>
                  <a:pt x="54163" y="137966"/>
                </a:cubicBezTo>
                <a:cubicBezTo>
                  <a:pt x="54305" y="138534"/>
                  <a:pt x="54092" y="139814"/>
                  <a:pt x="53523" y="141804"/>
                </a:cubicBezTo>
                <a:cubicBezTo>
                  <a:pt x="52954" y="144079"/>
                  <a:pt x="52386" y="145358"/>
                  <a:pt x="51817" y="145642"/>
                </a:cubicBezTo>
                <a:cubicBezTo>
                  <a:pt x="51249" y="145785"/>
                  <a:pt x="50467" y="145856"/>
                  <a:pt x="49472" y="145856"/>
                </a:cubicBezTo>
                <a:cubicBezTo>
                  <a:pt x="49187" y="145856"/>
                  <a:pt x="48334" y="145856"/>
                  <a:pt x="46913" y="145856"/>
                </a:cubicBezTo>
                <a:cubicBezTo>
                  <a:pt x="45491" y="145856"/>
                  <a:pt x="43074" y="145785"/>
                  <a:pt x="39663" y="145642"/>
                </a:cubicBezTo>
                <a:cubicBezTo>
                  <a:pt x="36251" y="145500"/>
                  <a:pt x="31702" y="145429"/>
                  <a:pt x="26015" y="145429"/>
                </a:cubicBezTo>
                <a:cubicBezTo>
                  <a:pt x="21750" y="145429"/>
                  <a:pt x="17343" y="145500"/>
                  <a:pt x="12794" y="145642"/>
                </a:cubicBezTo>
                <a:cubicBezTo>
                  <a:pt x="8245" y="145785"/>
                  <a:pt x="5615" y="145856"/>
                  <a:pt x="4905" y="145856"/>
                </a:cubicBezTo>
                <a:cubicBezTo>
                  <a:pt x="2772" y="145856"/>
                  <a:pt x="1422" y="145714"/>
                  <a:pt x="853" y="145429"/>
                </a:cubicBezTo>
                <a:cubicBezTo>
                  <a:pt x="284" y="145145"/>
                  <a:pt x="0" y="144505"/>
                  <a:pt x="0" y="143510"/>
                </a:cubicBezTo>
                <a:cubicBezTo>
                  <a:pt x="0" y="143226"/>
                  <a:pt x="213" y="142231"/>
                  <a:pt x="640" y="140525"/>
                </a:cubicBezTo>
                <a:cubicBezTo>
                  <a:pt x="1066" y="138819"/>
                  <a:pt x="1422" y="137753"/>
                  <a:pt x="1706" y="137326"/>
                </a:cubicBezTo>
                <a:cubicBezTo>
                  <a:pt x="1990" y="136473"/>
                  <a:pt x="3554" y="136047"/>
                  <a:pt x="6397" y="136047"/>
                </a:cubicBezTo>
                <a:cubicBezTo>
                  <a:pt x="16348" y="136047"/>
                  <a:pt x="22674" y="133204"/>
                  <a:pt x="25375" y="127517"/>
                </a:cubicBezTo>
                <a:cubicBezTo>
                  <a:pt x="25944" y="126664"/>
                  <a:pt x="30849" y="107615"/>
                  <a:pt x="40089" y="70369"/>
                </a:cubicBezTo>
                <a:cubicBezTo>
                  <a:pt x="49329" y="33123"/>
                  <a:pt x="54021" y="13576"/>
                  <a:pt x="54163" y="117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18F662-270A-45B4-B10B-7457C7B7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9017" y="2184803"/>
            <a:ext cx="216651" cy="145856"/>
          </a:xfrm>
          <a:custGeom xmlns:a="http://schemas.openxmlformats.org/drawingml/2006/main">
            <a:pathLst>
              <a:path w="216651" h="145856" fill="none">
                <a:moveTo>
                  <a:pt x="54163" y="11728"/>
                </a:moveTo>
                <a:cubicBezTo>
                  <a:pt x="54163" y="10875"/>
                  <a:pt x="50111" y="10307"/>
                  <a:pt x="42008" y="10022"/>
                </a:cubicBezTo>
                <a:cubicBezTo>
                  <a:pt x="38596" y="10022"/>
                  <a:pt x="36393" y="9951"/>
                  <a:pt x="35398" y="9809"/>
                </a:cubicBezTo>
                <a:cubicBezTo>
                  <a:pt x="34403" y="9667"/>
                  <a:pt x="33905" y="8956"/>
                  <a:pt x="33905" y="7677"/>
                </a:cubicBezTo>
                <a:cubicBezTo>
                  <a:pt x="33905" y="7534"/>
                  <a:pt x="34047" y="6753"/>
                  <a:pt x="34332" y="5331"/>
                </a:cubicBezTo>
                <a:cubicBezTo>
                  <a:pt x="34474" y="4905"/>
                  <a:pt x="34616" y="4407"/>
                  <a:pt x="34758" y="3838"/>
                </a:cubicBezTo>
                <a:cubicBezTo>
                  <a:pt x="34900" y="3270"/>
                  <a:pt x="34971" y="2914"/>
                  <a:pt x="34971" y="2772"/>
                </a:cubicBezTo>
                <a:cubicBezTo>
                  <a:pt x="34971" y="2630"/>
                  <a:pt x="35113" y="2275"/>
                  <a:pt x="35398" y="1706"/>
                </a:cubicBezTo>
                <a:cubicBezTo>
                  <a:pt x="35682" y="1137"/>
                  <a:pt x="35824" y="924"/>
                  <a:pt x="35824" y="1066"/>
                </a:cubicBezTo>
                <a:cubicBezTo>
                  <a:pt x="35824" y="1208"/>
                  <a:pt x="36109" y="1066"/>
                  <a:pt x="36677" y="640"/>
                </a:cubicBezTo>
                <a:cubicBezTo>
                  <a:pt x="37246" y="213"/>
                  <a:pt x="37601" y="71"/>
                  <a:pt x="37743" y="213"/>
                </a:cubicBezTo>
                <a:cubicBezTo>
                  <a:pt x="37886" y="355"/>
                  <a:pt x="38454" y="355"/>
                  <a:pt x="39449" y="213"/>
                </a:cubicBezTo>
                <a:cubicBezTo>
                  <a:pt x="40444" y="71"/>
                  <a:pt x="41297" y="0"/>
                  <a:pt x="42008" y="0"/>
                </a:cubicBezTo>
                <a:cubicBezTo>
                  <a:pt x="42861" y="0"/>
                  <a:pt x="44994" y="0"/>
                  <a:pt x="48405" y="0"/>
                </a:cubicBezTo>
                <a:cubicBezTo>
                  <a:pt x="51817" y="0"/>
                  <a:pt x="55016" y="71"/>
                  <a:pt x="58001" y="213"/>
                </a:cubicBezTo>
                <a:cubicBezTo>
                  <a:pt x="69232" y="213"/>
                  <a:pt x="75700" y="213"/>
                  <a:pt x="77406" y="213"/>
                </a:cubicBezTo>
                <a:cubicBezTo>
                  <a:pt x="79112" y="213"/>
                  <a:pt x="80249" y="569"/>
                  <a:pt x="80818" y="1279"/>
                </a:cubicBezTo>
                <a:cubicBezTo>
                  <a:pt x="80960" y="1848"/>
                  <a:pt x="83590" y="21893"/>
                  <a:pt x="88708" y="61413"/>
                </a:cubicBezTo>
                <a:lnTo>
                  <a:pt x="96384" y="120907"/>
                </a:lnTo>
                <a:lnTo>
                  <a:pt x="101289" y="113017"/>
                </a:lnTo>
                <a:cubicBezTo>
                  <a:pt x="104701" y="107899"/>
                  <a:pt x="109250" y="100791"/>
                  <a:pt x="114936" y="91693"/>
                </a:cubicBezTo>
                <a:cubicBezTo>
                  <a:pt x="120622" y="82595"/>
                  <a:pt x="126877" y="72644"/>
                  <a:pt x="133701" y="61839"/>
                </a:cubicBezTo>
                <a:cubicBezTo>
                  <a:pt x="158579" y="22177"/>
                  <a:pt x="171160" y="2203"/>
                  <a:pt x="171444" y="1919"/>
                </a:cubicBezTo>
                <a:cubicBezTo>
                  <a:pt x="171587" y="1777"/>
                  <a:pt x="171800" y="1564"/>
                  <a:pt x="172084" y="1279"/>
                </a:cubicBezTo>
                <a:cubicBezTo>
                  <a:pt x="172368" y="995"/>
                  <a:pt x="172653" y="782"/>
                  <a:pt x="172937" y="640"/>
                </a:cubicBezTo>
                <a:lnTo>
                  <a:pt x="174217" y="213"/>
                </a:lnTo>
                <a:lnTo>
                  <a:pt x="194688" y="213"/>
                </a:lnTo>
                <a:cubicBezTo>
                  <a:pt x="197104" y="213"/>
                  <a:pt x="199947" y="213"/>
                  <a:pt x="203217" y="213"/>
                </a:cubicBezTo>
                <a:cubicBezTo>
                  <a:pt x="206487" y="213"/>
                  <a:pt x="208548" y="142"/>
                  <a:pt x="209401" y="0"/>
                </a:cubicBezTo>
                <a:cubicBezTo>
                  <a:pt x="214234" y="0"/>
                  <a:pt x="216651" y="782"/>
                  <a:pt x="216651" y="2346"/>
                </a:cubicBezTo>
                <a:cubicBezTo>
                  <a:pt x="216651" y="3056"/>
                  <a:pt x="216438" y="4265"/>
                  <a:pt x="216011" y="5971"/>
                </a:cubicBezTo>
                <a:cubicBezTo>
                  <a:pt x="215585" y="7677"/>
                  <a:pt x="215372" y="8601"/>
                  <a:pt x="215372" y="8743"/>
                </a:cubicBezTo>
                <a:cubicBezTo>
                  <a:pt x="214803" y="9596"/>
                  <a:pt x="212173" y="10022"/>
                  <a:pt x="207482" y="10022"/>
                </a:cubicBezTo>
                <a:cubicBezTo>
                  <a:pt x="201795" y="10164"/>
                  <a:pt x="198170" y="10378"/>
                  <a:pt x="196607" y="10662"/>
                </a:cubicBezTo>
                <a:cubicBezTo>
                  <a:pt x="195043" y="10946"/>
                  <a:pt x="193763" y="11728"/>
                  <a:pt x="192768" y="13008"/>
                </a:cubicBezTo>
                <a:cubicBezTo>
                  <a:pt x="192342" y="13718"/>
                  <a:pt x="187224" y="33834"/>
                  <a:pt x="177415" y="73354"/>
                </a:cubicBezTo>
                <a:cubicBezTo>
                  <a:pt x="167606" y="112875"/>
                  <a:pt x="162631" y="132848"/>
                  <a:pt x="162488" y="133275"/>
                </a:cubicBezTo>
                <a:cubicBezTo>
                  <a:pt x="162488" y="133843"/>
                  <a:pt x="162559" y="134199"/>
                  <a:pt x="162702" y="134341"/>
                </a:cubicBezTo>
                <a:cubicBezTo>
                  <a:pt x="162844" y="134483"/>
                  <a:pt x="163341" y="134767"/>
                  <a:pt x="164194" y="135194"/>
                </a:cubicBezTo>
                <a:cubicBezTo>
                  <a:pt x="165047" y="135620"/>
                  <a:pt x="166256" y="135762"/>
                  <a:pt x="167819" y="135620"/>
                </a:cubicBezTo>
                <a:cubicBezTo>
                  <a:pt x="169383" y="135478"/>
                  <a:pt x="171729" y="135620"/>
                  <a:pt x="174856" y="136047"/>
                </a:cubicBezTo>
                <a:lnTo>
                  <a:pt x="181467" y="136047"/>
                </a:lnTo>
                <a:cubicBezTo>
                  <a:pt x="182320" y="137326"/>
                  <a:pt x="182746" y="138108"/>
                  <a:pt x="182746" y="138392"/>
                </a:cubicBezTo>
                <a:cubicBezTo>
                  <a:pt x="182746" y="140667"/>
                  <a:pt x="182249" y="142799"/>
                  <a:pt x="181253" y="144790"/>
                </a:cubicBezTo>
                <a:cubicBezTo>
                  <a:pt x="180543" y="145500"/>
                  <a:pt x="179405" y="145856"/>
                  <a:pt x="177842" y="145856"/>
                </a:cubicBezTo>
                <a:cubicBezTo>
                  <a:pt x="177131" y="145856"/>
                  <a:pt x="174217" y="145785"/>
                  <a:pt x="169099" y="145642"/>
                </a:cubicBezTo>
                <a:cubicBezTo>
                  <a:pt x="163981" y="145500"/>
                  <a:pt x="157442" y="145429"/>
                  <a:pt x="149481" y="145429"/>
                </a:cubicBezTo>
                <a:cubicBezTo>
                  <a:pt x="140809" y="145429"/>
                  <a:pt x="134270" y="145429"/>
                  <a:pt x="129863" y="145429"/>
                </a:cubicBezTo>
                <a:cubicBezTo>
                  <a:pt x="125456" y="145429"/>
                  <a:pt x="122968" y="145500"/>
                  <a:pt x="122399" y="145642"/>
                </a:cubicBezTo>
                <a:cubicBezTo>
                  <a:pt x="119983" y="145642"/>
                  <a:pt x="118774" y="144932"/>
                  <a:pt x="118774" y="143510"/>
                </a:cubicBezTo>
                <a:cubicBezTo>
                  <a:pt x="118774" y="143226"/>
                  <a:pt x="118916" y="142231"/>
                  <a:pt x="119201" y="140525"/>
                </a:cubicBezTo>
                <a:cubicBezTo>
                  <a:pt x="119769" y="138250"/>
                  <a:pt x="120338" y="136971"/>
                  <a:pt x="120907" y="136686"/>
                </a:cubicBezTo>
                <a:cubicBezTo>
                  <a:pt x="121475" y="136402"/>
                  <a:pt x="123110" y="136189"/>
                  <a:pt x="125811" y="136047"/>
                </a:cubicBezTo>
                <a:cubicBezTo>
                  <a:pt x="129650" y="136047"/>
                  <a:pt x="133914" y="135833"/>
                  <a:pt x="138606" y="135407"/>
                </a:cubicBezTo>
                <a:cubicBezTo>
                  <a:pt x="140596" y="134981"/>
                  <a:pt x="141946" y="134128"/>
                  <a:pt x="142657" y="132848"/>
                </a:cubicBezTo>
                <a:cubicBezTo>
                  <a:pt x="142941" y="132279"/>
                  <a:pt x="145642" y="121902"/>
                  <a:pt x="150760" y="101715"/>
                </a:cubicBezTo>
                <a:cubicBezTo>
                  <a:pt x="155878" y="81529"/>
                  <a:pt x="160925" y="61413"/>
                  <a:pt x="165900" y="41368"/>
                </a:cubicBezTo>
                <a:cubicBezTo>
                  <a:pt x="170876" y="21324"/>
                  <a:pt x="173364" y="11302"/>
                  <a:pt x="173364" y="11302"/>
                </a:cubicBezTo>
                <a:lnTo>
                  <a:pt x="131995" y="77193"/>
                </a:lnTo>
                <a:cubicBezTo>
                  <a:pt x="104132" y="121546"/>
                  <a:pt x="89845" y="144079"/>
                  <a:pt x="89134" y="144790"/>
                </a:cubicBezTo>
                <a:cubicBezTo>
                  <a:pt x="88850" y="144932"/>
                  <a:pt x="88565" y="145074"/>
                  <a:pt x="88281" y="145216"/>
                </a:cubicBezTo>
                <a:cubicBezTo>
                  <a:pt x="87570" y="145642"/>
                  <a:pt x="86433" y="145856"/>
                  <a:pt x="84869" y="145856"/>
                </a:cubicBezTo>
                <a:cubicBezTo>
                  <a:pt x="82737" y="145856"/>
                  <a:pt x="81457" y="145358"/>
                  <a:pt x="81031" y="144363"/>
                </a:cubicBezTo>
                <a:cubicBezTo>
                  <a:pt x="80747" y="143794"/>
                  <a:pt x="77832" y="121760"/>
                  <a:pt x="72288" y="78259"/>
                </a:cubicBezTo>
                <a:lnTo>
                  <a:pt x="63972" y="12794"/>
                </a:lnTo>
                <a:lnTo>
                  <a:pt x="49472" y="70369"/>
                </a:lnTo>
                <a:cubicBezTo>
                  <a:pt x="39947" y="108183"/>
                  <a:pt x="35184" y="127730"/>
                  <a:pt x="35184" y="129010"/>
                </a:cubicBezTo>
                <a:cubicBezTo>
                  <a:pt x="36037" y="133701"/>
                  <a:pt x="41155" y="136047"/>
                  <a:pt x="50538" y="136047"/>
                </a:cubicBezTo>
                <a:lnTo>
                  <a:pt x="52670" y="136047"/>
                </a:lnTo>
                <a:cubicBezTo>
                  <a:pt x="53523" y="136758"/>
                  <a:pt x="54021" y="137397"/>
                  <a:pt x="54163" y="137966"/>
                </a:cubicBezTo>
                <a:cubicBezTo>
                  <a:pt x="54305" y="138534"/>
                  <a:pt x="54092" y="139814"/>
                  <a:pt x="53523" y="141804"/>
                </a:cubicBezTo>
                <a:cubicBezTo>
                  <a:pt x="52954" y="144079"/>
                  <a:pt x="52386" y="145358"/>
                  <a:pt x="51817" y="145642"/>
                </a:cubicBezTo>
                <a:cubicBezTo>
                  <a:pt x="51249" y="145785"/>
                  <a:pt x="50467" y="145856"/>
                  <a:pt x="49472" y="145856"/>
                </a:cubicBezTo>
                <a:cubicBezTo>
                  <a:pt x="49187" y="145856"/>
                  <a:pt x="48334" y="145856"/>
                  <a:pt x="46913" y="145856"/>
                </a:cubicBezTo>
                <a:cubicBezTo>
                  <a:pt x="45491" y="145856"/>
                  <a:pt x="43074" y="145785"/>
                  <a:pt x="39663" y="145642"/>
                </a:cubicBezTo>
                <a:cubicBezTo>
                  <a:pt x="36251" y="145500"/>
                  <a:pt x="31702" y="145429"/>
                  <a:pt x="26015" y="145429"/>
                </a:cubicBezTo>
                <a:cubicBezTo>
                  <a:pt x="21750" y="145429"/>
                  <a:pt x="17343" y="145500"/>
                  <a:pt x="12794" y="145642"/>
                </a:cubicBezTo>
                <a:cubicBezTo>
                  <a:pt x="8245" y="145785"/>
                  <a:pt x="5615" y="145856"/>
                  <a:pt x="4905" y="145856"/>
                </a:cubicBezTo>
                <a:cubicBezTo>
                  <a:pt x="2772" y="145856"/>
                  <a:pt x="1422" y="145714"/>
                  <a:pt x="853" y="145429"/>
                </a:cubicBezTo>
                <a:cubicBezTo>
                  <a:pt x="284" y="145145"/>
                  <a:pt x="0" y="144505"/>
                  <a:pt x="0" y="143510"/>
                </a:cubicBezTo>
                <a:cubicBezTo>
                  <a:pt x="0" y="143226"/>
                  <a:pt x="213" y="142231"/>
                  <a:pt x="640" y="140525"/>
                </a:cubicBezTo>
                <a:cubicBezTo>
                  <a:pt x="1066" y="138819"/>
                  <a:pt x="1422" y="137753"/>
                  <a:pt x="1706" y="137326"/>
                </a:cubicBezTo>
                <a:cubicBezTo>
                  <a:pt x="1990" y="136473"/>
                  <a:pt x="3554" y="136047"/>
                  <a:pt x="6397" y="136047"/>
                </a:cubicBezTo>
                <a:cubicBezTo>
                  <a:pt x="16348" y="136047"/>
                  <a:pt x="22674" y="133204"/>
                  <a:pt x="25375" y="127517"/>
                </a:cubicBezTo>
                <a:cubicBezTo>
                  <a:pt x="25944" y="126664"/>
                  <a:pt x="30849" y="107615"/>
                  <a:pt x="40089" y="70369"/>
                </a:cubicBezTo>
                <a:cubicBezTo>
                  <a:pt x="49329" y="33123"/>
                  <a:pt x="54021" y="13576"/>
                  <a:pt x="54163" y="117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3" cap="flat">
            <a:solidFill>
              <a:srgbClr val="000000">
                <a:alpha val="32760"/>
              </a:srgbClr>
            </a:solidFill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303896-4DE3-4284-84B5-6C2192A0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8291" y="2136305"/>
            <a:ext cx="48243" cy="106286"/>
          </a:xfrm>
          <a:custGeom xmlns:a="http://schemas.openxmlformats.org/drawingml/2006/main">
            <a:pathLst>
              <a:path w="48243" h="106286">
                <a:moveTo>
                  <a:pt x="35429" y="0"/>
                </a:moveTo>
                <a:lnTo>
                  <a:pt x="36182" y="0"/>
                </a:lnTo>
                <a:cubicBezTo>
                  <a:pt x="39499" y="0"/>
                  <a:pt x="43519" y="553"/>
                  <a:pt x="48243" y="1658"/>
                </a:cubicBezTo>
                <a:lnTo>
                  <a:pt x="48243" y="14021"/>
                </a:lnTo>
                <a:lnTo>
                  <a:pt x="46585" y="13418"/>
                </a:lnTo>
                <a:cubicBezTo>
                  <a:pt x="43268" y="12212"/>
                  <a:pt x="40152" y="11609"/>
                  <a:pt x="37238" y="11609"/>
                </a:cubicBezTo>
                <a:lnTo>
                  <a:pt x="36032" y="11609"/>
                </a:lnTo>
                <a:cubicBezTo>
                  <a:pt x="31810" y="11609"/>
                  <a:pt x="28443" y="12764"/>
                  <a:pt x="25931" y="15076"/>
                </a:cubicBezTo>
                <a:cubicBezTo>
                  <a:pt x="24725" y="16584"/>
                  <a:pt x="23971" y="17890"/>
                  <a:pt x="23669" y="18996"/>
                </a:cubicBezTo>
                <a:cubicBezTo>
                  <a:pt x="23368" y="20101"/>
                  <a:pt x="23217" y="22011"/>
                  <a:pt x="23217" y="24725"/>
                </a:cubicBezTo>
                <a:lnTo>
                  <a:pt x="23217" y="29851"/>
                </a:lnTo>
                <a:lnTo>
                  <a:pt x="23217" y="39348"/>
                </a:lnTo>
                <a:lnTo>
                  <a:pt x="39198" y="39348"/>
                </a:lnTo>
                <a:lnTo>
                  <a:pt x="39198" y="50354"/>
                </a:lnTo>
                <a:lnTo>
                  <a:pt x="23669" y="50354"/>
                </a:lnTo>
                <a:lnTo>
                  <a:pt x="23669" y="106286"/>
                </a:lnTo>
                <a:lnTo>
                  <a:pt x="10101" y="106286"/>
                </a:lnTo>
                <a:lnTo>
                  <a:pt x="10101" y="50354"/>
                </a:lnTo>
                <a:lnTo>
                  <a:pt x="0" y="50354"/>
                </a:lnTo>
                <a:lnTo>
                  <a:pt x="0" y="39348"/>
                </a:lnTo>
                <a:lnTo>
                  <a:pt x="10101" y="39348"/>
                </a:lnTo>
                <a:lnTo>
                  <a:pt x="10101" y="32112"/>
                </a:lnTo>
                <a:cubicBezTo>
                  <a:pt x="10101" y="26886"/>
                  <a:pt x="10151" y="23971"/>
                  <a:pt x="10252" y="23368"/>
                </a:cubicBezTo>
                <a:cubicBezTo>
                  <a:pt x="10955" y="16634"/>
                  <a:pt x="13769" y="11056"/>
                  <a:pt x="18694" y="6633"/>
                </a:cubicBezTo>
                <a:cubicBezTo>
                  <a:pt x="23619" y="2211"/>
                  <a:pt x="29197" y="0"/>
                  <a:pt x="3542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727836-61ED-4262-AB25-ABFA18D5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8291" y="2136305"/>
            <a:ext cx="48243" cy="106286"/>
          </a:xfrm>
          <a:custGeom xmlns:a="http://schemas.openxmlformats.org/drawingml/2006/main">
            <a:pathLst>
              <a:path w="48243" h="106286" fill="none">
                <a:moveTo>
                  <a:pt x="35429" y="0"/>
                </a:moveTo>
                <a:lnTo>
                  <a:pt x="36182" y="0"/>
                </a:lnTo>
                <a:cubicBezTo>
                  <a:pt x="39499" y="0"/>
                  <a:pt x="43519" y="553"/>
                  <a:pt x="48243" y="1658"/>
                </a:cubicBezTo>
                <a:lnTo>
                  <a:pt x="48243" y="14021"/>
                </a:lnTo>
                <a:lnTo>
                  <a:pt x="46585" y="13418"/>
                </a:lnTo>
                <a:cubicBezTo>
                  <a:pt x="43268" y="12212"/>
                  <a:pt x="40152" y="11609"/>
                  <a:pt x="37238" y="11609"/>
                </a:cubicBezTo>
                <a:lnTo>
                  <a:pt x="36032" y="11609"/>
                </a:lnTo>
                <a:cubicBezTo>
                  <a:pt x="31810" y="11609"/>
                  <a:pt x="28443" y="12764"/>
                  <a:pt x="25931" y="15076"/>
                </a:cubicBezTo>
                <a:cubicBezTo>
                  <a:pt x="24725" y="16584"/>
                  <a:pt x="23971" y="17890"/>
                  <a:pt x="23669" y="18996"/>
                </a:cubicBezTo>
                <a:cubicBezTo>
                  <a:pt x="23368" y="20101"/>
                  <a:pt x="23217" y="22011"/>
                  <a:pt x="23217" y="24725"/>
                </a:cubicBezTo>
                <a:lnTo>
                  <a:pt x="23217" y="29851"/>
                </a:lnTo>
                <a:lnTo>
                  <a:pt x="23217" y="39348"/>
                </a:lnTo>
                <a:lnTo>
                  <a:pt x="39198" y="39348"/>
                </a:lnTo>
                <a:lnTo>
                  <a:pt x="39198" y="50354"/>
                </a:lnTo>
                <a:lnTo>
                  <a:pt x="23669" y="50354"/>
                </a:lnTo>
                <a:lnTo>
                  <a:pt x="23669" y="106286"/>
                </a:lnTo>
                <a:lnTo>
                  <a:pt x="10101" y="106286"/>
                </a:lnTo>
                <a:lnTo>
                  <a:pt x="10101" y="50354"/>
                </a:lnTo>
                <a:lnTo>
                  <a:pt x="0" y="50354"/>
                </a:lnTo>
                <a:lnTo>
                  <a:pt x="0" y="39348"/>
                </a:lnTo>
                <a:lnTo>
                  <a:pt x="10101" y="39348"/>
                </a:lnTo>
                <a:lnTo>
                  <a:pt x="10101" y="32112"/>
                </a:lnTo>
                <a:cubicBezTo>
                  <a:pt x="10101" y="26886"/>
                  <a:pt x="10151" y="23971"/>
                  <a:pt x="10252" y="23368"/>
                </a:cubicBezTo>
                <a:cubicBezTo>
                  <a:pt x="10955" y="16634"/>
                  <a:pt x="13769" y="11056"/>
                  <a:pt x="18694" y="6633"/>
                </a:cubicBezTo>
                <a:cubicBezTo>
                  <a:pt x="23619" y="2211"/>
                  <a:pt x="29197" y="0"/>
                  <a:pt x="3542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1" cap="flat">
            <a:solidFill>
              <a:srgbClr val="000000">
                <a:alpha val="23160"/>
              </a:srgbClr>
            </a:solidFill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B7678A-235D-4107-8A3E-432CB9FD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455" y="2140074"/>
            <a:ext cx="15679" cy="102517"/>
          </a:xfrm>
          <a:custGeom xmlns:a="http://schemas.openxmlformats.org/drawingml/2006/main">
            <a:pathLst>
              <a:path w="15679" h="102517">
                <a:moveTo>
                  <a:pt x="0" y="15679"/>
                </a:moveTo>
                <a:lnTo>
                  <a:pt x="0" y="0"/>
                </a:lnTo>
                <a:lnTo>
                  <a:pt x="15679" y="0"/>
                </a:lnTo>
                <a:lnTo>
                  <a:pt x="15679" y="15679"/>
                </a:lnTo>
                <a:lnTo>
                  <a:pt x="0" y="15679"/>
                </a:lnTo>
                <a:close/>
                <a:moveTo>
                  <a:pt x="1055" y="102517"/>
                </a:moveTo>
                <a:lnTo>
                  <a:pt x="1055" y="35579"/>
                </a:lnTo>
                <a:lnTo>
                  <a:pt x="14624" y="35579"/>
                </a:lnTo>
                <a:lnTo>
                  <a:pt x="14624" y="102517"/>
                </a:lnTo>
                <a:lnTo>
                  <a:pt x="1055" y="1025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D3B4D9-336C-43C3-909F-0398B908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0455" y="2140074"/>
            <a:ext cx="15679" cy="102517"/>
          </a:xfrm>
          <a:custGeom xmlns:a="http://schemas.openxmlformats.org/drawingml/2006/main">
            <a:pathLst>
              <a:path w="15679" h="102517" fill="none">
                <a:moveTo>
                  <a:pt x="0" y="15679"/>
                </a:moveTo>
                <a:lnTo>
                  <a:pt x="0" y="0"/>
                </a:lnTo>
                <a:lnTo>
                  <a:pt x="15679" y="0"/>
                </a:lnTo>
                <a:lnTo>
                  <a:pt x="15679" y="15679"/>
                </a:lnTo>
                <a:lnTo>
                  <a:pt x="0" y="15679"/>
                </a:lnTo>
                <a:close/>
                <a:moveTo>
                  <a:pt x="1055" y="102517"/>
                </a:moveTo>
                <a:lnTo>
                  <a:pt x="1055" y="35579"/>
                </a:lnTo>
                <a:lnTo>
                  <a:pt x="14624" y="35579"/>
                </a:lnTo>
                <a:lnTo>
                  <a:pt x="14624" y="102517"/>
                </a:lnTo>
                <a:lnTo>
                  <a:pt x="1055" y="1025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" cap="flat">
            <a:solidFill>
              <a:srgbClr val="000000">
                <a:alpha val="23160"/>
              </a:srgbClr>
            </a:solidFill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43C127-F7A3-4900-9131-1A16F094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7390" y="2173995"/>
            <a:ext cx="55781" cy="68596"/>
          </a:xfrm>
          <a:custGeom xmlns:a="http://schemas.openxmlformats.org/drawingml/2006/main">
            <a:pathLst>
              <a:path w="55781" h="68596">
                <a:moveTo>
                  <a:pt x="13116" y="9498"/>
                </a:moveTo>
                <a:cubicBezTo>
                  <a:pt x="18544" y="4071"/>
                  <a:pt x="24725" y="955"/>
                  <a:pt x="31660" y="151"/>
                </a:cubicBezTo>
                <a:cubicBezTo>
                  <a:pt x="31861" y="151"/>
                  <a:pt x="32313" y="151"/>
                  <a:pt x="33016" y="151"/>
                </a:cubicBezTo>
                <a:cubicBezTo>
                  <a:pt x="33720" y="151"/>
                  <a:pt x="34273" y="101"/>
                  <a:pt x="34675" y="0"/>
                </a:cubicBezTo>
                <a:lnTo>
                  <a:pt x="35127" y="0"/>
                </a:lnTo>
                <a:cubicBezTo>
                  <a:pt x="46283" y="0"/>
                  <a:pt x="52917" y="5076"/>
                  <a:pt x="55027" y="15227"/>
                </a:cubicBezTo>
                <a:cubicBezTo>
                  <a:pt x="55430" y="17538"/>
                  <a:pt x="55681" y="27087"/>
                  <a:pt x="55781" y="43871"/>
                </a:cubicBezTo>
                <a:lnTo>
                  <a:pt x="55781" y="68596"/>
                </a:lnTo>
                <a:lnTo>
                  <a:pt x="41761" y="68596"/>
                </a:lnTo>
                <a:lnTo>
                  <a:pt x="41761" y="44927"/>
                </a:lnTo>
                <a:cubicBezTo>
                  <a:pt x="41660" y="29046"/>
                  <a:pt x="41560" y="20855"/>
                  <a:pt x="41459" y="20353"/>
                </a:cubicBezTo>
                <a:cubicBezTo>
                  <a:pt x="40052" y="14523"/>
                  <a:pt x="35579" y="11609"/>
                  <a:pt x="28041" y="11609"/>
                </a:cubicBezTo>
                <a:lnTo>
                  <a:pt x="27137" y="11609"/>
                </a:lnTo>
                <a:cubicBezTo>
                  <a:pt x="24222" y="11609"/>
                  <a:pt x="21760" y="12614"/>
                  <a:pt x="19750" y="14624"/>
                </a:cubicBezTo>
                <a:cubicBezTo>
                  <a:pt x="17337" y="17036"/>
                  <a:pt x="15780" y="19900"/>
                  <a:pt x="15076" y="23217"/>
                </a:cubicBezTo>
                <a:cubicBezTo>
                  <a:pt x="14372" y="26534"/>
                  <a:pt x="13970" y="31157"/>
                  <a:pt x="13870" y="37087"/>
                </a:cubicBezTo>
                <a:cubicBezTo>
                  <a:pt x="13870" y="38193"/>
                  <a:pt x="13870" y="40052"/>
                  <a:pt x="13870" y="42665"/>
                </a:cubicBezTo>
                <a:cubicBezTo>
                  <a:pt x="13870" y="45278"/>
                  <a:pt x="13920" y="47439"/>
                  <a:pt x="14021" y="49148"/>
                </a:cubicBezTo>
                <a:lnTo>
                  <a:pt x="14021" y="68596"/>
                </a:lnTo>
                <a:lnTo>
                  <a:pt x="0" y="68596"/>
                </a:lnTo>
                <a:lnTo>
                  <a:pt x="0" y="754"/>
                </a:lnTo>
                <a:lnTo>
                  <a:pt x="13116" y="754"/>
                </a:lnTo>
                <a:lnTo>
                  <a:pt x="13116" y="94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A5B61E-9C1A-4FF8-A9B3-5642953E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7390" y="2173995"/>
            <a:ext cx="55781" cy="68596"/>
          </a:xfrm>
          <a:custGeom xmlns:a="http://schemas.openxmlformats.org/drawingml/2006/main">
            <a:pathLst>
              <a:path w="55781" h="68596" fill="none">
                <a:moveTo>
                  <a:pt x="13116" y="9498"/>
                </a:moveTo>
                <a:cubicBezTo>
                  <a:pt x="18544" y="4071"/>
                  <a:pt x="24725" y="955"/>
                  <a:pt x="31660" y="151"/>
                </a:cubicBezTo>
                <a:cubicBezTo>
                  <a:pt x="31861" y="151"/>
                  <a:pt x="32313" y="151"/>
                  <a:pt x="33016" y="151"/>
                </a:cubicBezTo>
                <a:cubicBezTo>
                  <a:pt x="33720" y="151"/>
                  <a:pt x="34273" y="101"/>
                  <a:pt x="34675" y="0"/>
                </a:cubicBezTo>
                <a:lnTo>
                  <a:pt x="35127" y="0"/>
                </a:lnTo>
                <a:cubicBezTo>
                  <a:pt x="46283" y="0"/>
                  <a:pt x="52917" y="5076"/>
                  <a:pt x="55027" y="15227"/>
                </a:cubicBezTo>
                <a:cubicBezTo>
                  <a:pt x="55430" y="17538"/>
                  <a:pt x="55681" y="27087"/>
                  <a:pt x="55781" y="43871"/>
                </a:cubicBezTo>
                <a:lnTo>
                  <a:pt x="55781" y="68596"/>
                </a:lnTo>
                <a:lnTo>
                  <a:pt x="41761" y="68596"/>
                </a:lnTo>
                <a:lnTo>
                  <a:pt x="41761" y="44927"/>
                </a:lnTo>
                <a:cubicBezTo>
                  <a:pt x="41660" y="29046"/>
                  <a:pt x="41560" y="20855"/>
                  <a:pt x="41459" y="20353"/>
                </a:cubicBezTo>
                <a:cubicBezTo>
                  <a:pt x="40052" y="14523"/>
                  <a:pt x="35579" y="11609"/>
                  <a:pt x="28041" y="11609"/>
                </a:cubicBezTo>
                <a:lnTo>
                  <a:pt x="27137" y="11609"/>
                </a:lnTo>
                <a:cubicBezTo>
                  <a:pt x="24222" y="11609"/>
                  <a:pt x="21760" y="12614"/>
                  <a:pt x="19750" y="14624"/>
                </a:cubicBezTo>
                <a:cubicBezTo>
                  <a:pt x="17337" y="17036"/>
                  <a:pt x="15780" y="19900"/>
                  <a:pt x="15076" y="23217"/>
                </a:cubicBezTo>
                <a:cubicBezTo>
                  <a:pt x="14372" y="26534"/>
                  <a:pt x="13970" y="31157"/>
                  <a:pt x="13870" y="37087"/>
                </a:cubicBezTo>
                <a:cubicBezTo>
                  <a:pt x="13870" y="38193"/>
                  <a:pt x="13870" y="40052"/>
                  <a:pt x="13870" y="42665"/>
                </a:cubicBezTo>
                <a:cubicBezTo>
                  <a:pt x="13870" y="45278"/>
                  <a:pt x="13920" y="47439"/>
                  <a:pt x="14021" y="49148"/>
                </a:cubicBezTo>
                <a:lnTo>
                  <a:pt x="14021" y="68596"/>
                </a:lnTo>
                <a:lnTo>
                  <a:pt x="0" y="68596"/>
                </a:lnTo>
                <a:lnTo>
                  <a:pt x="0" y="754"/>
                </a:lnTo>
                <a:lnTo>
                  <a:pt x="13116" y="754"/>
                </a:lnTo>
                <a:lnTo>
                  <a:pt x="13116" y="94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" cap="flat">
            <a:solidFill>
              <a:srgbClr val="000000">
                <a:alpha val="23160"/>
              </a:srgbClr>
            </a:solidFill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F1CECE-DB89-455F-81D8-9CE5616E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0057" y="2173241"/>
            <a:ext cx="55781" cy="70857"/>
          </a:xfrm>
          <a:custGeom xmlns:a="http://schemas.openxmlformats.org/drawingml/2006/main">
            <a:pathLst>
              <a:path w="55781" h="70857">
                <a:moveTo>
                  <a:pt x="29851" y="11005"/>
                </a:moveTo>
                <a:cubicBezTo>
                  <a:pt x="27137" y="11005"/>
                  <a:pt x="24524" y="11257"/>
                  <a:pt x="22011" y="11759"/>
                </a:cubicBezTo>
                <a:cubicBezTo>
                  <a:pt x="19498" y="12262"/>
                  <a:pt x="17337" y="12865"/>
                  <a:pt x="15528" y="13568"/>
                </a:cubicBezTo>
                <a:cubicBezTo>
                  <a:pt x="13719" y="14272"/>
                  <a:pt x="12212" y="15026"/>
                  <a:pt x="11005" y="15830"/>
                </a:cubicBezTo>
                <a:cubicBezTo>
                  <a:pt x="9799" y="16634"/>
                  <a:pt x="8794" y="17287"/>
                  <a:pt x="7990" y="17790"/>
                </a:cubicBezTo>
                <a:cubicBezTo>
                  <a:pt x="7186" y="18292"/>
                  <a:pt x="6784" y="18544"/>
                  <a:pt x="6784" y="18544"/>
                </a:cubicBezTo>
                <a:lnTo>
                  <a:pt x="6633" y="15830"/>
                </a:lnTo>
                <a:cubicBezTo>
                  <a:pt x="6432" y="14021"/>
                  <a:pt x="6282" y="12111"/>
                  <a:pt x="6181" y="10101"/>
                </a:cubicBezTo>
                <a:cubicBezTo>
                  <a:pt x="6081" y="8091"/>
                  <a:pt x="5980" y="6885"/>
                  <a:pt x="5880" y="6483"/>
                </a:cubicBezTo>
                <a:cubicBezTo>
                  <a:pt x="5880" y="6282"/>
                  <a:pt x="6081" y="6081"/>
                  <a:pt x="6483" y="5880"/>
                </a:cubicBezTo>
                <a:cubicBezTo>
                  <a:pt x="6985" y="5679"/>
                  <a:pt x="7488" y="5427"/>
                  <a:pt x="7990" y="5126"/>
                </a:cubicBezTo>
                <a:cubicBezTo>
                  <a:pt x="14423" y="1709"/>
                  <a:pt x="21257" y="0"/>
                  <a:pt x="28494" y="0"/>
                </a:cubicBezTo>
                <a:lnTo>
                  <a:pt x="30152" y="0"/>
                </a:lnTo>
                <a:cubicBezTo>
                  <a:pt x="38293" y="0"/>
                  <a:pt x="44826" y="3015"/>
                  <a:pt x="49751" y="9046"/>
                </a:cubicBezTo>
                <a:cubicBezTo>
                  <a:pt x="52264" y="11960"/>
                  <a:pt x="53872" y="14925"/>
                  <a:pt x="54575" y="17940"/>
                </a:cubicBezTo>
                <a:cubicBezTo>
                  <a:pt x="55279" y="20956"/>
                  <a:pt x="55681" y="25428"/>
                  <a:pt x="55781" y="31358"/>
                </a:cubicBezTo>
                <a:cubicBezTo>
                  <a:pt x="55781" y="32564"/>
                  <a:pt x="55781" y="34826"/>
                  <a:pt x="55781" y="38142"/>
                </a:cubicBezTo>
                <a:cubicBezTo>
                  <a:pt x="55781" y="41459"/>
                  <a:pt x="55731" y="44223"/>
                  <a:pt x="55631" y="46434"/>
                </a:cubicBezTo>
                <a:lnTo>
                  <a:pt x="55631" y="69350"/>
                </a:lnTo>
                <a:lnTo>
                  <a:pt x="42062" y="69350"/>
                </a:lnTo>
                <a:lnTo>
                  <a:pt x="42062" y="63470"/>
                </a:lnTo>
                <a:lnTo>
                  <a:pt x="40404" y="64525"/>
                </a:lnTo>
                <a:cubicBezTo>
                  <a:pt x="34172" y="68747"/>
                  <a:pt x="26785" y="70857"/>
                  <a:pt x="18242" y="70857"/>
                </a:cubicBezTo>
                <a:lnTo>
                  <a:pt x="17187" y="70857"/>
                </a:lnTo>
                <a:cubicBezTo>
                  <a:pt x="12865" y="70857"/>
                  <a:pt x="9096" y="69249"/>
                  <a:pt x="5880" y="66033"/>
                </a:cubicBezTo>
                <a:cubicBezTo>
                  <a:pt x="1960" y="62113"/>
                  <a:pt x="0" y="56887"/>
                  <a:pt x="0" y="50354"/>
                </a:cubicBezTo>
                <a:cubicBezTo>
                  <a:pt x="0" y="48746"/>
                  <a:pt x="50" y="47741"/>
                  <a:pt x="151" y="47339"/>
                </a:cubicBezTo>
                <a:cubicBezTo>
                  <a:pt x="1759" y="42012"/>
                  <a:pt x="6332" y="38142"/>
                  <a:pt x="13870" y="35730"/>
                </a:cubicBezTo>
                <a:cubicBezTo>
                  <a:pt x="21408" y="33318"/>
                  <a:pt x="29700" y="31861"/>
                  <a:pt x="38745" y="31358"/>
                </a:cubicBezTo>
                <a:lnTo>
                  <a:pt x="41610" y="31358"/>
                </a:lnTo>
                <a:lnTo>
                  <a:pt x="41610" y="27589"/>
                </a:lnTo>
                <a:cubicBezTo>
                  <a:pt x="41610" y="24775"/>
                  <a:pt x="41560" y="23117"/>
                  <a:pt x="41459" y="22614"/>
                </a:cubicBezTo>
                <a:cubicBezTo>
                  <a:pt x="40957" y="19398"/>
                  <a:pt x="39650" y="16684"/>
                  <a:pt x="37539" y="14473"/>
                </a:cubicBezTo>
                <a:cubicBezTo>
                  <a:pt x="35429" y="12262"/>
                  <a:pt x="32866" y="11106"/>
                  <a:pt x="29851" y="11005"/>
                </a:cubicBezTo>
                <a:close/>
                <a:moveTo>
                  <a:pt x="39951" y="41308"/>
                </a:moveTo>
                <a:cubicBezTo>
                  <a:pt x="21961" y="41911"/>
                  <a:pt x="12965" y="44927"/>
                  <a:pt x="12965" y="50354"/>
                </a:cubicBezTo>
                <a:cubicBezTo>
                  <a:pt x="12965" y="52465"/>
                  <a:pt x="13970" y="54475"/>
                  <a:pt x="15981" y="56384"/>
                </a:cubicBezTo>
                <a:cubicBezTo>
                  <a:pt x="17991" y="58294"/>
                  <a:pt x="21207" y="59299"/>
                  <a:pt x="25629" y="59400"/>
                </a:cubicBezTo>
                <a:cubicBezTo>
                  <a:pt x="33268" y="59400"/>
                  <a:pt x="38343" y="56485"/>
                  <a:pt x="40856" y="50655"/>
                </a:cubicBezTo>
                <a:cubicBezTo>
                  <a:pt x="41359" y="49349"/>
                  <a:pt x="41610" y="47238"/>
                  <a:pt x="41610" y="44324"/>
                </a:cubicBezTo>
                <a:lnTo>
                  <a:pt x="41610" y="41308"/>
                </a:lnTo>
                <a:lnTo>
                  <a:pt x="39951" y="413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08D387-AB37-4909-90E0-B4D4F8F6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0057" y="2173241"/>
            <a:ext cx="55781" cy="70857"/>
          </a:xfrm>
          <a:custGeom xmlns:a="http://schemas.openxmlformats.org/drawingml/2006/main">
            <a:pathLst>
              <a:path w="55781" h="70857" fill="none">
                <a:moveTo>
                  <a:pt x="29851" y="11005"/>
                </a:moveTo>
                <a:cubicBezTo>
                  <a:pt x="27137" y="11005"/>
                  <a:pt x="24524" y="11257"/>
                  <a:pt x="22011" y="11759"/>
                </a:cubicBezTo>
                <a:cubicBezTo>
                  <a:pt x="19498" y="12262"/>
                  <a:pt x="17337" y="12865"/>
                  <a:pt x="15528" y="13568"/>
                </a:cubicBezTo>
                <a:cubicBezTo>
                  <a:pt x="13719" y="14272"/>
                  <a:pt x="12212" y="15026"/>
                  <a:pt x="11005" y="15830"/>
                </a:cubicBezTo>
                <a:cubicBezTo>
                  <a:pt x="9799" y="16634"/>
                  <a:pt x="8794" y="17287"/>
                  <a:pt x="7990" y="17790"/>
                </a:cubicBezTo>
                <a:cubicBezTo>
                  <a:pt x="7186" y="18292"/>
                  <a:pt x="6784" y="18544"/>
                  <a:pt x="6784" y="18544"/>
                </a:cubicBezTo>
                <a:lnTo>
                  <a:pt x="6633" y="15830"/>
                </a:lnTo>
                <a:cubicBezTo>
                  <a:pt x="6432" y="14021"/>
                  <a:pt x="6282" y="12111"/>
                  <a:pt x="6181" y="10101"/>
                </a:cubicBezTo>
                <a:cubicBezTo>
                  <a:pt x="6081" y="8091"/>
                  <a:pt x="5980" y="6885"/>
                  <a:pt x="5880" y="6483"/>
                </a:cubicBezTo>
                <a:cubicBezTo>
                  <a:pt x="5880" y="6282"/>
                  <a:pt x="6081" y="6081"/>
                  <a:pt x="6483" y="5880"/>
                </a:cubicBezTo>
                <a:cubicBezTo>
                  <a:pt x="6985" y="5679"/>
                  <a:pt x="7488" y="5427"/>
                  <a:pt x="7990" y="5126"/>
                </a:cubicBezTo>
                <a:cubicBezTo>
                  <a:pt x="14423" y="1709"/>
                  <a:pt x="21257" y="0"/>
                  <a:pt x="28494" y="0"/>
                </a:cubicBezTo>
                <a:lnTo>
                  <a:pt x="30152" y="0"/>
                </a:lnTo>
                <a:cubicBezTo>
                  <a:pt x="38293" y="0"/>
                  <a:pt x="44826" y="3015"/>
                  <a:pt x="49751" y="9046"/>
                </a:cubicBezTo>
                <a:cubicBezTo>
                  <a:pt x="52264" y="11960"/>
                  <a:pt x="53872" y="14925"/>
                  <a:pt x="54575" y="17940"/>
                </a:cubicBezTo>
                <a:cubicBezTo>
                  <a:pt x="55279" y="20956"/>
                  <a:pt x="55681" y="25428"/>
                  <a:pt x="55781" y="31358"/>
                </a:cubicBezTo>
                <a:cubicBezTo>
                  <a:pt x="55781" y="32564"/>
                  <a:pt x="55781" y="34826"/>
                  <a:pt x="55781" y="38142"/>
                </a:cubicBezTo>
                <a:cubicBezTo>
                  <a:pt x="55781" y="41459"/>
                  <a:pt x="55731" y="44223"/>
                  <a:pt x="55631" y="46434"/>
                </a:cubicBezTo>
                <a:lnTo>
                  <a:pt x="55631" y="69350"/>
                </a:lnTo>
                <a:lnTo>
                  <a:pt x="42062" y="69350"/>
                </a:lnTo>
                <a:lnTo>
                  <a:pt x="42062" y="63470"/>
                </a:lnTo>
                <a:lnTo>
                  <a:pt x="40404" y="64525"/>
                </a:lnTo>
                <a:cubicBezTo>
                  <a:pt x="34172" y="68747"/>
                  <a:pt x="26785" y="70857"/>
                  <a:pt x="18242" y="70857"/>
                </a:cubicBezTo>
                <a:lnTo>
                  <a:pt x="17187" y="70857"/>
                </a:lnTo>
                <a:cubicBezTo>
                  <a:pt x="12865" y="70857"/>
                  <a:pt x="9096" y="69249"/>
                  <a:pt x="5880" y="66033"/>
                </a:cubicBezTo>
                <a:cubicBezTo>
                  <a:pt x="1960" y="62113"/>
                  <a:pt x="0" y="56887"/>
                  <a:pt x="0" y="50354"/>
                </a:cubicBezTo>
                <a:cubicBezTo>
                  <a:pt x="0" y="48746"/>
                  <a:pt x="50" y="47741"/>
                  <a:pt x="151" y="47339"/>
                </a:cubicBezTo>
                <a:cubicBezTo>
                  <a:pt x="1759" y="42012"/>
                  <a:pt x="6332" y="38142"/>
                  <a:pt x="13870" y="35730"/>
                </a:cubicBezTo>
                <a:cubicBezTo>
                  <a:pt x="21408" y="33318"/>
                  <a:pt x="29700" y="31861"/>
                  <a:pt x="38745" y="31358"/>
                </a:cubicBezTo>
                <a:lnTo>
                  <a:pt x="41610" y="31358"/>
                </a:lnTo>
                <a:lnTo>
                  <a:pt x="41610" y="27589"/>
                </a:lnTo>
                <a:cubicBezTo>
                  <a:pt x="41610" y="24775"/>
                  <a:pt x="41560" y="23117"/>
                  <a:pt x="41459" y="22614"/>
                </a:cubicBezTo>
                <a:cubicBezTo>
                  <a:pt x="40957" y="19398"/>
                  <a:pt x="39650" y="16684"/>
                  <a:pt x="37539" y="14473"/>
                </a:cubicBezTo>
                <a:cubicBezTo>
                  <a:pt x="35429" y="12262"/>
                  <a:pt x="32866" y="11106"/>
                  <a:pt x="29851" y="11005"/>
                </a:cubicBezTo>
                <a:close/>
                <a:moveTo>
                  <a:pt x="39951" y="41308"/>
                </a:moveTo>
                <a:cubicBezTo>
                  <a:pt x="21961" y="41911"/>
                  <a:pt x="12965" y="44927"/>
                  <a:pt x="12965" y="50354"/>
                </a:cubicBezTo>
                <a:cubicBezTo>
                  <a:pt x="12965" y="52465"/>
                  <a:pt x="13970" y="54475"/>
                  <a:pt x="15981" y="56384"/>
                </a:cubicBezTo>
                <a:cubicBezTo>
                  <a:pt x="17991" y="58294"/>
                  <a:pt x="21207" y="59299"/>
                  <a:pt x="25629" y="59400"/>
                </a:cubicBezTo>
                <a:cubicBezTo>
                  <a:pt x="33268" y="59400"/>
                  <a:pt x="38343" y="56485"/>
                  <a:pt x="40856" y="50655"/>
                </a:cubicBezTo>
                <a:cubicBezTo>
                  <a:pt x="41359" y="49349"/>
                  <a:pt x="41610" y="47238"/>
                  <a:pt x="41610" y="44324"/>
                </a:cubicBezTo>
                <a:lnTo>
                  <a:pt x="41610" y="41308"/>
                </a:lnTo>
                <a:lnTo>
                  <a:pt x="39951" y="413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" cap="flat">
            <a:solidFill>
              <a:srgbClr val="000000">
                <a:alpha val="23160"/>
              </a:srgbClr>
            </a:solidFill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702C0F-86CE-4ABF-AF6C-75F9093E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8000" y="2137963"/>
            <a:ext cx="13568" cy="104628"/>
          </a:xfrm>
          <a:custGeom xmlns:a="http://schemas.openxmlformats.org/drawingml/2006/main">
            <a:pathLst>
              <a:path w="13568" h="104628">
                <a:moveTo>
                  <a:pt x="0" y="104628"/>
                </a:moveTo>
                <a:lnTo>
                  <a:pt x="0" y="0"/>
                </a:lnTo>
                <a:lnTo>
                  <a:pt x="13568" y="0"/>
                </a:lnTo>
                <a:lnTo>
                  <a:pt x="13568" y="104628"/>
                </a:lnTo>
                <a:lnTo>
                  <a:pt x="0" y="1046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08A03B-3D45-4E6E-9CFB-DD6B78A2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8000" y="2137963"/>
            <a:ext cx="13568" cy="104628"/>
          </a:xfrm>
          <a:custGeom xmlns:a="http://schemas.openxmlformats.org/drawingml/2006/main">
            <a:pathLst>
              <a:path w="13568" h="104628" fill="none">
                <a:moveTo>
                  <a:pt x="0" y="104628"/>
                </a:moveTo>
                <a:lnTo>
                  <a:pt x="0" y="0"/>
                </a:lnTo>
                <a:lnTo>
                  <a:pt x="13568" y="0"/>
                </a:lnTo>
                <a:lnTo>
                  <a:pt x="13568" y="104628"/>
                </a:lnTo>
                <a:lnTo>
                  <a:pt x="0" y="10462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" cap="flat">
            <a:solidFill>
              <a:srgbClr val="000000">
                <a:alpha val="23160"/>
              </a:srgbClr>
            </a:solidFill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3D7886-2A07-4B81-B2D4-895B43A0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0770" y="891694"/>
            <a:ext cx="923184" cy="4744"/>
          </a:xfrm>
          <a:custGeom xmlns:a="http://schemas.openxmlformats.org/drawingml/2006/main">
            <a:pathLst>
              <a:path w="923184" h="4744" fill="none">
                <a:moveTo>
                  <a:pt x="0" y="4451"/>
                </a:moveTo>
                <a:lnTo>
                  <a:pt x="480246" y="4744"/>
                </a:lnTo>
                <a:lnTo>
                  <a:pt x="9231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AC3028-3A2D-4E8E-BBFE-779B35D8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3471" y="871313"/>
            <a:ext cx="41231" cy="40997"/>
          </a:xfrm>
          <a:custGeom xmlns:a="http://schemas.openxmlformats.org/drawingml/2006/main">
            <a:pathLst>
              <a:path w="41231" h="40997">
                <a:moveTo>
                  <a:pt x="41231" y="20030"/>
                </a:moveTo>
                <a:lnTo>
                  <a:pt x="469" y="40997"/>
                </a:lnTo>
                <a:lnTo>
                  <a:pt x="10483" y="20381"/>
                </a:lnTo>
                <a:lnTo>
                  <a:pt x="0" y="0"/>
                </a:lnTo>
                <a:lnTo>
                  <a:pt x="41231" y="200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FE7B51-BD68-4AB8-9F03-FBCC84F2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3471" y="871313"/>
            <a:ext cx="41231" cy="40997"/>
          </a:xfrm>
          <a:custGeom xmlns:a="http://schemas.openxmlformats.org/drawingml/2006/main">
            <a:pathLst>
              <a:path w="41231" h="40997" fill="none">
                <a:moveTo>
                  <a:pt x="41231" y="20030"/>
                </a:moveTo>
                <a:lnTo>
                  <a:pt x="469" y="40997"/>
                </a:lnTo>
                <a:lnTo>
                  <a:pt x="10483" y="20381"/>
                </a:lnTo>
                <a:lnTo>
                  <a:pt x="0" y="0"/>
                </a:lnTo>
                <a:lnTo>
                  <a:pt x="41231" y="200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ADADC0-4EBA-4367-A3A1-402739EA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7938" y="749729"/>
            <a:ext cx="292834" cy="292833"/>
          </a:xfrm>
          <a:custGeom xmlns:a="http://schemas.openxmlformats.org/drawingml/2006/main">
            <a:pathLst>
              <a:path w="292834" h="292833">
                <a:moveTo>
                  <a:pt x="292833" y="146416"/>
                </a:moveTo>
                <a:cubicBezTo>
                  <a:pt x="292834" y="151212"/>
                  <a:pt x="292600" y="155995"/>
                  <a:pt x="292130" y="160768"/>
                </a:cubicBezTo>
                <a:cubicBezTo>
                  <a:pt x="291659" y="165540"/>
                  <a:pt x="290956" y="170277"/>
                  <a:pt x="290019" y="174981"/>
                </a:cubicBezTo>
                <a:cubicBezTo>
                  <a:pt x="289084" y="179684"/>
                  <a:pt x="287920" y="184330"/>
                  <a:pt x="286529" y="188919"/>
                </a:cubicBezTo>
                <a:cubicBezTo>
                  <a:pt x="285136" y="193508"/>
                  <a:pt x="283522" y="198017"/>
                  <a:pt x="281686" y="202447"/>
                </a:cubicBezTo>
                <a:cubicBezTo>
                  <a:pt x="279851" y="206878"/>
                  <a:pt x="277804" y="211207"/>
                  <a:pt x="275543" y="215436"/>
                </a:cubicBezTo>
                <a:cubicBezTo>
                  <a:pt x="273283" y="219665"/>
                  <a:pt x="270819" y="223774"/>
                  <a:pt x="268155" y="227761"/>
                </a:cubicBezTo>
                <a:cubicBezTo>
                  <a:pt x="265491" y="231748"/>
                  <a:pt x="262639" y="235595"/>
                  <a:pt x="259598" y="239302"/>
                </a:cubicBezTo>
                <a:cubicBezTo>
                  <a:pt x="256557" y="243009"/>
                  <a:pt x="253339" y="246557"/>
                  <a:pt x="249948" y="249948"/>
                </a:cubicBezTo>
                <a:cubicBezTo>
                  <a:pt x="246557" y="253339"/>
                  <a:pt x="243008" y="256556"/>
                  <a:pt x="239301" y="259598"/>
                </a:cubicBezTo>
                <a:cubicBezTo>
                  <a:pt x="235593" y="262640"/>
                  <a:pt x="231747" y="265493"/>
                  <a:pt x="227759" y="268157"/>
                </a:cubicBezTo>
                <a:cubicBezTo>
                  <a:pt x="223774" y="270821"/>
                  <a:pt x="219665" y="273283"/>
                  <a:pt x="215437" y="275544"/>
                </a:cubicBezTo>
                <a:cubicBezTo>
                  <a:pt x="211207" y="277804"/>
                  <a:pt x="206878" y="279852"/>
                  <a:pt x="202447" y="281687"/>
                </a:cubicBezTo>
                <a:cubicBezTo>
                  <a:pt x="198019" y="283522"/>
                  <a:pt x="193508" y="285136"/>
                  <a:pt x="188918" y="286528"/>
                </a:cubicBezTo>
                <a:cubicBezTo>
                  <a:pt x="184331" y="287920"/>
                  <a:pt x="179685" y="289084"/>
                  <a:pt x="174981" y="290019"/>
                </a:cubicBezTo>
                <a:cubicBezTo>
                  <a:pt x="170278" y="290955"/>
                  <a:pt x="165539" y="291657"/>
                  <a:pt x="160768" y="292128"/>
                </a:cubicBezTo>
                <a:cubicBezTo>
                  <a:pt x="155997" y="292598"/>
                  <a:pt x="151212" y="292833"/>
                  <a:pt x="146416" y="292833"/>
                </a:cubicBezTo>
                <a:cubicBezTo>
                  <a:pt x="141623" y="292833"/>
                  <a:pt x="136838" y="292598"/>
                  <a:pt x="132064" y="292128"/>
                </a:cubicBezTo>
                <a:cubicBezTo>
                  <a:pt x="127293" y="291657"/>
                  <a:pt x="122554" y="290955"/>
                  <a:pt x="117851" y="290019"/>
                </a:cubicBezTo>
                <a:cubicBezTo>
                  <a:pt x="113149" y="289084"/>
                  <a:pt x="108503" y="287920"/>
                  <a:pt x="103915" y="286528"/>
                </a:cubicBezTo>
                <a:cubicBezTo>
                  <a:pt x="99325" y="285136"/>
                  <a:pt x="94815" y="283522"/>
                  <a:pt x="90384" y="281687"/>
                </a:cubicBezTo>
                <a:cubicBezTo>
                  <a:pt x="85954" y="279852"/>
                  <a:pt x="81624" y="277804"/>
                  <a:pt x="77395" y="275544"/>
                </a:cubicBezTo>
                <a:cubicBezTo>
                  <a:pt x="73167" y="273283"/>
                  <a:pt x="69058" y="270821"/>
                  <a:pt x="65070" y="268157"/>
                </a:cubicBezTo>
                <a:cubicBezTo>
                  <a:pt x="61084" y="265493"/>
                  <a:pt x="57237" y="262640"/>
                  <a:pt x="53531" y="259598"/>
                </a:cubicBezTo>
                <a:cubicBezTo>
                  <a:pt x="49823" y="256556"/>
                  <a:pt x="46275" y="253339"/>
                  <a:pt x="42884" y="249948"/>
                </a:cubicBezTo>
                <a:cubicBezTo>
                  <a:pt x="39494" y="246557"/>
                  <a:pt x="36276" y="243009"/>
                  <a:pt x="33234" y="239302"/>
                </a:cubicBezTo>
                <a:cubicBezTo>
                  <a:pt x="30192" y="235595"/>
                  <a:pt x="27339" y="231748"/>
                  <a:pt x="24674" y="227761"/>
                </a:cubicBezTo>
                <a:cubicBezTo>
                  <a:pt x="22010" y="223774"/>
                  <a:pt x="19548" y="219665"/>
                  <a:pt x="17288" y="215436"/>
                </a:cubicBezTo>
                <a:cubicBezTo>
                  <a:pt x="15028" y="211207"/>
                  <a:pt x="12980" y="206878"/>
                  <a:pt x="11144" y="202447"/>
                </a:cubicBezTo>
                <a:cubicBezTo>
                  <a:pt x="9309" y="198017"/>
                  <a:pt x="7696" y="193508"/>
                  <a:pt x="6305" y="188919"/>
                </a:cubicBezTo>
                <a:cubicBezTo>
                  <a:pt x="4913" y="184330"/>
                  <a:pt x="3748" y="179684"/>
                  <a:pt x="2812" y="174981"/>
                </a:cubicBezTo>
                <a:cubicBezTo>
                  <a:pt x="1878" y="170277"/>
                  <a:pt x="1175" y="165540"/>
                  <a:pt x="706" y="160768"/>
                </a:cubicBezTo>
                <a:cubicBezTo>
                  <a:pt x="235" y="155995"/>
                  <a:pt x="0" y="151212"/>
                  <a:pt x="0" y="146416"/>
                </a:cubicBezTo>
                <a:cubicBezTo>
                  <a:pt x="0" y="141621"/>
                  <a:pt x="235" y="136837"/>
                  <a:pt x="706" y="132065"/>
                </a:cubicBezTo>
                <a:cubicBezTo>
                  <a:pt x="1175" y="127293"/>
                  <a:pt x="1878" y="122555"/>
                  <a:pt x="2812" y="117852"/>
                </a:cubicBezTo>
                <a:cubicBezTo>
                  <a:pt x="3748" y="113149"/>
                  <a:pt x="4913" y="108503"/>
                  <a:pt x="6304" y="103914"/>
                </a:cubicBezTo>
                <a:cubicBezTo>
                  <a:pt x="7696" y="99325"/>
                  <a:pt x="9309" y="94815"/>
                  <a:pt x="11144" y="90385"/>
                </a:cubicBezTo>
                <a:cubicBezTo>
                  <a:pt x="12980" y="85955"/>
                  <a:pt x="15027" y="81625"/>
                  <a:pt x="17287" y="77396"/>
                </a:cubicBezTo>
                <a:cubicBezTo>
                  <a:pt x="19548" y="73167"/>
                  <a:pt x="22010" y="69059"/>
                  <a:pt x="24675" y="65072"/>
                </a:cubicBezTo>
                <a:cubicBezTo>
                  <a:pt x="27339" y="61085"/>
                  <a:pt x="30193" y="57238"/>
                  <a:pt x="33235" y="53531"/>
                </a:cubicBezTo>
                <a:cubicBezTo>
                  <a:pt x="36276" y="49824"/>
                  <a:pt x="39494" y="46275"/>
                  <a:pt x="42884" y="42884"/>
                </a:cubicBezTo>
                <a:cubicBezTo>
                  <a:pt x="46275" y="39494"/>
                  <a:pt x="49823" y="36277"/>
                  <a:pt x="53531" y="33235"/>
                </a:cubicBezTo>
                <a:cubicBezTo>
                  <a:pt x="57237" y="30193"/>
                  <a:pt x="61084" y="27340"/>
                  <a:pt x="65070" y="24676"/>
                </a:cubicBezTo>
                <a:cubicBezTo>
                  <a:pt x="69058" y="22011"/>
                  <a:pt x="73167" y="19549"/>
                  <a:pt x="77395" y="17289"/>
                </a:cubicBezTo>
                <a:cubicBezTo>
                  <a:pt x="81624" y="15028"/>
                  <a:pt x="85954" y="12980"/>
                  <a:pt x="90384" y="11145"/>
                </a:cubicBezTo>
                <a:cubicBezTo>
                  <a:pt x="94815" y="9310"/>
                  <a:pt x="99325" y="7697"/>
                  <a:pt x="103915" y="6305"/>
                </a:cubicBezTo>
                <a:cubicBezTo>
                  <a:pt x="108503" y="4913"/>
                  <a:pt x="113149" y="3749"/>
                  <a:pt x="117851" y="2813"/>
                </a:cubicBezTo>
                <a:cubicBezTo>
                  <a:pt x="122554" y="1878"/>
                  <a:pt x="127293" y="1175"/>
                  <a:pt x="132064" y="705"/>
                </a:cubicBezTo>
                <a:cubicBezTo>
                  <a:pt x="136838" y="235"/>
                  <a:pt x="141623" y="0"/>
                  <a:pt x="146416" y="0"/>
                </a:cubicBezTo>
                <a:cubicBezTo>
                  <a:pt x="151212" y="0"/>
                  <a:pt x="155997" y="235"/>
                  <a:pt x="160768" y="705"/>
                </a:cubicBezTo>
                <a:cubicBezTo>
                  <a:pt x="165539" y="1175"/>
                  <a:pt x="170278" y="1878"/>
                  <a:pt x="174981" y="2813"/>
                </a:cubicBezTo>
                <a:cubicBezTo>
                  <a:pt x="179685" y="3749"/>
                  <a:pt x="184332" y="4913"/>
                  <a:pt x="188920" y="6305"/>
                </a:cubicBezTo>
                <a:cubicBezTo>
                  <a:pt x="193508" y="7697"/>
                  <a:pt x="198019" y="9310"/>
                  <a:pt x="202447" y="11145"/>
                </a:cubicBezTo>
                <a:cubicBezTo>
                  <a:pt x="206878" y="12980"/>
                  <a:pt x="211207" y="15028"/>
                  <a:pt x="215437" y="17289"/>
                </a:cubicBezTo>
                <a:cubicBezTo>
                  <a:pt x="219665" y="19549"/>
                  <a:pt x="223774" y="22011"/>
                  <a:pt x="227759" y="24676"/>
                </a:cubicBezTo>
                <a:cubicBezTo>
                  <a:pt x="231747" y="27340"/>
                  <a:pt x="235593" y="30193"/>
                  <a:pt x="239301" y="33235"/>
                </a:cubicBezTo>
                <a:cubicBezTo>
                  <a:pt x="243008" y="36277"/>
                  <a:pt x="246557" y="39494"/>
                  <a:pt x="249948" y="42884"/>
                </a:cubicBezTo>
                <a:cubicBezTo>
                  <a:pt x="253339" y="46275"/>
                  <a:pt x="256555" y="49824"/>
                  <a:pt x="259596" y="53531"/>
                </a:cubicBezTo>
                <a:cubicBezTo>
                  <a:pt x="262639" y="57238"/>
                  <a:pt x="265491" y="61085"/>
                  <a:pt x="268155" y="65072"/>
                </a:cubicBezTo>
                <a:cubicBezTo>
                  <a:pt x="270819" y="69059"/>
                  <a:pt x="273283" y="73167"/>
                  <a:pt x="275543" y="77396"/>
                </a:cubicBezTo>
                <a:cubicBezTo>
                  <a:pt x="277804" y="81625"/>
                  <a:pt x="279851" y="85955"/>
                  <a:pt x="281686" y="90385"/>
                </a:cubicBezTo>
                <a:cubicBezTo>
                  <a:pt x="283522" y="94815"/>
                  <a:pt x="285136" y="99325"/>
                  <a:pt x="286529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6" y="122555"/>
                  <a:pt x="291659" y="127293"/>
                  <a:pt x="292130" y="132065"/>
                </a:cubicBezTo>
                <a:cubicBezTo>
                  <a:pt x="292600" y="136837"/>
                  <a:pt x="292834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FB8E0A-41FA-4D92-9438-5BD806C8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7938" y="749729"/>
            <a:ext cx="292834" cy="292833"/>
          </a:xfrm>
          <a:custGeom xmlns:a="http://schemas.openxmlformats.org/drawingml/2006/main">
            <a:pathLst>
              <a:path w="292834" h="292833" fill="none">
                <a:moveTo>
                  <a:pt x="292833" y="146416"/>
                </a:moveTo>
                <a:cubicBezTo>
                  <a:pt x="292834" y="151212"/>
                  <a:pt x="292600" y="155995"/>
                  <a:pt x="292130" y="160768"/>
                </a:cubicBezTo>
                <a:cubicBezTo>
                  <a:pt x="291659" y="165540"/>
                  <a:pt x="290956" y="170277"/>
                  <a:pt x="290019" y="174981"/>
                </a:cubicBezTo>
                <a:cubicBezTo>
                  <a:pt x="289084" y="179684"/>
                  <a:pt x="287920" y="184330"/>
                  <a:pt x="286529" y="188919"/>
                </a:cubicBezTo>
                <a:cubicBezTo>
                  <a:pt x="285136" y="193508"/>
                  <a:pt x="283522" y="198017"/>
                  <a:pt x="281686" y="202447"/>
                </a:cubicBezTo>
                <a:cubicBezTo>
                  <a:pt x="279851" y="206878"/>
                  <a:pt x="277804" y="211207"/>
                  <a:pt x="275543" y="215436"/>
                </a:cubicBezTo>
                <a:cubicBezTo>
                  <a:pt x="273283" y="219665"/>
                  <a:pt x="270819" y="223774"/>
                  <a:pt x="268155" y="227761"/>
                </a:cubicBezTo>
                <a:cubicBezTo>
                  <a:pt x="265491" y="231748"/>
                  <a:pt x="262639" y="235595"/>
                  <a:pt x="259598" y="239302"/>
                </a:cubicBezTo>
                <a:cubicBezTo>
                  <a:pt x="256557" y="243009"/>
                  <a:pt x="253339" y="246557"/>
                  <a:pt x="249948" y="249948"/>
                </a:cubicBezTo>
                <a:cubicBezTo>
                  <a:pt x="246557" y="253339"/>
                  <a:pt x="243008" y="256556"/>
                  <a:pt x="239301" y="259598"/>
                </a:cubicBezTo>
                <a:cubicBezTo>
                  <a:pt x="235593" y="262640"/>
                  <a:pt x="231747" y="265493"/>
                  <a:pt x="227759" y="268157"/>
                </a:cubicBezTo>
                <a:cubicBezTo>
                  <a:pt x="223774" y="270821"/>
                  <a:pt x="219665" y="273283"/>
                  <a:pt x="215437" y="275544"/>
                </a:cubicBezTo>
                <a:cubicBezTo>
                  <a:pt x="211207" y="277804"/>
                  <a:pt x="206878" y="279852"/>
                  <a:pt x="202447" y="281687"/>
                </a:cubicBezTo>
                <a:cubicBezTo>
                  <a:pt x="198019" y="283522"/>
                  <a:pt x="193508" y="285136"/>
                  <a:pt x="188918" y="286528"/>
                </a:cubicBezTo>
                <a:cubicBezTo>
                  <a:pt x="184331" y="287920"/>
                  <a:pt x="179685" y="289084"/>
                  <a:pt x="174981" y="290019"/>
                </a:cubicBezTo>
                <a:cubicBezTo>
                  <a:pt x="170278" y="290955"/>
                  <a:pt x="165539" y="291657"/>
                  <a:pt x="160768" y="292128"/>
                </a:cubicBezTo>
                <a:cubicBezTo>
                  <a:pt x="155997" y="292598"/>
                  <a:pt x="151212" y="292833"/>
                  <a:pt x="146416" y="292833"/>
                </a:cubicBezTo>
                <a:cubicBezTo>
                  <a:pt x="141623" y="292833"/>
                  <a:pt x="136838" y="292598"/>
                  <a:pt x="132064" y="292128"/>
                </a:cubicBezTo>
                <a:cubicBezTo>
                  <a:pt x="127293" y="291657"/>
                  <a:pt x="122554" y="290955"/>
                  <a:pt x="117851" y="290019"/>
                </a:cubicBezTo>
                <a:cubicBezTo>
                  <a:pt x="113149" y="289084"/>
                  <a:pt x="108503" y="287920"/>
                  <a:pt x="103915" y="286528"/>
                </a:cubicBezTo>
                <a:cubicBezTo>
                  <a:pt x="99325" y="285136"/>
                  <a:pt x="94815" y="283522"/>
                  <a:pt x="90384" y="281687"/>
                </a:cubicBezTo>
                <a:cubicBezTo>
                  <a:pt x="85954" y="279852"/>
                  <a:pt x="81624" y="277804"/>
                  <a:pt x="77395" y="275544"/>
                </a:cubicBezTo>
                <a:cubicBezTo>
                  <a:pt x="73167" y="273283"/>
                  <a:pt x="69058" y="270821"/>
                  <a:pt x="65070" y="268157"/>
                </a:cubicBezTo>
                <a:cubicBezTo>
                  <a:pt x="61084" y="265493"/>
                  <a:pt x="57237" y="262640"/>
                  <a:pt x="53531" y="259598"/>
                </a:cubicBezTo>
                <a:cubicBezTo>
                  <a:pt x="49823" y="256556"/>
                  <a:pt x="46275" y="253339"/>
                  <a:pt x="42884" y="249948"/>
                </a:cubicBezTo>
                <a:cubicBezTo>
                  <a:pt x="39494" y="246557"/>
                  <a:pt x="36276" y="243009"/>
                  <a:pt x="33234" y="239302"/>
                </a:cubicBezTo>
                <a:cubicBezTo>
                  <a:pt x="30192" y="235595"/>
                  <a:pt x="27339" y="231748"/>
                  <a:pt x="24674" y="227761"/>
                </a:cubicBezTo>
                <a:cubicBezTo>
                  <a:pt x="22010" y="223774"/>
                  <a:pt x="19548" y="219665"/>
                  <a:pt x="17288" y="215436"/>
                </a:cubicBezTo>
                <a:cubicBezTo>
                  <a:pt x="15028" y="211207"/>
                  <a:pt x="12980" y="206878"/>
                  <a:pt x="11144" y="202447"/>
                </a:cubicBezTo>
                <a:cubicBezTo>
                  <a:pt x="9309" y="198017"/>
                  <a:pt x="7696" y="193508"/>
                  <a:pt x="6305" y="188919"/>
                </a:cubicBezTo>
                <a:cubicBezTo>
                  <a:pt x="4913" y="184330"/>
                  <a:pt x="3748" y="179684"/>
                  <a:pt x="2812" y="174981"/>
                </a:cubicBezTo>
                <a:cubicBezTo>
                  <a:pt x="1878" y="170277"/>
                  <a:pt x="1175" y="165540"/>
                  <a:pt x="706" y="160768"/>
                </a:cubicBezTo>
                <a:cubicBezTo>
                  <a:pt x="235" y="155995"/>
                  <a:pt x="0" y="151212"/>
                  <a:pt x="0" y="146416"/>
                </a:cubicBezTo>
                <a:cubicBezTo>
                  <a:pt x="0" y="141621"/>
                  <a:pt x="235" y="136837"/>
                  <a:pt x="706" y="132065"/>
                </a:cubicBezTo>
                <a:cubicBezTo>
                  <a:pt x="1175" y="127293"/>
                  <a:pt x="1878" y="122555"/>
                  <a:pt x="2812" y="117852"/>
                </a:cubicBezTo>
                <a:cubicBezTo>
                  <a:pt x="3748" y="113149"/>
                  <a:pt x="4913" y="108503"/>
                  <a:pt x="6304" y="103914"/>
                </a:cubicBezTo>
                <a:cubicBezTo>
                  <a:pt x="7696" y="99325"/>
                  <a:pt x="9309" y="94815"/>
                  <a:pt x="11144" y="90385"/>
                </a:cubicBezTo>
                <a:cubicBezTo>
                  <a:pt x="12980" y="85955"/>
                  <a:pt x="15027" y="81625"/>
                  <a:pt x="17287" y="77396"/>
                </a:cubicBezTo>
                <a:cubicBezTo>
                  <a:pt x="19548" y="73167"/>
                  <a:pt x="22010" y="69059"/>
                  <a:pt x="24675" y="65072"/>
                </a:cubicBezTo>
                <a:cubicBezTo>
                  <a:pt x="27339" y="61085"/>
                  <a:pt x="30193" y="57238"/>
                  <a:pt x="33235" y="53531"/>
                </a:cubicBezTo>
                <a:cubicBezTo>
                  <a:pt x="36276" y="49824"/>
                  <a:pt x="39494" y="46275"/>
                  <a:pt x="42884" y="42884"/>
                </a:cubicBezTo>
                <a:cubicBezTo>
                  <a:pt x="46275" y="39494"/>
                  <a:pt x="49823" y="36277"/>
                  <a:pt x="53531" y="33235"/>
                </a:cubicBezTo>
                <a:cubicBezTo>
                  <a:pt x="57237" y="30193"/>
                  <a:pt x="61084" y="27340"/>
                  <a:pt x="65070" y="24676"/>
                </a:cubicBezTo>
                <a:cubicBezTo>
                  <a:pt x="69058" y="22011"/>
                  <a:pt x="73167" y="19549"/>
                  <a:pt x="77395" y="17289"/>
                </a:cubicBezTo>
                <a:cubicBezTo>
                  <a:pt x="81624" y="15028"/>
                  <a:pt x="85954" y="12980"/>
                  <a:pt x="90384" y="11145"/>
                </a:cubicBezTo>
                <a:cubicBezTo>
                  <a:pt x="94815" y="9310"/>
                  <a:pt x="99325" y="7697"/>
                  <a:pt x="103915" y="6305"/>
                </a:cubicBezTo>
                <a:cubicBezTo>
                  <a:pt x="108503" y="4913"/>
                  <a:pt x="113149" y="3749"/>
                  <a:pt x="117851" y="2813"/>
                </a:cubicBezTo>
                <a:cubicBezTo>
                  <a:pt x="122554" y="1878"/>
                  <a:pt x="127293" y="1175"/>
                  <a:pt x="132064" y="705"/>
                </a:cubicBezTo>
                <a:cubicBezTo>
                  <a:pt x="136838" y="235"/>
                  <a:pt x="141623" y="0"/>
                  <a:pt x="146416" y="0"/>
                </a:cubicBezTo>
                <a:cubicBezTo>
                  <a:pt x="151212" y="0"/>
                  <a:pt x="155997" y="235"/>
                  <a:pt x="160768" y="705"/>
                </a:cubicBezTo>
                <a:cubicBezTo>
                  <a:pt x="165539" y="1175"/>
                  <a:pt x="170278" y="1878"/>
                  <a:pt x="174981" y="2813"/>
                </a:cubicBezTo>
                <a:cubicBezTo>
                  <a:pt x="179685" y="3749"/>
                  <a:pt x="184332" y="4913"/>
                  <a:pt x="188920" y="6305"/>
                </a:cubicBezTo>
                <a:cubicBezTo>
                  <a:pt x="193508" y="7697"/>
                  <a:pt x="198019" y="9310"/>
                  <a:pt x="202447" y="11145"/>
                </a:cubicBezTo>
                <a:cubicBezTo>
                  <a:pt x="206878" y="12980"/>
                  <a:pt x="211207" y="15028"/>
                  <a:pt x="215437" y="17289"/>
                </a:cubicBezTo>
                <a:cubicBezTo>
                  <a:pt x="219665" y="19549"/>
                  <a:pt x="223774" y="22011"/>
                  <a:pt x="227759" y="24676"/>
                </a:cubicBezTo>
                <a:cubicBezTo>
                  <a:pt x="231747" y="27340"/>
                  <a:pt x="235593" y="30193"/>
                  <a:pt x="239301" y="33235"/>
                </a:cubicBezTo>
                <a:cubicBezTo>
                  <a:pt x="243008" y="36277"/>
                  <a:pt x="246557" y="39494"/>
                  <a:pt x="249948" y="42884"/>
                </a:cubicBezTo>
                <a:cubicBezTo>
                  <a:pt x="253339" y="46275"/>
                  <a:pt x="256555" y="49824"/>
                  <a:pt x="259596" y="53531"/>
                </a:cubicBezTo>
                <a:cubicBezTo>
                  <a:pt x="262639" y="57238"/>
                  <a:pt x="265491" y="61085"/>
                  <a:pt x="268155" y="65072"/>
                </a:cubicBezTo>
                <a:cubicBezTo>
                  <a:pt x="270819" y="69059"/>
                  <a:pt x="273283" y="73167"/>
                  <a:pt x="275543" y="77396"/>
                </a:cubicBezTo>
                <a:cubicBezTo>
                  <a:pt x="277804" y="81625"/>
                  <a:pt x="279851" y="85955"/>
                  <a:pt x="281686" y="90385"/>
                </a:cubicBezTo>
                <a:cubicBezTo>
                  <a:pt x="283522" y="94815"/>
                  <a:pt x="285136" y="99325"/>
                  <a:pt x="286529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6" y="122555"/>
                  <a:pt x="291659" y="127293"/>
                  <a:pt x="292130" y="132065"/>
                </a:cubicBezTo>
                <a:cubicBezTo>
                  <a:pt x="292600" y="136837"/>
                  <a:pt x="292834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431" name="Text s">
            <a:extLst xmlns:a="http://schemas.openxmlformats.org/drawingml/2006/main">
              <a:ext uri="{FF2B5EF4-FFF2-40B4-BE49-F238E27FC236}">
                <a16:creationId xmlns:a16="http://schemas.microsoft.com/office/drawing/2014/main" id="{3B639A12-1243-41A4-91E0-4881E09F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4990" y="855331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Text 8">
            <a:extLst xmlns:a="http://schemas.openxmlformats.org/drawingml/2006/main">
              <a:ext uri="{FF2B5EF4-FFF2-40B4-BE49-F238E27FC236}">
                <a16:creationId xmlns:a16="http://schemas.microsoft.com/office/drawing/2014/main" id="{2B5AC733-0158-4D1E-A822-46E74A5E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8226" y="879303"/>
            <a:ext cx="59619" cy="107345"/>
          </a:xfrm>
          <a:custGeom xmlns:a="http://schemas.openxmlformats.org/drawingml/2006/main">
            <a:pathLst>
              <a:path w="59619" h="107345">
                <a:moveTo>
                  <a:pt x="20508" y="53444"/>
                </a:moveTo>
                <a:cubicBezTo>
                  <a:pt x="12325" y="46735"/>
                  <a:pt x="7052" y="41347"/>
                  <a:pt x="4689" y="37281"/>
                </a:cubicBezTo>
                <a:cubicBezTo>
                  <a:pt x="2325" y="33215"/>
                  <a:pt x="1144" y="28996"/>
                  <a:pt x="1144" y="24625"/>
                </a:cubicBezTo>
                <a:cubicBezTo>
                  <a:pt x="1144" y="17916"/>
                  <a:pt x="3736" y="12135"/>
                  <a:pt x="8920" y="7281"/>
                </a:cubicBezTo>
                <a:cubicBezTo>
                  <a:pt x="14104" y="2427"/>
                  <a:pt x="20991" y="0"/>
                  <a:pt x="29581" y="0"/>
                </a:cubicBezTo>
                <a:cubicBezTo>
                  <a:pt x="37916" y="0"/>
                  <a:pt x="44625" y="2262"/>
                  <a:pt x="49708" y="6785"/>
                </a:cubicBezTo>
                <a:cubicBezTo>
                  <a:pt x="54791" y="11309"/>
                  <a:pt x="57332" y="16468"/>
                  <a:pt x="57332" y="22262"/>
                </a:cubicBezTo>
                <a:cubicBezTo>
                  <a:pt x="57332" y="26125"/>
                  <a:pt x="55960" y="30064"/>
                  <a:pt x="53215" y="34079"/>
                </a:cubicBezTo>
                <a:cubicBezTo>
                  <a:pt x="50471" y="38094"/>
                  <a:pt x="44753" y="42821"/>
                  <a:pt x="36061" y="48260"/>
                </a:cubicBezTo>
                <a:cubicBezTo>
                  <a:pt x="45007" y="55172"/>
                  <a:pt x="50928" y="60610"/>
                  <a:pt x="53825" y="64575"/>
                </a:cubicBezTo>
                <a:cubicBezTo>
                  <a:pt x="57688" y="69759"/>
                  <a:pt x="59619" y="75223"/>
                  <a:pt x="59619" y="80966"/>
                </a:cubicBezTo>
                <a:cubicBezTo>
                  <a:pt x="59619" y="88234"/>
                  <a:pt x="56849" y="94448"/>
                  <a:pt x="51309" y="99607"/>
                </a:cubicBezTo>
                <a:cubicBezTo>
                  <a:pt x="45769" y="104766"/>
                  <a:pt x="38501" y="107345"/>
                  <a:pt x="29505" y="107345"/>
                </a:cubicBezTo>
                <a:cubicBezTo>
                  <a:pt x="19695" y="107345"/>
                  <a:pt x="12046" y="104270"/>
                  <a:pt x="6557" y="98120"/>
                </a:cubicBezTo>
                <a:cubicBezTo>
                  <a:pt x="2186" y="93190"/>
                  <a:pt x="0" y="87802"/>
                  <a:pt x="0" y="81957"/>
                </a:cubicBezTo>
                <a:cubicBezTo>
                  <a:pt x="0" y="77383"/>
                  <a:pt x="1537" y="72847"/>
                  <a:pt x="4612" y="68349"/>
                </a:cubicBezTo>
                <a:cubicBezTo>
                  <a:pt x="7687" y="63851"/>
                  <a:pt x="12986" y="58882"/>
                  <a:pt x="20508" y="53444"/>
                </a:cubicBezTo>
                <a:moveTo>
                  <a:pt x="32478" y="45286"/>
                </a:moveTo>
                <a:cubicBezTo>
                  <a:pt x="38577" y="39797"/>
                  <a:pt x="42440" y="35464"/>
                  <a:pt x="44066" y="32287"/>
                </a:cubicBezTo>
                <a:cubicBezTo>
                  <a:pt x="45693" y="29111"/>
                  <a:pt x="46506" y="25515"/>
                  <a:pt x="46506" y="21500"/>
                </a:cubicBezTo>
                <a:cubicBezTo>
                  <a:pt x="46506" y="16163"/>
                  <a:pt x="45007" y="11982"/>
                  <a:pt x="42008" y="8958"/>
                </a:cubicBezTo>
                <a:cubicBezTo>
                  <a:pt x="39009" y="5934"/>
                  <a:pt x="34918" y="4422"/>
                  <a:pt x="29733" y="4422"/>
                </a:cubicBezTo>
                <a:cubicBezTo>
                  <a:pt x="24549" y="4422"/>
                  <a:pt x="20331" y="5921"/>
                  <a:pt x="17078" y="8920"/>
                </a:cubicBezTo>
                <a:cubicBezTo>
                  <a:pt x="13825" y="11919"/>
                  <a:pt x="12198" y="15426"/>
                  <a:pt x="12198" y="19441"/>
                </a:cubicBezTo>
                <a:cubicBezTo>
                  <a:pt x="12198" y="22084"/>
                  <a:pt x="12872" y="24727"/>
                  <a:pt x="14219" y="27370"/>
                </a:cubicBezTo>
                <a:cubicBezTo>
                  <a:pt x="15566" y="30013"/>
                  <a:pt x="17484" y="32529"/>
                  <a:pt x="19975" y="34918"/>
                </a:cubicBezTo>
                <a:lnTo>
                  <a:pt x="32478" y="45286"/>
                </a:lnTo>
                <a:moveTo>
                  <a:pt x="24092" y="56341"/>
                </a:moveTo>
                <a:cubicBezTo>
                  <a:pt x="19873" y="59899"/>
                  <a:pt x="16747" y="63774"/>
                  <a:pt x="14714" y="67967"/>
                </a:cubicBezTo>
                <a:cubicBezTo>
                  <a:pt x="12681" y="72161"/>
                  <a:pt x="11665" y="76697"/>
                  <a:pt x="11665" y="81576"/>
                </a:cubicBezTo>
                <a:cubicBezTo>
                  <a:pt x="11665" y="88133"/>
                  <a:pt x="13456" y="93381"/>
                  <a:pt x="17040" y="97320"/>
                </a:cubicBezTo>
                <a:cubicBezTo>
                  <a:pt x="20623" y="101259"/>
                  <a:pt x="25184" y="103228"/>
                  <a:pt x="30724" y="103228"/>
                </a:cubicBezTo>
                <a:cubicBezTo>
                  <a:pt x="36214" y="103228"/>
                  <a:pt x="40610" y="101678"/>
                  <a:pt x="43914" y="98578"/>
                </a:cubicBezTo>
                <a:cubicBezTo>
                  <a:pt x="47218" y="95477"/>
                  <a:pt x="48869" y="91716"/>
                  <a:pt x="48869" y="87294"/>
                </a:cubicBezTo>
                <a:cubicBezTo>
                  <a:pt x="48869" y="83635"/>
                  <a:pt x="47904" y="80356"/>
                  <a:pt x="45972" y="77459"/>
                </a:cubicBezTo>
                <a:cubicBezTo>
                  <a:pt x="42364" y="72072"/>
                  <a:pt x="35070" y="65032"/>
                  <a:pt x="24092" y="563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Text x">
            <a:extLst xmlns:a="http://schemas.openxmlformats.org/drawingml/2006/main">
              <a:ext uri="{FF2B5EF4-FFF2-40B4-BE49-F238E27FC236}">
                <a16:creationId xmlns:a16="http://schemas.microsoft.com/office/drawing/2014/main" id="{4936CF87-29AD-4FF4-9F7A-78E991F6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2019" y="1173352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Text 5">
            <a:extLst xmlns:a="http://schemas.openxmlformats.org/drawingml/2006/main">
              <a:ext uri="{FF2B5EF4-FFF2-40B4-BE49-F238E27FC236}">
                <a16:creationId xmlns:a16="http://schemas.microsoft.com/office/drawing/2014/main" id="{3AB799D9-941E-43A4-BBAA-CFB4536A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960" y="1176601"/>
            <a:ext cx="67861" cy="118391"/>
          </a:xfrm>
          <a:custGeom xmlns:a="http://schemas.openxmlformats.org/drawingml/2006/main">
            <a:pathLst>
              <a:path w="67861" h="118391">
                <a:moveTo>
                  <a:pt x="67861" y="0"/>
                </a:moveTo>
                <a:lnTo>
                  <a:pt x="61169" y="14756"/>
                </a:lnTo>
                <a:lnTo>
                  <a:pt x="26166" y="14756"/>
                </a:lnTo>
                <a:lnTo>
                  <a:pt x="18531" y="30198"/>
                </a:lnTo>
                <a:cubicBezTo>
                  <a:pt x="33687" y="32429"/>
                  <a:pt x="45698" y="38063"/>
                  <a:pt x="54563" y="47099"/>
                </a:cubicBezTo>
                <a:cubicBezTo>
                  <a:pt x="62170" y="54878"/>
                  <a:pt x="65973" y="64029"/>
                  <a:pt x="65973" y="74552"/>
                </a:cubicBezTo>
                <a:cubicBezTo>
                  <a:pt x="65973" y="80672"/>
                  <a:pt x="64729" y="86334"/>
                  <a:pt x="62241" y="91539"/>
                </a:cubicBezTo>
                <a:cubicBezTo>
                  <a:pt x="59753" y="96743"/>
                  <a:pt x="56622" y="101176"/>
                  <a:pt x="52847" y="104836"/>
                </a:cubicBezTo>
                <a:cubicBezTo>
                  <a:pt x="49072" y="108497"/>
                  <a:pt x="44869" y="111442"/>
                  <a:pt x="40236" y="113673"/>
                </a:cubicBezTo>
                <a:cubicBezTo>
                  <a:pt x="33659" y="116818"/>
                  <a:pt x="26910" y="118391"/>
                  <a:pt x="19989" y="118391"/>
                </a:cubicBezTo>
                <a:cubicBezTo>
                  <a:pt x="13012" y="118391"/>
                  <a:pt x="7936" y="117205"/>
                  <a:pt x="4761" y="114831"/>
                </a:cubicBezTo>
                <a:cubicBezTo>
                  <a:pt x="1587" y="112457"/>
                  <a:pt x="0" y="109841"/>
                  <a:pt x="0" y="106981"/>
                </a:cubicBezTo>
                <a:cubicBezTo>
                  <a:pt x="0" y="105380"/>
                  <a:pt x="658" y="103964"/>
                  <a:pt x="1973" y="102734"/>
                </a:cubicBezTo>
                <a:cubicBezTo>
                  <a:pt x="3289" y="101505"/>
                  <a:pt x="4947" y="100890"/>
                  <a:pt x="6949" y="100890"/>
                </a:cubicBezTo>
                <a:cubicBezTo>
                  <a:pt x="8436" y="100890"/>
                  <a:pt x="9737" y="101119"/>
                  <a:pt x="10853" y="101576"/>
                </a:cubicBezTo>
                <a:cubicBezTo>
                  <a:pt x="11968" y="102034"/>
                  <a:pt x="13870" y="103206"/>
                  <a:pt x="16558" y="105094"/>
                </a:cubicBezTo>
                <a:cubicBezTo>
                  <a:pt x="20847" y="108068"/>
                  <a:pt x="25194" y="109555"/>
                  <a:pt x="29598" y="109555"/>
                </a:cubicBezTo>
                <a:cubicBezTo>
                  <a:pt x="36290" y="109555"/>
                  <a:pt x="42166" y="107024"/>
                  <a:pt x="47228" y="101962"/>
                </a:cubicBezTo>
                <a:cubicBezTo>
                  <a:pt x="52289" y="96901"/>
                  <a:pt x="54820" y="90738"/>
                  <a:pt x="54820" y="83474"/>
                </a:cubicBezTo>
                <a:cubicBezTo>
                  <a:pt x="54820" y="76440"/>
                  <a:pt x="52561" y="69877"/>
                  <a:pt x="48043" y="63785"/>
                </a:cubicBezTo>
                <a:cubicBezTo>
                  <a:pt x="43525" y="57694"/>
                  <a:pt x="37290" y="52990"/>
                  <a:pt x="29340" y="49673"/>
                </a:cubicBezTo>
                <a:cubicBezTo>
                  <a:pt x="23106" y="47099"/>
                  <a:pt x="14613" y="45612"/>
                  <a:pt x="3861" y="45212"/>
                </a:cubicBezTo>
                <a:lnTo>
                  <a:pt x="26166" y="0"/>
                </a:lnTo>
                <a:lnTo>
                  <a:pt x="6786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Text /y">
            <a:extLst xmlns:a="http://schemas.openxmlformats.org/drawingml/2006/main">
              <a:ext uri="{FF2B5EF4-FFF2-40B4-BE49-F238E27FC236}">
                <a16:creationId xmlns:a16="http://schemas.microsoft.com/office/drawing/2014/main" id="{FD2DBE36-8B72-4002-93AF-93C2C50C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5660" y="1129942"/>
            <a:ext cx="135407" cy="159914"/>
          </a:xfrm>
          <a:custGeom xmlns:a="http://schemas.openxmlformats.org/drawingml/2006/main">
            <a:pathLst>
              <a:path w="135407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7" y="43410"/>
                </a:moveTo>
                <a:lnTo>
                  <a:pt x="86249" y="43410"/>
                </a:lnTo>
                <a:lnTo>
                  <a:pt x="86249" y="46584"/>
                </a:lnTo>
                <a:lnTo>
                  <a:pt x="84448" y="46584"/>
                </a:lnTo>
                <a:cubicBezTo>
                  <a:pt x="81874" y="46584"/>
                  <a:pt x="79944" y="47142"/>
                  <a:pt x="78657" y="48257"/>
                </a:cubicBezTo>
                <a:cubicBezTo>
                  <a:pt x="77370" y="49373"/>
                  <a:pt x="76726" y="50760"/>
                  <a:pt x="76726" y="52418"/>
                </a:cubicBezTo>
                <a:cubicBezTo>
                  <a:pt x="76726" y="54649"/>
                  <a:pt x="77670" y="57737"/>
                  <a:pt x="79557" y="61684"/>
                </a:cubicBezTo>
                <a:lnTo>
                  <a:pt x="98689" y="101319"/>
                </a:lnTo>
                <a:lnTo>
                  <a:pt x="116276" y="57909"/>
                </a:lnTo>
                <a:cubicBezTo>
                  <a:pt x="117248" y="55564"/>
                  <a:pt x="117734" y="53247"/>
                  <a:pt x="117734" y="50960"/>
                </a:cubicBezTo>
                <a:cubicBezTo>
                  <a:pt x="117734" y="49930"/>
                  <a:pt x="117534" y="49158"/>
                  <a:pt x="117134" y="48643"/>
                </a:cubicBezTo>
                <a:cubicBezTo>
                  <a:pt x="116676" y="48014"/>
                  <a:pt x="115961" y="47514"/>
                  <a:pt x="114989" y="47142"/>
                </a:cubicBezTo>
                <a:cubicBezTo>
                  <a:pt x="114017" y="46770"/>
                  <a:pt x="112301" y="46584"/>
                  <a:pt x="109842" y="46584"/>
                </a:cubicBezTo>
                <a:lnTo>
                  <a:pt x="109842" y="43410"/>
                </a:lnTo>
                <a:lnTo>
                  <a:pt x="135407" y="43410"/>
                </a:lnTo>
                <a:lnTo>
                  <a:pt x="135407" y="46584"/>
                </a:lnTo>
                <a:cubicBezTo>
                  <a:pt x="133291" y="46813"/>
                  <a:pt x="131661" y="47271"/>
                  <a:pt x="130517" y="47957"/>
                </a:cubicBezTo>
                <a:cubicBezTo>
                  <a:pt x="129373" y="48643"/>
                  <a:pt x="128115" y="49930"/>
                  <a:pt x="126742" y="51818"/>
                </a:cubicBezTo>
                <a:cubicBezTo>
                  <a:pt x="126228" y="52618"/>
                  <a:pt x="125255" y="54820"/>
                  <a:pt x="123826" y="58424"/>
                </a:cubicBezTo>
                <a:lnTo>
                  <a:pt x="91826" y="136836"/>
                </a:lnTo>
                <a:cubicBezTo>
                  <a:pt x="88737" y="144443"/>
                  <a:pt x="84691" y="150191"/>
                  <a:pt x="79686" y="154080"/>
                </a:cubicBezTo>
                <a:cubicBezTo>
                  <a:pt x="74682" y="157969"/>
                  <a:pt x="69863" y="159914"/>
                  <a:pt x="65230" y="159914"/>
                </a:cubicBezTo>
                <a:cubicBezTo>
                  <a:pt x="61856" y="159914"/>
                  <a:pt x="59082" y="158953"/>
                  <a:pt x="56909" y="157032"/>
                </a:cubicBezTo>
                <a:cubicBezTo>
                  <a:pt x="54735" y="155111"/>
                  <a:pt x="53649" y="152907"/>
                  <a:pt x="53649" y="150421"/>
                </a:cubicBezTo>
                <a:cubicBezTo>
                  <a:pt x="53649" y="148047"/>
                  <a:pt x="54435" y="146133"/>
                  <a:pt x="56008" y="144678"/>
                </a:cubicBezTo>
                <a:cubicBezTo>
                  <a:pt x="57581" y="143225"/>
                  <a:pt x="59740" y="142499"/>
                  <a:pt x="62485" y="142499"/>
                </a:cubicBezTo>
                <a:cubicBezTo>
                  <a:pt x="64373" y="142499"/>
                  <a:pt x="66946" y="143128"/>
                  <a:pt x="70206" y="144386"/>
                </a:cubicBezTo>
                <a:cubicBezTo>
                  <a:pt x="72494" y="145244"/>
                  <a:pt x="73924" y="145673"/>
                  <a:pt x="74496" y="145673"/>
                </a:cubicBezTo>
                <a:cubicBezTo>
                  <a:pt x="76212" y="145673"/>
                  <a:pt x="78085" y="144780"/>
                  <a:pt x="80115" y="142995"/>
                </a:cubicBezTo>
                <a:cubicBezTo>
                  <a:pt x="82146" y="141211"/>
                  <a:pt x="84190" y="137758"/>
                  <a:pt x="86249" y="132635"/>
                </a:cubicBezTo>
                <a:lnTo>
                  <a:pt x="91826" y="118906"/>
                </a:lnTo>
                <a:lnTo>
                  <a:pt x="63600" y="59625"/>
                </a:lnTo>
                <a:cubicBezTo>
                  <a:pt x="62743" y="57852"/>
                  <a:pt x="61370" y="55650"/>
                  <a:pt x="59482" y="53019"/>
                </a:cubicBezTo>
                <a:cubicBezTo>
                  <a:pt x="58053" y="51017"/>
                  <a:pt x="56880" y="49673"/>
                  <a:pt x="55965" y="48987"/>
                </a:cubicBezTo>
                <a:cubicBezTo>
                  <a:pt x="54650" y="48071"/>
                  <a:pt x="52533" y="47271"/>
                  <a:pt x="49617" y="46584"/>
                </a:cubicBezTo>
                <a:lnTo>
                  <a:pt x="49617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Text 6">
            <a:extLst xmlns:a="http://schemas.openxmlformats.org/drawingml/2006/main">
              <a:ext uri="{FF2B5EF4-FFF2-40B4-BE49-F238E27FC236}">
                <a16:creationId xmlns:a16="http://schemas.microsoft.com/office/drawing/2014/main" id="{5DD0A37A-BA81-4AD3-A8E3-5617A886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9667" y="1174199"/>
            <a:ext cx="73523" cy="120793"/>
          </a:xfrm>
          <a:custGeom xmlns:a="http://schemas.openxmlformats.org/drawingml/2006/main">
            <a:pathLst>
              <a:path w="73523" h="120793">
                <a:moveTo>
                  <a:pt x="71206" y="0"/>
                </a:moveTo>
                <a:lnTo>
                  <a:pt x="71206" y="3174"/>
                </a:lnTo>
                <a:cubicBezTo>
                  <a:pt x="63657" y="3918"/>
                  <a:pt x="57494" y="5419"/>
                  <a:pt x="52718" y="7678"/>
                </a:cubicBezTo>
                <a:cubicBezTo>
                  <a:pt x="47943" y="9937"/>
                  <a:pt x="43224" y="13383"/>
                  <a:pt x="38563" y="18016"/>
                </a:cubicBezTo>
                <a:cubicBezTo>
                  <a:pt x="33902" y="22649"/>
                  <a:pt x="30041" y="27811"/>
                  <a:pt x="26981" y="33501"/>
                </a:cubicBezTo>
                <a:cubicBezTo>
                  <a:pt x="23921" y="39192"/>
                  <a:pt x="21362" y="45955"/>
                  <a:pt x="19303" y="53791"/>
                </a:cubicBezTo>
                <a:cubicBezTo>
                  <a:pt x="27539" y="48129"/>
                  <a:pt x="35803" y="45298"/>
                  <a:pt x="44096" y="45298"/>
                </a:cubicBezTo>
                <a:cubicBezTo>
                  <a:pt x="52046" y="45298"/>
                  <a:pt x="58938" y="48500"/>
                  <a:pt x="64772" y="54906"/>
                </a:cubicBezTo>
                <a:cubicBezTo>
                  <a:pt x="70606" y="61312"/>
                  <a:pt x="73523" y="69548"/>
                  <a:pt x="73523" y="79614"/>
                </a:cubicBezTo>
                <a:cubicBezTo>
                  <a:pt x="73523" y="89337"/>
                  <a:pt x="70577" y="98202"/>
                  <a:pt x="64686" y="106209"/>
                </a:cubicBezTo>
                <a:cubicBezTo>
                  <a:pt x="57594" y="115932"/>
                  <a:pt x="48214" y="120793"/>
                  <a:pt x="36547" y="120793"/>
                </a:cubicBezTo>
                <a:cubicBezTo>
                  <a:pt x="28597" y="120793"/>
                  <a:pt x="21848" y="118163"/>
                  <a:pt x="16300" y="112901"/>
                </a:cubicBezTo>
                <a:cubicBezTo>
                  <a:pt x="5433" y="102663"/>
                  <a:pt x="0" y="89394"/>
                  <a:pt x="0" y="73094"/>
                </a:cubicBezTo>
                <a:cubicBezTo>
                  <a:pt x="0" y="62684"/>
                  <a:pt x="2088" y="52790"/>
                  <a:pt x="6263" y="43410"/>
                </a:cubicBezTo>
                <a:cubicBezTo>
                  <a:pt x="10438" y="34030"/>
                  <a:pt x="16400" y="25709"/>
                  <a:pt x="24150" y="18445"/>
                </a:cubicBezTo>
                <a:cubicBezTo>
                  <a:pt x="31900" y="11181"/>
                  <a:pt x="39321" y="6291"/>
                  <a:pt x="46413" y="3775"/>
                </a:cubicBezTo>
                <a:cubicBezTo>
                  <a:pt x="53505" y="1258"/>
                  <a:pt x="60111" y="0"/>
                  <a:pt x="66231" y="0"/>
                </a:cubicBezTo>
                <a:lnTo>
                  <a:pt x="71206" y="0"/>
                </a:lnTo>
                <a:moveTo>
                  <a:pt x="17844" y="60054"/>
                </a:moveTo>
                <a:cubicBezTo>
                  <a:pt x="16815" y="67775"/>
                  <a:pt x="16300" y="74009"/>
                  <a:pt x="16300" y="78756"/>
                </a:cubicBezTo>
                <a:cubicBezTo>
                  <a:pt x="16300" y="84247"/>
                  <a:pt x="17315" y="90209"/>
                  <a:pt x="19346" y="96643"/>
                </a:cubicBezTo>
                <a:cubicBezTo>
                  <a:pt x="21376" y="103078"/>
                  <a:pt x="24393" y="108182"/>
                  <a:pt x="28397" y="111957"/>
                </a:cubicBezTo>
                <a:cubicBezTo>
                  <a:pt x="31314" y="114645"/>
                  <a:pt x="34860" y="115989"/>
                  <a:pt x="39035" y="115989"/>
                </a:cubicBezTo>
                <a:cubicBezTo>
                  <a:pt x="44011" y="115989"/>
                  <a:pt x="48458" y="113644"/>
                  <a:pt x="52375" y="108954"/>
                </a:cubicBezTo>
                <a:cubicBezTo>
                  <a:pt x="56293" y="104264"/>
                  <a:pt x="58252" y="97573"/>
                  <a:pt x="58252" y="88879"/>
                </a:cubicBezTo>
                <a:cubicBezTo>
                  <a:pt x="58252" y="79099"/>
                  <a:pt x="56307" y="70634"/>
                  <a:pt x="52418" y="63485"/>
                </a:cubicBezTo>
                <a:cubicBezTo>
                  <a:pt x="48529" y="56336"/>
                  <a:pt x="43010" y="52761"/>
                  <a:pt x="35861" y="52761"/>
                </a:cubicBezTo>
                <a:cubicBezTo>
                  <a:pt x="33687" y="52761"/>
                  <a:pt x="31357" y="53219"/>
                  <a:pt x="28869" y="54134"/>
                </a:cubicBezTo>
                <a:cubicBezTo>
                  <a:pt x="26381" y="55049"/>
                  <a:pt x="22706" y="57022"/>
                  <a:pt x="17844" y="600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Text x">
            <a:extLst xmlns:a="http://schemas.openxmlformats.org/drawingml/2006/main">
              <a:ext uri="{FF2B5EF4-FFF2-40B4-BE49-F238E27FC236}">
                <a16:creationId xmlns:a16="http://schemas.microsoft.com/office/drawing/2014/main" id="{3BC2B8FE-BD51-4CAE-992B-E0D8C8E1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418" y="722390"/>
            <a:ext cx="83389" cy="78584"/>
          </a:xfrm>
          <a:custGeom xmlns:a="http://schemas.openxmlformats.org/drawingml/2006/main">
            <a:pathLst>
              <a:path w="83389" h="78584">
                <a:moveTo>
                  <a:pt x="0" y="0"/>
                </a:moveTo>
                <a:lnTo>
                  <a:pt x="36976" y="0"/>
                </a:lnTo>
                <a:lnTo>
                  <a:pt x="36976" y="3174"/>
                </a:lnTo>
                <a:cubicBezTo>
                  <a:pt x="34631" y="3174"/>
                  <a:pt x="32987" y="3575"/>
                  <a:pt x="32043" y="4375"/>
                </a:cubicBezTo>
                <a:cubicBezTo>
                  <a:pt x="31099" y="5176"/>
                  <a:pt x="30627" y="6234"/>
                  <a:pt x="30627" y="7550"/>
                </a:cubicBezTo>
                <a:cubicBezTo>
                  <a:pt x="30627" y="8922"/>
                  <a:pt x="31628" y="11038"/>
                  <a:pt x="33630" y="13898"/>
                </a:cubicBezTo>
                <a:cubicBezTo>
                  <a:pt x="34259" y="14813"/>
                  <a:pt x="35203" y="16243"/>
                  <a:pt x="36461" y="18188"/>
                </a:cubicBezTo>
                <a:lnTo>
                  <a:pt x="42037" y="27110"/>
                </a:lnTo>
                <a:lnTo>
                  <a:pt x="48472" y="18188"/>
                </a:lnTo>
                <a:cubicBezTo>
                  <a:pt x="52590" y="12525"/>
                  <a:pt x="54649" y="8951"/>
                  <a:pt x="54649" y="7464"/>
                </a:cubicBezTo>
                <a:cubicBezTo>
                  <a:pt x="54649" y="6263"/>
                  <a:pt x="54163" y="5248"/>
                  <a:pt x="53190" y="4418"/>
                </a:cubicBezTo>
                <a:cubicBezTo>
                  <a:pt x="52218" y="3589"/>
                  <a:pt x="50645" y="3174"/>
                  <a:pt x="48472" y="3174"/>
                </a:cubicBezTo>
                <a:lnTo>
                  <a:pt x="48472" y="0"/>
                </a:lnTo>
                <a:lnTo>
                  <a:pt x="75067" y="0"/>
                </a:lnTo>
                <a:lnTo>
                  <a:pt x="75067" y="3174"/>
                </a:lnTo>
                <a:cubicBezTo>
                  <a:pt x="72264" y="3346"/>
                  <a:pt x="69834" y="4118"/>
                  <a:pt x="67775" y="5491"/>
                </a:cubicBezTo>
                <a:cubicBezTo>
                  <a:pt x="64972" y="7435"/>
                  <a:pt x="61140" y="11668"/>
                  <a:pt x="56279" y="18188"/>
                </a:cubicBezTo>
                <a:lnTo>
                  <a:pt x="45555" y="32515"/>
                </a:lnTo>
                <a:lnTo>
                  <a:pt x="65115" y="60598"/>
                </a:lnTo>
                <a:cubicBezTo>
                  <a:pt x="69920" y="67504"/>
                  <a:pt x="73351" y="71657"/>
                  <a:pt x="75410" y="73056"/>
                </a:cubicBezTo>
                <a:cubicBezTo>
                  <a:pt x="77469" y="74454"/>
                  <a:pt x="80129" y="75239"/>
                  <a:pt x="83389" y="75410"/>
                </a:cubicBezTo>
                <a:lnTo>
                  <a:pt x="83389" y="78584"/>
                </a:lnTo>
                <a:lnTo>
                  <a:pt x="46327" y="78584"/>
                </a:lnTo>
                <a:lnTo>
                  <a:pt x="46327" y="75410"/>
                </a:lnTo>
                <a:cubicBezTo>
                  <a:pt x="48901" y="75410"/>
                  <a:pt x="50903" y="74840"/>
                  <a:pt x="52332" y="73700"/>
                </a:cubicBezTo>
                <a:cubicBezTo>
                  <a:pt x="53419" y="72901"/>
                  <a:pt x="53962" y="71845"/>
                  <a:pt x="53962" y="70533"/>
                </a:cubicBezTo>
                <a:cubicBezTo>
                  <a:pt x="53962" y="69222"/>
                  <a:pt x="52132" y="65913"/>
                  <a:pt x="48472" y="60609"/>
                </a:cubicBezTo>
                <a:lnTo>
                  <a:pt x="36976" y="43839"/>
                </a:lnTo>
                <a:lnTo>
                  <a:pt x="24365" y="60609"/>
                </a:lnTo>
                <a:cubicBezTo>
                  <a:pt x="20475" y="65799"/>
                  <a:pt x="18531" y="68879"/>
                  <a:pt x="18531" y="69850"/>
                </a:cubicBezTo>
                <a:cubicBezTo>
                  <a:pt x="18531" y="71219"/>
                  <a:pt x="19174" y="72459"/>
                  <a:pt x="20461" y="73571"/>
                </a:cubicBezTo>
                <a:cubicBezTo>
                  <a:pt x="21748" y="74683"/>
                  <a:pt x="23678" y="75296"/>
                  <a:pt x="26252" y="75410"/>
                </a:cubicBezTo>
                <a:lnTo>
                  <a:pt x="26252" y="78584"/>
                </a:lnTo>
                <a:lnTo>
                  <a:pt x="601" y="78584"/>
                </a:lnTo>
                <a:lnTo>
                  <a:pt x="601" y="75410"/>
                </a:lnTo>
                <a:cubicBezTo>
                  <a:pt x="2660" y="75124"/>
                  <a:pt x="4461" y="74411"/>
                  <a:pt x="6005" y="73271"/>
                </a:cubicBezTo>
                <a:cubicBezTo>
                  <a:pt x="8179" y="71616"/>
                  <a:pt x="11839" y="67393"/>
                  <a:pt x="16987" y="60603"/>
                </a:cubicBezTo>
                <a:lnTo>
                  <a:pt x="33458" y="38777"/>
                </a:lnTo>
                <a:lnTo>
                  <a:pt x="18531" y="17158"/>
                </a:lnTo>
                <a:cubicBezTo>
                  <a:pt x="14298" y="10981"/>
                  <a:pt x="11024" y="7106"/>
                  <a:pt x="8708" y="5534"/>
                </a:cubicBezTo>
                <a:cubicBezTo>
                  <a:pt x="6391" y="3961"/>
                  <a:pt x="3489" y="3174"/>
                  <a:pt x="0" y="3174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Text 3">
            <a:extLst xmlns:a="http://schemas.openxmlformats.org/drawingml/2006/main">
              <a:ext uri="{FF2B5EF4-FFF2-40B4-BE49-F238E27FC236}">
                <a16:creationId xmlns:a16="http://schemas.microsoft.com/office/drawing/2014/main" id="{FDBBEDD1-D209-418A-A310-A3FE0F5D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6071" y="723236"/>
            <a:ext cx="66145" cy="120793"/>
          </a:xfrm>
          <a:custGeom xmlns:a="http://schemas.openxmlformats.org/drawingml/2006/main">
            <a:pathLst>
              <a:path w="66145" h="120793">
                <a:moveTo>
                  <a:pt x="1802" y="24450"/>
                </a:moveTo>
                <a:cubicBezTo>
                  <a:pt x="5119" y="16615"/>
                  <a:pt x="9308" y="10581"/>
                  <a:pt x="14370" y="6349"/>
                </a:cubicBezTo>
                <a:cubicBezTo>
                  <a:pt x="19432" y="2116"/>
                  <a:pt x="25737" y="0"/>
                  <a:pt x="33287" y="0"/>
                </a:cubicBezTo>
                <a:cubicBezTo>
                  <a:pt x="42609" y="0"/>
                  <a:pt x="49759" y="3027"/>
                  <a:pt x="54735" y="9080"/>
                </a:cubicBezTo>
                <a:cubicBezTo>
                  <a:pt x="58509" y="13593"/>
                  <a:pt x="60397" y="18420"/>
                  <a:pt x="60397" y="23560"/>
                </a:cubicBezTo>
                <a:cubicBezTo>
                  <a:pt x="60397" y="32012"/>
                  <a:pt x="55078" y="40751"/>
                  <a:pt x="44440" y="49775"/>
                </a:cubicBezTo>
                <a:cubicBezTo>
                  <a:pt x="51589" y="52581"/>
                  <a:pt x="56994" y="56589"/>
                  <a:pt x="60654" y="61799"/>
                </a:cubicBezTo>
                <a:cubicBezTo>
                  <a:pt x="64315" y="67007"/>
                  <a:pt x="66145" y="73132"/>
                  <a:pt x="66145" y="80174"/>
                </a:cubicBezTo>
                <a:cubicBezTo>
                  <a:pt x="66145" y="90251"/>
                  <a:pt x="62942" y="98982"/>
                  <a:pt x="56536" y="106367"/>
                </a:cubicBezTo>
                <a:cubicBezTo>
                  <a:pt x="48186" y="115985"/>
                  <a:pt x="36089" y="120793"/>
                  <a:pt x="20247" y="120793"/>
                </a:cubicBezTo>
                <a:cubicBezTo>
                  <a:pt x="12411" y="120793"/>
                  <a:pt x="7078" y="119821"/>
                  <a:pt x="4247" y="117877"/>
                </a:cubicBezTo>
                <a:cubicBezTo>
                  <a:pt x="1416" y="115932"/>
                  <a:pt x="0" y="113844"/>
                  <a:pt x="0" y="111614"/>
                </a:cubicBezTo>
                <a:cubicBezTo>
                  <a:pt x="0" y="109955"/>
                  <a:pt x="672" y="108497"/>
                  <a:pt x="2016" y="107239"/>
                </a:cubicBezTo>
                <a:cubicBezTo>
                  <a:pt x="3360" y="105980"/>
                  <a:pt x="4976" y="105351"/>
                  <a:pt x="6863" y="105351"/>
                </a:cubicBezTo>
                <a:cubicBezTo>
                  <a:pt x="8293" y="105351"/>
                  <a:pt x="9752" y="105580"/>
                  <a:pt x="11239" y="106037"/>
                </a:cubicBezTo>
                <a:cubicBezTo>
                  <a:pt x="12211" y="106323"/>
                  <a:pt x="14413" y="107367"/>
                  <a:pt x="17844" y="109169"/>
                </a:cubicBezTo>
                <a:cubicBezTo>
                  <a:pt x="21276" y="110970"/>
                  <a:pt x="23650" y="112043"/>
                  <a:pt x="24965" y="112386"/>
                </a:cubicBezTo>
                <a:cubicBezTo>
                  <a:pt x="27081" y="113015"/>
                  <a:pt x="29340" y="113330"/>
                  <a:pt x="31743" y="113330"/>
                </a:cubicBezTo>
                <a:cubicBezTo>
                  <a:pt x="37576" y="113330"/>
                  <a:pt x="42652" y="111067"/>
                  <a:pt x="46970" y="106541"/>
                </a:cubicBezTo>
                <a:cubicBezTo>
                  <a:pt x="51289" y="102016"/>
                  <a:pt x="53448" y="96659"/>
                  <a:pt x="53448" y="90472"/>
                </a:cubicBezTo>
                <a:cubicBezTo>
                  <a:pt x="53448" y="85946"/>
                  <a:pt x="52447" y="81535"/>
                  <a:pt x="50445" y="77239"/>
                </a:cubicBezTo>
                <a:cubicBezTo>
                  <a:pt x="48958" y="74030"/>
                  <a:pt x="47328" y="71596"/>
                  <a:pt x="45555" y="69936"/>
                </a:cubicBezTo>
                <a:cubicBezTo>
                  <a:pt x="43096" y="67642"/>
                  <a:pt x="39721" y="65566"/>
                  <a:pt x="35432" y="63705"/>
                </a:cubicBezTo>
                <a:cubicBezTo>
                  <a:pt x="31142" y="61843"/>
                  <a:pt x="26767" y="60911"/>
                  <a:pt x="22306" y="60911"/>
                </a:cubicBezTo>
                <a:lnTo>
                  <a:pt x="19560" y="60911"/>
                </a:lnTo>
                <a:lnTo>
                  <a:pt x="19560" y="58338"/>
                </a:lnTo>
                <a:cubicBezTo>
                  <a:pt x="24079" y="57766"/>
                  <a:pt x="28611" y="56136"/>
                  <a:pt x="33158" y="53448"/>
                </a:cubicBezTo>
                <a:cubicBezTo>
                  <a:pt x="37705" y="50760"/>
                  <a:pt x="41008" y="47528"/>
                  <a:pt x="43067" y="43753"/>
                </a:cubicBezTo>
                <a:cubicBezTo>
                  <a:pt x="45126" y="39979"/>
                  <a:pt x="46155" y="35832"/>
                  <a:pt x="46155" y="31314"/>
                </a:cubicBezTo>
                <a:cubicBezTo>
                  <a:pt x="46155" y="25423"/>
                  <a:pt x="44311" y="20661"/>
                  <a:pt x="40622" y="17029"/>
                </a:cubicBezTo>
                <a:cubicBezTo>
                  <a:pt x="36933" y="13398"/>
                  <a:pt x="32343" y="11582"/>
                  <a:pt x="26853" y="11582"/>
                </a:cubicBezTo>
                <a:cubicBezTo>
                  <a:pt x="17987" y="11582"/>
                  <a:pt x="10581" y="16329"/>
                  <a:pt x="4633" y="25823"/>
                </a:cubicBezTo>
                <a:lnTo>
                  <a:pt x="1802" y="244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Text /y">
            <a:extLst xmlns:a="http://schemas.openxmlformats.org/drawingml/2006/main">
              <a:ext uri="{FF2B5EF4-FFF2-40B4-BE49-F238E27FC236}">
                <a16:creationId xmlns:a16="http://schemas.microsoft.com/office/drawing/2014/main" id="{4D8F7046-6417-4A97-B0FB-F4CFAAB2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7059" y="678980"/>
            <a:ext cx="135408" cy="159914"/>
          </a:xfrm>
          <a:custGeom xmlns:a="http://schemas.openxmlformats.org/drawingml/2006/main">
            <a:pathLst>
              <a:path w="135408" h="159914">
                <a:moveTo>
                  <a:pt x="48987" y="0"/>
                </a:moveTo>
                <a:lnTo>
                  <a:pt x="6863" y="124397"/>
                </a:lnTo>
                <a:lnTo>
                  <a:pt x="0" y="124397"/>
                </a:lnTo>
                <a:lnTo>
                  <a:pt x="42123" y="0"/>
                </a:lnTo>
                <a:lnTo>
                  <a:pt x="48987" y="0"/>
                </a:lnTo>
                <a:close/>
                <a:moveTo>
                  <a:pt x="49617" y="43410"/>
                </a:moveTo>
                <a:lnTo>
                  <a:pt x="86249" y="43410"/>
                </a:lnTo>
                <a:lnTo>
                  <a:pt x="86249" y="46584"/>
                </a:lnTo>
                <a:lnTo>
                  <a:pt x="84448" y="46584"/>
                </a:lnTo>
                <a:cubicBezTo>
                  <a:pt x="81874" y="46584"/>
                  <a:pt x="79944" y="47142"/>
                  <a:pt x="78657" y="48257"/>
                </a:cubicBezTo>
                <a:cubicBezTo>
                  <a:pt x="77370" y="49373"/>
                  <a:pt x="76727" y="50760"/>
                  <a:pt x="76727" y="52418"/>
                </a:cubicBezTo>
                <a:cubicBezTo>
                  <a:pt x="76727" y="54649"/>
                  <a:pt x="77670" y="57737"/>
                  <a:pt x="79558" y="61684"/>
                </a:cubicBezTo>
                <a:lnTo>
                  <a:pt x="98689" y="101319"/>
                </a:lnTo>
                <a:lnTo>
                  <a:pt x="116276" y="57909"/>
                </a:lnTo>
                <a:cubicBezTo>
                  <a:pt x="117249" y="55564"/>
                  <a:pt x="117735" y="53247"/>
                  <a:pt x="117735" y="50960"/>
                </a:cubicBezTo>
                <a:cubicBezTo>
                  <a:pt x="117735" y="49930"/>
                  <a:pt x="117535" y="49158"/>
                  <a:pt x="117134" y="48643"/>
                </a:cubicBezTo>
                <a:cubicBezTo>
                  <a:pt x="116677" y="48014"/>
                  <a:pt x="115962" y="47514"/>
                  <a:pt x="114989" y="47142"/>
                </a:cubicBezTo>
                <a:cubicBezTo>
                  <a:pt x="114017" y="46770"/>
                  <a:pt x="112301" y="46584"/>
                  <a:pt x="109842" y="46584"/>
                </a:cubicBezTo>
                <a:lnTo>
                  <a:pt x="109842" y="43410"/>
                </a:lnTo>
                <a:lnTo>
                  <a:pt x="135408" y="43410"/>
                </a:lnTo>
                <a:lnTo>
                  <a:pt x="135408" y="46584"/>
                </a:lnTo>
                <a:cubicBezTo>
                  <a:pt x="133291" y="46813"/>
                  <a:pt x="131661" y="47271"/>
                  <a:pt x="130518" y="47957"/>
                </a:cubicBezTo>
                <a:cubicBezTo>
                  <a:pt x="129374" y="48643"/>
                  <a:pt x="128115" y="49930"/>
                  <a:pt x="126743" y="51818"/>
                </a:cubicBezTo>
                <a:cubicBezTo>
                  <a:pt x="126228" y="52618"/>
                  <a:pt x="125256" y="54820"/>
                  <a:pt x="123826" y="58424"/>
                </a:cubicBezTo>
                <a:lnTo>
                  <a:pt x="91826" y="136836"/>
                </a:lnTo>
                <a:cubicBezTo>
                  <a:pt x="88737" y="144443"/>
                  <a:pt x="84691" y="150191"/>
                  <a:pt x="79686" y="154080"/>
                </a:cubicBezTo>
                <a:cubicBezTo>
                  <a:pt x="74682" y="157969"/>
                  <a:pt x="69863" y="159914"/>
                  <a:pt x="65231" y="159914"/>
                </a:cubicBezTo>
                <a:cubicBezTo>
                  <a:pt x="61856" y="159914"/>
                  <a:pt x="59082" y="158953"/>
                  <a:pt x="56909" y="157032"/>
                </a:cubicBezTo>
                <a:cubicBezTo>
                  <a:pt x="54736" y="155111"/>
                  <a:pt x="53649" y="152907"/>
                  <a:pt x="53649" y="150421"/>
                </a:cubicBezTo>
                <a:cubicBezTo>
                  <a:pt x="53649" y="148047"/>
                  <a:pt x="54435" y="146133"/>
                  <a:pt x="56008" y="144678"/>
                </a:cubicBezTo>
                <a:cubicBezTo>
                  <a:pt x="57581" y="143225"/>
                  <a:pt x="59740" y="142499"/>
                  <a:pt x="62485" y="142499"/>
                </a:cubicBezTo>
                <a:cubicBezTo>
                  <a:pt x="64373" y="142499"/>
                  <a:pt x="66947" y="143128"/>
                  <a:pt x="70207" y="144386"/>
                </a:cubicBezTo>
                <a:cubicBezTo>
                  <a:pt x="72494" y="145244"/>
                  <a:pt x="73924" y="145673"/>
                  <a:pt x="74496" y="145673"/>
                </a:cubicBezTo>
                <a:cubicBezTo>
                  <a:pt x="76212" y="145673"/>
                  <a:pt x="78085" y="144780"/>
                  <a:pt x="80115" y="142995"/>
                </a:cubicBezTo>
                <a:cubicBezTo>
                  <a:pt x="82146" y="141211"/>
                  <a:pt x="84190" y="137758"/>
                  <a:pt x="86249" y="132635"/>
                </a:cubicBezTo>
                <a:lnTo>
                  <a:pt x="91826" y="118906"/>
                </a:lnTo>
                <a:lnTo>
                  <a:pt x="63601" y="59625"/>
                </a:lnTo>
                <a:cubicBezTo>
                  <a:pt x="62743" y="57852"/>
                  <a:pt x="61370" y="55650"/>
                  <a:pt x="59483" y="53019"/>
                </a:cubicBezTo>
                <a:cubicBezTo>
                  <a:pt x="58053" y="51017"/>
                  <a:pt x="56880" y="49673"/>
                  <a:pt x="55965" y="48987"/>
                </a:cubicBezTo>
                <a:cubicBezTo>
                  <a:pt x="54650" y="48071"/>
                  <a:pt x="52534" y="47271"/>
                  <a:pt x="49617" y="46584"/>
                </a:cubicBezTo>
                <a:lnTo>
                  <a:pt x="49617" y="434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Text 2">
            <a:extLst xmlns:a="http://schemas.openxmlformats.org/drawingml/2006/main">
              <a:ext uri="{FF2B5EF4-FFF2-40B4-BE49-F238E27FC236}">
                <a16:creationId xmlns:a16="http://schemas.microsoft.com/office/drawing/2014/main" id="{7E10B123-A7B8-4FB4-A35C-A42C8971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293" y="723236"/>
            <a:ext cx="76783" cy="118734"/>
          </a:xfrm>
          <a:custGeom xmlns:a="http://schemas.openxmlformats.org/drawingml/2006/main">
            <a:pathLst>
              <a:path w="76783" h="118734">
                <a:moveTo>
                  <a:pt x="76783" y="96257"/>
                </a:moveTo>
                <a:lnTo>
                  <a:pt x="68633" y="118734"/>
                </a:lnTo>
                <a:lnTo>
                  <a:pt x="0" y="118734"/>
                </a:lnTo>
                <a:lnTo>
                  <a:pt x="0" y="115555"/>
                </a:lnTo>
                <a:cubicBezTo>
                  <a:pt x="20189" y="97108"/>
                  <a:pt x="34402" y="82042"/>
                  <a:pt x="42638" y="70357"/>
                </a:cubicBezTo>
                <a:cubicBezTo>
                  <a:pt x="50874" y="58669"/>
                  <a:pt x="54992" y="47985"/>
                  <a:pt x="54992" y="38303"/>
                </a:cubicBezTo>
                <a:cubicBezTo>
                  <a:pt x="54992" y="30914"/>
                  <a:pt x="52733" y="24843"/>
                  <a:pt x="48214" y="20088"/>
                </a:cubicBezTo>
                <a:cubicBezTo>
                  <a:pt x="43696" y="15332"/>
                  <a:pt x="38291" y="12954"/>
                  <a:pt x="32000" y="12954"/>
                </a:cubicBezTo>
                <a:cubicBezTo>
                  <a:pt x="26281" y="12954"/>
                  <a:pt x="21147" y="14634"/>
                  <a:pt x="16601" y="17995"/>
                </a:cubicBezTo>
                <a:cubicBezTo>
                  <a:pt x="12054" y="21355"/>
                  <a:pt x="8693" y="26281"/>
                  <a:pt x="6520" y="32772"/>
                </a:cubicBezTo>
                <a:lnTo>
                  <a:pt x="3346" y="32772"/>
                </a:lnTo>
                <a:cubicBezTo>
                  <a:pt x="4776" y="22218"/>
                  <a:pt x="8450" y="14118"/>
                  <a:pt x="14370" y="8472"/>
                </a:cubicBezTo>
                <a:cubicBezTo>
                  <a:pt x="20290" y="2824"/>
                  <a:pt x="27682" y="0"/>
                  <a:pt x="36547" y="0"/>
                </a:cubicBezTo>
                <a:cubicBezTo>
                  <a:pt x="45984" y="0"/>
                  <a:pt x="53862" y="3031"/>
                  <a:pt x="60182" y="9094"/>
                </a:cubicBezTo>
                <a:cubicBezTo>
                  <a:pt x="66502" y="15156"/>
                  <a:pt x="69662" y="22306"/>
                  <a:pt x="69662" y="30542"/>
                </a:cubicBezTo>
                <a:cubicBezTo>
                  <a:pt x="69662" y="36433"/>
                  <a:pt x="68289" y="42323"/>
                  <a:pt x="65544" y="48214"/>
                </a:cubicBezTo>
                <a:cubicBezTo>
                  <a:pt x="61312" y="57480"/>
                  <a:pt x="54449" y="67289"/>
                  <a:pt x="44954" y="77641"/>
                </a:cubicBezTo>
                <a:cubicBezTo>
                  <a:pt x="30713" y="93197"/>
                  <a:pt x="21819" y="102577"/>
                  <a:pt x="18273" y="105780"/>
                </a:cubicBezTo>
                <a:lnTo>
                  <a:pt x="48643" y="105780"/>
                </a:lnTo>
                <a:cubicBezTo>
                  <a:pt x="54820" y="105780"/>
                  <a:pt x="59153" y="105550"/>
                  <a:pt x="61641" y="105088"/>
                </a:cubicBezTo>
                <a:cubicBezTo>
                  <a:pt x="64129" y="104625"/>
                  <a:pt x="66373" y="103687"/>
                  <a:pt x="68375" y="102273"/>
                </a:cubicBezTo>
                <a:cubicBezTo>
                  <a:pt x="70377" y="100860"/>
                  <a:pt x="72121" y="98854"/>
                  <a:pt x="73609" y="96257"/>
                </a:cubicBezTo>
                <a:lnTo>
                  <a:pt x="76783" y="962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3042E3-25E7-4611-A414-79C0BD98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4706" y="1881593"/>
            <a:ext cx="216705" cy="145892"/>
          </a:xfrm>
          <a:custGeom xmlns:a="http://schemas.openxmlformats.org/drawingml/2006/main">
            <a:pathLst>
              <a:path w="216705" h="145892">
                <a:moveTo>
                  <a:pt x="54176" y="11731"/>
                </a:moveTo>
                <a:cubicBezTo>
                  <a:pt x="54176" y="10878"/>
                  <a:pt x="50124" y="10309"/>
                  <a:pt x="42019" y="10025"/>
                </a:cubicBezTo>
                <a:cubicBezTo>
                  <a:pt x="38606" y="10025"/>
                  <a:pt x="36402" y="9954"/>
                  <a:pt x="35407" y="9811"/>
                </a:cubicBezTo>
                <a:cubicBezTo>
                  <a:pt x="34411" y="9669"/>
                  <a:pt x="33914" y="8958"/>
                  <a:pt x="33914" y="7679"/>
                </a:cubicBezTo>
                <a:cubicBezTo>
                  <a:pt x="33914" y="7536"/>
                  <a:pt x="34056" y="6754"/>
                  <a:pt x="34340" y="5332"/>
                </a:cubicBezTo>
                <a:cubicBezTo>
                  <a:pt x="34482" y="4906"/>
                  <a:pt x="34624" y="4408"/>
                  <a:pt x="34767" y="3839"/>
                </a:cubicBezTo>
                <a:cubicBezTo>
                  <a:pt x="34909" y="3270"/>
                  <a:pt x="34980" y="2915"/>
                  <a:pt x="34980" y="2773"/>
                </a:cubicBezTo>
                <a:cubicBezTo>
                  <a:pt x="34980" y="2631"/>
                  <a:pt x="35122" y="2275"/>
                  <a:pt x="35407" y="1706"/>
                </a:cubicBezTo>
                <a:cubicBezTo>
                  <a:pt x="35691" y="1138"/>
                  <a:pt x="35833" y="924"/>
                  <a:pt x="35833" y="1066"/>
                </a:cubicBezTo>
                <a:cubicBezTo>
                  <a:pt x="35833" y="1209"/>
                  <a:pt x="36118" y="1066"/>
                  <a:pt x="36686" y="640"/>
                </a:cubicBezTo>
                <a:cubicBezTo>
                  <a:pt x="37255" y="213"/>
                  <a:pt x="37611" y="71"/>
                  <a:pt x="37753" y="213"/>
                </a:cubicBezTo>
                <a:cubicBezTo>
                  <a:pt x="37895" y="355"/>
                  <a:pt x="38464" y="355"/>
                  <a:pt x="39459" y="213"/>
                </a:cubicBezTo>
                <a:cubicBezTo>
                  <a:pt x="40454" y="71"/>
                  <a:pt x="41308" y="0"/>
                  <a:pt x="42019" y="0"/>
                </a:cubicBezTo>
                <a:cubicBezTo>
                  <a:pt x="42872" y="0"/>
                  <a:pt x="45005" y="0"/>
                  <a:pt x="48417" y="0"/>
                </a:cubicBezTo>
                <a:cubicBezTo>
                  <a:pt x="51830" y="0"/>
                  <a:pt x="55029" y="71"/>
                  <a:pt x="58016" y="213"/>
                </a:cubicBezTo>
                <a:cubicBezTo>
                  <a:pt x="69249" y="213"/>
                  <a:pt x="75719" y="213"/>
                  <a:pt x="77425" y="213"/>
                </a:cubicBezTo>
                <a:cubicBezTo>
                  <a:pt x="79132" y="213"/>
                  <a:pt x="80269" y="569"/>
                  <a:pt x="80838" y="1280"/>
                </a:cubicBezTo>
                <a:cubicBezTo>
                  <a:pt x="80980" y="1849"/>
                  <a:pt x="83611" y="21898"/>
                  <a:pt x="88730" y="61428"/>
                </a:cubicBezTo>
                <a:lnTo>
                  <a:pt x="96408" y="120937"/>
                </a:lnTo>
                <a:lnTo>
                  <a:pt x="101314" y="113045"/>
                </a:lnTo>
                <a:cubicBezTo>
                  <a:pt x="104727" y="107926"/>
                  <a:pt x="109277" y="100816"/>
                  <a:pt x="114965" y="91716"/>
                </a:cubicBezTo>
                <a:cubicBezTo>
                  <a:pt x="120652" y="82615"/>
                  <a:pt x="126909" y="72662"/>
                  <a:pt x="133734" y="61855"/>
                </a:cubicBezTo>
                <a:cubicBezTo>
                  <a:pt x="158619" y="22182"/>
                  <a:pt x="171203" y="2204"/>
                  <a:pt x="171487" y="1920"/>
                </a:cubicBezTo>
                <a:cubicBezTo>
                  <a:pt x="171629" y="1777"/>
                  <a:pt x="171843" y="1564"/>
                  <a:pt x="172127" y="1280"/>
                </a:cubicBezTo>
                <a:cubicBezTo>
                  <a:pt x="172411" y="995"/>
                  <a:pt x="172696" y="782"/>
                  <a:pt x="172980" y="640"/>
                </a:cubicBezTo>
                <a:lnTo>
                  <a:pt x="174260" y="213"/>
                </a:lnTo>
                <a:lnTo>
                  <a:pt x="194736" y="213"/>
                </a:lnTo>
                <a:cubicBezTo>
                  <a:pt x="197153" y="213"/>
                  <a:pt x="199997" y="213"/>
                  <a:pt x="203268" y="213"/>
                </a:cubicBezTo>
                <a:cubicBezTo>
                  <a:pt x="206538" y="213"/>
                  <a:pt x="208600" y="142"/>
                  <a:pt x="209453" y="0"/>
                </a:cubicBezTo>
                <a:cubicBezTo>
                  <a:pt x="214288" y="0"/>
                  <a:pt x="216705" y="782"/>
                  <a:pt x="216705" y="2346"/>
                </a:cubicBezTo>
                <a:cubicBezTo>
                  <a:pt x="216705" y="3057"/>
                  <a:pt x="216492" y="4266"/>
                  <a:pt x="216065" y="5972"/>
                </a:cubicBezTo>
                <a:cubicBezTo>
                  <a:pt x="215639" y="7679"/>
                  <a:pt x="215425" y="8603"/>
                  <a:pt x="215425" y="8745"/>
                </a:cubicBezTo>
                <a:cubicBezTo>
                  <a:pt x="214857" y="9598"/>
                  <a:pt x="212226" y="10025"/>
                  <a:pt x="207534" y="10025"/>
                </a:cubicBezTo>
                <a:cubicBezTo>
                  <a:pt x="201846" y="10167"/>
                  <a:pt x="198220" y="10380"/>
                  <a:pt x="196656" y="10665"/>
                </a:cubicBezTo>
                <a:cubicBezTo>
                  <a:pt x="195092" y="10949"/>
                  <a:pt x="193812" y="11731"/>
                  <a:pt x="192816" y="13011"/>
                </a:cubicBezTo>
                <a:cubicBezTo>
                  <a:pt x="192390" y="13722"/>
                  <a:pt x="187271" y="33842"/>
                  <a:pt x="177459" y="73373"/>
                </a:cubicBezTo>
                <a:cubicBezTo>
                  <a:pt x="167648" y="112903"/>
                  <a:pt x="162671" y="132881"/>
                  <a:pt x="162529" y="133308"/>
                </a:cubicBezTo>
                <a:cubicBezTo>
                  <a:pt x="162529" y="133877"/>
                  <a:pt x="162600" y="134232"/>
                  <a:pt x="162742" y="134374"/>
                </a:cubicBezTo>
                <a:cubicBezTo>
                  <a:pt x="162884" y="134516"/>
                  <a:pt x="163382" y="134801"/>
                  <a:pt x="164235" y="135227"/>
                </a:cubicBezTo>
                <a:cubicBezTo>
                  <a:pt x="165088" y="135654"/>
                  <a:pt x="166297" y="135796"/>
                  <a:pt x="167861" y="135654"/>
                </a:cubicBezTo>
                <a:cubicBezTo>
                  <a:pt x="169425" y="135512"/>
                  <a:pt x="171772" y="135654"/>
                  <a:pt x="174900" y="136081"/>
                </a:cubicBezTo>
                <a:lnTo>
                  <a:pt x="181512" y="136081"/>
                </a:lnTo>
                <a:cubicBezTo>
                  <a:pt x="182365" y="137360"/>
                  <a:pt x="182792" y="138142"/>
                  <a:pt x="182792" y="138427"/>
                </a:cubicBezTo>
                <a:cubicBezTo>
                  <a:pt x="182792" y="140702"/>
                  <a:pt x="182294" y="142835"/>
                  <a:pt x="181299" y="144826"/>
                </a:cubicBezTo>
                <a:cubicBezTo>
                  <a:pt x="180588" y="145537"/>
                  <a:pt x="179450" y="145892"/>
                  <a:pt x="177886" y="145892"/>
                </a:cubicBezTo>
                <a:cubicBezTo>
                  <a:pt x="177175" y="145892"/>
                  <a:pt x="174260" y="145821"/>
                  <a:pt x="169141" y="145679"/>
                </a:cubicBezTo>
                <a:cubicBezTo>
                  <a:pt x="164022" y="145537"/>
                  <a:pt x="157481" y="145466"/>
                  <a:pt x="149518" y="145466"/>
                </a:cubicBezTo>
                <a:cubicBezTo>
                  <a:pt x="140844" y="145466"/>
                  <a:pt x="134303" y="145466"/>
                  <a:pt x="129895" y="145466"/>
                </a:cubicBezTo>
                <a:cubicBezTo>
                  <a:pt x="125487" y="145466"/>
                  <a:pt x="122999" y="145537"/>
                  <a:pt x="122430" y="145679"/>
                </a:cubicBezTo>
                <a:cubicBezTo>
                  <a:pt x="120013" y="145679"/>
                  <a:pt x="118804" y="144968"/>
                  <a:pt x="118804" y="143546"/>
                </a:cubicBezTo>
                <a:cubicBezTo>
                  <a:pt x="118804" y="143261"/>
                  <a:pt x="118946" y="142266"/>
                  <a:pt x="119231" y="140560"/>
                </a:cubicBezTo>
                <a:cubicBezTo>
                  <a:pt x="119799" y="138285"/>
                  <a:pt x="120368" y="137005"/>
                  <a:pt x="120937" y="136721"/>
                </a:cubicBezTo>
                <a:cubicBezTo>
                  <a:pt x="121506" y="136436"/>
                  <a:pt x="123141" y="136223"/>
                  <a:pt x="125843" y="136081"/>
                </a:cubicBezTo>
                <a:cubicBezTo>
                  <a:pt x="129682" y="136081"/>
                  <a:pt x="133948" y="135867"/>
                  <a:pt x="138640" y="135441"/>
                </a:cubicBezTo>
                <a:cubicBezTo>
                  <a:pt x="140631" y="135014"/>
                  <a:pt x="141982" y="134161"/>
                  <a:pt x="142693" y="132881"/>
                </a:cubicBezTo>
                <a:cubicBezTo>
                  <a:pt x="142977" y="132312"/>
                  <a:pt x="145679" y="121932"/>
                  <a:pt x="150798" y="101741"/>
                </a:cubicBezTo>
                <a:cubicBezTo>
                  <a:pt x="155917" y="81549"/>
                  <a:pt x="160965" y="61428"/>
                  <a:pt x="165942" y="41379"/>
                </a:cubicBezTo>
                <a:cubicBezTo>
                  <a:pt x="170918" y="21329"/>
                  <a:pt x="173407" y="11305"/>
                  <a:pt x="173407" y="11305"/>
                </a:cubicBezTo>
                <a:lnTo>
                  <a:pt x="132028" y="77212"/>
                </a:lnTo>
                <a:cubicBezTo>
                  <a:pt x="104158" y="121577"/>
                  <a:pt x="89867" y="144115"/>
                  <a:pt x="89156" y="144826"/>
                </a:cubicBezTo>
                <a:cubicBezTo>
                  <a:pt x="88872" y="144968"/>
                  <a:pt x="88588" y="145110"/>
                  <a:pt x="88303" y="145252"/>
                </a:cubicBezTo>
                <a:cubicBezTo>
                  <a:pt x="87592" y="145679"/>
                  <a:pt x="86455" y="145892"/>
                  <a:pt x="84890" y="145892"/>
                </a:cubicBezTo>
                <a:cubicBezTo>
                  <a:pt x="82758" y="145892"/>
                  <a:pt x="81478" y="145394"/>
                  <a:pt x="81051" y="144399"/>
                </a:cubicBezTo>
                <a:cubicBezTo>
                  <a:pt x="80767" y="143830"/>
                  <a:pt x="77852" y="121790"/>
                  <a:pt x="72306" y="78278"/>
                </a:cubicBezTo>
                <a:lnTo>
                  <a:pt x="63988" y="12798"/>
                </a:lnTo>
                <a:lnTo>
                  <a:pt x="49484" y="70387"/>
                </a:lnTo>
                <a:cubicBezTo>
                  <a:pt x="39957" y="108210"/>
                  <a:pt x="35193" y="127762"/>
                  <a:pt x="35193" y="129042"/>
                </a:cubicBezTo>
                <a:cubicBezTo>
                  <a:pt x="36046" y="133734"/>
                  <a:pt x="41165" y="136081"/>
                  <a:pt x="50550" y="136081"/>
                </a:cubicBezTo>
                <a:lnTo>
                  <a:pt x="52683" y="136081"/>
                </a:lnTo>
                <a:cubicBezTo>
                  <a:pt x="53536" y="136792"/>
                  <a:pt x="54034" y="137431"/>
                  <a:pt x="54176" y="138000"/>
                </a:cubicBezTo>
                <a:cubicBezTo>
                  <a:pt x="54318" y="138569"/>
                  <a:pt x="54105" y="139849"/>
                  <a:pt x="53536" y="141840"/>
                </a:cubicBezTo>
                <a:cubicBezTo>
                  <a:pt x="52968" y="144115"/>
                  <a:pt x="52399" y="145394"/>
                  <a:pt x="51830" y="145679"/>
                </a:cubicBezTo>
                <a:cubicBezTo>
                  <a:pt x="51261" y="145821"/>
                  <a:pt x="50479" y="145892"/>
                  <a:pt x="49484" y="145892"/>
                </a:cubicBezTo>
                <a:cubicBezTo>
                  <a:pt x="49199" y="145892"/>
                  <a:pt x="48346" y="145892"/>
                  <a:pt x="46924" y="145892"/>
                </a:cubicBezTo>
                <a:cubicBezTo>
                  <a:pt x="45502" y="145892"/>
                  <a:pt x="43085" y="145821"/>
                  <a:pt x="39672" y="145679"/>
                </a:cubicBezTo>
                <a:cubicBezTo>
                  <a:pt x="36260" y="145537"/>
                  <a:pt x="31709" y="145466"/>
                  <a:pt x="26022" y="145466"/>
                </a:cubicBezTo>
                <a:cubicBezTo>
                  <a:pt x="21756" y="145466"/>
                  <a:pt x="17348" y="145537"/>
                  <a:pt x="12798" y="145679"/>
                </a:cubicBezTo>
                <a:cubicBezTo>
                  <a:pt x="8247" y="145821"/>
                  <a:pt x="5617" y="145892"/>
                  <a:pt x="4906" y="145892"/>
                </a:cubicBezTo>
                <a:cubicBezTo>
                  <a:pt x="2773" y="145892"/>
                  <a:pt x="1422" y="145750"/>
                  <a:pt x="853" y="145466"/>
                </a:cubicBezTo>
                <a:cubicBezTo>
                  <a:pt x="284" y="145181"/>
                  <a:pt x="0" y="144541"/>
                  <a:pt x="0" y="143546"/>
                </a:cubicBezTo>
                <a:cubicBezTo>
                  <a:pt x="0" y="143261"/>
                  <a:pt x="213" y="142266"/>
                  <a:pt x="640" y="140560"/>
                </a:cubicBezTo>
                <a:cubicBezTo>
                  <a:pt x="1066" y="138853"/>
                  <a:pt x="1422" y="137787"/>
                  <a:pt x="1706" y="137360"/>
                </a:cubicBezTo>
                <a:cubicBezTo>
                  <a:pt x="1991" y="136507"/>
                  <a:pt x="3555" y="136081"/>
                  <a:pt x="6399" y="136081"/>
                </a:cubicBezTo>
                <a:cubicBezTo>
                  <a:pt x="16352" y="136081"/>
                  <a:pt x="22680" y="133237"/>
                  <a:pt x="25382" y="127549"/>
                </a:cubicBezTo>
                <a:cubicBezTo>
                  <a:pt x="25951" y="126696"/>
                  <a:pt x="30856" y="107642"/>
                  <a:pt x="40099" y="70387"/>
                </a:cubicBezTo>
                <a:cubicBezTo>
                  <a:pt x="49342" y="33131"/>
                  <a:pt x="54034" y="13580"/>
                  <a:pt x="54176" y="11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F5B777-3D73-473C-80AC-97B68758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4706" y="1881593"/>
            <a:ext cx="216705" cy="145892"/>
          </a:xfrm>
          <a:custGeom xmlns:a="http://schemas.openxmlformats.org/drawingml/2006/main">
            <a:pathLst>
              <a:path w="216705" h="145892" fill="none">
                <a:moveTo>
                  <a:pt x="54176" y="11731"/>
                </a:moveTo>
                <a:cubicBezTo>
                  <a:pt x="54176" y="10878"/>
                  <a:pt x="50124" y="10309"/>
                  <a:pt x="42019" y="10025"/>
                </a:cubicBezTo>
                <a:cubicBezTo>
                  <a:pt x="38606" y="10025"/>
                  <a:pt x="36402" y="9954"/>
                  <a:pt x="35407" y="9811"/>
                </a:cubicBezTo>
                <a:cubicBezTo>
                  <a:pt x="34411" y="9669"/>
                  <a:pt x="33914" y="8958"/>
                  <a:pt x="33914" y="7679"/>
                </a:cubicBezTo>
                <a:cubicBezTo>
                  <a:pt x="33914" y="7536"/>
                  <a:pt x="34056" y="6754"/>
                  <a:pt x="34340" y="5332"/>
                </a:cubicBezTo>
                <a:cubicBezTo>
                  <a:pt x="34482" y="4906"/>
                  <a:pt x="34624" y="4408"/>
                  <a:pt x="34767" y="3839"/>
                </a:cubicBezTo>
                <a:cubicBezTo>
                  <a:pt x="34909" y="3270"/>
                  <a:pt x="34980" y="2915"/>
                  <a:pt x="34980" y="2773"/>
                </a:cubicBezTo>
                <a:cubicBezTo>
                  <a:pt x="34980" y="2631"/>
                  <a:pt x="35122" y="2275"/>
                  <a:pt x="35407" y="1706"/>
                </a:cubicBezTo>
                <a:cubicBezTo>
                  <a:pt x="35691" y="1138"/>
                  <a:pt x="35833" y="924"/>
                  <a:pt x="35833" y="1066"/>
                </a:cubicBezTo>
                <a:cubicBezTo>
                  <a:pt x="35833" y="1209"/>
                  <a:pt x="36118" y="1066"/>
                  <a:pt x="36686" y="640"/>
                </a:cubicBezTo>
                <a:cubicBezTo>
                  <a:pt x="37255" y="213"/>
                  <a:pt x="37611" y="71"/>
                  <a:pt x="37753" y="213"/>
                </a:cubicBezTo>
                <a:cubicBezTo>
                  <a:pt x="37895" y="355"/>
                  <a:pt x="38464" y="355"/>
                  <a:pt x="39459" y="213"/>
                </a:cubicBezTo>
                <a:cubicBezTo>
                  <a:pt x="40454" y="71"/>
                  <a:pt x="41308" y="0"/>
                  <a:pt x="42019" y="0"/>
                </a:cubicBezTo>
                <a:cubicBezTo>
                  <a:pt x="42872" y="0"/>
                  <a:pt x="45005" y="0"/>
                  <a:pt x="48417" y="0"/>
                </a:cubicBezTo>
                <a:cubicBezTo>
                  <a:pt x="51830" y="0"/>
                  <a:pt x="55029" y="71"/>
                  <a:pt x="58016" y="213"/>
                </a:cubicBezTo>
                <a:cubicBezTo>
                  <a:pt x="69249" y="213"/>
                  <a:pt x="75719" y="213"/>
                  <a:pt x="77425" y="213"/>
                </a:cubicBezTo>
                <a:cubicBezTo>
                  <a:pt x="79132" y="213"/>
                  <a:pt x="80269" y="569"/>
                  <a:pt x="80838" y="1280"/>
                </a:cubicBezTo>
                <a:cubicBezTo>
                  <a:pt x="80980" y="1849"/>
                  <a:pt x="83611" y="21898"/>
                  <a:pt x="88730" y="61428"/>
                </a:cubicBezTo>
                <a:lnTo>
                  <a:pt x="96408" y="120937"/>
                </a:lnTo>
                <a:lnTo>
                  <a:pt x="101314" y="113045"/>
                </a:lnTo>
                <a:cubicBezTo>
                  <a:pt x="104727" y="107926"/>
                  <a:pt x="109277" y="100816"/>
                  <a:pt x="114965" y="91716"/>
                </a:cubicBezTo>
                <a:cubicBezTo>
                  <a:pt x="120652" y="82615"/>
                  <a:pt x="126909" y="72662"/>
                  <a:pt x="133734" y="61855"/>
                </a:cubicBezTo>
                <a:cubicBezTo>
                  <a:pt x="158619" y="22182"/>
                  <a:pt x="171203" y="2204"/>
                  <a:pt x="171487" y="1920"/>
                </a:cubicBezTo>
                <a:cubicBezTo>
                  <a:pt x="171629" y="1777"/>
                  <a:pt x="171843" y="1564"/>
                  <a:pt x="172127" y="1280"/>
                </a:cubicBezTo>
                <a:cubicBezTo>
                  <a:pt x="172411" y="995"/>
                  <a:pt x="172696" y="782"/>
                  <a:pt x="172980" y="640"/>
                </a:cubicBezTo>
                <a:lnTo>
                  <a:pt x="174260" y="213"/>
                </a:lnTo>
                <a:lnTo>
                  <a:pt x="194736" y="213"/>
                </a:lnTo>
                <a:cubicBezTo>
                  <a:pt x="197153" y="213"/>
                  <a:pt x="199997" y="213"/>
                  <a:pt x="203268" y="213"/>
                </a:cubicBezTo>
                <a:cubicBezTo>
                  <a:pt x="206538" y="213"/>
                  <a:pt x="208600" y="142"/>
                  <a:pt x="209453" y="0"/>
                </a:cubicBezTo>
                <a:cubicBezTo>
                  <a:pt x="214288" y="0"/>
                  <a:pt x="216705" y="782"/>
                  <a:pt x="216705" y="2346"/>
                </a:cubicBezTo>
                <a:cubicBezTo>
                  <a:pt x="216705" y="3057"/>
                  <a:pt x="216492" y="4266"/>
                  <a:pt x="216065" y="5972"/>
                </a:cubicBezTo>
                <a:cubicBezTo>
                  <a:pt x="215639" y="7679"/>
                  <a:pt x="215425" y="8603"/>
                  <a:pt x="215425" y="8745"/>
                </a:cubicBezTo>
                <a:cubicBezTo>
                  <a:pt x="214857" y="9598"/>
                  <a:pt x="212226" y="10025"/>
                  <a:pt x="207534" y="10025"/>
                </a:cubicBezTo>
                <a:cubicBezTo>
                  <a:pt x="201846" y="10167"/>
                  <a:pt x="198220" y="10380"/>
                  <a:pt x="196656" y="10665"/>
                </a:cubicBezTo>
                <a:cubicBezTo>
                  <a:pt x="195092" y="10949"/>
                  <a:pt x="193812" y="11731"/>
                  <a:pt x="192816" y="13011"/>
                </a:cubicBezTo>
                <a:cubicBezTo>
                  <a:pt x="192390" y="13722"/>
                  <a:pt x="187271" y="33842"/>
                  <a:pt x="177459" y="73373"/>
                </a:cubicBezTo>
                <a:cubicBezTo>
                  <a:pt x="167648" y="112903"/>
                  <a:pt x="162671" y="132881"/>
                  <a:pt x="162529" y="133308"/>
                </a:cubicBezTo>
                <a:cubicBezTo>
                  <a:pt x="162529" y="133877"/>
                  <a:pt x="162600" y="134232"/>
                  <a:pt x="162742" y="134374"/>
                </a:cubicBezTo>
                <a:cubicBezTo>
                  <a:pt x="162884" y="134516"/>
                  <a:pt x="163382" y="134801"/>
                  <a:pt x="164235" y="135227"/>
                </a:cubicBezTo>
                <a:cubicBezTo>
                  <a:pt x="165088" y="135654"/>
                  <a:pt x="166297" y="135796"/>
                  <a:pt x="167861" y="135654"/>
                </a:cubicBezTo>
                <a:cubicBezTo>
                  <a:pt x="169425" y="135512"/>
                  <a:pt x="171772" y="135654"/>
                  <a:pt x="174900" y="136081"/>
                </a:cubicBezTo>
                <a:lnTo>
                  <a:pt x="181512" y="136081"/>
                </a:lnTo>
                <a:cubicBezTo>
                  <a:pt x="182365" y="137360"/>
                  <a:pt x="182792" y="138142"/>
                  <a:pt x="182792" y="138427"/>
                </a:cubicBezTo>
                <a:cubicBezTo>
                  <a:pt x="182792" y="140702"/>
                  <a:pt x="182294" y="142835"/>
                  <a:pt x="181299" y="144826"/>
                </a:cubicBezTo>
                <a:cubicBezTo>
                  <a:pt x="180588" y="145537"/>
                  <a:pt x="179450" y="145892"/>
                  <a:pt x="177886" y="145892"/>
                </a:cubicBezTo>
                <a:cubicBezTo>
                  <a:pt x="177175" y="145892"/>
                  <a:pt x="174260" y="145821"/>
                  <a:pt x="169141" y="145679"/>
                </a:cubicBezTo>
                <a:cubicBezTo>
                  <a:pt x="164022" y="145537"/>
                  <a:pt x="157481" y="145466"/>
                  <a:pt x="149518" y="145466"/>
                </a:cubicBezTo>
                <a:cubicBezTo>
                  <a:pt x="140844" y="145466"/>
                  <a:pt x="134303" y="145466"/>
                  <a:pt x="129895" y="145466"/>
                </a:cubicBezTo>
                <a:cubicBezTo>
                  <a:pt x="125487" y="145466"/>
                  <a:pt x="122999" y="145537"/>
                  <a:pt x="122430" y="145679"/>
                </a:cubicBezTo>
                <a:cubicBezTo>
                  <a:pt x="120013" y="145679"/>
                  <a:pt x="118804" y="144968"/>
                  <a:pt x="118804" y="143546"/>
                </a:cubicBezTo>
                <a:cubicBezTo>
                  <a:pt x="118804" y="143261"/>
                  <a:pt x="118946" y="142266"/>
                  <a:pt x="119231" y="140560"/>
                </a:cubicBezTo>
                <a:cubicBezTo>
                  <a:pt x="119799" y="138285"/>
                  <a:pt x="120368" y="137005"/>
                  <a:pt x="120937" y="136721"/>
                </a:cubicBezTo>
                <a:cubicBezTo>
                  <a:pt x="121506" y="136436"/>
                  <a:pt x="123141" y="136223"/>
                  <a:pt x="125843" y="136081"/>
                </a:cubicBezTo>
                <a:cubicBezTo>
                  <a:pt x="129682" y="136081"/>
                  <a:pt x="133948" y="135867"/>
                  <a:pt x="138640" y="135441"/>
                </a:cubicBezTo>
                <a:cubicBezTo>
                  <a:pt x="140631" y="135014"/>
                  <a:pt x="141982" y="134161"/>
                  <a:pt x="142693" y="132881"/>
                </a:cubicBezTo>
                <a:cubicBezTo>
                  <a:pt x="142977" y="132312"/>
                  <a:pt x="145679" y="121932"/>
                  <a:pt x="150798" y="101741"/>
                </a:cubicBezTo>
                <a:cubicBezTo>
                  <a:pt x="155917" y="81549"/>
                  <a:pt x="160965" y="61428"/>
                  <a:pt x="165942" y="41379"/>
                </a:cubicBezTo>
                <a:cubicBezTo>
                  <a:pt x="170918" y="21329"/>
                  <a:pt x="173407" y="11305"/>
                  <a:pt x="173407" y="11305"/>
                </a:cubicBezTo>
                <a:lnTo>
                  <a:pt x="132028" y="77212"/>
                </a:lnTo>
                <a:cubicBezTo>
                  <a:pt x="104158" y="121577"/>
                  <a:pt x="89867" y="144115"/>
                  <a:pt x="89156" y="144826"/>
                </a:cubicBezTo>
                <a:cubicBezTo>
                  <a:pt x="88872" y="144968"/>
                  <a:pt x="88588" y="145110"/>
                  <a:pt x="88303" y="145252"/>
                </a:cubicBezTo>
                <a:cubicBezTo>
                  <a:pt x="87592" y="145679"/>
                  <a:pt x="86455" y="145892"/>
                  <a:pt x="84890" y="145892"/>
                </a:cubicBezTo>
                <a:cubicBezTo>
                  <a:pt x="82758" y="145892"/>
                  <a:pt x="81478" y="145394"/>
                  <a:pt x="81051" y="144399"/>
                </a:cubicBezTo>
                <a:cubicBezTo>
                  <a:pt x="80767" y="143830"/>
                  <a:pt x="77852" y="121790"/>
                  <a:pt x="72306" y="78278"/>
                </a:cubicBezTo>
                <a:lnTo>
                  <a:pt x="63988" y="12798"/>
                </a:lnTo>
                <a:lnTo>
                  <a:pt x="49484" y="70387"/>
                </a:lnTo>
                <a:cubicBezTo>
                  <a:pt x="39957" y="108210"/>
                  <a:pt x="35193" y="127762"/>
                  <a:pt x="35193" y="129042"/>
                </a:cubicBezTo>
                <a:cubicBezTo>
                  <a:pt x="36046" y="133734"/>
                  <a:pt x="41165" y="136081"/>
                  <a:pt x="50550" y="136081"/>
                </a:cubicBezTo>
                <a:lnTo>
                  <a:pt x="52683" y="136081"/>
                </a:lnTo>
                <a:cubicBezTo>
                  <a:pt x="53536" y="136792"/>
                  <a:pt x="54034" y="137431"/>
                  <a:pt x="54176" y="138000"/>
                </a:cubicBezTo>
                <a:cubicBezTo>
                  <a:pt x="54318" y="138569"/>
                  <a:pt x="54105" y="139849"/>
                  <a:pt x="53536" y="141840"/>
                </a:cubicBezTo>
                <a:cubicBezTo>
                  <a:pt x="52968" y="144115"/>
                  <a:pt x="52399" y="145394"/>
                  <a:pt x="51830" y="145679"/>
                </a:cubicBezTo>
                <a:cubicBezTo>
                  <a:pt x="51261" y="145821"/>
                  <a:pt x="50479" y="145892"/>
                  <a:pt x="49484" y="145892"/>
                </a:cubicBezTo>
                <a:cubicBezTo>
                  <a:pt x="49199" y="145892"/>
                  <a:pt x="48346" y="145892"/>
                  <a:pt x="46924" y="145892"/>
                </a:cubicBezTo>
                <a:cubicBezTo>
                  <a:pt x="45502" y="145892"/>
                  <a:pt x="43085" y="145821"/>
                  <a:pt x="39672" y="145679"/>
                </a:cubicBezTo>
                <a:cubicBezTo>
                  <a:pt x="36260" y="145537"/>
                  <a:pt x="31709" y="145466"/>
                  <a:pt x="26022" y="145466"/>
                </a:cubicBezTo>
                <a:cubicBezTo>
                  <a:pt x="21756" y="145466"/>
                  <a:pt x="17348" y="145537"/>
                  <a:pt x="12798" y="145679"/>
                </a:cubicBezTo>
                <a:cubicBezTo>
                  <a:pt x="8247" y="145821"/>
                  <a:pt x="5617" y="145892"/>
                  <a:pt x="4906" y="145892"/>
                </a:cubicBezTo>
                <a:cubicBezTo>
                  <a:pt x="2773" y="145892"/>
                  <a:pt x="1422" y="145750"/>
                  <a:pt x="853" y="145466"/>
                </a:cubicBezTo>
                <a:cubicBezTo>
                  <a:pt x="284" y="145181"/>
                  <a:pt x="0" y="144541"/>
                  <a:pt x="0" y="143546"/>
                </a:cubicBezTo>
                <a:cubicBezTo>
                  <a:pt x="0" y="143261"/>
                  <a:pt x="213" y="142266"/>
                  <a:pt x="640" y="140560"/>
                </a:cubicBezTo>
                <a:cubicBezTo>
                  <a:pt x="1066" y="138853"/>
                  <a:pt x="1422" y="137787"/>
                  <a:pt x="1706" y="137360"/>
                </a:cubicBezTo>
                <a:cubicBezTo>
                  <a:pt x="1991" y="136507"/>
                  <a:pt x="3555" y="136081"/>
                  <a:pt x="6399" y="136081"/>
                </a:cubicBezTo>
                <a:cubicBezTo>
                  <a:pt x="16352" y="136081"/>
                  <a:pt x="22680" y="133237"/>
                  <a:pt x="25382" y="127549"/>
                </a:cubicBezTo>
                <a:cubicBezTo>
                  <a:pt x="25951" y="126696"/>
                  <a:pt x="30856" y="107642"/>
                  <a:pt x="40099" y="70387"/>
                </a:cubicBezTo>
                <a:cubicBezTo>
                  <a:pt x="49342" y="33131"/>
                  <a:pt x="54034" y="13580"/>
                  <a:pt x="54176" y="117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3" cap="flat">
            <a:solidFill>
              <a:srgbClr val="000000">
                <a:alpha val="32770"/>
              </a:srgbClr>
            </a:solidFill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077B8A-3508-4AC5-84A4-3BB38322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087" y="1872542"/>
            <a:ext cx="80828" cy="96108"/>
          </a:xfrm>
          <a:custGeom xmlns:a="http://schemas.openxmlformats.org/drawingml/2006/main">
            <a:pathLst>
              <a:path w="80828" h="96108">
                <a:moveTo>
                  <a:pt x="9349" y="23575"/>
                </a:moveTo>
                <a:cubicBezTo>
                  <a:pt x="9450" y="23273"/>
                  <a:pt x="9551" y="22871"/>
                  <a:pt x="9651" y="22368"/>
                </a:cubicBezTo>
                <a:cubicBezTo>
                  <a:pt x="9752" y="21866"/>
                  <a:pt x="10003" y="20760"/>
                  <a:pt x="10405" y="19051"/>
                </a:cubicBezTo>
                <a:cubicBezTo>
                  <a:pt x="10807" y="17342"/>
                  <a:pt x="11310" y="15784"/>
                  <a:pt x="11913" y="14376"/>
                </a:cubicBezTo>
                <a:cubicBezTo>
                  <a:pt x="12516" y="12969"/>
                  <a:pt x="13270" y="11310"/>
                  <a:pt x="14175" y="9400"/>
                </a:cubicBezTo>
                <a:cubicBezTo>
                  <a:pt x="15080" y="7490"/>
                  <a:pt x="16085" y="5982"/>
                  <a:pt x="17191" y="4876"/>
                </a:cubicBezTo>
                <a:cubicBezTo>
                  <a:pt x="18297" y="3770"/>
                  <a:pt x="19604" y="2664"/>
                  <a:pt x="21112" y="1558"/>
                </a:cubicBezTo>
                <a:cubicBezTo>
                  <a:pt x="22620" y="452"/>
                  <a:pt x="24278" y="0"/>
                  <a:pt x="26088" y="201"/>
                </a:cubicBezTo>
                <a:cubicBezTo>
                  <a:pt x="33628" y="201"/>
                  <a:pt x="38453" y="3418"/>
                  <a:pt x="40565" y="9852"/>
                </a:cubicBezTo>
                <a:lnTo>
                  <a:pt x="42073" y="8495"/>
                </a:lnTo>
                <a:cubicBezTo>
                  <a:pt x="48306" y="2966"/>
                  <a:pt x="54237" y="201"/>
                  <a:pt x="59867" y="201"/>
                </a:cubicBezTo>
                <a:cubicBezTo>
                  <a:pt x="66401" y="201"/>
                  <a:pt x="71528" y="2564"/>
                  <a:pt x="75248" y="7289"/>
                </a:cubicBezTo>
                <a:cubicBezTo>
                  <a:pt x="78968" y="12014"/>
                  <a:pt x="80828" y="17744"/>
                  <a:pt x="80828" y="24480"/>
                </a:cubicBezTo>
                <a:cubicBezTo>
                  <a:pt x="80828" y="35337"/>
                  <a:pt x="77007" y="45340"/>
                  <a:pt x="69367" y="54488"/>
                </a:cubicBezTo>
                <a:cubicBezTo>
                  <a:pt x="61727" y="63637"/>
                  <a:pt x="53081" y="68261"/>
                  <a:pt x="43430" y="68362"/>
                </a:cubicBezTo>
                <a:cubicBezTo>
                  <a:pt x="41218" y="68362"/>
                  <a:pt x="39258" y="68060"/>
                  <a:pt x="37549" y="67457"/>
                </a:cubicBezTo>
                <a:cubicBezTo>
                  <a:pt x="36443" y="66954"/>
                  <a:pt x="35287" y="66200"/>
                  <a:pt x="34080" y="65195"/>
                </a:cubicBezTo>
                <a:cubicBezTo>
                  <a:pt x="32874" y="64190"/>
                  <a:pt x="31919" y="63335"/>
                  <a:pt x="31215" y="62631"/>
                </a:cubicBezTo>
                <a:lnTo>
                  <a:pt x="30160" y="61425"/>
                </a:lnTo>
                <a:cubicBezTo>
                  <a:pt x="30059" y="61526"/>
                  <a:pt x="28953" y="65899"/>
                  <a:pt x="26842" y="74544"/>
                </a:cubicBezTo>
                <a:cubicBezTo>
                  <a:pt x="24731" y="83190"/>
                  <a:pt x="23675" y="87563"/>
                  <a:pt x="23675" y="87664"/>
                </a:cubicBezTo>
                <a:cubicBezTo>
                  <a:pt x="23675" y="88267"/>
                  <a:pt x="24077" y="88619"/>
                  <a:pt x="24882" y="88719"/>
                </a:cubicBezTo>
                <a:cubicBezTo>
                  <a:pt x="25686" y="88820"/>
                  <a:pt x="27546" y="88971"/>
                  <a:pt x="30461" y="89172"/>
                </a:cubicBezTo>
                <a:lnTo>
                  <a:pt x="34231" y="89172"/>
                </a:lnTo>
                <a:cubicBezTo>
                  <a:pt x="34834" y="89876"/>
                  <a:pt x="35136" y="90328"/>
                  <a:pt x="35136" y="90529"/>
                </a:cubicBezTo>
                <a:cubicBezTo>
                  <a:pt x="35136" y="90730"/>
                  <a:pt x="34985" y="91635"/>
                  <a:pt x="34684" y="93243"/>
                </a:cubicBezTo>
                <a:cubicBezTo>
                  <a:pt x="34382" y="94450"/>
                  <a:pt x="34080" y="95204"/>
                  <a:pt x="33779" y="95505"/>
                </a:cubicBezTo>
                <a:cubicBezTo>
                  <a:pt x="33477" y="95807"/>
                  <a:pt x="32824" y="96008"/>
                  <a:pt x="31818" y="96108"/>
                </a:cubicBezTo>
                <a:cubicBezTo>
                  <a:pt x="31617" y="96108"/>
                  <a:pt x="31064" y="96108"/>
                  <a:pt x="30160" y="96108"/>
                </a:cubicBezTo>
                <a:cubicBezTo>
                  <a:pt x="29255" y="96108"/>
                  <a:pt x="27546" y="96058"/>
                  <a:pt x="25032" y="95958"/>
                </a:cubicBezTo>
                <a:cubicBezTo>
                  <a:pt x="22519" y="95857"/>
                  <a:pt x="19403" y="95807"/>
                  <a:pt x="15683" y="95807"/>
                </a:cubicBezTo>
                <a:cubicBezTo>
                  <a:pt x="8646" y="95807"/>
                  <a:pt x="4172" y="95907"/>
                  <a:pt x="2262" y="96108"/>
                </a:cubicBezTo>
                <a:lnTo>
                  <a:pt x="1056" y="96108"/>
                </a:lnTo>
                <a:cubicBezTo>
                  <a:pt x="352" y="95405"/>
                  <a:pt x="0" y="94852"/>
                  <a:pt x="0" y="94450"/>
                </a:cubicBezTo>
                <a:cubicBezTo>
                  <a:pt x="201" y="91735"/>
                  <a:pt x="855" y="89976"/>
                  <a:pt x="1960" y="89172"/>
                </a:cubicBezTo>
                <a:lnTo>
                  <a:pt x="4976" y="89172"/>
                </a:lnTo>
                <a:cubicBezTo>
                  <a:pt x="8394" y="89071"/>
                  <a:pt x="10355" y="88468"/>
                  <a:pt x="10857" y="87362"/>
                </a:cubicBezTo>
                <a:cubicBezTo>
                  <a:pt x="11159" y="86759"/>
                  <a:pt x="14225" y="74745"/>
                  <a:pt x="20056" y="51322"/>
                </a:cubicBezTo>
                <a:cubicBezTo>
                  <a:pt x="25887" y="27898"/>
                  <a:pt x="28953" y="15482"/>
                  <a:pt x="29255" y="14074"/>
                </a:cubicBezTo>
                <a:cubicBezTo>
                  <a:pt x="29355" y="13572"/>
                  <a:pt x="29406" y="12868"/>
                  <a:pt x="29406" y="11963"/>
                </a:cubicBezTo>
                <a:cubicBezTo>
                  <a:pt x="29406" y="7841"/>
                  <a:pt x="28149" y="5781"/>
                  <a:pt x="25636" y="5781"/>
                </a:cubicBezTo>
                <a:cubicBezTo>
                  <a:pt x="23424" y="5781"/>
                  <a:pt x="21564" y="7188"/>
                  <a:pt x="20056" y="10003"/>
                </a:cubicBezTo>
                <a:cubicBezTo>
                  <a:pt x="18548" y="12818"/>
                  <a:pt x="17392" y="15884"/>
                  <a:pt x="16588" y="19202"/>
                </a:cubicBezTo>
                <a:cubicBezTo>
                  <a:pt x="15784" y="22519"/>
                  <a:pt x="15180" y="24329"/>
                  <a:pt x="14778" y="24630"/>
                </a:cubicBezTo>
                <a:cubicBezTo>
                  <a:pt x="14577" y="24831"/>
                  <a:pt x="13773" y="24932"/>
                  <a:pt x="12365" y="24932"/>
                </a:cubicBezTo>
                <a:lnTo>
                  <a:pt x="10254" y="24932"/>
                </a:lnTo>
                <a:cubicBezTo>
                  <a:pt x="9651" y="24329"/>
                  <a:pt x="9349" y="23876"/>
                  <a:pt x="9349" y="23575"/>
                </a:cubicBezTo>
                <a:close/>
                <a:moveTo>
                  <a:pt x="32723" y="51472"/>
                </a:moveTo>
                <a:cubicBezTo>
                  <a:pt x="34935" y="59113"/>
                  <a:pt x="38655" y="62933"/>
                  <a:pt x="43882" y="62933"/>
                </a:cubicBezTo>
                <a:cubicBezTo>
                  <a:pt x="46898" y="62933"/>
                  <a:pt x="49814" y="61777"/>
                  <a:pt x="52628" y="59465"/>
                </a:cubicBezTo>
                <a:cubicBezTo>
                  <a:pt x="55443" y="57152"/>
                  <a:pt x="57756" y="54237"/>
                  <a:pt x="59565" y="50718"/>
                </a:cubicBezTo>
                <a:cubicBezTo>
                  <a:pt x="61375" y="47300"/>
                  <a:pt x="63184" y="41872"/>
                  <a:pt x="64994" y="34432"/>
                </a:cubicBezTo>
                <a:cubicBezTo>
                  <a:pt x="66803" y="26993"/>
                  <a:pt x="67758" y="21464"/>
                  <a:pt x="67859" y="17844"/>
                </a:cubicBezTo>
                <a:lnTo>
                  <a:pt x="67859" y="16940"/>
                </a:lnTo>
                <a:cubicBezTo>
                  <a:pt x="67859" y="9500"/>
                  <a:pt x="64793" y="5781"/>
                  <a:pt x="58660" y="5781"/>
                </a:cubicBezTo>
                <a:cubicBezTo>
                  <a:pt x="57555" y="5781"/>
                  <a:pt x="56449" y="5931"/>
                  <a:pt x="55343" y="6233"/>
                </a:cubicBezTo>
                <a:cubicBezTo>
                  <a:pt x="54237" y="6535"/>
                  <a:pt x="53131" y="6987"/>
                  <a:pt x="52025" y="7590"/>
                </a:cubicBezTo>
                <a:cubicBezTo>
                  <a:pt x="50919" y="8193"/>
                  <a:pt x="49914" y="8847"/>
                  <a:pt x="49009" y="9551"/>
                </a:cubicBezTo>
                <a:cubicBezTo>
                  <a:pt x="48105" y="10254"/>
                  <a:pt x="47250" y="11008"/>
                  <a:pt x="46446" y="11812"/>
                </a:cubicBezTo>
                <a:cubicBezTo>
                  <a:pt x="45641" y="12617"/>
                  <a:pt x="44887" y="13371"/>
                  <a:pt x="44184" y="14074"/>
                </a:cubicBezTo>
                <a:cubicBezTo>
                  <a:pt x="43480" y="14778"/>
                  <a:pt x="42927" y="15482"/>
                  <a:pt x="42525" y="16186"/>
                </a:cubicBezTo>
                <a:cubicBezTo>
                  <a:pt x="42123" y="16889"/>
                  <a:pt x="41721" y="17392"/>
                  <a:pt x="41319" y="17694"/>
                </a:cubicBezTo>
                <a:lnTo>
                  <a:pt x="40866" y="18297"/>
                </a:lnTo>
                <a:cubicBezTo>
                  <a:pt x="40866" y="18397"/>
                  <a:pt x="40715" y="19101"/>
                  <a:pt x="40414" y="20408"/>
                </a:cubicBezTo>
                <a:cubicBezTo>
                  <a:pt x="40112" y="21715"/>
                  <a:pt x="39559" y="23927"/>
                  <a:pt x="38755" y="27043"/>
                </a:cubicBezTo>
                <a:cubicBezTo>
                  <a:pt x="37951" y="30160"/>
                  <a:pt x="37247" y="32773"/>
                  <a:pt x="36644" y="34885"/>
                </a:cubicBezTo>
                <a:cubicBezTo>
                  <a:pt x="34030" y="45541"/>
                  <a:pt x="32723" y="51070"/>
                  <a:pt x="32723" y="514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53C13C-5CAC-40FF-A026-42EA9E1B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4087" y="1872542"/>
            <a:ext cx="80828" cy="96108"/>
          </a:xfrm>
          <a:custGeom xmlns:a="http://schemas.openxmlformats.org/drawingml/2006/main">
            <a:pathLst>
              <a:path w="80828" h="96108" fill="none">
                <a:moveTo>
                  <a:pt x="9349" y="23575"/>
                </a:moveTo>
                <a:cubicBezTo>
                  <a:pt x="9450" y="23273"/>
                  <a:pt x="9551" y="22871"/>
                  <a:pt x="9651" y="22368"/>
                </a:cubicBezTo>
                <a:cubicBezTo>
                  <a:pt x="9752" y="21866"/>
                  <a:pt x="10003" y="20760"/>
                  <a:pt x="10405" y="19051"/>
                </a:cubicBezTo>
                <a:cubicBezTo>
                  <a:pt x="10807" y="17342"/>
                  <a:pt x="11310" y="15784"/>
                  <a:pt x="11913" y="14376"/>
                </a:cubicBezTo>
                <a:cubicBezTo>
                  <a:pt x="12516" y="12969"/>
                  <a:pt x="13270" y="11310"/>
                  <a:pt x="14175" y="9400"/>
                </a:cubicBezTo>
                <a:cubicBezTo>
                  <a:pt x="15080" y="7490"/>
                  <a:pt x="16085" y="5982"/>
                  <a:pt x="17191" y="4876"/>
                </a:cubicBezTo>
                <a:cubicBezTo>
                  <a:pt x="18297" y="3770"/>
                  <a:pt x="19604" y="2664"/>
                  <a:pt x="21112" y="1558"/>
                </a:cubicBezTo>
                <a:cubicBezTo>
                  <a:pt x="22620" y="452"/>
                  <a:pt x="24278" y="0"/>
                  <a:pt x="26088" y="201"/>
                </a:cubicBezTo>
                <a:cubicBezTo>
                  <a:pt x="33628" y="201"/>
                  <a:pt x="38453" y="3418"/>
                  <a:pt x="40565" y="9852"/>
                </a:cubicBezTo>
                <a:lnTo>
                  <a:pt x="42073" y="8495"/>
                </a:lnTo>
                <a:cubicBezTo>
                  <a:pt x="48306" y="2966"/>
                  <a:pt x="54237" y="201"/>
                  <a:pt x="59867" y="201"/>
                </a:cubicBezTo>
                <a:cubicBezTo>
                  <a:pt x="66401" y="201"/>
                  <a:pt x="71528" y="2564"/>
                  <a:pt x="75248" y="7289"/>
                </a:cubicBezTo>
                <a:cubicBezTo>
                  <a:pt x="78968" y="12014"/>
                  <a:pt x="80828" y="17744"/>
                  <a:pt x="80828" y="24480"/>
                </a:cubicBezTo>
                <a:cubicBezTo>
                  <a:pt x="80828" y="35337"/>
                  <a:pt x="77007" y="45340"/>
                  <a:pt x="69367" y="54488"/>
                </a:cubicBezTo>
                <a:cubicBezTo>
                  <a:pt x="61727" y="63637"/>
                  <a:pt x="53081" y="68261"/>
                  <a:pt x="43430" y="68362"/>
                </a:cubicBezTo>
                <a:cubicBezTo>
                  <a:pt x="41218" y="68362"/>
                  <a:pt x="39258" y="68060"/>
                  <a:pt x="37549" y="67457"/>
                </a:cubicBezTo>
                <a:cubicBezTo>
                  <a:pt x="36443" y="66954"/>
                  <a:pt x="35287" y="66200"/>
                  <a:pt x="34080" y="65195"/>
                </a:cubicBezTo>
                <a:cubicBezTo>
                  <a:pt x="32874" y="64190"/>
                  <a:pt x="31919" y="63335"/>
                  <a:pt x="31215" y="62631"/>
                </a:cubicBezTo>
                <a:lnTo>
                  <a:pt x="30160" y="61425"/>
                </a:lnTo>
                <a:cubicBezTo>
                  <a:pt x="30059" y="61526"/>
                  <a:pt x="28953" y="65899"/>
                  <a:pt x="26842" y="74544"/>
                </a:cubicBezTo>
                <a:cubicBezTo>
                  <a:pt x="24731" y="83190"/>
                  <a:pt x="23675" y="87563"/>
                  <a:pt x="23675" y="87664"/>
                </a:cubicBezTo>
                <a:cubicBezTo>
                  <a:pt x="23675" y="88267"/>
                  <a:pt x="24077" y="88619"/>
                  <a:pt x="24882" y="88719"/>
                </a:cubicBezTo>
                <a:cubicBezTo>
                  <a:pt x="25686" y="88820"/>
                  <a:pt x="27546" y="88971"/>
                  <a:pt x="30461" y="89172"/>
                </a:cubicBezTo>
                <a:lnTo>
                  <a:pt x="34231" y="89172"/>
                </a:lnTo>
                <a:cubicBezTo>
                  <a:pt x="34834" y="89876"/>
                  <a:pt x="35136" y="90328"/>
                  <a:pt x="35136" y="90529"/>
                </a:cubicBezTo>
                <a:cubicBezTo>
                  <a:pt x="35136" y="90730"/>
                  <a:pt x="34985" y="91635"/>
                  <a:pt x="34684" y="93243"/>
                </a:cubicBezTo>
                <a:cubicBezTo>
                  <a:pt x="34382" y="94450"/>
                  <a:pt x="34080" y="95204"/>
                  <a:pt x="33779" y="95505"/>
                </a:cubicBezTo>
                <a:cubicBezTo>
                  <a:pt x="33477" y="95807"/>
                  <a:pt x="32824" y="96008"/>
                  <a:pt x="31818" y="96108"/>
                </a:cubicBezTo>
                <a:cubicBezTo>
                  <a:pt x="31617" y="96108"/>
                  <a:pt x="31064" y="96108"/>
                  <a:pt x="30160" y="96108"/>
                </a:cubicBezTo>
                <a:cubicBezTo>
                  <a:pt x="29255" y="96108"/>
                  <a:pt x="27546" y="96058"/>
                  <a:pt x="25032" y="95958"/>
                </a:cubicBezTo>
                <a:cubicBezTo>
                  <a:pt x="22519" y="95857"/>
                  <a:pt x="19403" y="95807"/>
                  <a:pt x="15683" y="95807"/>
                </a:cubicBezTo>
                <a:cubicBezTo>
                  <a:pt x="8646" y="95807"/>
                  <a:pt x="4172" y="95907"/>
                  <a:pt x="2262" y="96108"/>
                </a:cubicBezTo>
                <a:lnTo>
                  <a:pt x="1056" y="96108"/>
                </a:lnTo>
                <a:cubicBezTo>
                  <a:pt x="352" y="95405"/>
                  <a:pt x="0" y="94852"/>
                  <a:pt x="0" y="94450"/>
                </a:cubicBezTo>
                <a:cubicBezTo>
                  <a:pt x="201" y="91735"/>
                  <a:pt x="855" y="89976"/>
                  <a:pt x="1960" y="89172"/>
                </a:cubicBezTo>
                <a:lnTo>
                  <a:pt x="4976" y="89172"/>
                </a:lnTo>
                <a:cubicBezTo>
                  <a:pt x="8394" y="89071"/>
                  <a:pt x="10355" y="88468"/>
                  <a:pt x="10857" y="87362"/>
                </a:cubicBezTo>
                <a:cubicBezTo>
                  <a:pt x="11159" y="86759"/>
                  <a:pt x="14225" y="74745"/>
                  <a:pt x="20056" y="51322"/>
                </a:cubicBezTo>
                <a:cubicBezTo>
                  <a:pt x="25887" y="27898"/>
                  <a:pt x="28953" y="15482"/>
                  <a:pt x="29255" y="14074"/>
                </a:cubicBezTo>
                <a:cubicBezTo>
                  <a:pt x="29355" y="13572"/>
                  <a:pt x="29406" y="12868"/>
                  <a:pt x="29406" y="11963"/>
                </a:cubicBezTo>
                <a:cubicBezTo>
                  <a:pt x="29406" y="7841"/>
                  <a:pt x="28149" y="5781"/>
                  <a:pt x="25636" y="5781"/>
                </a:cubicBezTo>
                <a:cubicBezTo>
                  <a:pt x="23424" y="5781"/>
                  <a:pt x="21564" y="7188"/>
                  <a:pt x="20056" y="10003"/>
                </a:cubicBezTo>
                <a:cubicBezTo>
                  <a:pt x="18548" y="12818"/>
                  <a:pt x="17392" y="15884"/>
                  <a:pt x="16588" y="19202"/>
                </a:cubicBezTo>
                <a:cubicBezTo>
                  <a:pt x="15784" y="22519"/>
                  <a:pt x="15180" y="24329"/>
                  <a:pt x="14778" y="24630"/>
                </a:cubicBezTo>
                <a:cubicBezTo>
                  <a:pt x="14577" y="24831"/>
                  <a:pt x="13773" y="24932"/>
                  <a:pt x="12365" y="24932"/>
                </a:cubicBezTo>
                <a:lnTo>
                  <a:pt x="10254" y="24932"/>
                </a:lnTo>
                <a:cubicBezTo>
                  <a:pt x="9651" y="24329"/>
                  <a:pt x="9349" y="23876"/>
                  <a:pt x="9349" y="23575"/>
                </a:cubicBezTo>
                <a:close/>
                <a:moveTo>
                  <a:pt x="32723" y="51472"/>
                </a:moveTo>
                <a:cubicBezTo>
                  <a:pt x="34935" y="59113"/>
                  <a:pt x="38655" y="62933"/>
                  <a:pt x="43882" y="62933"/>
                </a:cubicBezTo>
                <a:cubicBezTo>
                  <a:pt x="46898" y="62933"/>
                  <a:pt x="49814" y="61777"/>
                  <a:pt x="52628" y="59465"/>
                </a:cubicBezTo>
                <a:cubicBezTo>
                  <a:pt x="55443" y="57152"/>
                  <a:pt x="57756" y="54237"/>
                  <a:pt x="59565" y="50718"/>
                </a:cubicBezTo>
                <a:cubicBezTo>
                  <a:pt x="61375" y="47300"/>
                  <a:pt x="63184" y="41872"/>
                  <a:pt x="64994" y="34432"/>
                </a:cubicBezTo>
                <a:cubicBezTo>
                  <a:pt x="66803" y="26993"/>
                  <a:pt x="67758" y="21464"/>
                  <a:pt x="67859" y="17844"/>
                </a:cubicBezTo>
                <a:lnTo>
                  <a:pt x="67859" y="16940"/>
                </a:lnTo>
                <a:cubicBezTo>
                  <a:pt x="67859" y="9500"/>
                  <a:pt x="64793" y="5781"/>
                  <a:pt x="58660" y="5781"/>
                </a:cubicBezTo>
                <a:cubicBezTo>
                  <a:pt x="57555" y="5781"/>
                  <a:pt x="56449" y="5931"/>
                  <a:pt x="55343" y="6233"/>
                </a:cubicBezTo>
                <a:cubicBezTo>
                  <a:pt x="54237" y="6535"/>
                  <a:pt x="53131" y="6987"/>
                  <a:pt x="52025" y="7590"/>
                </a:cubicBezTo>
                <a:cubicBezTo>
                  <a:pt x="50919" y="8193"/>
                  <a:pt x="49914" y="8847"/>
                  <a:pt x="49009" y="9551"/>
                </a:cubicBezTo>
                <a:cubicBezTo>
                  <a:pt x="48105" y="10254"/>
                  <a:pt x="47250" y="11008"/>
                  <a:pt x="46446" y="11812"/>
                </a:cubicBezTo>
                <a:cubicBezTo>
                  <a:pt x="45641" y="12617"/>
                  <a:pt x="44887" y="13371"/>
                  <a:pt x="44184" y="14074"/>
                </a:cubicBezTo>
                <a:cubicBezTo>
                  <a:pt x="43480" y="14778"/>
                  <a:pt x="42927" y="15482"/>
                  <a:pt x="42525" y="16186"/>
                </a:cubicBezTo>
                <a:cubicBezTo>
                  <a:pt x="42123" y="16889"/>
                  <a:pt x="41721" y="17392"/>
                  <a:pt x="41319" y="17694"/>
                </a:cubicBezTo>
                <a:lnTo>
                  <a:pt x="40866" y="18297"/>
                </a:lnTo>
                <a:cubicBezTo>
                  <a:pt x="40866" y="18397"/>
                  <a:pt x="40715" y="19101"/>
                  <a:pt x="40414" y="20408"/>
                </a:cubicBezTo>
                <a:cubicBezTo>
                  <a:pt x="40112" y="21715"/>
                  <a:pt x="39559" y="23927"/>
                  <a:pt x="38755" y="27043"/>
                </a:cubicBezTo>
                <a:cubicBezTo>
                  <a:pt x="37951" y="30160"/>
                  <a:pt x="37247" y="32773"/>
                  <a:pt x="36644" y="34885"/>
                </a:cubicBezTo>
                <a:cubicBezTo>
                  <a:pt x="34030" y="45541"/>
                  <a:pt x="32723" y="51070"/>
                  <a:pt x="32723" y="514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1" cap="flat">
            <a:solidFill>
              <a:srgbClr val="000000">
                <a:alpha val="23170"/>
              </a:srgbClr>
            </a:solidFill>
            <a:miter/>
          </a:ln>
        </p:spPr>
      </p:sp>
      <p:sp>
        <p:nvSpPr>
          <p:cNvPr id="445" name="Text GeneratedFSM,">
            <a:extLst xmlns:a="http://schemas.openxmlformats.org/drawingml/2006/main">
              <a:ext uri="{FF2B5EF4-FFF2-40B4-BE49-F238E27FC236}">
                <a16:creationId xmlns:a16="http://schemas.microsoft.com/office/drawing/2014/main" id="{FBA4E06C-090E-4A95-9B04-6D137E44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679" y="1884478"/>
            <a:ext cx="1375530" cy="181602"/>
          </a:xfrm>
          <a:custGeom xmlns:a="http://schemas.openxmlformats.org/drawingml/2006/main">
            <a:pathLst>
              <a:path w="1375530" h="181602">
                <a:moveTo>
                  <a:pt x="121995" y="3706"/>
                </a:moveTo>
                <a:lnTo>
                  <a:pt x="125598" y="47768"/>
                </a:lnTo>
                <a:lnTo>
                  <a:pt x="121995" y="47768"/>
                </a:lnTo>
                <a:cubicBezTo>
                  <a:pt x="118357" y="36787"/>
                  <a:pt x="113656" y="28517"/>
                  <a:pt x="107891" y="22958"/>
                </a:cubicBezTo>
                <a:cubicBezTo>
                  <a:pt x="99586" y="14928"/>
                  <a:pt x="88914" y="10913"/>
                  <a:pt x="75873" y="10913"/>
                </a:cubicBezTo>
                <a:cubicBezTo>
                  <a:pt x="58098" y="10913"/>
                  <a:pt x="44577" y="17947"/>
                  <a:pt x="35311" y="32017"/>
                </a:cubicBezTo>
                <a:cubicBezTo>
                  <a:pt x="27556" y="43891"/>
                  <a:pt x="23678" y="58029"/>
                  <a:pt x="23678" y="74432"/>
                </a:cubicBezTo>
                <a:cubicBezTo>
                  <a:pt x="23678" y="87747"/>
                  <a:pt x="26252" y="99895"/>
                  <a:pt x="31399" y="110876"/>
                </a:cubicBezTo>
                <a:cubicBezTo>
                  <a:pt x="36547" y="121857"/>
                  <a:pt x="43290" y="129904"/>
                  <a:pt x="51629" y="135018"/>
                </a:cubicBezTo>
                <a:cubicBezTo>
                  <a:pt x="59968" y="140131"/>
                  <a:pt x="68530" y="142687"/>
                  <a:pt x="77315" y="142687"/>
                </a:cubicBezTo>
                <a:cubicBezTo>
                  <a:pt x="82462" y="142687"/>
                  <a:pt x="87438" y="142033"/>
                  <a:pt x="92242" y="140725"/>
                </a:cubicBezTo>
                <a:cubicBezTo>
                  <a:pt x="97047" y="139417"/>
                  <a:pt x="101679" y="137489"/>
                  <a:pt x="106140" y="134944"/>
                </a:cubicBezTo>
                <a:lnTo>
                  <a:pt x="106140" y="94465"/>
                </a:lnTo>
                <a:cubicBezTo>
                  <a:pt x="106140" y="87443"/>
                  <a:pt x="105608" y="82848"/>
                  <a:pt x="104545" y="80680"/>
                </a:cubicBezTo>
                <a:cubicBezTo>
                  <a:pt x="103481" y="78511"/>
                  <a:pt x="101834" y="76860"/>
                  <a:pt x="99603" y="75725"/>
                </a:cubicBezTo>
                <a:cubicBezTo>
                  <a:pt x="97373" y="74589"/>
                  <a:pt x="93443" y="74020"/>
                  <a:pt x="87815" y="74020"/>
                </a:cubicBezTo>
                <a:lnTo>
                  <a:pt x="87815" y="70211"/>
                </a:lnTo>
                <a:lnTo>
                  <a:pt x="141864" y="70211"/>
                </a:lnTo>
                <a:lnTo>
                  <a:pt x="141864" y="74020"/>
                </a:lnTo>
                <a:lnTo>
                  <a:pt x="139290" y="74020"/>
                </a:lnTo>
                <a:cubicBezTo>
                  <a:pt x="133937" y="74020"/>
                  <a:pt x="130265" y="75805"/>
                  <a:pt x="128274" y="79374"/>
                </a:cubicBezTo>
                <a:cubicBezTo>
                  <a:pt x="126902" y="81913"/>
                  <a:pt x="126215" y="86923"/>
                  <a:pt x="126215" y="94404"/>
                </a:cubicBezTo>
                <a:lnTo>
                  <a:pt x="126215" y="137128"/>
                </a:lnTo>
                <a:cubicBezTo>
                  <a:pt x="118323" y="141383"/>
                  <a:pt x="110533" y="144506"/>
                  <a:pt x="102846" y="146496"/>
                </a:cubicBezTo>
                <a:cubicBezTo>
                  <a:pt x="95159" y="148487"/>
                  <a:pt x="86614" y="149482"/>
                  <a:pt x="77212" y="149482"/>
                </a:cubicBezTo>
                <a:cubicBezTo>
                  <a:pt x="50239" y="149482"/>
                  <a:pt x="29752" y="140846"/>
                  <a:pt x="15751" y="123574"/>
                </a:cubicBezTo>
                <a:cubicBezTo>
                  <a:pt x="5250" y="110622"/>
                  <a:pt x="0" y="95681"/>
                  <a:pt x="0" y="78753"/>
                </a:cubicBezTo>
                <a:cubicBezTo>
                  <a:pt x="0" y="66485"/>
                  <a:pt x="2951" y="54731"/>
                  <a:pt x="8854" y="43493"/>
                </a:cubicBezTo>
                <a:cubicBezTo>
                  <a:pt x="15854" y="30127"/>
                  <a:pt x="25463" y="19846"/>
                  <a:pt x="37679" y="12650"/>
                </a:cubicBezTo>
                <a:cubicBezTo>
                  <a:pt x="47906" y="6687"/>
                  <a:pt x="59985" y="3706"/>
                  <a:pt x="73917" y="3706"/>
                </a:cubicBezTo>
                <a:cubicBezTo>
                  <a:pt x="78996" y="3706"/>
                  <a:pt x="83612" y="4118"/>
                  <a:pt x="87764" y="4942"/>
                </a:cubicBezTo>
                <a:cubicBezTo>
                  <a:pt x="91916" y="5765"/>
                  <a:pt x="97802" y="7584"/>
                  <a:pt x="105420" y="10398"/>
                </a:cubicBezTo>
                <a:cubicBezTo>
                  <a:pt x="109263" y="11839"/>
                  <a:pt x="111837" y="12560"/>
                  <a:pt x="113141" y="12560"/>
                </a:cubicBezTo>
                <a:cubicBezTo>
                  <a:pt x="114445" y="12560"/>
                  <a:pt x="115560" y="11959"/>
                  <a:pt x="116487" y="10758"/>
                </a:cubicBezTo>
                <a:cubicBezTo>
                  <a:pt x="117413" y="9557"/>
                  <a:pt x="117980" y="7206"/>
                  <a:pt x="118185" y="3706"/>
                </a:cubicBezTo>
                <a:lnTo>
                  <a:pt x="121995" y="3706"/>
                </a:lnTo>
                <a:close/>
                <a:moveTo>
                  <a:pt x="167257" y="87713"/>
                </a:moveTo>
                <a:cubicBezTo>
                  <a:pt x="167188" y="101681"/>
                  <a:pt x="170585" y="112638"/>
                  <a:pt x="177449" y="120582"/>
                </a:cubicBezTo>
                <a:cubicBezTo>
                  <a:pt x="184312" y="128524"/>
                  <a:pt x="192376" y="132495"/>
                  <a:pt x="201642" y="132495"/>
                </a:cubicBezTo>
                <a:cubicBezTo>
                  <a:pt x="207819" y="132495"/>
                  <a:pt x="213189" y="130797"/>
                  <a:pt x="217753" y="127399"/>
                </a:cubicBezTo>
                <a:cubicBezTo>
                  <a:pt x="222317" y="124002"/>
                  <a:pt x="226143" y="118185"/>
                  <a:pt x="229232" y="109950"/>
                </a:cubicBezTo>
                <a:lnTo>
                  <a:pt x="232423" y="112008"/>
                </a:lnTo>
                <a:cubicBezTo>
                  <a:pt x="230982" y="121411"/>
                  <a:pt x="226795" y="129973"/>
                  <a:pt x="219864" y="137694"/>
                </a:cubicBezTo>
                <a:cubicBezTo>
                  <a:pt x="212932" y="145415"/>
                  <a:pt x="204250" y="149276"/>
                  <a:pt x="193817" y="149276"/>
                </a:cubicBezTo>
                <a:cubicBezTo>
                  <a:pt x="182493" y="149276"/>
                  <a:pt x="172799" y="144876"/>
                  <a:pt x="164734" y="136076"/>
                </a:cubicBezTo>
                <a:cubicBezTo>
                  <a:pt x="156670" y="127274"/>
                  <a:pt x="152638" y="115441"/>
                  <a:pt x="152638" y="100578"/>
                </a:cubicBezTo>
                <a:cubicBezTo>
                  <a:pt x="152638" y="84484"/>
                  <a:pt x="156773" y="71933"/>
                  <a:pt x="165043" y="62928"/>
                </a:cubicBezTo>
                <a:cubicBezTo>
                  <a:pt x="173313" y="53920"/>
                  <a:pt x="183694" y="49416"/>
                  <a:pt x="196185" y="49416"/>
                </a:cubicBezTo>
                <a:cubicBezTo>
                  <a:pt x="206755" y="49416"/>
                  <a:pt x="215437" y="52890"/>
                  <a:pt x="222231" y="59839"/>
                </a:cubicBezTo>
                <a:cubicBezTo>
                  <a:pt x="229026" y="66786"/>
                  <a:pt x="232423" y="76077"/>
                  <a:pt x="232423" y="87713"/>
                </a:cubicBezTo>
                <a:lnTo>
                  <a:pt x="167257" y="87713"/>
                </a:lnTo>
                <a:moveTo>
                  <a:pt x="167257" y="81741"/>
                </a:moveTo>
                <a:lnTo>
                  <a:pt x="210907" y="81741"/>
                </a:lnTo>
                <a:cubicBezTo>
                  <a:pt x="210564" y="75702"/>
                  <a:pt x="209843" y="71447"/>
                  <a:pt x="208745" y="68976"/>
                </a:cubicBezTo>
                <a:cubicBezTo>
                  <a:pt x="207029" y="65132"/>
                  <a:pt x="204473" y="62113"/>
                  <a:pt x="201075" y="59916"/>
                </a:cubicBezTo>
                <a:cubicBezTo>
                  <a:pt x="197678" y="57720"/>
                  <a:pt x="194126" y="56622"/>
                  <a:pt x="190420" y="56622"/>
                </a:cubicBezTo>
                <a:cubicBezTo>
                  <a:pt x="184724" y="56622"/>
                  <a:pt x="179628" y="58835"/>
                  <a:pt x="175132" y="63262"/>
                </a:cubicBezTo>
                <a:cubicBezTo>
                  <a:pt x="170637" y="67689"/>
                  <a:pt x="168012" y="73849"/>
                  <a:pt x="167257" y="81741"/>
                </a:cubicBezTo>
                <a:close/>
                <a:moveTo>
                  <a:pt x="272503" y="69388"/>
                </a:moveTo>
                <a:cubicBezTo>
                  <a:pt x="283553" y="56073"/>
                  <a:pt x="294088" y="49416"/>
                  <a:pt x="304108" y="49416"/>
                </a:cubicBezTo>
                <a:cubicBezTo>
                  <a:pt x="309255" y="49416"/>
                  <a:pt x="313682" y="50700"/>
                  <a:pt x="317388" y="53270"/>
                </a:cubicBezTo>
                <a:cubicBezTo>
                  <a:pt x="321095" y="55837"/>
                  <a:pt x="324046" y="60065"/>
                  <a:pt x="326242" y="65955"/>
                </a:cubicBezTo>
                <a:cubicBezTo>
                  <a:pt x="327752" y="70062"/>
                  <a:pt x="328507" y="76362"/>
                  <a:pt x="328507" y="84856"/>
                </a:cubicBezTo>
                <a:lnTo>
                  <a:pt x="328507" y="125019"/>
                </a:lnTo>
                <a:cubicBezTo>
                  <a:pt x="328507" y="130977"/>
                  <a:pt x="328987" y="135018"/>
                  <a:pt x="329948" y="137141"/>
                </a:cubicBezTo>
                <a:cubicBezTo>
                  <a:pt x="330703" y="138852"/>
                  <a:pt x="331921" y="140188"/>
                  <a:pt x="333603" y="141146"/>
                </a:cubicBezTo>
                <a:cubicBezTo>
                  <a:pt x="335284" y="142105"/>
                  <a:pt x="338390" y="142584"/>
                  <a:pt x="342920" y="142584"/>
                </a:cubicBezTo>
                <a:lnTo>
                  <a:pt x="342920" y="146393"/>
                </a:lnTo>
                <a:lnTo>
                  <a:pt x="296284" y="146393"/>
                </a:lnTo>
                <a:lnTo>
                  <a:pt x="296284" y="142584"/>
                </a:lnTo>
                <a:lnTo>
                  <a:pt x="298240" y="142584"/>
                </a:lnTo>
                <a:cubicBezTo>
                  <a:pt x="302632" y="142584"/>
                  <a:pt x="305704" y="141918"/>
                  <a:pt x="307454" y="140586"/>
                </a:cubicBezTo>
                <a:cubicBezTo>
                  <a:pt x="309204" y="139255"/>
                  <a:pt x="310422" y="137292"/>
                  <a:pt x="311109" y="134699"/>
                </a:cubicBezTo>
                <a:cubicBezTo>
                  <a:pt x="311383" y="133674"/>
                  <a:pt x="311520" y="130464"/>
                  <a:pt x="311520" y="125070"/>
                </a:cubicBezTo>
                <a:lnTo>
                  <a:pt x="311520" y="86661"/>
                </a:lnTo>
                <a:cubicBezTo>
                  <a:pt x="311520" y="78126"/>
                  <a:pt x="310405" y="71930"/>
                  <a:pt x="308175" y="68072"/>
                </a:cubicBezTo>
                <a:cubicBezTo>
                  <a:pt x="305944" y="64213"/>
                  <a:pt x="302186" y="62284"/>
                  <a:pt x="296902" y="62284"/>
                </a:cubicBezTo>
                <a:cubicBezTo>
                  <a:pt x="288734" y="62284"/>
                  <a:pt x="280601" y="66723"/>
                  <a:pt x="272503" y="75600"/>
                </a:cubicBezTo>
                <a:lnTo>
                  <a:pt x="272503" y="125070"/>
                </a:lnTo>
                <a:cubicBezTo>
                  <a:pt x="272503" y="131421"/>
                  <a:pt x="272880" y="135347"/>
                  <a:pt x="273635" y="136848"/>
                </a:cubicBezTo>
                <a:cubicBezTo>
                  <a:pt x="274596" y="138828"/>
                  <a:pt x="275917" y="140279"/>
                  <a:pt x="277599" y="141201"/>
                </a:cubicBezTo>
                <a:cubicBezTo>
                  <a:pt x="279280" y="142123"/>
                  <a:pt x="282695" y="142584"/>
                  <a:pt x="287842" y="142584"/>
                </a:cubicBezTo>
                <a:lnTo>
                  <a:pt x="287842" y="146393"/>
                </a:lnTo>
                <a:lnTo>
                  <a:pt x="241206" y="146393"/>
                </a:lnTo>
                <a:lnTo>
                  <a:pt x="241206" y="142584"/>
                </a:lnTo>
                <a:lnTo>
                  <a:pt x="243265" y="142584"/>
                </a:lnTo>
                <a:cubicBezTo>
                  <a:pt x="248069" y="142584"/>
                  <a:pt x="251312" y="141369"/>
                  <a:pt x="252994" y="138939"/>
                </a:cubicBezTo>
                <a:cubicBezTo>
                  <a:pt x="254675" y="136507"/>
                  <a:pt x="255516" y="131867"/>
                  <a:pt x="255516" y="125019"/>
                </a:cubicBezTo>
                <a:lnTo>
                  <a:pt x="255516" y="90093"/>
                </a:lnTo>
                <a:cubicBezTo>
                  <a:pt x="255516" y="78795"/>
                  <a:pt x="255259" y="71913"/>
                  <a:pt x="254744" y="69449"/>
                </a:cubicBezTo>
                <a:cubicBezTo>
                  <a:pt x="254229" y="66982"/>
                  <a:pt x="253440" y="65304"/>
                  <a:pt x="252376" y="64414"/>
                </a:cubicBezTo>
                <a:cubicBezTo>
                  <a:pt x="251312" y="63524"/>
                  <a:pt x="249888" y="63079"/>
                  <a:pt x="248104" y="63079"/>
                </a:cubicBezTo>
                <a:cubicBezTo>
                  <a:pt x="246182" y="63079"/>
                  <a:pt x="243883" y="63592"/>
                  <a:pt x="241206" y="64620"/>
                </a:cubicBezTo>
                <a:lnTo>
                  <a:pt x="239662" y="60920"/>
                </a:lnTo>
                <a:lnTo>
                  <a:pt x="268076" y="49416"/>
                </a:lnTo>
                <a:lnTo>
                  <a:pt x="272503" y="49416"/>
                </a:lnTo>
                <a:lnTo>
                  <a:pt x="272503" y="69388"/>
                </a:lnTo>
                <a:close/>
                <a:moveTo>
                  <a:pt x="366289" y="87713"/>
                </a:moveTo>
                <a:cubicBezTo>
                  <a:pt x="366221" y="101681"/>
                  <a:pt x="369618" y="112638"/>
                  <a:pt x="376481" y="120582"/>
                </a:cubicBezTo>
                <a:cubicBezTo>
                  <a:pt x="383344" y="128524"/>
                  <a:pt x="391409" y="132495"/>
                  <a:pt x="400674" y="132495"/>
                </a:cubicBezTo>
                <a:cubicBezTo>
                  <a:pt x="406851" y="132495"/>
                  <a:pt x="412222" y="130797"/>
                  <a:pt x="416786" y="127399"/>
                </a:cubicBezTo>
                <a:cubicBezTo>
                  <a:pt x="421350" y="124002"/>
                  <a:pt x="425176" y="118185"/>
                  <a:pt x="428265" y="109950"/>
                </a:cubicBezTo>
                <a:lnTo>
                  <a:pt x="431456" y="112008"/>
                </a:lnTo>
                <a:cubicBezTo>
                  <a:pt x="430015" y="121411"/>
                  <a:pt x="425828" y="129973"/>
                  <a:pt x="418896" y="137694"/>
                </a:cubicBezTo>
                <a:cubicBezTo>
                  <a:pt x="411964" y="145415"/>
                  <a:pt x="403282" y="149276"/>
                  <a:pt x="392850" y="149276"/>
                </a:cubicBezTo>
                <a:cubicBezTo>
                  <a:pt x="381526" y="149276"/>
                  <a:pt x="371831" y="144876"/>
                  <a:pt x="363767" y="136076"/>
                </a:cubicBezTo>
                <a:cubicBezTo>
                  <a:pt x="355703" y="127274"/>
                  <a:pt x="351670" y="115441"/>
                  <a:pt x="351670" y="100578"/>
                </a:cubicBezTo>
                <a:cubicBezTo>
                  <a:pt x="351670" y="84484"/>
                  <a:pt x="355806" y="71933"/>
                  <a:pt x="364076" y="62928"/>
                </a:cubicBezTo>
                <a:cubicBezTo>
                  <a:pt x="372346" y="53920"/>
                  <a:pt x="382727" y="49416"/>
                  <a:pt x="395218" y="49416"/>
                </a:cubicBezTo>
                <a:cubicBezTo>
                  <a:pt x="405787" y="49416"/>
                  <a:pt x="414469" y="52890"/>
                  <a:pt x="421264" y="59839"/>
                </a:cubicBezTo>
                <a:cubicBezTo>
                  <a:pt x="428059" y="66786"/>
                  <a:pt x="431456" y="76077"/>
                  <a:pt x="431456" y="87713"/>
                </a:cubicBezTo>
                <a:lnTo>
                  <a:pt x="366289" y="87713"/>
                </a:lnTo>
                <a:moveTo>
                  <a:pt x="366289" y="81741"/>
                </a:moveTo>
                <a:lnTo>
                  <a:pt x="409940" y="81741"/>
                </a:lnTo>
                <a:cubicBezTo>
                  <a:pt x="409596" y="75702"/>
                  <a:pt x="408876" y="71447"/>
                  <a:pt x="407778" y="68976"/>
                </a:cubicBezTo>
                <a:cubicBezTo>
                  <a:pt x="406062" y="65132"/>
                  <a:pt x="403505" y="62113"/>
                  <a:pt x="400108" y="59916"/>
                </a:cubicBezTo>
                <a:cubicBezTo>
                  <a:pt x="396711" y="57720"/>
                  <a:pt x="393159" y="56622"/>
                  <a:pt x="389453" y="56622"/>
                </a:cubicBezTo>
                <a:cubicBezTo>
                  <a:pt x="383756" y="56622"/>
                  <a:pt x="378660" y="58835"/>
                  <a:pt x="374165" y="63262"/>
                </a:cubicBezTo>
                <a:cubicBezTo>
                  <a:pt x="369669" y="67689"/>
                  <a:pt x="367044" y="73849"/>
                  <a:pt x="366289" y="81741"/>
                </a:cubicBezTo>
                <a:close/>
                <a:moveTo>
                  <a:pt x="471638" y="49416"/>
                </a:moveTo>
                <a:lnTo>
                  <a:pt x="471638" y="70623"/>
                </a:lnTo>
                <a:cubicBezTo>
                  <a:pt x="479531" y="56485"/>
                  <a:pt x="487630" y="49416"/>
                  <a:pt x="495934" y="49416"/>
                </a:cubicBezTo>
                <a:cubicBezTo>
                  <a:pt x="499709" y="49416"/>
                  <a:pt x="502832" y="50565"/>
                  <a:pt x="505303" y="52864"/>
                </a:cubicBezTo>
                <a:cubicBezTo>
                  <a:pt x="507773" y="55163"/>
                  <a:pt x="509009" y="57823"/>
                  <a:pt x="509009" y="60843"/>
                </a:cubicBezTo>
                <a:cubicBezTo>
                  <a:pt x="509009" y="63520"/>
                  <a:pt x="508116" y="65784"/>
                  <a:pt x="506332" y="67637"/>
                </a:cubicBezTo>
                <a:cubicBezTo>
                  <a:pt x="504548" y="69491"/>
                  <a:pt x="502420" y="70417"/>
                  <a:pt x="499949" y="70417"/>
                </a:cubicBezTo>
                <a:cubicBezTo>
                  <a:pt x="497547" y="70417"/>
                  <a:pt x="494853" y="69233"/>
                  <a:pt x="491868" y="66865"/>
                </a:cubicBezTo>
                <a:cubicBezTo>
                  <a:pt x="488882" y="64498"/>
                  <a:pt x="486669" y="63314"/>
                  <a:pt x="485227" y="63314"/>
                </a:cubicBezTo>
                <a:cubicBezTo>
                  <a:pt x="483992" y="63314"/>
                  <a:pt x="482654" y="63998"/>
                  <a:pt x="481212" y="65366"/>
                </a:cubicBezTo>
                <a:cubicBezTo>
                  <a:pt x="478124" y="68174"/>
                  <a:pt x="474933" y="72795"/>
                  <a:pt x="471638" y="79229"/>
                </a:cubicBezTo>
                <a:lnTo>
                  <a:pt x="471638" y="124308"/>
                </a:lnTo>
                <a:cubicBezTo>
                  <a:pt x="471638" y="129509"/>
                  <a:pt x="472290" y="133444"/>
                  <a:pt x="473594" y="136115"/>
                </a:cubicBezTo>
                <a:cubicBezTo>
                  <a:pt x="474486" y="137963"/>
                  <a:pt x="476065" y="139504"/>
                  <a:pt x="478330" y="140738"/>
                </a:cubicBezTo>
                <a:cubicBezTo>
                  <a:pt x="480595" y="141969"/>
                  <a:pt x="483855" y="142584"/>
                  <a:pt x="488110" y="142584"/>
                </a:cubicBezTo>
                <a:lnTo>
                  <a:pt x="488110" y="146393"/>
                </a:lnTo>
                <a:lnTo>
                  <a:pt x="439827" y="146393"/>
                </a:lnTo>
                <a:lnTo>
                  <a:pt x="439827" y="142584"/>
                </a:lnTo>
                <a:cubicBezTo>
                  <a:pt x="444631" y="142584"/>
                  <a:pt x="448200" y="141832"/>
                  <a:pt x="450534" y="140326"/>
                </a:cubicBezTo>
                <a:cubicBezTo>
                  <a:pt x="452249" y="139230"/>
                  <a:pt x="453451" y="137483"/>
                  <a:pt x="454137" y="135085"/>
                </a:cubicBezTo>
                <a:cubicBezTo>
                  <a:pt x="454480" y="133921"/>
                  <a:pt x="454652" y="130599"/>
                  <a:pt x="454652" y="125122"/>
                </a:cubicBezTo>
                <a:lnTo>
                  <a:pt x="454652" y="88655"/>
                </a:lnTo>
                <a:cubicBezTo>
                  <a:pt x="454652" y="77698"/>
                  <a:pt x="454429" y="71175"/>
                  <a:pt x="453982" y="69088"/>
                </a:cubicBezTo>
                <a:cubicBezTo>
                  <a:pt x="453536" y="66999"/>
                  <a:pt x="452713" y="65476"/>
                  <a:pt x="451512" y="64517"/>
                </a:cubicBezTo>
                <a:cubicBezTo>
                  <a:pt x="450311" y="63558"/>
                  <a:pt x="448818" y="63079"/>
                  <a:pt x="447033" y="63079"/>
                </a:cubicBezTo>
                <a:cubicBezTo>
                  <a:pt x="444906" y="63079"/>
                  <a:pt x="442504" y="63592"/>
                  <a:pt x="439827" y="64620"/>
                </a:cubicBezTo>
                <a:lnTo>
                  <a:pt x="438797" y="60920"/>
                </a:lnTo>
                <a:lnTo>
                  <a:pt x="467314" y="49416"/>
                </a:lnTo>
                <a:lnTo>
                  <a:pt x="471638" y="49416"/>
                </a:lnTo>
                <a:close/>
                <a:moveTo>
                  <a:pt x="567688" y="132804"/>
                </a:moveTo>
                <a:cubicBezTo>
                  <a:pt x="558011" y="140285"/>
                  <a:pt x="551937" y="144609"/>
                  <a:pt x="549466" y="145776"/>
                </a:cubicBezTo>
                <a:cubicBezTo>
                  <a:pt x="545760" y="147560"/>
                  <a:pt x="541814" y="148452"/>
                  <a:pt x="537627" y="148452"/>
                </a:cubicBezTo>
                <a:cubicBezTo>
                  <a:pt x="531107" y="148452"/>
                  <a:pt x="525736" y="146222"/>
                  <a:pt x="521515" y="141761"/>
                </a:cubicBezTo>
                <a:cubicBezTo>
                  <a:pt x="517295" y="137300"/>
                  <a:pt x="515184" y="131432"/>
                  <a:pt x="515184" y="124156"/>
                </a:cubicBezTo>
                <a:cubicBezTo>
                  <a:pt x="515184" y="119558"/>
                  <a:pt x="516214" y="115577"/>
                  <a:pt x="518273" y="112214"/>
                </a:cubicBezTo>
                <a:cubicBezTo>
                  <a:pt x="521087" y="107547"/>
                  <a:pt x="525977" y="103155"/>
                  <a:pt x="532943" y="99037"/>
                </a:cubicBezTo>
                <a:cubicBezTo>
                  <a:pt x="539909" y="94919"/>
                  <a:pt x="551491" y="89909"/>
                  <a:pt x="567688" y="84006"/>
                </a:cubicBezTo>
                <a:lnTo>
                  <a:pt x="567688" y="80300"/>
                </a:lnTo>
                <a:cubicBezTo>
                  <a:pt x="567688" y="70898"/>
                  <a:pt x="566195" y="64446"/>
                  <a:pt x="563210" y="60946"/>
                </a:cubicBezTo>
                <a:cubicBezTo>
                  <a:pt x="560224" y="57446"/>
                  <a:pt x="555883" y="55695"/>
                  <a:pt x="550187" y="55695"/>
                </a:cubicBezTo>
                <a:cubicBezTo>
                  <a:pt x="545863" y="55695"/>
                  <a:pt x="542431" y="56858"/>
                  <a:pt x="539892" y="59183"/>
                </a:cubicBezTo>
                <a:cubicBezTo>
                  <a:pt x="537284" y="61508"/>
                  <a:pt x="535980" y="64175"/>
                  <a:pt x="535980" y="67184"/>
                </a:cubicBezTo>
                <a:lnTo>
                  <a:pt x="536186" y="73132"/>
                </a:lnTo>
                <a:cubicBezTo>
                  <a:pt x="536186" y="76277"/>
                  <a:pt x="535379" y="78703"/>
                  <a:pt x="533766" y="80413"/>
                </a:cubicBezTo>
                <a:cubicBezTo>
                  <a:pt x="532154" y="82122"/>
                  <a:pt x="530043" y="82977"/>
                  <a:pt x="527435" y="82977"/>
                </a:cubicBezTo>
                <a:cubicBezTo>
                  <a:pt x="524896" y="82977"/>
                  <a:pt x="522819" y="82088"/>
                  <a:pt x="521207" y="80310"/>
                </a:cubicBezTo>
                <a:cubicBezTo>
                  <a:pt x="519594" y="78530"/>
                  <a:pt x="518787" y="76100"/>
                  <a:pt x="518787" y="73020"/>
                </a:cubicBezTo>
                <a:cubicBezTo>
                  <a:pt x="518787" y="67137"/>
                  <a:pt x="521807" y="61732"/>
                  <a:pt x="527847" y="56805"/>
                </a:cubicBezTo>
                <a:cubicBezTo>
                  <a:pt x="533886" y="51879"/>
                  <a:pt x="542363" y="49416"/>
                  <a:pt x="553275" y="49416"/>
                </a:cubicBezTo>
                <a:cubicBezTo>
                  <a:pt x="561648" y="49416"/>
                  <a:pt x="568512" y="50820"/>
                  <a:pt x="573865" y="53630"/>
                </a:cubicBezTo>
                <a:cubicBezTo>
                  <a:pt x="577914" y="55755"/>
                  <a:pt x="580900" y="59081"/>
                  <a:pt x="582822" y="63606"/>
                </a:cubicBezTo>
                <a:cubicBezTo>
                  <a:pt x="584057" y="66553"/>
                  <a:pt x="584675" y="72585"/>
                  <a:pt x="584675" y="81703"/>
                </a:cubicBezTo>
                <a:lnTo>
                  <a:pt x="584675" y="113681"/>
                </a:lnTo>
                <a:cubicBezTo>
                  <a:pt x="584675" y="122662"/>
                  <a:pt x="584846" y="128163"/>
                  <a:pt x="585189" y="130185"/>
                </a:cubicBezTo>
                <a:cubicBezTo>
                  <a:pt x="585533" y="132208"/>
                  <a:pt x="586099" y="133562"/>
                  <a:pt x="586888" y="134249"/>
                </a:cubicBezTo>
                <a:cubicBezTo>
                  <a:pt x="587677" y="134933"/>
                  <a:pt x="588587" y="135275"/>
                  <a:pt x="589616" y="135275"/>
                </a:cubicBezTo>
                <a:cubicBezTo>
                  <a:pt x="590714" y="135275"/>
                  <a:pt x="591675" y="135035"/>
                  <a:pt x="592499" y="134554"/>
                </a:cubicBezTo>
                <a:cubicBezTo>
                  <a:pt x="593940" y="133662"/>
                  <a:pt x="596720" y="131157"/>
                  <a:pt x="600838" y="127039"/>
                </a:cubicBezTo>
                <a:lnTo>
                  <a:pt x="600838" y="132804"/>
                </a:lnTo>
                <a:cubicBezTo>
                  <a:pt x="593151" y="143099"/>
                  <a:pt x="585807" y="148247"/>
                  <a:pt x="578807" y="148247"/>
                </a:cubicBezTo>
                <a:cubicBezTo>
                  <a:pt x="575444" y="148247"/>
                  <a:pt x="572767" y="147080"/>
                  <a:pt x="570777" y="144746"/>
                </a:cubicBezTo>
                <a:cubicBezTo>
                  <a:pt x="568786" y="142413"/>
                  <a:pt x="567757" y="138432"/>
                  <a:pt x="567688" y="132804"/>
                </a:cubicBezTo>
                <a:moveTo>
                  <a:pt x="567688" y="126055"/>
                </a:moveTo>
                <a:lnTo>
                  <a:pt x="567688" y="90286"/>
                </a:lnTo>
                <a:cubicBezTo>
                  <a:pt x="557325" y="94385"/>
                  <a:pt x="550633" y="97289"/>
                  <a:pt x="547613" y="98998"/>
                </a:cubicBezTo>
                <a:cubicBezTo>
                  <a:pt x="542191" y="102005"/>
                  <a:pt x="538313" y="105148"/>
                  <a:pt x="535980" y="108428"/>
                </a:cubicBezTo>
                <a:cubicBezTo>
                  <a:pt x="533646" y="111707"/>
                  <a:pt x="532480" y="115294"/>
                  <a:pt x="532480" y="119189"/>
                </a:cubicBezTo>
                <a:cubicBezTo>
                  <a:pt x="532480" y="124109"/>
                  <a:pt x="533955" y="128192"/>
                  <a:pt x="536906" y="131437"/>
                </a:cubicBezTo>
                <a:cubicBezTo>
                  <a:pt x="539858" y="134682"/>
                  <a:pt x="543255" y="136304"/>
                  <a:pt x="547098" y="136304"/>
                </a:cubicBezTo>
                <a:cubicBezTo>
                  <a:pt x="552314" y="136304"/>
                  <a:pt x="559178" y="132888"/>
                  <a:pt x="567688" y="126055"/>
                </a:cubicBezTo>
                <a:close/>
                <a:moveTo>
                  <a:pt x="635255" y="21002"/>
                </a:moveTo>
                <a:lnTo>
                  <a:pt x="635255" y="52092"/>
                </a:lnTo>
                <a:lnTo>
                  <a:pt x="657286" y="52092"/>
                </a:lnTo>
                <a:lnTo>
                  <a:pt x="657286" y="59299"/>
                </a:lnTo>
                <a:lnTo>
                  <a:pt x="635255" y="59299"/>
                </a:lnTo>
                <a:lnTo>
                  <a:pt x="635255" y="120367"/>
                </a:lnTo>
                <a:cubicBezTo>
                  <a:pt x="635255" y="126469"/>
                  <a:pt x="636130" y="130582"/>
                  <a:pt x="637880" y="132708"/>
                </a:cubicBezTo>
                <a:cubicBezTo>
                  <a:pt x="639630" y="134831"/>
                  <a:pt x="641878" y="135893"/>
                  <a:pt x="644623" y="135893"/>
                </a:cubicBezTo>
                <a:cubicBezTo>
                  <a:pt x="646888" y="135893"/>
                  <a:pt x="649084" y="135189"/>
                  <a:pt x="651212" y="133782"/>
                </a:cubicBezTo>
                <a:cubicBezTo>
                  <a:pt x="653340" y="132375"/>
                  <a:pt x="654987" y="130299"/>
                  <a:pt x="656153" y="127554"/>
                </a:cubicBezTo>
                <a:lnTo>
                  <a:pt x="660168" y="127554"/>
                </a:lnTo>
                <a:cubicBezTo>
                  <a:pt x="657766" y="134299"/>
                  <a:pt x="654369" y="139400"/>
                  <a:pt x="649977" y="142858"/>
                </a:cubicBezTo>
                <a:cubicBezTo>
                  <a:pt x="645584" y="146313"/>
                  <a:pt x="641054" y="148041"/>
                  <a:pt x="636387" y="148041"/>
                </a:cubicBezTo>
                <a:cubicBezTo>
                  <a:pt x="633230" y="148041"/>
                  <a:pt x="630142" y="147164"/>
                  <a:pt x="627122" y="145412"/>
                </a:cubicBezTo>
                <a:cubicBezTo>
                  <a:pt x="624102" y="143660"/>
                  <a:pt x="621871" y="141153"/>
                  <a:pt x="620430" y="137891"/>
                </a:cubicBezTo>
                <a:cubicBezTo>
                  <a:pt x="618989" y="134626"/>
                  <a:pt x="618268" y="129592"/>
                  <a:pt x="618268" y="122789"/>
                </a:cubicBezTo>
                <a:lnTo>
                  <a:pt x="618268" y="59299"/>
                </a:lnTo>
                <a:lnTo>
                  <a:pt x="603341" y="59299"/>
                </a:lnTo>
                <a:lnTo>
                  <a:pt x="603341" y="55901"/>
                </a:lnTo>
                <a:cubicBezTo>
                  <a:pt x="607115" y="54387"/>
                  <a:pt x="610976" y="51823"/>
                  <a:pt x="614922" y="48209"/>
                </a:cubicBezTo>
                <a:cubicBezTo>
                  <a:pt x="618869" y="44595"/>
                  <a:pt x="622386" y="40310"/>
                  <a:pt x="625475" y="35353"/>
                </a:cubicBezTo>
                <a:cubicBezTo>
                  <a:pt x="627053" y="32739"/>
                  <a:pt x="629249" y="27955"/>
                  <a:pt x="632063" y="21002"/>
                </a:cubicBezTo>
                <a:lnTo>
                  <a:pt x="635255" y="21002"/>
                </a:lnTo>
                <a:close/>
                <a:moveTo>
                  <a:pt x="682338" y="87713"/>
                </a:moveTo>
                <a:cubicBezTo>
                  <a:pt x="682269" y="101681"/>
                  <a:pt x="685666" y="112638"/>
                  <a:pt x="692530" y="120582"/>
                </a:cubicBezTo>
                <a:cubicBezTo>
                  <a:pt x="699393" y="128524"/>
                  <a:pt x="707457" y="132495"/>
                  <a:pt x="716723" y="132495"/>
                </a:cubicBezTo>
                <a:cubicBezTo>
                  <a:pt x="722900" y="132495"/>
                  <a:pt x="728270" y="130797"/>
                  <a:pt x="732834" y="127399"/>
                </a:cubicBezTo>
                <a:cubicBezTo>
                  <a:pt x="737398" y="124002"/>
                  <a:pt x="741225" y="118185"/>
                  <a:pt x="744313" y="109950"/>
                </a:cubicBezTo>
                <a:lnTo>
                  <a:pt x="747505" y="112008"/>
                </a:lnTo>
                <a:cubicBezTo>
                  <a:pt x="746063" y="121411"/>
                  <a:pt x="741877" y="129973"/>
                  <a:pt x="734945" y="137694"/>
                </a:cubicBezTo>
                <a:cubicBezTo>
                  <a:pt x="728013" y="145415"/>
                  <a:pt x="719331" y="149276"/>
                  <a:pt x="708899" y="149276"/>
                </a:cubicBezTo>
                <a:cubicBezTo>
                  <a:pt x="697574" y="149276"/>
                  <a:pt x="687880" y="144876"/>
                  <a:pt x="679816" y="136076"/>
                </a:cubicBezTo>
                <a:cubicBezTo>
                  <a:pt x="671751" y="127274"/>
                  <a:pt x="667719" y="115441"/>
                  <a:pt x="667719" y="100578"/>
                </a:cubicBezTo>
                <a:cubicBezTo>
                  <a:pt x="667719" y="84484"/>
                  <a:pt x="671854" y="71933"/>
                  <a:pt x="680124" y="62928"/>
                </a:cubicBezTo>
                <a:cubicBezTo>
                  <a:pt x="688395" y="53920"/>
                  <a:pt x="698775" y="49416"/>
                  <a:pt x="711266" y="49416"/>
                </a:cubicBezTo>
                <a:cubicBezTo>
                  <a:pt x="721836" y="49416"/>
                  <a:pt x="730518" y="52890"/>
                  <a:pt x="737313" y="59839"/>
                </a:cubicBezTo>
                <a:cubicBezTo>
                  <a:pt x="744107" y="66786"/>
                  <a:pt x="747505" y="76077"/>
                  <a:pt x="747505" y="87713"/>
                </a:cubicBezTo>
                <a:lnTo>
                  <a:pt x="682338" y="87713"/>
                </a:lnTo>
                <a:moveTo>
                  <a:pt x="682338" y="81741"/>
                </a:moveTo>
                <a:lnTo>
                  <a:pt x="725988" y="81741"/>
                </a:lnTo>
                <a:cubicBezTo>
                  <a:pt x="725645" y="75702"/>
                  <a:pt x="724924" y="71447"/>
                  <a:pt x="723826" y="68976"/>
                </a:cubicBezTo>
                <a:cubicBezTo>
                  <a:pt x="722110" y="65132"/>
                  <a:pt x="719554" y="62113"/>
                  <a:pt x="716157" y="59916"/>
                </a:cubicBezTo>
                <a:cubicBezTo>
                  <a:pt x="712759" y="57720"/>
                  <a:pt x="709207" y="56622"/>
                  <a:pt x="705501" y="56622"/>
                </a:cubicBezTo>
                <a:cubicBezTo>
                  <a:pt x="699805" y="56622"/>
                  <a:pt x="694709" y="58835"/>
                  <a:pt x="690213" y="63262"/>
                </a:cubicBezTo>
                <a:cubicBezTo>
                  <a:pt x="685718" y="67689"/>
                  <a:pt x="683093" y="73849"/>
                  <a:pt x="682338" y="81741"/>
                </a:cubicBezTo>
                <a:close/>
                <a:moveTo>
                  <a:pt x="826704" y="135790"/>
                </a:moveTo>
                <a:cubicBezTo>
                  <a:pt x="822106" y="140594"/>
                  <a:pt x="817611" y="144043"/>
                  <a:pt x="813218" y="146136"/>
                </a:cubicBezTo>
                <a:cubicBezTo>
                  <a:pt x="808826" y="148229"/>
                  <a:pt x="804090" y="149276"/>
                  <a:pt x="799011" y="149276"/>
                </a:cubicBezTo>
                <a:cubicBezTo>
                  <a:pt x="788716" y="149276"/>
                  <a:pt x="779725" y="144979"/>
                  <a:pt x="772039" y="136385"/>
                </a:cubicBezTo>
                <a:cubicBezTo>
                  <a:pt x="764352" y="127789"/>
                  <a:pt x="760508" y="116743"/>
                  <a:pt x="760508" y="103248"/>
                </a:cubicBezTo>
                <a:cubicBezTo>
                  <a:pt x="760508" y="89755"/>
                  <a:pt x="764764" y="77410"/>
                  <a:pt x="773274" y="66212"/>
                </a:cubicBezTo>
                <a:cubicBezTo>
                  <a:pt x="781784" y="55014"/>
                  <a:pt x="792731" y="49416"/>
                  <a:pt x="806115" y="49416"/>
                </a:cubicBezTo>
                <a:cubicBezTo>
                  <a:pt x="814419" y="49416"/>
                  <a:pt x="821282" y="52058"/>
                  <a:pt x="826704" y="57343"/>
                </a:cubicBezTo>
                <a:lnTo>
                  <a:pt x="826704" y="39906"/>
                </a:lnTo>
                <a:cubicBezTo>
                  <a:pt x="826704" y="29085"/>
                  <a:pt x="826447" y="22434"/>
                  <a:pt x="825932" y="19953"/>
                </a:cubicBezTo>
                <a:cubicBezTo>
                  <a:pt x="825418" y="17471"/>
                  <a:pt x="824611" y="15783"/>
                  <a:pt x="823513" y="14889"/>
                </a:cubicBezTo>
                <a:cubicBezTo>
                  <a:pt x="822415" y="13992"/>
                  <a:pt x="821042" y="13544"/>
                  <a:pt x="819395" y="13544"/>
                </a:cubicBezTo>
                <a:cubicBezTo>
                  <a:pt x="817611" y="13544"/>
                  <a:pt x="815243" y="14095"/>
                  <a:pt x="812292" y="15198"/>
                </a:cubicBezTo>
                <a:lnTo>
                  <a:pt x="810953" y="11579"/>
                </a:lnTo>
                <a:lnTo>
                  <a:pt x="839058" y="0"/>
                </a:lnTo>
                <a:lnTo>
                  <a:pt x="843691" y="0"/>
                </a:lnTo>
                <a:lnTo>
                  <a:pt x="843691" y="109023"/>
                </a:lnTo>
                <a:cubicBezTo>
                  <a:pt x="843691" y="120073"/>
                  <a:pt x="843948" y="126816"/>
                  <a:pt x="844463" y="129252"/>
                </a:cubicBezTo>
                <a:cubicBezTo>
                  <a:pt x="844978" y="131689"/>
                  <a:pt x="845802" y="133388"/>
                  <a:pt x="846934" y="134348"/>
                </a:cubicBezTo>
                <a:cubicBezTo>
                  <a:pt x="848066" y="135309"/>
                  <a:pt x="849388" y="135790"/>
                  <a:pt x="850897" y="135790"/>
                </a:cubicBezTo>
                <a:cubicBezTo>
                  <a:pt x="852751" y="135790"/>
                  <a:pt x="855221" y="135206"/>
                  <a:pt x="858310" y="134040"/>
                </a:cubicBezTo>
                <a:lnTo>
                  <a:pt x="859442" y="137643"/>
                </a:lnTo>
                <a:lnTo>
                  <a:pt x="831440" y="149276"/>
                </a:lnTo>
                <a:lnTo>
                  <a:pt x="826704" y="149276"/>
                </a:lnTo>
                <a:lnTo>
                  <a:pt x="826704" y="135790"/>
                </a:lnTo>
                <a:moveTo>
                  <a:pt x="826704" y="128606"/>
                </a:moveTo>
                <a:lnTo>
                  <a:pt x="826704" y="80136"/>
                </a:lnTo>
                <a:cubicBezTo>
                  <a:pt x="826293" y="75480"/>
                  <a:pt x="825057" y="71235"/>
                  <a:pt x="822998" y="67403"/>
                </a:cubicBezTo>
                <a:cubicBezTo>
                  <a:pt x="820939" y="63568"/>
                  <a:pt x="818211" y="60676"/>
                  <a:pt x="814814" y="58726"/>
                </a:cubicBezTo>
                <a:cubicBezTo>
                  <a:pt x="811417" y="56774"/>
                  <a:pt x="808105" y="55798"/>
                  <a:pt x="804879" y="55798"/>
                </a:cubicBezTo>
                <a:cubicBezTo>
                  <a:pt x="798840" y="55798"/>
                  <a:pt x="793452" y="58503"/>
                  <a:pt x="788716" y="63912"/>
                </a:cubicBezTo>
                <a:cubicBezTo>
                  <a:pt x="782471" y="71031"/>
                  <a:pt x="779348" y="81436"/>
                  <a:pt x="779348" y="95128"/>
                </a:cubicBezTo>
                <a:cubicBezTo>
                  <a:pt x="779348" y="108958"/>
                  <a:pt x="782368" y="119553"/>
                  <a:pt x="788407" y="126914"/>
                </a:cubicBezTo>
                <a:cubicBezTo>
                  <a:pt x="794447" y="134272"/>
                  <a:pt x="801173" y="137952"/>
                  <a:pt x="808585" y="137952"/>
                </a:cubicBezTo>
                <a:cubicBezTo>
                  <a:pt x="814831" y="137952"/>
                  <a:pt x="820871" y="134836"/>
                  <a:pt x="826704" y="128606"/>
                </a:cubicBezTo>
                <a:close/>
                <a:moveTo>
                  <a:pt x="954773" y="14413"/>
                </a:moveTo>
                <a:lnTo>
                  <a:pt x="954773" y="69182"/>
                </a:lnTo>
                <a:lnTo>
                  <a:pt x="980201" y="69182"/>
                </a:lnTo>
                <a:cubicBezTo>
                  <a:pt x="986035" y="69182"/>
                  <a:pt x="990307" y="67895"/>
                  <a:pt x="993018" y="65321"/>
                </a:cubicBezTo>
                <a:cubicBezTo>
                  <a:pt x="995729" y="62747"/>
                  <a:pt x="997531" y="57651"/>
                  <a:pt x="998423" y="50033"/>
                </a:cubicBezTo>
                <a:lnTo>
                  <a:pt x="1002232" y="50033"/>
                </a:lnTo>
                <a:lnTo>
                  <a:pt x="1002232" y="97390"/>
                </a:lnTo>
                <a:lnTo>
                  <a:pt x="998423" y="97390"/>
                </a:lnTo>
                <a:cubicBezTo>
                  <a:pt x="998355" y="91940"/>
                  <a:pt x="997651" y="87939"/>
                  <a:pt x="996313" y="85387"/>
                </a:cubicBezTo>
                <a:cubicBezTo>
                  <a:pt x="994975" y="82832"/>
                  <a:pt x="993121" y="80917"/>
                  <a:pt x="990754" y="79641"/>
                </a:cubicBezTo>
                <a:cubicBezTo>
                  <a:pt x="988386" y="78365"/>
                  <a:pt x="984868" y="77726"/>
                  <a:pt x="980201" y="77726"/>
                </a:cubicBezTo>
                <a:lnTo>
                  <a:pt x="954773" y="77726"/>
                </a:lnTo>
                <a:lnTo>
                  <a:pt x="954773" y="121654"/>
                </a:lnTo>
                <a:cubicBezTo>
                  <a:pt x="954773" y="128733"/>
                  <a:pt x="955219" y="133408"/>
                  <a:pt x="956111" y="135677"/>
                </a:cubicBezTo>
                <a:cubicBezTo>
                  <a:pt x="956798" y="137395"/>
                  <a:pt x="958239" y="138873"/>
                  <a:pt x="960435" y="140110"/>
                </a:cubicBezTo>
                <a:cubicBezTo>
                  <a:pt x="963455" y="141760"/>
                  <a:pt x="966612" y="142584"/>
                  <a:pt x="969906" y="142584"/>
                </a:cubicBezTo>
                <a:lnTo>
                  <a:pt x="974951" y="142584"/>
                </a:lnTo>
                <a:lnTo>
                  <a:pt x="974951" y="146393"/>
                </a:lnTo>
                <a:lnTo>
                  <a:pt x="915035" y="146393"/>
                </a:lnTo>
                <a:lnTo>
                  <a:pt x="915035" y="142584"/>
                </a:lnTo>
                <a:lnTo>
                  <a:pt x="919976" y="142584"/>
                </a:lnTo>
                <a:cubicBezTo>
                  <a:pt x="925741" y="142584"/>
                  <a:pt x="929928" y="140903"/>
                  <a:pt x="932536" y="137540"/>
                </a:cubicBezTo>
                <a:cubicBezTo>
                  <a:pt x="934183" y="135344"/>
                  <a:pt x="935007" y="130059"/>
                  <a:pt x="935007" y="121686"/>
                </a:cubicBezTo>
                <a:lnTo>
                  <a:pt x="935007" y="31502"/>
                </a:lnTo>
                <a:cubicBezTo>
                  <a:pt x="935007" y="24433"/>
                  <a:pt x="934561" y="19766"/>
                  <a:pt x="933668" y="17501"/>
                </a:cubicBezTo>
                <a:cubicBezTo>
                  <a:pt x="932982" y="15786"/>
                  <a:pt x="931575" y="14310"/>
                  <a:pt x="929447" y="13075"/>
                </a:cubicBezTo>
                <a:cubicBezTo>
                  <a:pt x="926496" y="11427"/>
                  <a:pt x="923339" y="10604"/>
                  <a:pt x="919976" y="10604"/>
                </a:cubicBezTo>
                <a:lnTo>
                  <a:pt x="915035" y="10604"/>
                </a:lnTo>
                <a:lnTo>
                  <a:pt x="915035" y="6795"/>
                </a:lnTo>
                <a:lnTo>
                  <a:pt x="1018910" y="6795"/>
                </a:lnTo>
                <a:lnTo>
                  <a:pt x="1020248" y="37473"/>
                </a:lnTo>
                <a:lnTo>
                  <a:pt x="1016645" y="37473"/>
                </a:lnTo>
                <a:cubicBezTo>
                  <a:pt x="1014861" y="30953"/>
                  <a:pt x="1012785" y="26166"/>
                  <a:pt x="1010417" y="23112"/>
                </a:cubicBezTo>
                <a:cubicBezTo>
                  <a:pt x="1008049" y="20058"/>
                  <a:pt x="1005132" y="17844"/>
                  <a:pt x="1001666" y="16472"/>
                </a:cubicBezTo>
                <a:cubicBezTo>
                  <a:pt x="998200" y="15099"/>
                  <a:pt x="992830" y="14413"/>
                  <a:pt x="985555" y="14413"/>
                </a:cubicBezTo>
                <a:lnTo>
                  <a:pt x="954773" y="14413"/>
                </a:lnTo>
                <a:close/>
                <a:moveTo>
                  <a:pt x="1125533" y="3706"/>
                </a:moveTo>
                <a:lnTo>
                  <a:pt x="1125533" y="51886"/>
                </a:lnTo>
                <a:lnTo>
                  <a:pt x="1121724" y="51886"/>
                </a:lnTo>
                <a:cubicBezTo>
                  <a:pt x="1120489" y="42621"/>
                  <a:pt x="1118275" y="35243"/>
                  <a:pt x="1115084" y="29752"/>
                </a:cubicBezTo>
                <a:cubicBezTo>
                  <a:pt x="1111892" y="24262"/>
                  <a:pt x="1107345" y="19903"/>
                  <a:pt x="1101443" y="16678"/>
                </a:cubicBezTo>
                <a:cubicBezTo>
                  <a:pt x="1095541" y="13452"/>
                  <a:pt x="1089432" y="11839"/>
                  <a:pt x="1083118" y="11839"/>
                </a:cubicBezTo>
                <a:cubicBezTo>
                  <a:pt x="1075980" y="11839"/>
                  <a:pt x="1070078" y="14017"/>
                  <a:pt x="1065411" y="18373"/>
                </a:cubicBezTo>
                <a:cubicBezTo>
                  <a:pt x="1060744" y="22727"/>
                  <a:pt x="1058410" y="27681"/>
                  <a:pt x="1058410" y="33236"/>
                </a:cubicBezTo>
                <a:cubicBezTo>
                  <a:pt x="1058410" y="37490"/>
                  <a:pt x="1059886" y="41364"/>
                  <a:pt x="1062837" y="44860"/>
                </a:cubicBezTo>
                <a:cubicBezTo>
                  <a:pt x="1067092" y="50005"/>
                  <a:pt x="1077216" y="56864"/>
                  <a:pt x="1093207" y="65437"/>
                </a:cubicBezTo>
                <a:cubicBezTo>
                  <a:pt x="1106247" y="72431"/>
                  <a:pt x="1115152" y="77797"/>
                  <a:pt x="1119922" y="81536"/>
                </a:cubicBezTo>
                <a:cubicBezTo>
                  <a:pt x="1124692" y="85272"/>
                  <a:pt x="1128364" y="89678"/>
                  <a:pt x="1130938" y="94755"/>
                </a:cubicBezTo>
                <a:cubicBezTo>
                  <a:pt x="1133512" y="99829"/>
                  <a:pt x="1134798" y="105144"/>
                  <a:pt x="1134798" y="110699"/>
                </a:cubicBezTo>
                <a:cubicBezTo>
                  <a:pt x="1134798" y="121260"/>
                  <a:pt x="1130698" y="130365"/>
                  <a:pt x="1122496" y="138013"/>
                </a:cubicBezTo>
                <a:cubicBezTo>
                  <a:pt x="1114294" y="145659"/>
                  <a:pt x="1103742" y="149482"/>
                  <a:pt x="1090839" y="149482"/>
                </a:cubicBezTo>
                <a:cubicBezTo>
                  <a:pt x="1086790" y="149482"/>
                  <a:pt x="1082981" y="149177"/>
                  <a:pt x="1079412" y="148568"/>
                </a:cubicBezTo>
                <a:cubicBezTo>
                  <a:pt x="1077284" y="148229"/>
                  <a:pt x="1072875" y="146993"/>
                  <a:pt x="1066183" y="144859"/>
                </a:cubicBezTo>
                <a:cubicBezTo>
                  <a:pt x="1059491" y="142725"/>
                  <a:pt x="1055253" y="141658"/>
                  <a:pt x="1053469" y="141658"/>
                </a:cubicBezTo>
                <a:cubicBezTo>
                  <a:pt x="1051753" y="141658"/>
                  <a:pt x="1050397" y="142166"/>
                  <a:pt x="1049402" y="143183"/>
                </a:cubicBezTo>
                <a:cubicBezTo>
                  <a:pt x="1048407" y="144199"/>
                  <a:pt x="1047669" y="146299"/>
                  <a:pt x="1047189" y="149482"/>
                </a:cubicBezTo>
                <a:lnTo>
                  <a:pt x="1043380" y="149482"/>
                </a:lnTo>
                <a:lnTo>
                  <a:pt x="1043380" y="101714"/>
                </a:lnTo>
                <a:lnTo>
                  <a:pt x="1047189" y="101714"/>
                </a:lnTo>
                <a:cubicBezTo>
                  <a:pt x="1048973" y="111734"/>
                  <a:pt x="1051375" y="119232"/>
                  <a:pt x="1054395" y="124208"/>
                </a:cubicBezTo>
                <a:cubicBezTo>
                  <a:pt x="1057415" y="129184"/>
                  <a:pt x="1062031" y="133319"/>
                  <a:pt x="1068242" y="136613"/>
                </a:cubicBezTo>
                <a:cubicBezTo>
                  <a:pt x="1074453" y="139908"/>
                  <a:pt x="1081265" y="141555"/>
                  <a:pt x="1088677" y="141555"/>
                </a:cubicBezTo>
                <a:cubicBezTo>
                  <a:pt x="1097256" y="141555"/>
                  <a:pt x="1104034" y="139292"/>
                  <a:pt x="1109010" y="134767"/>
                </a:cubicBezTo>
                <a:cubicBezTo>
                  <a:pt x="1113986" y="130239"/>
                  <a:pt x="1116474" y="124889"/>
                  <a:pt x="1116474" y="118716"/>
                </a:cubicBezTo>
                <a:cubicBezTo>
                  <a:pt x="1116474" y="115287"/>
                  <a:pt x="1115530" y="111824"/>
                  <a:pt x="1113642" y="108328"/>
                </a:cubicBezTo>
                <a:cubicBezTo>
                  <a:pt x="1111755" y="104830"/>
                  <a:pt x="1108821" y="101572"/>
                  <a:pt x="1104840" y="98554"/>
                </a:cubicBezTo>
                <a:cubicBezTo>
                  <a:pt x="1102164" y="96498"/>
                  <a:pt x="1094854" y="92125"/>
                  <a:pt x="1082912" y="85438"/>
                </a:cubicBezTo>
                <a:cubicBezTo>
                  <a:pt x="1070970" y="78751"/>
                  <a:pt x="1062477" y="73419"/>
                  <a:pt x="1057432" y="69442"/>
                </a:cubicBezTo>
                <a:cubicBezTo>
                  <a:pt x="1052388" y="65464"/>
                  <a:pt x="1048562" y="61074"/>
                  <a:pt x="1045953" y="56274"/>
                </a:cubicBezTo>
                <a:cubicBezTo>
                  <a:pt x="1043345" y="51472"/>
                  <a:pt x="1042041" y="46191"/>
                  <a:pt x="1042041" y="40430"/>
                </a:cubicBezTo>
                <a:cubicBezTo>
                  <a:pt x="1042041" y="30418"/>
                  <a:pt x="1045885" y="21795"/>
                  <a:pt x="1053572" y="14561"/>
                </a:cubicBezTo>
                <a:cubicBezTo>
                  <a:pt x="1061259" y="7324"/>
                  <a:pt x="1071039" y="3706"/>
                  <a:pt x="1082912" y="3706"/>
                </a:cubicBezTo>
                <a:cubicBezTo>
                  <a:pt x="1090324" y="3706"/>
                  <a:pt x="1098183" y="5525"/>
                  <a:pt x="1106487" y="9162"/>
                </a:cubicBezTo>
                <a:cubicBezTo>
                  <a:pt x="1110331" y="10878"/>
                  <a:pt x="1113042" y="11736"/>
                  <a:pt x="1114620" y="11736"/>
                </a:cubicBezTo>
                <a:cubicBezTo>
                  <a:pt x="1116405" y="11736"/>
                  <a:pt x="1117863" y="11204"/>
                  <a:pt x="1118996" y="10140"/>
                </a:cubicBezTo>
                <a:cubicBezTo>
                  <a:pt x="1120128" y="9077"/>
                  <a:pt x="1121038" y="6932"/>
                  <a:pt x="1121724" y="3706"/>
                </a:cubicBezTo>
                <a:lnTo>
                  <a:pt x="1125533" y="3706"/>
                </a:lnTo>
                <a:close/>
                <a:moveTo>
                  <a:pt x="1232362" y="146393"/>
                </a:moveTo>
                <a:lnTo>
                  <a:pt x="1178417" y="28929"/>
                </a:lnTo>
                <a:lnTo>
                  <a:pt x="1178417" y="122200"/>
                </a:lnTo>
                <a:cubicBezTo>
                  <a:pt x="1178417" y="130780"/>
                  <a:pt x="1179343" y="136133"/>
                  <a:pt x="1181196" y="138260"/>
                </a:cubicBezTo>
                <a:cubicBezTo>
                  <a:pt x="1183736" y="141143"/>
                  <a:pt x="1187751" y="142584"/>
                  <a:pt x="1193241" y="142584"/>
                </a:cubicBezTo>
                <a:lnTo>
                  <a:pt x="1198183" y="142584"/>
                </a:lnTo>
                <a:lnTo>
                  <a:pt x="1198183" y="146393"/>
                </a:lnTo>
                <a:lnTo>
                  <a:pt x="1149591" y="146393"/>
                </a:lnTo>
                <a:lnTo>
                  <a:pt x="1149591" y="142584"/>
                </a:lnTo>
                <a:lnTo>
                  <a:pt x="1154532" y="142584"/>
                </a:lnTo>
                <a:cubicBezTo>
                  <a:pt x="1160435" y="142584"/>
                  <a:pt x="1164621" y="140800"/>
                  <a:pt x="1167092" y="137231"/>
                </a:cubicBezTo>
                <a:cubicBezTo>
                  <a:pt x="1168602" y="135035"/>
                  <a:pt x="1169357" y="130025"/>
                  <a:pt x="1169357" y="122200"/>
                </a:cubicBezTo>
                <a:lnTo>
                  <a:pt x="1169357" y="30988"/>
                </a:lnTo>
                <a:cubicBezTo>
                  <a:pt x="1169357" y="24811"/>
                  <a:pt x="1168671" y="20350"/>
                  <a:pt x="1167298" y="17604"/>
                </a:cubicBezTo>
                <a:cubicBezTo>
                  <a:pt x="1166337" y="15614"/>
                  <a:pt x="1164570" y="13950"/>
                  <a:pt x="1161996" y="12611"/>
                </a:cubicBezTo>
                <a:cubicBezTo>
                  <a:pt x="1159423" y="11273"/>
                  <a:pt x="1155287" y="10604"/>
                  <a:pt x="1149591" y="10604"/>
                </a:cubicBezTo>
                <a:lnTo>
                  <a:pt x="1149591" y="6795"/>
                </a:lnTo>
                <a:lnTo>
                  <a:pt x="1189123" y="6795"/>
                </a:lnTo>
                <a:lnTo>
                  <a:pt x="1239774" y="116023"/>
                </a:lnTo>
                <a:lnTo>
                  <a:pt x="1289601" y="6795"/>
                </a:lnTo>
                <a:lnTo>
                  <a:pt x="1329134" y="6795"/>
                </a:lnTo>
                <a:lnTo>
                  <a:pt x="1329134" y="10604"/>
                </a:lnTo>
                <a:lnTo>
                  <a:pt x="1324295" y="10604"/>
                </a:lnTo>
                <a:cubicBezTo>
                  <a:pt x="1318324" y="10604"/>
                  <a:pt x="1314103" y="12388"/>
                  <a:pt x="1311633" y="15957"/>
                </a:cubicBezTo>
                <a:cubicBezTo>
                  <a:pt x="1310123" y="18153"/>
                  <a:pt x="1309368" y="23164"/>
                  <a:pt x="1309368" y="30988"/>
                </a:cubicBezTo>
                <a:lnTo>
                  <a:pt x="1309368" y="122200"/>
                </a:lnTo>
                <a:cubicBezTo>
                  <a:pt x="1309368" y="130780"/>
                  <a:pt x="1310329" y="136133"/>
                  <a:pt x="1312250" y="138260"/>
                </a:cubicBezTo>
                <a:cubicBezTo>
                  <a:pt x="1314790" y="141143"/>
                  <a:pt x="1318805" y="142584"/>
                  <a:pt x="1324295" y="142584"/>
                </a:cubicBezTo>
                <a:lnTo>
                  <a:pt x="1329134" y="142584"/>
                </a:lnTo>
                <a:lnTo>
                  <a:pt x="1329134" y="146393"/>
                </a:lnTo>
                <a:lnTo>
                  <a:pt x="1269835" y="146393"/>
                </a:lnTo>
                <a:lnTo>
                  <a:pt x="1269835" y="142584"/>
                </a:lnTo>
                <a:lnTo>
                  <a:pt x="1274777" y="142584"/>
                </a:lnTo>
                <a:cubicBezTo>
                  <a:pt x="1280748" y="142584"/>
                  <a:pt x="1284934" y="140800"/>
                  <a:pt x="1287337" y="137231"/>
                </a:cubicBezTo>
                <a:cubicBezTo>
                  <a:pt x="1288847" y="135035"/>
                  <a:pt x="1289601" y="130025"/>
                  <a:pt x="1289601" y="122200"/>
                </a:cubicBezTo>
                <a:lnTo>
                  <a:pt x="1289601" y="28929"/>
                </a:lnTo>
                <a:lnTo>
                  <a:pt x="1235759" y="146393"/>
                </a:lnTo>
                <a:lnTo>
                  <a:pt x="1232362" y="146393"/>
                </a:lnTo>
                <a:close/>
                <a:moveTo>
                  <a:pt x="1344851" y="181602"/>
                </a:moveTo>
                <a:lnTo>
                  <a:pt x="1344851" y="177072"/>
                </a:lnTo>
                <a:cubicBezTo>
                  <a:pt x="1351920" y="174730"/>
                  <a:pt x="1357394" y="171096"/>
                  <a:pt x="1361272" y="166169"/>
                </a:cubicBezTo>
                <a:cubicBezTo>
                  <a:pt x="1365149" y="161245"/>
                  <a:pt x="1367088" y="156027"/>
                  <a:pt x="1367088" y="150515"/>
                </a:cubicBezTo>
                <a:cubicBezTo>
                  <a:pt x="1367088" y="149208"/>
                  <a:pt x="1366779" y="148109"/>
                  <a:pt x="1366162" y="147217"/>
                </a:cubicBezTo>
                <a:cubicBezTo>
                  <a:pt x="1365681" y="146599"/>
                  <a:pt x="1365201" y="146290"/>
                  <a:pt x="1364720" y="146290"/>
                </a:cubicBezTo>
                <a:cubicBezTo>
                  <a:pt x="1363965" y="146290"/>
                  <a:pt x="1362318" y="146977"/>
                  <a:pt x="1359779" y="148349"/>
                </a:cubicBezTo>
                <a:cubicBezTo>
                  <a:pt x="1358543" y="148967"/>
                  <a:pt x="1357239" y="149276"/>
                  <a:pt x="1355867" y="149276"/>
                </a:cubicBezTo>
                <a:cubicBezTo>
                  <a:pt x="1352504" y="149276"/>
                  <a:pt x="1349827" y="148281"/>
                  <a:pt x="1347837" y="146290"/>
                </a:cubicBezTo>
                <a:cubicBezTo>
                  <a:pt x="1345846" y="144300"/>
                  <a:pt x="1344851" y="141555"/>
                  <a:pt x="1344851" y="138055"/>
                </a:cubicBezTo>
                <a:cubicBezTo>
                  <a:pt x="1344851" y="134692"/>
                  <a:pt x="1346138" y="131809"/>
                  <a:pt x="1348712" y="129407"/>
                </a:cubicBezTo>
                <a:cubicBezTo>
                  <a:pt x="1351286" y="127005"/>
                  <a:pt x="1354426" y="125804"/>
                  <a:pt x="1358132" y="125804"/>
                </a:cubicBezTo>
                <a:cubicBezTo>
                  <a:pt x="1362661" y="125804"/>
                  <a:pt x="1366694" y="127781"/>
                  <a:pt x="1370228" y="131736"/>
                </a:cubicBezTo>
                <a:cubicBezTo>
                  <a:pt x="1373763" y="135689"/>
                  <a:pt x="1375530" y="140931"/>
                  <a:pt x="1375530" y="147462"/>
                </a:cubicBezTo>
                <a:cubicBezTo>
                  <a:pt x="1375530" y="154546"/>
                  <a:pt x="1373076" y="161130"/>
                  <a:pt x="1368169" y="167215"/>
                </a:cubicBezTo>
                <a:cubicBezTo>
                  <a:pt x="1363262" y="173300"/>
                  <a:pt x="1355489" y="178095"/>
                  <a:pt x="1344851" y="1816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7815DB-CCB5-4A95-83EF-83E0CF5F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294" y="1527609"/>
            <a:ext cx="1640" cy="555913"/>
          </a:xfrm>
          <a:custGeom xmlns:a="http://schemas.openxmlformats.org/drawingml/2006/main">
            <a:pathLst>
              <a:path w="1640" h="555913" fill="none">
                <a:moveTo>
                  <a:pt x="1640" y="555913"/>
                </a:moveTo>
                <a:lnTo>
                  <a:pt x="1640" y="2549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0E4D2F-75B1-4E6E-A2C7-C83988E6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54" y="1496862"/>
            <a:ext cx="40997" cy="41114"/>
          </a:xfrm>
          <a:custGeom xmlns:a="http://schemas.openxmlformats.org/drawingml/2006/main">
            <a:pathLst>
              <a:path w="40997" h="41114">
                <a:moveTo>
                  <a:pt x="20205" y="0"/>
                </a:moveTo>
                <a:lnTo>
                  <a:pt x="40997" y="40821"/>
                </a:lnTo>
                <a:lnTo>
                  <a:pt x="20440" y="30747"/>
                </a:lnTo>
                <a:lnTo>
                  <a:pt x="0" y="41114"/>
                </a:lnTo>
                <a:lnTo>
                  <a:pt x="2020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4D0868-5143-4588-9E3F-7D17853E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54" y="1496862"/>
            <a:ext cx="40997" cy="41114"/>
          </a:xfrm>
          <a:custGeom xmlns:a="http://schemas.openxmlformats.org/drawingml/2006/main">
            <a:pathLst>
              <a:path w="40997" h="41114" fill="none">
                <a:moveTo>
                  <a:pt x="20205" y="0"/>
                </a:moveTo>
                <a:lnTo>
                  <a:pt x="40997" y="40821"/>
                </a:lnTo>
                <a:lnTo>
                  <a:pt x="20440" y="30747"/>
                </a:lnTo>
                <a:lnTo>
                  <a:pt x="0" y="41114"/>
                </a:lnTo>
                <a:lnTo>
                  <a:pt x="2020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857" cap="flat">
            <a:solidFill>
              <a:srgbClr val="000000"/>
            </a:solidFill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CDDC51-4983-494B-92ED-AC86CBBA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8" y="2481834"/>
            <a:ext cx="47690" cy="213219"/>
          </a:xfrm>
          <a:custGeom xmlns:a="http://schemas.openxmlformats.org/drawingml/2006/main">
            <a:pathLst>
              <a:path w="47690" h="213219">
                <a:moveTo>
                  <a:pt x="47690" y="209381"/>
                </a:moveTo>
                <a:cubicBezTo>
                  <a:pt x="47548" y="210376"/>
                  <a:pt x="47121" y="211229"/>
                  <a:pt x="46411" y="211939"/>
                </a:cubicBezTo>
                <a:cubicBezTo>
                  <a:pt x="45700" y="212650"/>
                  <a:pt x="44705" y="213077"/>
                  <a:pt x="43426" y="213219"/>
                </a:cubicBezTo>
                <a:cubicBezTo>
                  <a:pt x="42004" y="213219"/>
                  <a:pt x="40796" y="212508"/>
                  <a:pt x="39801" y="211087"/>
                </a:cubicBezTo>
                <a:cubicBezTo>
                  <a:pt x="39374" y="210092"/>
                  <a:pt x="32694" y="192608"/>
                  <a:pt x="19758" y="158635"/>
                </a:cubicBezTo>
                <a:cubicBezTo>
                  <a:pt x="6823" y="124662"/>
                  <a:pt x="284" y="107320"/>
                  <a:pt x="142" y="106609"/>
                </a:cubicBezTo>
                <a:cubicBezTo>
                  <a:pt x="0" y="105899"/>
                  <a:pt x="6468" y="88557"/>
                  <a:pt x="19545" y="54584"/>
                </a:cubicBezTo>
                <a:cubicBezTo>
                  <a:pt x="32622" y="20611"/>
                  <a:pt x="39374" y="3127"/>
                  <a:pt x="39801" y="2132"/>
                </a:cubicBezTo>
                <a:cubicBezTo>
                  <a:pt x="40227" y="1421"/>
                  <a:pt x="40938" y="782"/>
                  <a:pt x="41933" y="213"/>
                </a:cubicBezTo>
                <a:lnTo>
                  <a:pt x="42573" y="0"/>
                </a:lnTo>
                <a:cubicBezTo>
                  <a:pt x="42999" y="0"/>
                  <a:pt x="43283" y="0"/>
                  <a:pt x="43426" y="0"/>
                </a:cubicBezTo>
                <a:cubicBezTo>
                  <a:pt x="45984" y="0"/>
                  <a:pt x="47406" y="1279"/>
                  <a:pt x="47690" y="3838"/>
                </a:cubicBezTo>
                <a:cubicBezTo>
                  <a:pt x="47690" y="4549"/>
                  <a:pt x="41293" y="21819"/>
                  <a:pt x="28500" y="55650"/>
                </a:cubicBezTo>
                <a:cubicBezTo>
                  <a:pt x="15565" y="89339"/>
                  <a:pt x="9097" y="106325"/>
                  <a:pt x="9097" y="106609"/>
                </a:cubicBezTo>
                <a:cubicBezTo>
                  <a:pt x="9097" y="106894"/>
                  <a:pt x="15565" y="123880"/>
                  <a:pt x="28500" y="157569"/>
                </a:cubicBezTo>
                <a:cubicBezTo>
                  <a:pt x="41293" y="191399"/>
                  <a:pt x="47690" y="208670"/>
                  <a:pt x="47690" y="2093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A419DA-F7D6-4C97-996F-A1E50795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8" y="2481834"/>
            <a:ext cx="47690" cy="213219"/>
          </a:xfrm>
          <a:custGeom xmlns:a="http://schemas.openxmlformats.org/drawingml/2006/main">
            <a:pathLst>
              <a:path w="47690" h="213219" fill="none">
                <a:moveTo>
                  <a:pt x="47690" y="209381"/>
                </a:moveTo>
                <a:cubicBezTo>
                  <a:pt x="47548" y="210376"/>
                  <a:pt x="47121" y="211229"/>
                  <a:pt x="46411" y="211939"/>
                </a:cubicBezTo>
                <a:cubicBezTo>
                  <a:pt x="45700" y="212650"/>
                  <a:pt x="44705" y="213077"/>
                  <a:pt x="43426" y="213219"/>
                </a:cubicBezTo>
                <a:cubicBezTo>
                  <a:pt x="42004" y="213219"/>
                  <a:pt x="40796" y="212508"/>
                  <a:pt x="39801" y="211087"/>
                </a:cubicBezTo>
                <a:cubicBezTo>
                  <a:pt x="39374" y="210092"/>
                  <a:pt x="32694" y="192608"/>
                  <a:pt x="19758" y="158635"/>
                </a:cubicBezTo>
                <a:cubicBezTo>
                  <a:pt x="6823" y="124662"/>
                  <a:pt x="284" y="107320"/>
                  <a:pt x="142" y="106609"/>
                </a:cubicBezTo>
                <a:cubicBezTo>
                  <a:pt x="0" y="105899"/>
                  <a:pt x="6468" y="88557"/>
                  <a:pt x="19545" y="54584"/>
                </a:cubicBezTo>
                <a:cubicBezTo>
                  <a:pt x="32622" y="20611"/>
                  <a:pt x="39374" y="3127"/>
                  <a:pt x="39801" y="2132"/>
                </a:cubicBezTo>
                <a:cubicBezTo>
                  <a:pt x="40227" y="1421"/>
                  <a:pt x="40938" y="782"/>
                  <a:pt x="41933" y="213"/>
                </a:cubicBezTo>
                <a:lnTo>
                  <a:pt x="42573" y="0"/>
                </a:lnTo>
                <a:cubicBezTo>
                  <a:pt x="42999" y="0"/>
                  <a:pt x="43283" y="0"/>
                  <a:pt x="43426" y="0"/>
                </a:cubicBezTo>
                <a:cubicBezTo>
                  <a:pt x="45984" y="0"/>
                  <a:pt x="47406" y="1279"/>
                  <a:pt x="47690" y="3838"/>
                </a:cubicBezTo>
                <a:cubicBezTo>
                  <a:pt x="47690" y="4549"/>
                  <a:pt x="41293" y="21819"/>
                  <a:pt x="28500" y="55650"/>
                </a:cubicBezTo>
                <a:cubicBezTo>
                  <a:pt x="15565" y="89339"/>
                  <a:pt x="9097" y="106325"/>
                  <a:pt x="9097" y="106609"/>
                </a:cubicBezTo>
                <a:cubicBezTo>
                  <a:pt x="9097" y="106894"/>
                  <a:pt x="15565" y="123880"/>
                  <a:pt x="28500" y="157569"/>
                </a:cubicBezTo>
                <a:cubicBezTo>
                  <a:pt x="41293" y="191399"/>
                  <a:pt x="47690" y="208670"/>
                  <a:pt x="47690" y="20938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3" cap="flat">
            <a:solidFill>
              <a:srgbClr val="000000">
                <a:alpha val="32760"/>
              </a:srgbClr>
            </a:solidFill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42EA42-971A-49DA-8543-293A549E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70" y="2547505"/>
            <a:ext cx="103838" cy="96588"/>
          </a:xfrm>
          <a:custGeom xmlns:a="http://schemas.openxmlformats.org/drawingml/2006/main">
            <a:pathLst>
              <a:path w="103838" h="96588">
                <a:moveTo>
                  <a:pt x="3625" y="32622"/>
                </a:moveTo>
                <a:cubicBezTo>
                  <a:pt x="4620" y="26652"/>
                  <a:pt x="8458" y="19758"/>
                  <a:pt x="15139" y="11940"/>
                </a:cubicBezTo>
                <a:cubicBezTo>
                  <a:pt x="21819" y="4122"/>
                  <a:pt x="30064" y="142"/>
                  <a:pt x="39872" y="0"/>
                </a:cubicBezTo>
                <a:cubicBezTo>
                  <a:pt x="44847" y="0"/>
                  <a:pt x="49396" y="1279"/>
                  <a:pt x="53518" y="3838"/>
                </a:cubicBezTo>
                <a:cubicBezTo>
                  <a:pt x="57640" y="6397"/>
                  <a:pt x="60696" y="9595"/>
                  <a:pt x="62686" y="13433"/>
                </a:cubicBezTo>
                <a:cubicBezTo>
                  <a:pt x="68656" y="4478"/>
                  <a:pt x="75835" y="0"/>
                  <a:pt x="84221" y="0"/>
                </a:cubicBezTo>
                <a:cubicBezTo>
                  <a:pt x="89481" y="0"/>
                  <a:pt x="94029" y="1564"/>
                  <a:pt x="97867" y="4691"/>
                </a:cubicBezTo>
                <a:cubicBezTo>
                  <a:pt x="101705" y="7818"/>
                  <a:pt x="103695" y="12011"/>
                  <a:pt x="103838" y="17271"/>
                </a:cubicBezTo>
                <a:cubicBezTo>
                  <a:pt x="103838" y="21393"/>
                  <a:pt x="102843" y="24733"/>
                  <a:pt x="100852" y="27292"/>
                </a:cubicBezTo>
                <a:cubicBezTo>
                  <a:pt x="98862" y="29851"/>
                  <a:pt x="96943" y="31414"/>
                  <a:pt x="95096" y="31983"/>
                </a:cubicBezTo>
                <a:cubicBezTo>
                  <a:pt x="93248" y="32551"/>
                  <a:pt x="91613" y="32836"/>
                  <a:pt x="90192" y="32836"/>
                </a:cubicBezTo>
                <a:cubicBezTo>
                  <a:pt x="87491" y="32836"/>
                  <a:pt x="85288" y="32054"/>
                  <a:pt x="83582" y="30490"/>
                </a:cubicBezTo>
                <a:cubicBezTo>
                  <a:pt x="81876" y="28927"/>
                  <a:pt x="81023" y="26866"/>
                  <a:pt x="81023" y="24307"/>
                </a:cubicBezTo>
                <a:cubicBezTo>
                  <a:pt x="81023" y="17768"/>
                  <a:pt x="84577" y="13291"/>
                  <a:pt x="91684" y="10874"/>
                </a:cubicBezTo>
                <a:cubicBezTo>
                  <a:pt x="90120" y="9026"/>
                  <a:pt x="87278" y="8102"/>
                  <a:pt x="83155" y="8102"/>
                </a:cubicBezTo>
                <a:cubicBezTo>
                  <a:pt x="81307" y="8102"/>
                  <a:pt x="79957" y="8244"/>
                  <a:pt x="79104" y="8529"/>
                </a:cubicBezTo>
                <a:cubicBezTo>
                  <a:pt x="73703" y="10803"/>
                  <a:pt x="69723" y="15494"/>
                  <a:pt x="67164" y="22601"/>
                </a:cubicBezTo>
                <a:cubicBezTo>
                  <a:pt x="58635" y="54015"/>
                  <a:pt x="54371" y="72352"/>
                  <a:pt x="54371" y="77612"/>
                </a:cubicBezTo>
                <a:cubicBezTo>
                  <a:pt x="54371" y="81592"/>
                  <a:pt x="55508" y="84435"/>
                  <a:pt x="57782" y="86140"/>
                </a:cubicBezTo>
                <a:cubicBezTo>
                  <a:pt x="60057" y="87846"/>
                  <a:pt x="62544" y="88699"/>
                  <a:pt x="65245" y="88699"/>
                </a:cubicBezTo>
                <a:cubicBezTo>
                  <a:pt x="70504" y="88699"/>
                  <a:pt x="75693" y="86354"/>
                  <a:pt x="80810" y="81663"/>
                </a:cubicBezTo>
                <a:cubicBezTo>
                  <a:pt x="85927" y="76972"/>
                  <a:pt x="89410" y="71215"/>
                  <a:pt x="91258" y="64392"/>
                </a:cubicBezTo>
                <a:cubicBezTo>
                  <a:pt x="91684" y="62971"/>
                  <a:pt x="92111" y="62189"/>
                  <a:pt x="92537" y="62047"/>
                </a:cubicBezTo>
                <a:cubicBezTo>
                  <a:pt x="92963" y="61905"/>
                  <a:pt x="94101" y="61762"/>
                  <a:pt x="95948" y="61620"/>
                </a:cubicBezTo>
                <a:lnTo>
                  <a:pt x="96801" y="61620"/>
                </a:lnTo>
                <a:cubicBezTo>
                  <a:pt x="98934" y="61620"/>
                  <a:pt x="100000" y="62189"/>
                  <a:pt x="100000" y="63326"/>
                </a:cubicBezTo>
                <a:cubicBezTo>
                  <a:pt x="100000" y="63468"/>
                  <a:pt x="99857" y="64250"/>
                  <a:pt x="99573" y="65671"/>
                </a:cubicBezTo>
                <a:cubicBezTo>
                  <a:pt x="97299" y="73774"/>
                  <a:pt x="92892" y="80952"/>
                  <a:pt x="86354" y="87206"/>
                </a:cubicBezTo>
                <a:cubicBezTo>
                  <a:pt x="79815" y="93461"/>
                  <a:pt x="72210" y="96588"/>
                  <a:pt x="63539" y="96588"/>
                </a:cubicBezTo>
                <a:cubicBezTo>
                  <a:pt x="53589" y="96588"/>
                  <a:pt x="46055" y="92111"/>
                  <a:pt x="40938" y="83155"/>
                </a:cubicBezTo>
                <a:cubicBezTo>
                  <a:pt x="35110" y="91968"/>
                  <a:pt x="28429" y="96375"/>
                  <a:pt x="20895" y="96375"/>
                </a:cubicBezTo>
                <a:lnTo>
                  <a:pt x="19616" y="96375"/>
                </a:lnTo>
                <a:cubicBezTo>
                  <a:pt x="12651" y="96375"/>
                  <a:pt x="7676" y="94527"/>
                  <a:pt x="4691" y="90831"/>
                </a:cubicBezTo>
                <a:cubicBezTo>
                  <a:pt x="1706" y="87135"/>
                  <a:pt x="142" y="83226"/>
                  <a:pt x="0" y="79104"/>
                </a:cubicBezTo>
                <a:cubicBezTo>
                  <a:pt x="0" y="74555"/>
                  <a:pt x="1350" y="70860"/>
                  <a:pt x="4051" y="68017"/>
                </a:cubicBezTo>
                <a:cubicBezTo>
                  <a:pt x="6752" y="65174"/>
                  <a:pt x="9950" y="63752"/>
                  <a:pt x="13646" y="63752"/>
                </a:cubicBezTo>
                <a:cubicBezTo>
                  <a:pt x="19758" y="63752"/>
                  <a:pt x="22814" y="66737"/>
                  <a:pt x="22814" y="72708"/>
                </a:cubicBezTo>
                <a:cubicBezTo>
                  <a:pt x="22814" y="75551"/>
                  <a:pt x="21962" y="78038"/>
                  <a:pt x="20256" y="80170"/>
                </a:cubicBezTo>
                <a:cubicBezTo>
                  <a:pt x="18550" y="82302"/>
                  <a:pt x="16915" y="83724"/>
                  <a:pt x="15352" y="84435"/>
                </a:cubicBezTo>
                <a:cubicBezTo>
                  <a:pt x="13788" y="85145"/>
                  <a:pt x="12864" y="85501"/>
                  <a:pt x="12580" y="85501"/>
                </a:cubicBezTo>
                <a:lnTo>
                  <a:pt x="11940" y="85714"/>
                </a:lnTo>
                <a:cubicBezTo>
                  <a:pt x="11940" y="85856"/>
                  <a:pt x="12367" y="86140"/>
                  <a:pt x="13220" y="86567"/>
                </a:cubicBezTo>
                <a:cubicBezTo>
                  <a:pt x="14072" y="86993"/>
                  <a:pt x="15210" y="87491"/>
                  <a:pt x="16631" y="88059"/>
                </a:cubicBezTo>
                <a:cubicBezTo>
                  <a:pt x="18053" y="88628"/>
                  <a:pt x="19403" y="88841"/>
                  <a:pt x="20682" y="88699"/>
                </a:cubicBezTo>
                <a:cubicBezTo>
                  <a:pt x="25799" y="88699"/>
                  <a:pt x="30206" y="85501"/>
                  <a:pt x="33902" y="79104"/>
                </a:cubicBezTo>
                <a:cubicBezTo>
                  <a:pt x="35181" y="76830"/>
                  <a:pt x="36816" y="71997"/>
                  <a:pt x="38806" y="64605"/>
                </a:cubicBezTo>
                <a:cubicBezTo>
                  <a:pt x="40796" y="57214"/>
                  <a:pt x="42786" y="49538"/>
                  <a:pt x="44776" y="41578"/>
                </a:cubicBezTo>
                <a:cubicBezTo>
                  <a:pt x="46766" y="33617"/>
                  <a:pt x="47903" y="28927"/>
                  <a:pt x="48187" y="27505"/>
                </a:cubicBezTo>
                <a:cubicBezTo>
                  <a:pt x="48898" y="23667"/>
                  <a:pt x="49254" y="20895"/>
                  <a:pt x="49254" y="19190"/>
                </a:cubicBezTo>
                <a:cubicBezTo>
                  <a:pt x="49254" y="15210"/>
                  <a:pt x="48187" y="12367"/>
                  <a:pt x="46055" y="10661"/>
                </a:cubicBezTo>
                <a:cubicBezTo>
                  <a:pt x="43923" y="8955"/>
                  <a:pt x="41507" y="8102"/>
                  <a:pt x="38806" y="8102"/>
                </a:cubicBezTo>
                <a:cubicBezTo>
                  <a:pt x="33120" y="8102"/>
                  <a:pt x="27790" y="10377"/>
                  <a:pt x="22814" y="14925"/>
                </a:cubicBezTo>
                <a:cubicBezTo>
                  <a:pt x="17839" y="19474"/>
                  <a:pt x="14357" y="25302"/>
                  <a:pt x="12367" y="32409"/>
                </a:cubicBezTo>
                <a:cubicBezTo>
                  <a:pt x="12082" y="33689"/>
                  <a:pt x="11727" y="34399"/>
                  <a:pt x="11301" y="34541"/>
                </a:cubicBezTo>
                <a:cubicBezTo>
                  <a:pt x="10874" y="34684"/>
                  <a:pt x="9737" y="34826"/>
                  <a:pt x="7889" y="34968"/>
                </a:cubicBezTo>
                <a:lnTo>
                  <a:pt x="4904" y="34968"/>
                </a:lnTo>
                <a:cubicBezTo>
                  <a:pt x="4051" y="34115"/>
                  <a:pt x="3625" y="33333"/>
                  <a:pt x="3625" y="326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87C831-DD15-4293-A982-243FADE4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70" y="2547505"/>
            <a:ext cx="103838" cy="96588"/>
          </a:xfrm>
          <a:custGeom xmlns:a="http://schemas.openxmlformats.org/drawingml/2006/main">
            <a:pathLst>
              <a:path w="103838" h="96588" fill="none">
                <a:moveTo>
                  <a:pt x="3625" y="32622"/>
                </a:moveTo>
                <a:cubicBezTo>
                  <a:pt x="4620" y="26652"/>
                  <a:pt x="8458" y="19758"/>
                  <a:pt x="15139" y="11940"/>
                </a:cubicBezTo>
                <a:cubicBezTo>
                  <a:pt x="21819" y="4122"/>
                  <a:pt x="30064" y="142"/>
                  <a:pt x="39872" y="0"/>
                </a:cubicBezTo>
                <a:cubicBezTo>
                  <a:pt x="44847" y="0"/>
                  <a:pt x="49396" y="1279"/>
                  <a:pt x="53518" y="3838"/>
                </a:cubicBezTo>
                <a:cubicBezTo>
                  <a:pt x="57640" y="6397"/>
                  <a:pt x="60696" y="9595"/>
                  <a:pt x="62686" y="13433"/>
                </a:cubicBezTo>
                <a:cubicBezTo>
                  <a:pt x="68656" y="4478"/>
                  <a:pt x="75835" y="0"/>
                  <a:pt x="84221" y="0"/>
                </a:cubicBezTo>
                <a:cubicBezTo>
                  <a:pt x="89481" y="0"/>
                  <a:pt x="94029" y="1564"/>
                  <a:pt x="97867" y="4691"/>
                </a:cubicBezTo>
                <a:cubicBezTo>
                  <a:pt x="101705" y="7818"/>
                  <a:pt x="103695" y="12011"/>
                  <a:pt x="103838" y="17271"/>
                </a:cubicBezTo>
                <a:cubicBezTo>
                  <a:pt x="103838" y="21393"/>
                  <a:pt x="102843" y="24733"/>
                  <a:pt x="100852" y="27292"/>
                </a:cubicBezTo>
                <a:cubicBezTo>
                  <a:pt x="98862" y="29851"/>
                  <a:pt x="96943" y="31414"/>
                  <a:pt x="95096" y="31983"/>
                </a:cubicBezTo>
                <a:cubicBezTo>
                  <a:pt x="93248" y="32551"/>
                  <a:pt x="91613" y="32836"/>
                  <a:pt x="90192" y="32836"/>
                </a:cubicBezTo>
                <a:cubicBezTo>
                  <a:pt x="87491" y="32836"/>
                  <a:pt x="85288" y="32054"/>
                  <a:pt x="83582" y="30490"/>
                </a:cubicBezTo>
                <a:cubicBezTo>
                  <a:pt x="81876" y="28927"/>
                  <a:pt x="81023" y="26866"/>
                  <a:pt x="81023" y="24307"/>
                </a:cubicBezTo>
                <a:cubicBezTo>
                  <a:pt x="81023" y="17768"/>
                  <a:pt x="84577" y="13291"/>
                  <a:pt x="91684" y="10874"/>
                </a:cubicBezTo>
                <a:cubicBezTo>
                  <a:pt x="90120" y="9026"/>
                  <a:pt x="87278" y="8102"/>
                  <a:pt x="83155" y="8102"/>
                </a:cubicBezTo>
                <a:cubicBezTo>
                  <a:pt x="81307" y="8102"/>
                  <a:pt x="79957" y="8244"/>
                  <a:pt x="79104" y="8529"/>
                </a:cubicBezTo>
                <a:cubicBezTo>
                  <a:pt x="73703" y="10803"/>
                  <a:pt x="69723" y="15494"/>
                  <a:pt x="67164" y="22601"/>
                </a:cubicBezTo>
                <a:cubicBezTo>
                  <a:pt x="58635" y="54015"/>
                  <a:pt x="54371" y="72352"/>
                  <a:pt x="54371" y="77612"/>
                </a:cubicBezTo>
                <a:cubicBezTo>
                  <a:pt x="54371" y="81592"/>
                  <a:pt x="55508" y="84435"/>
                  <a:pt x="57782" y="86140"/>
                </a:cubicBezTo>
                <a:cubicBezTo>
                  <a:pt x="60057" y="87846"/>
                  <a:pt x="62544" y="88699"/>
                  <a:pt x="65245" y="88699"/>
                </a:cubicBezTo>
                <a:cubicBezTo>
                  <a:pt x="70504" y="88699"/>
                  <a:pt x="75693" y="86354"/>
                  <a:pt x="80810" y="81663"/>
                </a:cubicBezTo>
                <a:cubicBezTo>
                  <a:pt x="85927" y="76972"/>
                  <a:pt x="89410" y="71215"/>
                  <a:pt x="91258" y="64392"/>
                </a:cubicBezTo>
                <a:cubicBezTo>
                  <a:pt x="91684" y="62971"/>
                  <a:pt x="92111" y="62189"/>
                  <a:pt x="92537" y="62047"/>
                </a:cubicBezTo>
                <a:cubicBezTo>
                  <a:pt x="92963" y="61905"/>
                  <a:pt x="94101" y="61762"/>
                  <a:pt x="95948" y="61620"/>
                </a:cubicBezTo>
                <a:lnTo>
                  <a:pt x="96801" y="61620"/>
                </a:lnTo>
                <a:cubicBezTo>
                  <a:pt x="98934" y="61620"/>
                  <a:pt x="100000" y="62189"/>
                  <a:pt x="100000" y="63326"/>
                </a:cubicBezTo>
                <a:cubicBezTo>
                  <a:pt x="100000" y="63468"/>
                  <a:pt x="99857" y="64250"/>
                  <a:pt x="99573" y="65671"/>
                </a:cubicBezTo>
                <a:cubicBezTo>
                  <a:pt x="97299" y="73774"/>
                  <a:pt x="92892" y="80952"/>
                  <a:pt x="86354" y="87206"/>
                </a:cubicBezTo>
                <a:cubicBezTo>
                  <a:pt x="79815" y="93461"/>
                  <a:pt x="72210" y="96588"/>
                  <a:pt x="63539" y="96588"/>
                </a:cubicBezTo>
                <a:cubicBezTo>
                  <a:pt x="53589" y="96588"/>
                  <a:pt x="46055" y="92111"/>
                  <a:pt x="40938" y="83155"/>
                </a:cubicBezTo>
                <a:cubicBezTo>
                  <a:pt x="35110" y="91968"/>
                  <a:pt x="28429" y="96375"/>
                  <a:pt x="20895" y="96375"/>
                </a:cubicBezTo>
                <a:lnTo>
                  <a:pt x="19616" y="96375"/>
                </a:lnTo>
                <a:cubicBezTo>
                  <a:pt x="12651" y="96375"/>
                  <a:pt x="7676" y="94527"/>
                  <a:pt x="4691" y="90831"/>
                </a:cubicBezTo>
                <a:cubicBezTo>
                  <a:pt x="1706" y="87135"/>
                  <a:pt x="142" y="83226"/>
                  <a:pt x="0" y="79104"/>
                </a:cubicBezTo>
                <a:cubicBezTo>
                  <a:pt x="0" y="74555"/>
                  <a:pt x="1350" y="70860"/>
                  <a:pt x="4051" y="68017"/>
                </a:cubicBezTo>
                <a:cubicBezTo>
                  <a:pt x="6752" y="65174"/>
                  <a:pt x="9950" y="63752"/>
                  <a:pt x="13646" y="63752"/>
                </a:cubicBezTo>
                <a:cubicBezTo>
                  <a:pt x="19758" y="63752"/>
                  <a:pt x="22814" y="66737"/>
                  <a:pt x="22814" y="72708"/>
                </a:cubicBezTo>
                <a:cubicBezTo>
                  <a:pt x="22814" y="75551"/>
                  <a:pt x="21962" y="78038"/>
                  <a:pt x="20256" y="80170"/>
                </a:cubicBezTo>
                <a:cubicBezTo>
                  <a:pt x="18550" y="82302"/>
                  <a:pt x="16915" y="83724"/>
                  <a:pt x="15352" y="84435"/>
                </a:cubicBezTo>
                <a:cubicBezTo>
                  <a:pt x="13788" y="85145"/>
                  <a:pt x="12864" y="85501"/>
                  <a:pt x="12580" y="85501"/>
                </a:cubicBezTo>
                <a:lnTo>
                  <a:pt x="11940" y="85714"/>
                </a:lnTo>
                <a:cubicBezTo>
                  <a:pt x="11940" y="85856"/>
                  <a:pt x="12367" y="86140"/>
                  <a:pt x="13220" y="86567"/>
                </a:cubicBezTo>
                <a:cubicBezTo>
                  <a:pt x="14072" y="86993"/>
                  <a:pt x="15210" y="87491"/>
                  <a:pt x="16631" y="88059"/>
                </a:cubicBezTo>
                <a:cubicBezTo>
                  <a:pt x="18053" y="88628"/>
                  <a:pt x="19403" y="88841"/>
                  <a:pt x="20682" y="88699"/>
                </a:cubicBezTo>
                <a:cubicBezTo>
                  <a:pt x="25799" y="88699"/>
                  <a:pt x="30206" y="85501"/>
                  <a:pt x="33902" y="79104"/>
                </a:cubicBezTo>
                <a:cubicBezTo>
                  <a:pt x="35181" y="76830"/>
                  <a:pt x="36816" y="71997"/>
                  <a:pt x="38806" y="64605"/>
                </a:cubicBezTo>
                <a:cubicBezTo>
                  <a:pt x="40796" y="57214"/>
                  <a:pt x="42786" y="49538"/>
                  <a:pt x="44776" y="41578"/>
                </a:cubicBezTo>
                <a:cubicBezTo>
                  <a:pt x="46766" y="33617"/>
                  <a:pt x="47903" y="28927"/>
                  <a:pt x="48187" y="27505"/>
                </a:cubicBezTo>
                <a:cubicBezTo>
                  <a:pt x="48898" y="23667"/>
                  <a:pt x="49254" y="20895"/>
                  <a:pt x="49254" y="19190"/>
                </a:cubicBezTo>
                <a:cubicBezTo>
                  <a:pt x="49254" y="15210"/>
                  <a:pt x="48187" y="12367"/>
                  <a:pt x="46055" y="10661"/>
                </a:cubicBezTo>
                <a:cubicBezTo>
                  <a:pt x="43923" y="8955"/>
                  <a:pt x="41507" y="8102"/>
                  <a:pt x="38806" y="8102"/>
                </a:cubicBezTo>
                <a:cubicBezTo>
                  <a:pt x="33120" y="8102"/>
                  <a:pt x="27790" y="10377"/>
                  <a:pt x="22814" y="14925"/>
                </a:cubicBezTo>
                <a:cubicBezTo>
                  <a:pt x="17839" y="19474"/>
                  <a:pt x="14357" y="25302"/>
                  <a:pt x="12367" y="32409"/>
                </a:cubicBezTo>
                <a:cubicBezTo>
                  <a:pt x="12082" y="33689"/>
                  <a:pt x="11727" y="34399"/>
                  <a:pt x="11301" y="34541"/>
                </a:cubicBezTo>
                <a:cubicBezTo>
                  <a:pt x="10874" y="34684"/>
                  <a:pt x="9737" y="34826"/>
                  <a:pt x="7889" y="34968"/>
                </a:cubicBezTo>
                <a:lnTo>
                  <a:pt x="4904" y="34968"/>
                </a:lnTo>
                <a:cubicBezTo>
                  <a:pt x="4051" y="34115"/>
                  <a:pt x="3625" y="33333"/>
                  <a:pt x="3625" y="3262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3" cap="flat">
            <a:solidFill>
              <a:srgbClr val="000000">
                <a:alpha val="32760"/>
              </a:srgbClr>
            </a:solidFill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53DD2D-8FD1-44A4-8A29-9EA701FB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42" y="2573334"/>
            <a:ext cx="60148" cy="100397"/>
          </a:xfrm>
          <a:custGeom xmlns:a="http://schemas.openxmlformats.org/drawingml/2006/main">
            <a:pathLst>
              <a:path w="60148" h="100397">
                <a:moveTo>
                  <a:pt x="8894" y="35727"/>
                </a:moveTo>
                <a:cubicBezTo>
                  <a:pt x="6181" y="35727"/>
                  <a:pt x="4020" y="34822"/>
                  <a:pt x="2412" y="33013"/>
                </a:cubicBezTo>
                <a:cubicBezTo>
                  <a:pt x="804" y="31204"/>
                  <a:pt x="0" y="28993"/>
                  <a:pt x="0" y="26380"/>
                </a:cubicBezTo>
                <a:cubicBezTo>
                  <a:pt x="0" y="19245"/>
                  <a:pt x="2663" y="13065"/>
                  <a:pt x="7990" y="7839"/>
                </a:cubicBezTo>
                <a:cubicBezTo>
                  <a:pt x="13316" y="2613"/>
                  <a:pt x="19949" y="0"/>
                  <a:pt x="27888" y="0"/>
                </a:cubicBezTo>
                <a:cubicBezTo>
                  <a:pt x="37033" y="0"/>
                  <a:pt x="44671" y="2814"/>
                  <a:pt x="50801" y="8442"/>
                </a:cubicBezTo>
                <a:cubicBezTo>
                  <a:pt x="56932" y="14070"/>
                  <a:pt x="60047" y="21356"/>
                  <a:pt x="60148" y="30300"/>
                </a:cubicBezTo>
                <a:cubicBezTo>
                  <a:pt x="60148" y="34621"/>
                  <a:pt x="59143" y="38742"/>
                  <a:pt x="57133" y="42661"/>
                </a:cubicBezTo>
                <a:cubicBezTo>
                  <a:pt x="55123" y="46580"/>
                  <a:pt x="52711" y="49997"/>
                  <a:pt x="49897" y="52912"/>
                </a:cubicBezTo>
                <a:cubicBezTo>
                  <a:pt x="47083" y="55826"/>
                  <a:pt x="43063" y="59545"/>
                  <a:pt x="37837" y="64067"/>
                </a:cubicBezTo>
                <a:cubicBezTo>
                  <a:pt x="34219" y="67182"/>
                  <a:pt x="29194" y="71805"/>
                  <a:pt x="22763" y="77936"/>
                </a:cubicBezTo>
                <a:lnTo>
                  <a:pt x="13869" y="86377"/>
                </a:lnTo>
                <a:lnTo>
                  <a:pt x="25325" y="86528"/>
                </a:lnTo>
                <a:cubicBezTo>
                  <a:pt x="41103" y="86528"/>
                  <a:pt x="49495" y="86277"/>
                  <a:pt x="50500" y="85774"/>
                </a:cubicBezTo>
                <a:cubicBezTo>
                  <a:pt x="51203" y="85573"/>
                  <a:pt x="52409" y="81101"/>
                  <a:pt x="54118" y="72358"/>
                </a:cubicBezTo>
                <a:lnTo>
                  <a:pt x="54118" y="71906"/>
                </a:lnTo>
                <a:lnTo>
                  <a:pt x="60148" y="71906"/>
                </a:lnTo>
                <a:lnTo>
                  <a:pt x="60148" y="72358"/>
                </a:lnTo>
                <a:cubicBezTo>
                  <a:pt x="60047" y="72659"/>
                  <a:pt x="59394" y="77232"/>
                  <a:pt x="58188" y="86076"/>
                </a:cubicBezTo>
                <a:cubicBezTo>
                  <a:pt x="56982" y="94920"/>
                  <a:pt x="56228" y="99542"/>
                  <a:pt x="55927" y="99944"/>
                </a:cubicBezTo>
                <a:lnTo>
                  <a:pt x="55927" y="100397"/>
                </a:lnTo>
                <a:lnTo>
                  <a:pt x="0" y="100397"/>
                </a:lnTo>
                <a:lnTo>
                  <a:pt x="0" y="97532"/>
                </a:lnTo>
                <a:lnTo>
                  <a:pt x="0" y="95723"/>
                </a:lnTo>
                <a:cubicBezTo>
                  <a:pt x="0" y="95020"/>
                  <a:pt x="301" y="94266"/>
                  <a:pt x="904" y="93462"/>
                </a:cubicBezTo>
                <a:cubicBezTo>
                  <a:pt x="1507" y="92658"/>
                  <a:pt x="3015" y="90900"/>
                  <a:pt x="5427" y="88186"/>
                </a:cubicBezTo>
                <a:cubicBezTo>
                  <a:pt x="8341" y="84970"/>
                  <a:pt x="10854" y="82156"/>
                  <a:pt x="12964" y="79744"/>
                </a:cubicBezTo>
                <a:cubicBezTo>
                  <a:pt x="13869" y="78739"/>
                  <a:pt x="15577" y="76880"/>
                  <a:pt x="18089" y="74167"/>
                </a:cubicBezTo>
                <a:cubicBezTo>
                  <a:pt x="20602" y="71453"/>
                  <a:pt x="22310" y="69594"/>
                  <a:pt x="23215" y="68589"/>
                </a:cubicBezTo>
                <a:cubicBezTo>
                  <a:pt x="24119" y="67584"/>
                  <a:pt x="25577" y="65926"/>
                  <a:pt x="27586" y="63615"/>
                </a:cubicBezTo>
                <a:cubicBezTo>
                  <a:pt x="29596" y="61303"/>
                  <a:pt x="31003" y="59595"/>
                  <a:pt x="31807" y="58489"/>
                </a:cubicBezTo>
                <a:cubicBezTo>
                  <a:pt x="32611" y="57384"/>
                  <a:pt x="33767" y="55876"/>
                  <a:pt x="35274" y="53967"/>
                </a:cubicBezTo>
                <a:cubicBezTo>
                  <a:pt x="36782" y="52058"/>
                  <a:pt x="37837" y="50450"/>
                  <a:pt x="38440" y="49143"/>
                </a:cubicBezTo>
                <a:cubicBezTo>
                  <a:pt x="39043" y="47837"/>
                  <a:pt x="39797" y="46379"/>
                  <a:pt x="40701" y="44771"/>
                </a:cubicBezTo>
                <a:cubicBezTo>
                  <a:pt x="41606" y="43164"/>
                  <a:pt x="42259" y="41556"/>
                  <a:pt x="42661" y="39948"/>
                </a:cubicBezTo>
                <a:cubicBezTo>
                  <a:pt x="43063" y="38340"/>
                  <a:pt x="43415" y="36832"/>
                  <a:pt x="43716" y="35425"/>
                </a:cubicBezTo>
                <a:cubicBezTo>
                  <a:pt x="44018" y="34018"/>
                  <a:pt x="44168" y="32360"/>
                  <a:pt x="44168" y="30451"/>
                </a:cubicBezTo>
                <a:cubicBezTo>
                  <a:pt x="44168" y="24119"/>
                  <a:pt x="42460" y="18642"/>
                  <a:pt x="39043" y="14019"/>
                </a:cubicBezTo>
                <a:cubicBezTo>
                  <a:pt x="35626" y="9396"/>
                  <a:pt x="30752" y="7085"/>
                  <a:pt x="24421" y="7085"/>
                </a:cubicBezTo>
                <a:cubicBezTo>
                  <a:pt x="21104" y="7085"/>
                  <a:pt x="18190" y="7939"/>
                  <a:pt x="15678" y="9648"/>
                </a:cubicBezTo>
                <a:cubicBezTo>
                  <a:pt x="13165" y="11356"/>
                  <a:pt x="11406" y="13014"/>
                  <a:pt x="10401" y="14622"/>
                </a:cubicBezTo>
                <a:cubicBezTo>
                  <a:pt x="9396" y="16230"/>
                  <a:pt x="8894" y="17185"/>
                  <a:pt x="8894" y="17486"/>
                </a:cubicBezTo>
                <a:cubicBezTo>
                  <a:pt x="8894" y="17587"/>
                  <a:pt x="9145" y="17637"/>
                  <a:pt x="9648" y="17637"/>
                </a:cubicBezTo>
                <a:cubicBezTo>
                  <a:pt x="11457" y="17637"/>
                  <a:pt x="13316" y="18341"/>
                  <a:pt x="15225" y="19748"/>
                </a:cubicBezTo>
                <a:cubicBezTo>
                  <a:pt x="17135" y="21155"/>
                  <a:pt x="18089" y="23466"/>
                  <a:pt x="18089" y="26682"/>
                </a:cubicBezTo>
                <a:cubicBezTo>
                  <a:pt x="18089" y="29194"/>
                  <a:pt x="17286" y="31305"/>
                  <a:pt x="15678" y="33013"/>
                </a:cubicBezTo>
                <a:cubicBezTo>
                  <a:pt x="14070" y="34722"/>
                  <a:pt x="11808" y="35626"/>
                  <a:pt x="8894" y="357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4E7D59-D9F7-4C2A-AF35-7694B35A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742" y="2573334"/>
            <a:ext cx="60148" cy="100397"/>
          </a:xfrm>
          <a:custGeom xmlns:a="http://schemas.openxmlformats.org/drawingml/2006/main">
            <a:pathLst>
              <a:path w="60148" h="100397" fill="none">
                <a:moveTo>
                  <a:pt x="8894" y="35727"/>
                </a:moveTo>
                <a:cubicBezTo>
                  <a:pt x="6181" y="35727"/>
                  <a:pt x="4020" y="34822"/>
                  <a:pt x="2412" y="33013"/>
                </a:cubicBezTo>
                <a:cubicBezTo>
                  <a:pt x="804" y="31204"/>
                  <a:pt x="0" y="28993"/>
                  <a:pt x="0" y="26380"/>
                </a:cubicBezTo>
                <a:cubicBezTo>
                  <a:pt x="0" y="19245"/>
                  <a:pt x="2663" y="13065"/>
                  <a:pt x="7990" y="7839"/>
                </a:cubicBezTo>
                <a:cubicBezTo>
                  <a:pt x="13316" y="2613"/>
                  <a:pt x="19949" y="0"/>
                  <a:pt x="27888" y="0"/>
                </a:cubicBezTo>
                <a:cubicBezTo>
                  <a:pt x="37033" y="0"/>
                  <a:pt x="44671" y="2814"/>
                  <a:pt x="50801" y="8442"/>
                </a:cubicBezTo>
                <a:cubicBezTo>
                  <a:pt x="56932" y="14070"/>
                  <a:pt x="60047" y="21356"/>
                  <a:pt x="60148" y="30300"/>
                </a:cubicBezTo>
                <a:cubicBezTo>
                  <a:pt x="60148" y="34621"/>
                  <a:pt x="59143" y="38742"/>
                  <a:pt x="57133" y="42661"/>
                </a:cubicBezTo>
                <a:cubicBezTo>
                  <a:pt x="55123" y="46580"/>
                  <a:pt x="52711" y="49997"/>
                  <a:pt x="49897" y="52912"/>
                </a:cubicBezTo>
                <a:cubicBezTo>
                  <a:pt x="47083" y="55826"/>
                  <a:pt x="43063" y="59545"/>
                  <a:pt x="37837" y="64067"/>
                </a:cubicBezTo>
                <a:cubicBezTo>
                  <a:pt x="34219" y="67182"/>
                  <a:pt x="29194" y="71805"/>
                  <a:pt x="22763" y="77936"/>
                </a:cubicBezTo>
                <a:lnTo>
                  <a:pt x="13869" y="86377"/>
                </a:lnTo>
                <a:lnTo>
                  <a:pt x="25325" y="86528"/>
                </a:lnTo>
                <a:cubicBezTo>
                  <a:pt x="41103" y="86528"/>
                  <a:pt x="49495" y="86277"/>
                  <a:pt x="50500" y="85774"/>
                </a:cubicBezTo>
                <a:cubicBezTo>
                  <a:pt x="51203" y="85573"/>
                  <a:pt x="52409" y="81101"/>
                  <a:pt x="54118" y="72358"/>
                </a:cubicBezTo>
                <a:lnTo>
                  <a:pt x="54118" y="71906"/>
                </a:lnTo>
                <a:lnTo>
                  <a:pt x="60148" y="71906"/>
                </a:lnTo>
                <a:lnTo>
                  <a:pt x="60148" y="72358"/>
                </a:lnTo>
                <a:cubicBezTo>
                  <a:pt x="60047" y="72659"/>
                  <a:pt x="59394" y="77232"/>
                  <a:pt x="58188" y="86076"/>
                </a:cubicBezTo>
                <a:cubicBezTo>
                  <a:pt x="56982" y="94920"/>
                  <a:pt x="56228" y="99542"/>
                  <a:pt x="55927" y="99944"/>
                </a:cubicBezTo>
                <a:lnTo>
                  <a:pt x="55927" y="100397"/>
                </a:lnTo>
                <a:lnTo>
                  <a:pt x="0" y="100397"/>
                </a:lnTo>
                <a:lnTo>
                  <a:pt x="0" y="97532"/>
                </a:lnTo>
                <a:lnTo>
                  <a:pt x="0" y="95723"/>
                </a:lnTo>
                <a:cubicBezTo>
                  <a:pt x="0" y="95020"/>
                  <a:pt x="301" y="94266"/>
                  <a:pt x="904" y="93462"/>
                </a:cubicBezTo>
                <a:cubicBezTo>
                  <a:pt x="1507" y="92658"/>
                  <a:pt x="3015" y="90900"/>
                  <a:pt x="5427" y="88186"/>
                </a:cubicBezTo>
                <a:cubicBezTo>
                  <a:pt x="8341" y="84970"/>
                  <a:pt x="10854" y="82156"/>
                  <a:pt x="12964" y="79744"/>
                </a:cubicBezTo>
                <a:cubicBezTo>
                  <a:pt x="13869" y="78739"/>
                  <a:pt x="15577" y="76880"/>
                  <a:pt x="18089" y="74167"/>
                </a:cubicBezTo>
                <a:cubicBezTo>
                  <a:pt x="20602" y="71453"/>
                  <a:pt x="22310" y="69594"/>
                  <a:pt x="23215" y="68589"/>
                </a:cubicBezTo>
                <a:cubicBezTo>
                  <a:pt x="24119" y="67584"/>
                  <a:pt x="25577" y="65926"/>
                  <a:pt x="27586" y="63615"/>
                </a:cubicBezTo>
                <a:cubicBezTo>
                  <a:pt x="29596" y="61303"/>
                  <a:pt x="31003" y="59595"/>
                  <a:pt x="31807" y="58489"/>
                </a:cubicBezTo>
                <a:cubicBezTo>
                  <a:pt x="32611" y="57384"/>
                  <a:pt x="33767" y="55876"/>
                  <a:pt x="35274" y="53967"/>
                </a:cubicBezTo>
                <a:cubicBezTo>
                  <a:pt x="36782" y="52058"/>
                  <a:pt x="37837" y="50450"/>
                  <a:pt x="38440" y="49143"/>
                </a:cubicBezTo>
                <a:cubicBezTo>
                  <a:pt x="39043" y="47837"/>
                  <a:pt x="39797" y="46379"/>
                  <a:pt x="40701" y="44771"/>
                </a:cubicBezTo>
                <a:cubicBezTo>
                  <a:pt x="41606" y="43164"/>
                  <a:pt x="42259" y="41556"/>
                  <a:pt x="42661" y="39948"/>
                </a:cubicBezTo>
                <a:cubicBezTo>
                  <a:pt x="43063" y="38340"/>
                  <a:pt x="43415" y="36832"/>
                  <a:pt x="43716" y="35425"/>
                </a:cubicBezTo>
                <a:cubicBezTo>
                  <a:pt x="44018" y="34018"/>
                  <a:pt x="44168" y="32360"/>
                  <a:pt x="44168" y="30451"/>
                </a:cubicBezTo>
                <a:cubicBezTo>
                  <a:pt x="44168" y="24119"/>
                  <a:pt x="42460" y="18642"/>
                  <a:pt x="39043" y="14019"/>
                </a:cubicBezTo>
                <a:cubicBezTo>
                  <a:pt x="35626" y="9396"/>
                  <a:pt x="30752" y="7085"/>
                  <a:pt x="24421" y="7085"/>
                </a:cubicBezTo>
                <a:cubicBezTo>
                  <a:pt x="21104" y="7085"/>
                  <a:pt x="18190" y="7939"/>
                  <a:pt x="15678" y="9648"/>
                </a:cubicBezTo>
                <a:cubicBezTo>
                  <a:pt x="13165" y="11356"/>
                  <a:pt x="11406" y="13014"/>
                  <a:pt x="10401" y="14622"/>
                </a:cubicBezTo>
                <a:cubicBezTo>
                  <a:pt x="9396" y="16230"/>
                  <a:pt x="8894" y="17185"/>
                  <a:pt x="8894" y="17486"/>
                </a:cubicBezTo>
                <a:cubicBezTo>
                  <a:pt x="8894" y="17587"/>
                  <a:pt x="9145" y="17637"/>
                  <a:pt x="9648" y="17637"/>
                </a:cubicBezTo>
                <a:cubicBezTo>
                  <a:pt x="11457" y="17637"/>
                  <a:pt x="13316" y="18341"/>
                  <a:pt x="15225" y="19748"/>
                </a:cubicBezTo>
                <a:cubicBezTo>
                  <a:pt x="17135" y="21155"/>
                  <a:pt x="18089" y="23466"/>
                  <a:pt x="18089" y="26682"/>
                </a:cubicBezTo>
                <a:cubicBezTo>
                  <a:pt x="18089" y="29194"/>
                  <a:pt x="17286" y="31305"/>
                  <a:pt x="15678" y="33013"/>
                </a:cubicBezTo>
                <a:cubicBezTo>
                  <a:pt x="14070" y="34722"/>
                  <a:pt x="11808" y="35626"/>
                  <a:pt x="8894" y="3572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1" cap="flat">
            <a:solidFill>
              <a:srgbClr val="000000">
                <a:alpha val="23160"/>
              </a:srgbClr>
            </a:solidFill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61CB6-F762-4380-879F-993C6153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3" y="2547505"/>
            <a:ext cx="103838" cy="96588"/>
          </a:xfrm>
          <a:custGeom xmlns:a="http://schemas.openxmlformats.org/drawingml/2006/main">
            <a:pathLst>
              <a:path w="103838" h="96588">
                <a:moveTo>
                  <a:pt x="3625" y="32622"/>
                </a:moveTo>
                <a:cubicBezTo>
                  <a:pt x="4620" y="26652"/>
                  <a:pt x="8458" y="19758"/>
                  <a:pt x="15139" y="11940"/>
                </a:cubicBezTo>
                <a:cubicBezTo>
                  <a:pt x="21819" y="4122"/>
                  <a:pt x="30064" y="142"/>
                  <a:pt x="39872" y="0"/>
                </a:cubicBezTo>
                <a:cubicBezTo>
                  <a:pt x="44847" y="0"/>
                  <a:pt x="49396" y="1279"/>
                  <a:pt x="53518" y="3838"/>
                </a:cubicBezTo>
                <a:cubicBezTo>
                  <a:pt x="57640" y="6397"/>
                  <a:pt x="60696" y="9595"/>
                  <a:pt x="62686" y="13433"/>
                </a:cubicBezTo>
                <a:cubicBezTo>
                  <a:pt x="68656" y="4478"/>
                  <a:pt x="75835" y="0"/>
                  <a:pt x="84221" y="0"/>
                </a:cubicBezTo>
                <a:cubicBezTo>
                  <a:pt x="89481" y="0"/>
                  <a:pt x="94029" y="1564"/>
                  <a:pt x="97867" y="4691"/>
                </a:cubicBezTo>
                <a:cubicBezTo>
                  <a:pt x="101705" y="7818"/>
                  <a:pt x="103695" y="12011"/>
                  <a:pt x="103838" y="17271"/>
                </a:cubicBezTo>
                <a:cubicBezTo>
                  <a:pt x="103838" y="21393"/>
                  <a:pt x="102843" y="24733"/>
                  <a:pt x="100852" y="27292"/>
                </a:cubicBezTo>
                <a:cubicBezTo>
                  <a:pt x="98862" y="29851"/>
                  <a:pt x="96943" y="31414"/>
                  <a:pt x="95096" y="31983"/>
                </a:cubicBezTo>
                <a:cubicBezTo>
                  <a:pt x="93248" y="32551"/>
                  <a:pt x="91613" y="32836"/>
                  <a:pt x="90192" y="32836"/>
                </a:cubicBezTo>
                <a:cubicBezTo>
                  <a:pt x="87491" y="32836"/>
                  <a:pt x="85288" y="32054"/>
                  <a:pt x="83582" y="30490"/>
                </a:cubicBezTo>
                <a:cubicBezTo>
                  <a:pt x="81876" y="28927"/>
                  <a:pt x="81023" y="26866"/>
                  <a:pt x="81023" y="24307"/>
                </a:cubicBezTo>
                <a:cubicBezTo>
                  <a:pt x="81023" y="17768"/>
                  <a:pt x="84577" y="13291"/>
                  <a:pt x="91684" y="10874"/>
                </a:cubicBezTo>
                <a:cubicBezTo>
                  <a:pt x="90120" y="9026"/>
                  <a:pt x="87278" y="8102"/>
                  <a:pt x="83155" y="8102"/>
                </a:cubicBezTo>
                <a:cubicBezTo>
                  <a:pt x="81307" y="8102"/>
                  <a:pt x="79957" y="8244"/>
                  <a:pt x="79104" y="8529"/>
                </a:cubicBezTo>
                <a:cubicBezTo>
                  <a:pt x="73703" y="10803"/>
                  <a:pt x="69723" y="15494"/>
                  <a:pt x="67164" y="22601"/>
                </a:cubicBezTo>
                <a:cubicBezTo>
                  <a:pt x="58635" y="54015"/>
                  <a:pt x="54371" y="72352"/>
                  <a:pt x="54371" y="77612"/>
                </a:cubicBezTo>
                <a:cubicBezTo>
                  <a:pt x="54371" y="81592"/>
                  <a:pt x="55508" y="84435"/>
                  <a:pt x="57782" y="86140"/>
                </a:cubicBezTo>
                <a:cubicBezTo>
                  <a:pt x="60057" y="87846"/>
                  <a:pt x="62544" y="88699"/>
                  <a:pt x="65245" y="88699"/>
                </a:cubicBezTo>
                <a:cubicBezTo>
                  <a:pt x="70504" y="88699"/>
                  <a:pt x="75693" y="86354"/>
                  <a:pt x="80810" y="81663"/>
                </a:cubicBezTo>
                <a:cubicBezTo>
                  <a:pt x="85927" y="76972"/>
                  <a:pt x="89410" y="71215"/>
                  <a:pt x="91258" y="64392"/>
                </a:cubicBezTo>
                <a:cubicBezTo>
                  <a:pt x="91684" y="62971"/>
                  <a:pt x="92111" y="62189"/>
                  <a:pt x="92537" y="62047"/>
                </a:cubicBezTo>
                <a:cubicBezTo>
                  <a:pt x="92963" y="61905"/>
                  <a:pt x="94101" y="61762"/>
                  <a:pt x="95948" y="61620"/>
                </a:cubicBezTo>
                <a:lnTo>
                  <a:pt x="96801" y="61620"/>
                </a:lnTo>
                <a:cubicBezTo>
                  <a:pt x="98934" y="61620"/>
                  <a:pt x="100000" y="62189"/>
                  <a:pt x="100000" y="63326"/>
                </a:cubicBezTo>
                <a:cubicBezTo>
                  <a:pt x="100000" y="63468"/>
                  <a:pt x="99857" y="64250"/>
                  <a:pt x="99573" y="65671"/>
                </a:cubicBezTo>
                <a:cubicBezTo>
                  <a:pt x="97299" y="73774"/>
                  <a:pt x="92892" y="80952"/>
                  <a:pt x="86354" y="87206"/>
                </a:cubicBezTo>
                <a:cubicBezTo>
                  <a:pt x="79815" y="93461"/>
                  <a:pt x="72210" y="96588"/>
                  <a:pt x="63539" y="96588"/>
                </a:cubicBezTo>
                <a:cubicBezTo>
                  <a:pt x="53589" y="96588"/>
                  <a:pt x="46055" y="92111"/>
                  <a:pt x="40938" y="83155"/>
                </a:cubicBezTo>
                <a:cubicBezTo>
                  <a:pt x="35110" y="91968"/>
                  <a:pt x="28429" y="96375"/>
                  <a:pt x="20895" y="96375"/>
                </a:cubicBezTo>
                <a:lnTo>
                  <a:pt x="19616" y="96375"/>
                </a:lnTo>
                <a:cubicBezTo>
                  <a:pt x="12651" y="96375"/>
                  <a:pt x="7676" y="94527"/>
                  <a:pt x="4691" y="90831"/>
                </a:cubicBezTo>
                <a:cubicBezTo>
                  <a:pt x="1706" y="87135"/>
                  <a:pt x="142" y="83226"/>
                  <a:pt x="0" y="79104"/>
                </a:cubicBezTo>
                <a:cubicBezTo>
                  <a:pt x="0" y="74555"/>
                  <a:pt x="1350" y="70860"/>
                  <a:pt x="4051" y="68017"/>
                </a:cubicBezTo>
                <a:cubicBezTo>
                  <a:pt x="6752" y="65174"/>
                  <a:pt x="9950" y="63752"/>
                  <a:pt x="13646" y="63752"/>
                </a:cubicBezTo>
                <a:cubicBezTo>
                  <a:pt x="19758" y="63752"/>
                  <a:pt x="22814" y="66737"/>
                  <a:pt x="22814" y="72708"/>
                </a:cubicBezTo>
                <a:cubicBezTo>
                  <a:pt x="22814" y="75551"/>
                  <a:pt x="21962" y="78038"/>
                  <a:pt x="20256" y="80170"/>
                </a:cubicBezTo>
                <a:cubicBezTo>
                  <a:pt x="18550" y="82302"/>
                  <a:pt x="16915" y="83724"/>
                  <a:pt x="15352" y="84435"/>
                </a:cubicBezTo>
                <a:cubicBezTo>
                  <a:pt x="13788" y="85145"/>
                  <a:pt x="12864" y="85501"/>
                  <a:pt x="12580" y="85501"/>
                </a:cubicBezTo>
                <a:lnTo>
                  <a:pt x="11940" y="85714"/>
                </a:lnTo>
                <a:cubicBezTo>
                  <a:pt x="11940" y="85856"/>
                  <a:pt x="12367" y="86140"/>
                  <a:pt x="13220" y="86567"/>
                </a:cubicBezTo>
                <a:cubicBezTo>
                  <a:pt x="14072" y="86993"/>
                  <a:pt x="15210" y="87491"/>
                  <a:pt x="16631" y="88059"/>
                </a:cubicBezTo>
                <a:cubicBezTo>
                  <a:pt x="18053" y="88628"/>
                  <a:pt x="19403" y="88841"/>
                  <a:pt x="20682" y="88699"/>
                </a:cubicBezTo>
                <a:cubicBezTo>
                  <a:pt x="25799" y="88699"/>
                  <a:pt x="30206" y="85501"/>
                  <a:pt x="33902" y="79104"/>
                </a:cubicBezTo>
                <a:cubicBezTo>
                  <a:pt x="35181" y="76830"/>
                  <a:pt x="36816" y="71997"/>
                  <a:pt x="38806" y="64605"/>
                </a:cubicBezTo>
                <a:cubicBezTo>
                  <a:pt x="40796" y="57214"/>
                  <a:pt x="42786" y="49538"/>
                  <a:pt x="44776" y="41578"/>
                </a:cubicBezTo>
                <a:cubicBezTo>
                  <a:pt x="46766" y="33617"/>
                  <a:pt x="47903" y="28927"/>
                  <a:pt x="48187" y="27505"/>
                </a:cubicBezTo>
                <a:cubicBezTo>
                  <a:pt x="48898" y="23667"/>
                  <a:pt x="49254" y="20895"/>
                  <a:pt x="49254" y="19190"/>
                </a:cubicBezTo>
                <a:cubicBezTo>
                  <a:pt x="49254" y="15210"/>
                  <a:pt x="48187" y="12367"/>
                  <a:pt x="46055" y="10661"/>
                </a:cubicBezTo>
                <a:cubicBezTo>
                  <a:pt x="43923" y="8955"/>
                  <a:pt x="41507" y="8102"/>
                  <a:pt x="38806" y="8102"/>
                </a:cubicBezTo>
                <a:cubicBezTo>
                  <a:pt x="33120" y="8102"/>
                  <a:pt x="27790" y="10377"/>
                  <a:pt x="22814" y="14925"/>
                </a:cubicBezTo>
                <a:cubicBezTo>
                  <a:pt x="17839" y="19474"/>
                  <a:pt x="14357" y="25302"/>
                  <a:pt x="12367" y="32409"/>
                </a:cubicBezTo>
                <a:cubicBezTo>
                  <a:pt x="12082" y="33689"/>
                  <a:pt x="11727" y="34399"/>
                  <a:pt x="11301" y="34541"/>
                </a:cubicBezTo>
                <a:cubicBezTo>
                  <a:pt x="10874" y="34684"/>
                  <a:pt x="9737" y="34826"/>
                  <a:pt x="7889" y="34968"/>
                </a:cubicBezTo>
                <a:lnTo>
                  <a:pt x="4904" y="34968"/>
                </a:lnTo>
                <a:cubicBezTo>
                  <a:pt x="4051" y="34115"/>
                  <a:pt x="3625" y="33333"/>
                  <a:pt x="3625" y="326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84A56D-4B44-44B6-BB97-1DDA8EFE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3" y="2547505"/>
            <a:ext cx="103838" cy="96588"/>
          </a:xfrm>
          <a:custGeom xmlns:a="http://schemas.openxmlformats.org/drawingml/2006/main">
            <a:pathLst>
              <a:path w="103838" h="96588" fill="none">
                <a:moveTo>
                  <a:pt x="3625" y="32622"/>
                </a:moveTo>
                <a:cubicBezTo>
                  <a:pt x="4620" y="26652"/>
                  <a:pt x="8458" y="19758"/>
                  <a:pt x="15139" y="11940"/>
                </a:cubicBezTo>
                <a:cubicBezTo>
                  <a:pt x="21819" y="4122"/>
                  <a:pt x="30064" y="142"/>
                  <a:pt x="39872" y="0"/>
                </a:cubicBezTo>
                <a:cubicBezTo>
                  <a:pt x="44847" y="0"/>
                  <a:pt x="49396" y="1279"/>
                  <a:pt x="53518" y="3838"/>
                </a:cubicBezTo>
                <a:cubicBezTo>
                  <a:pt x="57640" y="6397"/>
                  <a:pt x="60696" y="9595"/>
                  <a:pt x="62686" y="13433"/>
                </a:cubicBezTo>
                <a:cubicBezTo>
                  <a:pt x="68656" y="4478"/>
                  <a:pt x="75835" y="0"/>
                  <a:pt x="84221" y="0"/>
                </a:cubicBezTo>
                <a:cubicBezTo>
                  <a:pt x="89481" y="0"/>
                  <a:pt x="94029" y="1564"/>
                  <a:pt x="97867" y="4691"/>
                </a:cubicBezTo>
                <a:cubicBezTo>
                  <a:pt x="101705" y="7818"/>
                  <a:pt x="103695" y="12011"/>
                  <a:pt x="103838" y="17271"/>
                </a:cubicBezTo>
                <a:cubicBezTo>
                  <a:pt x="103838" y="21393"/>
                  <a:pt x="102843" y="24733"/>
                  <a:pt x="100852" y="27292"/>
                </a:cubicBezTo>
                <a:cubicBezTo>
                  <a:pt x="98862" y="29851"/>
                  <a:pt x="96943" y="31414"/>
                  <a:pt x="95096" y="31983"/>
                </a:cubicBezTo>
                <a:cubicBezTo>
                  <a:pt x="93248" y="32551"/>
                  <a:pt x="91613" y="32836"/>
                  <a:pt x="90192" y="32836"/>
                </a:cubicBezTo>
                <a:cubicBezTo>
                  <a:pt x="87491" y="32836"/>
                  <a:pt x="85288" y="32054"/>
                  <a:pt x="83582" y="30490"/>
                </a:cubicBezTo>
                <a:cubicBezTo>
                  <a:pt x="81876" y="28927"/>
                  <a:pt x="81023" y="26866"/>
                  <a:pt x="81023" y="24307"/>
                </a:cubicBezTo>
                <a:cubicBezTo>
                  <a:pt x="81023" y="17768"/>
                  <a:pt x="84577" y="13291"/>
                  <a:pt x="91684" y="10874"/>
                </a:cubicBezTo>
                <a:cubicBezTo>
                  <a:pt x="90120" y="9026"/>
                  <a:pt x="87278" y="8102"/>
                  <a:pt x="83155" y="8102"/>
                </a:cubicBezTo>
                <a:cubicBezTo>
                  <a:pt x="81307" y="8102"/>
                  <a:pt x="79957" y="8244"/>
                  <a:pt x="79104" y="8529"/>
                </a:cubicBezTo>
                <a:cubicBezTo>
                  <a:pt x="73703" y="10803"/>
                  <a:pt x="69723" y="15494"/>
                  <a:pt x="67164" y="22601"/>
                </a:cubicBezTo>
                <a:cubicBezTo>
                  <a:pt x="58635" y="54015"/>
                  <a:pt x="54371" y="72352"/>
                  <a:pt x="54371" y="77612"/>
                </a:cubicBezTo>
                <a:cubicBezTo>
                  <a:pt x="54371" y="81592"/>
                  <a:pt x="55508" y="84435"/>
                  <a:pt x="57782" y="86140"/>
                </a:cubicBezTo>
                <a:cubicBezTo>
                  <a:pt x="60057" y="87846"/>
                  <a:pt x="62544" y="88699"/>
                  <a:pt x="65245" y="88699"/>
                </a:cubicBezTo>
                <a:cubicBezTo>
                  <a:pt x="70504" y="88699"/>
                  <a:pt x="75693" y="86354"/>
                  <a:pt x="80810" y="81663"/>
                </a:cubicBezTo>
                <a:cubicBezTo>
                  <a:pt x="85927" y="76972"/>
                  <a:pt x="89410" y="71215"/>
                  <a:pt x="91258" y="64392"/>
                </a:cubicBezTo>
                <a:cubicBezTo>
                  <a:pt x="91684" y="62971"/>
                  <a:pt x="92111" y="62189"/>
                  <a:pt x="92537" y="62047"/>
                </a:cubicBezTo>
                <a:cubicBezTo>
                  <a:pt x="92963" y="61905"/>
                  <a:pt x="94101" y="61762"/>
                  <a:pt x="95948" y="61620"/>
                </a:cubicBezTo>
                <a:lnTo>
                  <a:pt x="96801" y="61620"/>
                </a:lnTo>
                <a:cubicBezTo>
                  <a:pt x="98934" y="61620"/>
                  <a:pt x="100000" y="62189"/>
                  <a:pt x="100000" y="63326"/>
                </a:cubicBezTo>
                <a:cubicBezTo>
                  <a:pt x="100000" y="63468"/>
                  <a:pt x="99857" y="64250"/>
                  <a:pt x="99573" y="65671"/>
                </a:cubicBezTo>
                <a:cubicBezTo>
                  <a:pt x="97299" y="73774"/>
                  <a:pt x="92892" y="80952"/>
                  <a:pt x="86354" y="87206"/>
                </a:cubicBezTo>
                <a:cubicBezTo>
                  <a:pt x="79815" y="93461"/>
                  <a:pt x="72210" y="96588"/>
                  <a:pt x="63539" y="96588"/>
                </a:cubicBezTo>
                <a:cubicBezTo>
                  <a:pt x="53589" y="96588"/>
                  <a:pt x="46055" y="92111"/>
                  <a:pt x="40938" y="83155"/>
                </a:cubicBezTo>
                <a:cubicBezTo>
                  <a:pt x="35110" y="91968"/>
                  <a:pt x="28429" y="96375"/>
                  <a:pt x="20895" y="96375"/>
                </a:cubicBezTo>
                <a:lnTo>
                  <a:pt x="19616" y="96375"/>
                </a:lnTo>
                <a:cubicBezTo>
                  <a:pt x="12651" y="96375"/>
                  <a:pt x="7676" y="94527"/>
                  <a:pt x="4691" y="90831"/>
                </a:cubicBezTo>
                <a:cubicBezTo>
                  <a:pt x="1706" y="87135"/>
                  <a:pt x="142" y="83226"/>
                  <a:pt x="0" y="79104"/>
                </a:cubicBezTo>
                <a:cubicBezTo>
                  <a:pt x="0" y="74555"/>
                  <a:pt x="1350" y="70860"/>
                  <a:pt x="4051" y="68017"/>
                </a:cubicBezTo>
                <a:cubicBezTo>
                  <a:pt x="6752" y="65174"/>
                  <a:pt x="9950" y="63752"/>
                  <a:pt x="13646" y="63752"/>
                </a:cubicBezTo>
                <a:cubicBezTo>
                  <a:pt x="19758" y="63752"/>
                  <a:pt x="22814" y="66737"/>
                  <a:pt x="22814" y="72708"/>
                </a:cubicBezTo>
                <a:cubicBezTo>
                  <a:pt x="22814" y="75551"/>
                  <a:pt x="21962" y="78038"/>
                  <a:pt x="20256" y="80170"/>
                </a:cubicBezTo>
                <a:cubicBezTo>
                  <a:pt x="18550" y="82302"/>
                  <a:pt x="16915" y="83724"/>
                  <a:pt x="15352" y="84435"/>
                </a:cubicBezTo>
                <a:cubicBezTo>
                  <a:pt x="13788" y="85145"/>
                  <a:pt x="12864" y="85501"/>
                  <a:pt x="12580" y="85501"/>
                </a:cubicBezTo>
                <a:lnTo>
                  <a:pt x="11940" y="85714"/>
                </a:lnTo>
                <a:cubicBezTo>
                  <a:pt x="11940" y="85856"/>
                  <a:pt x="12367" y="86140"/>
                  <a:pt x="13220" y="86567"/>
                </a:cubicBezTo>
                <a:cubicBezTo>
                  <a:pt x="14072" y="86993"/>
                  <a:pt x="15210" y="87491"/>
                  <a:pt x="16631" y="88059"/>
                </a:cubicBezTo>
                <a:cubicBezTo>
                  <a:pt x="18053" y="88628"/>
                  <a:pt x="19403" y="88841"/>
                  <a:pt x="20682" y="88699"/>
                </a:cubicBezTo>
                <a:cubicBezTo>
                  <a:pt x="25799" y="88699"/>
                  <a:pt x="30206" y="85501"/>
                  <a:pt x="33902" y="79104"/>
                </a:cubicBezTo>
                <a:cubicBezTo>
                  <a:pt x="35181" y="76830"/>
                  <a:pt x="36816" y="71997"/>
                  <a:pt x="38806" y="64605"/>
                </a:cubicBezTo>
                <a:cubicBezTo>
                  <a:pt x="40796" y="57214"/>
                  <a:pt x="42786" y="49538"/>
                  <a:pt x="44776" y="41578"/>
                </a:cubicBezTo>
                <a:cubicBezTo>
                  <a:pt x="46766" y="33617"/>
                  <a:pt x="47903" y="28927"/>
                  <a:pt x="48187" y="27505"/>
                </a:cubicBezTo>
                <a:cubicBezTo>
                  <a:pt x="48898" y="23667"/>
                  <a:pt x="49254" y="20895"/>
                  <a:pt x="49254" y="19190"/>
                </a:cubicBezTo>
                <a:cubicBezTo>
                  <a:pt x="49254" y="15210"/>
                  <a:pt x="48187" y="12367"/>
                  <a:pt x="46055" y="10661"/>
                </a:cubicBezTo>
                <a:cubicBezTo>
                  <a:pt x="43923" y="8955"/>
                  <a:pt x="41507" y="8102"/>
                  <a:pt x="38806" y="8102"/>
                </a:cubicBezTo>
                <a:cubicBezTo>
                  <a:pt x="33120" y="8102"/>
                  <a:pt x="27790" y="10377"/>
                  <a:pt x="22814" y="14925"/>
                </a:cubicBezTo>
                <a:cubicBezTo>
                  <a:pt x="17839" y="19474"/>
                  <a:pt x="14357" y="25302"/>
                  <a:pt x="12367" y="32409"/>
                </a:cubicBezTo>
                <a:cubicBezTo>
                  <a:pt x="12082" y="33689"/>
                  <a:pt x="11727" y="34399"/>
                  <a:pt x="11301" y="34541"/>
                </a:cubicBezTo>
                <a:cubicBezTo>
                  <a:pt x="10874" y="34684"/>
                  <a:pt x="9737" y="34826"/>
                  <a:pt x="7889" y="34968"/>
                </a:cubicBezTo>
                <a:lnTo>
                  <a:pt x="4904" y="34968"/>
                </a:lnTo>
                <a:cubicBezTo>
                  <a:pt x="4051" y="34115"/>
                  <a:pt x="3625" y="33333"/>
                  <a:pt x="3625" y="3262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3" cap="flat">
            <a:solidFill>
              <a:srgbClr val="000000">
                <a:alpha val="32760"/>
              </a:srgbClr>
            </a:solidFill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E6DCD0-B740-4D4C-B31F-571B7AB4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78" y="2571676"/>
            <a:ext cx="66780" cy="102055"/>
          </a:xfrm>
          <a:custGeom xmlns:a="http://schemas.openxmlformats.org/drawingml/2006/main">
            <a:pathLst>
              <a:path w="66780" h="102055">
                <a:moveTo>
                  <a:pt x="65424" y="102055"/>
                </a:moveTo>
                <a:cubicBezTo>
                  <a:pt x="63615" y="101753"/>
                  <a:pt x="57133" y="101603"/>
                  <a:pt x="45977" y="101603"/>
                </a:cubicBezTo>
                <a:cubicBezTo>
                  <a:pt x="34320" y="101603"/>
                  <a:pt x="27586" y="101753"/>
                  <a:pt x="25778" y="102055"/>
                </a:cubicBezTo>
                <a:lnTo>
                  <a:pt x="24421" y="102055"/>
                </a:lnTo>
                <a:lnTo>
                  <a:pt x="24421" y="95121"/>
                </a:lnTo>
                <a:lnTo>
                  <a:pt x="29094" y="95121"/>
                </a:lnTo>
                <a:cubicBezTo>
                  <a:pt x="31104" y="95121"/>
                  <a:pt x="32461" y="95121"/>
                  <a:pt x="33164" y="95121"/>
                </a:cubicBezTo>
                <a:cubicBezTo>
                  <a:pt x="33868" y="95121"/>
                  <a:pt x="34722" y="95020"/>
                  <a:pt x="35727" y="94819"/>
                </a:cubicBezTo>
                <a:cubicBezTo>
                  <a:pt x="36732" y="94618"/>
                  <a:pt x="37435" y="94367"/>
                  <a:pt x="37837" y="94065"/>
                </a:cubicBezTo>
                <a:cubicBezTo>
                  <a:pt x="38239" y="93764"/>
                  <a:pt x="38591" y="93362"/>
                  <a:pt x="38892" y="92859"/>
                </a:cubicBezTo>
                <a:cubicBezTo>
                  <a:pt x="38993" y="92658"/>
                  <a:pt x="39043" y="89945"/>
                  <a:pt x="39043" y="84719"/>
                </a:cubicBezTo>
                <a:lnTo>
                  <a:pt x="39043" y="77182"/>
                </a:lnTo>
                <a:lnTo>
                  <a:pt x="0" y="77182"/>
                </a:lnTo>
                <a:lnTo>
                  <a:pt x="0" y="70247"/>
                </a:lnTo>
                <a:lnTo>
                  <a:pt x="22763" y="35425"/>
                </a:lnTo>
                <a:cubicBezTo>
                  <a:pt x="38139" y="12110"/>
                  <a:pt x="45927" y="402"/>
                  <a:pt x="46128" y="301"/>
                </a:cubicBezTo>
                <a:cubicBezTo>
                  <a:pt x="46329" y="101"/>
                  <a:pt x="47384" y="0"/>
                  <a:pt x="49294" y="0"/>
                </a:cubicBezTo>
                <a:lnTo>
                  <a:pt x="52007" y="0"/>
                </a:lnTo>
                <a:lnTo>
                  <a:pt x="52912" y="904"/>
                </a:lnTo>
                <a:lnTo>
                  <a:pt x="52912" y="70247"/>
                </a:lnTo>
                <a:lnTo>
                  <a:pt x="66780" y="70247"/>
                </a:lnTo>
                <a:lnTo>
                  <a:pt x="66780" y="77182"/>
                </a:lnTo>
                <a:lnTo>
                  <a:pt x="52912" y="77182"/>
                </a:lnTo>
                <a:lnTo>
                  <a:pt x="52912" y="84870"/>
                </a:lnTo>
                <a:cubicBezTo>
                  <a:pt x="52912" y="88990"/>
                  <a:pt x="52912" y="91402"/>
                  <a:pt x="52912" y="92106"/>
                </a:cubicBezTo>
                <a:cubicBezTo>
                  <a:pt x="52912" y="92809"/>
                  <a:pt x="53213" y="93412"/>
                  <a:pt x="53816" y="93915"/>
                </a:cubicBezTo>
                <a:cubicBezTo>
                  <a:pt x="54620" y="94618"/>
                  <a:pt x="57484" y="95020"/>
                  <a:pt x="62409" y="95121"/>
                </a:cubicBezTo>
                <a:lnTo>
                  <a:pt x="66780" y="95121"/>
                </a:lnTo>
                <a:lnTo>
                  <a:pt x="66780" y="102055"/>
                </a:lnTo>
                <a:lnTo>
                  <a:pt x="65424" y="102055"/>
                </a:lnTo>
                <a:close/>
                <a:moveTo>
                  <a:pt x="39948" y="70247"/>
                </a:moveTo>
                <a:lnTo>
                  <a:pt x="39948" y="19898"/>
                </a:lnTo>
                <a:lnTo>
                  <a:pt x="6934" y="70097"/>
                </a:lnTo>
                <a:lnTo>
                  <a:pt x="23366" y="70247"/>
                </a:lnTo>
                <a:lnTo>
                  <a:pt x="39948" y="702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5A6CB5-6EEC-4591-81E5-F1C3B274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78" y="2571676"/>
            <a:ext cx="66780" cy="102055"/>
          </a:xfrm>
          <a:custGeom xmlns:a="http://schemas.openxmlformats.org/drawingml/2006/main">
            <a:pathLst>
              <a:path w="66780" h="102055" fill="none">
                <a:moveTo>
                  <a:pt x="65424" y="102055"/>
                </a:moveTo>
                <a:cubicBezTo>
                  <a:pt x="63615" y="101753"/>
                  <a:pt x="57133" y="101603"/>
                  <a:pt x="45977" y="101603"/>
                </a:cubicBezTo>
                <a:cubicBezTo>
                  <a:pt x="34320" y="101603"/>
                  <a:pt x="27586" y="101753"/>
                  <a:pt x="25778" y="102055"/>
                </a:cubicBezTo>
                <a:lnTo>
                  <a:pt x="24421" y="102055"/>
                </a:lnTo>
                <a:lnTo>
                  <a:pt x="24421" y="95121"/>
                </a:lnTo>
                <a:lnTo>
                  <a:pt x="29094" y="95121"/>
                </a:lnTo>
                <a:cubicBezTo>
                  <a:pt x="31104" y="95121"/>
                  <a:pt x="32461" y="95121"/>
                  <a:pt x="33164" y="95121"/>
                </a:cubicBezTo>
                <a:cubicBezTo>
                  <a:pt x="33868" y="95121"/>
                  <a:pt x="34722" y="95020"/>
                  <a:pt x="35727" y="94819"/>
                </a:cubicBezTo>
                <a:cubicBezTo>
                  <a:pt x="36732" y="94618"/>
                  <a:pt x="37435" y="94367"/>
                  <a:pt x="37837" y="94065"/>
                </a:cubicBezTo>
                <a:cubicBezTo>
                  <a:pt x="38239" y="93764"/>
                  <a:pt x="38591" y="93362"/>
                  <a:pt x="38892" y="92859"/>
                </a:cubicBezTo>
                <a:cubicBezTo>
                  <a:pt x="38993" y="92658"/>
                  <a:pt x="39043" y="89945"/>
                  <a:pt x="39043" y="84719"/>
                </a:cubicBezTo>
                <a:lnTo>
                  <a:pt x="39043" y="77182"/>
                </a:lnTo>
                <a:lnTo>
                  <a:pt x="0" y="77182"/>
                </a:lnTo>
                <a:lnTo>
                  <a:pt x="0" y="70247"/>
                </a:lnTo>
                <a:lnTo>
                  <a:pt x="22763" y="35425"/>
                </a:lnTo>
                <a:cubicBezTo>
                  <a:pt x="38139" y="12110"/>
                  <a:pt x="45927" y="402"/>
                  <a:pt x="46128" y="301"/>
                </a:cubicBezTo>
                <a:cubicBezTo>
                  <a:pt x="46329" y="101"/>
                  <a:pt x="47384" y="0"/>
                  <a:pt x="49294" y="0"/>
                </a:cubicBezTo>
                <a:lnTo>
                  <a:pt x="52007" y="0"/>
                </a:lnTo>
                <a:lnTo>
                  <a:pt x="52912" y="904"/>
                </a:lnTo>
                <a:lnTo>
                  <a:pt x="52912" y="70247"/>
                </a:lnTo>
                <a:lnTo>
                  <a:pt x="66780" y="70247"/>
                </a:lnTo>
                <a:lnTo>
                  <a:pt x="66780" y="77182"/>
                </a:lnTo>
                <a:lnTo>
                  <a:pt x="52912" y="77182"/>
                </a:lnTo>
                <a:lnTo>
                  <a:pt x="52912" y="84870"/>
                </a:lnTo>
                <a:cubicBezTo>
                  <a:pt x="52912" y="88990"/>
                  <a:pt x="52912" y="91402"/>
                  <a:pt x="52912" y="92106"/>
                </a:cubicBezTo>
                <a:cubicBezTo>
                  <a:pt x="52912" y="92809"/>
                  <a:pt x="53213" y="93412"/>
                  <a:pt x="53816" y="93915"/>
                </a:cubicBezTo>
                <a:cubicBezTo>
                  <a:pt x="54620" y="94618"/>
                  <a:pt x="57484" y="95020"/>
                  <a:pt x="62409" y="95121"/>
                </a:cubicBezTo>
                <a:lnTo>
                  <a:pt x="66780" y="95121"/>
                </a:lnTo>
                <a:lnTo>
                  <a:pt x="66780" y="102055"/>
                </a:lnTo>
                <a:lnTo>
                  <a:pt x="65424" y="102055"/>
                </a:lnTo>
                <a:close/>
                <a:moveTo>
                  <a:pt x="39948" y="70247"/>
                </a:moveTo>
                <a:lnTo>
                  <a:pt x="39948" y="19898"/>
                </a:lnTo>
                <a:lnTo>
                  <a:pt x="6934" y="70097"/>
                </a:lnTo>
                <a:lnTo>
                  <a:pt x="23366" y="70247"/>
                </a:lnTo>
                <a:lnTo>
                  <a:pt x="39948" y="702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" cap="flat">
            <a:solidFill>
              <a:srgbClr val="000000">
                <a:alpha val="23160"/>
              </a:srgbClr>
            </a:solidFill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7E482C-8EB7-4F05-A328-D478F5BA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54" y="2547505"/>
            <a:ext cx="103838" cy="96588"/>
          </a:xfrm>
          <a:custGeom xmlns:a="http://schemas.openxmlformats.org/drawingml/2006/main">
            <a:pathLst>
              <a:path w="103838" h="96588">
                <a:moveTo>
                  <a:pt x="3625" y="32622"/>
                </a:moveTo>
                <a:cubicBezTo>
                  <a:pt x="4620" y="26652"/>
                  <a:pt x="8458" y="19758"/>
                  <a:pt x="15139" y="11940"/>
                </a:cubicBezTo>
                <a:cubicBezTo>
                  <a:pt x="21819" y="4122"/>
                  <a:pt x="30064" y="142"/>
                  <a:pt x="39872" y="0"/>
                </a:cubicBezTo>
                <a:cubicBezTo>
                  <a:pt x="44847" y="0"/>
                  <a:pt x="49396" y="1279"/>
                  <a:pt x="53518" y="3838"/>
                </a:cubicBezTo>
                <a:cubicBezTo>
                  <a:pt x="57640" y="6397"/>
                  <a:pt x="60696" y="9595"/>
                  <a:pt x="62686" y="13433"/>
                </a:cubicBezTo>
                <a:cubicBezTo>
                  <a:pt x="68656" y="4478"/>
                  <a:pt x="75835" y="0"/>
                  <a:pt x="84221" y="0"/>
                </a:cubicBezTo>
                <a:cubicBezTo>
                  <a:pt x="89481" y="0"/>
                  <a:pt x="94029" y="1564"/>
                  <a:pt x="97867" y="4691"/>
                </a:cubicBezTo>
                <a:cubicBezTo>
                  <a:pt x="101705" y="7818"/>
                  <a:pt x="103695" y="12011"/>
                  <a:pt x="103838" y="17271"/>
                </a:cubicBezTo>
                <a:cubicBezTo>
                  <a:pt x="103838" y="21393"/>
                  <a:pt x="102843" y="24733"/>
                  <a:pt x="100852" y="27292"/>
                </a:cubicBezTo>
                <a:cubicBezTo>
                  <a:pt x="98862" y="29851"/>
                  <a:pt x="96943" y="31414"/>
                  <a:pt x="95096" y="31983"/>
                </a:cubicBezTo>
                <a:cubicBezTo>
                  <a:pt x="93248" y="32551"/>
                  <a:pt x="91613" y="32836"/>
                  <a:pt x="90192" y="32836"/>
                </a:cubicBezTo>
                <a:cubicBezTo>
                  <a:pt x="87491" y="32836"/>
                  <a:pt x="85288" y="32054"/>
                  <a:pt x="83582" y="30490"/>
                </a:cubicBezTo>
                <a:cubicBezTo>
                  <a:pt x="81876" y="28927"/>
                  <a:pt x="81023" y="26866"/>
                  <a:pt x="81023" y="24307"/>
                </a:cubicBezTo>
                <a:cubicBezTo>
                  <a:pt x="81023" y="17768"/>
                  <a:pt x="84577" y="13291"/>
                  <a:pt x="91684" y="10874"/>
                </a:cubicBezTo>
                <a:cubicBezTo>
                  <a:pt x="90120" y="9026"/>
                  <a:pt x="87278" y="8102"/>
                  <a:pt x="83155" y="8102"/>
                </a:cubicBezTo>
                <a:cubicBezTo>
                  <a:pt x="81307" y="8102"/>
                  <a:pt x="79957" y="8244"/>
                  <a:pt x="79104" y="8529"/>
                </a:cubicBezTo>
                <a:cubicBezTo>
                  <a:pt x="73703" y="10803"/>
                  <a:pt x="69723" y="15494"/>
                  <a:pt x="67164" y="22601"/>
                </a:cubicBezTo>
                <a:cubicBezTo>
                  <a:pt x="58635" y="54015"/>
                  <a:pt x="54371" y="72352"/>
                  <a:pt x="54371" y="77612"/>
                </a:cubicBezTo>
                <a:cubicBezTo>
                  <a:pt x="54371" y="81592"/>
                  <a:pt x="55508" y="84435"/>
                  <a:pt x="57782" y="86140"/>
                </a:cubicBezTo>
                <a:cubicBezTo>
                  <a:pt x="60057" y="87846"/>
                  <a:pt x="62544" y="88699"/>
                  <a:pt x="65245" y="88699"/>
                </a:cubicBezTo>
                <a:cubicBezTo>
                  <a:pt x="70504" y="88699"/>
                  <a:pt x="75693" y="86354"/>
                  <a:pt x="80810" y="81663"/>
                </a:cubicBezTo>
                <a:cubicBezTo>
                  <a:pt x="85927" y="76972"/>
                  <a:pt x="89410" y="71215"/>
                  <a:pt x="91258" y="64392"/>
                </a:cubicBezTo>
                <a:cubicBezTo>
                  <a:pt x="91684" y="62971"/>
                  <a:pt x="92111" y="62189"/>
                  <a:pt x="92537" y="62047"/>
                </a:cubicBezTo>
                <a:cubicBezTo>
                  <a:pt x="92963" y="61905"/>
                  <a:pt x="94101" y="61762"/>
                  <a:pt x="95948" y="61620"/>
                </a:cubicBezTo>
                <a:lnTo>
                  <a:pt x="96801" y="61620"/>
                </a:lnTo>
                <a:cubicBezTo>
                  <a:pt x="98934" y="61620"/>
                  <a:pt x="100000" y="62189"/>
                  <a:pt x="100000" y="63326"/>
                </a:cubicBezTo>
                <a:cubicBezTo>
                  <a:pt x="100000" y="63468"/>
                  <a:pt x="99857" y="64250"/>
                  <a:pt x="99573" y="65671"/>
                </a:cubicBezTo>
                <a:cubicBezTo>
                  <a:pt x="97299" y="73774"/>
                  <a:pt x="92892" y="80952"/>
                  <a:pt x="86354" y="87206"/>
                </a:cubicBezTo>
                <a:cubicBezTo>
                  <a:pt x="79815" y="93461"/>
                  <a:pt x="72210" y="96588"/>
                  <a:pt x="63539" y="96588"/>
                </a:cubicBezTo>
                <a:cubicBezTo>
                  <a:pt x="53589" y="96588"/>
                  <a:pt x="46055" y="92111"/>
                  <a:pt x="40938" y="83155"/>
                </a:cubicBezTo>
                <a:cubicBezTo>
                  <a:pt x="35110" y="91968"/>
                  <a:pt x="28429" y="96375"/>
                  <a:pt x="20895" y="96375"/>
                </a:cubicBezTo>
                <a:lnTo>
                  <a:pt x="19616" y="96375"/>
                </a:lnTo>
                <a:cubicBezTo>
                  <a:pt x="12651" y="96375"/>
                  <a:pt x="7676" y="94527"/>
                  <a:pt x="4691" y="90831"/>
                </a:cubicBezTo>
                <a:cubicBezTo>
                  <a:pt x="1706" y="87135"/>
                  <a:pt x="142" y="83226"/>
                  <a:pt x="0" y="79104"/>
                </a:cubicBezTo>
                <a:cubicBezTo>
                  <a:pt x="0" y="74555"/>
                  <a:pt x="1350" y="70860"/>
                  <a:pt x="4051" y="68017"/>
                </a:cubicBezTo>
                <a:cubicBezTo>
                  <a:pt x="6752" y="65174"/>
                  <a:pt x="9950" y="63752"/>
                  <a:pt x="13646" y="63752"/>
                </a:cubicBezTo>
                <a:cubicBezTo>
                  <a:pt x="19758" y="63752"/>
                  <a:pt x="22814" y="66737"/>
                  <a:pt x="22814" y="72708"/>
                </a:cubicBezTo>
                <a:cubicBezTo>
                  <a:pt x="22814" y="75551"/>
                  <a:pt x="21962" y="78038"/>
                  <a:pt x="20256" y="80170"/>
                </a:cubicBezTo>
                <a:cubicBezTo>
                  <a:pt x="18550" y="82302"/>
                  <a:pt x="16915" y="83724"/>
                  <a:pt x="15352" y="84435"/>
                </a:cubicBezTo>
                <a:cubicBezTo>
                  <a:pt x="13788" y="85145"/>
                  <a:pt x="12864" y="85501"/>
                  <a:pt x="12580" y="85501"/>
                </a:cubicBezTo>
                <a:lnTo>
                  <a:pt x="11940" y="85714"/>
                </a:lnTo>
                <a:cubicBezTo>
                  <a:pt x="11940" y="85856"/>
                  <a:pt x="12367" y="86140"/>
                  <a:pt x="13220" y="86567"/>
                </a:cubicBezTo>
                <a:cubicBezTo>
                  <a:pt x="14072" y="86993"/>
                  <a:pt x="15210" y="87491"/>
                  <a:pt x="16631" y="88059"/>
                </a:cubicBezTo>
                <a:cubicBezTo>
                  <a:pt x="18053" y="88628"/>
                  <a:pt x="19403" y="88841"/>
                  <a:pt x="20682" y="88699"/>
                </a:cubicBezTo>
                <a:cubicBezTo>
                  <a:pt x="25799" y="88699"/>
                  <a:pt x="30206" y="85501"/>
                  <a:pt x="33902" y="79104"/>
                </a:cubicBezTo>
                <a:cubicBezTo>
                  <a:pt x="35181" y="76830"/>
                  <a:pt x="36816" y="71997"/>
                  <a:pt x="38806" y="64605"/>
                </a:cubicBezTo>
                <a:cubicBezTo>
                  <a:pt x="40796" y="57214"/>
                  <a:pt x="42786" y="49538"/>
                  <a:pt x="44776" y="41578"/>
                </a:cubicBezTo>
                <a:cubicBezTo>
                  <a:pt x="46766" y="33617"/>
                  <a:pt x="47903" y="28927"/>
                  <a:pt x="48187" y="27505"/>
                </a:cubicBezTo>
                <a:cubicBezTo>
                  <a:pt x="48898" y="23667"/>
                  <a:pt x="49254" y="20895"/>
                  <a:pt x="49254" y="19190"/>
                </a:cubicBezTo>
                <a:cubicBezTo>
                  <a:pt x="49254" y="15210"/>
                  <a:pt x="48187" y="12367"/>
                  <a:pt x="46055" y="10661"/>
                </a:cubicBezTo>
                <a:cubicBezTo>
                  <a:pt x="43923" y="8955"/>
                  <a:pt x="41507" y="8102"/>
                  <a:pt x="38806" y="8102"/>
                </a:cubicBezTo>
                <a:cubicBezTo>
                  <a:pt x="33120" y="8102"/>
                  <a:pt x="27790" y="10377"/>
                  <a:pt x="22814" y="14925"/>
                </a:cubicBezTo>
                <a:cubicBezTo>
                  <a:pt x="17839" y="19474"/>
                  <a:pt x="14357" y="25302"/>
                  <a:pt x="12367" y="32409"/>
                </a:cubicBezTo>
                <a:cubicBezTo>
                  <a:pt x="12082" y="33689"/>
                  <a:pt x="11727" y="34399"/>
                  <a:pt x="11301" y="34541"/>
                </a:cubicBezTo>
                <a:cubicBezTo>
                  <a:pt x="10874" y="34684"/>
                  <a:pt x="9737" y="34826"/>
                  <a:pt x="7889" y="34968"/>
                </a:cubicBezTo>
                <a:lnTo>
                  <a:pt x="4904" y="34968"/>
                </a:lnTo>
                <a:cubicBezTo>
                  <a:pt x="4051" y="34115"/>
                  <a:pt x="3625" y="33333"/>
                  <a:pt x="3625" y="326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B50719-6053-4792-A68C-81F2243F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754" y="2547505"/>
            <a:ext cx="103838" cy="96588"/>
          </a:xfrm>
          <a:custGeom xmlns:a="http://schemas.openxmlformats.org/drawingml/2006/main">
            <a:pathLst>
              <a:path w="103838" h="96588" fill="none">
                <a:moveTo>
                  <a:pt x="3625" y="32622"/>
                </a:moveTo>
                <a:cubicBezTo>
                  <a:pt x="4620" y="26652"/>
                  <a:pt x="8458" y="19758"/>
                  <a:pt x="15139" y="11940"/>
                </a:cubicBezTo>
                <a:cubicBezTo>
                  <a:pt x="21819" y="4122"/>
                  <a:pt x="30064" y="142"/>
                  <a:pt x="39872" y="0"/>
                </a:cubicBezTo>
                <a:cubicBezTo>
                  <a:pt x="44847" y="0"/>
                  <a:pt x="49396" y="1279"/>
                  <a:pt x="53518" y="3838"/>
                </a:cubicBezTo>
                <a:cubicBezTo>
                  <a:pt x="57640" y="6397"/>
                  <a:pt x="60696" y="9595"/>
                  <a:pt x="62686" y="13433"/>
                </a:cubicBezTo>
                <a:cubicBezTo>
                  <a:pt x="68656" y="4478"/>
                  <a:pt x="75835" y="0"/>
                  <a:pt x="84221" y="0"/>
                </a:cubicBezTo>
                <a:cubicBezTo>
                  <a:pt x="89481" y="0"/>
                  <a:pt x="94029" y="1564"/>
                  <a:pt x="97867" y="4691"/>
                </a:cubicBezTo>
                <a:cubicBezTo>
                  <a:pt x="101705" y="7818"/>
                  <a:pt x="103695" y="12011"/>
                  <a:pt x="103838" y="17271"/>
                </a:cubicBezTo>
                <a:cubicBezTo>
                  <a:pt x="103838" y="21393"/>
                  <a:pt x="102843" y="24733"/>
                  <a:pt x="100852" y="27292"/>
                </a:cubicBezTo>
                <a:cubicBezTo>
                  <a:pt x="98862" y="29851"/>
                  <a:pt x="96943" y="31414"/>
                  <a:pt x="95096" y="31983"/>
                </a:cubicBezTo>
                <a:cubicBezTo>
                  <a:pt x="93248" y="32551"/>
                  <a:pt x="91613" y="32836"/>
                  <a:pt x="90192" y="32836"/>
                </a:cubicBezTo>
                <a:cubicBezTo>
                  <a:pt x="87491" y="32836"/>
                  <a:pt x="85288" y="32054"/>
                  <a:pt x="83582" y="30490"/>
                </a:cubicBezTo>
                <a:cubicBezTo>
                  <a:pt x="81876" y="28927"/>
                  <a:pt x="81023" y="26866"/>
                  <a:pt x="81023" y="24307"/>
                </a:cubicBezTo>
                <a:cubicBezTo>
                  <a:pt x="81023" y="17768"/>
                  <a:pt x="84577" y="13291"/>
                  <a:pt x="91684" y="10874"/>
                </a:cubicBezTo>
                <a:cubicBezTo>
                  <a:pt x="90120" y="9026"/>
                  <a:pt x="87278" y="8102"/>
                  <a:pt x="83155" y="8102"/>
                </a:cubicBezTo>
                <a:cubicBezTo>
                  <a:pt x="81307" y="8102"/>
                  <a:pt x="79957" y="8244"/>
                  <a:pt x="79104" y="8529"/>
                </a:cubicBezTo>
                <a:cubicBezTo>
                  <a:pt x="73703" y="10803"/>
                  <a:pt x="69723" y="15494"/>
                  <a:pt x="67164" y="22601"/>
                </a:cubicBezTo>
                <a:cubicBezTo>
                  <a:pt x="58635" y="54015"/>
                  <a:pt x="54371" y="72352"/>
                  <a:pt x="54371" y="77612"/>
                </a:cubicBezTo>
                <a:cubicBezTo>
                  <a:pt x="54371" y="81592"/>
                  <a:pt x="55508" y="84435"/>
                  <a:pt x="57782" y="86140"/>
                </a:cubicBezTo>
                <a:cubicBezTo>
                  <a:pt x="60057" y="87846"/>
                  <a:pt x="62544" y="88699"/>
                  <a:pt x="65245" y="88699"/>
                </a:cubicBezTo>
                <a:cubicBezTo>
                  <a:pt x="70504" y="88699"/>
                  <a:pt x="75693" y="86354"/>
                  <a:pt x="80810" y="81663"/>
                </a:cubicBezTo>
                <a:cubicBezTo>
                  <a:pt x="85927" y="76972"/>
                  <a:pt x="89410" y="71215"/>
                  <a:pt x="91258" y="64392"/>
                </a:cubicBezTo>
                <a:cubicBezTo>
                  <a:pt x="91684" y="62971"/>
                  <a:pt x="92111" y="62189"/>
                  <a:pt x="92537" y="62047"/>
                </a:cubicBezTo>
                <a:cubicBezTo>
                  <a:pt x="92963" y="61905"/>
                  <a:pt x="94101" y="61762"/>
                  <a:pt x="95948" y="61620"/>
                </a:cubicBezTo>
                <a:lnTo>
                  <a:pt x="96801" y="61620"/>
                </a:lnTo>
                <a:cubicBezTo>
                  <a:pt x="98934" y="61620"/>
                  <a:pt x="100000" y="62189"/>
                  <a:pt x="100000" y="63326"/>
                </a:cubicBezTo>
                <a:cubicBezTo>
                  <a:pt x="100000" y="63468"/>
                  <a:pt x="99857" y="64250"/>
                  <a:pt x="99573" y="65671"/>
                </a:cubicBezTo>
                <a:cubicBezTo>
                  <a:pt x="97299" y="73774"/>
                  <a:pt x="92892" y="80952"/>
                  <a:pt x="86354" y="87206"/>
                </a:cubicBezTo>
                <a:cubicBezTo>
                  <a:pt x="79815" y="93461"/>
                  <a:pt x="72210" y="96588"/>
                  <a:pt x="63539" y="96588"/>
                </a:cubicBezTo>
                <a:cubicBezTo>
                  <a:pt x="53589" y="96588"/>
                  <a:pt x="46055" y="92111"/>
                  <a:pt x="40938" y="83155"/>
                </a:cubicBezTo>
                <a:cubicBezTo>
                  <a:pt x="35110" y="91968"/>
                  <a:pt x="28429" y="96375"/>
                  <a:pt x="20895" y="96375"/>
                </a:cubicBezTo>
                <a:lnTo>
                  <a:pt x="19616" y="96375"/>
                </a:lnTo>
                <a:cubicBezTo>
                  <a:pt x="12651" y="96375"/>
                  <a:pt x="7676" y="94527"/>
                  <a:pt x="4691" y="90831"/>
                </a:cubicBezTo>
                <a:cubicBezTo>
                  <a:pt x="1706" y="87135"/>
                  <a:pt x="142" y="83226"/>
                  <a:pt x="0" y="79104"/>
                </a:cubicBezTo>
                <a:cubicBezTo>
                  <a:pt x="0" y="74555"/>
                  <a:pt x="1350" y="70860"/>
                  <a:pt x="4051" y="68017"/>
                </a:cubicBezTo>
                <a:cubicBezTo>
                  <a:pt x="6752" y="65174"/>
                  <a:pt x="9950" y="63752"/>
                  <a:pt x="13646" y="63752"/>
                </a:cubicBezTo>
                <a:cubicBezTo>
                  <a:pt x="19758" y="63752"/>
                  <a:pt x="22814" y="66737"/>
                  <a:pt x="22814" y="72708"/>
                </a:cubicBezTo>
                <a:cubicBezTo>
                  <a:pt x="22814" y="75551"/>
                  <a:pt x="21962" y="78038"/>
                  <a:pt x="20256" y="80170"/>
                </a:cubicBezTo>
                <a:cubicBezTo>
                  <a:pt x="18550" y="82302"/>
                  <a:pt x="16915" y="83724"/>
                  <a:pt x="15352" y="84435"/>
                </a:cubicBezTo>
                <a:cubicBezTo>
                  <a:pt x="13788" y="85145"/>
                  <a:pt x="12864" y="85501"/>
                  <a:pt x="12580" y="85501"/>
                </a:cubicBezTo>
                <a:lnTo>
                  <a:pt x="11940" y="85714"/>
                </a:lnTo>
                <a:cubicBezTo>
                  <a:pt x="11940" y="85856"/>
                  <a:pt x="12367" y="86140"/>
                  <a:pt x="13220" y="86567"/>
                </a:cubicBezTo>
                <a:cubicBezTo>
                  <a:pt x="14072" y="86993"/>
                  <a:pt x="15210" y="87491"/>
                  <a:pt x="16631" y="88059"/>
                </a:cubicBezTo>
                <a:cubicBezTo>
                  <a:pt x="18053" y="88628"/>
                  <a:pt x="19403" y="88841"/>
                  <a:pt x="20682" y="88699"/>
                </a:cubicBezTo>
                <a:cubicBezTo>
                  <a:pt x="25799" y="88699"/>
                  <a:pt x="30206" y="85501"/>
                  <a:pt x="33902" y="79104"/>
                </a:cubicBezTo>
                <a:cubicBezTo>
                  <a:pt x="35181" y="76830"/>
                  <a:pt x="36816" y="71997"/>
                  <a:pt x="38806" y="64605"/>
                </a:cubicBezTo>
                <a:cubicBezTo>
                  <a:pt x="40796" y="57214"/>
                  <a:pt x="42786" y="49538"/>
                  <a:pt x="44776" y="41578"/>
                </a:cubicBezTo>
                <a:cubicBezTo>
                  <a:pt x="46766" y="33617"/>
                  <a:pt x="47903" y="28927"/>
                  <a:pt x="48187" y="27505"/>
                </a:cubicBezTo>
                <a:cubicBezTo>
                  <a:pt x="48898" y="23667"/>
                  <a:pt x="49254" y="20895"/>
                  <a:pt x="49254" y="19190"/>
                </a:cubicBezTo>
                <a:cubicBezTo>
                  <a:pt x="49254" y="15210"/>
                  <a:pt x="48187" y="12367"/>
                  <a:pt x="46055" y="10661"/>
                </a:cubicBezTo>
                <a:cubicBezTo>
                  <a:pt x="43923" y="8955"/>
                  <a:pt x="41507" y="8102"/>
                  <a:pt x="38806" y="8102"/>
                </a:cubicBezTo>
                <a:cubicBezTo>
                  <a:pt x="33120" y="8102"/>
                  <a:pt x="27790" y="10377"/>
                  <a:pt x="22814" y="14925"/>
                </a:cubicBezTo>
                <a:cubicBezTo>
                  <a:pt x="17839" y="19474"/>
                  <a:pt x="14357" y="25302"/>
                  <a:pt x="12367" y="32409"/>
                </a:cubicBezTo>
                <a:cubicBezTo>
                  <a:pt x="12082" y="33689"/>
                  <a:pt x="11727" y="34399"/>
                  <a:pt x="11301" y="34541"/>
                </a:cubicBezTo>
                <a:cubicBezTo>
                  <a:pt x="10874" y="34684"/>
                  <a:pt x="9737" y="34826"/>
                  <a:pt x="7889" y="34968"/>
                </a:cubicBezTo>
                <a:lnTo>
                  <a:pt x="4904" y="34968"/>
                </a:lnTo>
                <a:cubicBezTo>
                  <a:pt x="4051" y="34115"/>
                  <a:pt x="3625" y="33333"/>
                  <a:pt x="3625" y="3262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3" cap="flat">
            <a:solidFill>
              <a:srgbClr val="000000">
                <a:alpha val="32760"/>
              </a:srgbClr>
            </a:solidFill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C3B925-31BC-411C-B247-6A398678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26" y="2573334"/>
            <a:ext cx="60148" cy="103713"/>
          </a:xfrm>
          <a:custGeom xmlns:a="http://schemas.openxmlformats.org/drawingml/2006/main">
            <a:pathLst>
              <a:path w="60148" h="103713">
                <a:moveTo>
                  <a:pt x="17185" y="76730"/>
                </a:moveTo>
                <a:cubicBezTo>
                  <a:pt x="17185" y="79141"/>
                  <a:pt x="16381" y="81151"/>
                  <a:pt x="14773" y="82759"/>
                </a:cubicBezTo>
                <a:cubicBezTo>
                  <a:pt x="13165" y="84367"/>
                  <a:pt x="11205" y="85171"/>
                  <a:pt x="8894" y="85171"/>
                </a:cubicBezTo>
                <a:lnTo>
                  <a:pt x="7839" y="85171"/>
                </a:lnTo>
                <a:cubicBezTo>
                  <a:pt x="12462" y="93111"/>
                  <a:pt x="18592" y="97080"/>
                  <a:pt x="26230" y="97080"/>
                </a:cubicBezTo>
                <a:cubicBezTo>
                  <a:pt x="33265" y="97080"/>
                  <a:pt x="38390" y="94065"/>
                  <a:pt x="41606" y="88035"/>
                </a:cubicBezTo>
                <a:cubicBezTo>
                  <a:pt x="43515" y="84719"/>
                  <a:pt x="44470" y="78287"/>
                  <a:pt x="44470" y="68740"/>
                </a:cubicBezTo>
                <a:cubicBezTo>
                  <a:pt x="44470" y="58389"/>
                  <a:pt x="43113" y="51404"/>
                  <a:pt x="40400" y="47786"/>
                </a:cubicBezTo>
                <a:cubicBezTo>
                  <a:pt x="37787" y="44470"/>
                  <a:pt x="34872" y="42812"/>
                  <a:pt x="31657" y="42812"/>
                </a:cubicBezTo>
                <a:lnTo>
                  <a:pt x="30752" y="42812"/>
                </a:lnTo>
                <a:cubicBezTo>
                  <a:pt x="22913" y="42812"/>
                  <a:pt x="16984" y="46229"/>
                  <a:pt x="12964" y="53062"/>
                </a:cubicBezTo>
                <a:cubicBezTo>
                  <a:pt x="12562" y="53766"/>
                  <a:pt x="12210" y="54168"/>
                  <a:pt x="11909" y="54268"/>
                </a:cubicBezTo>
                <a:cubicBezTo>
                  <a:pt x="11607" y="54369"/>
                  <a:pt x="10854" y="54469"/>
                  <a:pt x="9648" y="54570"/>
                </a:cubicBezTo>
                <a:cubicBezTo>
                  <a:pt x="7939" y="54570"/>
                  <a:pt x="6985" y="54268"/>
                  <a:pt x="6784" y="53665"/>
                </a:cubicBezTo>
                <a:cubicBezTo>
                  <a:pt x="6583" y="53263"/>
                  <a:pt x="6482" y="44470"/>
                  <a:pt x="6482" y="27285"/>
                </a:cubicBezTo>
                <a:lnTo>
                  <a:pt x="6482" y="7839"/>
                </a:lnTo>
                <a:cubicBezTo>
                  <a:pt x="6482" y="2814"/>
                  <a:pt x="6733" y="301"/>
                  <a:pt x="7236" y="301"/>
                </a:cubicBezTo>
                <a:cubicBezTo>
                  <a:pt x="7437" y="101"/>
                  <a:pt x="7638" y="0"/>
                  <a:pt x="7839" y="0"/>
                </a:cubicBezTo>
                <a:cubicBezTo>
                  <a:pt x="7939" y="0"/>
                  <a:pt x="8994" y="402"/>
                  <a:pt x="11004" y="1206"/>
                </a:cubicBezTo>
                <a:cubicBezTo>
                  <a:pt x="13014" y="2010"/>
                  <a:pt x="15778" y="2814"/>
                  <a:pt x="19295" y="3618"/>
                </a:cubicBezTo>
                <a:cubicBezTo>
                  <a:pt x="22813" y="4422"/>
                  <a:pt x="26581" y="4824"/>
                  <a:pt x="30601" y="4824"/>
                </a:cubicBezTo>
                <a:cubicBezTo>
                  <a:pt x="37737" y="4824"/>
                  <a:pt x="44570" y="3417"/>
                  <a:pt x="51103" y="603"/>
                </a:cubicBezTo>
                <a:cubicBezTo>
                  <a:pt x="51907" y="201"/>
                  <a:pt x="52560" y="0"/>
                  <a:pt x="53062" y="0"/>
                </a:cubicBezTo>
                <a:cubicBezTo>
                  <a:pt x="53866" y="0"/>
                  <a:pt x="54268" y="904"/>
                  <a:pt x="54268" y="2713"/>
                </a:cubicBezTo>
                <a:lnTo>
                  <a:pt x="54268" y="4673"/>
                </a:lnTo>
                <a:cubicBezTo>
                  <a:pt x="46028" y="14421"/>
                  <a:pt x="35727" y="19295"/>
                  <a:pt x="23366" y="19295"/>
                </a:cubicBezTo>
                <a:cubicBezTo>
                  <a:pt x="20250" y="19295"/>
                  <a:pt x="17436" y="18994"/>
                  <a:pt x="14924" y="18391"/>
                </a:cubicBezTo>
                <a:lnTo>
                  <a:pt x="13416" y="18089"/>
                </a:lnTo>
                <a:lnTo>
                  <a:pt x="13416" y="44018"/>
                </a:lnTo>
                <a:cubicBezTo>
                  <a:pt x="15326" y="42611"/>
                  <a:pt x="16833" y="41505"/>
                  <a:pt x="17939" y="40701"/>
                </a:cubicBezTo>
                <a:cubicBezTo>
                  <a:pt x="19044" y="39897"/>
                  <a:pt x="20853" y="39093"/>
                  <a:pt x="23366" y="38289"/>
                </a:cubicBezTo>
                <a:cubicBezTo>
                  <a:pt x="25878" y="37485"/>
                  <a:pt x="28441" y="37083"/>
                  <a:pt x="31054" y="37083"/>
                </a:cubicBezTo>
                <a:cubicBezTo>
                  <a:pt x="39194" y="37083"/>
                  <a:pt x="46078" y="40350"/>
                  <a:pt x="51706" y="46882"/>
                </a:cubicBezTo>
                <a:cubicBezTo>
                  <a:pt x="57334" y="53414"/>
                  <a:pt x="60148" y="61152"/>
                  <a:pt x="60148" y="70097"/>
                </a:cubicBezTo>
                <a:cubicBezTo>
                  <a:pt x="60148" y="79342"/>
                  <a:pt x="56932" y="87231"/>
                  <a:pt x="50500" y="93764"/>
                </a:cubicBezTo>
                <a:cubicBezTo>
                  <a:pt x="44068" y="100296"/>
                  <a:pt x="36229" y="103613"/>
                  <a:pt x="26983" y="103713"/>
                </a:cubicBezTo>
                <a:cubicBezTo>
                  <a:pt x="18843" y="103713"/>
                  <a:pt x="12311" y="101000"/>
                  <a:pt x="7387" y="95573"/>
                </a:cubicBezTo>
                <a:cubicBezTo>
                  <a:pt x="2462" y="90146"/>
                  <a:pt x="0" y="84016"/>
                  <a:pt x="0" y="77182"/>
                </a:cubicBezTo>
                <a:cubicBezTo>
                  <a:pt x="0" y="74770"/>
                  <a:pt x="553" y="72860"/>
                  <a:pt x="1658" y="71453"/>
                </a:cubicBezTo>
                <a:cubicBezTo>
                  <a:pt x="2764" y="70046"/>
                  <a:pt x="3919" y="69142"/>
                  <a:pt x="5125" y="68740"/>
                </a:cubicBezTo>
                <a:cubicBezTo>
                  <a:pt x="6331" y="68338"/>
                  <a:pt x="7487" y="68137"/>
                  <a:pt x="8593" y="68137"/>
                </a:cubicBezTo>
                <a:cubicBezTo>
                  <a:pt x="11105" y="68137"/>
                  <a:pt x="13165" y="68991"/>
                  <a:pt x="14773" y="70700"/>
                </a:cubicBezTo>
                <a:cubicBezTo>
                  <a:pt x="16381" y="72408"/>
                  <a:pt x="17185" y="74418"/>
                  <a:pt x="17185" y="767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200160-2399-4C64-A7AA-D32ACED1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26" y="2573334"/>
            <a:ext cx="60148" cy="103713"/>
          </a:xfrm>
          <a:custGeom xmlns:a="http://schemas.openxmlformats.org/drawingml/2006/main">
            <a:pathLst>
              <a:path w="60148" h="103713" fill="none">
                <a:moveTo>
                  <a:pt x="17185" y="76730"/>
                </a:moveTo>
                <a:cubicBezTo>
                  <a:pt x="17185" y="79141"/>
                  <a:pt x="16381" y="81151"/>
                  <a:pt x="14773" y="82759"/>
                </a:cubicBezTo>
                <a:cubicBezTo>
                  <a:pt x="13165" y="84367"/>
                  <a:pt x="11205" y="85171"/>
                  <a:pt x="8894" y="85171"/>
                </a:cubicBezTo>
                <a:lnTo>
                  <a:pt x="7839" y="85171"/>
                </a:lnTo>
                <a:cubicBezTo>
                  <a:pt x="12462" y="93111"/>
                  <a:pt x="18592" y="97080"/>
                  <a:pt x="26230" y="97080"/>
                </a:cubicBezTo>
                <a:cubicBezTo>
                  <a:pt x="33265" y="97080"/>
                  <a:pt x="38390" y="94065"/>
                  <a:pt x="41606" y="88035"/>
                </a:cubicBezTo>
                <a:cubicBezTo>
                  <a:pt x="43515" y="84719"/>
                  <a:pt x="44470" y="78287"/>
                  <a:pt x="44470" y="68740"/>
                </a:cubicBezTo>
                <a:cubicBezTo>
                  <a:pt x="44470" y="58389"/>
                  <a:pt x="43113" y="51404"/>
                  <a:pt x="40400" y="47786"/>
                </a:cubicBezTo>
                <a:cubicBezTo>
                  <a:pt x="37787" y="44470"/>
                  <a:pt x="34872" y="42812"/>
                  <a:pt x="31657" y="42812"/>
                </a:cubicBezTo>
                <a:lnTo>
                  <a:pt x="30752" y="42812"/>
                </a:lnTo>
                <a:cubicBezTo>
                  <a:pt x="22913" y="42812"/>
                  <a:pt x="16984" y="46229"/>
                  <a:pt x="12964" y="53062"/>
                </a:cubicBezTo>
                <a:cubicBezTo>
                  <a:pt x="12562" y="53766"/>
                  <a:pt x="12210" y="54168"/>
                  <a:pt x="11909" y="54268"/>
                </a:cubicBezTo>
                <a:cubicBezTo>
                  <a:pt x="11607" y="54369"/>
                  <a:pt x="10854" y="54469"/>
                  <a:pt x="9648" y="54570"/>
                </a:cubicBezTo>
                <a:cubicBezTo>
                  <a:pt x="7939" y="54570"/>
                  <a:pt x="6985" y="54268"/>
                  <a:pt x="6784" y="53665"/>
                </a:cubicBezTo>
                <a:cubicBezTo>
                  <a:pt x="6583" y="53263"/>
                  <a:pt x="6482" y="44470"/>
                  <a:pt x="6482" y="27285"/>
                </a:cubicBezTo>
                <a:lnTo>
                  <a:pt x="6482" y="7839"/>
                </a:lnTo>
                <a:cubicBezTo>
                  <a:pt x="6482" y="2814"/>
                  <a:pt x="6733" y="301"/>
                  <a:pt x="7236" y="301"/>
                </a:cubicBezTo>
                <a:cubicBezTo>
                  <a:pt x="7437" y="101"/>
                  <a:pt x="7638" y="0"/>
                  <a:pt x="7839" y="0"/>
                </a:cubicBezTo>
                <a:cubicBezTo>
                  <a:pt x="7939" y="0"/>
                  <a:pt x="8994" y="402"/>
                  <a:pt x="11004" y="1206"/>
                </a:cubicBezTo>
                <a:cubicBezTo>
                  <a:pt x="13014" y="2010"/>
                  <a:pt x="15778" y="2814"/>
                  <a:pt x="19295" y="3618"/>
                </a:cubicBezTo>
                <a:cubicBezTo>
                  <a:pt x="22813" y="4422"/>
                  <a:pt x="26581" y="4824"/>
                  <a:pt x="30601" y="4824"/>
                </a:cubicBezTo>
                <a:cubicBezTo>
                  <a:pt x="37737" y="4824"/>
                  <a:pt x="44570" y="3417"/>
                  <a:pt x="51103" y="603"/>
                </a:cubicBezTo>
                <a:cubicBezTo>
                  <a:pt x="51907" y="201"/>
                  <a:pt x="52560" y="0"/>
                  <a:pt x="53062" y="0"/>
                </a:cubicBezTo>
                <a:cubicBezTo>
                  <a:pt x="53866" y="0"/>
                  <a:pt x="54268" y="904"/>
                  <a:pt x="54268" y="2713"/>
                </a:cubicBezTo>
                <a:lnTo>
                  <a:pt x="54268" y="4673"/>
                </a:lnTo>
                <a:cubicBezTo>
                  <a:pt x="46028" y="14421"/>
                  <a:pt x="35727" y="19295"/>
                  <a:pt x="23366" y="19295"/>
                </a:cubicBezTo>
                <a:cubicBezTo>
                  <a:pt x="20250" y="19295"/>
                  <a:pt x="17436" y="18994"/>
                  <a:pt x="14924" y="18391"/>
                </a:cubicBezTo>
                <a:lnTo>
                  <a:pt x="13416" y="18089"/>
                </a:lnTo>
                <a:lnTo>
                  <a:pt x="13416" y="44018"/>
                </a:lnTo>
                <a:cubicBezTo>
                  <a:pt x="15326" y="42611"/>
                  <a:pt x="16833" y="41505"/>
                  <a:pt x="17939" y="40701"/>
                </a:cubicBezTo>
                <a:cubicBezTo>
                  <a:pt x="19044" y="39897"/>
                  <a:pt x="20853" y="39093"/>
                  <a:pt x="23366" y="38289"/>
                </a:cubicBezTo>
                <a:cubicBezTo>
                  <a:pt x="25878" y="37485"/>
                  <a:pt x="28441" y="37083"/>
                  <a:pt x="31054" y="37083"/>
                </a:cubicBezTo>
                <a:cubicBezTo>
                  <a:pt x="39194" y="37083"/>
                  <a:pt x="46078" y="40350"/>
                  <a:pt x="51706" y="46882"/>
                </a:cubicBezTo>
                <a:cubicBezTo>
                  <a:pt x="57334" y="53414"/>
                  <a:pt x="60148" y="61152"/>
                  <a:pt x="60148" y="70097"/>
                </a:cubicBezTo>
                <a:cubicBezTo>
                  <a:pt x="60148" y="79342"/>
                  <a:pt x="56932" y="87231"/>
                  <a:pt x="50500" y="93764"/>
                </a:cubicBezTo>
                <a:cubicBezTo>
                  <a:pt x="44068" y="100296"/>
                  <a:pt x="36229" y="103613"/>
                  <a:pt x="26983" y="103713"/>
                </a:cubicBezTo>
                <a:cubicBezTo>
                  <a:pt x="18843" y="103713"/>
                  <a:pt x="12311" y="101000"/>
                  <a:pt x="7387" y="95573"/>
                </a:cubicBezTo>
                <a:cubicBezTo>
                  <a:pt x="2462" y="90146"/>
                  <a:pt x="0" y="84016"/>
                  <a:pt x="0" y="77182"/>
                </a:cubicBezTo>
                <a:cubicBezTo>
                  <a:pt x="0" y="74770"/>
                  <a:pt x="553" y="72860"/>
                  <a:pt x="1658" y="71453"/>
                </a:cubicBezTo>
                <a:cubicBezTo>
                  <a:pt x="2764" y="70046"/>
                  <a:pt x="3919" y="69142"/>
                  <a:pt x="5125" y="68740"/>
                </a:cubicBezTo>
                <a:cubicBezTo>
                  <a:pt x="6331" y="68338"/>
                  <a:pt x="7487" y="68137"/>
                  <a:pt x="8593" y="68137"/>
                </a:cubicBezTo>
                <a:cubicBezTo>
                  <a:pt x="11105" y="68137"/>
                  <a:pt x="13165" y="68991"/>
                  <a:pt x="14773" y="70700"/>
                </a:cubicBezTo>
                <a:cubicBezTo>
                  <a:pt x="16381" y="72408"/>
                  <a:pt x="17185" y="74418"/>
                  <a:pt x="17185" y="767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1" cap="flat">
            <a:solidFill>
              <a:srgbClr val="000000">
                <a:alpha val="23160"/>
              </a:srgbClr>
            </a:solidFill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D75672-9FFB-455C-A5EE-48725867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75" y="2615948"/>
            <a:ext cx="28145" cy="67306"/>
          </a:xfrm>
          <a:custGeom xmlns:a="http://schemas.openxmlformats.org/drawingml/2006/main">
            <a:pathLst>
              <a:path w="28145" h="67306">
                <a:moveTo>
                  <a:pt x="0" y="18337"/>
                </a:moveTo>
                <a:cubicBezTo>
                  <a:pt x="0" y="18337"/>
                  <a:pt x="0" y="16560"/>
                  <a:pt x="0" y="13006"/>
                </a:cubicBezTo>
                <a:cubicBezTo>
                  <a:pt x="0" y="9453"/>
                  <a:pt x="1137" y="6397"/>
                  <a:pt x="3412" y="3838"/>
                </a:cubicBezTo>
                <a:cubicBezTo>
                  <a:pt x="5686" y="1279"/>
                  <a:pt x="8742" y="0"/>
                  <a:pt x="12580" y="0"/>
                </a:cubicBezTo>
                <a:cubicBezTo>
                  <a:pt x="16560" y="0"/>
                  <a:pt x="20114" y="1777"/>
                  <a:pt x="23241" y="5330"/>
                </a:cubicBezTo>
                <a:cubicBezTo>
                  <a:pt x="26368" y="8884"/>
                  <a:pt x="28003" y="15139"/>
                  <a:pt x="28145" y="24094"/>
                </a:cubicBezTo>
                <a:cubicBezTo>
                  <a:pt x="28145" y="29069"/>
                  <a:pt x="27505" y="33902"/>
                  <a:pt x="26226" y="38593"/>
                </a:cubicBezTo>
                <a:cubicBezTo>
                  <a:pt x="24947" y="43283"/>
                  <a:pt x="23454" y="47335"/>
                  <a:pt x="21748" y="50746"/>
                </a:cubicBezTo>
                <a:cubicBezTo>
                  <a:pt x="20043" y="54158"/>
                  <a:pt x="18195" y="57072"/>
                  <a:pt x="16205" y="59488"/>
                </a:cubicBezTo>
                <a:cubicBezTo>
                  <a:pt x="14215" y="61905"/>
                  <a:pt x="12509" y="63823"/>
                  <a:pt x="11087" y="65245"/>
                </a:cubicBezTo>
                <a:cubicBezTo>
                  <a:pt x="9666" y="66666"/>
                  <a:pt x="8742" y="67306"/>
                  <a:pt x="8316" y="67164"/>
                </a:cubicBezTo>
                <a:cubicBezTo>
                  <a:pt x="7747" y="67164"/>
                  <a:pt x="6823" y="66524"/>
                  <a:pt x="5544" y="65245"/>
                </a:cubicBezTo>
                <a:cubicBezTo>
                  <a:pt x="4264" y="63966"/>
                  <a:pt x="3625" y="63042"/>
                  <a:pt x="3625" y="62473"/>
                </a:cubicBezTo>
                <a:cubicBezTo>
                  <a:pt x="3625" y="61905"/>
                  <a:pt x="4407" y="60767"/>
                  <a:pt x="5970" y="59062"/>
                </a:cubicBezTo>
                <a:cubicBezTo>
                  <a:pt x="7534" y="57356"/>
                  <a:pt x="9311" y="55224"/>
                  <a:pt x="11301" y="52665"/>
                </a:cubicBezTo>
                <a:cubicBezTo>
                  <a:pt x="13291" y="50106"/>
                  <a:pt x="15139" y="46553"/>
                  <a:pt x="16844" y="42004"/>
                </a:cubicBezTo>
                <a:cubicBezTo>
                  <a:pt x="18550" y="37455"/>
                  <a:pt x="19687" y="32267"/>
                  <a:pt x="20256" y="26439"/>
                </a:cubicBezTo>
                <a:lnTo>
                  <a:pt x="20256" y="23881"/>
                </a:lnTo>
                <a:lnTo>
                  <a:pt x="20043" y="24094"/>
                </a:lnTo>
                <a:cubicBezTo>
                  <a:pt x="19758" y="24236"/>
                  <a:pt x="19403" y="24378"/>
                  <a:pt x="18976" y="24520"/>
                </a:cubicBezTo>
                <a:cubicBezTo>
                  <a:pt x="18550" y="24662"/>
                  <a:pt x="18124" y="24876"/>
                  <a:pt x="17697" y="25160"/>
                </a:cubicBezTo>
                <a:cubicBezTo>
                  <a:pt x="17271" y="25444"/>
                  <a:pt x="16631" y="25586"/>
                  <a:pt x="15778" y="25586"/>
                </a:cubicBezTo>
                <a:cubicBezTo>
                  <a:pt x="14925" y="25586"/>
                  <a:pt x="14072" y="25657"/>
                  <a:pt x="13220" y="25799"/>
                </a:cubicBezTo>
                <a:cubicBezTo>
                  <a:pt x="9382" y="25799"/>
                  <a:pt x="6254" y="24591"/>
                  <a:pt x="3838" y="22175"/>
                </a:cubicBezTo>
                <a:lnTo>
                  <a:pt x="0" y="183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388798-9693-4FCB-9899-656296DD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75" y="2615948"/>
            <a:ext cx="28145" cy="67306"/>
          </a:xfrm>
          <a:custGeom xmlns:a="http://schemas.openxmlformats.org/drawingml/2006/main">
            <a:pathLst>
              <a:path w="28145" h="67306" fill="none">
                <a:moveTo>
                  <a:pt x="0" y="18337"/>
                </a:moveTo>
                <a:cubicBezTo>
                  <a:pt x="0" y="18337"/>
                  <a:pt x="0" y="16560"/>
                  <a:pt x="0" y="13006"/>
                </a:cubicBezTo>
                <a:cubicBezTo>
                  <a:pt x="0" y="9453"/>
                  <a:pt x="1137" y="6397"/>
                  <a:pt x="3412" y="3838"/>
                </a:cubicBezTo>
                <a:cubicBezTo>
                  <a:pt x="5686" y="1279"/>
                  <a:pt x="8742" y="0"/>
                  <a:pt x="12580" y="0"/>
                </a:cubicBezTo>
                <a:cubicBezTo>
                  <a:pt x="16560" y="0"/>
                  <a:pt x="20114" y="1777"/>
                  <a:pt x="23241" y="5330"/>
                </a:cubicBezTo>
                <a:cubicBezTo>
                  <a:pt x="26368" y="8884"/>
                  <a:pt x="28003" y="15139"/>
                  <a:pt x="28145" y="24094"/>
                </a:cubicBezTo>
                <a:cubicBezTo>
                  <a:pt x="28145" y="29069"/>
                  <a:pt x="27505" y="33902"/>
                  <a:pt x="26226" y="38593"/>
                </a:cubicBezTo>
                <a:cubicBezTo>
                  <a:pt x="24947" y="43283"/>
                  <a:pt x="23454" y="47335"/>
                  <a:pt x="21748" y="50746"/>
                </a:cubicBezTo>
                <a:cubicBezTo>
                  <a:pt x="20043" y="54158"/>
                  <a:pt x="18195" y="57072"/>
                  <a:pt x="16205" y="59488"/>
                </a:cubicBezTo>
                <a:cubicBezTo>
                  <a:pt x="14215" y="61905"/>
                  <a:pt x="12509" y="63823"/>
                  <a:pt x="11087" y="65245"/>
                </a:cubicBezTo>
                <a:cubicBezTo>
                  <a:pt x="9666" y="66666"/>
                  <a:pt x="8742" y="67306"/>
                  <a:pt x="8316" y="67164"/>
                </a:cubicBezTo>
                <a:cubicBezTo>
                  <a:pt x="7747" y="67164"/>
                  <a:pt x="6823" y="66524"/>
                  <a:pt x="5544" y="65245"/>
                </a:cubicBezTo>
                <a:cubicBezTo>
                  <a:pt x="4264" y="63966"/>
                  <a:pt x="3625" y="63042"/>
                  <a:pt x="3625" y="62473"/>
                </a:cubicBezTo>
                <a:cubicBezTo>
                  <a:pt x="3625" y="61905"/>
                  <a:pt x="4407" y="60767"/>
                  <a:pt x="5970" y="59062"/>
                </a:cubicBezTo>
                <a:cubicBezTo>
                  <a:pt x="7534" y="57356"/>
                  <a:pt x="9311" y="55224"/>
                  <a:pt x="11301" y="52665"/>
                </a:cubicBezTo>
                <a:cubicBezTo>
                  <a:pt x="13291" y="50106"/>
                  <a:pt x="15139" y="46553"/>
                  <a:pt x="16844" y="42004"/>
                </a:cubicBezTo>
                <a:cubicBezTo>
                  <a:pt x="18550" y="37455"/>
                  <a:pt x="19687" y="32267"/>
                  <a:pt x="20256" y="26439"/>
                </a:cubicBezTo>
                <a:lnTo>
                  <a:pt x="20256" y="23881"/>
                </a:lnTo>
                <a:lnTo>
                  <a:pt x="20043" y="24094"/>
                </a:lnTo>
                <a:cubicBezTo>
                  <a:pt x="19758" y="24236"/>
                  <a:pt x="19403" y="24378"/>
                  <a:pt x="18976" y="24520"/>
                </a:cubicBezTo>
                <a:cubicBezTo>
                  <a:pt x="18550" y="24662"/>
                  <a:pt x="18124" y="24876"/>
                  <a:pt x="17697" y="25160"/>
                </a:cubicBezTo>
                <a:cubicBezTo>
                  <a:pt x="17271" y="25444"/>
                  <a:pt x="16631" y="25586"/>
                  <a:pt x="15778" y="25586"/>
                </a:cubicBezTo>
                <a:cubicBezTo>
                  <a:pt x="14925" y="25586"/>
                  <a:pt x="14072" y="25657"/>
                  <a:pt x="13220" y="25799"/>
                </a:cubicBezTo>
                <a:cubicBezTo>
                  <a:pt x="9382" y="25799"/>
                  <a:pt x="6254" y="24591"/>
                  <a:pt x="3838" y="22175"/>
                </a:cubicBezTo>
                <a:lnTo>
                  <a:pt x="0" y="183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3" cap="flat">
            <a:solidFill>
              <a:srgbClr val="000000">
                <a:alpha val="32760"/>
              </a:srgbClr>
            </a:solidFill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ED4997-C3D6-4A57-AAC7-5BCBF831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19" y="2547363"/>
            <a:ext cx="101421" cy="138095"/>
          </a:xfrm>
          <a:custGeom xmlns:a="http://schemas.openxmlformats.org/drawingml/2006/main">
            <a:pathLst>
              <a:path w="101421" h="138095">
                <a:moveTo>
                  <a:pt x="0" y="33191"/>
                </a:moveTo>
                <a:cubicBezTo>
                  <a:pt x="0" y="31201"/>
                  <a:pt x="1066" y="27790"/>
                  <a:pt x="3198" y="22957"/>
                </a:cubicBezTo>
                <a:cubicBezTo>
                  <a:pt x="5330" y="18124"/>
                  <a:pt x="8742" y="13077"/>
                  <a:pt x="13433" y="7818"/>
                </a:cubicBezTo>
                <a:cubicBezTo>
                  <a:pt x="18124" y="2559"/>
                  <a:pt x="23383" y="0"/>
                  <a:pt x="29211" y="142"/>
                </a:cubicBezTo>
                <a:cubicBezTo>
                  <a:pt x="35039" y="142"/>
                  <a:pt x="39730" y="1777"/>
                  <a:pt x="43283" y="5046"/>
                </a:cubicBezTo>
                <a:cubicBezTo>
                  <a:pt x="46837" y="8316"/>
                  <a:pt x="48685" y="12864"/>
                  <a:pt x="48827" y="18692"/>
                </a:cubicBezTo>
                <a:cubicBezTo>
                  <a:pt x="48543" y="21393"/>
                  <a:pt x="48330" y="22885"/>
                  <a:pt x="48187" y="23170"/>
                </a:cubicBezTo>
                <a:cubicBezTo>
                  <a:pt x="48187" y="23596"/>
                  <a:pt x="47050" y="26866"/>
                  <a:pt x="44776" y="32978"/>
                </a:cubicBezTo>
                <a:cubicBezTo>
                  <a:pt x="42502" y="39090"/>
                  <a:pt x="40156" y="45984"/>
                  <a:pt x="37740" y="53660"/>
                </a:cubicBezTo>
                <a:cubicBezTo>
                  <a:pt x="35323" y="61336"/>
                  <a:pt x="34186" y="67448"/>
                  <a:pt x="34328" y="71997"/>
                </a:cubicBezTo>
                <a:cubicBezTo>
                  <a:pt x="34328" y="78109"/>
                  <a:pt x="35323" y="82374"/>
                  <a:pt x="37313" y="84790"/>
                </a:cubicBezTo>
                <a:cubicBezTo>
                  <a:pt x="39303" y="87206"/>
                  <a:pt x="42288" y="88486"/>
                  <a:pt x="46268" y="88628"/>
                </a:cubicBezTo>
                <a:cubicBezTo>
                  <a:pt x="49538" y="88628"/>
                  <a:pt x="52594" y="87846"/>
                  <a:pt x="55437" y="86283"/>
                </a:cubicBezTo>
                <a:cubicBezTo>
                  <a:pt x="58280" y="84719"/>
                  <a:pt x="60483" y="83084"/>
                  <a:pt x="62047" y="81378"/>
                </a:cubicBezTo>
                <a:cubicBezTo>
                  <a:pt x="63610" y="79673"/>
                  <a:pt x="65529" y="77327"/>
                  <a:pt x="67804" y="74342"/>
                </a:cubicBezTo>
                <a:cubicBezTo>
                  <a:pt x="67804" y="74200"/>
                  <a:pt x="68159" y="72779"/>
                  <a:pt x="68870" y="70078"/>
                </a:cubicBezTo>
                <a:cubicBezTo>
                  <a:pt x="69580" y="67377"/>
                  <a:pt x="70575" y="63184"/>
                  <a:pt x="71855" y="57498"/>
                </a:cubicBezTo>
                <a:cubicBezTo>
                  <a:pt x="73134" y="51812"/>
                  <a:pt x="74484" y="46553"/>
                  <a:pt x="75906" y="41720"/>
                </a:cubicBezTo>
                <a:cubicBezTo>
                  <a:pt x="81307" y="20398"/>
                  <a:pt x="84292" y="9239"/>
                  <a:pt x="84861" y="8244"/>
                </a:cubicBezTo>
                <a:cubicBezTo>
                  <a:pt x="86709" y="4407"/>
                  <a:pt x="89765" y="2488"/>
                  <a:pt x="94029" y="2488"/>
                </a:cubicBezTo>
                <a:cubicBezTo>
                  <a:pt x="95877" y="2488"/>
                  <a:pt x="97370" y="2985"/>
                  <a:pt x="98507" y="3980"/>
                </a:cubicBezTo>
                <a:cubicBezTo>
                  <a:pt x="99644" y="4975"/>
                  <a:pt x="100426" y="5828"/>
                  <a:pt x="100852" y="6539"/>
                </a:cubicBezTo>
                <a:cubicBezTo>
                  <a:pt x="101279" y="7249"/>
                  <a:pt x="101421" y="7889"/>
                  <a:pt x="101279" y="8458"/>
                </a:cubicBezTo>
                <a:cubicBezTo>
                  <a:pt x="101279" y="10306"/>
                  <a:pt x="97796" y="25231"/>
                  <a:pt x="90831" y="53234"/>
                </a:cubicBezTo>
                <a:cubicBezTo>
                  <a:pt x="83866" y="81236"/>
                  <a:pt x="79886" y="96588"/>
                  <a:pt x="78891" y="99289"/>
                </a:cubicBezTo>
                <a:cubicBezTo>
                  <a:pt x="74911" y="111087"/>
                  <a:pt x="68017" y="120469"/>
                  <a:pt x="58209" y="127434"/>
                </a:cubicBezTo>
                <a:cubicBezTo>
                  <a:pt x="48401" y="134399"/>
                  <a:pt x="38593" y="137953"/>
                  <a:pt x="28785" y="138095"/>
                </a:cubicBezTo>
                <a:cubicBezTo>
                  <a:pt x="22388" y="138095"/>
                  <a:pt x="16773" y="136531"/>
                  <a:pt x="11940" y="133404"/>
                </a:cubicBezTo>
                <a:cubicBezTo>
                  <a:pt x="7107" y="130277"/>
                  <a:pt x="4691" y="125586"/>
                  <a:pt x="4691" y="119331"/>
                </a:cubicBezTo>
                <a:cubicBezTo>
                  <a:pt x="4691" y="116204"/>
                  <a:pt x="5188" y="113575"/>
                  <a:pt x="6183" y="111442"/>
                </a:cubicBezTo>
                <a:cubicBezTo>
                  <a:pt x="7178" y="109310"/>
                  <a:pt x="8529" y="107747"/>
                  <a:pt x="10235" y="106752"/>
                </a:cubicBezTo>
                <a:cubicBezTo>
                  <a:pt x="11940" y="105757"/>
                  <a:pt x="13362" y="105046"/>
                  <a:pt x="14499" y="104619"/>
                </a:cubicBezTo>
                <a:cubicBezTo>
                  <a:pt x="15636" y="104193"/>
                  <a:pt x="16844" y="103980"/>
                  <a:pt x="18124" y="103980"/>
                </a:cubicBezTo>
                <a:cubicBezTo>
                  <a:pt x="24378" y="103980"/>
                  <a:pt x="27505" y="106965"/>
                  <a:pt x="27505" y="112935"/>
                </a:cubicBezTo>
                <a:cubicBezTo>
                  <a:pt x="27505" y="115778"/>
                  <a:pt x="26652" y="118265"/>
                  <a:pt x="24947" y="120398"/>
                </a:cubicBezTo>
                <a:cubicBezTo>
                  <a:pt x="23241" y="122530"/>
                  <a:pt x="21606" y="123951"/>
                  <a:pt x="20043" y="124662"/>
                </a:cubicBezTo>
                <a:cubicBezTo>
                  <a:pt x="18479" y="125373"/>
                  <a:pt x="17555" y="125728"/>
                  <a:pt x="17271" y="125728"/>
                </a:cubicBezTo>
                <a:lnTo>
                  <a:pt x="16631" y="125941"/>
                </a:lnTo>
                <a:cubicBezTo>
                  <a:pt x="16915" y="126652"/>
                  <a:pt x="18266" y="127505"/>
                  <a:pt x="20682" y="128500"/>
                </a:cubicBezTo>
                <a:cubicBezTo>
                  <a:pt x="23099" y="129495"/>
                  <a:pt x="25515" y="129992"/>
                  <a:pt x="27932" y="129992"/>
                </a:cubicBezTo>
                <a:lnTo>
                  <a:pt x="29637" y="129992"/>
                </a:lnTo>
                <a:cubicBezTo>
                  <a:pt x="32054" y="129992"/>
                  <a:pt x="33902" y="129850"/>
                  <a:pt x="35181" y="129566"/>
                </a:cubicBezTo>
                <a:cubicBezTo>
                  <a:pt x="39872" y="128287"/>
                  <a:pt x="44207" y="125586"/>
                  <a:pt x="48187" y="121464"/>
                </a:cubicBezTo>
                <a:cubicBezTo>
                  <a:pt x="52168" y="117341"/>
                  <a:pt x="55224" y="112935"/>
                  <a:pt x="57356" y="108244"/>
                </a:cubicBezTo>
                <a:cubicBezTo>
                  <a:pt x="59488" y="103553"/>
                  <a:pt x="61123" y="99573"/>
                  <a:pt x="62260" y="96304"/>
                </a:cubicBezTo>
                <a:cubicBezTo>
                  <a:pt x="63397" y="93034"/>
                  <a:pt x="63966" y="90902"/>
                  <a:pt x="63966" y="89907"/>
                </a:cubicBezTo>
                <a:lnTo>
                  <a:pt x="62686" y="90760"/>
                </a:lnTo>
                <a:cubicBezTo>
                  <a:pt x="61833" y="91329"/>
                  <a:pt x="60483" y="92111"/>
                  <a:pt x="58635" y="93106"/>
                </a:cubicBezTo>
                <a:cubicBezTo>
                  <a:pt x="56787" y="94101"/>
                  <a:pt x="54939" y="94953"/>
                  <a:pt x="53091" y="95664"/>
                </a:cubicBezTo>
                <a:cubicBezTo>
                  <a:pt x="50249" y="96375"/>
                  <a:pt x="47477" y="96730"/>
                  <a:pt x="44776" y="96730"/>
                </a:cubicBezTo>
                <a:cubicBezTo>
                  <a:pt x="38237" y="96730"/>
                  <a:pt x="32480" y="95167"/>
                  <a:pt x="27505" y="92039"/>
                </a:cubicBezTo>
                <a:cubicBezTo>
                  <a:pt x="22530" y="88912"/>
                  <a:pt x="19261" y="83866"/>
                  <a:pt x="17697" y="76901"/>
                </a:cubicBezTo>
                <a:cubicBezTo>
                  <a:pt x="17555" y="75906"/>
                  <a:pt x="17484" y="73703"/>
                  <a:pt x="17484" y="70291"/>
                </a:cubicBezTo>
                <a:cubicBezTo>
                  <a:pt x="17484" y="62189"/>
                  <a:pt x="19971" y="51599"/>
                  <a:pt x="24947" y="38522"/>
                </a:cubicBezTo>
                <a:cubicBezTo>
                  <a:pt x="29922" y="25444"/>
                  <a:pt x="32409" y="17129"/>
                  <a:pt x="32409" y="13575"/>
                </a:cubicBezTo>
                <a:cubicBezTo>
                  <a:pt x="32409" y="13433"/>
                  <a:pt x="32409" y="13291"/>
                  <a:pt x="32409" y="13148"/>
                </a:cubicBezTo>
                <a:cubicBezTo>
                  <a:pt x="32409" y="11869"/>
                  <a:pt x="32409" y="11016"/>
                  <a:pt x="32409" y="10590"/>
                </a:cubicBezTo>
                <a:cubicBezTo>
                  <a:pt x="32409" y="10163"/>
                  <a:pt x="32125" y="9666"/>
                  <a:pt x="31556" y="9097"/>
                </a:cubicBezTo>
                <a:cubicBezTo>
                  <a:pt x="30988" y="8529"/>
                  <a:pt x="30206" y="8244"/>
                  <a:pt x="29211" y="8244"/>
                </a:cubicBezTo>
                <a:lnTo>
                  <a:pt x="28358" y="8244"/>
                </a:lnTo>
                <a:cubicBezTo>
                  <a:pt x="25089" y="8244"/>
                  <a:pt x="22104" y="9595"/>
                  <a:pt x="19403" y="12296"/>
                </a:cubicBezTo>
                <a:cubicBezTo>
                  <a:pt x="16702" y="14996"/>
                  <a:pt x="14570" y="17910"/>
                  <a:pt x="13006" y="21038"/>
                </a:cubicBezTo>
                <a:cubicBezTo>
                  <a:pt x="11443" y="24165"/>
                  <a:pt x="10235" y="27150"/>
                  <a:pt x="9382" y="29993"/>
                </a:cubicBezTo>
                <a:cubicBezTo>
                  <a:pt x="8529" y="32836"/>
                  <a:pt x="7960" y="34399"/>
                  <a:pt x="7676" y="34684"/>
                </a:cubicBezTo>
                <a:cubicBezTo>
                  <a:pt x="7392" y="34968"/>
                  <a:pt x="6254" y="35110"/>
                  <a:pt x="4264" y="35110"/>
                </a:cubicBezTo>
                <a:lnTo>
                  <a:pt x="1279" y="35110"/>
                </a:lnTo>
                <a:cubicBezTo>
                  <a:pt x="426" y="34257"/>
                  <a:pt x="0" y="33617"/>
                  <a:pt x="0" y="331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DDEDA2-1BF9-4983-8C71-B6A98CAF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19" y="2547363"/>
            <a:ext cx="101421" cy="138095"/>
          </a:xfrm>
          <a:custGeom xmlns:a="http://schemas.openxmlformats.org/drawingml/2006/main">
            <a:pathLst>
              <a:path w="101421" h="138095" fill="none">
                <a:moveTo>
                  <a:pt x="0" y="33191"/>
                </a:moveTo>
                <a:cubicBezTo>
                  <a:pt x="0" y="31201"/>
                  <a:pt x="1066" y="27790"/>
                  <a:pt x="3198" y="22957"/>
                </a:cubicBezTo>
                <a:cubicBezTo>
                  <a:pt x="5330" y="18124"/>
                  <a:pt x="8742" y="13077"/>
                  <a:pt x="13433" y="7818"/>
                </a:cubicBezTo>
                <a:cubicBezTo>
                  <a:pt x="18124" y="2559"/>
                  <a:pt x="23383" y="0"/>
                  <a:pt x="29211" y="142"/>
                </a:cubicBezTo>
                <a:cubicBezTo>
                  <a:pt x="35039" y="142"/>
                  <a:pt x="39730" y="1777"/>
                  <a:pt x="43283" y="5046"/>
                </a:cubicBezTo>
                <a:cubicBezTo>
                  <a:pt x="46837" y="8316"/>
                  <a:pt x="48685" y="12864"/>
                  <a:pt x="48827" y="18692"/>
                </a:cubicBezTo>
                <a:cubicBezTo>
                  <a:pt x="48543" y="21393"/>
                  <a:pt x="48330" y="22885"/>
                  <a:pt x="48187" y="23170"/>
                </a:cubicBezTo>
                <a:cubicBezTo>
                  <a:pt x="48187" y="23596"/>
                  <a:pt x="47050" y="26866"/>
                  <a:pt x="44776" y="32978"/>
                </a:cubicBezTo>
                <a:cubicBezTo>
                  <a:pt x="42502" y="39090"/>
                  <a:pt x="40156" y="45984"/>
                  <a:pt x="37740" y="53660"/>
                </a:cubicBezTo>
                <a:cubicBezTo>
                  <a:pt x="35323" y="61336"/>
                  <a:pt x="34186" y="67448"/>
                  <a:pt x="34328" y="71997"/>
                </a:cubicBezTo>
                <a:cubicBezTo>
                  <a:pt x="34328" y="78109"/>
                  <a:pt x="35323" y="82374"/>
                  <a:pt x="37313" y="84790"/>
                </a:cubicBezTo>
                <a:cubicBezTo>
                  <a:pt x="39303" y="87206"/>
                  <a:pt x="42288" y="88486"/>
                  <a:pt x="46268" y="88628"/>
                </a:cubicBezTo>
                <a:cubicBezTo>
                  <a:pt x="49538" y="88628"/>
                  <a:pt x="52594" y="87846"/>
                  <a:pt x="55437" y="86283"/>
                </a:cubicBezTo>
                <a:cubicBezTo>
                  <a:pt x="58280" y="84719"/>
                  <a:pt x="60483" y="83084"/>
                  <a:pt x="62047" y="81378"/>
                </a:cubicBezTo>
                <a:cubicBezTo>
                  <a:pt x="63610" y="79673"/>
                  <a:pt x="65529" y="77327"/>
                  <a:pt x="67804" y="74342"/>
                </a:cubicBezTo>
                <a:cubicBezTo>
                  <a:pt x="67804" y="74200"/>
                  <a:pt x="68159" y="72779"/>
                  <a:pt x="68870" y="70078"/>
                </a:cubicBezTo>
                <a:cubicBezTo>
                  <a:pt x="69580" y="67377"/>
                  <a:pt x="70575" y="63184"/>
                  <a:pt x="71855" y="57498"/>
                </a:cubicBezTo>
                <a:cubicBezTo>
                  <a:pt x="73134" y="51812"/>
                  <a:pt x="74484" y="46553"/>
                  <a:pt x="75906" y="41720"/>
                </a:cubicBezTo>
                <a:cubicBezTo>
                  <a:pt x="81307" y="20398"/>
                  <a:pt x="84292" y="9239"/>
                  <a:pt x="84861" y="8244"/>
                </a:cubicBezTo>
                <a:cubicBezTo>
                  <a:pt x="86709" y="4407"/>
                  <a:pt x="89765" y="2488"/>
                  <a:pt x="94029" y="2488"/>
                </a:cubicBezTo>
                <a:cubicBezTo>
                  <a:pt x="95877" y="2488"/>
                  <a:pt x="97370" y="2985"/>
                  <a:pt x="98507" y="3980"/>
                </a:cubicBezTo>
                <a:cubicBezTo>
                  <a:pt x="99644" y="4975"/>
                  <a:pt x="100426" y="5828"/>
                  <a:pt x="100852" y="6539"/>
                </a:cubicBezTo>
                <a:cubicBezTo>
                  <a:pt x="101279" y="7249"/>
                  <a:pt x="101421" y="7889"/>
                  <a:pt x="101279" y="8458"/>
                </a:cubicBezTo>
                <a:cubicBezTo>
                  <a:pt x="101279" y="10306"/>
                  <a:pt x="97796" y="25231"/>
                  <a:pt x="90831" y="53234"/>
                </a:cubicBezTo>
                <a:cubicBezTo>
                  <a:pt x="83866" y="81236"/>
                  <a:pt x="79886" y="96588"/>
                  <a:pt x="78891" y="99289"/>
                </a:cubicBezTo>
                <a:cubicBezTo>
                  <a:pt x="74911" y="111087"/>
                  <a:pt x="68017" y="120469"/>
                  <a:pt x="58209" y="127434"/>
                </a:cubicBezTo>
                <a:cubicBezTo>
                  <a:pt x="48401" y="134399"/>
                  <a:pt x="38593" y="137953"/>
                  <a:pt x="28785" y="138095"/>
                </a:cubicBezTo>
                <a:cubicBezTo>
                  <a:pt x="22388" y="138095"/>
                  <a:pt x="16773" y="136531"/>
                  <a:pt x="11940" y="133404"/>
                </a:cubicBezTo>
                <a:cubicBezTo>
                  <a:pt x="7107" y="130277"/>
                  <a:pt x="4691" y="125586"/>
                  <a:pt x="4691" y="119331"/>
                </a:cubicBezTo>
                <a:cubicBezTo>
                  <a:pt x="4691" y="116204"/>
                  <a:pt x="5188" y="113575"/>
                  <a:pt x="6183" y="111442"/>
                </a:cubicBezTo>
                <a:cubicBezTo>
                  <a:pt x="7178" y="109310"/>
                  <a:pt x="8529" y="107747"/>
                  <a:pt x="10235" y="106752"/>
                </a:cubicBezTo>
                <a:cubicBezTo>
                  <a:pt x="11940" y="105757"/>
                  <a:pt x="13362" y="105046"/>
                  <a:pt x="14499" y="104619"/>
                </a:cubicBezTo>
                <a:cubicBezTo>
                  <a:pt x="15636" y="104193"/>
                  <a:pt x="16844" y="103980"/>
                  <a:pt x="18124" y="103980"/>
                </a:cubicBezTo>
                <a:cubicBezTo>
                  <a:pt x="24378" y="103980"/>
                  <a:pt x="27505" y="106965"/>
                  <a:pt x="27505" y="112935"/>
                </a:cubicBezTo>
                <a:cubicBezTo>
                  <a:pt x="27505" y="115778"/>
                  <a:pt x="26652" y="118265"/>
                  <a:pt x="24947" y="120398"/>
                </a:cubicBezTo>
                <a:cubicBezTo>
                  <a:pt x="23241" y="122530"/>
                  <a:pt x="21606" y="123951"/>
                  <a:pt x="20043" y="124662"/>
                </a:cubicBezTo>
                <a:cubicBezTo>
                  <a:pt x="18479" y="125373"/>
                  <a:pt x="17555" y="125728"/>
                  <a:pt x="17271" y="125728"/>
                </a:cubicBezTo>
                <a:lnTo>
                  <a:pt x="16631" y="125941"/>
                </a:lnTo>
                <a:cubicBezTo>
                  <a:pt x="16915" y="126652"/>
                  <a:pt x="18266" y="127505"/>
                  <a:pt x="20682" y="128500"/>
                </a:cubicBezTo>
                <a:cubicBezTo>
                  <a:pt x="23099" y="129495"/>
                  <a:pt x="25515" y="129992"/>
                  <a:pt x="27932" y="129992"/>
                </a:cubicBezTo>
                <a:lnTo>
                  <a:pt x="29637" y="129992"/>
                </a:lnTo>
                <a:cubicBezTo>
                  <a:pt x="32054" y="129992"/>
                  <a:pt x="33902" y="129850"/>
                  <a:pt x="35181" y="129566"/>
                </a:cubicBezTo>
                <a:cubicBezTo>
                  <a:pt x="39872" y="128287"/>
                  <a:pt x="44207" y="125586"/>
                  <a:pt x="48187" y="121464"/>
                </a:cubicBezTo>
                <a:cubicBezTo>
                  <a:pt x="52168" y="117341"/>
                  <a:pt x="55224" y="112935"/>
                  <a:pt x="57356" y="108244"/>
                </a:cubicBezTo>
                <a:cubicBezTo>
                  <a:pt x="59488" y="103553"/>
                  <a:pt x="61123" y="99573"/>
                  <a:pt x="62260" y="96304"/>
                </a:cubicBezTo>
                <a:cubicBezTo>
                  <a:pt x="63397" y="93034"/>
                  <a:pt x="63966" y="90902"/>
                  <a:pt x="63966" y="89907"/>
                </a:cubicBezTo>
                <a:lnTo>
                  <a:pt x="62686" y="90760"/>
                </a:lnTo>
                <a:cubicBezTo>
                  <a:pt x="61833" y="91329"/>
                  <a:pt x="60483" y="92111"/>
                  <a:pt x="58635" y="93106"/>
                </a:cubicBezTo>
                <a:cubicBezTo>
                  <a:pt x="56787" y="94101"/>
                  <a:pt x="54939" y="94953"/>
                  <a:pt x="53091" y="95664"/>
                </a:cubicBezTo>
                <a:cubicBezTo>
                  <a:pt x="50249" y="96375"/>
                  <a:pt x="47477" y="96730"/>
                  <a:pt x="44776" y="96730"/>
                </a:cubicBezTo>
                <a:cubicBezTo>
                  <a:pt x="38237" y="96730"/>
                  <a:pt x="32480" y="95167"/>
                  <a:pt x="27505" y="92039"/>
                </a:cubicBezTo>
                <a:cubicBezTo>
                  <a:pt x="22530" y="88912"/>
                  <a:pt x="19261" y="83866"/>
                  <a:pt x="17697" y="76901"/>
                </a:cubicBezTo>
                <a:cubicBezTo>
                  <a:pt x="17555" y="75906"/>
                  <a:pt x="17484" y="73703"/>
                  <a:pt x="17484" y="70291"/>
                </a:cubicBezTo>
                <a:cubicBezTo>
                  <a:pt x="17484" y="62189"/>
                  <a:pt x="19971" y="51599"/>
                  <a:pt x="24947" y="38522"/>
                </a:cubicBezTo>
                <a:cubicBezTo>
                  <a:pt x="29922" y="25444"/>
                  <a:pt x="32409" y="17129"/>
                  <a:pt x="32409" y="13575"/>
                </a:cubicBezTo>
                <a:cubicBezTo>
                  <a:pt x="32409" y="13433"/>
                  <a:pt x="32409" y="13291"/>
                  <a:pt x="32409" y="13148"/>
                </a:cubicBezTo>
                <a:cubicBezTo>
                  <a:pt x="32409" y="11869"/>
                  <a:pt x="32409" y="11016"/>
                  <a:pt x="32409" y="10590"/>
                </a:cubicBezTo>
                <a:cubicBezTo>
                  <a:pt x="32409" y="10163"/>
                  <a:pt x="32125" y="9666"/>
                  <a:pt x="31556" y="9097"/>
                </a:cubicBezTo>
                <a:cubicBezTo>
                  <a:pt x="30988" y="8529"/>
                  <a:pt x="30206" y="8244"/>
                  <a:pt x="29211" y="8244"/>
                </a:cubicBezTo>
                <a:lnTo>
                  <a:pt x="28358" y="8244"/>
                </a:lnTo>
                <a:cubicBezTo>
                  <a:pt x="25089" y="8244"/>
                  <a:pt x="22104" y="9595"/>
                  <a:pt x="19403" y="12296"/>
                </a:cubicBezTo>
                <a:cubicBezTo>
                  <a:pt x="16702" y="14996"/>
                  <a:pt x="14570" y="17910"/>
                  <a:pt x="13006" y="21038"/>
                </a:cubicBezTo>
                <a:cubicBezTo>
                  <a:pt x="11443" y="24165"/>
                  <a:pt x="10235" y="27150"/>
                  <a:pt x="9382" y="29993"/>
                </a:cubicBezTo>
                <a:cubicBezTo>
                  <a:pt x="8529" y="32836"/>
                  <a:pt x="7960" y="34399"/>
                  <a:pt x="7676" y="34684"/>
                </a:cubicBezTo>
                <a:cubicBezTo>
                  <a:pt x="7392" y="34968"/>
                  <a:pt x="6254" y="35110"/>
                  <a:pt x="4264" y="35110"/>
                </a:cubicBezTo>
                <a:lnTo>
                  <a:pt x="1279" y="35110"/>
                </a:lnTo>
                <a:cubicBezTo>
                  <a:pt x="426" y="34257"/>
                  <a:pt x="0" y="33617"/>
                  <a:pt x="0" y="3319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3" cap="flat">
            <a:solidFill>
              <a:srgbClr val="000000">
                <a:alpha val="32760"/>
              </a:srgbClr>
            </a:solidFill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3A4CC7-8FC9-4573-848A-592C0214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92" y="2573334"/>
            <a:ext cx="60148" cy="100397"/>
          </a:xfrm>
          <a:custGeom xmlns:a="http://schemas.openxmlformats.org/drawingml/2006/main">
            <a:pathLst>
              <a:path w="60148" h="100397">
                <a:moveTo>
                  <a:pt x="8894" y="35727"/>
                </a:moveTo>
                <a:cubicBezTo>
                  <a:pt x="6181" y="35727"/>
                  <a:pt x="4020" y="34822"/>
                  <a:pt x="2412" y="33013"/>
                </a:cubicBezTo>
                <a:cubicBezTo>
                  <a:pt x="804" y="31204"/>
                  <a:pt x="0" y="28993"/>
                  <a:pt x="0" y="26380"/>
                </a:cubicBezTo>
                <a:cubicBezTo>
                  <a:pt x="0" y="19245"/>
                  <a:pt x="2663" y="13065"/>
                  <a:pt x="7990" y="7839"/>
                </a:cubicBezTo>
                <a:cubicBezTo>
                  <a:pt x="13316" y="2613"/>
                  <a:pt x="19949" y="0"/>
                  <a:pt x="27888" y="0"/>
                </a:cubicBezTo>
                <a:cubicBezTo>
                  <a:pt x="37033" y="0"/>
                  <a:pt x="44671" y="2814"/>
                  <a:pt x="50801" y="8442"/>
                </a:cubicBezTo>
                <a:cubicBezTo>
                  <a:pt x="56932" y="14070"/>
                  <a:pt x="60047" y="21356"/>
                  <a:pt x="60148" y="30300"/>
                </a:cubicBezTo>
                <a:cubicBezTo>
                  <a:pt x="60148" y="34621"/>
                  <a:pt x="59143" y="38742"/>
                  <a:pt x="57133" y="42661"/>
                </a:cubicBezTo>
                <a:cubicBezTo>
                  <a:pt x="55123" y="46580"/>
                  <a:pt x="52711" y="49997"/>
                  <a:pt x="49897" y="52912"/>
                </a:cubicBezTo>
                <a:cubicBezTo>
                  <a:pt x="47083" y="55826"/>
                  <a:pt x="43063" y="59545"/>
                  <a:pt x="37837" y="64067"/>
                </a:cubicBezTo>
                <a:cubicBezTo>
                  <a:pt x="34219" y="67182"/>
                  <a:pt x="29194" y="71805"/>
                  <a:pt x="22763" y="77936"/>
                </a:cubicBezTo>
                <a:lnTo>
                  <a:pt x="13869" y="86377"/>
                </a:lnTo>
                <a:lnTo>
                  <a:pt x="25325" y="86528"/>
                </a:lnTo>
                <a:cubicBezTo>
                  <a:pt x="41103" y="86528"/>
                  <a:pt x="49495" y="86277"/>
                  <a:pt x="50500" y="85774"/>
                </a:cubicBezTo>
                <a:cubicBezTo>
                  <a:pt x="51203" y="85573"/>
                  <a:pt x="52409" y="81101"/>
                  <a:pt x="54118" y="72358"/>
                </a:cubicBezTo>
                <a:lnTo>
                  <a:pt x="54118" y="71906"/>
                </a:lnTo>
                <a:lnTo>
                  <a:pt x="60148" y="71906"/>
                </a:lnTo>
                <a:lnTo>
                  <a:pt x="60148" y="72358"/>
                </a:lnTo>
                <a:cubicBezTo>
                  <a:pt x="60047" y="72659"/>
                  <a:pt x="59394" y="77232"/>
                  <a:pt x="58188" y="86076"/>
                </a:cubicBezTo>
                <a:cubicBezTo>
                  <a:pt x="56982" y="94920"/>
                  <a:pt x="56228" y="99542"/>
                  <a:pt x="55927" y="99944"/>
                </a:cubicBezTo>
                <a:lnTo>
                  <a:pt x="55927" y="100397"/>
                </a:lnTo>
                <a:lnTo>
                  <a:pt x="0" y="100397"/>
                </a:lnTo>
                <a:lnTo>
                  <a:pt x="0" y="97532"/>
                </a:lnTo>
                <a:lnTo>
                  <a:pt x="0" y="95723"/>
                </a:lnTo>
                <a:cubicBezTo>
                  <a:pt x="0" y="95020"/>
                  <a:pt x="301" y="94266"/>
                  <a:pt x="904" y="93462"/>
                </a:cubicBezTo>
                <a:cubicBezTo>
                  <a:pt x="1507" y="92658"/>
                  <a:pt x="3015" y="90900"/>
                  <a:pt x="5427" y="88186"/>
                </a:cubicBezTo>
                <a:cubicBezTo>
                  <a:pt x="8341" y="84970"/>
                  <a:pt x="10854" y="82156"/>
                  <a:pt x="12964" y="79744"/>
                </a:cubicBezTo>
                <a:cubicBezTo>
                  <a:pt x="13869" y="78739"/>
                  <a:pt x="15577" y="76880"/>
                  <a:pt x="18089" y="74167"/>
                </a:cubicBezTo>
                <a:cubicBezTo>
                  <a:pt x="20602" y="71453"/>
                  <a:pt x="22310" y="69594"/>
                  <a:pt x="23215" y="68589"/>
                </a:cubicBezTo>
                <a:cubicBezTo>
                  <a:pt x="24119" y="67584"/>
                  <a:pt x="25577" y="65926"/>
                  <a:pt x="27586" y="63615"/>
                </a:cubicBezTo>
                <a:cubicBezTo>
                  <a:pt x="29596" y="61303"/>
                  <a:pt x="31003" y="59595"/>
                  <a:pt x="31807" y="58489"/>
                </a:cubicBezTo>
                <a:cubicBezTo>
                  <a:pt x="32611" y="57384"/>
                  <a:pt x="33767" y="55876"/>
                  <a:pt x="35274" y="53967"/>
                </a:cubicBezTo>
                <a:cubicBezTo>
                  <a:pt x="36782" y="52058"/>
                  <a:pt x="37837" y="50450"/>
                  <a:pt x="38440" y="49143"/>
                </a:cubicBezTo>
                <a:cubicBezTo>
                  <a:pt x="39043" y="47837"/>
                  <a:pt x="39797" y="46379"/>
                  <a:pt x="40701" y="44771"/>
                </a:cubicBezTo>
                <a:cubicBezTo>
                  <a:pt x="41606" y="43164"/>
                  <a:pt x="42259" y="41556"/>
                  <a:pt x="42661" y="39948"/>
                </a:cubicBezTo>
                <a:cubicBezTo>
                  <a:pt x="43063" y="38340"/>
                  <a:pt x="43415" y="36832"/>
                  <a:pt x="43716" y="35425"/>
                </a:cubicBezTo>
                <a:cubicBezTo>
                  <a:pt x="44018" y="34018"/>
                  <a:pt x="44168" y="32360"/>
                  <a:pt x="44168" y="30451"/>
                </a:cubicBezTo>
                <a:cubicBezTo>
                  <a:pt x="44168" y="24119"/>
                  <a:pt x="42460" y="18642"/>
                  <a:pt x="39043" y="14019"/>
                </a:cubicBezTo>
                <a:cubicBezTo>
                  <a:pt x="35626" y="9396"/>
                  <a:pt x="30752" y="7085"/>
                  <a:pt x="24421" y="7085"/>
                </a:cubicBezTo>
                <a:cubicBezTo>
                  <a:pt x="21104" y="7085"/>
                  <a:pt x="18190" y="7939"/>
                  <a:pt x="15678" y="9648"/>
                </a:cubicBezTo>
                <a:cubicBezTo>
                  <a:pt x="13165" y="11356"/>
                  <a:pt x="11406" y="13014"/>
                  <a:pt x="10401" y="14622"/>
                </a:cubicBezTo>
                <a:cubicBezTo>
                  <a:pt x="9396" y="16230"/>
                  <a:pt x="8894" y="17185"/>
                  <a:pt x="8894" y="17486"/>
                </a:cubicBezTo>
                <a:cubicBezTo>
                  <a:pt x="8894" y="17587"/>
                  <a:pt x="9145" y="17637"/>
                  <a:pt x="9648" y="17637"/>
                </a:cubicBezTo>
                <a:cubicBezTo>
                  <a:pt x="11457" y="17637"/>
                  <a:pt x="13316" y="18341"/>
                  <a:pt x="15225" y="19748"/>
                </a:cubicBezTo>
                <a:cubicBezTo>
                  <a:pt x="17135" y="21155"/>
                  <a:pt x="18089" y="23466"/>
                  <a:pt x="18089" y="26682"/>
                </a:cubicBezTo>
                <a:cubicBezTo>
                  <a:pt x="18089" y="29194"/>
                  <a:pt x="17286" y="31305"/>
                  <a:pt x="15678" y="33013"/>
                </a:cubicBezTo>
                <a:cubicBezTo>
                  <a:pt x="14070" y="34722"/>
                  <a:pt x="11808" y="35626"/>
                  <a:pt x="8894" y="357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0AAD84-4D58-4FF6-A104-B9BBBFDD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92" y="2573334"/>
            <a:ext cx="60148" cy="100397"/>
          </a:xfrm>
          <a:custGeom xmlns:a="http://schemas.openxmlformats.org/drawingml/2006/main">
            <a:pathLst>
              <a:path w="60148" h="100397" fill="none">
                <a:moveTo>
                  <a:pt x="8894" y="35727"/>
                </a:moveTo>
                <a:cubicBezTo>
                  <a:pt x="6181" y="35727"/>
                  <a:pt x="4020" y="34822"/>
                  <a:pt x="2412" y="33013"/>
                </a:cubicBezTo>
                <a:cubicBezTo>
                  <a:pt x="804" y="31204"/>
                  <a:pt x="0" y="28993"/>
                  <a:pt x="0" y="26380"/>
                </a:cubicBezTo>
                <a:cubicBezTo>
                  <a:pt x="0" y="19245"/>
                  <a:pt x="2663" y="13065"/>
                  <a:pt x="7990" y="7839"/>
                </a:cubicBezTo>
                <a:cubicBezTo>
                  <a:pt x="13316" y="2613"/>
                  <a:pt x="19949" y="0"/>
                  <a:pt x="27888" y="0"/>
                </a:cubicBezTo>
                <a:cubicBezTo>
                  <a:pt x="37033" y="0"/>
                  <a:pt x="44671" y="2814"/>
                  <a:pt x="50801" y="8442"/>
                </a:cubicBezTo>
                <a:cubicBezTo>
                  <a:pt x="56932" y="14070"/>
                  <a:pt x="60047" y="21356"/>
                  <a:pt x="60148" y="30300"/>
                </a:cubicBezTo>
                <a:cubicBezTo>
                  <a:pt x="60148" y="34621"/>
                  <a:pt x="59143" y="38742"/>
                  <a:pt x="57133" y="42661"/>
                </a:cubicBezTo>
                <a:cubicBezTo>
                  <a:pt x="55123" y="46580"/>
                  <a:pt x="52711" y="49997"/>
                  <a:pt x="49897" y="52912"/>
                </a:cubicBezTo>
                <a:cubicBezTo>
                  <a:pt x="47083" y="55826"/>
                  <a:pt x="43063" y="59545"/>
                  <a:pt x="37837" y="64067"/>
                </a:cubicBezTo>
                <a:cubicBezTo>
                  <a:pt x="34219" y="67182"/>
                  <a:pt x="29194" y="71805"/>
                  <a:pt x="22763" y="77936"/>
                </a:cubicBezTo>
                <a:lnTo>
                  <a:pt x="13869" y="86377"/>
                </a:lnTo>
                <a:lnTo>
                  <a:pt x="25325" y="86528"/>
                </a:lnTo>
                <a:cubicBezTo>
                  <a:pt x="41103" y="86528"/>
                  <a:pt x="49495" y="86277"/>
                  <a:pt x="50500" y="85774"/>
                </a:cubicBezTo>
                <a:cubicBezTo>
                  <a:pt x="51203" y="85573"/>
                  <a:pt x="52409" y="81101"/>
                  <a:pt x="54118" y="72358"/>
                </a:cubicBezTo>
                <a:lnTo>
                  <a:pt x="54118" y="71906"/>
                </a:lnTo>
                <a:lnTo>
                  <a:pt x="60148" y="71906"/>
                </a:lnTo>
                <a:lnTo>
                  <a:pt x="60148" y="72358"/>
                </a:lnTo>
                <a:cubicBezTo>
                  <a:pt x="60047" y="72659"/>
                  <a:pt x="59394" y="77232"/>
                  <a:pt x="58188" y="86076"/>
                </a:cubicBezTo>
                <a:cubicBezTo>
                  <a:pt x="56982" y="94920"/>
                  <a:pt x="56228" y="99542"/>
                  <a:pt x="55927" y="99944"/>
                </a:cubicBezTo>
                <a:lnTo>
                  <a:pt x="55927" y="100397"/>
                </a:lnTo>
                <a:lnTo>
                  <a:pt x="0" y="100397"/>
                </a:lnTo>
                <a:lnTo>
                  <a:pt x="0" y="97532"/>
                </a:lnTo>
                <a:lnTo>
                  <a:pt x="0" y="95723"/>
                </a:lnTo>
                <a:cubicBezTo>
                  <a:pt x="0" y="95020"/>
                  <a:pt x="301" y="94266"/>
                  <a:pt x="904" y="93462"/>
                </a:cubicBezTo>
                <a:cubicBezTo>
                  <a:pt x="1507" y="92658"/>
                  <a:pt x="3015" y="90900"/>
                  <a:pt x="5427" y="88186"/>
                </a:cubicBezTo>
                <a:cubicBezTo>
                  <a:pt x="8341" y="84970"/>
                  <a:pt x="10854" y="82156"/>
                  <a:pt x="12964" y="79744"/>
                </a:cubicBezTo>
                <a:cubicBezTo>
                  <a:pt x="13869" y="78739"/>
                  <a:pt x="15577" y="76880"/>
                  <a:pt x="18089" y="74167"/>
                </a:cubicBezTo>
                <a:cubicBezTo>
                  <a:pt x="20602" y="71453"/>
                  <a:pt x="22310" y="69594"/>
                  <a:pt x="23215" y="68589"/>
                </a:cubicBezTo>
                <a:cubicBezTo>
                  <a:pt x="24119" y="67584"/>
                  <a:pt x="25577" y="65926"/>
                  <a:pt x="27586" y="63615"/>
                </a:cubicBezTo>
                <a:cubicBezTo>
                  <a:pt x="29596" y="61303"/>
                  <a:pt x="31003" y="59595"/>
                  <a:pt x="31807" y="58489"/>
                </a:cubicBezTo>
                <a:cubicBezTo>
                  <a:pt x="32611" y="57384"/>
                  <a:pt x="33767" y="55876"/>
                  <a:pt x="35274" y="53967"/>
                </a:cubicBezTo>
                <a:cubicBezTo>
                  <a:pt x="36782" y="52058"/>
                  <a:pt x="37837" y="50450"/>
                  <a:pt x="38440" y="49143"/>
                </a:cubicBezTo>
                <a:cubicBezTo>
                  <a:pt x="39043" y="47837"/>
                  <a:pt x="39797" y="46379"/>
                  <a:pt x="40701" y="44771"/>
                </a:cubicBezTo>
                <a:cubicBezTo>
                  <a:pt x="41606" y="43164"/>
                  <a:pt x="42259" y="41556"/>
                  <a:pt x="42661" y="39948"/>
                </a:cubicBezTo>
                <a:cubicBezTo>
                  <a:pt x="43063" y="38340"/>
                  <a:pt x="43415" y="36832"/>
                  <a:pt x="43716" y="35425"/>
                </a:cubicBezTo>
                <a:cubicBezTo>
                  <a:pt x="44018" y="34018"/>
                  <a:pt x="44168" y="32360"/>
                  <a:pt x="44168" y="30451"/>
                </a:cubicBezTo>
                <a:cubicBezTo>
                  <a:pt x="44168" y="24119"/>
                  <a:pt x="42460" y="18642"/>
                  <a:pt x="39043" y="14019"/>
                </a:cubicBezTo>
                <a:cubicBezTo>
                  <a:pt x="35626" y="9396"/>
                  <a:pt x="30752" y="7085"/>
                  <a:pt x="24421" y="7085"/>
                </a:cubicBezTo>
                <a:cubicBezTo>
                  <a:pt x="21104" y="7085"/>
                  <a:pt x="18190" y="7939"/>
                  <a:pt x="15678" y="9648"/>
                </a:cubicBezTo>
                <a:cubicBezTo>
                  <a:pt x="13165" y="11356"/>
                  <a:pt x="11406" y="13014"/>
                  <a:pt x="10401" y="14622"/>
                </a:cubicBezTo>
                <a:cubicBezTo>
                  <a:pt x="9396" y="16230"/>
                  <a:pt x="8894" y="17185"/>
                  <a:pt x="8894" y="17486"/>
                </a:cubicBezTo>
                <a:cubicBezTo>
                  <a:pt x="8894" y="17587"/>
                  <a:pt x="9145" y="17637"/>
                  <a:pt x="9648" y="17637"/>
                </a:cubicBezTo>
                <a:cubicBezTo>
                  <a:pt x="11457" y="17637"/>
                  <a:pt x="13316" y="18341"/>
                  <a:pt x="15225" y="19748"/>
                </a:cubicBezTo>
                <a:cubicBezTo>
                  <a:pt x="17135" y="21155"/>
                  <a:pt x="18089" y="23466"/>
                  <a:pt x="18089" y="26682"/>
                </a:cubicBezTo>
                <a:cubicBezTo>
                  <a:pt x="18089" y="29194"/>
                  <a:pt x="17286" y="31305"/>
                  <a:pt x="15678" y="33013"/>
                </a:cubicBezTo>
                <a:cubicBezTo>
                  <a:pt x="14070" y="34722"/>
                  <a:pt x="11808" y="35626"/>
                  <a:pt x="8894" y="3572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1" cap="flat">
            <a:solidFill>
              <a:srgbClr val="000000">
                <a:alpha val="23160"/>
              </a:srgbClr>
            </a:solidFill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A0C824-2C8B-43A2-8D5B-AE7BF6FA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187" y="2547363"/>
            <a:ext cx="101421" cy="138095"/>
          </a:xfrm>
          <a:custGeom xmlns:a="http://schemas.openxmlformats.org/drawingml/2006/main">
            <a:pathLst>
              <a:path w="101421" h="138095">
                <a:moveTo>
                  <a:pt x="0" y="33191"/>
                </a:moveTo>
                <a:cubicBezTo>
                  <a:pt x="0" y="31201"/>
                  <a:pt x="1066" y="27790"/>
                  <a:pt x="3198" y="22957"/>
                </a:cubicBezTo>
                <a:cubicBezTo>
                  <a:pt x="5330" y="18124"/>
                  <a:pt x="8742" y="13077"/>
                  <a:pt x="13433" y="7818"/>
                </a:cubicBezTo>
                <a:cubicBezTo>
                  <a:pt x="18124" y="2559"/>
                  <a:pt x="23383" y="0"/>
                  <a:pt x="29211" y="142"/>
                </a:cubicBezTo>
                <a:cubicBezTo>
                  <a:pt x="35039" y="142"/>
                  <a:pt x="39730" y="1777"/>
                  <a:pt x="43283" y="5046"/>
                </a:cubicBezTo>
                <a:cubicBezTo>
                  <a:pt x="46837" y="8316"/>
                  <a:pt x="48685" y="12864"/>
                  <a:pt x="48827" y="18692"/>
                </a:cubicBezTo>
                <a:cubicBezTo>
                  <a:pt x="48543" y="21393"/>
                  <a:pt x="48330" y="22885"/>
                  <a:pt x="48187" y="23170"/>
                </a:cubicBezTo>
                <a:cubicBezTo>
                  <a:pt x="48187" y="23596"/>
                  <a:pt x="47050" y="26866"/>
                  <a:pt x="44776" y="32978"/>
                </a:cubicBezTo>
                <a:cubicBezTo>
                  <a:pt x="42502" y="39090"/>
                  <a:pt x="40156" y="45984"/>
                  <a:pt x="37740" y="53660"/>
                </a:cubicBezTo>
                <a:cubicBezTo>
                  <a:pt x="35323" y="61336"/>
                  <a:pt x="34186" y="67448"/>
                  <a:pt x="34328" y="71997"/>
                </a:cubicBezTo>
                <a:cubicBezTo>
                  <a:pt x="34328" y="78109"/>
                  <a:pt x="35323" y="82374"/>
                  <a:pt x="37313" y="84790"/>
                </a:cubicBezTo>
                <a:cubicBezTo>
                  <a:pt x="39303" y="87206"/>
                  <a:pt x="42288" y="88486"/>
                  <a:pt x="46268" y="88628"/>
                </a:cubicBezTo>
                <a:cubicBezTo>
                  <a:pt x="49538" y="88628"/>
                  <a:pt x="52594" y="87846"/>
                  <a:pt x="55437" y="86283"/>
                </a:cubicBezTo>
                <a:cubicBezTo>
                  <a:pt x="58280" y="84719"/>
                  <a:pt x="60483" y="83084"/>
                  <a:pt x="62047" y="81378"/>
                </a:cubicBezTo>
                <a:cubicBezTo>
                  <a:pt x="63610" y="79673"/>
                  <a:pt x="65529" y="77327"/>
                  <a:pt x="67804" y="74342"/>
                </a:cubicBezTo>
                <a:cubicBezTo>
                  <a:pt x="67804" y="74200"/>
                  <a:pt x="68159" y="72779"/>
                  <a:pt x="68870" y="70078"/>
                </a:cubicBezTo>
                <a:cubicBezTo>
                  <a:pt x="69580" y="67377"/>
                  <a:pt x="70575" y="63184"/>
                  <a:pt x="71855" y="57498"/>
                </a:cubicBezTo>
                <a:cubicBezTo>
                  <a:pt x="73134" y="51812"/>
                  <a:pt x="74484" y="46553"/>
                  <a:pt x="75906" y="41720"/>
                </a:cubicBezTo>
                <a:cubicBezTo>
                  <a:pt x="81307" y="20398"/>
                  <a:pt x="84292" y="9239"/>
                  <a:pt x="84861" y="8244"/>
                </a:cubicBezTo>
                <a:cubicBezTo>
                  <a:pt x="86709" y="4407"/>
                  <a:pt x="89765" y="2488"/>
                  <a:pt x="94029" y="2488"/>
                </a:cubicBezTo>
                <a:cubicBezTo>
                  <a:pt x="95877" y="2488"/>
                  <a:pt x="97370" y="2985"/>
                  <a:pt x="98507" y="3980"/>
                </a:cubicBezTo>
                <a:cubicBezTo>
                  <a:pt x="99644" y="4975"/>
                  <a:pt x="100426" y="5828"/>
                  <a:pt x="100852" y="6539"/>
                </a:cubicBezTo>
                <a:cubicBezTo>
                  <a:pt x="101279" y="7249"/>
                  <a:pt x="101421" y="7889"/>
                  <a:pt x="101279" y="8458"/>
                </a:cubicBezTo>
                <a:cubicBezTo>
                  <a:pt x="101279" y="10306"/>
                  <a:pt x="97796" y="25231"/>
                  <a:pt x="90831" y="53234"/>
                </a:cubicBezTo>
                <a:cubicBezTo>
                  <a:pt x="83866" y="81236"/>
                  <a:pt x="79886" y="96588"/>
                  <a:pt x="78891" y="99289"/>
                </a:cubicBezTo>
                <a:cubicBezTo>
                  <a:pt x="74911" y="111087"/>
                  <a:pt x="68017" y="120469"/>
                  <a:pt x="58209" y="127434"/>
                </a:cubicBezTo>
                <a:cubicBezTo>
                  <a:pt x="48401" y="134399"/>
                  <a:pt x="38593" y="137953"/>
                  <a:pt x="28785" y="138095"/>
                </a:cubicBezTo>
                <a:cubicBezTo>
                  <a:pt x="22388" y="138095"/>
                  <a:pt x="16773" y="136531"/>
                  <a:pt x="11940" y="133404"/>
                </a:cubicBezTo>
                <a:cubicBezTo>
                  <a:pt x="7107" y="130277"/>
                  <a:pt x="4691" y="125586"/>
                  <a:pt x="4691" y="119331"/>
                </a:cubicBezTo>
                <a:cubicBezTo>
                  <a:pt x="4691" y="116204"/>
                  <a:pt x="5188" y="113575"/>
                  <a:pt x="6183" y="111442"/>
                </a:cubicBezTo>
                <a:cubicBezTo>
                  <a:pt x="7178" y="109310"/>
                  <a:pt x="8529" y="107747"/>
                  <a:pt x="10235" y="106752"/>
                </a:cubicBezTo>
                <a:cubicBezTo>
                  <a:pt x="11940" y="105757"/>
                  <a:pt x="13362" y="105046"/>
                  <a:pt x="14499" y="104619"/>
                </a:cubicBezTo>
                <a:cubicBezTo>
                  <a:pt x="15636" y="104193"/>
                  <a:pt x="16844" y="103980"/>
                  <a:pt x="18124" y="103980"/>
                </a:cubicBezTo>
                <a:cubicBezTo>
                  <a:pt x="24378" y="103980"/>
                  <a:pt x="27505" y="106965"/>
                  <a:pt x="27505" y="112935"/>
                </a:cubicBezTo>
                <a:cubicBezTo>
                  <a:pt x="27505" y="115778"/>
                  <a:pt x="26652" y="118265"/>
                  <a:pt x="24947" y="120398"/>
                </a:cubicBezTo>
                <a:cubicBezTo>
                  <a:pt x="23241" y="122530"/>
                  <a:pt x="21606" y="123951"/>
                  <a:pt x="20043" y="124662"/>
                </a:cubicBezTo>
                <a:cubicBezTo>
                  <a:pt x="18479" y="125373"/>
                  <a:pt x="17555" y="125728"/>
                  <a:pt x="17271" y="125728"/>
                </a:cubicBezTo>
                <a:lnTo>
                  <a:pt x="16631" y="125941"/>
                </a:lnTo>
                <a:cubicBezTo>
                  <a:pt x="16915" y="126652"/>
                  <a:pt x="18266" y="127505"/>
                  <a:pt x="20682" y="128500"/>
                </a:cubicBezTo>
                <a:cubicBezTo>
                  <a:pt x="23099" y="129495"/>
                  <a:pt x="25515" y="129992"/>
                  <a:pt x="27932" y="129992"/>
                </a:cubicBezTo>
                <a:lnTo>
                  <a:pt x="29637" y="129992"/>
                </a:lnTo>
                <a:cubicBezTo>
                  <a:pt x="32054" y="129992"/>
                  <a:pt x="33902" y="129850"/>
                  <a:pt x="35181" y="129566"/>
                </a:cubicBezTo>
                <a:cubicBezTo>
                  <a:pt x="39872" y="128287"/>
                  <a:pt x="44207" y="125586"/>
                  <a:pt x="48187" y="121464"/>
                </a:cubicBezTo>
                <a:cubicBezTo>
                  <a:pt x="52168" y="117341"/>
                  <a:pt x="55224" y="112935"/>
                  <a:pt x="57356" y="108244"/>
                </a:cubicBezTo>
                <a:cubicBezTo>
                  <a:pt x="59488" y="103553"/>
                  <a:pt x="61123" y="99573"/>
                  <a:pt x="62260" y="96304"/>
                </a:cubicBezTo>
                <a:cubicBezTo>
                  <a:pt x="63397" y="93034"/>
                  <a:pt x="63966" y="90902"/>
                  <a:pt x="63966" y="89907"/>
                </a:cubicBezTo>
                <a:lnTo>
                  <a:pt x="62686" y="90760"/>
                </a:lnTo>
                <a:cubicBezTo>
                  <a:pt x="61833" y="91329"/>
                  <a:pt x="60483" y="92111"/>
                  <a:pt x="58635" y="93106"/>
                </a:cubicBezTo>
                <a:cubicBezTo>
                  <a:pt x="56787" y="94101"/>
                  <a:pt x="54939" y="94953"/>
                  <a:pt x="53091" y="95664"/>
                </a:cubicBezTo>
                <a:cubicBezTo>
                  <a:pt x="50249" y="96375"/>
                  <a:pt x="47477" y="96730"/>
                  <a:pt x="44776" y="96730"/>
                </a:cubicBezTo>
                <a:cubicBezTo>
                  <a:pt x="38237" y="96730"/>
                  <a:pt x="32480" y="95167"/>
                  <a:pt x="27505" y="92039"/>
                </a:cubicBezTo>
                <a:cubicBezTo>
                  <a:pt x="22530" y="88912"/>
                  <a:pt x="19261" y="83866"/>
                  <a:pt x="17697" y="76901"/>
                </a:cubicBezTo>
                <a:cubicBezTo>
                  <a:pt x="17555" y="75906"/>
                  <a:pt x="17484" y="73703"/>
                  <a:pt x="17484" y="70291"/>
                </a:cubicBezTo>
                <a:cubicBezTo>
                  <a:pt x="17484" y="62189"/>
                  <a:pt x="19971" y="51599"/>
                  <a:pt x="24947" y="38522"/>
                </a:cubicBezTo>
                <a:cubicBezTo>
                  <a:pt x="29922" y="25444"/>
                  <a:pt x="32409" y="17129"/>
                  <a:pt x="32409" y="13575"/>
                </a:cubicBezTo>
                <a:cubicBezTo>
                  <a:pt x="32409" y="13433"/>
                  <a:pt x="32409" y="13291"/>
                  <a:pt x="32409" y="13148"/>
                </a:cubicBezTo>
                <a:cubicBezTo>
                  <a:pt x="32409" y="11869"/>
                  <a:pt x="32409" y="11016"/>
                  <a:pt x="32409" y="10590"/>
                </a:cubicBezTo>
                <a:cubicBezTo>
                  <a:pt x="32409" y="10163"/>
                  <a:pt x="32125" y="9666"/>
                  <a:pt x="31556" y="9097"/>
                </a:cubicBezTo>
                <a:cubicBezTo>
                  <a:pt x="30988" y="8529"/>
                  <a:pt x="30206" y="8244"/>
                  <a:pt x="29211" y="8244"/>
                </a:cubicBezTo>
                <a:lnTo>
                  <a:pt x="28358" y="8244"/>
                </a:lnTo>
                <a:cubicBezTo>
                  <a:pt x="25089" y="8244"/>
                  <a:pt x="22104" y="9595"/>
                  <a:pt x="19403" y="12296"/>
                </a:cubicBezTo>
                <a:cubicBezTo>
                  <a:pt x="16702" y="14996"/>
                  <a:pt x="14570" y="17910"/>
                  <a:pt x="13006" y="21038"/>
                </a:cubicBezTo>
                <a:cubicBezTo>
                  <a:pt x="11443" y="24165"/>
                  <a:pt x="10235" y="27150"/>
                  <a:pt x="9382" y="29993"/>
                </a:cubicBezTo>
                <a:cubicBezTo>
                  <a:pt x="8529" y="32836"/>
                  <a:pt x="7960" y="34399"/>
                  <a:pt x="7676" y="34684"/>
                </a:cubicBezTo>
                <a:cubicBezTo>
                  <a:pt x="7392" y="34968"/>
                  <a:pt x="6254" y="35110"/>
                  <a:pt x="4264" y="35110"/>
                </a:cubicBezTo>
                <a:lnTo>
                  <a:pt x="1279" y="35110"/>
                </a:lnTo>
                <a:cubicBezTo>
                  <a:pt x="426" y="34257"/>
                  <a:pt x="0" y="33617"/>
                  <a:pt x="0" y="331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2F5F13-5C70-4756-9C33-2C392AE5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187" y="2547363"/>
            <a:ext cx="101421" cy="138095"/>
          </a:xfrm>
          <a:custGeom xmlns:a="http://schemas.openxmlformats.org/drawingml/2006/main">
            <a:pathLst>
              <a:path w="101421" h="138095" fill="none">
                <a:moveTo>
                  <a:pt x="0" y="33191"/>
                </a:moveTo>
                <a:cubicBezTo>
                  <a:pt x="0" y="31201"/>
                  <a:pt x="1066" y="27790"/>
                  <a:pt x="3198" y="22957"/>
                </a:cubicBezTo>
                <a:cubicBezTo>
                  <a:pt x="5330" y="18124"/>
                  <a:pt x="8742" y="13077"/>
                  <a:pt x="13433" y="7818"/>
                </a:cubicBezTo>
                <a:cubicBezTo>
                  <a:pt x="18124" y="2559"/>
                  <a:pt x="23383" y="0"/>
                  <a:pt x="29211" y="142"/>
                </a:cubicBezTo>
                <a:cubicBezTo>
                  <a:pt x="35039" y="142"/>
                  <a:pt x="39730" y="1777"/>
                  <a:pt x="43283" y="5046"/>
                </a:cubicBezTo>
                <a:cubicBezTo>
                  <a:pt x="46837" y="8316"/>
                  <a:pt x="48685" y="12864"/>
                  <a:pt x="48827" y="18692"/>
                </a:cubicBezTo>
                <a:cubicBezTo>
                  <a:pt x="48543" y="21393"/>
                  <a:pt x="48330" y="22885"/>
                  <a:pt x="48187" y="23170"/>
                </a:cubicBezTo>
                <a:cubicBezTo>
                  <a:pt x="48187" y="23596"/>
                  <a:pt x="47050" y="26866"/>
                  <a:pt x="44776" y="32978"/>
                </a:cubicBezTo>
                <a:cubicBezTo>
                  <a:pt x="42502" y="39090"/>
                  <a:pt x="40156" y="45984"/>
                  <a:pt x="37740" y="53660"/>
                </a:cubicBezTo>
                <a:cubicBezTo>
                  <a:pt x="35323" y="61336"/>
                  <a:pt x="34186" y="67448"/>
                  <a:pt x="34328" y="71997"/>
                </a:cubicBezTo>
                <a:cubicBezTo>
                  <a:pt x="34328" y="78109"/>
                  <a:pt x="35323" y="82374"/>
                  <a:pt x="37313" y="84790"/>
                </a:cubicBezTo>
                <a:cubicBezTo>
                  <a:pt x="39303" y="87206"/>
                  <a:pt x="42288" y="88486"/>
                  <a:pt x="46268" y="88628"/>
                </a:cubicBezTo>
                <a:cubicBezTo>
                  <a:pt x="49538" y="88628"/>
                  <a:pt x="52594" y="87846"/>
                  <a:pt x="55437" y="86283"/>
                </a:cubicBezTo>
                <a:cubicBezTo>
                  <a:pt x="58280" y="84719"/>
                  <a:pt x="60483" y="83084"/>
                  <a:pt x="62047" y="81378"/>
                </a:cubicBezTo>
                <a:cubicBezTo>
                  <a:pt x="63610" y="79673"/>
                  <a:pt x="65529" y="77327"/>
                  <a:pt x="67804" y="74342"/>
                </a:cubicBezTo>
                <a:cubicBezTo>
                  <a:pt x="67804" y="74200"/>
                  <a:pt x="68159" y="72779"/>
                  <a:pt x="68870" y="70078"/>
                </a:cubicBezTo>
                <a:cubicBezTo>
                  <a:pt x="69580" y="67377"/>
                  <a:pt x="70575" y="63184"/>
                  <a:pt x="71855" y="57498"/>
                </a:cubicBezTo>
                <a:cubicBezTo>
                  <a:pt x="73134" y="51812"/>
                  <a:pt x="74484" y="46553"/>
                  <a:pt x="75906" y="41720"/>
                </a:cubicBezTo>
                <a:cubicBezTo>
                  <a:pt x="81307" y="20398"/>
                  <a:pt x="84292" y="9239"/>
                  <a:pt x="84861" y="8244"/>
                </a:cubicBezTo>
                <a:cubicBezTo>
                  <a:pt x="86709" y="4407"/>
                  <a:pt x="89765" y="2488"/>
                  <a:pt x="94029" y="2488"/>
                </a:cubicBezTo>
                <a:cubicBezTo>
                  <a:pt x="95877" y="2488"/>
                  <a:pt x="97370" y="2985"/>
                  <a:pt x="98507" y="3980"/>
                </a:cubicBezTo>
                <a:cubicBezTo>
                  <a:pt x="99644" y="4975"/>
                  <a:pt x="100426" y="5828"/>
                  <a:pt x="100852" y="6539"/>
                </a:cubicBezTo>
                <a:cubicBezTo>
                  <a:pt x="101279" y="7249"/>
                  <a:pt x="101421" y="7889"/>
                  <a:pt x="101279" y="8458"/>
                </a:cubicBezTo>
                <a:cubicBezTo>
                  <a:pt x="101279" y="10306"/>
                  <a:pt x="97796" y="25231"/>
                  <a:pt x="90831" y="53234"/>
                </a:cubicBezTo>
                <a:cubicBezTo>
                  <a:pt x="83866" y="81236"/>
                  <a:pt x="79886" y="96588"/>
                  <a:pt x="78891" y="99289"/>
                </a:cubicBezTo>
                <a:cubicBezTo>
                  <a:pt x="74911" y="111087"/>
                  <a:pt x="68017" y="120469"/>
                  <a:pt x="58209" y="127434"/>
                </a:cubicBezTo>
                <a:cubicBezTo>
                  <a:pt x="48401" y="134399"/>
                  <a:pt x="38593" y="137953"/>
                  <a:pt x="28785" y="138095"/>
                </a:cubicBezTo>
                <a:cubicBezTo>
                  <a:pt x="22388" y="138095"/>
                  <a:pt x="16773" y="136531"/>
                  <a:pt x="11940" y="133404"/>
                </a:cubicBezTo>
                <a:cubicBezTo>
                  <a:pt x="7107" y="130277"/>
                  <a:pt x="4691" y="125586"/>
                  <a:pt x="4691" y="119331"/>
                </a:cubicBezTo>
                <a:cubicBezTo>
                  <a:pt x="4691" y="116204"/>
                  <a:pt x="5188" y="113575"/>
                  <a:pt x="6183" y="111442"/>
                </a:cubicBezTo>
                <a:cubicBezTo>
                  <a:pt x="7178" y="109310"/>
                  <a:pt x="8529" y="107747"/>
                  <a:pt x="10235" y="106752"/>
                </a:cubicBezTo>
                <a:cubicBezTo>
                  <a:pt x="11940" y="105757"/>
                  <a:pt x="13362" y="105046"/>
                  <a:pt x="14499" y="104619"/>
                </a:cubicBezTo>
                <a:cubicBezTo>
                  <a:pt x="15636" y="104193"/>
                  <a:pt x="16844" y="103980"/>
                  <a:pt x="18124" y="103980"/>
                </a:cubicBezTo>
                <a:cubicBezTo>
                  <a:pt x="24378" y="103980"/>
                  <a:pt x="27505" y="106965"/>
                  <a:pt x="27505" y="112935"/>
                </a:cubicBezTo>
                <a:cubicBezTo>
                  <a:pt x="27505" y="115778"/>
                  <a:pt x="26652" y="118265"/>
                  <a:pt x="24947" y="120398"/>
                </a:cubicBezTo>
                <a:cubicBezTo>
                  <a:pt x="23241" y="122530"/>
                  <a:pt x="21606" y="123951"/>
                  <a:pt x="20043" y="124662"/>
                </a:cubicBezTo>
                <a:cubicBezTo>
                  <a:pt x="18479" y="125373"/>
                  <a:pt x="17555" y="125728"/>
                  <a:pt x="17271" y="125728"/>
                </a:cubicBezTo>
                <a:lnTo>
                  <a:pt x="16631" y="125941"/>
                </a:lnTo>
                <a:cubicBezTo>
                  <a:pt x="16915" y="126652"/>
                  <a:pt x="18266" y="127505"/>
                  <a:pt x="20682" y="128500"/>
                </a:cubicBezTo>
                <a:cubicBezTo>
                  <a:pt x="23099" y="129495"/>
                  <a:pt x="25515" y="129992"/>
                  <a:pt x="27932" y="129992"/>
                </a:cubicBezTo>
                <a:lnTo>
                  <a:pt x="29637" y="129992"/>
                </a:lnTo>
                <a:cubicBezTo>
                  <a:pt x="32054" y="129992"/>
                  <a:pt x="33902" y="129850"/>
                  <a:pt x="35181" y="129566"/>
                </a:cubicBezTo>
                <a:cubicBezTo>
                  <a:pt x="39872" y="128287"/>
                  <a:pt x="44207" y="125586"/>
                  <a:pt x="48187" y="121464"/>
                </a:cubicBezTo>
                <a:cubicBezTo>
                  <a:pt x="52168" y="117341"/>
                  <a:pt x="55224" y="112935"/>
                  <a:pt x="57356" y="108244"/>
                </a:cubicBezTo>
                <a:cubicBezTo>
                  <a:pt x="59488" y="103553"/>
                  <a:pt x="61123" y="99573"/>
                  <a:pt x="62260" y="96304"/>
                </a:cubicBezTo>
                <a:cubicBezTo>
                  <a:pt x="63397" y="93034"/>
                  <a:pt x="63966" y="90902"/>
                  <a:pt x="63966" y="89907"/>
                </a:cubicBezTo>
                <a:lnTo>
                  <a:pt x="62686" y="90760"/>
                </a:lnTo>
                <a:cubicBezTo>
                  <a:pt x="61833" y="91329"/>
                  <a:pt x="60483" y="92111"/>
                  <a:pt x="58635" y="93106"/>
                </a:cubicBezTo>
                <a:cubicBezTo>
                  <a:pt x="56787" y="94101"/>
                  <a:pt x="54939" y="94953"/>
                  <a:pt x="53091" y="95664"/>
                </a:cubicBezTo>
                <a:cubicBezTo>
                  <a:pt x="50249" y="96375"/>
                  <a:pt x="47477" y="96730"/>
                  <a:pt x="44776" y="96730"/>
                </a:cubicBezTo>
                <a:cubicBezTo>
                  <a:pt x="38237" y="96730"/>
                  <a:pt x="32480" y="95167"/>
                  <a:pt x="27505" y="92039"/>
                </a:cubicBezTo>
                <a:cubicBezTo>
                  <a:pt x="22530" y="88912"/>
                  <a:pt x="19261" y="83866"/>
                  <a:pt x="17697" y="76901"/>
                </a:cubicBezTo>
                <a:cubicBezTo>
                  <a:pt x="17555" y="75906"/>
                  <a:pt x="17484" y="73703"/>
                  <a:pt x="17484" y="70291"/>
                </a:cubicBezTo>
                <a:cubicBezTo>
                  <a:pt x="17484" y="62189"/>
                  <a:pt x="19971" y="51599"/>
                  <a:pt x="24947" y="38522"/>
                </a:cubicBezTo>
                <a:cubicBezTo>
                  <a:pt x="29922" y="25444"/>
                  <a:pt x="32409" y="17129"/>
                  <a:pt x="32409" y="13575"/>
                </a:cubicBezTo>
                <a:cubicBezTo>
                  <a:pt x="32409" y="13433"/>
                  <a:pt x="32409" y="13291"/>
                  <a:pt x="32409" y="13148"/>
                </a:cubicBezTo>
                <a:cubicBezTo>
                  <a:pt x="32409" y="11869"/>
                  <a:pt x="32409" y="11016"/>
                  <a:pt x="32409" y="10590"/>
                </a:cubicBezTo>
                <a:cubicBezTo>
                  <a:pt x="32409" y="10163"/>
                  <a:pt x="32125" y="9666"/>
                  <a:pt x="31556" y="9097"/>
                </a:cubicBezTo>
                <a:cubicBezTo>
                  <a:pt x="30988" y="8529"/>
                  <a:pt x="30206" y="8244"/>
                  <a:pt x="29211" y="8244"/>
                </a:cubicBezTo>
                <a:lnTo>
                  <a:pt x="28358" y="8244"/>
                </a:lnTo>
                <a:cubicBezTo>
                  <a:pt x="25089" y="8244"/>
                  <a:pt x="22104" y="9595"/>
                  <a:pt x="19403" y="12296"/>
                </a:cubicBezTo>
                <a:cubicBezTo>
                  <a:pt x="16702" y="14996"/>
                  <a:pt x="14570" y="17910"/>
                  <a:pt x="13006" y="21038"/>
                </a:cubicBezTo>
                <a:cubicBezTo>
                  <a:pt x="11443" y="24165"/>
                  <a:pt x="10235" y="27150"/>
                  <a:pt x="9382" y="29993"/>
                </a:cubicBezTo>
                <a:cubicBezTo>
                  <a:pt x="8529" y="32836"/>
                  <a:pt x="7960" y="34399"/>
                  <a:pt x="7676" y="34684"/>
                </a:cubicBezTo>
                <a:cubicBezTo>
                  <a:pt x="7392" y="34968"/>
                  <a:pt x="6254" y="35110"/>
                  <a:pt x="4264" y="35110"/>
                </a:cubicBezTo>
                <a:lnTo>
                  <a:pt x="1279" y="35110"/>
                </a:lnTo>
                <a:cubicBezTo>
                  <a:pt x="426" y="34257"/>
                  <a:pt x="0" y="33617"/>
                  <a:pt x="0" y="3319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3" cap="flat">
            <a:solidFill>
              <a:srgbClr val="000000">
                <a:alpha val="32760"/>
              </a:srgbClr>
            </a:solidFill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149EDA-E358-4735-9812-122DD9CF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444" y="2571676"/>
            <a:ext cx="66780" cy="102055"/>
          </a:xfrm>
          <a:custGeom xmlns:a="http://schemas.openxmlformats.org/drawingml/2006/main">
            <a:pathLst>
              <a:path w="66780" h="102055">
                <a:moveTo>
                  <a:pt x="65424" y="102055"/>
                </a:moveTo>
                <a:cubicBezTo>
                  <a:pt x="63615" y="101753"/>
                  <a:pt x="57133" y="101603"/>
                  <a:pt x="45977" y="101603"/>
                </a:cubicBezTo>
                <a:cubicBezTo>
                  <a:pt x="34320" y="101603"/>
                  <a:pt x="27586" y="101753"/>
                  <a:pt x="25778" y="102055"/>
                </a:cubicBezTo>
                <a:lnTo>
                  <a:pt x="24421" y="102055"/>
                </a:lnTo>
                <a:lnTo>
                  <a:pt x="24421" y="95121"/>
                </a:lnTo>
                <a:lnTo>
                  <a:pt x="29094" y="95121"/>
                </a:lnTo>
                <a:cubicBezTo>
                  <a:pt x="31104" y="95121"/>
                  <a:pt x="32461" y="95121"/>
                  <a:pt x="33164" y="95121"/>
                </a:cubicBezTo>
                <a:cubicBezTo>
                  <a:pt x="33868" y="95121"/>
                  <a:pt x="34722" y="95020"/>
                  <a:pt x="35727" y="94819"/>
                </a:cubicBezTo>
                <a:cubicBezTo>
                  <a:pt x="36732" y="94618"/>
                  <a:pt x="37435" y="94367"/>
                  <a:pt x="37837" y="94065"/>
                </a:cubicBezTo>
                <a:cubicBezTo>
                  <a:pt x="38239" y="93764"/>
                  <a:pt x="38591" y="93362"/>
                  <a:pt x="38892" y="92859"/>
                </a:cubicBezTo>
                <a:cubicBezTo>
                  <a:pt x="38993" y="92658"/>
                  <a:pt x="39043" y="89945"/>
                  <a:pt x="39043" y="84719"/>
                </a:cubicBezTo>
                <a:lnTo>
                  <a:pt x="39043" y="77182"/>
                </a:lnTo>
                <a:lnTo>
                  <a:pt x="0" y="77182"/>
                </a:lnTo>
                <a:lnTo>
                  <a:pt x="0" y="70247"/>
                </a:lnTo>
                <a:lnTo>
                  <a:pt x="22763" y="35425"/>
                </a:lnTo>
                <a:cubicBezTo>
                  <a:pt x="38139" y="12110"/>
                  <a:pt x="45927" y="402"/>
                  <a:pt x="46128" y="301"/>
                </a:cubicBezTo>
                <a:cubicBezTo>
                  <a:pt x="46329" y="101"/>
                  <a:pt x="47384" y="0"/>
                  <a:pt x="49294" y="0"/>
                </a:cubicBezTo>
                <a:lnTo>
                  <a:pt x="52007" y="0"/>
                </a:lnTo>
                <a:lnTo>
                  <a:pt x="52912" y="904"/>
                </a:lnTo>
                <a:lnTo>
                  <a:pt x="52912" y="70247"/>
                </a:lnTo>
                <a:lnTo>
                  <a:pt x="66780" y="70247"/>
                </a:lnTo>
                <a:lnTo>
                  <a:pt x="66780" y="77182"/>
                </a:lnTo>
                <a:lnTo>
                  <a:pt x="52912" y="77182"/>
                </a:lnTo>
                <a:lnTo>
                  <a:pt x="52912" y="84870"/>
                </a:lnTo>
                <a:cubicBezTo>
                  <a:pt x="52912" y="88990"/>
                  <a:pt x="52912" y="91402"/>
                  <a:pt x="52912" y="92106"/>
                </a:cubicBezTo>
                <a:cubicBezTo>
                  <a:pt x="52912" y="92809"/>
                  <a:pt x="53213" y="93412"/>
                  <a:pt x="53816" y="93915"/>
                </a:cubicBezTo>
                <a:cubicBezTo>
                  <a:pt x="54620" y="94618"/>
                  <a:pt x="57484" y="95020"/>
                  <a:pt x="62409" y="95121"/>
                </a:cubicBezTo>
                <a:lnTo>
                  <a:pt x="66780" y="95121"/>
                </a:lnTo>
                <a:lnTo>
                  <a:pt x="66780" y="102055"/>
                </a:lnTo>
                <a:lnTo>
                  <a:pt x="65424" y="102055"/>
                </a:lnTo>
                <a:close/>
                <a:moveTo>
                  <a:pt x="39948" y="70247"/>
                </a:moveTo>
                <a:lnTo>
                  <a:pt x="39948" y="19898"/>
                </a:lnTo>
                <a:lnTo>
                  <a:pt x="6934" y="70097"/>
                </a:lnTo>
                <a:lnTo>
                  <a:pt x="23366" y="70247"/>
                </a:lnTo>
                <a:lnTo>
                  <a:pt x="39948" y="702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625845-6D49-454F-AED4-D2A442BC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444" y="2571676"/>
            <a:ext cx="66780" cy="102055"/>
          </a:xfrm>
          <a:custGeom xmlns:a="http://schemas.openxmlformats.org/drawingml/2006/main">
            <a:pathLst>
              <a:path w="66780" h="102055" fill="none">
                <a:moveTo>
                  <a:pt x="65424" y="102055"/>
                </a:moveTo>
                <a:cubicBezTo>
                  <a:pt x="63615" y="101753"/>
                  <a:pt x="57133" y="101603"/>
                  <a:pt x="45977" y="101603"/>
                </a:cubicBezTo>
                <a:cubicBezTo>
                  <a:pt x="34320" y="101603"/>
                  <a:pt x="27586" y="101753"/>
                  <a:pt x="25778" y="102055"/>
                </a:cubicBezTo>
                <a:lnTo>
                  <a:pt x="24421" y="102055"/>
                </a:lnTo>
                <a:lnTo>
                  <a:pt x="24421" y="95121"/>
                </a:lnTo>
                <a:lnTo>
                  <a:pt x="29094" y="95121"/>
                </a:lnTo>
                <a:cubicBezTo>
                  <a:pt x="31104" y="95121"/>
                  <a:pt x="32461" y="95121"/>
                  <a:pt x="33164" y="95121"/>
                </a:cubicBezTo>
                <a:cubicBezTo>
                  <a:pt x="33868" y="95121"/>
                  <a:pt x="34722" y="95020"/>
                  <a:pt x="35727" y="94819"/>
                </a:cubicBezTo>
                <a:cubicBezTo>
                  <a:pt x="36732" y="94618"/>
                  <a:pt x="37435" y="94367"/>
                  <a:pt x="37837" y="94065"/>
                </a:cubicBezTo>
                <a:cubicBezTo>
                  <a:pt x="38239" y="93764"/>
                  <a:pt x="38591" y="93362"/>
                  <a:pt x="38892" y="92859"/>
                </a:cubicBezTo>
                <a:cubicBezTo>
                  <a:pt x="38993" y="92658"/>
                  <a:pt x="39043" y="89945"/>
                  <a:pt x="39043" y="84719"/>
                </a:cubicBezTo>
                <a:lnTo>
                  <a:pt x="39043" y="77182"/>
                </a:lnTo>
                <a:lnTo>
                  <a:pt x="0" y="77182"/>
                </a:lnTo>
                <a:lnTo>
                  <a:pt x="0" y="70247"/>
                </a:lnTo>
                <a:lnTo>
                  <a:pt x="22763" y="35425"/>
                </a:lnTo>
                <a:cubicBezTo>
                  <a:pt x="38139" y="12110"/>
                  <a:pt x="45927" y="402"/>
                  <a:pt x="46128" y="301"/>
                </a:cubicBezTo>
                <a:cubicBezTo>
                  <a:pt x="46329" y="101"/>
                  <a:pt x="47384" y="0"/>
                  <a:pt x="49294" y="0"/>
                </a:cubicBezTo>
                <a:lnTo>
                  <a:pt x="52007" y="0"/>
                </a:lnTo>
                <a:lnTo>
                  <a:pt x="52912" y="904"/>
                </a:lnTo>
                <a:lnTo>
                  <a:pt x="52912" y="70247"/>
                </a:lnTo>
                <a:lnTo>
                  <a:pt x="66780" y="70247"/>
                </a:lnTo>
                <a:lnTo>
                  <a:pt x="66780" y="77182"/>
                </a:lnTo>
                <a:lnTo>
                  <a:pt x="52912" y="77182"/>
                </a:lnTo>
                <a:lnTo>
                  <a:pt x="52912" y="84870"/>
                </a:lnTo>
                <a:cubicBezTo>
                  <a:pt x="52912" y="88990"/>
                  <a:pt x="52912" y="91402"/>
                  <a:pt x="52912" y="92106"/>
                </a:cubicBezTo>
                <a:cubicBezTo>
                  <a:pt x="52912" y="92809"/>
                  <a:pt x="53213" y="93412"/>
                  <a:pt x="53816" y="93915"/>
                </a:cubicBezTo>
                <a:cubicBezTo>
                  <a:pt x="54620" y="94618"/>
                  <a:pt x="57484" y="95020"/>
                  <a:pt x="62409" y="95121"/>
                </a:cubicBezTo>
                <a:lnTo>
                  <a:pt x="66780" y="95121"/>
                </a:lnTo>
                <a:lnTo>
                  <a:pt x="66780" y="102055"/>
                </a:lnTo>
                <a:lnTo>
                  <a:pt x="65424" y="102055"/>
                </a:lnTo>
                <a:close/>
                <a:moveTo>
                  <a:pt x="39948" y="70247"/>
                </a:moveTo>
                <a:lnTo>
                  <a:pt x="39948" y="19898"/>
                </a:lnTo>
                <a:lnTo>
                  <a:pt x="6934" y="70097"/>
                </a:lnTo>
                <a:lnTo>
                  <a:pt x="23366" y="70247"/>
                </a:lnTo>
                <a:lnTo>
                  <a:pt x="39948" y="702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1" cap="flat">
            <a:solidFill>
              <a:srgbClr val="000000">
                <a:alpha val="23160"/>
              </a:srgbClr>
            </a:solidFill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9C5084-A1C0-4291-B940-6E273BFB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34" y="2547363"/>
            <a:ext cx="101421" cy="138095"/>
          </a:xfrm>
          <a:custGeom xmlns:a="http://schemas.openxmlformats.org/drawingml/2006/main">
            <a:pathLst>
              <a:path w="101421" h="138095">
                <a:moveTo>
                  <a:pt x="0" y="33191"/>
                </a:moveTo>
                <a:cubicBezTo>
                  <a:pt x="0" y="31201"/>
                  <a:pt x="1066" y="27790"/>
                  <a:pt x="3198" y="22957"/>
                </a:cubicBezTo>
                <a:cubicBezTo>
                  <a:pt x="5330" y="18124"/>
                  <a:pt x="8742" y="13077"/>
                  <a:pt x="13433" y="7818"/>
                </a:cubicBezTo>
                <a:cubicBezTo>
                  <a:pt x="18124" y="2559"/>
                  <a:pt x="23383" y="0"/>
                  <a:pt x="29211" y="142"/>
                </a:cubicBezTo>
                <a:cubicBezTo>
                  <a:pt x="35039" y="142"/>
                  <a:pt x="39730" y="1777"/>
                  <a:pt x="43283" y="5046"/>
                </a:cubicBezTo>
                <a:cubicBezTo>
                  <a:pt x="46837" y="8316"/>
                  <a:pt x="48685" y="12864"/>
                  <a:pt x="48827" y="18692"/>
                </a:cubicBezTo>
                <a:cubicBezTo>
                  <a:pt x="48543" y="21393"/>
                  <a:pt x="48330" y="22885"/>
                  <a:pt x="48187" y="23170"/>
                </a:cubicBezTo>
                <a:cubicBezTo>
                  <a:pt x="48187" y="23596"/>
                  <a:pt x="47050" y="26866"/>
                  <a:pt x="44776" y="32978"/>
                </a:cubicBezTo>
                <a:cubicBezTo>
                  <a:pt x="42502" y="39090"/>
                  <a:pt x="40156" y="45984"/>
                  <a:pt x="37740" y="53660"/>
                </a:cubicBezTo>
                <a:cubicBezTo>
                  <a:pt x="35323" y="61336"/>
                  <a:pt x="34186" y="67448"/>
                  <a:pt x="34328" y="71997"/>
                </a:cubicBezTo>
                <a:cubicBezTo>
                  <a:pt x="34328" y="78109"/>
                  <a:pt x="35323" y="82374"/>
                  <a:pt x="37313" y="84790"/>
                </a:cubicBezTo>
                <a:cubicBezTo>
                  <a:pt x="39303" y="87206"/>
                  <a:pt x="42288" y="88486"/>
                  <a:pt x="46268" y="88628"/>
                </a:cubicBezTo>
                <a:cubicBezTo>
                  <a:pt x="49538" y="88628"/>
                  <a:pt x="52594" y="87846"/>
                  <a:pt x="55437" y="86283"/>
                </a:cubicBezTo>
                <a:cubicBezTo>
                  <a:pt x="58280" y="84719"/>
                  <a:pt x="60483" y="83084"/>
                  <a:pt x="62047" y="81378"/>
                </a:cubicBezTo>
                <a:cubicBezTo>
                  <a:pt x="63610" y="79673"/>
                  <a:pt x="65529" y="77327"/>
                  <a:pt x="67804" y="74342"/>
                </a:cubicBezTo>
                <a:cubicBezTo>
                  <a:pt x="67804" y="74200"/>
                  <a:pt x="68159" y="72779"/>
                  <a:pt x="68870" y="70078"/>
                </a:cubicBezTo>
                <a:cubicBezTo>
                  <a:pt x="69580" y="67377"/>
                  <a:pt x="70575" y="63184"/>
                  <a:pt x="71855" y="57498"/>
                </a:cubicBezTo>
                <a:cubicBezTo>
                  <a:pt x="73134" y="51812"/>
                  <a:pt x="74484" y="46553"/>
                  <a:pt x="75906" y="41720"/>
                </a:cubicBezTo>
                <a:cubicBezTo>
                  <a:pt x="81307" y="20398"/>
                  <a:pt x="84292" y="9239"/>
                  <a:pt x="84861" y="8244"/>
                </a:cubicBezTo>
                <a:cubicBezTo>
                  <a:pt x="86709" y="4407"/>
                  <a:pt x="89765" y="2488"/>
                  <a:pt x="94029" y="2488"/>
                </a:cubicBezTo>
                <a:cubicBezTo>
                  <a:pt x="95877" y="2488"/>
                  <a:pt x="97370" y="2985"/>
                  <a:pt x="98507" y="3980"/>
                </a:cubicBezTo>
                <a:cubicBezTo>
                  <a:pt x="99644" y="4975"/>
                  <a:pt x="100426" y="5828"/>
                  <a:pt x="100852" y="6539"/>
                </a:cubicBezTo>
                <a:cubicBezTo>
                  <a:pt x="101279" y="7249"/>
                  <a:pt x="101421" y="7889"/>
                  <a:pt x="101279" y="8458"/>
                </a:cubicBezTo>
                <a:cubicBezTo>
                  <a:pt x="101279" y="10306"/>
                  <a:pt x="97796" y="25231"/>
                  <a:pt x="90831" y="53234"/>
                </a:cubicBezTo>
                <a:cubicBezTo>
                  <a:pt x="83866" y="81236"/>
                  <a:pt x="79886" y="96588"/>
                  <a:pt x="78891" y="99289"/>
                </a:cubicBezTo>
                <a:cubicBezTo>
                  <a:pt x="74911" y="111087"/>
                  <a:pt x="68017" y="120469"/>
                  <a:pt x="58209" y="127434"/>
                </a:cubicBezTo>
                <a:cubicBezTo>
                  <a:pt x="48401" y="134399"/>
                  <a:pt x="38593" y="137953"/>
                  <a:pt x="28785" y="138095"/>
                </a:cubicBezTo>
                <a:cubicBezTo>
                  <a:pt x="22388" y="138095"/>
                  <a:pt x="16773" y="136531"/>
                  <a:pt x="11940" y="133404"/>
                </a:cubicBezTo>
                <a:cubicBezTo>
                  <a:pt x="7107" y="130277"/>
                  <a:pt x="4691" y="125586"/>
                  <a:pt x="4691" y="119331"/>
                </a:cubicBezTo>
                <a:cubicBezTo>
                  <a:pt x="4691" y="116204"/>
                  <a:pt x="5188" y="113575"/>
                  <a:pt x="6183" y="111442"/>
                </a:cubicBezTo>
                <a:cubicBezTo>
                  <a:pt x="7178" y="109310"/>
                  <a:pt x="8529" y="107747"/>
                  <a:pt x="10235" y="106752"/>
                </a:cubicBezTo>
                <a:cubicBezTo>
                  <a:pt x="11940" y="105757"/>
                  <a:pt x="13362" y="105046"/>
                  <a:pt x="14499" y="104619"/>
                </a:cubicBezTo>
                <a:cubicBezTo>
                  <a:pt x="15636" y="104193"/>
                  <a:pt x="16844" y="103980"/>
                  <a:pt x="18124" y="103980"/>
                </a:cubicBezTo>
                <a:cubicBezTo>
                  <a:pt x="24378" y="103980"/>
                  <a:pt x="27505" y="106965"/>
                  <a:pt x="27505" y="112935"/>
                </a:cubicBezTo>
                <a:cubicBezTo>
                  <a:pt x="27505" y="115778"/>
                  <a:pt x="26652" y="118265"/>
                  <a:pt x="24947" y="120398"/>
                </a:cubicBezTo>
                <a:cubicBezTo>
                  <a:pt x="23241" y="122530"/>
                  <a:pt x="21606" y="123951"/>
                  <a:pt x="20043" y="124662"/>
                </a:cubicBezTo>
                <a:cubicBezTo>
                  <a:pt x="18479" y="125373"/>
                  <a:pt x="17555" y="125728"/>
                  <a:pt x="17271" y="125728"/>
                </a:cubicBezTo>
                <a:lnTo>
                  <a:pt x="16631" y="125941"/>
                </a:lnTo>
                <a:cubicBezTo>
                  <a:pt x="16915" y="126652"/>
                  <a:pt x="18266" y="127505"/>
                  <a:pt x="20682" y="128500"/>
                </a:cubicBezTo>
                <a:cubicBezTo>
                  <a:pt x="23099" y="129495"/>
                  <a:pt x="25515" y="129992"/>
                  <a:pt x="27932" y="129992"/>
                </a:cubicBezTo>
                <a:lnTo>
                  <a:pt x="29637" y="129992"/>
                </a:lnTo>
                <a:cubicBezTo>
                  <a:pt x="32054" y="129992"/>
                  <a:pt x="33902" y="129850"/>
                  <a:pt x="35181" y="129566"/>
                </a:cubicBezTo>
                <a:cubicBezTo>
                  <a:pt x="39872" y="128287"/>
                  <a:pt x="44207" y="125586"/>
                  <a:pt x="48187" y="121464"/>
                </a:cubicBezTo>
                <a:cubicBezTo>
                  <a:pt x="52168" y="117341"/>
                  <a:pt x="55224" y="112935"/>
                  <a:pt x="57356" y="108244"/>
                </a:cubicBezTo>
                <a:cubicBezTo>
                  <a:pt x="59488" y="103553"/>
                  <a:pt x="61123" y="99573"/>
                  <a:pt x="62260" y="96304"/>
                </a:cubicBezTo>
                <a:cubicBezTo>
                  <a:pt x="63397" y="93034"/>
                  <a:pt x="63966" y="90902"/>
                  <a:pt x="63966" y="89907"/>
                </a:cubicBezTo>
                <a:lnTo>
                  <a:pt x="62686" y="90760"/>
                </a:lnTo>
                <a:cubicBezTo>
                  <a:pt x="61833" y="91329"/>
                  <a:pt x="60483" y="92111"/>
                  <a:pt x="58635" y="93106"/>
                </a:cubicBezTo>
                <a:cubicBezTo>
                  <a:pt x="56787" y="94101"/>
                  <a:pt x="54939" y="94953"/>
                  <a:pt x="53091" y="95664"/>
                </a:cubicBezTo>
                <a:cubicBezTo>
                  <a:pt x="50249" y="96375"/>
                  <a:pt x="47477" y="96730"/>
                  <a:pt x="44776" y="96730"/>
                </a:cubicBezTo>
                <a:cubicBezTo>
                  <a:pt x="38237" y="96730"/>
                  <a:pt x="32480" y="95167"/>
                  <a:pt x="27505" y="92039"/>
                </a:cubicBezTo>
                <a:cubicBezTo>
                  <a:pt x="22530" y="88912"/>
                  <a:pt x="19261" y="83866"/>
                  <a:pt x="17697" y="76901"/>
                </a:cubicBezTo>
                <a:cubicBezTo>
                  <a:pt x="17555" y="75906"/>
                  <a:pt x="17484" y="73703"/>
                  <a:pt x="17484" y="70291"/>
                </a:cubicBezTo>
                <a:cubicBezTo>
                  <a:pt x="17484" y="62189"/>
                  <a:pt x="19971" y="51599"/>
                  <a:pt x="24947" y="38522"/>
                </a:cubicBezTo>
                <a:cubicBezTo>
                  <a:pt x="29922" y="25444"/>
                  <a:pt x="32409" y="17129"/>
                  <a:pt x="32409" y="13575"/>
                </a:cubicBezTo>
                <a:cubicBezTo>
                  <a:pt x="32409" y="13433"/>
                  <a:pt x="32409" y="13291"/>
                  <a:pt x="32409" y="13148"/>
                </a:cubicBezTo>
                <a:cubicBezTo>
                  <a:pt x="32409" y="11869"/>
                  <a:pt x="32409" y="11016"/>
                  <a:pt x="32409" y="10590"/>
                </a:cubicBezTo>
                <a:cubicBezTo>
                  <a:pt x="32409" y="10163"/>
                  <a:pt x="32125" y="9666"/>
                  <a:pt x="31556" y="9097"/>
                </a:cubicBezTo>
                <a:cubicBezTo>
                  <a:pt x="30988" y="8529"/>
                  <a:pt x="30206" y="8244"/>
                  <a:pt x="29211" y="8244"/>
                </a:cubicBezTo>
                <a:lnTo>
                  <a:pt x="28358" y="8244"/>
                </a:lnTo>
                <a:cubicBezTo>
                  <a:pt x="25089" y="8244"/>
                  <a:pt x="22104" y="9595"/>
                  <a:pt x="19403" y="12296"/>
                </a:cubicBezTo>
                <a:cubicBezTo>
                  <a:pt x="16702" y="14996"/>
                  <a:pt x="14570" y="17910"/>
                  <a:pt x="13006" y="21038"/>
                </a:cubicBezTo>
                <a:cubicBezTo>
                  <a:pt x="11443" y="24165"/>
                  <a:pt x="10235" y="27150"/>
                  <a:pt x="9382" y="29993"/>
                </a:cubicBezTo>
                <a:cubicBezTo>
                  <a:pt x="8529" y="32836"/>
                  <a:pt x="7960" y="34399"/>
                  <a:pt x="7676" y="34684"/>
                </a:cubicBezTo>
                <a:cubicBezTo>
                  <a:pt x="7392" y="34968"/>
                  <a:pt x="6254" y="35110"/>
                  <a:pt x="4264" y="35110"/>
                </a:cubicBezTo>
                <a:lnTo>
                  <a:pt x="1279" y="35110"/>
                </a:lnTo>
                <a:cubicBezTo>
                  <a:pt x="426" y="34257"/>
                  <a:pt x="0" y="33617"/>
                  <a:pt x="0" y="331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106F38-48C8-4AA9-85BD-D824D14E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734" y="2547363"/>
            <a:ext cx="101421" cy="138095"/>
          </a:xfrm>
          <a:custGeom xmlns:a="http://schemas.openxmlformats.org/drawingml/2006/main">
            <a:pathLst>
              <a:path w="101421" h="138095" fill="none">
                <a:moveTo>
                  <a:pt x="0" y="33191"/>
                </a:moveTo>
                <a:cubicBezTo>
                  <a:pt x="0" y="31201"/>
                  <a:pt x="1066" y="27790"/>
                  <a:pt x="3198" y="22957"/>
                </a:cubicBezTo>
                <a:cubicBezTo>
                  <a:pt x="5330" y="18124"/>
                  <a:pt x="8742" y="13077"/>
                  <a:pt x="13433" y="7818"/>
                </a:cubicBezTo>
                <a:cubicBezTo>
                  <a:pt x="18124" y="2559"/>
                  <a:pt x="23383" y="0"/>
                  <a:pt x="29211" y="142"/>
                </a:cubicBezTo>
                <a:cubicBezTo>
                  <a:pt x="35039" y="142"/>
                  <a:pt x="39730" y="1777"/>
                  <a:pt x="43283" y="5046"/>
                </a:cubicBezTo>
                <a:cubicBezTo>
                  <a:pt x="46837" y="8316"/>
                  <a:pt x="48685" y="12864"/>
                  <a:pt x="48827" y="18692"/>
                </a:cubicBezTo>
                <a:cubicBezTo>
                  <a:pt x="48543" y="21393"/>
                  <a:pt x="48330" y="22885"/>
                  <a:pt x="48187" y="23170"/>
                </a:cubicBezTo>
                <a:cubicBezTo>
                  <a:pt x="48187" y="23596"/>
                  <a:pt x="47050" y="26866"/>
                  <a:pt x="44776" y="32978"/>
                </a:cubicBezTo>
                <a:cubicBezTo>
                  <a:pt x="42502" y="39090"/>
                  <a:pt x="40156" y="45984"/>
                  <a:pt x="37740" y="53660"/>
                </a:cubicBezTo>
                <a:cubicBezTo>
                  <a:pt x="35323" y="61336"/>
                  <a:pt x="34186" y="67448"/>
                  <a:pt x="34328" y="71997"/>
                </a:cubicBezTo>
                <a:cubicBezTo>
                  <a:pt x="34328" y="78109"/>
                  <a:pt x="35323" y="82374"/>
                  <a:pt x="37313" y="84790"/>
                </a:cubicBezTo>
                <a:cubicBezTo>
                  <a:pt x="39303" y="87206"/>
                  <a:pt x="42288" y="88486"/>
                  <a:pt x="46268" y="88628"/>
                </a:cubicBezTo>
                <a:cubicBezTo>
                  <a:pt x="49538" y="88628"/>
                  <a:pt x="52594" y="87846"/>
                  <a:pt x="55437" y="86283"/>
                </a:cubicBezTo>
                <a:cubicBezTo>
                  <a:pt x="58280" y="84719"/>
                  <a:pt x="60483" y="83084"/>
                  <a:pt x="62047" y="81378"/>
                </a:cubicBezTo>
                <a:cubicBezTo>
                  <a:pt x="63610" y="79673"/>
                  <a:pt x="65529" y="77327"/>
                  <a:pt x="67804" y="74342"/>
                </a:cubicBezTo>
                <a:cubicBezTo>
                  <a:pt x="67804" y="74200"/>
                  <a:pt x="68159" y="72779"/>
                  <a:pt x="68870" y="70078"/>
                </a:cubicBezTo>
                <a:cubicBezTo>
                  <a:pt x="69580" y="67377"/>
                  <a:pt x="70575" y="63184"/>
                  <a:pt x="71855" y="57498"/>
                </a:cubicBezTo>
                <a:cubicBezTo>
                  <a:pt x="73134" y="51812"/>
                  <a:pt x="74484" y="46553"/>
                  <a:pt x="75906" y="41720"/>
                </a:cubicBezTo>
                <a:cubicBezTo>
                  <a:pt x="81307" y="20398"/>
                  <a:pt x="84292" y="9239"/>
                  <a:pt x="84861" y="8244"/>
                </a:cubicBezTo>
                <a:cubicBezTo>
                  <a:pt x="86709" y="4407"/>
                  <a:pt x="89765" y="2488"/>
                  <a:pt x="94029" y="2488"/>
                </a:cubicBezTo>
                <a:cubicBezTo>
                  <a:pt x="95877" y="2488"/>
                  <a:pt x="97370" y="2985"/>
                  <a:pt x="98507" y="3980"/>
                </a:cubicBezTo>
                <a:cubicBezTo>
                  <a:pt x="99644" y="4975"/>
                  <a:pt x="100426" y="5828"/>
                  <a:pt x="100852" y="6539"/>
                </a:cubicBezTo>
                <a:cubicBezTo>
                  <a:pt x="101279" y="7249"/>
                  <a:pt x="101421" y="7889"/>
                  <a:pt x="101279" y="8458"/>
                </a:cubicBezTo>
                <a:cubicBezTo>
                  <a:pt x="101279" y="10306"/>
                  <a:pt x="97796" y="25231"/>
                  <a:pt x="90831" y="53234"/>
                </a:cubicBezTo>
                <a:cubicBezTo>
                  <a:pt x="83866" y="81236"/>
                  <a:pt x="79886" y="96588"/>
                  <a:pt x="78891" y="99289"/>
                </a:cubicBezTo>
                <a:cubicBezTo>
                  <a:pt x="74911" y="111087"/>
                  <a:pt x="68017" y="120469"/>
                  <a:pt x="58209" y="127434"/>
                </a:cubicBezTo>
                <a:cubicBezTo>
                  <a:pt x="48401" y="134399"/>
                  <a:pt x="38593" y="137953"/>
                  <a:pt x="28785" y="138095"/>
                </a:cubicBezTo>
                <a:cubicBezTo>
                  <a:pt x="22388" y="138095"/>
                  <a:pt x="16773" y="136531"/>
                  <a:pt x="11940" y="133404"/>
                </a:cubicBezTo>
                <a:cubicBezTo>
                  <a:pt x="7107" y="130277"/>
                  <a:pt x="4691" y="125586"/>
                  <a:pt x="4691" y="119331"/>
                </a:cubicBezTo>
                <a:cubicBezTo>
                  <a:pt x="4691" y="116204"/>
                  <a:pt x="5188" y="113575"/>
                  <a:pt x="6183" y="111442"/>
                </a:cubicBezTo>
                <a:cubicBezTo>
                  <a:pt x="7178" y="109310"/>
                  <a:pt x="8529" y="107747"/>
                  <a:pt x="10235" y="106752"/>
                </a:cubicBezTo>
                <a:cubicBezTo>
                  <a:pt x="11940" y="105757"/>
                  <a:pt x="13362" y="105046"/>
                  <a:pt x="14499" y="104619"/>
                </a:cubicBezTo>
                <a:cubicBezTo>
                  <a:pt x="15636" y="104193"/>
                  <a:pt x="16844" y="103980"/>
                  <a:pt x="18124" y="103980"/>
                </a:cubicBezTo>
                <a:cubicBezTo>
                  <a:pt x="24378" y="103980"/>
                  <a:pt x="27505" y="106965"/>
                  <a:pt x="27505" y="112935"/>
                </a:cubicBezTo>
                <a:cubicBezTo>
                  <a:pt x="27505" y="115778"/>
                  <a:pt x="26652" y="118265"/>
                  <a:pt x="24947" y="120398"/>
                </a:cubicBezTo>
                <a:cubicBezTo>
                  <a:pt x="23241" y="122530"/>
                  <a:pt x="21606" y="123951"/>
                  <a:pt x="20043" y="124662"/>
                </a:cubicBezTo>
                <a:cubicBezTo>
                  <a:pt x="18479" y="125373"/>
                  <a:pt x="17555" y="125728"/>
                  <a:pt x="17271" y="125728"/>
                </a:cubicBezTo>
                <a:lnTo>
                  <a:pt x="16631" y="125941"/>
                </a:lnTo>
                <a:cubicBezTo>
                  <a:pt x="16915" y="126652"/>
                  <a:pt x="18266" y="127505"/>
                  <a:pt x="20682" y="128500"/>
                </a:cubicBezTo>
                <a:cubicBezTo>
                  <a:pt x="23099" y="129495"/>
                  <a:pt x="25515" y="129992"/>
                  <a:pt x="27932" y="129992"/>
                </a:cubicBezTo>
                <a:lnTo>
                  <a:pt x="29637" y="129992"/>
                </a:lnTo>
                <a:cubicBezTo>
                  <a:pt x="32054" y="129992"/>
                  <a:pt x="33902" y="129850"/>
                  <a:pt x="35181" y="129566"/>
                </a:cubicBezTo>
                <a:cubicBezTo>
                  <a:pt x="39872" y="128287"/>
                  <a:pt x="44207" y="125586"/>
                  <a:pt x="48187" y="121464"/>
                </a:cubicBezTo>
                <a:cubicBezTo>
                  <a:pt x="52168" y="117341"/>
                  <a:pt x="55224" y="112935"/>
                  <a:pt x="57356" y="108244"/>
                </a:cubicBezTo>
                <a:cubicBezTo>
                  <a:pt x="59488" y="103553"/>
                  <a:pt x="61123" y="99573"/>
                  <a:pt x="62260" y="96304"/>
                </a:cubicBezTo>
                <a:cubicBezTo>
                  <a:pt x="63397" y="93034"/>
                  <a:pt x="63966" y="90902"/>
                  <a:pt x="63966" y="89907"/>
                </a:cubicBezTo>
                <a:lnTo>
                  <a:pt x="62686" y="90760"/>
                </a:lnTo>
                <a:cubicBezTo>
                  <a:pt x="61833" y="91329"/>
                  <a:pt x="60483" y="92111"/>
                  <a:pt x="58635" y="93106"/>
                </a:cubicBezTo>
                <a:cubicBezTo>
                  <a:pt x="56787" y="94101"/>
                  <a:pt x="54939" y="94953"/>
                  <a:pt x="53091" y="95664"/>
                </a:cubicBezTo>
                <a:cubicBezTo>
                  <a:pt x="50249" y="96375"/>
                  <a:pt x="47477" y="96730"/>
                  <a:pt x="44776" y="96730"/>
                </a:cubicBezTo>
                <a:cubicBezTo>
                  <a:pt x="38237" y="96730"/>
                  <a:pt x="32480" y="95167"/>
                  <a:pt x="27505" y="92039"/>
                </a:cubicBezTo>
                <a:cubicBezTo>
                  <a:pt x="22530" y="88912"/>
                  <a:pt x="19261" y="83866"/>
                  <a:pt x="17697" y="76901"/>
                </a:cubicBezTo>
                <a:cubicBezTo>
                  <a:pt x="17555" y="75906"/>
                  <a:pt x="17484" y="73703"/>
                  <a:pt x="17484" y="70291"/>
                </a:cubicBezTo>
                <a:cubicBezTo>
                  <a:pt x="17484" y="62189"/>
                  <a:pt x="19971" y="51599"/>
                  <a:pt x="24947" y="38522"/>
                </a:cubicBezTo>
                <a:cubicBezTo>
                  <a:pt x="29922" y="25444"/>
                  <a:pt x="32409" y="17129"/>
                  <a:pt x="32409" y="13575"/>
                </a:cubicBezTo>
                <a:cubicBezTo>
                  <a:pt x="32409" y="13433"/>
                  <a:pt x="32409" y="13291"/>
                  <a:pt x="32409" y="13148"/>
                </a:cubicBezTo>
                <a:cubicBezTo>
                  <a:pt x="32409" y="11869"/>
                  <a:pt x="32409" y="11016"/>
                  <a:pt x="32409" y="10590"/>
                </a:cubicBezTo>
                <a:cubicBezTo>
                  <a:pt x="32409" y="10163"/>
                  <a:pt x="32125" y="9666"/>
                  <a:pt x="31556" y="9097"/>
                </a:cubicBezTo>
                <a:cubicBezTo>
                  <a:pt x="30988" y="8529"/>
                  <a:pt x="30206" y="8244"/>
                  <a:pt x="29211" y="8244"/>
                </a:cubicBezTo>
                <a:lnTo>
                  <a:pt x="28358" y="8244"/>
                </a:lnTo>
                <a:cubicBezTo>
                  <a:pt x="25089" y="8244"/>
                  <a:pt x="22104" y="9595"/>
                  <a:pt x="19403" y="12296"/>
                </a:cubicBezTo>
                <a:cubicBezTo>
                  <a:pt x="16702" y="14996"/>
                  <a:pt x="14570" y="17910"/>
                  <a:pt x="13006" y="21038"/>
                </a:cubicBezTo>
                <a:cubicBezTo>
                  <a:pt x="11443" y="24165"/>
                  <a:pt x="10235" y="27150"/>
                  <a:pt x="9382" y="29993"/>
                </a:cubicBezTo>
                <a:cubicBezTo>
                  <a:pt x="8529" y="32836"/>
                  <a:pt x="7960" y="34399"/>
                  <a:pt x="7676" y="34684"/>
                </a:cubicBezTo>
                <a:cubicBezTo>
                  <a:pt x="7392" y="34968"/>
                  <a:pt x="6254" y="35110"/>
                  <a:pt x="4264" y="35110"/>
                </a:cubicBezTo>
                <a:lnTo>
                  <a:pt x="1279" y="35110"/>
                </a:lnTo>
                <a:cubicBezTo>
                  <a:pt x="426" y="34257"/>
                  <a:pt x="0" y="33617"/>
                  <a:pt x="0" y="3319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3" cap="flat">
            <a:solidFill>
              <a:srgbClr val="000000">
                <a:alpha val="32760"/>
              </a:srgbClr>
            </a:solidFill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8C5A28-AB59-4D85-9E88-2764E3B1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307" y="2573334"/>
            <a:ext cx="60148" cy="103713"/>
          </a:xfrm>
          <a:custGeom xmlns:a="http://schemas.openxmlformats.org/drawingml/2006/main">
            <a:pathLst>
              <a:path w="60148" h="103713">
                <a:moveTo>
                  <a:pt x="17185" y="76730"/>
                </a:moveTo>
                <a:cubicBezTo>
                  <a:pt x="17185" y="79141"/>
                  <a:pt x="16381" y="81151"/>
                  <a:pt x="14773" y="82759"/>
                </a:cubicBezTo>
                <a:cubicBezTo>
                  <a:pt x="13165" y="84367"/>
                  <a:pt x="11205" y="85171"/>
                  <a:pt x="8894" y="85171"/>
                </a:cubicBezTo>
                <a:lnTo>
                  <a:pt x="7839" y="85171"/>
                </a:lnTo>
                <a:cubicBezTo>
                  <a:pt x="12462" y="93111"/>
                  <a:pt x="18592" y="97080"/>
                  <a:pt x="26230" y="97080"/>
                </a:cubicBezTo>
                <a:cubicBezTo>
                  <a:pt x="33265" y="97080"/>
                  <a:pt x="38390" y="94065"/>
                  <a:pt x="41606" y="88035"/>
                </a:cubicBezTo>
                <a:cubicBezTo>
                  <a:pt x="43515" y="84719"/>
                  <a:pt x="44470" y="78287"/>
                  <a:pt x="44470" y="68740"/>
                </a:cubicBezTo>
                <a:cubicBezTo>
                  <a:pt x="44470" y="58389"/>
                  <a:pt x="43113" y="51404"/>
                  <a:pt x="40400" y="47786"/>
                </a:cubicBezTo>
                <a:cubicBezTo>
                  <a:pt x="37787" y="44470"/>
                  <a:pt x="34872" y="42812"/>
                  <a:pt x="31657" y="42812"/>
                </a:cubicBezTo>
                <a:lnTo>
                  <a:pt x="30752" y="42812"/>
                </a:lnTo>
                <a:cubicBezTo>
                  <a:pt x="22913" y="42812"/>
                  <a:pt x="16984" y="46229"/>
                  <a:pt x="12964" y="53062"/>
                </a:cubicBezTo>
                <a:cubicBezTo>
                  <a:pt x="12562" y="53766"/>
                  <a:pt x="12210" y="54168"/>
                  <a:pt x="11909" y="54268"/>
                </a:cubicBezTo>
                <a:cubicBezTo>
                  <a:pt x="11607" y="54369"/>
                  <a:pt x="10854" y="54469"/>
                  <a:pt x="9648" y="54570"/>
                </a:cubicBezTo>
                <a:cubicBezTo>
                  <a:pt x="7939" y="54570"/>
                  <a:pt x="6985" y="54268"/>
                  <a:pt x="6784" y="53665"/>
                </a:cubicBezTo>
                <a:cubicBezTo>
                  <a:pt x="6583" y="53263"/>
                  <a:pt x="6482" y="44470"/>
                  <a:pt x="6482" y="27285"/>
                </a:cubicBezTo>
                <a:lnTo>
                  <a:pt x="6482" y="7839"/>
                </a:lnTo>
                <a:cubicBezTo>
                  <a:pt x="6482" y="2814"/>
                  <a:pt x="6733" y="301"/>
                  <a:pt x="7236" y="301"/>
                </a:cubicBezTo>
                <a:cubicBezTo>
                  <a:pt x="7437" y="101"/>
                  <a:pt x="7638" y="0"/>
                  <a:pt x="7839" y="0"/>
                </a:cubicBezTo>
                <a:cubicBezTo>
                  <a:pt x="7939" y="0"/>
                  <a:pt x="8994" y="402"/>
                  <a:pt x="11004" y="1206"/>
                </a:cubicBezTo>
                <a:cubicBezTo>
                  <a:pt x="13014" y="2010"/>
                  <a:pt x="15778" y="2814"/>
                  <a:pt x="19295" y="3618"/>
                </a:cubicBezTo>
                <a:cubicBezTo>
                  <a:pt x="22813" y="4422"/>
                  <a:pt x="26581" y="4824"/>
                  <a:pt x="30601" y="4824"/>
                </a:cubicBezTo>
                <a:cubicBezTo>
                  <a:pt x="37737" y="4824"/>
                  <a:pt x="44570" y="3417"/>
                  <a:pt x="51103" y="603"/>
                </a:cubicBezTo>
                <a:cubicBezTo>
                  <a:pt x="51907" y="201"/>
                  <a:pt x="52560" y="0"/>
                  <a:pt x="53062" y="0"/>
                </a:cubicBezTo>
                <a:cubicBezTo>
                  <a:pt x="53866" y="0"/>
                  <a:pt x="54268" y="904"/>
                  <a:pt x="54268" y="2713"/>
                </a:cubicBezTo>
                <a:lnTo>
                  <a:pt x="54268" y="4673"/>
                </a:lnTo>
                <a:cubicBezTo>
                  <a:pt x="46028" y="14421"/>
                  <a:pt x="35727" y="19295"/>
                  <a:pt x="23366" y="19295"/>
                </a:cubicBezTo>
                <a:cubicBezTo>
                  <a:pt x="20250" y="19295"/>
                  <a:pt x="17436" y="18994"/>
                  <a:pt x="14924" y="18391"/>
                </a:cubicBezTo>
                <a:lnTo>
                  <a:pt x="13416" y="18089"/>
                </a:lnTo>
                <a:lnTo>
                  <a:pt x="13416" y="44018"/>
                </a:lnTo>
                <a:cubicBezTo>
                  <a:pt x="15326" y="42611"/>
                  <a:pt x="16833" y="41505"/>
                  <a:pt x="17939" y="40701"/>
                </a:cubicBezTo>
                <a:cubicBezTo>
                  <a:pt x="19044" y="39897"/>
                  <a:pt x="20853" y="39093"/>
                  <a:pt x="23366" y="38289"/>
                </a:cubicBezTo>
                <a:cubicBezTo>
                  <a:pt x="25878" y="37485"/>
                  <a:pt x="28441" y="37083"/>
                  <a:pt x="31054" y="37083"/>
                </a:cubicBezTo>
                <a:cubicBezTo>
                  <a:pt x="39194" y="37083"/>
                  <a:pt x="46078" y="40350"/>
                  <a:pt x="51706" y="46882"/>
                </a:cubicBezTo>
                <a:cubicBezTo>
                  <a:pt x="57334" y="53414"/>
                  <a:pt x="60148" y="61152"/>
                  <a:pt x="60148" y="70097"/>
                </a:cubicBezTo>
                <a:cubicBezTo>
                  <a:pt x="60148" y="79342"/>
                  <a:pt x="56932" y="87231"/>
                  <a:pt x="50500" y="93764"/>
                </a:cubicBezTo>
                <a:cubicBezTo>
                  <a:pt x="44068" y="100296"/>
                  <a:pt x="36229" y="103613"/>
                  <a:pt x="26983" y="103713"/>
                </a:cubicBezTo>
                <a:cubicBezTo>
                  <a:pt x="18843" y="103713"/>
                  <a:pt x="12311" y="101000"/>
                  <a:pt x="7387" y="95573"/>
                </a:cubicBezTo>
                <a:cubicBezTo>
                  <a:pt x="2462" y="90146"/>
                  <a:pt x="0" y="84016"/>
                  <a:pt x="0" y="77182"/>
                </a:cubicBezTo>
                <a:cubicBezTo>
                  <a:pt x="0" y="74770"/>
                  <a:pt x="553" y="72860"/>
                  <a:pt x="1658" y="71453"/>
                </a:cubicBezTo>
                <a:cubicBezTo>
                  <a:pt x="2764" y="70046"/>
                  <a:pt x="3919" y="69142"/>
                  <a:pt x="5125" y="68740"/>
                </a:cubicBezTo>
                <a:cubicBezTo>
                  <a:pt x="6331" y="68338"/>
                  <a:pt x="7487" y="68137"/>
                  <a:pt x="8593" y="68137"/>
                </a:cubicBezTo>
                <a:cubicBezTo>
                  <a:pt x="11105" y="68137"/>
                  <a:pt x="13165" y="68991"/>
                  <a:pt x="14773" y="70700"/>
                </a:cubicBezTo>
                <a:cubicBezTo>
                  <a:pt x="16381" y="72408"/>
                  <a:pt x="17185" y="74418"/>
                  <a:pt x="17185" y="767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DE3448-885B-4905-B256-B59C4C97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307" y="2573334"/>
            <a:ext cx="60148" cy="103713"/>
          </a:xfrm>
          <a:custGeom xmlns:a="http://schemas.openxmlformats.org/drawingml/2006/main">
            <a:pathLst>
              <a:path w="60148" h="103713" fill="none">
                <a:moveTo>
                  <a:pt x="17185" y="76730"/>
                </a:moveTo>
                <a:cubicBezTo>
                  <a:pt x="17185" y="79141"/>
                  <a:pt x="16381" y="81151"/>
                  <a:pt x="14773" y="82759"/>
                </a:cubicBezTo>
                <a:cubicBezTo>
                  <a:pt x="13165" y="84367"/>
                  <a:pt x="11205" y="85171"/>
                  <a:pt x="8894" y="85171"/>
                </a:cubicBezTo>
                <a:lnTo>
                  <a:pt x="7839" y="85171"/>
                </a:lnTo>
                <a:cubicBezTo>
                  <a:pt x="12462" y="93111"/>
                  <a:pt x="18592" y="97080"/>
                  <a:pt x="26230" y="97080"/>
                </a:cubicBezTo>
                <a:cubicBezTo>
                  <a:pt x="33265" y="97080"/>
                  <a:pt x="38390" y="94065"/>
                  <a:pt x="41606" y="88035"/>
                </a:cubicBezTo>
                <a:cubicBezTo>
                  <a:pt x="43515" y="84719"/>
                  <a:pt x="44470" y="78287"/>
                  <a:pt x="44470" y="68740"/>
                </a:cubicBezTo>
                <a:cubicBezTo>
                  <a:pt x="44470" y="58389"/>
                  <a:pt x="43113" y="51404"/>
                  <a:pt x="40400" y="47786"/>
                </a:cubicBezTo>
                <a:cubicBezTo>
                  <a:pt x="37787" y="44470"/>
                  <a:pt x="34872" y="42812"/>
                  <a:pt x="31657" y="42812"/>
                </a:cubicBezTo>
                <a:lnTo>
                  <a:pt x="30752" y="42812"/>
                </a:lnTo>
                <a:cubicBezTo>
                  <a:pt x="22913" y="42812"/>
                  <a:pt x="16984" y="46229"/>
                  <a:pt x="12964" y="53062"/>
                </a:cubicBezTo>
                <a:cubicBezTo>
                  <a:pt x="12562" y="53766"/>
                  <a:pt x="12210" y="54168"/>
                  <a:pt x="11909" y="54268"/>
                </a:cubicBezTo>
                <a:cubicBezTo>
                  <a:pt x="11607" y="54369"/>
                  <a:pt x="10854" y="54469"/>
                  <a:pt x="9648" y="54570"/>
                </a:cubicBezTo>
                <a:cubicBezTo>
                  <a:pt x="7939" y="54570"/>
                  <a:pt x="6985" y="54268"/>
                  <a:pt x="6784" y="53665"/>
                </a:cubicBezTo>
                <a:cubicBezTo>
                  <a:pt x="6583" y="53263"/>
                  <a:pt x="6482" y="44470"/>
                  <a:pt x="6482" y="27285"/>
                </a:cubicBezTo>
                <a:lnTo>
                  <a:pt x="6482" y="7839"/>
                </a:lnTo>
                <a:cubicBezTo>
                  <a:pt x="6482" y="2814"/>
                  <a:pt x="6733" y="301"/>
                  <a:pt x="7236" y="301"/>
                </a:cubicBezTo>
                <a:cubicBezTo>
                  <a:pt x="7437" y="101"/>
                  <a:pt x="7638" y="0"/>
                  <a:pt x="7839" y="0"/>
                </a:cubicBezTo>
                <a:cubicBezTo>
                  <a:pt x="7939" y="0"/>
                  <a:pt x="8994" y="402"/>
                  <a:pt x="11004" y="1206"/>
                </a:cubicBezTo>
                <a:cubicBezTo>
                  <a:pt x="13014" y="2010"/>
                  <a:pt x="15778" y="2814"/>
                  <a:pt x="19295" y="3618"/>
                </a:cubicBezTo>
                <a:cubicBezTo>
                  <a:pt x="22813" y="4422"/>
                  <a:pt x="26581" y="4824"/>
                  <a:pt x="30601" y="4824"/>
                </a:cubicBezTo>
                <a:cubicBezTo>
                  <a:pt x="37737" y="4824"/>
                  <a:pt x="44570" y="3417"/>
                  <a:pt x="51103" y="603"/>
                </a:cubicBezTo>
                <a:cubicBezTo>
                  <a:pt x="51907" y="201"/>
                  <a:pt x="52560" y="0"/>
                  <a:pt x="53062" y="0"/>
                </a:cubicBezTo>
                <a:cubicBezTo>
                  <a:pt x="53866" y="0"/>
                  <a:pt x="54268" y="904"/>
                  <a:pt x="54268" y="2713"/>
                </a:cubicBezTo>
                <a:lnTo>
                  <a:pt x="54268" y="4673"/>
                </a:lnTo>
                <a:cubicBezTo>
                  <a:pt x="46028" y="14421"/>
                  <a:pt x="35727" y="19295"/>
                  <a:pt x="23366" y="19295"/>
                </a:cubicBezTo>
                <a:cubicBezTo>
                  <a:pt x="20250" y="19295"/>
                  <a:pt x="17436" y="18994"/>
                  <a:pt x="14924" y="18391"/>
                </a:cubicBezTo>
                <a:lnTo>
                  <a:pt x="13416" y="18089"/>
                </a:lnTo>
                <a:lnTo>
                  <a:pt x="13416" y="44018"/>
                </a:lnTo>
                <a:cubicBezTo>
                  <a:pt x="15326" y="42611"/>
                  <a:pt x="16833" y="41505"/>
                  <a:pt x="17939" y="40701"/>
                </a:cubicBezTo>
                <a:cubicBezTo>
                  <a:pt x="19044" y="39897"/>
                  <a:pt x="20853" y="39093"/>
                  <a:pt x="23366" y="38289"/>
                </a:cubicBezTo>
                <a:cubicBezTo>
                  <a:pt x="25878" y="37485"/>
                  <a:pt x="28441" y="37083"/>
                  <a:pt x="31054" y="37083"/>
                </a:cubicBezTo>
                <a:cubicBezTo>
                  <a:pt x="39194" y="37083"/>
                  <a:pt x="46078" y="40350"/>
                  <a:pt x="51706" y="46882"/>
                </a:cubicBezTo>
                <a:cubicBezTo>
                  <a:pt x="57334" y="53414"/>
                  <a:pt x="60148" y="61152"/>
                  <a:pt x="60148" y="70097"/>
                </a:cubicBezTo>
                <a:cubicBezTo>
                  <a:pt x="60148" y="79342"/>
                  <a:pt x="56932" y="87231"/>
                  <a:pt x="50500" y="93764"/>
                </a:cubicBezTo>
                <a:cubicBezTo>
                  <a:pt x="44068" y="100296"/>
                  <a:pt x="36229" y="103613"/>
                  <a:pt x="26983" y="103713"/>
                </a:cubicBezTo>
                <a:cubicBezTo>
                  <a:pt x="18843" y="103713"/>
                  <a:pt x="12311" y="101000"/>
                  <a:pt x="7387" y="95573"/>
                </a:cubicBezTo>
                <a:cubicBezTo>
                  <a:pt x="2462" y="90146"/>
                  <a:pt x="0" y="84016"/>
                  <a:pt x="0" y="77182"/>
                </a:cubicBezTo>
                <a:cubicBezTo>
                  <a:pt x="0" y="74770"/>
                  <a:pt x="553" y="72860"/>
                  <a:pt x="1658" y="71453"/>
                </a:cubicBezTo>
                <a:cubicBezTo>
                  <a:pt x="2764" y="70046"/>
                  <a:pt x="3919" y="69142"/>
                  <a:pt x="5125" y="68740"/>
                </a:cubicBezTo>
                <a:cubicBezTo>
                  <a:pt x="6331" y="68338"/>
                  <a:pt x="7487" y="68137"/>
                  <a:pt x="8593" y="68137"/>
                </a:cubicBezTo>
                <a:cubicBezTo>
                  <a:pt x="11105" y="68137"/>
                  <a:pt x="13165" y="68991"/>
                  <a:pt x="14773" y="70700"/>
                </a:cubicBezTo>
                <a:cubicBezTo>
                  <a:pt x="16381" y="72408"/>
                  <a:pt x="17185" y="74418"/>
                  <a:pt x="17185" y="767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1" cap="flat">
            <a:solidFill>
              <a:srgbClr val="000000">
                <a:alpha val="23160"/>
              </a:srgbClr>
            </a:solidFill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2337FD-FB64-4FF4-A5BA-1D86C129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552" y="2481834"/>
            <a:ext cx="47690" cy="213219"/>
          </a:xfrm>
          <a:custGeom xmlns:a="http://schemas.openxmlformats.org/drawingml/2006/main">
            <a:pathLst>
              <a:path w="47690" h="213219">
                <a:moveTo>
                  <a:pt x="0" y="3838"/>
                </a:moveTo>
                <a:cubicBezTo>
                  <a:pt x="142" y="2843"/>
                  <a:pt x="569" y="1990"/>
                  <a:pt x="1279" y="1279"/>
                </a:cubicBezTo>
                <a:cubicBezTo>
                  <a:pt x="1990" y="569"/>
                  <a:pt x="2985" y="142"/>
                  <a:pt x="4264" y="0"/>
                </a:cubicBezTo>
                <a:cubicBezTo>
                  <a:pt x="5686" y="0"/>
                  <a:pt x="6894" y="711"/>
                  <a:pt x="7889" y="2132"/>
                </a:cubicBezTo>
                <a:cubicBezTo>
                  <a:pt x="8316" y="3127"/>
                  <a:pt x="14996" y="20611"/>
                  <a:pt x="27932" y="54584"/>
                </a:cubicBezTo>
                <a:cubicBezTo>
                  <a:pt x="40867" y="88557"/>
                  <a:pt x="47406" y="105899"/>
                  <a:pt x="47548" y="106609"/>
                </a:cubicBezTo>
                <a:cubicBezTo>
                  <a:pt x="47690" y="107320"/>
                  <a:pt x="41222" y="124662"/>
                  <a:pt x="28145" y="158635"/>
                </a:cubicBezTo>
                <a:cubicBezTo>
                  <a:pt x="15067" y="192608"/>
                  <a:pt x="8316" y="210092"/>
                  <a:pt x="7889" y="211087"/>
                </a:cubicBezTo>
                <a:cubicBezTo>
                  <a:pt x="6894" y="212508"/>
                  <a:pt x="5686" y="213219"/>
                  <a:pt x="4264" y="213219"/>
                </a:cubicBezTo>
                <a:cubicBezTo>
                  <a:pt x="3127" y="213219"/>
                  <a:pt x="2203" y="212863"/>
                  <a:pt x="1493" y="212153"/>
                </a:cubicBezTo>
                <a:cubicBezTo>
                  <a:pt x="782" y="211442"/>
                  <a:pt x="284" y="210518"/>
                  <a:pt x="0" y="209381"/>
                </a:cubicBezTo>
                <a:cubicBezTo>
                  <a:pt x="0" y="208670"/>
                  <a:pt x="6397" y="191399"/>
                  <a:pt x="19190" y="157569"/>
                </a:cubicBezTo>
                <a:cubicBezTo>
                  <a:pt x="32125" y="123880"/>
                  <a:pt x="38593" y="106894"/>
                  <a:pt x="38593" y="106609"/>
                </a:cubicBezTo>
                <a:cubicBezTo>
                  <a:pt x="38593" y="106325"/>
                  <a:pt x="32125" y="89339"/>
                  <a:pt x="19190" y="55650"/>
                </a:cubicBezTo>
                <a:cubicBezTo>
                  <a:pt x="6397" y="21819"/>
                  <a:pt x="0" y="4549"/>
                  <a:pt x="0" y="38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9E215E-C951-4D95-9A7C-91093BD4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552" y="2481834"/>
            <a:ext cx="47690" cy="213219"/>
          </a:xfrm>
          <a:custGeom xmlns:a="http://schemas.openxmlformats.org/drawingml/2006/main">
            <a:pathLst>
              <a:path w="47690" h="213219" fill="none">
                <a:moveTo>
                  <a:pt x="0" y="3838"/>
                </a:moveTo>
                <a:cubicBezTo>
                  <a:pt x="142" y="2843"/>
                  <a:pt x="569" y="1990"/>
                  <a:pt x="1279" y="1279"/>
                </a:cubicBezTo>
                <a:cubicBezTo>
                  <a:pt x="1990" y="569"/>
                  <a:pt x="2985" y="142"/>
                  <a:pt x="4264" y="0"/>
                </a:cubicBezTo>
                <a:cubicBezTo>
                  <a:pt x="5686" y="0"/>
                  <a:pt x="6894" y="711"/>
                  <a:pt x="7889" y="2132"/>
                </a:cubicBezTo>
                <a:cubicBezTo>
                  <a:pt x="8316" y="3127"/>
                  <a:pt x="14996" y="20611"/>
                  <a:pt x="27932" y="54584"/>
                </a:cubicBezTo>
                <a:cubicBezTo>
                  <a:pt x="40867" y="88557"/>
                  <a:pt x="47406" y="105899"/>
                  <a:pt x="47548" y="106609"/>
                </a:cubicBezTo>
                <a:cubicBezTo>
                  <a:pt x="47690" y="107320"/>
                  <a:pt x="41222" y="124662"/>
                  <a:pt x="28145" y="158635"/>
                </a:cubicBezTo>
                <a:cubicBezTo>
                  <a:pt x="15067" y="192608"/>
                  <a:pt x="8316" y="210092"/>
                  <a:pt x="7889" y="211087"/>
                </a:cubicBezTo>
                <a:cubicBezTo>
                  <a:pt x="6894" y="212508"/>
                  <a:pt x="5686" y="213219"/>
                  <a:pt x="4264" y="213219"/>
                </a:cubicBezTo>
                <a:cubicBezTo>
                  <a:pt x="3127" y="213219"/>
                  <a:pt x="2203" y="212863"/>
                  <a:pt x="1493" y="212153"/>
                </a:cubicBezTo>
                <a:cubicBezTo>
                  <a:pt x="782" y="211442"/>
                  <a:pt x="284" y="210518"/>
                  <a:pt x="0" y="209381"/>
                </a:cubicBezTo>
                <a:cubicBezTo>
                  <a:pt x="0" y="208670"/>
                  <a:pt x="6397" y="191399"/>
                  <a:pt x="19190" y="157569"/>
                </a:cubicBezTo>
                <a:cubicBezTo>
                  <a:pt x="32125" y="123880"/>
                  <a:pt x="38593" y="106894"/>
                  <a:pt x="38593" y="106609"/>
                </a:cubicBezTo>
                <a:cubicBezTo>
                  <a:pt x="38593" y="106325"/>
                  <a:pt x="32125" y="89339"/>
                  <a:pt x="19190" y="55650"/>
                </a:cubicBezTo>
                <a:cubicBezTo>
                  <a:pt x="6397" y="21819"/>
                  <a:pt x="0" y="4549"/>
                  <a:pt x="0" y="383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3" cap="flat">
            <a:solidFill>
              <a:srgbClr val="000000">
                <a:alpha val="32760"/>
              </a:srgbClr>
            </a:solidFill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1026A-DB84-4C81-8F7D-B6FD29B5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6178" y="98176"/>
            <a:ext cx="1546156" cy="351399"/>
          </a:xfrm>
          <a:custGeom xmlns:a="http://schemas.openxmlformats.org/drawingml/2006/main">
            <a:pathLst>
              <a:path w="1546156" h="351399" fill="none">
                <a:moveTo>
                  <a:pt x="0" y="0"/>
                </a:moveTo>
                <a:lnTo>
                  <a:pt x="1546156" y="0"/>
                </a:lnTo>
                <a:lnTo>
                  <a:pt x="1546156" y="351399"/>
                </a:lnTo>
                <a:lnTo>
                  <a:pt x="0" y="35139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5140" cap="flat">
            <a:solidFill>
              <a:srgbClr val="4D4D4D"/>
            </a:solidFill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E8D45-3AE9-4A16-A12C-3B0E94ED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4255" y="826451"/>
            <a:ext cx="221967" cy="297225"/>
          </a:xfrm>
          <a:custGeom xmlns:a="http://schemas.openxmlformats.org/drawingml/2006/main">
            <a:pathLst>
              <a:path w="221967" h="297225" fill="none">
                <a:moveTo>
                  <a:pt x="0" y="296932"/>
                </a:moveTo>
                <a:lnTo>
                  <a:pt x="221967" y="297225"/>
                </a:lnTo>
                <a:lnTo>
                  <a:pt x="221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0" cap="flat">
            <a:solidFill>
              <a:srgbClr val="000000"/>
            </a:solidFill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83B533-8DA3-4EC8-A9FF-E2DBCC22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9750" y="786918"/>
            <a:ext cx="52710" cy="52768"/>
          </a:xfrm>
          <a:custGeom xmlns:a="http://schemas.openxmlformats.org/drawingml/2006/main">
            <a:pathLst>
              <a:path w="52710" h="52768">
                <a:moveTo>
                  <a:pt x="26355" y="0"/>
                </a:moveTo>
                <a:lnTo>
                  <a:pt x="52710" y="52710"/>
                </a:lnTo>
                <a:lnTo>
                  <a:pt x="26355" y="39532"/>
                </a:lnTo>
                <a:lnTo>
                  <a:pt x="0" y="52768"/>
                </a:lnTo>
                <a:lnTo>
                  <a:pt x="2635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3F7E09-CF2A-4A57-9F91-27B9A9D4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9750" y="786918"/>
            <a:ext cx="52710" cy="52768"/>
          </a:xfrm>
          <a:custGeom xmlns:a="http://schemas.openxmlformats.org/drawingml/2006/main">
            <a:pathLst>
              <a:path w="52710" h="52768" fill="none">
                <a:moveTo>
                  <a:pt x="26355" y="0"/>
                </a:moveTo>
                <a:lnTo>
                  <a:pt x="52710" y="52710"/>
                </a:lnTo>
                <a:lnTo>
                  <a:pt x="26355" y="39532"/>
                </a:lnTo>
                <a:lnTo>
                  <a:pt x="0" y="52768"/>
                </a:lnTo>
                <a:lnTo>
                  <a:pt x="2635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0" cap="flat">
            <a:solidFill>
              <a:srgbClr val="000000"/>
            </a:solidFill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E342B8-0769-488E-B12F-4233DD8C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058" y="844665"/>
            <a:ext cx="1054197" cy="557436"/>
          </a:xfrm>
          <a:custGeom xmlns:a="http://schemas.openxmlformats.org/drawingml/2006/main">
            <a:pathLst>
              <a:path w="1054197" h="557436" fill="none">
                <a:moveTo>
                  <a:pt x="0" y="0"/>
                </a:moveTo>
                <a:lnTo>
                  <a:pt x="1054197" y="0"/>
                </a:lnTo>
                <a:lnTo>
                  <a:pt x="1054197" y="557436"/>
                </a:lnTo>
                <a:lnTo>
                  <a:pt x="0" y="55743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0" cap="flat">
            <a:solidFill>
              <a:srgbClr val="000000"/>
            </a:solidFill>
            <a:miter/>
          </a:ln>
        </p:spPr>
      </p:sp>
      <p:sp>
        <p:nvSpPr>
          <p:cNvPr id="484" name="Text FSM">
            <a:extLst xmlns:a="http://schemas.openxmlformats.org/drawingml/2006/main">
              <a:ext uri="{FF2B5EF4-FFF2-40B4-BE49-F238E27FC236}">
                <a16:creationId xmlns:a16="http://schemas.microsoft.com/office/drawing/2014/main" id="{FBC9D5D5-E8B2-49D4-B8BF-CF07F7CC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603" y="921836"/>
            <a:ext cx="414099" cy="145776"/>
          </a:xfrm>
          <a:custGeom xmlns:a="http://schemas.openxmlformats.org/drawingml/2006/main">
            <a:pathLst>
              <a:path w="414099" h="145776">
                <a:moveTo>
                  <a:pt x="39738" y="10707"/>
                </a:moveTo>
                <a:lnTo>
                  <a:pt x="39738" y="65476"/>
                </a:lnTo>
                <a:lnTo>
                  <a:pt x="65167" y="65476"/>
                </a:lnTo>
                <a:cubicBezTo>
                  <a:pt x="71000" y="65476"/>
                  <a:pt x="75273" y="64189"/>
                  <a:pt x="77984" y="61615"/>
                </a:cubicBezTo>
                <a:cubicBezTo>
                  <a:pt x="80695" y="59041"/>
                  <a:pt x="82496" y="53945"/>
                  <a:pt x="83389" y="46327"/>
                </a:cubicBezTo>
                <a:lnTo>
                  <a:pt x="87198" y="46327"/>
                </a:lnTo>
                <a:lnTo>
                  <a:pt x="87198" y="93684"/>
                </a:lnTo>
                <a:lnTo>
                  <a:pt x="83389" y="93684"/>
                </a:lnTo>
                <a:cubicBezTo>
                  <a:pt x="83320" y="88234"/>
                  <a:pt x="82617" y="84233"/>
                  <a:pt x="81278" y="81680"/>
                </a:cubicBezTo>
                <a:cubicBezTo>
                  <a:pt x="79940" y="79126"/>
                  <a:pt x="78087" y="77211"/>
                  <a:pt x="75719" y="75935"/>
                </a:cubicBezTo>
                <a:cubicBezTo>
                  <a:pt x="73351" y="74658"/>
                  <a:pt x="69834" y="74020"/>
                  <a:pt x="65167" y="74020"/>
                </a:cubicBezTo>
                <a:lnTo>
                  <a:pt x="39738" y="74020"/>
                </a:lnTo>
                <a:lnTo>
                  <a:pt x="39738" y="117947"/>
                </a:lnTo>
                <a:cubicBezTo>
                  <a:pt x="39738" y="125027"/>
                  <a:pt x="40184" y="129702"/>
                  <a:pt x="41077" y="131971"/>
                </a:cubicBezTo>
                <a:cubicBezTo>
                  <a:pt x="41763" y="133689"/>
                  <a:pt x="43204" y="135167"/>
                  <a:pt x="45400" y="136404"/>
                </a:cubicBezTo>
                <a:cubicBezTo>
                  <a:pt x="48420" y="138053"/>
                  <a:pt x="51577" y="138878"/>
                  <a:pt x="54872" y="138878"/>
                </a:cubicBezTo>
                <a:lnTo>
                  <a:pt x="59916" y="138878"/>
                </a:lnTo>
                <a:lnTo>
                  <a:pt x="59916" y="142687"/>
                </a:lnTo>
                <a:lnTo>
                  <a:pt x="0" y="142687"/>
                </a:lnTo>
                <a:lnTo>
                  <a:pt x="0" y="138878"/>
                </a:lnTo>
                <a:lnTo>
                  <a:pt x="4942" y="138878"/>
                </a:lnTo>
                <a:cubicBezTo>
                  <a:pt x="10707" y="138878"/>
                  <a:pt x="14893" y="137197"/>
                  <a:pt x="17501" y="133834"/>
                </a:cubicBezTo>
                <a:cubicBezTo>
                  <a:pt x="19149" y="131637"/>
                  <a:pt x="19972" y="126353"/>
                  <a:pt x="19972" y="117980"/>
                </a:cubicBezTo>
                <a:lnTo>
                  <a:pt x="19972" y="27796"/>
                </a:lnTo>
                <a:cubicBezTo>
                  <a:pt x="19972" y="20727"/>
                  <a:pt x="19526" y="16060"/>
                  <a:pt x="18634" y="13795"/>
                </a:cubicBezTo>
                <a:cubicBezTo>
                  <a:pt x="17947" y="12079"/>
                  <a:pt x="16540" y="10604"/>
                  <a:pt x="14413" y="9368"/>
                </a:cubicBezTo>
                <a:cubicBezTo>
                  <a:pt x="11462" y="7721"/>
                  <a:pt x="8305" y="6898"/>
                  <a:pt x="4942" y="6898"/>
                </a:cubicBezTo>
                <a:lnTo>
                  <a:pt x="0" y="6898"/>
                </a:lnTo>
                <a:lnTo>
                  <a:pt x="0" y="3088"/>
                </a:lnTo>
                <a:lnTo>
                  <a:pt x="103876" y="3088"/>
                </a:lnTo>
                <a:lnTo>
                  <a:pt x="105214" y="33767"/>
                </a:lnTo>
                <a:lnTo>
                  <a:pt x="101611" y="33767"/>
                </a:lnTo>
                <a:cubicBezTo>
                  <a:pt x="99826" y="27247"/>
                  <a:pt x="97750" y="22460"/>
                  <a:pt x="95382" y="19406"/>
                </a:cubicBezTo>
                <a:cubicBezTo>
                  <a:pt x="93014" y="16352"/>
                  <a:pt x="90098" y="14138"/>
                  <a:pt x="86632" y="12766"/>
                </a:cubicBezTo>
                <a:cubicBezTo>
                  <a:pt x="83166" y="11393"/>
                  <a:pt x="77795" y="10707"/>
                  <a:pt x="70520" y="10707"/>
                </a:cubicBezTo>
                <a:lnTo>
                  <a:pt x="39738" y="10707"/>
                </a:lnTo>
                <a:close/>
                <a:moveTo>
                  <a:pt x="210498" y="0"/>
                </a:moveTo>
                <a:lnTo>
                  <a:pt x="210498" y="48180"/>
                </a:lnTo>
                <a:lnTo>
                  <a:pt x="206689" y="48180"/>
                </a:lnTo>
                <a:cubicBezTo>
                  <a:pt x="205454" y="38915"/>
                  <a:pt x="203240" y="31537"/>
                  <a:pt x="200049" y="26046"/>
                </a:cubicBezTo>
                <a:cubicBezTo>
                  <a:pt x="196857" y="20555"/>
                  <a:pt x="192310" y="16197"/>
                  <a:pt x="186408" y="12972"/>
                </a:cubicBezTo>
                <a:cubicBezTo>
                  <a:pt x="180506" y="9746"/>
                  <a:pt x="174397" y="8133"/>
                  <a:pt x="168083" y="8133"/>
                </a:cubicBezTo>
                <a:cubicBezTo>
                  <a:pt x="160945" y="8133"/>
                  <a:pt x="155043" y="10311"/>
                  <a:pt x="150376" y="14667"/>
                </a:cubicBezTo>
                <a:cubicBezTo>
                  <a:pt x="145709" y="19021"/>
                  <a:pt x="143375" y="23975"/>
                  <a:pt x="143375" y="29530"/>
                </a:cubicBezTo>
                <a:cubicBezTo>
                  <a:pt x="143375" y="33783"/>
                  <a:pt x="144851" y="37658"/>
                  <a:pt x="147802" y="41154"/>
                </a:cubicBezTo>
                <a:cubicBezTo>
                  <a:pt x="152057" y="46299"/>
                  <a:pt x="162181" y="53158"/>
                  <a:pt x="178172" y="61731"/>
                </a:cubicBezTo>
                <a:cubicBezTo>
                  <a:pt x="191212" y="68725"/>
                  <a:pt x="200117" y="74091"/>
                  <a:pt x="204887" y="77829"/>
                </a:cubicBezTo>
                <a:cubicBezTo>
                  <a:pt x="209657" y="81566"/>
                  <a:pt x="213329" y="85972"/>
                  <a:pt x="215903" y="91049"/>
                </a:cubicBezTo>
                <a:cubicBezTo>
                  <a:pt x="218477" y="96123"/>
                  <a:pt x="219764" y="101438"/>
                  <a:pt x="219764" y="106993"/>
                </a:cubicBezTo>
                <a:cubicBezTo>
                  <a:pt x="219764" y="117554"/>
                  <a:pt x="215663" y="126658"/>
                  <a:pt x="207461" y="134307"/>
                </a:cubicBezTo>
                <a:cubicBezTo>
                  <a:pt x="199260" y="141953"/>
                  <a:pt x="188707" y="145776"/>
                  <a:pt x="175804" y="145776"/>
                </a:cubicBezTo>
                <a:cubicBezTo>
                  <a:pt x="171755" y="145776"/>
                  <a:pt x="167946" y="145471"/>
                  <a:pt x="164377" y="144862"/>
                </a:cubicBezTo>
                <a:cubicBezTo>
                  <a:pt x="162249" y="144523"/>
                  <a:pt x="157840" y="143287"/>
                  <a:pt x="151148" y="141153"/>
                </a:cubicBezTo>
                <a:cubicBezTo>
                  <a:pt x="144456" y="139019"/>
                  <a:pt x="140218" y="137952"/>
                  <a:pt x="138434" y="137952"/>
                </a:cubicBezTo>
                <a:cubicBezTo>
                  <a:pt x="136718" y="137952"/>
                  <a:pt x="135363" y="138460"/>
                  <a:pt x="134367" y="139477"/>
                </a:cubicBezTo>
                <a:cubicBezTo>
                  <a:pt x="133372" y="140493"/>
                  <a:pt x="132634" y="142593"/>
                  <a:pt x="132154" y="145776"/>
                </a:cubicBezTo>
                <a:lnTo>
                  <a:pt x="128345" y="145776"/>
                </a:lnTo>
                <a:lnTo>
                  <a:pt x="128345" y="98007"/>
                </a:lnTo>
                <a:lnTo>
                  <a:pt x="132154" y="98007"/>
                </a:lnTo>
                <a:cubicBezTo>
                  <a:pt x="133938" y="108028"/>
                  <a:pt x="136341" y="115526"/>
                  <a:pt x="139360" y="120502"/>
                </a:cubicBezTo>
                <a:cubicBezTo>
                  <a:pt x="142380" y="125478"/>
                  <a:pt x="146996" y="129613"/>
                  <a:pt x="153207" y="132907"/>
                </a:cubicBezTo>
                <a:cubicBezTo>
                  <a:pt x="159418" y="136201"/>
                  <a:pt x="166230" y="137849"/>
                  <a:pt x="173642" y="137849"/>
                </a:cubicBezTo>
                <a:cubicBezTo>
                  <a:pt x="182221" y="137849"/>
                  <a:pt x="188999" y="135586"/>
                  <a:pt x="193975" y="131060"/>
                </a:cubicBezTo>
                <a:cubicBezTo>
                  <a:pt x="198951" y="126533"/>
                  <a:pt x="201439" y="121183"/>
                  <a:pt x="201439" y="115010"/>
                </a:cubicBezTo>
                <a:cubicBezTo>
                  <a:pt x="201439" y="111581"/>
                  <a:pt x="200495" y="108118"/>
                  <a:pt x="198608" y="104622"/>
                </a:cubicBezTo>
                <a:cubicBezTo>
                  <a:pt x="196720" y="101124"/>
                  <a:pt x="193786" y="97866"/>
                  <a:pt x="189805" y="94848"/>
                </a:cubicBezTo>
                <a:cubicBezTo>
                  <a:pt x="187129" y="92791"/>
                  <a:pt x="179819" y="88419"/>
                  <a:pt x="167877" y="81732"/>
                </a:cubicBezTo>
                <a:cubicBezTo>
                  <a:pt x="155935" y="75044"/>
                  <a:pt x="147442" y="69713"/>
                  <a:pt x="142397" y="65736"/>
                </a:cubicBezTo>
                <a:cubicBezTo>
                  <a:pt x="137353" y="61758"/>
                  <a:pt x="133527" y="57368"/>
                  <a:pt x="130919" y="52568"/>
                </a:cubicBezTo>
                <a:cubicBezTo>
                  <a:pt x="128311" y="47766"/>
                  <a:pt x="127007" y="42485"/>
                  <a:pt x="127007" y="36724"/>
                </a:cubicBezTo>
                <a:cubicBezTo>
                  <a:pt x="127007" y="26712"/>
                  <a:pt x="130850" y="18089"/>
                  <a:pt x="138537" y="10855"/>
                </a:cubicBezTo>
                <a:cubicBezTo>
                  <a:pt x="146224" y="3618"/>
                  <a:pt x="156004" y="0"/>
                  <a:pt x="167877" y="0"/>
                </a:cubicBezTo>
                <a:cubicBezTo>
                  <a:pt x="175290" y="0"/>
                  <a:pt x="183148" y="1819"/>
                  <a:pt x="191453" y="5456"/>
                </a:cubicBezTo>
                <a:cubicBezTo>
                  <a:pt x="195296" y="7172"/>
                  <a:pt x="198007" y="8030"/>
                  <a:pt x="199586" y="8030"/>
                </a:cubicBezTo>
                <a:cubicBezTo>
                  <a:pt x="201370" y="8030"/>
                  <a:pt x="202828" y="7498"/>
                  <a:pt x="203961" y="6434"/>
                </a:cubicBezTo>
                <a:cubicBezTo>
                  <a:pt x="205093" y="5371"/>
                  <a:pt x="206003" y="3226"/>
                  <a:pt x="206689" y="0"/>
                </a:cubicBezTo>
                <a:lnTo>
                  <a:pt x="210498" y="0"/>
                </a:lnTo>
                <a:close/>
                <a:moveTo>
                  <a:pt x="317327" y="142687"/>
                </a:moveTo>
                <a:lnTo>
                  <a:pt x="263382" y="25222"/>
                </a:lnTo>
                <a:lnTo>
                  <a:pt x="263382" y="118494"/>
                </a:lnTo>
                <a:cubicBezTo>
                  <a:pt x="263382" y="127073"/>
                  <a:pt x="264308" y="132427"/>
                  <a:pt x="266161" y="134554"/>
                </a:cubicBezTo>
                <a:cubicBezTo>
                  <a:pt x="268701" y="137437"/>
                  <a:pt x="272716" y="138878"/>
                  <a:pt x="278206" y="138878"/>
                </a:cubicBezTo>
                <a:lnTo>
                  <a:pt x="283148" y="138878"/>
                </a:lnTo>
                <a:lnTo>
                  <a:pt x="283148" y="142687"/>
                </a:lnTo>
                <a:lnTo>
                  <a:pt x="234556" y="142687"/>
                </a:lnTo>
                <a:lnTo>
                  <a:pt x="234556" y="138878"/>
                </a:lnTo>
                <a:lnTo>
                  <a:pt x="239498" y="138878"/>
                </a:lnTo>
                <a:cubicBezTo>
                  <a:pt x="245400" y="138878"/>
                  <a:pt x="249587" y="137094"/>
                  <a:pt x="252057" y="133525"/>
                </a:cubicBezTo>
                <a:cubicBezTo>
                  <a:pt x="253567" y="131329"/>
                  <a:pt x="254322" y="126318"/>
                  <a:pt x="254322" y="118494"/>
                </a:cubicBezTo>
                <a:lnTo>
                  <a:pt x="254322" y="27281"/>
                </a:lnTo>
                <a:cubicBezTo>
                  <a:pt x="254322" y="21105"/>
                  <a:pt x="253636" y="16643"/>
                  <a:pt x="252263" y="13898"/>
                </a:cubicBezTo>
                <a:cubicBezTo>
                  <a:pt x="251302" y="11908"/>
                  <a:pt x="249535" y="10243"/>
                  <a:pt x="246961" y="8905"/>
                </a:cubicBezTo>
                <a:cubicBezTo>
                  <a:pt x="244388" y="7567"/>
                  <a:pt x="240252" y="6898"/>
                  <a:pt x="234556" y="6898"/>
                </a:cubicBezTo>
                <a:lnTo>
                  <a:pt x="234556" y="3088"/>
                </a:lnTo>
                <a:lnTo>
                  <a:pt x="274088" y="3088"/>
                </a:lnTo>
                <a:lnTo>
                  <a:pt x="324739" y="112317"/>
                </a:lnTo>
                <a:lnTo>
                  <a:pt x="374567" y="3088"/>
                </a:lnTo>
                <a:lnTo>
                  <a:pt x="414099" y="3088"/>
                </a:lnTo>
                <a:lnTo>
                  <a:pt x="414099" y="6898"/>
                </a:lnTo>
                <a:lnTo>
                  <a:pt x="409260" y="6898"/>
                </a:lnTo>
                <a:cubicBezTo>
                  <a:pt x="403289" y="6898"/>
                  <a:pt x="399068" y="8682"/>
                  <a:pt x="396598" y="12251"/>
                </a:cubicBezTo>
                <a:cubicBezTo>
                  <a:pt x="395088" y="14447"/>
                  <a:pt x="394333" y="19457"/>
                  <a:pt x="394333" y="27281"/>
                </a:cubicBezTo>
                <a:lnTo>
                  <a:pt x="394333" y="118494"/>
                </a:lnTo>
                <a:cubicBezTo>
                  <a:pt x="394333" y="127073"/>
                  <a:pt x="395294" y="132427"/>
                  <a:pt x="397215" y="134554"/>
                </a:cubicBezTo>
                <a:cubicBezTo>
                  <a:pt x="399755" y="137437"/>
                  <a:pt x="403770" y="138878"/>
                  <a:pt x="409260" y="138878"/>
                </a:cubicBezTo>
                <a:lnTo>
                  <a:pt x="414099" y="138878"/>
                </a:lnTo>
                <a:lnTo>
                  <a:pt x="414099" y="142687"/>
                </a:lnTo>
                <a:lnTo>
                  <a:pt x="354800" y="142687"/>
                </a:lnTo>
                <a:lnTo>
                  <a:pt x="354800" y="138878"/>
                </a:lnTo>
                <a:lnTo>
                  <a:pt x="359742" y="138878"/>
                </a:lnTo>
                <a:cubicBezTo>
                  <a:pt x="365713" y="138878"/>
                  <a:pt x="369900" y="137094"/>
                  <a:pt x="372302" y="133525"/>
                </a:cubicBezTo>
                <a:cubicBezTo>
                  <a:pt x="373812" y="131329"/>
                  <a:pt x="374567" y="126318"/>
                  <a:pt x="374567" y="118494"/>
                </a:cubicBezTo>
                <a:lnTo>
                  <a:pt x="374567" y="25222"/>
                </a:lnTo>
                <a:lnTo>
                  <a:pt x="320724" y="142687"/>
                </a:lnTo>
                <a:lnTo>
                  <a:pt x="317327" y="1426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" name="Text Comparator">
            <a:extLst xmlns:a="http://schemas.openxmlformats.org/drawingml/2006/main">
              <a:ext uri="{FF2B5EF4-FFF2-40B4-BE49-F238E27FC236}">
                <a16:creationId xmlns:a16="http://schemas.microsoft.com/office/drawing/2014/main" id="{2CB67F6B-3360-4CBC-AFE1-2C6CCD32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266" y="1202956"/>
            <a:ext cx="1000902" cy="187779"/>
          </a:xfrm>
          <a:custGeom xmlns:a="http://schemas.openxmlformats.org/drawingml/2006/main">
            <a:pathLst>
              <a:path w="1000902" h="187779">
                <a:moveTo>
                  <a:pt x="119318" y="0"/>
                </a:moveTo>
                <a:lnTo>
                  <a:pt x="122509" y="47357"/>
                </a:lnTo>
                <a:lnTo>
                  <a:pt x="119318" y="47357"/>
                </a:lnTo>
                <a:cubicBezTo>
                  <a:pt x="115063" y="33113"/>
                  <a:pt x="108989" y="22861"/>
                  <a:pt x="101096" y="16601"/>
                </a:cubicBezTo>
                <a:cubicBezTo>
                  <a:pt x="93203" y="10338"/>
                  <a:pt x="83732" y="7206"/>
                  <a:pt x="72682" y="7206"/>
                </a:cubicBezTo>
                <a:cubicBezTo>
                  <a:pt x="63417" y="7206"/>
                  <a:pt x="55043" y="9559"/>
                  <a:pt x="47562" y="14265"/>
                </a:cubicBezTo>
                <a:cubicBezTo>
                  <a:pt x="40081" y="18968"/>
                  <a:pt x="34196" y="26472"/>
                  <a:pt x="29907" y="36775"/>
                </a:cubicBezTo>
                <a:cubicBezTo>
                  <a:pt x="25617" y="47079"/>
                  <a:pt x="23472" y="59889"/>
                  <a:pt x="23472" y="75207"/>
                </a:cubicBezTo>
                <a:cubicBezTo>
                  <a:pt x="23472" y="87844"/>
                  <a:pt x="25497" y="98800"/>
                  <a:pt x="29546" y="108074"/>
                </a:cubicBezTo>
                <a:cubicBezTo>
                  <a:pt x="33596" y="117346"/>
                  <a:pt x="39687" y="124455"/>
                  <a:pt x="47820" y="129400"/>
                </a:cubicBezTo>
                <a:cubicBezTo>
                  <a:pt x="55953" y="134346"/>
                  <a:pt x="65235" y="136819"/>
                  <a:pt x="75667" y="136819"/>
                </a:cubicBezTo>
                <a:cubicBezTo>
                  <a:pt x="84727" y="136819"/>
                  <a:pt x="92723" y="134880"/>
                  <a:pt x="99655" y="131003"/>
                </a:cubicBezTo>
                <a:cubicBezTo>
                  <a:pt x="106587" y="127125"/>
                  <a:pt x="114205" y="119421"/>
                  <a:pt x="122509" y="107891"/>
                </a:cubicBezTo>
                <a:lnTo>
                  <a:pt x="125701" y="109943"/>
                </a:lnTo>
                <a:cubicBezTo>
                  <a:pt x="118700" y="122333"/>
                  <a:pt x="110533" y="131404"/>
                  <a:pt x="101199" y="137154"/>
                </a:cubicBezTo>
                <a:cubicBezTo>
                  <a:pt x="91865" y="142902"/>
                  <a:pt x="80781" y="145776"/>
                  <a:pt x="67946" y="145776"/>
                </a:cubicBezTo>
                <a:cubicBezTo>
                  <a:pt x="44817" y="145776"/>
                  <a:pt x="26904" y="137208"/>
                  <a:pt x="14207" y="120074"/>
                </a:cubicBezTo>
                <a:cubicBezTo>
                  <a:pt x="4736" y="107328"/>
                  <a:pt x="0" y="92318"/>
                  <a:pt x="0" y="75047"/>
                </a:cubicBezTo>
                <a:cubicBezTo>
                  <a:pt x="0" y="61133"/>
                  <a:pt x="3123" y="48352"/>
                  <a:pt x="9368" y="36701"/>
                </a:cubicBezTo>
                <a:cubicBezTo>
                  <a:pt x="15614" y="25051"/>
                  <a:pt x="24210" y="16021"/>
                  <a:pt x="35157" y="9613"/>
                </a:cubicBezTo>
                <a:cubicBezTo>
                  <a:pt x="46104" y="3204"/>
                  <a:pt x="58063" y="0"/>
                  <a:pt x="71035" y="0"/>
                </a:cubicBezTo>
                <a:cubicBezTo>
                  <a:pt x="81124" y="0"/>
                  <a:pt x="91076" y="2471"/>
                  <a:pt x="100890" y="7412"/>
                </a:cubicBezTo>
                <a:cubicBezTo>
                  <a:pt x="103773" y="8922"/>
                  <a:pt x="105832" y="9677"/>
                  <a:pt x="107067" y="9677"/>
                </a:cubicBezTo>
                <a:cubicBezTo>
                  <a:pt x="108920" y="9677"/>
                  <a:pt x="110533" y="9025"/>
                  <a:pt x="111906" y="7721"/>
                </a:cubicBezTo>
                <a:cubicBezTo>
                  <a:pt x="113690" y="5868"/>
                  <a:pt x="114960" y="3294"/>
                  <a:pt x="115715" y="0"/>
                </a:cubicBezTo>
                <a:lnTo>
                  <a:pt x="119318" y="0"/>
                </a:lnTo>
                <a:close/>
                <a:moveTo>
                  <a:pt x="185722" y="45709"/>
                </a:moveTo>
                <a:cubicBezTo>
                  <a:pt x="199998" y="45709"/>
                  <a:pt x="211459" y="51126"/>
                  <a:pt x="220107" y="61959"/>
                </a:cubicBezTo>
                <a:cubicBezTo>
                  <a:pt x="227451" y="71214"/>
                  <a:pt x="231123" y="81841"/>
                  <a:pt x="231123" y="93841"/>
                </a:cubicBezTo>
                <a:cubicBezTo>
                  <a:pt x="231123" y="102274"/>
                  <a:pt x="229098" y="110811"/>
                  <a:pt x="225049" y="119450"/>
                </a:cubicBezTo>
                <a:cubicBezTo>
                  <a:pt x="220999" y="128087"/>
                  <a:pt x="215423" y="134599"/>
                  <a:pt x="208319" y="138988"/>
                </a:cubicBezTo>
                <a:cubicBezTo>
                  <a:pt x="201216" y="143376"/>
                  <a:pt x="193306" y="145570"/>
                  <a:pt x="184590" y="145570"/>
                </a:cubicBezTo>
                <a:cubicBezTo>
                  <a:pt x="170383" y="145570"/>
                  <a:pt x="159093" y="139913"/>
                  <a:pt x="150719" y="128599"/>
                </a:cubicBezTo>
                <a:cubicBezTo>
                  <a:pt x="143650" y="119070"/>
                  <a:pt x="140116" y="108375"/>
                  <a:pt x="140116" y="96515"/>
                </a:cubicBezTo>
                <a:cubicBezTo>
                  <a:pt x="140116" y="87876"/>
                  <a:pt x="142260" y="79288"/>
                  <a:pt x="146550" y="70752"/>
                </a:cubicBezTo>
                <a:cubicBezTo>
                  <a:pt x="150840" y="62215"/>
                  <a:pt x="156485" y="55908"/>
                  <a:pt x="163485" y="51828"/>
                </a:cubicBezTo>
                <a:cubicBezTo>
                  <a:pt x="170486" y="47749"/>
                  <a:pt x="177898" y="45709"/>
                  <a:pt x="185722" y="45709"/>
                </a:cubicBezTo>
                <a:moveTo>
                  <a:pt x="182531" y="52504"/>
                </a:moveTo>
                <a:cubicBezTo>
                  <a:pt x="178893" y="52504"/>
                  <a:pt x="175238" y="53584"/>
                  <a:pt x="171567" y="55744"/>
                </a:cubicBezTo>
                <a:cubicBezTo>
                  <a:pt x="167895" y="57903"/>
                  <a:pt x="164926" y="61691"/>
                  <a:pt x="162662" y="67107"/>
                </a:cubicBezTo>
                <a:cubicBezTo>
                  <a:pt x="160397" y="72522"/>
                  <a:pt x="159264" y="79480"/>
                  <a:pt x="159264" y="87980"/>
                </a:cubicBezTo>
                <a:cubicBezTo>
                  <a:pt x="159264" y="101689"/>
                  <a:pt x="161992" y="113514"/>
                  <a:pt x="167449" y="123455"/>
                </a:cubicBezTo>
                <a:cubicBezTo>
                  <a:pt x="172905" y="133394"/>
                  <a:pt x="180094" y="138363"/>
                  <a:pt x="189016" y="138363"/>
                </a:cubicBezTo>
                <a:cubicBezTo>
                  <a:pt x="195674" y="138363"/>
                  <a:pt x="201164" y="135621"/>
                  <a:pt x="205488" y="130137"/>
                </a:cubicBezTo>
                <a:cubicBezTo>
                  <a:pt x="209812" y="124653"/>
                  <a:pt x="211974" y="115228"/>
                  <a:pt x="211974" y="101862"/>
                </a:cubicBezTo>
                <a:cubicBezTo>
                  <a:pt x="211974" y="85135"/>
                  <a:pt x="208371" y="71972"/>
                  <a:pt x="201164" y="62374"/>
                </a:cubicBezTo>
                <a:cubicBezTo>
                  <a:pt x="196292" y="55794"/>
                  <a:pt x="190080" y="52504"/>
                  <a:pt x="182531" y="52504"/>
                </a:cubicBezTo>
                <a:close/>
                <a:moveTo>
                  <a:pt x="273023" y="65784"/>
                </a:moveTo>
                <a:cubicBezTo>
                  <a:pt x="279886" y="58921"/>
                  <a:pt x="283935" y="54975"/>
                  <a:pt x="285171" y="53945"/>
                </a:cubicBezTo>
                <a:cubicBezTo>
                  <a:pt x="288259" y="51337"/>
                  <a:pt x="291588" y="49313"/>
                  <a:pt x="295157" y="47871"/>
                </a:cubicBezTo>
                <a:cubicBezTo>
                  <a:pt x="298725" y="46430"/>
                  <a:pt x="302260" y="45709"/>
                  <a:pt x="305760" y="45709"/>
                </a:cubicBezTo>
                <a:cubicBezTo>
                  <a:pt x="311663" y="45709"/>
                  <a:pt x="316742" y="47425"/>
                  <a:pt x="320997" y="50857"/>
                </a:cubicBezTo>
                <a:cubicBezTo>
                  <a:pt x="325252" y="54288"/>
                  <a:pt x="328100" y="59264"/>
                  <a:pt x="329542" y="65784"/>
                </a:cubicBezTo>
                <a:cubicBezTo>
                  <a:pt x="336611" y="57548"/>
                  <a:pt x="342582" y="52144"/>
                  <a:pt x="347455" y="49570"/>
                </a:cubicBezTo>
                <a:cubicBezTo>
                  <a:pt x="352328" y="46996"/>
                  <a:pt x="357338" y="45709"/>
                  <a:pt x="362485" y="45709"/>
                </a:cubicBezTo>
                <a:cubicBezTo>
                  <a:pt x="367495" y="45709"/>
                  <a:pt x="371939" y="46994"/>
                  <a:pt x="375817" y="49563"/>
                </a:cubicBezTo>
                <a:cubicBezTo>
                  <a:pt x="379695" y="52131"/>
                  <a:pt x="382766" y="56325"/>
                  <a:pt x="385031" y="62146"/>
                </a:cubicBezTo>
                <a:cubicBezTo>
                  <a:pt x="386541" y="66118"/>
                  <a:pt x="387296" y="72350"/>
                  <a:pt x="387296" y="80841"/>
                </a:cubicBezTo>
                <a:lnTo>
                  <a:pt x="387296" y="121312"/>
                </a:lnTo>
                <a:cubicBezTo>
                  <a:pt x="387296" y="127202"/>
                  <a:pt x="387742" y="131243"/>
                  <a:pt x="388634" y="133435"/>
                </a:cubicBezTo>
                <a:cubicBezTo>
                  <a:pt x="389321" y="134940"/>
                  <a:pt x="390590" y="136224"/>
                  <a:pt x="392443" y="137286"/>
                </a:cubicBezTo>
                <a:cubicBezTo>
                  <a:pt x="394296" y="138347"/>
                  <a:pt x="397316" y="138878"/>
                  <a:pt x="401503" y="138878"/>
                </a:cubicBezTo>
                <a:lnTo>
                  <a:pt x="401503" y="142687"/>
                </a:lnTo>
                <a:lnTo>
                  <a:pt x="354970" y="142687"/>
                </a:lnTo>
                <a:lnTo>
                  <a:pt x="354970" y="138878"/>
                </a:lnTo>
                <a:lnTo>
                  <a:pt x="356926" y="138878"/>
                </a:lnTo>
                <a:cubicBezTo>
                  <a:pt x="360975" y="138878"/>
                  <a:pt x="364132" y="138093"/>
                  <a:pt x="366397" y="136523"/>
                </a:cubicBezTo>
                <a:cubicBezTo>
                  <a:pt x="367976" y="135429"/>
                  <a:pt x="369108" y="133688"/>
                  <a:pt x="369795" y="131299"/>
                </a:cubicBezTo>
                <a:cubicBezTo>
                  <a:pt x="370069" y="130138"/>
                  <a:pt x="370206" y="126827"/>
                  <a:pt x="370206" y="121364"/>
                </a:cubicBezTo>
                <a:lnTo>
                  <a:pt x="370206" y="81008"/>
                </a:lnTo>
                <a:cubicBezTo>
                  <a:pt x="370206" y="73360"/>
                  <a:pt x="369280" y="67966"/>
                  <a:pt x="367427" y="64826"/>
                </a:cubicBezTo>
                <a:cubicBezTo>
                  <a:pt x="364750" y="60455"/>
                  <a:pt x="360461" y="58269"/>
                  <a:pt x="354558" y="58269"/>
                </a:cubicBezTo>
                <a:cubicBezTo>
                  <a:pt x="350921" y="58269"/>
                  <a:pt x="347266" y="59174"/>
                  <a:pt x="343594" y="60984"/>
                </a:cubicBezTo>
                <a:cubicBezTo>
                  <a:pt x="339922" y="62792"/>
                  <a:pt x="335478" y="66155"/>
                  <a:pt x="330262" y="71073"/>
                </a:cubicBezTo>
                <a:lnTo>
                  <a:pt x="330056" y="72199"/>
                </a:lnTo>
                <a:lnTo>
                  <a:pt x="330262" y="76604"/>
                </a:lnTo>
                <a:lnTo>
                  <a:pt x="330262" y="121364"/>
                </a:lnTo>
                <a:cubicBezTo>
                  <a:pt x="330262" y="127783"/>
                  <a:pt x="330622" y="131778"/>
                  <a:pt x="331343" y="133348"/>
                </a:cubicBezTo>
                <a:cubicBezTo>
                  <a:pt x="332064" y="134918"/>
                  <a:pt x="333419" y="136233"/>
                  <a:pt x="335410" y="137292"/>
                </a:cubicBezTo>
                <a:cubicBezTo>
                  <a:pt x="337400" y="138349"/>
                  <a:pt x="340797" y="138878"/>
                  <a:pt x="345602" y="138878"/>
                </a:cubicBezTo>
                <a:lnTo>
                  <a:pt x="345602" y="142687"/>
                </a:lnTo>
                <a:lnTo>
                  <a:pt x="297936" y="142687"/>
                </a:lnTo>
                <a:lnTo>
                  <a:pt x="297936" y="138878"/>
                </a:lnTo>
                <a:cubicBezTo>
                  <a:pt x="303152" y="138878"/>
                  <a:pt x="306738" y="138264"/>
                  <a:pt x="308694" y="137035"/>
                </a:cubicBezTo>
                <a:cubicBezTo>
                  <a:pt x="310650" y="135806"/>
                  <a:pt x="312006" y="133962"/>
                  <a:pt x="312761" y="131504"/>
                </a:cubicBezTo>
                <a:cubicBezTo>
                  <a:pt x="313104" y="130342"/>
                  <a:pt x="313276" y="126962"/>
                  <a:pt x="313276" y="121364"/>
                </a:cubicBezTo>
                <a:lnTo>
                  <a:pt x="313276" y="81008"/>
                </a:lnTo>
                <a:cubicBezTo>
                  <a:pt x="313276" y="73360"/>
                  <a:pt x="312143" y="67863"/>
                  <a:pt x="309878" y="64517"/>
                </a:cubicBezTo>
                <a:cubicBezTo>
                  <a:pt x="306858" y="60146"/>
                  <a:pt x="302638" y="57960"/>
                  <a:pt x="297216" y="57960"/>
                </a:cubicBezTo>
                <a:cubicBezTo>
                  <a:pt x="293509" y="57960"/>
                  <a:pt x="289838" y="58950"/>
                  <a:pt x="286200" y="60930"/>
                </a:cubicBezTo>
                <a:cubicBezTo>
                  <a:pt x="280503" y="63935"/>
                  <a:pt x="276111" y="67315"/>
                  <a:pt x="273023" y="71070"/>
                </a:cubicBezTo>
                <a:lnTo>
                  <a:pt x="273023" y="121364"/>
                </a:lnTo>
                <a:cubicBezTo>
                  <a:pt x="273023" y="127509"/>
                  <a:pt x="273451" y="131503"/>
                  <a:pt x="274309" y="133348"/>
                </a:cubicBezTo>
                <a:cubicBezTo>
                  <a:pt x="275167" y="135190"/>
                  <a:pt x="276437" y="136573"/>
                  <a:pt x="278118" y="137495"/>
                </a:cubicBezTo>
                <a:cubicBezTo>
                  <a:pt x="279800" y="138417"/>
                  <a:pt x="283214" y="138878"/>
                  <a:pt x="288362" y="138878"/>
                </a:cubicBezTo>
                <a:lnTo>
                  <a:pt x="288362" y="142687"/>
                </a:lnTo>
                <a:lnTo>
                  <a:pt x="241726" y="142687"/>
                </a:lnTo>
                <a:lnTo>
                  <a:pt x="241726" y="138878"/>
                </a:lnTo>
                <a:cubicBezTo>
                  <a:pt x="246050" y="138878"/>
                  <a:pt x="249070" y="138416"/>
                  <a:pt x="250786" y="137492"/>
                </a:cubicBezTo>
                <a:cubicBezTo>
                  <a:pt x="252501" y="136567"/>
                  <a:pt x="253805" y="135095"/>
                  <a:pt x="254698" y="133074"/>
                </a:cubicBezTo>
                <a:cubicBezTo>
                  <a:pt x="255590" y="131054"/>
                  <a:pt x="256036" y="127133"/>
                  <a:pt x="256036" y="121312"/>
                </a:cubicBezTo>
                <a:lnTo>
                  <a:pt x="256036" y="85361"/>
                </a:lnTo>
                <a:cubicBezTo>
                  <a:pt x="256036" y="75019"/>
                  <a:pt x="255727" y="68342"/>
                  <a:pt x="255109" y="65331"/>
                </a:cubicBezTo>
                <a:cubicBezTo>
                  <a:pt x="254629" y="63070"/>
                  <a:pt x="253874" y="61512"/>
                  <a:pt x="252845" y="60656"/>
                </a:cubicBezTo>
                <a:cubicBezTo>
                  <a:pt x="251815" y="59800"/>
                  <a:pt x="250408" y="59373"/>
                  <a:pt x="248624" y="59373"/>
                </a:cubicBezTo>
                <a:cubicBezTo>
                  <a:pt x="246702" y="59373"/>
                  <a:pt x="244403" y="59886"/>
                  <a:pt x="241726" y="60914"/>
                </a:cubicBezTo>
                <a:lnTo>
                  <a:pt x="240182" y="57214"/>
                </a:lnTo>
                <a:lnTo>
                  <a:pt x="268596" y="45709"/>
                </a:lnTo>
                <a:lnTo>
                  <a:pt x="273023" y="45709"/>
                </a:lnTo>
                <a:lnTo>
                  <a:pt x="273023" y="65784"/>
                </a:lnTo>
                <a:close/>
                <a:moveTo>
                  <a:pt x="402259" y="57661"/>
                </a:moveTo>
                <a:lnTo>
                  <a:pt x="431290" y="45915"/>
                </a:lnTo>
                <a:lnTo>
                  <a:pt x="435203" y="45915"/>
                </a:lnTo>
                <a:lnTo>
                  <a:pt x="435203" y="67946"/>
                </a:lnTo>
                <a:cubicBezTo>
                  <a:pt x="440075" y="59642"/>
                  <a:pt x="444966" y="53859"/>
                  <a:pt x="449873" y="50599"/>
                </a:cubicBezTo>
                <a:cubicBezTo>
                  <a:pt x="454780" y="47339"/>
                  <a:pt x="459945" y="45709"/>
                  <a:pt x="465367" y="45709"/>
                </a:cubicBezTo>
                <a:cubicBezTo>
                  <a:pt x="474838" y="45709"/>
                  <a:pt x="482731" y="49411"/>
                  <a:pt x="489045" y="56815"/>
                </a:cubicBezTo>
                <a:cubicBezTo>
                  <a:pt x="496800" y="65866"/>
                  <a:pt x="500678" y="77659"/>
                  <a:pt x="500678" y="92194"/>
                </a:cubicBezTo>
                <a:cubicBezTo>
                  <a:pt x="500678" y="108443"/>
                  <a:pt x="496011" y="121881"/>
                  <a:pt x="486677" y="132508"/>
                </a:cubicBezTo>
                <a:cubicBezTo>
                  <a:pt x="478990" y="141216"/>
                  <a:pt x="469313" y="145570"/>
                  <a:pt x="457645" y="145570"/>
                </a:cubicBezTo>
                <a:cubicBezTo>
                  <a:pt x="452567" y="145570"/>
                  <a:pt x="448174" y="144849"/>
                  <a:pt x="444468" y="143408"/>
                </a:cubicBezTo>
                <a:cubicBezTo>
                  <a:pt x="441723" y="142378"/>
                  <a:pt x="438634" y="140319"/>
                  <a:pt x="435203" y="137231"/>
                </a:cubicBezTo>
                <a:lnTo>
                  <a:pt x="435203" y="165954"/>
                </a:lnTo>
                <a:cubicBezTo>
                  <a:pt x="435203" y="172405"/>
                  <a:pt x="435597" y="176506"/>
                  <a:pt x="436386" y="178256"/>
                </a:cubicBezTo>
                <a:cubicBezTo>
                  <a:pt x="437176" y="180006"/>
                  <a:pt x="438548" y="181396"/>
                  <a:pt x="440504" y="182426"/>
                </a:cubicBezTo>
                <a:cubicBezTo>
                  <a:pt x="442460" y="183455"/>
                  <a:pt x="446012" y="183970"/>
                  <a:pt x="451160" y="183970"/>
                </a:cubicBezTo>
                <a:lnTo>
                  <a:pt x="451160" y="187779"/>
                </a:lnTo>
                <a:lnTo>
                  <a:pt x="401744" y="187779"/>
                </a:lnTo>
                <a:lnTo>
                  <a:pt x="401744" y="183970"/>
                </a:lnTo>
                <a:lnTo>
                  <a:pt x="404318" y="183970"/>
                </a:lnTo>
                <a:cubicBezTo>
                  <a:pt x="408093" y="184038"/>
                  <a:pt x="411318" y="183317"/>
                  <a:pt x="413995" y="181805"/>
                </a:cubicBezTo>
                <a:cubicBezTo>
                  <a:pt x="415299" y="181050"/>
                  <a:pt x="416311" y="179830"/>
                  <a:pt x="417032" y="178147"/>
                </a:cubicBezTo>
                <a:cubicBezTo>
                  <a:pt x="417753" y="176465"/>
                  <a:pt x="418113" y="172191"/>
                  <a:pt x="418113" y="165323"/>
                </a:cubicBezTo>
                <a:lnTo>
                  <a:pt x="418113" y="76102"/>
                </a:lnTo>
                <a:cubicBezTo>
                  <a:pt x="418113" y="69989"/>
                  <a:pt x="417838" y="66109"/>
                  <a:pt x="417289" y="64462"/>
                </a:cubicBezTo>
                <a:cubicBezTo>
                  <a:pt x="416740" y="62813"/>
                  <a:pt x="415865" y="61576"/>
                  <a:pt x="414664" y="60753"/>
                </a:cubicBezTo>
                <a:cubicBezTo>
                  <a:pt x="413463" y="59927"/>
                  <a:pt x="411833" y="59514"/>
                  <a:pt x="409774" y="59514"/>
                </a:cubicBezTo>
                <a:cubicBezTo>
                  <a:pt x="408127" y="59514"/>
                  <a:pt x="406034" y="59995"/>
                  <a:pt x="403494" y="60955"/>
                </a:cubicBezTo>
                <a:lnTo>
                  <a:pt x="402259" y="57661"/>
                </a:lnTo>
                <a:moveTo>
                  <a:pt x="435203" y="74207"/>
                </a:moveTo>
                <a:lnTo>
                  <a:pt x="435203" y="109370"/>
                </a:lnTo>
                <a:cubicBezTo>
                  <a:pt x="435203" y="116980"/>
                  <a:pt x="435511" y="121984"/>
                  <a:pt x="436129" y="124382"/>
                </a:cubicBezTo>
                <a:cubicBezTo>
                  <a:pt x="437090" y="128358"/>
                  <a:pt x="439441" y="131854"/>
                  <a:pt x="443181" y="134870"/>
                </a:cubicBezTo>
                <a:cubicBezTo>
                  <a:pt x="446922" y="137885"/>
                  <a:pt x="451640" y="139393"/>
                  <a:pt x="457337" y="139393"/>
                </a:cubicBezTo>
                <a:cubicBezTo>
                  <a:pt x="464200" y="139393"/>
                  <a:pt x="469759" y="136719"/>
                  <a:pt x="474014" y="131373"/>
                </a:cubicBezTo>
                <a:cubicBezTo>
                  <a:pt x="479574" y="124383"/>
                  <a:pt x="482353" y="114547"/>
                  <a:pt x="482353" y="101865"/>
                </a:cubicBezTo>
                <a:cubicBezTo>
                  <a:pt x="482353" y="87471"/>
                  <a:pt x="479196" y="76402"/>
                  <a:pt x="472882" y="68657"/>
                </a:cubicBezTo>
                <a:cubicBezTo>
                  <a:pt x="468489" y="63310"/>
                  <a:pt x="463273" y="60637"/>
                  <a:pt x="457234" y="60637"/>
                </a:cubicBezTo>
                <a:cubicBezTo>
                  <a:pt x="453939" y="60637"/>
                  <a:pt x="450679" y="61459"/>
                  <a:pt x="447453" y="63104"/>
                </a:cubicBezTo>
                <a:cubicBezTo>
                  <a:pt x="444983" y="64338"/>
                  <a:pt x="440899" y="68039"/>
                  <a:pt x="435203" y="74207"/>
                </a:cubicBezTo>
                <a:close/>
                <a:moveTo>
                  <a:pt x="567904" y="129098"/>
                </a:moveTo>
                <a:cubicBezTo>
                  <a:pt x="558227" y="136579"/>
                  <a:pt x="552153" y="140903"/>
                  <a:pt x="549682" y="142070"/>
                </a:cubicBezTo>
                <a:cubicBezTo>
                  <a:pt x="545976" y="143854"/>
                  <a:pt x="542029" y="144746"/>
                  <a:pt x="537843" y="144746"/>
                </a:cubicBezTo>
                <a:cubicBezTo>
                  <a:pt x="531323" y="144746"/>
                  <a:pt x="525952" y="142516"/>
                  <a:pt x="521731" y="138055"/>
                </a:cubicBezTo>
                <a:cubicBezTo>
                  <a:pt x="517510" y="133593"/>
                  <a:pt x="515400" y="127725"/>
                  <a:pt x="515400" y="120450"/>
                </a:cubicBezTo>
                <a:cubicBezTo>
                  <a:pt x="515400" y="115852"/>
                  <a:pt x="516429" y="111871"/>
                  <a:pt x="518488" y="108508"/>
                </a:cubicBezTo>
                <a:cubicBezTo>
                  <a:pt x="521302" y="103841"/>
                  <a:pt x="526192" y="99449"/>
                  <a:pt x="533158" y="95331"/>
                </a:cubicBezTo>
                <a:cubicBezTo>
                  <a:pt x="540125" y="91213"/>
                  <a:pt x="551706" y="86203"/>
                  <a:pt x="567904" y="80300"/>
                </a:cubicBezTo>
                <a:lnTo>
                  <a:pt x="567904" y="76594"/>
                </a:lnTo>
                <a:cubicBezTo>
                  <a:pt x="567904" y="67191"/>
                  <a:pt x="566411" y="60740"/>
                  <a:pt x="563425" y="57240"/>
                </a:cubicBezTo>
                <a:cubicBezTo>
                  <a:pt x="560440" y="53739"/>
                  <a:pt x="556099" y="51989"/>
                  <a:pt x="550402" y="51989"/>
                </a:cubicBezTo>
                <a:cubicBezTo>
                  <a:pt x="546079" y="51989"/>
                  <a:pt x="542647" y="53152"/>
                  <a:pt x="540108" y="55477"/>
                </a:cubicBezTo>
                <a:cubicBezTo>
                  <a:pt x="537499" y="57802"/>
                  <a:pt x="536195" y="60469"/>
                  <a:pt x="536195" y="63478"/>
                </a:cubicBezTo>
                <a:lnTo>
                  <a:pt x="536401" y="69426"/>
                </a:lnTo>
                <a:cubicBezTo>
                  <a:pt x="536401" y="72570"/>
                  <a:pt x="535595" y="74997"/>
                  <a:pt x="533982" y="76707"/>
                </a:cubicBezTo>
                <a:cubicBezTo>
                  <a:pt x="532369" y="78416"/>
                  <a:pt x="530259" y="79271"/>
                  <a:pt x="527651" y="79271"/>
                </a:cubicBezTo>
                <a:cubicBezTo>
                  <a:pt x="525111" y="79271"/>
                  <a:pt x="523035" y="78382"/>
                  <a:pt x="521422" y="76604"/>
                </a:cubicBezTo>
                <a:cubicBezTo>
                  <a:pt x="519809" y="74824"/>
                  <a:pt x="519003" y="72394"/>
                  <a:pt x="519003" y="69314"/>
                </a:cubicBezTo>
                <a:cubicBezTo>
                  <a:pt x="519003" y="63431"/>
                  <a:pt x="522023" y="58026"/>
                  <a:pt x="528062" y="53099"/>
                </a:cubicBezTo>
                <a:cubicBezTo>
                  <a:pt x="534102" y="48173"/>
                  <a:pt x="542578" y="45709"/>
                  <a:pt x="553491" y="45709"/>
                </a:cubicBezTo>
                <a:cubicBezTo>
                  <a:pt x="561864" y="45709"/>
                  <a:pt x="568727" y="47114"/>
                  <a:pt x="574081" y="49924"/>
                </a:cubicBezTo>
                <a:cubicBezTo>
                  <a:pt x="578130" y="52049"/>
                  <a:pt x="581116" y="55375"/>
                  <a:pt x="583037" y="59900"/>
                </a:cubicBezTo>
                <a:cubicBezTo>
                  <a:pt x="584273" y="62847"/>
                  <a:pt x="584890" y="68879"/>
                  <a:pt x="584890" y="77997"/>
                </a:cubicBezTo>
                <a:lnTo>
                  <a:pt x="584890" y="109975"/>
                </a:lnTo>
                <a:cubicBezTo>
                  <a:pt x="584890" y="118955"/>
                  <a:pt x="585062" y="124457"/>
                  <a:pt x="585405" y="126479"/>
                </a:cubicBezTo>
                <a:cubicBezTo>
                  <a:pt x="585748" y="128502"/>
                  <a:pt x="586314" y="129856"/>
                  <a:pt x="587104" y="130543"/>
                </a:cubicBezTo>
                <a:cubicBezTo>
                  <a:pt x="587893" y="131227"/>
                  <a:pt x="588802" y="131569"/>
                  <a:pt x="589832" y="131569"/>
                </a:cubicBezTo>
                <a:cubicBezTo>
                  <a:pt x="590930" y="131569"/>
                  <a:pt x="591891" y="131329"/>
                  <a:pt x="592714" y="130848"/>
                </a:cubicBezTo>
                <a:cubicBezTo>
                  <a:pt x="594156" y="129956"/>
                  <a:pt x="596935" y="127451"/>
                  <a:pt x="601053" y="123333"/>
                </a:cubicBezTo>
                <a:lnTo>
                  <a:pt x="601053" y="129098"/>
                </a:lnTo>
                <a:cubicBezTo>
                  <a:pt x="593366" y="139393"/>
                  <a:pt x="586023" y="144540"/>
                  <a:pt x="579022" y="144540"/>
                </a:cubicBezTo>
                <a:cubicBezTo>
                  <a:pt x="575659" y="144540"/>
                  <a:pt x="572983" y="143374"/>
                  <a:pt x="570992" y="141040"/>
                </a:cubicBezTo>
                <a:cubicBezTo>
                  <a:pt x="569002" y="138707"/>
                  <a:pt x="567972" y="134726"/>
                  <a:pt x="567904" y="129098"/>
                </a:cubicBezTo>
                <a:moveTo>
                  <a:pt x="567904" y="122348"/>
                </a:moveTo>
                <a:lnTo>
                  <a:pt x="567904" y="86580"/>
                </a:lnTo>
                <a:cubicBezTo>
                  <a:pt x="557540" y="90679"/>
                  <a:pt x="550849" y="93583"/>
                  <a:pt x="547829" y="95292"/>
                </a:cubicBezTo>
                <a:cubicBezTo>
                  <a:pt x="542407" y="98299"/>
                  <a:pt x="538529" y="101442"/>
                  <a:pt x="536195" y="104722"/>
                </a:cubicBezTo>
                <a:cubicBezTo>
                  <a:pt x="533862" y="108001"/>
                  <a:pt x="532695" y="111588"/>
                  <a:pt x="532695" y="115483"/>
                </a:cubicBezTo>
                <a:cubicBezTo>
                  <a:pt x="532695" y="120403"/>
                  <a:pt x="534171" y="124486"/>
                  <a:pt x="537122" y="127731"/>
                </a:cubicBezTo>
                <a:cubicBezTo>
                  <a:pt x="540073" y="130976"/>
                  <a:pt x="543471" y="132598"/>
                  <a:pt x="547314" y="132598"/>
                </a:cubicBezTo>
                <a:cubicBezTo>
                  <a:pt x="552530" y="132598"/>
                  <a:pt x="559393" y="129182"/>
                  <a:pt x="567904" y="122348"/>
                </a:cubicBezTo>
                <a:close/>
                <a:moveTo>
                  <a:pt x="635676" y="45709"/>
                </a:moveTo>
                <a:lnTo>
                  <a:pt x="635676" y="66917"/>
                </a:lnTo>
                <a:cubicBezTo>
                  <a:pt x="643569" y="52779"/>
                  <a:pt x="651668" y="45709"/>
                  <a:pt x="659972" y="45709"/>
                </a:cubicBezTo>
                <a:cubicBezTo>
                  <a:pt x="663747" y="45709"/>
                  <a:pt x="666870" y="46859"/>
                  <a:pt x="669341" y="49158"/>
                </a:cubicBezTo>
                <a:cubicBezTo>
                  <a:pt x="671811" y="51457"/>
                  <a:pt x="673047" y="54117"/>
                  <a:pt x="673047" y="57137"/>
                </a:cubicBezTo>
                <a:cubicBezTo>
                  <a:pt x="673047" y="59813"/>
                  <a:pt x="672155" y="62078"/>
                  <a:pt x="670370" y="63931"/>
                </a:cubicBezTo>
                <a:cubicBezTo>
                  <a:pt x="668586" y="65784"/>
                  <a:pt x="666458" y="66711"/>
                  <a:pt x="663987" y="66711"/>
                </a:cubicBezTo>
                <a:cubicBezTo>
                  <a:pt x="661585" y="66711"/>
                  <a:pt x="658891" y="65527"/>
                  <a:pt x="655906" y="63159"/>
                </a:cubicBezTo>
                <a:cubicBezTo>
                  <a:pt x="652920" y="60791"/>
                  <a:pt x="650707" y="59607"/>
                  <a:pt x="649266" y="59607"/>
                </a:cubicBezTo>
                <a:cubicBezTo>
                  <a:pt x="648030" y="59607"/>
                  <a:pt x="646692" y="60292"/>
                  <a:pt x="645251" y="61660"/>
                </a:cubicBezTo>
                <a:cubicBezTo>
                  <a:pt x="642162" y="64467"/>
                  <a:pt x="638971" y="69088"/>
                  <a:pt x="635676" y="75523"/>
                </a:cubicBezTo>
                <a:lnTo>
                  <a:pt x="635676" y="120602"/>
                </a:lnTo>
                <a:cubicBezTo>
                  <a:pt x="635676" y="125803"/>
                  <a:pt x="636328" y="129738"/>
                  <a:pt x="637632" y="132408"/>
                </a:cubicBezTo>
                <a:cubicBezTo>
                  <a:pt x="638525" y="134257"/>
                  <a:pt x="640103" y="135798"/>
                  <a:pt x="642368" y="137032"/>
                </a:cubicBezTo>
                <a:cubicBezTo>
                  <a:pt x="644633" y="138263"/>
                  <a:pt x="647893" y="138878"/>
                  <a:pt x="652148" y="138878"/>
                </a:cubicBezTo>
                <a:lnTo>
                  <a:pt x="652148" y="142687"/>
                </a:lnTo>
                <a:lnTo>
                  <a:pt x="603865" y="142687"/>
                </a:lnTo>
                <a:lnTo>
                  <a:pt x="603865" y="138878"/>
                </a:lnTo>
                <a:cubicBezTo>
                  <a:pt x="608669" y="138878"/>
                  <a:pt x="612238" y="138125"/>
                  <a:pt x="614572" y="136620"/>
                </a:cubicBezTo>
                <a:cubicBezTo>
                  <a:pt x="616288" y="135524"/>
                  <a:pt x="617489" y="133777"/>
                  <a:pt x="618175" y="131379"/>
                </a:cubicBezTo>
                <a:cubicBezTo>
                  <a:pt x="618518" y="130214"/>
                  <a:pt x="618690" y="126893"/>
                  <a:pt x="618690" y="121415"/>
                </a:cubicBezTo>
                <a:lnTo>
                  <a:pt x="618690" y="84949"/>
                </a:lnTo>
                <a:cubicBezTo>
                  <a:pt x="618690" y="73991"/>
                  <a:pt x="618467" y="67469"/>
                  <a:pt x="618021" y="65382"/>
                </a:cubicBezTo>
                <a:cubicBezTo>
                  <a:pt x="617575" y="63293"/>
                  <a:pt x="616751" y="61769"/>
                  <a:pt x="615550" y="60811"/>
                </a:cubicBezTo>
                <a:cubicBezTo>
                  <a:pt x="614349" y="59852"/>
                  <a:pt x="612856" y="59373"/>
                  <a:pt x="611072" y="59373"/>
                </a:cubicBezTo>
                <a:cubicBezTo>
                  <a:pt x="608944" y="59373"/>
                  <a:pt x="606542" y="59886"/>
                  <a:pt x="603865" y="60914"/>
                </a:cubicBezTo>
                <a:lnTo>
                  <a:pt x="602836" y="57214"/>
                </a:lnTo>
                <a:lnTo>
                  <a:pt x="631353" y="45709"/>
                </a:lnTo>
                <a:lnTo>
                  <a:pt x="635676" y="45709"/>
                </a:lnTo>
                <a:close/>
                <a:moveTo>
                  <a:pt x="731726" y="129098"/>
                </a:moveTo>
                <a:cubicBezTo>
                  <a:pt x="722049" y="136579"/>
                  <a:pt x="715975" y="140903"/>
                  <a:pt x="713504" y="142070"/>
                </a:cubicBezTo>
                <a:cubicBezTo>
                  <a:pt x="709798" y="143854"/>
                  <a:pt x="705852" y="144746"/>
                  <a:pt x="701665" y="144746"/>
                </a:cubicBezTo>
                <a:cubicBezTo>
                  <a:pt x="695145" y="144746"/>
                  <a:pt x="689775" y="142516"/>
                  <a:pt x="685554" y="138055"/>
                </a:cubicBezTo>
                <a:cubicBezTo>
                  <a:pt x="681333" y="133593"/>
                  <a:pt x="679222" y="127725"/>
                  <a:pt x="679222" y="120450"/>
                </a:cubicBezTo>
                <a:cubicBezTo>
                  <a:pt x="679222" y="115852"/>
                  <a:pt x="680252" y="111871"/>
                  <a:pt x="682311" y="108508"/>
                </a:cubicBezTo>
                <a:cubicBezTo>
                  <a:pt x="685125" y="103841"/>
                  <a:pt x="690015" y="99449"/>
                  <a:pt x="696981" y="95331"/>
                </a:cubicBezTo>
                <a:cubicBezTo>
                  <a:pt x="703947" y="91213"/>
                  <a:pt x="715529" y="86203"/>
                  <a:pt x="731726" y="80300"/>
                </a:cubicBezTo>
                <a:lnTo>
                  <a:pt x="731726" y="76594"/>
                </a:lnTo>
                <a:cubicBezTo>
                  <a:pt x="731726" y="67191"/>
                  <a:pt x="730233" y="60740"/>
                  <a:pt x="727248" y="57240"/>
                </a:cubicBezTo>
                <a:cubicBezTo>
                  <a:pt x="724262" y="53739"/>
                  <a:pt x="719921" y="51989"/>
                  <a:pt x="714225" y="51989"/>
                </a:cubicBezTo>
                <a:cubicBezTo>
                  <a:pt x="709901" y="51989"/>
                  <a:pt x="706469" y="53152"/>
                  <a:pt x="703930" y="55477"/>
                </a:cubicBezTo>
                <a:cubicBezTo>
                  <a:pt x="701322" y="57802"/>
                  <a:pt x="700018" y="60469"/>
                  <a:pt x="700018" y="63478"/>
                </a:cubicBezTo>
                <a:lnTo>
                  <a:pt x="700224" y="69426"/>
                </a:lnTo>
                <a:cubicBezTo>
                  <a:pt x="700224" y="72570"/>
                  <a:pt x="699417" y="74997"/>
                  <a:pt x="697805" y="76707"/>
                </a:cubicBezTo>
                <a:cubicBezTo>
                  <a:pt x="696192" y="78416"/>
                  <a:pt x="694081" y="79271"/>
                  <a:pt x="691473" y="79271"/>
                </a:cubicBezTo>
                <a:cubicBezTo>
                  <a:pt x="688934" y="79271"/>
                  <a:pt x="686858" y="78382"/>
                  <a:pt x="685245" y="76604"/>
                </a:cubicBezTo>
                <a:cubicBezTo>
                  <a:pt x="683632" y="74824"/>
                  <a:pt x="682825" y="72394"/>
                  <a:pt x="682825" y="69314"/>
                </a:cubicBezTo>
                <a:cubicBezTo>
                  <a:pt x="682825" y="63431"/>
                  <a:pt x="685845" y="58026"/>
                  <a:pt x="691885" y="53099"/>
                </a:cubicBezTo>
                <a:cubicBezTo>
                  <a:pt x="697925" y="48173"/>
                  <a:pt x="706401" y="45709"/>
                  <a:pt x="717313" y="45709"/>
                </a:cubicBezTo>
                <a:cubicBezTo>
                  <a:pt x="725687" y="45709"/>
                  <a:pt x="732550" y="47114"/>
                  <a:pt x="737903" y="49924"/>
                </a:cubicBezTo>
                <a:cubicBezTo>
                  <a:pt x="741952" y="52049"/>
                  <a:pt x="744938" y="55375"/>
                  <a:pt x="746860" y="59900"/>
                </a:cubicBezTo>
                <a:cubicBezTo>
                  <a:pt x="748095" y="62847"/>
                  <a:pt x="748713" y="68879"/>
                  <a:pt x="748713" y="77997"/>
                </a:cubicBezTo>
                <a:lnTo>
                  <a:pt x="748713" y="109975"/>
                </a:lnTo>
                <a:cubicBezTo>
                  <a:pt x="748713" y="118955"/>
                  <a:pt x="748884" y="124457"/>
                  <a:pt x="749228" y="126479"/>
                </a:cubicBezTo>
                <a:cubicBezTo>
                  <a:pt x="749571" y="128502"/>
                  <a:pt x="750137" y="129856"/>
                  <a:pt x="750926" y="130543"/>
                </a:cubicBezTo>
                <a:cubicBezTo>
                  <a:pt x="751715" y="131227"/>
                  <a:pt x="752625" y="131569"/>
                  <a:pt x="753654" y="131569"/>
                </a:cubicBezTo>
                <a:cubicBezTo>
                  <a:pt x="754752" y="131569"/>
                  <a:pt x="755713" y="131329"/>
                  <a:pt x="756537" y="130848"/>
                </a:cubicBezTo>
                <a:cubicBezTo>
                  <a:pt x="757978" y="129956"/>
                  <a:pt x="760758" y="127451"/>
                  <a:pt x="764876" y="123333"/>
                </a:cubicBezTo>
                <a:lnTo>
                  <a:pt x="764876" y="129098"/>
                </a:lnTo>
                <a:cubicBezTo>
                  <a:pt x="757189" y="139393"/>
                  <a:pt x="749845" y="144540"/>
                  <a:pt x="742845" y="144540"/>
                </a:cubicBezTo>
                <a:cubicBezTo>
                  <a:pt x="739482" y="144540"/>
                  <a:pt x="736805" y="143374"/>
                  <a:pt x="734815" y="141040"/>
                </a:cubicBezTo>
                <a:cubicBezTo>
                  <a:pt x="732824" y="138707"/>
                  <a:pt x="731795" y="134726"/>
                  <a:pt x="731726" y="129098"/>
                </a:cubicBezTo>
                <a:moveTo>
                  <a:pt x="731726" y="122348"/>
                </a:moveTo>
                <a:lnTo>
                  <a:pt x="731726" y="86580"/>
                </a:lnTo>
                <a:cubicBezTo>
                  <a:pt x="721363" y="90679"/>
                  <a:pt x="714671" y="93583"/>
                  <a:pt x="711651" y="95292"/>
                </a:cubicBezTo>
                <a:cubicBezTo>
                  <a:pt x="706229" y="98299"/>
                  <a:pt x="702351" y="101442"/>
                  <a:pt x="700018" y="104722"/>
                </a:cubicBezTo>
                <a:cubicBezTo>
                  <a:pt x="697684" y="108001"/>
                  <a:pt x="696518" y="111588"/>
                  <a:pt x="696518" y="115483"/>
                </a:cubicBezTo>
                <a:cubicBezTo>
                  <a:pt x="696518" y="120403"/>
                  <a:pt x="697993" y="124486"/>
                  <a:pt x="700944" y="127731"/>
                </a:cubicBezTo>
                <a:cubicBezTo>
                  <a:pt x="703896" y="130976"/>
                  <a:pt x="707293" y="132598"/>
                  <a:pt x="711136" y="132598"/>
                </a:cubicBezTo>
                <a:cubicBezTo>
                  <a:pt x="716353" y="132598"/>
                  <a:pt x="723216" y="129182"/>
                  <a:pt x="731726" y="122348"/>
                </a:cubicBezTo>
                <a:close/>
                <a:moveTo>
                  <a:pt x="799293" y="17295"/>
                </a:moveTo>
                <a:lnTo>
                  <a:pt x="799293" y="48386"/>
                </a:lnTo>
                <a:lnTo>
                  <a:pt x="821324" y="48386"/>
                </a:lnTo>
                <a:lnTo>
                  <a:pt x="821324" y="55592"/>
                </a:lnTo>
                <a:lnTo>
                  <a:pt x="799293" y="55592"/>
                </a:lnTo>
                <a:lnTo>
                  <a:pt x="799293" y="116660"/>
                </a:lnTo>
                <a:cubicBezTo>
                  <a:pt x="799293" y="122762"/>
                  <a:pt x="800168" y="126876"/>
                  <a:pt x="801918" y="129001"/>
                </a:cubicBezTo>
                <a:cubicBezTo>
                  <a:pt x="803668" y="131125"/>
                  <a:pt x="805916" y="132186"/>
                  <a:pt x="808661" y="132186"/>
                </a:cubicBezTo>
                <a:cubicBezTo>
                  <a:pt x="810926" y="132186"/>
                  <a:pt x="813122" y="131483"/>
                  <a:pt x="815250" y="130076"/>
                </a:cubicBezTo>
                <a:cubicBezTo>
                  <a:pt x="817377" y="128669"/>
                  <a:pt x="819025" y="126593"/>
                  <a:pt x="820191" y="123848"/>
                </a:cubicBezTo>
                <a:lnTo>
                  <a:pt x="824206" y="123848"/>
                </a:lnTo>
                <a:cubicBezTo>
                  <a:pt x="821804" y="130593"/>
                  <a:pt x="818407" y="135694"/>
                  <a:pt x="814014" y="139152"/>
                </a:cubicBezTo>
                <a:cubicBezTo>
                  <a:pt x="809622" y="142607"/>
                  <a:pt x="805092" y="144334"/>
                  <a:pt x="800425" y="144334"/>
                </a:cubicBezTo>
                <a:cubicBezTo>
                  <a:pt x="797268" y="144334"/>
                  <a:pt x="794180" y="143458"/>
                  <a:pt x="791160" y="141706"/>
                </a:cubicBezTo>
                <a:cubicBezTo>
                  <a:pt x="788140" y="139954"/>
                  <a:pt x="785909" y="137447"/>
                  <a:pt x="784468" y="134184"/>
                </a:cubicBezTo>
                <a:cubicBezTo>
                  <a:pt x="783027" y="130920"/>
                  <a:pt x="782306" y="125886"/>
                  <a:pt x="782306" y="119083"/>
                </a:cubicBezTo>
                <a:lnTo>
                  <a:pt x="782306" y="55592"/>
                </a:lnTo>
                <a:lnTo>
                  <a:pt x="767379" y="55592"/>
                </a:lnTo>
                <a:lnTo>
                  <a:pt x="767379" y="52195"/>
                </a:lnTo>
                <a:cubicBezTo>
                  <a:pt x="771153" y="50681"/>
                  <a:pt x="775014" y="48117"/>
                  <a:pt x="778960" y="44503"/>
                </a:cubicBezTo>
                <a:cubicBezTo>
                  <a:pt x="782907" y="40889"/>
                  <a:pt x="786424" y="36604"/>
                  <a:pt x="789513" y="31647"/>
                </a:cubicBezTo>
                <a:cubicBezTo>
                  <a:pt x="791091" y="29033"/>
                  <a:pt x="793287" y="24249"/>
                  <a:pt x="796101" y="17295"/>
                </a:cubicBezTo>
                <a:lnTo>
                  <a:pt x="799293" y="17295"/>
                </a:lnTo>
                <a:close/>
                <a:moveTo>
                  <a:pt x="876643" y="45709"/>
                </a:moveTo>
                <a:cubicBezTo>
                  <a:pt x="890918" y="45709"/>
                  <a:pt x="902380" y="51126"/>
                  <a:pt x="911028" y="61959"/>
                </a:cubicBezTo>
                <a:cubicBezTo>
                  <a:pt x="918371" y="71214"/>
                  <a:pt x="922043" y="81841"/>
                  <a:pt x="922043" y="93841"/>
                </a:cubicBezTo>
                <a:cubicBezTo>
                  <a:pt x="922043" y="102274"/>
                  <a:pt x="920019" y="110811"/>
                  <a:pt x="915969" y="119450"/>
                </a:cubicBezTo>
                <a:cubicBezTo>
                  <a:pt x="911920" y="128087"/>
                  <a:pt x="906344" y="134599"/>
                  <a:pt x="899240" y="138988"/>
                </a:cubicBezTo>
                <a:cubicBezTo>
                  <a:pt x="892137" y="143376"/>
                  <a:pt x="884227" y="145570"/>
                  <a:pt x="875510" y="145570"/>
                </a:cubicBezTo>
                <a:cubicBezTo>
                  <a:pt x="861303" y="145570"/>
                  <a:pt x="850013" y="139913"/>
                  <a:pt x="841640" y="128599"/>
                </a:cubicBezTo>
                <a:cubicBezTo>
                  <a:pt x="834571" y="119070"/>
                  <a:pt x="831036" y="108375"/>
                  <a:pt x="831036" y="96515"/>
                </a:cubicBezTo>
                <a:cubicBezTo>
                  <a:pt x="831036" y="87876"/>
                  <a:pt x="833181" y="79288"/>
                  <a:pt x="837471" y="70752"/>
                </a:cubicBezTo>
                <a:cubicBezTo>
                  <a:pt x="841760" y="62215"/>
                  <a:pt x="847405" y="55908"/>
                  <a:pt x="854406" y="51828"/>
                </a:cubicBezTo>
                <a:cubicBezTo>
                  <a:pt x="861406" y="47749"/>
                  <a:pt x="868819" y="45709"/>
                  <a:pt x="876643" y="45709"/>
                </a:cubicBezTo>
                <a:moveTo>
                  <a:pt x="873451" y="52504"/>
                </a:moveTo>
                <a:cubicBezTo>
                  <a:pt x="869814" y="52504"/>
                  <a:pt x="866159" y="53584"/>
                  <a:pt x="862487" y="55744"/>
                </a:cubicBezTo>
                <a:cubicBezTo>
                  <a:pt x="858815" y="57903"/>
                  <a:pt x="855847" y="61691"/>
                  <a:pt x="853582" y="67107"/>
                </a:cubicBezTo>
                <a:cubicBezTo>
                  <a:pt x="851317" y="72522"/>
                  <a:pt x="850185" y="79480"/>
                  <a:pt x="850185" y="87980"/>
                </a:cubicBezTo>
                <a:cubicBezTo>
                  <a:pt x="850185" y="101689"/>
                  <a:pt x="852913" y="113514"/>
                  <a:pt x="858369" y="123455"/>
                </a:cubicBezTo>
                <a:cubicBezTo>
                  <a:pt x="863826" y="133394"/>
                  <a:pt x="871015" y="138363"/>
                  <a:pt x="879937" y="138363"/>
                </a:cubicBezTo>
                <a:cubicBezTo>
                  <a:pt x="886594" y="138363"/>
                  <a:pt x="892085" y="135621"/>
                  <a:pt x="896409" y="130137"/>
                </a:cubicBezTo>
                <a:cubicBezTo>
                  <a:pt x="900733" y="124653"/>
                  <a:pt x="902895" y="115228"/>
                  <a:pt x="902895" y="101862"/>
                </a:cubicBezTo>
                <a:cubicBezTo>
                  <a:pt x="902895" y="85135"/>
                  <a:pt x="899291" y="71972"/>
                  <a:pt x="892085" y="62374"/>
                </a:cubicBezTo>
                <a:cubicBezTo>
                  <a:pt x="887212" y="55794"/>
                  <a:pt x="881001" y="52504"/>
                  <a:pt x="873451" y="52504"/>
                </a:cubicBezTo>
                <a:close/>
                <a:moveTo>
                  <a:pt x="963532" y="45709"/>
                </a:moveTo>
                <a:lnTo>
                  <a:pt x="963532" y="66917"/>
                </a:lnTo>
                <a:cubicBezTo>
                  <a:pt x="971425" y="52779"/>
                  <a:pt x="979523" y="45709"/>
                  <a:pt x="987828" y="45709"/>
                </a:cubicBezTo>
                <a:cubicBezTo>
                  <a:pt x="991603" y="45709"/>
                  <a:pt x="994725" y="46859"/>
                  <a:pt x="997196" y="49158"/>
                </a:cubicBezTo>
                <a:cubicBezTo>
                  <a:pt x="999667" y="51457"/>
                  <a:pt x="1000902" y="54117"/>
                  <a:pt x="1000902" y="57137"/>
                </a:cubicBezTo>
                <a:cubicBezTo>
                  <a:pt x="1000902" y="59813"/>
                  <a:pt x="1000010" y="62078"/>
                  <a:pt x="998226" y="63931"/>
                </a:cubicBezTo>
                <a:cubicBezTo>
                  <a:pt x="996441" y="65784"/>
                  <a:pt x="994314" y="66711"/>
                  <a:pt x="991843" y="66711"/>
                </a:cubicBezTo>
                <a:cubicBezTo>
                  <a:pt x="989441" y="66711"/>
                  <a:pt x="986747" y="65527"/>
                  <a:pt x="983761" y="63159"/>
                </a:cubicBezTo>
                <a:cubicBezTo>
                  <a:pt x="980776" y="60791"/>
                  <a:pt x="978562" y="59607"/>
                  <a:pt x="977121" y="59607"/>
                </a:cubicBezTo>
                <a:cubicBezTo>
                  <a:pt x="975886" y="59607"/>
                  <a:pt x="974547" y="60292"/>
                  <a:pt x="973106" y="61660"/>
                </a:cubicBezTo>
                <a:cubicBezTo>
                  <a:pt x="970018" y="64467"/>
                  <a:pt x="966826" y="69088"/>
                  <a:pt x="963532" y="75523"/>
                </a:cubicBezTo>
                <a:lnTo>
                  <a:pt x="963532" y="120602"/>
                </a:lnTo>
                <a:cubicBezTo>
                  <a:pt x="963532" y="125803"/>
                  <a:pt x="964184" y="129738"/>
                  <a:pt x="965488" y="132408"/>
                </a:cubicBezTo>
                <a:cubicBezTo>
                  <a:pt x="966380" y="134257"/>
                  <a:pt x="967959" y="135798"/>
                  <a:pt x="970224" y="137032"/>
                </a:cubicBezTo>
                <a:cubicBezTo>
                  <a:pt x="972489" y="138263"/>
                  <a:pt x="975749" y="138878"/>
                  <a:pt x="980004" y="138878"/>
                </a:cubicBezTo>
                <a:lnTo>
                  <a:pt x="980004" y="142687"/>
                </a:lnTo>
                <a:lnTo>
                  <a:pt x="931721" y="142687"/>
                </a:lnTo>
                <a:lnTo>
                  <a:pt x="931721" y="138878"/>
                </a:lnTo>
                <a:cubicBezTo>
                  <a:pt x="936525" y="138878"/>
                  <a:pt x="940094" y="138125"/>
                  <a:pt x="942427" y="136620"/>
                </a:cubicBezTo>
                <a:cubicBezTo>
                  <a:pt x="944143" y="135524"/>
                  <a:pt x="945344" y="133777"/>
                  <a:pt x="946031" y="131379"/>
                </a:cubicBezTo>
                <a:cubicBezTo>
                  <a:pt x="946374" y="130214"/>
                  <a:pt x="946545" y="126893"/>
                  <a:pt x="946545" y="121415"/>
                </a:cubicBezTo>
                <a:lnTo>
                  <a:pt x="946545" y="84949"/>
                </a:lnTo>
                <a:cubicBezTo>
                  <a:pt x="946545" y="73991"/>
                  <a:pt x="946322" y="67469"/>
                  <a:pt x="945876" y="65382"/>
                </a:cubicBezTo>
                <a:cubicBezTo>
                  <a:pt x="945430" y="63293"/>
                  <a:pt x="944606" y="61769"/>
                  <a:pt x="943405" y="60811"/>
                </a:cubicBezTo>
                <a:cubicBezTo>
                  <a:pt x="942204" y="59852"/>
                  <a:pt x="940712" y="59373"/>
                  <a:pt x="938927" y="59373"/>
                </a:cubicBezTo>
                <a:cubicBezTo>
                  <a:pt x="936800" y="59373"/>
                  <a:pt x="934397" y="59886"/>
                  <a:pt x="931721" y="60914"/>
                </a:cubicBezTo>
                <a:lnTo>
                  <a:pt x="930691" y="57214"/>
                </a:lnTo>
                <a:lnTo>
                  <a:pt x="959208" y="45709"/>
                </a:lnTo>
                <a:lnTo>
                  <a:pt x="963532" y="457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Text PCEs">
            <a:extLst xmlns:a="http://schemas.openxmlformats.org/drawingml/2006/main">
              <a:ext uri="{FF2B5EF4-FFF2-40B4-BE49-F238E27FC236}">
                <a16:creationId xmlns:a16="http://schemas.microsoft.com/office/drawing/2014/main" id="{88060A0B-FEF5-41CB-8E1B-A08D2229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7446" y="1167816"/>
            <a:ext cx="457817" cy="145776"/>
          </a:xfrm>
          <a:custGeom xmlns:a="http://schemas.openxmlformats.org/drawingml/2006/main">
            <a:pathLst>
              <a:path w="457817" h="145776">
                <a:moveTo>
                  <a:pt x="39738" y="77212"/>
                </a:moveTo>
                <a:lnTo>
                  <a:pt x="39738" y="117944"/>
                </a:lnTo>
                <a:cubicBezTo>
                  <a:pt x="39738" y="126744"/>
                  <a:pt x="40699" y="132210"/>
                  <a:pt x="42621" y="134342"/>
                </a:cubicBezTo>
                <a:cubicBezTo>
                  <a:pt x="45229" y="137366"/>
                  <a:pt x="49175" y="138878"/>
                  <a:pt x="54460" y="138878"/>
                </a:cubicBezTo>
                <a:lnTo>
                  <a:pt x="59813" y="138878"/>
                </a:lnTo>
                <a:lnTo>
                  <a:pt x="59813" y="142687"/>
                </a:lnTo>
                <a:lnTo>
                  <a:pt x="0" y="142687"/>
                </a:lnTo>
                <a:lnTo>
                  <a:pt x="0" y="138878"/>
                </a:lnTo>
                <a:lnTo>
                  <a:pt x="5250" y="138878"/>
                </a:lnTo>
                <a:cubicBezTo>
                  <a:pt x="11153" y="138878"/>
                  <a:pt x="15374" y="136956"/>
                  <a:pt x="17913" y="133113"/>
                </a:cubicBezTo>
                <a:cubicBezTo>
                  <a:pt x="19286" y="130985"/>
                  <a:pt x="19972" y="125941"/>
                  <a:pt x="19972" y="117980"/>
                </a:cubicBezTo>
                <a:lnTo>
                  <a:pt x="19972" y="27796"/>
                </a:lnTo>
                <a:cubicBezTo>
                  <a:pt x="19972" y="19011"/>
                  <a:pt x="19046" y="13555"/>
                  <a:pt x="17192" y="11427"/>
                </a:cubicBezTo>
                <a:cubicBezTo>
                  <a:pt x="14516" y="8407"/>
                  <a:pt x="10535" y="6898"/>
                  <a:pt x="5250" y="6898"/>
                </a:cubicBezTo>
                <a:lnTo>
                  <a:pt x="0" y="6898"/>
                </a:lnTo>
                <a:lnTo>
                  <a:pt x="0" y="3088"/>
                </a:lnTo>
                <a:lnTo>
                  <a:pt x="51166" y="3088"/>
                </a:lnTo>
                <a:cubicBezTo>
                  <a:pt x="63657" y="3088"/>
                  <a:pt x="73506" y="4374"/>
                  <a:pt x="80712" y="6946"/>
                </a:cubicBezTo>
                <a:cubicBezTo>
                  <a:pt x="87918" y="9515"/>
                  <a:pt x="93992" y="13850"/>
                  <a:pt x="98934" y="19950"/>
                </a:cubicBezTo>
                <a:cubicBezTo>
                  <a:pt x="103876" y="26049"/>
                  <a:pt x="106346" y="33280"/>
                  <a:pt x="106346" y="41643"/>
                </a:cubicBezTo>
                <a:cubicBezTo>
                  <a:pt x="106346" y="53021"/>
                  <a:pt x="102589" y="62274"/>
                  <a:pt x="95073" y="69404"/>
                </a:cubicBezTo>
                <a:cubicBezTo>
                  <a:pt x="87558" y="76531"/>
                  <a:pt x="76937" y="80094"/>
                  <a:pt x="63211" y="80094"/>
                </a:cubicBezTo>
                <a:cubicBezTo>
                  <a:pt x="59848" y="80094"/>
                  <a:pt x="56210" y="79854"/>
                  <a:pt x="52298" y="79374"/>
                </a:cubicBezTo>
                <a:cubicBezTo>
                  <a:pt x="48386" y="78893"/>
                  <a:pt x="44199" y="78173"/>
                  <a:pt x="39738" y="77212"/>
                </a:cubicBezTo>
                <a:moveTo>
                  <a:pt x="39738" y="71241"/>
                </a:moveTo>
                <a:cubicBezTo>
                  <a:pt x="43376" y="71927"/>
                  <a:pt x="46602" y="72442"/>
                  <a:pt x="49416" y="72785"/>
                </a:cubicBezTo>
                <a:cubicBezTo>
                  <a:pt x="52229" y="73128"/>
                  <a:pt x="54632" y="73300"/>
                  <a:pt x="56622" y="73300"/>
                </a:cubicBezTo>
                <a:cubicBezTo>
                  <a:pt x="63760" y="73300"/>
                  <a:pt x="69920" y="70537"/>
                  <a:pt x="75101" y="65012"/>
                </a:cubicBezTo>
                <a:cubicBezTo>
                  <a:pt x="80283" y="59487"/>
                  <a:pt x="82874" y="52332"/>
                  <a:pt x="82874" y="43547"/>
                </a:cubicBezTo>
                <a:cubicBezTo>
                  <a:pt x="82874" y="37508"/>
                  <a:pt x="81639" y="31897"/>
                  <a:pt x="79168" y="26715"/>
                </a:cubicBezTo>
                <a:cubicBezTo>
                  <a:pt x="76697" y="21533"/>
                  <a:pt x="73197" y="17656"/>
                  <a:pt x="68667" y="15082"/>
                </a:cubicBezTo>
                <a:cubicBezTo>
                  <a:pt x="64137" y="12508"/>
                  <a:pt x="58990" y="11221"/>
                  <a:pt x="53225" y="11221"/>
                </a:cubicBezTo>
                <a:cubicBezTo>
                  <a:pt x="49724" y="11221"/>
                  <a:pt x="45229" y="11873"/>
                  <a:pt x="39738" y="13177"/>
                </a:cubicBezTo>
                <a:lnTo>
                  <a:pt x="39738" y="71241"/>
                </a:lnTo>
                <a:close/>
                <a:moveTo>
                  <a:pt x="240662" y="0"/>
                </a:moveTo>
                <a:lnTo>
                  <a:pt x="243854" y="47357"/>
                </a:lnTo>
                <a:lnTo>
                  <a:pt x="240662" y="47357"/>
                </a:lnTo>
                <a:cubicBezTo>
                  <a:pt x="236407" y="33113"/>
                  <a:pt x="230333" y="22861"/>
                  <a:pt x="222441" y="16601"/>
                </a:cubicBezTo>
                <a:cubicBezTo>
                  <a:pt x="214548" y="10338"/>
                  <a:pt x="205076" y="7206"/>
                  <a:pt x="194027" y="7206"/>
                </a:cubicBezTo>
                <a:cubicBezTo>
                  <a:pt x="184761" y="7206"/>
                  <a:pt x="176388" y="9559"/>
                  <a:pt x="168907" y="14265"/>
                </a:cubicBezTo>
                <a:cubicBezTo>
                  <a:pt x="161426" y="18968"/>
                  <a:pt x="155541" y="26472"/>
                  <a:pt x="151251" y="36775"/>
                </a:cubicBezTo>
                <a:cubicBezTo>
                  <a:pt x="146962" y="47079"/>
                  <a:pt x="144817" y="59889"/>
                  <a:pt x="144817" y="75207"/>
                </a:cubicBezTo>
                <a:cubicBezTo>
                  <a:pt x="144817" y="87844"/>
                  <a:pt x="146842" y="98800"/>
                  <a:pt x="150891" y="108074"/>
                </a:cubicBezTo>
                <a:cubicBezTo>
                  <a:pt x="154940" y="117346"/>
                  <a:pt x="161031" y="124455"/>
                  <a:pt x="169164" y="129400"/>
                </a:cubicBezTo>
                <a:cubicBezTo>
                  <a:pt x="177297" y="134346"/>
                  <a:pt x="186580" y="136819"/>
                  <a:pt x="197012" y="136819"/>
                </a:cubicBezTo>
                <a:cubicBezTo>
                  <a:pt x="206072" y="136819"/>
                  <a:pt x="214067" y="134880"/>
                  <a:pt x="220999" y="131003"/>
                </a:cubicBezTo>
                <a:cubicBezTo>
                  <a:pt x="227931" y="127125"/>
                  <a:pt x="235549" y="119421"/>
                  <a:pt x="243854" y="107891"/>
                </a:cubicBezTo>
                <a:lnTo>
                  <a:pt x="247045" y="109943"/>
                </a:lnTo>
                <a:cubicBezTo>
                  <a:pt x="240045" y="122333"/>
                  <a:pt x="231877" y="131404"/>
                  <a:pt x="222543" y="137154"/>
                </a:cubicBezTo>
                <a:cubicBezTo>
                  <a:pt x="213209" y="142902"/>
                  <a:pt x="202125" y="145776"/>
                  <a:pt x="189291" y="145776"/>
                </a:cubicBezTo>
                <a:cubicBezTo>
                  <a:pt x="166162" y="145776"/>
                  <a:pt x="148249" y="137208"/>
                  <a:pt x="135552" y="120074"/>
                </a:cubicBezTo>
                <a:cubicBezTo>
                  <a:pt x="126080" y="107328"/>
                  <a:pt x="121345" y="92318"/>
                  <a:pt x="121345" y="75047"/>
                </a:cubicBezTo>
                <a:cubicBezTo>
                  <a:pt x="121345" y="61133"/>
                  <a:pt x="124467" y="48352"/>
                  <a:pt x="130713" y="36701"/>
                </a:cubicBezTo>
                <a:cubicBezTo>
                  <a:pt x="136959" y="25051"/>
                  <a:pt x="145555" y="16021"/>
                  <a:pt x="156502" y="9613"/>
                </a:cubicBezTo>
                <a:cubicBezTo>
                  <a:pt x="167449" y="3204"/>
                  <a:pt x="179408" y="0"/>
                  <a:pt x="192379" y="0"/>
                </a:cubicBezTo>
                <a:cubicBezTo>
                  <a:pt x="202468" y="0"/>
                  <a:pt x="212420" y="2471"/>
                  <a:pt x="222235" y="7412"/>
                </a:cubicBezTo>
                <a:cubicBezTo>
                  <a:pt x="225117" y="8922"/>
                  <a:pt x="227176" y="9677"/>
                  <a:pt x="228412" y="9677"/>
                </a:cubicBezTo>
                <a:cubicBezTo>
                  <a:pt x="230265" y="9677"/>
                  <a:pt x="231877" y="9025"/>
                  <a:pt x="233250" y="7721"/>
                </a:cubicBezTo>
                <a:cubicBezTo>
                  <a:pt x="235035" y="5868"/>
                  <a:pt x="236304" y="3294"/>
                  <a:pt x="237059" y="0"/>
                </a:cubicBezTo>
                <a:lnTo>
                  <a:pt x="240662" y="0"/>
                </a:lnTo>
                <a:close/>
                <a:moveTo>
                  <a:pt x="298418" y="10707"/>
                </a:moveTo>
                <a:lnTo>
                  <a:pt x="298418" y="65887"/>
                </a:lnTo>
                <a:lnTo>
                  <a:pt x="329097" y="65887"/>
                </a:lnTo>
                <a:cubicBezTo>
                  <a:pt x="337059" y="65887"/>
                  <a:pt x="342378" y="64680"/>
                  <a:pt x="345054" y="62265"/>
                </a:cubicBezTo>
                <a:cubicBezTo>
                  <a:pt x="348623" y="59093"/>
                  <a:pt x="350614" y="53506"/>
                  <a:pt x="351025" y="45503"/>
                </a:cubicBezTo>
                <a:lnTo>
                  <a:pt x="354834" y="45503"/>
                </a:lnTo>
                <a:lnTo>
                  <a:pt x="354834" y="94095"/>
                </a:lnTo>
                <a:lnTo>
                  <a:pt x="351025" y="94095"/>
                </a:lnTo>
                <a:cubicBezTo>
                  <a:pt x="350064" y="87367"/>
                  <a:pt x="349104" y="83052"/>
                  <a:pt x="348143" y="81150"/>
                </a:cubicBezTo>
                <a:cubicBezTo>
                  <a:pt x="346907" y="78771"/>
                  <a:pt x="344883" y="76903"/>
                  <a:pt x="342069" y="75545"/>
                </a:cubicBezTo>
                <a:cubicBezTo>
                  <a:pt x="339255" y="74185"/>
                  <a:pt x="334931" y="73506"/>
                  <a:pt x="329097" y="73506"/>
                </a:cubicBezTo>
                <a:lnTo>
                  <a:pt x="298418" y="73506"/>
                </a:lnTo>
                <a:lnTo>
                  <a:pt x="298418" y="119447"/>
                </a:lnTo>
                <a:cubicBezTo>
                  <a:pt x="298418" y="125613"/>
                  <a:pt x="298693" y="129364"/>
                  <a:pt x="299242" y="130700"/>
                </a:cubicBezTo>
                <a:cubicBezTo>
                  <a:pt x="299791" y="132036"/>
                  <a:pt x="300752" y="133099"/>
                  <a:pt x="302125" y="133888"/>
                </a:cubicBezTo>
                <a:cubicBezTo>
                  <a:pt x="303497" y="134675"/>
                  <a:pt x="306105" y="135069"/>
                  <a:pt x="309949" y="135069"/>
                </a:cubicBezTo>
                <a:lnTo>
                  <a:pt x="333627" y="135069"/>
                </a:lnTo>
                <a:cubicBezTo>
                  <a:pt x="341520" y="135069"/>
                  <a:pt x="347251" y="134520"/>
                  <a:pt x="350819" y="133422"/>
                </a:cubicBezTo>
                <a:cubicBezTo>
                  <a:pt x="354388" y="132324"/>
                  <a:pt x="357820" y="130162"/>
                  <a:pt x="361114" y="126936"/>
                </a:cubicBezTo>
                <a:cubicBezTo>
                  <a:pt x="365370" y="122681"/>
                  <a:pt x="369728" y="116264"/>
                  <a:pt x="374189" y="107685"/>
                </a:cubicBezTo>
                <a:lnTo>
                  <a:pt x="378307" y="107685"/>
                </a:lnTo>
                <a:lnTo>
                  <a:pt x="366262" y="142687"/>
                </a:lnTo>
                <a:lnTo>
                  <a:pt x="258680" y="142687"/>
                </a:lnTo>
                <a:lnTo>
                  <a:pt x="258680" y="138878"/>
                </a:lnTo>
                <a:lnTo>
                  <a:pt x="263622" y="138878"/>
                </a:lnTo>
                <a:cubicBezTo>
                  <a:pt x="266916" y="138878"/>
                  <a:pt x="270039" y="138089"/>
                  <a:pt x="272990" y="136510"/>
                </a:cubicBezTo>
                <a:cubicBezTo>
                  <a:pt x="275186" y="135412"/>
                  <a:pt x="276679" y="133765"/>
                  <a:pt x="277468" y="131569"/>
                </a:cubicBezTo>
                <a:cubicBezTo>
                  <a:pt x="278258" y="129373"/>
                  <a:pt x="278652" y="124877"/>
                  <a:pt x="278652" y="118082"/>
                </a:cubicBezTo>
                <a:lnTo>
                  <a:pt x="278652" y="27384"/>
                </a:lnTo>
                <a:cubicBezTo>
                  <a:pt x="278652" y="18531"/>
                  <a:pt x="277760" y="13075"/>
                  <a:pt x="275976" y="11016"/>
                </a:cubicBezTo>
                <a:cubicBezTo>
                  <a:pt x="273505" y="8270"/>
                  <a:pt x="269387" y="6898"/>
                  <a:pt x="263622" y="6898"/>
                </a:cubicBezTo>
                <a:lnTo>
                  <a:pt x="258680" y="6898"/>
                </a:lnTo>
                <a:lnTo>
                  <a:pt x="258680" y="3088"/>
                </a:lnTo>
                <a:lnTo>
                  <a:pt x="366262" y="3088"/>
                </a:lnTo>
                <a:lnTo>
                  <a:pt x="367806" y="33561"/>
                </a:lnTo>
                <a:lnTo>
                  <a:pt x="363791" y="33561"/>
                </a:lnTo>
                <a:cubicBezTo>
                  <a:pt x="362350" y="26250"/>
                  <a:pt x="360754" y="21228"/>
                  <a:pt x="359004" y="18495"/>
                </a:cubicBezTo>
                <a:cubicBezTo>
                  <a:pt x="357254" y="15763"/>
                  <a:pt x="354663" y="13679"/>
                  <a:pt x="351231" y="12244"/>
                </a:cubicBezTo>
                <a:cubicBezTo>
                  <a:pt x="348486" y="11219"/>
                  <a:pt x="343647" y="10707"/>
                  <a:pt x="336715" y="10707"/>
                </a:cubicBezTo>
                <a:lnTo>
                  <a:pt x="298418" y="10707"/>
                </a:lnTo>
                <a:close/>
                <a:moveTo>
                  <a:pt x="450714" y="45709"/>
                </a:moveTo>
                <a:lnTo>
                  <a:pt x="450714" y="77624"/>
                </a:lnTo>
                <a:lnTo>
                  <a:pt x="447316" y="77624"/>
                </a:lnTo>
                <a:cubicBezTo>
                  <a:pt x="444708" y="67614"/>
                  <a:pt x="441363" y="60805"/>
                  <a:pt x="437279" y="57198"/>
                </a:cubicBezTo>
                <a:cubicBezTo>
                  <a:pt x="433195" y="53588"/>
                  <a:pt x="427996" y="51783"/>
                  <a:pt x="421682" y="51783"/>
                </a:cubicBezTo>
                <a:cubicBezTo>
                  <a:pt x="416878" y="51783"/>
                  <a:pt x="413000" y="53052"/>
                  <a:pt x="410049" y="55589"/>
                </a:cubicBezTo>
                <a:cubicBezTo>
                  <a:pt x="407098" y="58124"/>
                  <a:pt x="405622" y="60935"/>
                  <a:pt x="405622" y="64021"/>
                </a:cubicBezTo>
                <a:cubicBezTo>
                  <a:pt x="405622" y="67861"/>
                  <a:pt x="406720" y="71151"/>
                  <a:pt x="408916" y="73892"/>
                </a:cubicBezTo>
                <a:cubicBezTo>
                  <a:pt x="411044" y="76703"/>
                  <a:pt x="415368" y="79686"/>
                  <a:pt x="421888" y="82839"/>
                </a:cubicBezTo>
                <a:lnTo>
                  <a:pt x="436919" y="90141"/>
                </a:lnTo>
                <a:cubicBezTo>
                  <a:pt x="450851" y="96928"/>
                  <a:pt x="457817" y="105874"/>
                  <a:pt x="457817" y="116982"/>
                </a:cubicBezTo>
                <a:cubicBezTo>
                  <a:pt x="457817" y="125551"/>
                  <a:pt x="454574" y="132458"/>
                  <a:pt x="448089" y="137704"/>
                </a:cubicBezTo>
                <a:cubicBezTo>
                  <a:pt x="441603" y="142948"/>
                  <a:pt x="434345" y="145570"/>
                  <a:pt x="426315" y="145570"/>
                </a:cubicBezTo>
                <a:cubicBezTo>
                  <a:pt x="420550" y="145570"/>
                  <a:pt x="413961" y="144540"/>
                  <a:pt x="406549" y="142481"/>
                </a:cubicBezTo>
                <a:cubicBezTo>
                  <a:pt x="404284" y="141795"/>
                  <a:pt x="402431" y="141452"/>
                  <a:pt x="400989" y="141452"/>
                </a:cubicBezTo>
                <a:cubicBezTo>
                  <a:pt x="399411" y="141452"/>
                  <a:pt x="398175" y="142344"/>
                  <a:pt x="397283" y="144129"/>
                </a:cubicBezTo>
                <a:lnTo>
                  <a:pt x="393886" y="144129"/>
                </a:lnTo>
                <a:lnTo>
                  <a:pt x="393886" y="110361"/>
                </a:lnTo>
                <a:lnTo>
                  <a:pt x="397283" y="110361"/>
                </a:lnTo>
                <a:cubicBezTo>
                  <a:pt x="399205" y="120004"/>
                  <a:pt x="402877" y="127271"/>
                  <a:pt x="408299" y="132161"/>
                </a:cubicBezTo>
                <a:cubicBezTo>
                  <a:pt x="413721" y="137051"/>
                  <a:pt x="419795" y="139496"/>
                  <a:pt x="426521" y="139496"/>
                </a:cubicBezTo>
                <a:cubicBezTo>
                  <a:pt x="431256" y="139496"/>
                  <a:pt x="435117" y="138108"/>
                  <a:pt x="438102" y="135333"/>
                </a:cubicBezTo>
                <a:cubicBezTo>
                  <a:pt x="441088" y="132555"/>
                  <a:pt x="442581" y="129213"/>
                  <a:pt x="442581" y="125305"/>
                </a:cubicBezTo>
                <a:cubicBezTo>
                  <a:pt x="442581" y="120574"/>
                  <a:pt x="440916" y="116597"/>
                  <a:pt x="437588" y="113376"/>
                </a:cubicBezTo>
                <a:cubicBezTo>
                  <a:pt x="434259" y="110154"/>
                  <a:pt x="427619" y="106076"/>
                  <a:pt x="417667" y="101141"/>
                </a:cubicBezTo>
                <a:cubicBezTo>
                  <a:pt x="407715" y="96204"/>
                  <a:pt x="401195" y="91747"/>
                  <a:pt x="398107" y="87770"/>
                </a:cubicBezTo>
                <a:cubicBezTo>
                  <a:pt x="395018" y="83863"/>
                  <a:pt x="393474" y="78926"/>
                  <a:pt x="393474" y="72962"/>
                </a:cubicBezTo>
                <a:cubicBezTo>
                  <a:pt x="393474" y="65215"/>
                  <a:pt x="396134" y="58737"/>
                  <a:pt x="401453" y="53527"/>
                </a:cubicBezTo>
                <a:cubicBezTo>
                  <a:pt x="406772" y="48315"/>
                  <a:pt x="413652" y="45709"/>
                  <a:pt x="422094" y="45709"/>
                </a:cubicBezTo>
                <a:cubicBezTo>
                  <a:pt x="425800" y="45709"/>
                  <a:pt x="430296" y="46499"/>
                  <a:pt x="435580" y="48077"/>
                </a:cubicBezTo>
                <a:cubicBezTo>
                  <a:pt x="439081" y="49107"/>
                  <a:pt x="441414" y="49621"/>
                  <a:pt x="442581" y="49621"/>
                </a:cubicBezTo>
                <a:cubicBezTo>
                  <a:pt x="443679" y="49621"/>
                  <a:pt x="444537" y="49381"/>
                  <a:pt x="445154" y="48901"/>
                </a:cubicBezTo>
                <a:cubicBezTo>
                  <a:pt x="445772" y="48420"/>
                  <a:pt x="446493" y="47357"/>
                  <a:pt x="447316" y="45709"/>
                </a:cubicBezTo>
                <a:lnTo>
                  <a:pt x="450714" y="457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63636D-AFD7-4FBD-A2BA-DA5FF265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56" y="1461253"/>
            <a:ext cx="10" cy="388589"/>
          </a:xfrm>
          <a:custGeom xmlns:a="http://schemas.openxmlformats.org/drawingml/2006/main">
            <a:pathLst>
              <a:path w="1" h="388589" fill="none">
                <a:moveTo>
                  <a:pt x="0" y="3885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570" cap="flat">
            <a:solidFill>
              <a:srgbClr val="000000"/>
            </a:solidFill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8A5DE9-186E-49B3-A1CF-A228A06E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0802" y="1421721"/>
            <a:ext cx="52710" cy="52710"/>
          </a:xfrm>
          <a:custGeom xmlns:a="http://schemas.openxmlformats.org/drawingml/2006/main">
            <a:pathLst>
              <a:path w="52710" h="52710">
                <a:moveTo>
                  <a:pt x="26355" y="0"/>
                </a:moveTo>
                <a:lnTo>
                  <a:pt x="52710" y="52710"/>
                </a:lnTo>
                <a:lnTo>
                  <a:pt x="26355" y="39532"/>
                </a:lnTo>
                <a:lnTo>
                  <a:pt x="0" y="52710"/>
                </a:lnTo>
                <a:lnTo>
                  <a:pt x="2635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452F91-3BD8-4343-BE21-52A0F76D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0802" y="1421721"/>
            <a:ext cx="52710" cy="52710"/>
          </a:xfrm>
          <a:custGeom xmlns:a="http://schemas.openxmlformats.org/drawingml/2006/main">
            <a:pathLst>
              <a:path w="52710" h="52710" fill="none">
                <a:moveTo>
                  <a:pt x="26355" y="0"/>
                </a:moveTo>
                <a:lnTo>
                  <a:pt x="52710" y="52710"/>
                </a:lnTo>
                <a:lnTo>
                  <a:pt x="26355" y="39532"/>
                </a:lnTo>
                <a:lnTo>
                  <a:pt x="0" y="52710"/>
                </a:lnTo>
                <a:lnTo>
                  <a:pt x="2635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570" cap="flat">
            <a:solidFill>
              <a:srgbClr val="000000"/>
            </a:solidFill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55749A-7C40-4823-B960-AA2B91C9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256" y="1841057"/>
            <a:ext cx="661802" cy="549413"/>
          </a:xfrm>
          <a:custGeom xmlns:a="http://schemas.openxmlformats.org/drawingml/2006/main">
            <a:pathLst>
              <a:path w="661802" h="549413">
                <a:moveTo>
                  <a:pt x="114205" y="0"/>
                </a:moveTo>
                <a:lnTo>
                  <a:pt x="114205" y="17570"/>
                </a:lnTo>
                <a:lnTo>
                  <a:pt x="166915" y="17570"/>
                </a:lnTo>
                <a:lnTo>
                  <a:pt x="166915" y="0"/>
                </a:lnTo>
                <a:lnTo>
                  <a:pt x="114205" y="0"/>
                </a:lnTo>
                <a:close/>
                <a:moveTo>
                  <a:pt x="219624" y="17570"/>
                </a:moveTo>
                <a:lnTo>
                  <a:pt x="272334" y="17570"/>
                </a:lnTo>
                <a:lnTo>
                  <a:pt x="272334" y="0"/>
                </a:lnTo>
                <a:lnTo>
                  <a:pt x="219624" y="0"/>
                </a:lnTo>
                <a:lnTo>
                  <a:pt x="219624" y="17570"/>
                </a:lnTo>
                <a:close/>
                <a:moveTo>
                  <a:pt x="0" y="41699"/>
                </a:moveTo>
                <a:lnTo>
                  <a:pt x="17570" y="41699"/>
                </a:lnTo>
                <a:lnTo>
                  <a:pt x="17570" y="17570"/>
                </a:lnTo>
                <a:lnTo>
                  <a:pt x="61495" y="17570"/>
                </a:lnTo>
                <a:lnTo>
                  <a:pt x="61495" y="0"/>
                </a:lnTo>
                <a:lnTo>
                  <a:pt x="0" y="0"/>
                </a:lnTo>
                <a:lnTo>
                  <a:pt x="0" y="41699"/>
                </a:lnTo>
                <a:close/>
                <a:moveTo>
                  <a:pt x="17570" y="147119"/>
                </a:moveTo>
                <a:lnTo>
                  <a:pt x="17570" y="94409"/>
                </a:lnTo>
                <a:lnTo>
                  <a:pt x="0" y="94409"/>
                </a:lnTo>
                <a:lnTo>
                  <a:pt x="0" y="147119"/>
                </a:lnTo>
                <a:lnTo>
                  <a:pt x="17570" y="147119"/>
                </a:lnTo>
                <a:close/>
                <a:moveTo>
                  <a:pt x="17570" y="252539"/>
                </a:moveTo>
                <a:lnTo>
                  <a:pt x="17570" y="199829"/>
                </a:lnTo>
                <a:lnTo>
                  <a:pt x="0" y="199829"/>
                </a:lnTo>
                <a:lnTo>
                  <a:pt x="0" y="252539"/>
                </a:lnTo>
                <a:lnTo>
                  <a:pt x="17570" y="252539"/>
                </a:lnTo>
                <a:close/>
                <a:moveTo>
                  <a:pt x="0" y="357959"/>
                </a:moveTo>
                <a:lnTo>
                  <a:pt x="17570" y="357959"/>
                </a:lnTo>
                <a:lnTo>
                  <a:pt x="17570" y="305249"/>
                </a:lnTo>
                <a:lnTo>
                  <a:pt x="0" y="305249"/>
                </a:lnTo>
                <a:lnTo>
                  <a:pt x="0" y="357959"/>
                </a:lnTo>
                <a:close/>
                <a:moveTo>
                  <a:pt x="17570" y="463378"/>
                </a:moveTo>
                <a:lnTo>
                  <a:pt x="17570" y="410668"/>
                </a:lnTo>
                <a:lnTo>
                  <a:pt x="0" y="410668"/>
                </a:lnTo>
                <a:lnTo>
                  <a:pt x="0" y="463378"/>
                </a:lnTo>
                <a:lnTo>
                  <a:pt x="17570" y="463378"/>
                </a:lnTo>
                <a:close/>
                <a:moveTo>
                  <a:pt x="36955" y="531843"/>
                </a:moveTo>
                <a:lnTo>
                  <a:pt x="17570" y="531843"/>
                </a:lnTo>
                <a:lnTo>
                  <a:pt x="17570" y="516088"/>
                </a:lnTo>
                <a:lnTo>
                  <a:pt x="0" y="516088"/>
                </a:lnTo>
                <a:lnTo>
                  <a:pt x="0" y="549413"/>
                </a:lnTo>
                <a:lnTo>
                  <a:pt x="36955" y="549413"/>
                </a:lnTo>
                <a:lnTo>
                  <a:pt x="36955" y="531843"/>
                </a:lnTo>
                <a:close/>
                <a:moveTo>
                  <a:pt x="142375" y="531843"/>
                </a:moveTo>
                <a:lnTo>
                  <a:pt x="89665" y="531843"/>
                </a:lnTo>
                <a:lnTo>
                  <a:pt x="89665" y="549413"/>
                </a:lnTo>
                <a:lnTo>
                  <a:pt x="142375" y="549413"/>
                </a:lnTo>
                <a:lnTo>
                  <a:pt x="142375" y="531843"/>
                </a:lnTo>
                <a:close/>
                <a:moveTo>
                  <a:pt x="247795" y="531843"/>
                </a:moveTo>
                <a:lnTo>
                  <a:pt x="195085" y="531843"/>
                </a:lnTo>
                <a:lnTo>
                  <a:pt x="195085" y="549413"/>
                </a:lnTo>
                <a:lnTo>
                  <a:pt x="247795" y="549413"/>
                </a:lnTo>
                <a:lnTo>
                  <a:pt x="247795" y="531843"/>
                </a:lnTo>
                <a:close/>
                <a:moveTo>
                  <a:pt x="353215" y="531843"/>
                </a:moveTo>
                <a:lnTo>
                  <a:pt x="300505" y="531843"/>
                </a:lnTo>
                <a:lnTo>
                  <a:pt x="300505" y="549413"/>
                </a:lnTo>
                <a:lnTo>
                  <a:pt x="353215" y="549413"/>
                </a:lnTo>
                <a:lnTo>
                  <a:pt x="353215" y="531843"/>
                </a:lnTo>
                <a:close/>
                <a:moveTo>
                  <a:pt x="325044" y="0"/>
                </a:moveTo>
                <a:lnTo>
                  <a:pt x="325044" y="17570"/>
                </a:lnTo>
                <a:lnTo>
                  <a:pt x="377754" y="17570"/>
                </a:lnTo>
                <a:lnTo>
                  <a:pt x="377754" y="0"/>
                </a:lnTo>
                <a:lnTo>
                  <a:pt x="325044" y="0"/>
                </a:lnTo>
                <a:close/>
                <a:moveTo>
                  <a:pt x="430464" y="17570"/>
                </a:moveTo>
                <a:lnTo>
                  <a:pt x="483174" y="17570"/>
                </a:lnTo>
                <a:lnTo>
                  <a:pt x="483174" y="0"/>
                </a:lnTo>
                <a:lnTo>
                  <a:pt x="430464" y="0"/>
                </a:lnTo>
                <a:lnTo>
                  <a:pt x="430464" y="17570"/>
                </a:lnTo>
                <a:close/>
                <a:moveTo>
                  <a:pt x="535884" y="17570"/>
                </a:moveTo>
                <a:lnTo>
                  <a:pt x="588594" y="17570"/>
                </a:lnTo>
                <a:lnTo>
                  <a:pt x="588594" y="0"/>
                </a:lnTo>
                <a:lnTo>
                  <a:pt x="535884" y="0"/>
                </a:lnTo>
                <a:lnTo>
                  <a:pt x="535884" y="17570"/>
                </a:lnTo>
                <a:close/>
                <a:moveTo>
                  <a:pt x="641303" y="17570"/>
                </a:moveTo>
                <a:lnTo>
                  <a:pt x="644232" y="17570"/>
                </a:lnTo>
                <a:lnTo>
                  <a:pt x="644232" y="49782"/>
                </a:lnTo>
                <a:lnTo>
                  <a:pt x="661802" y="49782"/>
                </a:lnTo>
                <a:lnTo>
                  <a:pt x="661802" y="0"/>
                </a:lnTo>
                <a:lnTo>
                  <a:pt x="641303" y="0"/>
                </a:lnTo>
                <a:lnTo>
                  <a:pt x="641303" y="17570"/>
                </a:lnTo>
                <a:close/>
                <a:moveTo>
                  <a:pt x="644232" y="102491"/>
                </a:moveTo>
                <a:lnTo>
                  <a:pt x="644232" y="155201"/>
                </a:lnTo>
                <a:lnTo>
                  <a:pt x="661802" y="155201"/>
                </a:lnTo>
                <a:lnTo>
                  <a:pt x="661802" y="102491"/>
                </a:lnTo>
                <a:lnTo>
                  <a:pt x="644232" y="102491"/>
                </a:lnTo>
                <a:close/>
                <a:moveTo>
                  <a:pt x="661802" y="207911"/>
                </a:moveTo>
                <a:lnTo>
                  <a:pt x="644232" y="207911"/>
                </a:lnTo>
                <a:lnTo>
                  <a:pt x="644232" y="260621"/>
                </a:lnTo>
                <a:lnTo>
                  <a:pt x="661802" y="260621"/>
                </a:lnTo>
                <a:lnTo>
                  <a:pt x="661802" y="207911"/>
                </a:lnTo>
                <a:close/>
                <a:moveTo>
                  <a:pt x="644232" y="313331"/>
                </a:moveTo>
                <a:lnTo>
                  <a:pt x="644232" y="366041"/>
                </a:lnTo>
                <a:lnTo>
                  <a:pt x="661802" y="366041"/>
                </a:lnTo>
                <a:lnTo>
                  <a:pt x="661802" y="313331"/>
                </a:lnTo>
                <a:lnTo>
                  <a:pt x="644232" y="313331"/>
                </a:lnTo>
                <a:close/>
                <a:moveTo>
                  <a:pt x="644232" y="418751"/>
                </a:moveTo>
                <a:lnTo>
                  <a:pt x="644232" y="471461"/>
                </a:lnTo>
                <a:lnTo>
                  <a:pt x="661802" y="471461"/>
                </a:lnTo>
                <a:lnTo>
                  <a:pt x="661802" y="418751"/>
                </a:lnTo>
                <a:lnTo>
                  <a:pt x="644232" y="418751"/>
                </a:lnTo>
                <a:close/>
                <a:moveTo>
                  <a:pt x="644232" y="524170"/>
                </a:moveTo>
                <a:lnTo>
                  <a:pt x="644232" y="531843"/>
                </a:lnTo>
                <a:lnTo>
                  <a:pt x="616764" y="531843"/>
                </a:lnTo>
                <a:lnTo>
                  <a:pt x="616764" y="549413"/>
                </a:lnTo>
                <a:lnTo>
                  <a:pt x="661802" y="549413"/>
                </a:lnTo>
                <a:lnTo>
                  <a:pt x="661802" y="524170"/>
                </a:lnTo>
                <a:lnTo>
                  <a:pt x="644232" y="524170"/>
                </a:lnTo>
                <a:close/>
                <a:moveTo>
                  <a:pt x="458634" y="531843"/>
                </a:moveTo>
                <a:lnTo>
                  <a:pt x="405925" y="531843"/>
                </a:lnTo>
                <a:lnTo>
                  <a:pt x="405925" y="549413"/>
                </a:lnTo>
                <a:lnTo>
                  <a:pt x="458634" y="549413"/>
                </a:lnTo>
                <a:lnTo>
                  <a:pt x="458634" y="531843"/>
                </a:lnTo>
                <a:close/>
                <a:moveTo>
                  <a:pt x="564054" y="531843"/>
                </a:moveTo>
                <a:lnTo>
                  <a:pt x="511344" y="531843"/>
                </a:lnTo>
                <a:lnTo>
                  <a:pt x="511344" y="549413"/>
                </a:lnTo>
                <a:lnTo>
                  <a:pt x="564054" y="549413"/>
                </a:lnTo>
                <a:lnTo>
                  <a:pt x="564054" y="531843"/>
                </a:lnTo>
                <a:close/>
              </a:path>
            </a:pathLst>
          </a:custGeom>
          <a:solidFill xmlns:a="http://schemas.openxmlformats.org/drawingml/2006/main">
            <a:srgbClr val="6161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CD3844-9850-480B-B3B6-2141B518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478" y="1958249"/>
            <a:ext cx="292833" cy="292833"/>
          </a:xfrm>
          <a:custGeom xmlns:a="http://schemas.openxmlformats.org/drawingml/2006/main">
            <a:pathLst>
              <a:path w="292833" h="292833">
                <a:moveTo>
                  <a:pt x="292833" y="146416"/>
                </a:moveTo>
                <a:cubicBezTo>
                  <a:pt x="292833" y="151212"/>
                  <a:pt x="292598" y="155995"/>
                  <a:pt x="292128" y="160767"/>
                </a:cubicBezTo>
                <a:cubicBezTo>
                  <a:pt x="291658" y="165540"/>
                  <a:pt x="290955" y="170277"/>
                  <a:pt x="290019" y="174981"/>
                </a:cubicBezTo>
                <a:cubicBezTo>
                  <a:pt x="289084" y="179684"/>
                  <a:pt x="287920" y="184330"/>
                  <a:pt x="286528" y="188919"/>
                </a:cubicBezTo>
                <a:cubicBezTo>
                  <a:pt x="285136" y="193508"/>
                  <a:pt x="283522" y="198017"/>
                  <a:pt x="281687" y="202447"/>
                </a:cubicBezTo>
                <a:cubicBezTo>
                  <a:pt x="279852" y="206877"/>
                  <a:pt x="277805" y="211207"/>
                  <a:pt x="275544" y="215436"/>
                </a:cubicBezTo>
                <a:cubicBezTo>
                  <a:pt x="273284" y="219665"/>
                  <a:pt x="270821" y="223773"/>
                  <a:pt x="268157" y="227761"/>
                </a:cubicBezTo>
                <a:cubicBezTo>
                  <a:pt x="265493" y="231748"/>
                  <a:pt x="262640" y="235595"/>
                  <a:pt x="259598" y="239302"/>
                </a:cubicBezTo>
                <a:cubicBezTo>
                  <a:pt x="256556" y="243009"/>
                  <a:pt x="253339" y="246557"/>
                  <a:pt x="249948" y="249948"/>
                </a:cubicBezTo>
                <a:cubicBezTo>
                  <a:pt x="246557" y="253339"/>
                  <a:pt x="243009" y="256556"/>
                  <a:pt x="239302" y="259598"/>
                </a:cubicBezTo>
                <a:cubicBezTo>
                  <a:pt x="235595" y="262640"/>
                  <a:pt x="231748" y="265493"/>
                  <a:pt x="227761" y="268157"/>
                </a:cubicBezTo>
                <a:cubicBezTo>
                  <a:pt x="223774" y="270821"/>
                  <a:pt x="219665" y="273283"/>
                  <a:pt x="215436" y="275544"/>
                </a:cubicBezTo>
                <a:cubicBezTo>
                  <a:pt x="211207" y="277804"/>
                  <a:pt x="206878" y="279852"/>
                  <a:pt x="202447" y="281687"/>
                </a:cubicBezTo>
                <a:cubicBezTo>
                  <a:pt x="198018" y="283522"/>
                  <a:pt x="193508" y="285136"/>
                  <a:pt x="188919" y="286528"/>
                </a:cubicBezTo>
                <a:cubicBezTo>
                  <a:pt x="184330" y="287920"/>
                  <a:pt x="179684" y="289084"/>
                  <a:pt x="174981" y="290019"/>
                </a:cubicBezTo>
                <a:cubicBezTo>
                  <a:pt x="170277" y="290955"/>
                  <a:pt x="165540" y="291658"/>
                  <a:pt x="160768" y="292127"/>
                </a:cubicBezTo>
                <a:cubicBezTo>
                  <a:pt x="155995" y="292598"/>
                  <a:pt x="151212" y="292833"/>
                  <a:pt x="146416" y="292833"/>
                </a:cubicBezTo>
                <a:cubicBezTo>
                  <a:pt x="141621" y="292833"/>
                  <a:pt x="136838" y="292598"/>
                  <a:pt x="132066" y="292128"/>
                </a:cubicBezTo>
                <a:cubicBezTo>
                  <a:pt x="127293" y="291658"/>
                  <a:pt x="122555" y="290955"/>
                  <a:pt x="117852" y="290019"/>
                </a:cubicBezTo>
                <a:cubicBezTo>
                  <a:pt x="113149" y="289084"/>
                  <a:pt x="108503" y="287920"/>
                  <a:pt x="103914" y="286528"/>
                </a:cubicBezTo>
                <a:cubicBezTo>
                  <a:pt x="99325" y="285136"/>
                  <a:pt x="94816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9" y="270821"/>
                  <a:pt x="65071" y="268157"/>
                </a:cubicBezTo>
                <a:cubicBezTo>
                  <a:pt x="61084" y="265493"/>
                  <a:pt x="57237" y="262640"/>
                  <a:pt x="53531" y="259598"/>
                </a:cubicBezTo>
                <a:cubicBezTo>
                  <a:pt x="49824" y="256556"/>
                  <a:pt x="46275" y="253339"/>
                  <a:pt x="42884" y="249948"/>
                </a:cubicBezTo>
                <a:cubicBezTo>
                  <a:pt x="39494" y="246557"/>
                  <a:pt x="36277" y="243009"/>
                  <a:pt x="33235" y="239302"/>
                </a:cubicBezTo>
                <a:cubicBezTo>
                  <a:pt x="30192" y="235595"/>
                  <a:pt x="27339" y="231748"/>
                  <a:pt x="24675" y="227761"/>
                </a:cubicBezTo>
                <a:cubicBezTo>
                  <a:pt x="22011" y="223773"/>
                  <a:pt x="19549" y="219665"/>
                  <a:pt x="17288" y="215436"/>
                </a:cubicBezTo>
                <a:cubicBezTo>
                  <a:pt x="15028" y="211207"/>
                  <a:pt x="12980" y="206877"/>
                  <a:pt x="11145" y="202447"/>
                </a:cubicBezTo>
                <a:cubicBezTo>
                  <a:pt x="9310" y="198017"/>
                  <a:pt x="7696" y="193508"/>
                  <a:pt x="6304" y="188919"/>
                </a:cubicBezTo>
                <a:cubicBezTo>
                  <a:pt x="4912" y="184330"/>
                  <a:pt x="3748" y="179684"/>
                  <a:pt x="2813" y="174981"/>
                </a:cubicBezTo>
                <a:cubicBezTo>
                  <a:pt x="1878" y="170277"/>
                  <a:pt x="1175" y="165540"/>
                  <a:pt x="705" y="160768"/>
                </a:cubicBezTo>
                <a:cubicBezTo>
                  <a:pt x="235" y="155995"/>
                  <a:pt x="0" y="151212"/>
                  <a:pt x="0" y="146416"/>
                </a:cubicBezTo>
                <a:cubicBezTo>
                  <a:pt x="0" y="141621"/>
                  <a:pt x="235" y="136837"/>
                  <a:pt x="705" y="132065"/>
                </a:cubicBezTo>
                <a:cubicBezTo>
                  <a:pt x="1175" y="127293"/>
                  <a:pt x="1878" y="122555"/>
                  <a:pt x="2813" y="117852"/>
                </a:cubicBezTo>
                <a:cubicBezTo>
                  <a:pt x="3748" y="113149"/>
                  <a:pt x="4912" y="108503"/>
                  <a:pt x="6304" y="103914"/>
                </a:cubicBezTo>
                <a:cubicBezTo>
                  <a:pt x="7696" y="99325"/>
                  <a:pt x="9310" y="94815"/>
                  <a:pt x="11145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9" y="73167"/>
                  <a:pt x="22011" y="69059"/>
                  <a:pt x="24675" y="65072"/>
                </a:cubicBezTo>
                <a:cubicBezTo>
                  <a:pt x="27339" y="61085"/>
                  <a:pt x="30193" y="57238"/>
                  <a:pt x="33235" y="53531"/>
                </a:cubicBezTo>
                <a:cubicBezTo>
                  <a:pt x="36277" y="49824"/>
                  <a:pt x="39494" y="46275"/>
                  <a:pt x="42884" y="42884"/>
                </a:cubicBezTo>
                <a:cubicBezTo>
                  <a:pt x="46275" y="39494"/>
                  <a:pt x="49824" y="36277"/>
                  <a:pt x="53531" y="33235"/>
                </a:cubicBezTo>
                <a:cubicBezTo>
                  <a:pt x="57237" y="30193"/>
                  <a:pt x="61084" y="27340"/>
                  <a:pt x="65071" y="24675"/>
                </a:cubicBezTo>
                <a:cubicBezTo>
                  <a:pt x="69059" y="22012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5" y="11145"/>
                </a:cubicBezTo>
                <a:cubicBezTo>
                  <a:pt x="94816" y="9310"/>
                  <a:pt x="99325" y="7697"/>
                  <a:pt x="103914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3" y="1175"/>
                  <a:pt x="132066" y="705"/>
                </a:cubicBezTo>
                <a:cubicBezTo>
                  <a:pt x="136838" y="235"/>
                  <a:pt x="141621" y="0"/>
                  <a:pt x="146416" y="0"/>
                </a:cubicBezTo>
                <a:cubicBezTo>
                  <a:pt x="151212" y="0"/>
                  <a:pt x="155995" y="235"/>
                  <a:pt x="160768" y="705"/>
                </a:cubicBezTo>
                <a:cubicBezTo>
                  <a:pt x="165540" y="1175"/>
                  <a:pt x="170277" y="1878"/>
                  <a:pt x="174981" y="2813"/>
                </a:cubicBezTo>
                <a:cubicBezTo>
                  <a:pt x="179684" y="3749"/>
                  <a:pt x="184330" y="4913"/>
                  <a:pt x="188919" y="6305"/>
                </a:cubicBezTo>
                <a:cubicBezTo>
                  <a:pt x="193508" y="7697"/>
                  <a:pt x="198018" y="9310"/>
                  <a:pt x="202447" y="11145"/>
                </a:cubicBezTo>
                <a:cubicBezTo>
                  <a:pt x="206878" y="12980"/>
                  <a:pt x="211207" y="15028"/>
                  <a:pt x="215436" y="17289"/>
                </a:cubicBezTo>
                <a:cubicBezTo>
                  <a:pt x="219665" y="19549"/>
                  <a:pt x="223774" y="22012"/>
                  <a:pt x="227761" y="24675"/>
                </a:cubicBezTo>
                <a:cubicBezTo>
                  <a:pt x="231748" y="27340"/>
                  <a:pt x="235595" y="30193"/>
                  <a:pt x="239302" y="33235"/>
                </a:cubicBezTo>
                <a:cubicBezTo>
                  <a:pt x="243009" y="36277"/>
                  <a:pt x="246557" y="39494"/>
                  <a:pt x="249948" y="42884"/>
                </a:cubicBezTo>
                <a:cubicBezTo>
                  <a:pt x="253339" y="46275"/>
                  <a:pt x="256556" y="49824"/>
                  <a:pt x="259598" y="53531"/>
                </a:cubicBezTo>
                <a:cubicBezTo>
                  <a:pt x="262640" y="57238"/>
                  <a:pt x="265493" y="61085"/>
                  <a:pt x="268157" y="65072"/>
                </a:cubicBezTo>
                <a:cubicBezTo>
                  <a:pt x="270821" y="69059"/>
                  <a:pt x="273284" y="73167"/>
                  <a:pt x="275544" y="77396"/>
                </a:cubicBezTo>
                <a:cubicBezTo>
                  <a:pt x="277805" y="81625"/>
                  <a:pt x="279852" y="85955"/>
                  <a:pt x="281687" y="90385"/>
                </a:cubicBezTo>
                <a:cubicBezTo>
                  <a:pt x="283522" y="94815"/>
                  <a:pt x="285136" y="99325"/>
                  <a:pt x="286528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5" y="122555"/>
                  <a:pt x="291658" y="127293"/>
                  <a:pt x="292128" y="132065"/>
                </a:cubicBezTo>
                <a:cubicBezTo>
                  <a:pt x="292598" y="136837"/>
                  <a:pt x="292833" y="141621"/>
                  <a:pt x="292833" y="14641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9A7586-E155-4623-87F8-749F9153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478" y="1958249"/>
            <a:ext cx="292833" cy="292833"/>
          </a:xfrm>
          <a:custGeom xmlns:a="http://schemas.openxmlformats.org/drawingml/2006/main">
            <a:pathLst>
              <a:path w="292833" h="292833" fill="none">
                <a:moveTo>
                  <a:pt x="292833" y="146416"/>
                </a:moveTo>
                <a:cubicBezTo>
                  <a:pt x="292833" y="151212"/>
                  <a:pt x="292598" y="155995"/>
                  <a:pt x="292128" y="160767"/>
                </a:cubicBezTo>
                <a:cubicBezTo>
                  <a:pt x="291658" y="165540"/>
                  <a:pt x="290955" y="170277"/>
                  <a:pt x="290019" y="174981"/>
                </a:cubicBezTo>
                <a:cubicBezTo>
                  <a:pt x="289084" y="179684"/>
                  <a:pt x="287920" y="184330"/>
                  <a:pt x="286528" y="188919"/>
                </a:cubicBezTo>
                <a:cubicBezTo>
                  <a:pt x="285136" y="193508"/>
                  <a:pt x="283522" y="198017"/>
                  <a:pt x="281687" y="202447"/>
                </a:cubicBezTo>
                <a:cubicBezTo>
                  <a:pt x="279852" y="206877"/>
                  <a:pt x="277805" y="211207"/>
                  <a:pt x="275544" y="215436"/>
                </a:cubicBezTo>
                <a:cubicBezTo>
                  <a:pt x="273284" y="219665"/>
                  <a:pt x="270821" y="223773"/>
                  <a:pt x="268157" y="227761"/>
                </a:cubicBezTo>
                <a:cubicBezTo>
                  <a:pt x="265493" y="231748"/>
                  <a:pt x="262640" y="235595"/>
                  <a:pt x="259598" y="239302"/>
                </a:cubicBezTo>
                <a:cubicBezTo>
                  <a:pt x="256556" y="243009"/>
                  <a:pt x="253339" y="246557"/>
                  <a:pt x="249948" y="249948"/>
                </a:cubicBezTo>
                <a:cubicBezTo>
                  <a:pt x="246557" y="253339"/>
                  <a:pt x="243009" y="256556"/>
                  <a:pt x="239302" y="259598"/>
                </a:cubicBezTo>
                <a:cubicBezTo>
                  <a:pt x="235595" y="262640"/>
                  <a:pt x="231748" y="265493"/>
                  <a:pt x="227761" y="268157"/>
                </a:cubicBezTo>
                <a:cubicBezTo>
                  <a:pt x="223774" y="270821"/>
                  <a:pt x="219665" y="273283"/>
                  <a:pt x="215436" y="275544"/>
                </a:cubicBezTo>
                <a:cubicBezTo>
                  <a:pt x="211207" y="277804"/>
                  <a:pt x="206878" y="279852"/>
                  <a:pt x="202447" y="281687"/>
                </a:cubicBezTo>
                <a:cubicBezTo>
                  <a:pt x="198018" y="283522"/>
                  <a:pt x="193508" y="285136"/>
                  <a:pt x="188919" y="286528"/>
                </a:cubicBezTo>
                <a:cubicBezTo>
                  <a:pt x="184330" y="287920"/>
                  <a:pt x="179684" y="289084"/>
                  <a:pt x="174981" y="290019"/>
                </a:cubicBezTo>
                <a:cubicBezTo>
                  <a:pt x="170277" y="290955"/>
                  <a:pt x="165540" y="291658"/>
                  <a:pt x="160768" y="292127"/>
                </a:cubicBezTo>
                <a:cubicBezTo>
                  <a:pt x="155995" y="292598"/>
                  <a:pt x="151212" y="292833"/>
                  <a:pt x="146416" y="292833"/>
                </a:cubicBezTo>
                <a:cubicBezTo>
                  <a:pt x="141621" y="292833"/>
                  <a:pt x="136838" y="292598"/>
                  <a:pt x="132066" y="292128"/>
                </a:cubicBezTo>
                <a:cubicBezTo>
                  <a:pt x="127293" y="291658"/>
                  <a:pt x="122555" y="290955"/>
                  <a:pt x="117852" y="290019"/>
                </a:cubicBezTo>
                <a:cubicBezTo>
                  <a:pt x="113149" y="289084"/>
                  <a:pt x="108503" y="287920"/>
                  <a:pt x="103914" y="286528"/>
                </a:cubicBezTo>
                <a:cubicBezTo>
                  <a:pt x="99325" y="285136"/>
                  <a:pt x="94816" y="283522"/>
                  <a:pt x="90385" y="281687"/>
                </a:cubicBezTo>
                <a:cubicBezTo>
                  <a:pt x="85955" y="279852"/>
                  <a:pt x="81625" y="277804"/>
                  <a:pt x="77396" y="275544"/>
                </a:cubicBezTo>
                <a:cubicBezTo>
                  <a:pt x="73167" y="273283"/>
                  <a:pt x="69059" y="270821"/>
                  <a:pt x="65071" y="268157"/>
                </a:cubicBezTo>
                <a:cubicBezTo>
                  <a:pt x="61084" y="265493"/>
                  <a:pt x="57237" y="262640"/>
                  <a:pt x="53531" y="259598"/>
                </a:cubicBezTo>
                <a:cubicBezTo>
                  <a:pt x="49824" y="256556"/>
                  <a:pt x="46275" y="253339"/>
                  <a:pt x="42884" y="249948"/>
                </a:cubicBezTo>
                <a:cubicBezTo>
                  <a:pt x="39494" y="246557"/>
                  <a:pt x="36277" y="243009"/>
                  <a:pt x="33235" y="239302"/>
                </a:cubicBezTo>
                <a:cubicBezTo>
                  <a:pt x="30192" y="235595"/>
                  <a:pt x="27339" y="231748"/>
                  <a:pt x="24675" y="227761"/>
                </a:cubicBezTo>
                <a:cubicBezTo>
                  <a:pt x="22011" y="223773"/>
                  <a:pt x="19549" y="219665"/>
                  <a:pt x="17288" y="215436"/>
                </a:cubicBezTo>
                <a:cubicBezTo>
                  <a:pt x="15028" y="211207"/>
                  <a:pt x="12980" y="206877"/>
                  <a:pt x="11145" y="202447"/>
                </a:cubicBezTo>
                <a:cubicBezTo>
                  <a:pt x="9310" y="198017"/>
                  <a:pt x="7696" y="193508"/>
                  <a:pt x="6304" y="188919"/>
                </a:cubicBezTo>
                <a:cubicBezTo>
                  <a:pt x="4912" y="184330"/>
                  <a:pt x="3748" y="179684"/>
                  <a:pt x="2813" y="174981"/>
                </a:cubicBezTo>
                <a:cubicBezTo>
                  <a:pt x="1878" y="170277"/>
                  <a:pt x="1175" y="165540"/>
                  <a:pt x="705" y="160768"/>
                </a:cubicBezTo>
                <a:cubicBezTo>
                  <a:pt x="235" y="155995"/>
                  <a:pt x="0" y="151212"/>
                  <a:pt x="0" y="146416"/>
                </a:cubicBezTo>
                <a:cubicBezTo>
                  <a:pt x="0" y="141621"/>
                  <a:pt x="235" y="136837"/>
                  <a:pt x="705" y="132065"/>
                </a:cubicBezTo>
                <a:cubicBezTo>
                  <a:pt x="1175" y="127293"/>
                  <a:pt x="1878" y="122555"/>
                  <a:pt x="2813" y="117852"/>
                </a:cubicBezTo>
                <a:cubicBezTo>
                  <a:pt x="3748" y="113149"/>
                  <a:pt x="4912" y="108503"/>
                  <a:pt x="6304" y="103914"/>
                </a:cubicBezTo>
                <a:cubicBezTo>
                  <a:pt x="7696" y="99325"/>
                  <a:pt x="9310" y="94815"/>
                  <a:pt x="11145" y="90385"/>
                </a:cubicBezTo>
                <a:cubicBezTo>
                  <a:pt x="12980" y="85955"/>
                  <a:pt x="15028" y="81625"/>
                  <a:pt x="17288" y="77396"/>
                </a:cubicBezTo>
                <a:cubicBezTo>
                  <a:pt x="19549" y="73167"/>
                  <a:pt x="22011" y="69059"/>
                  <a:pt x="24675" y="65072"/>
                </a:cubicBezTo>
                <a:cubicBezTo>
                  <a:pt x="27339" y="61085"/>
                  <a:pt x="30193" y="57238"/>
                  <a:pt x="33235" y="53531"/>
                </a:cubicBezTo>
                <a:cubicBezTo>
                  <a:pt x="36277" y="49824"/>
                  <a:pt x="39494" y="46275"/>
                  <a:pt x="42884" y="42884"/>
                </a:cubicBezTo>
                <a:cubicBezTo>
                  <a:pt x="46275" y="39494"/>
                  <a:pt x="49824" y="36277"/>
                  <a:pt x="53531" y="33235"/>
                </a:cubicBezTo>
                <a:cubicBezTo>
                  <a:pt x="57237" y="30193"/>
                  <a:pt x="61084" y="27340"/>
                  <a:pt x="65071" y="24675"/>
                </a:cubicBezTo>
                <a:cubicBezTo>
                  <a:pt x="69059" y="22012"/>
                  <a:pt x="73167" y="19549"/>
                  <a:pt x="77396" y="17289"/>
                </a:cubicBezTo>
                <a:cubicBezTo>
                  <a:pt x="81625" y="15028"/>
                  <a:pt x="85955" y="12980"/>
                  <a:pt x="90385" y="11145"/>
                </a:cubicBezTo>
                <a:cubicBezTo>
                  <a:pt x="94816" y="9310"/>
                  <a:pt x="99325" y="7697"/>
                  <a:pt x="103914" y="6305"/>
                </a:cubicBezTo>
                <a:cubicBezTo>
                  <a:pt x="108503" y="4913"/>
                  <a:pt x="113149" y="3749"/>
                  <a:pt x="117852" y="2813"/>
                </a:cubicBezTo>
                <a:cubicBezTo>
                  <a:pt x="122555" y="1878"/>
                  <a:pt x="127293" y="1175"/>
                  <a:pt x="132066" y="705"/>
                </a:cubicBezTo>
                <a:cubicBezTo>
                  <a:pt x="136838" y="235"/>
                  <a:pt x="141621" y="0"/>
                  <a:pt x="146416" y="0"/>
                </a:cubicBezTo>
                <a:cubicBezTo>
                  <a:pt x="151212" y="0"/>
                  <a:pt x="155995" y="235"/>
                  <a:pt x="160768" y="705"/>
                </a:cubicBezTo>
                <a:cubicBezTo>
                  <a:pt x="165540" y="1175"/>
                  <a:pt x="170277" y="1878"/>
                  <a:pt x="174981" y="2813"/>
                </a:cubicBezTo>
                <a:cubicBezTo>
                  <a:pt x="179684" y="3749"/>
                  <a:pt x="184330" y="4913"/>
                  <a:pt x="188919" y="6305"/>
                </a:cubicBezTo>
                <a:cubicBezTo>
                  <a:pt x="193508" y="7697"/>
                  <a:pt x="198018" y="9310"/>
                  <a:pt x="202447" y="11145"/>
                </a:cubicBezTo>
                <a:cubicBezTo>
                  <a:pt x="206878" y="12980"/>
                  <a:pt x="211207" y="15028"/>
                  <a:pt x="215436" y="17289"/>
                </a:cubicBezTo>
                <a:cubicBezTo>
                  <a:pt x="219665" y="19549"/>
                  <a:pt x="223774" y="22012"/>
                  <a:pt x="227761" y="24675"/>
                </a:cubicBezTo>
                <a:cubicBezTo>
                  <a:pt x="231748" y="27340"/>
                  <a:pt x="235595" y="30193"/>
                  <a:pt x="239302" y="33235"/>
                </a:cubicBezTo>
                <a:cubicBezTo>
                  <a:pt x="243009" y="36277"/>
                  <a:pt x="246557" y="39494"/>
                  <a:pt x="249948" y="42884"/>
                </a:cubicBezTo>
                <a:cubicBezTo>
                  <a:pt x="253339" y="46275"/>
                  <a:pt x="256556" y="49824"/>
                  <a:pt x="259598" y="53531"/>
                </a:cubicBezTo>
                <a:cubicBezTo>
                  <a:pt x="262640" y="57238"/>
                  <a:pt x="265493" y="61085"/>
                  <a:pt x="268157" y="65072"/>
                </a:cubicBezTo>
                <a:cubicBezTo>
                  <a:pt x="270821" y="69059"/>
                  <a:pt x="273284" y="73167"/>
                  <a:pt x="275544" y="77396"/>
                </a:cubicBezTo>
                <a:cubicBezTo>
                  <a:pt x="277805" y="81625"/>
                  <a:pt x="279852" y="85955"/>
                  <a:pt x="281687" y="90385"/>
                </a:cubicBezTo>
                <a:cubicBezTo>
                  <a:pt x="283522" y="94815"/>
                  <a:pt x="285136" y="99325"/>
                  <a:pt x="286528" y="103914"/>
                </a:cubicBezTo>
                <a:cubicBezTo>
                  <a:pt x="287920" y="108503"/>
                  <a:pt x="289084" y="113149"/>
                  <a:pt x="290019" y="117852"/>
                </a:cubicBezTo>
                <a:cubicBezTo>
                  <a:pt x="290955" y="122555"/>
                  <a:pt x="291658" y="127293"/>
                  <a:pt x="292128" y="132065"/>
                </a:cubicBezTo>
                <a:cubicBezTo>
                  <a:pt x="292598" y="136837"/>
                  <a:pt x="292833" y="141621"/>
                  <a:pt x="292833" y="1464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7570" cap="flat">
            <a:solidFill>
              <a:srgbClr val="000000"/>
            </a:solidFill>
            <a:miter/>
          </a:ln>
        </p:spPr>
      </p:sp>
      <p:sp>
        <p:nvSpPr>
          <p:cNvPr id="493" name="Text s">
            <a:extLst xmlns:a="http://schemas.openxmlformats.org/drawingml/2006/main">
              <a:ext uri="{FF2B5EF4-FFF2-40B4-BE49-F238E27FC236}">
                <a16:creationId xmlns:a16="http://schemas.microsoft.com/office/drawing/2014/main" id="{FC9B9C9A-5BCD-4B60-BC1E-F3E45167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935" y="2061802"/>
            <a:ext cx="57194" cy="88765"/>
          </a:xfrm>
          <a:custGeom xmlns:a="http://schemas.openxmlformats.org/drawingml/2006/main">
            <a:pathLst>
              <a:path w="57194" h="88765">
                <a:moveTo>
                  <a:pt x="50880" y="0"/>
                </a:moveTo>
                <a:lnTo>
                  <a:pt x="50880" y="28368"/>
                </a:lnTo>
                <a:lnTo>
                  <a:pt x="47860" y="28368"/>
                </a:lnTo>
                <a:cubicBezTo>
                  <a:pt x="45542" y="19471"/>
                  <a:pt x="42567" y="13419"/>
                  <a:pt x="38938" y="10212"/>
                </a:cubicBezTo>
                <a:cubicBezTo>
                  <a:pt x="35308" y="7003"/>
                  <a:pt x="30686" y="5399"/>
                  <a:pt x="25074" y="5399"/>
                </a:cubicBezTo>
                <a:cubicBezTo>
                  <a:pt x="20803" y="5399"/>
                  <a:pt x="17356" y="6527"/>
                  <a:pt x="14733" y="8782"/>
                </a:cubicBezTo>
                <a:cubicBezTo>
                  <a:pt x="12110" y="11036"/>
                  <a:pt x="10798" y="13534"/>
                  <a:pt x="10798" y="16277"/>
                </a:cubicBezTo>
                <a:cubicBezTo>
                  <a:pt x="10798" y="19690"/>
                  <a:pt x="11774" y="22614"/>
                  <a:pt x="13727" y="25051"/>
                </a:cubicBezTo>
                <a:cubicBezTo>
                  <a:pt x="15618" y="27550"/>
                  <a:pt x="19461" y="30201"/>
                  <a:pt x="25257" y="33004"/>
                </a:cubicBezTo>
                <a:lnTo>
                  <a:pt x="38617" y="39495"/>
                </a:lnTo>
                <a:cubicBezTo>
                  <a:pt x="51002" y="45527"/>
                  <a:pt x="57194" y="53480"/>
                  <a:pt x="57194" y="63354"/>
                </a:cubicBezTo>
                <a:cubicBezTo>
                  <a:pt x="57194" y="70970"/>
                  <a:pt x="54311" y="77110"/>
                  <a:pt x="48546" y="81773"/>
                </a:cubicBezTo>
                <a:cubicBezTo>
                  <a:pt x="42781" y="86434"/>
                  <a:pt x="36330" y="88765"/>
                  <a:pt x="29192" y="88765"/>
                </a:cubicBezTo>
                <a:cubicBezTo>
                  <a:pt x="24067" y="88765"/>
                  <a:pt x="18211" y="87850"/>
                  <a:pt x="11622" y="86020"/>
                </a:cubicBezTo>
                <a:cubicBezTo>
                  <a:pt x="9609" y="85410"/>
                  <a:pt x="7961" y="85104"/>
                  <a:pt x="6680" y="85104"/>
                </a:cubicBezTo>
                <a:cubicBezTo>
                  <a:pt x="5277" y="85104"/>
                  <a:pt x="4179" y="85898"/>
                  <a:pt x="3386" y="87484"/>
                </a:cubicBezTo>
                <a:lnTo>
                  <a:pt x="366" y="87484"/>
                </a:lnTo>
                <a:lnTo>
                  <a:pt x="366" y="57468"/>
                </a:lnTo>
                <a:lnTo>
                  <a:pt x="3386" y="57468"/>
                </a:lnTo>
                <a:cubicBezTo>
                  <a:pt x="5094" y="66040"/>
                  <a:pt x="8358" y="72499"/>
                  <a:pt x="13177" y="76846"/>
                </a:cubicBezTo>
                <a:cubicBezTo>
                  <a:pt x="17997" y="81192"/>
                  <a:pt x="23396" y="83366"/>
                  <a:pt x="29375" y="83366"/>
                </a:cubicBezTo>
                <a:cubicBezTo>
                  <a:pt x="33584" y="83366"/>
                  <a:pt x="37016" y="82132"/>
                  <a:pt x="39670" y="79665"/>
                </a:cubicBezTo>
                <a:cubicBezTo>
                  <a:pt x="42323" y="77196"/>
                  <a:pt x="43650" y="74225"/>
                  <a:pt x="43650" y="70752"/>
                </a:cubicBezTo>
                <a:cubicBezTo>
                  <a:pt x="43650" y="66546"/>
                  <a:pt x="42171" y="63011"/>
                  <a:pt x="39212" y="60148"/>
                </a:cubicBezTo>
                <a:cubicBezTo>
                  <a:pt x="36253" y="57284"/>
                  <a:pt x="30351" y="53659"/>
                  <a:pt x="21505" y="49273"/>
                </a:cubicBezTo>
                <a:cubicBezTo>
                  <a:pt x="12659" y="44884"/>
                  <a:pt x="6863" y="40922"/>
                  <a:pt x="4118" y="37388"/>
                </a:cubicBezTo>
                <a:cubicBezTo>
                  <a:pt x="1373" y="33914"/>
                  <a:pt x="0" y="29526"/>
                  <a:pt x="0" y="24224"/>
                </a:cubicBezTo>
                <a:cubicBezTo>
                  <a:pt x="0" y="17338"/>
                  <a:pt x="2364" y="11580"/>
                  <a:pt x="7092" y="6949"/>
                </a:cubicBezTo>
                <a:cubicBezTo>
                  <a:pt x="11820" y="2316"/>
                  <a:pt x="17936" y="0"/>
                  <a:pt x="25440" y="0"/>
                </a:cubicBezTo>
                <a:cubicBezTo>
                  <a:pt x="28734" y="0"/>
                  <a:pt x="32730" y="702"/>
                  <a:pt x="37428" y="2105"/>
                </a:cubicBezTo>
                <a:cubicBezTo>
                  <a:pt x="40539" y="3020"/>
                  <a:pt x="42613" y="3477"/>
                  <a:pt x="43650" y="3477"/>
                </a:cubicBezTo>
                <a:cubicBezTo>
                  <a:pt x="44626" y="3477"/>
                  <a:pt x="45389" y="3264"/>
                  <a:pt x="45938" y="2837"/>
                </a:cubicBezTo>
                <a:cubicBezTo>
                  <a:pt x="46487" y="2410"/>
                  <a:pt x="47128" y="1464"/>
                  <a:pt x="47860" y="0"/>
                </a:cubicBezTo>
                <a:lnTo>
                  <a:pt x="508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Text 1">
            <a:extLst xmlns:a="http://schemas.openxmlformats.org/drawingml/2006/main">
              <a:ext uri="{FF2B5EF4-FFF2-40B4-BE49-F238E27FC236}">
                <a16:creationId xmlns:a16="http://schemas.microsoft.com/office/drawing/2014/main" id="{539F4571-4686-49F9-B2AA-EB2243C4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015" y="2085773"/>
            <a:ext cx="40712" cy="105515"/>
          </a:xfrm>
          <a:custGeom xmlns:a="http://schemas.openxmlformats.org/drawingml/2006/main">
            <a:pathLst>
              <a:path w="40712" h="105515">
                <a:moveTo>
                  <a:pt x="0" y="12275"/>
                </a:moveTo>
                <a:lnTo>
                  <a:pt x="25159" y="0"/>
                </a:lnTo>
                <a:lnTo>
                  <a:pt x="27675" y="0"/>
                </a:lnTo>
                <a:lnTo>
                  <a:pt x="27675" y="87294"/>
                </a:lnTo>
                <a:cubicBezTo>
                  <a:pt x="27675" y="93088"/>
                  <a:pt x="27916" y="96697"/>
                  <a:pt x="28399" y="98120"/>
                </a:cubicBezTo>
                <a:cubicBezTo>
                  <a:pt x="28882" y="99543"/>
                  <a:pt x="29886" y="100636"/>
                  <a:pt x="31411" y="101398"/>
                </a:cubicBezTo>
                <a:cubicBezTo>
                  <a:pt x="32935" y="102161"/>
                  <a:pt x="36036" y="102593"/>
                  <a:pt x="40712" y="102695"/>
                </a:cubicBezTo>
                <a:lnTo>
                  <a:pt x="40712" y="105515"/>
                </a:lnTo>
                <a:lnTo>
                  <a:pt x="1830" y="105515"/>
                </a:lnTo>
                <a:lnTo>
                  <a:pt x="1830" y="102695"/>
                </a:lnTo>
                <a:cubicBezTo>
                  <a:pt x="6709" y="102593"/>
                  <a:pt x="9860" y="102174"/>
                  <a:pt x="11283" y="101437"/>
                </a:cubicBezTo>
                <a:cubicBezTo>
                  <a:pt x="12707" y="100700"/>
                  <a:pt x="13698" y="99708"/>
                  <a:pt x="14257" y="98463"/>
                </a:cubicBezTo>
                <a:cubicBezTo>
                  <a:pt x="14816" y="97218"/>
                  <a:pt x="15095" y="93495"/>
                  <a:pt x="15095" y="87294"/>
                </a:cubicBezTo>
                <a:lnTo>
                  <a:pt x="15095" y="31487"/>
                </a:lnTo>
                <a:cubicBezTo>
                  <a:pt x="15095" y="23965"/>
                  <a:pt x="14841" y="19136"/>
                  <a:pt x="14333" y="17001"/>
                </a:cubicBezTo>
                <a:cubicBezTo>
                  <a:pt x="13977" y="15375"/>
                  <a:pt x="13329" y="14181"/>
                  <a:pt x="12389" y="13418"/>
                </a:cubicBezTo>
                <a:cubicBezTo>
                  <a:pt x="11449" y="12656"/>
                  <a:pt x="10318" y="12275"/>
                  <a:pt x="8996" y="12275"/>
                </a:cubicBezTo>
                <a:cubicBezTo>
                  <a:pt x="7116" y="12275"/>
                  <a:pt x="4498" y="13062"/>
                  <a:pt x="1144" y="14638"/>
                </a:cubicBezTo>
                <a:lnTo>
                  <a:pt x="0" y="122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" name="Text InitialHypothesis,">
            <a:extLst xmlns:a="http://schemas.openxmlformats.org/drawingml/2006/main">
              <a:ext uri="{FF2B5EF4-FFF2-40B4-BE49-F238E27FC236}">
                <a16:creationId xmlns:a16="http://schemas.microsoft.com/office/drawing/2014/main" id="{2B30B09B-6C20-41CF-BB84-2B951A16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912" y="2505283"/>
            <a:ext cx="1541936" cy="191897"/>
          </a:xfrm>
          <a:custGeom xmlns:a="http://schemas.openxmlformats.org/drawingml/2006/main">
            <a:pathLst>
              <a:path w="1541936" h="191897">
                <a:moveTo>
                  <a:pt x="59813" y="142584"/>
                </a:moveTo>
                <a:lnTo>
                  <a:pt x="59813" y="146393"/>
                </a:lnTo>
                <a:lnTo>
                  <a:pt x="0" y="146393"/>
                </a:lnTo>
                <a:lnTo>
                  <a:pt x="0" y="142584"/>
                </a:lnTo>
                <a:lnTo>
                  <a:pt x="4942" y="142584"/>
                </a:lnTo>
                <a:cubicBezTo>
                  <a:pt x="10707" y="142584"/>
                  <a:pt x="14893" y="140903"/>
                  <a:pt x="17501" y="137540"/>
                </a:cubicBezTo>
                <a:cubicBezTo>
                  <a:pt x="19149" y="135344"/>
                  <a:pt x="19972" y="130059"/>
                  <a:pt x="19972" y="121686"/>
                </a:cubicBezTo>
                <a:lnTo>
                  <a:pt x="19972" y="31502"/>
                </a:lnTo>
                <a:cubicBezTo>
                  <a:pt x="19972" y="24433"/>
                  <a:pt x="19526" y="19766"/>
                  <a:pt x="18634" y="17501"/>
                </a:cubicBezTo>
                <a:cubicBezTo>
                  <a:pt x="17947" y="15786"/>
                  <a:pt x="16540" y="14310"/>
                  <a:pt x="14413" y="13075"/>
                </a:cubicBezTo>
                <a:cubicBezTo>
                  <a:pt x="11393" y="11427"/>
                  <a:pt x="8236" y="10604"/>
                  <a:pt x="4942" y="10604"/>
                </a:cubicBezTo>
                <a:lnTo>
                  <a:pt x="0" y="10604"/>
                </a:lnTo>
                <a:lnTo>
                  <a:pt x="0" y="6795"/>
                </a:lnTo>
                <a:lnTo>
                  <a:pt x="59813" y="6795"/>
                </a:lnTo>
                <a:lnTo>
                  <a:pt x="59813" y="10604"/>
                </a:lnTo>
                <a:lnTo>
                  <a:pt x="54769" y="10604"/>
                </a:lnTo>
                <a:cubicBezTo>
                  <a:pt x="49072" y="10604"/>
                  <a:pt x="44920" y="12285"/>
                  <a:pt x="42312" y="15648"/>
                </a:cubicBezTo>
                <a:cubicBezTo>
                  <a:pt x="40596" y="17844"/>
                  <a:pt x="39738" y="23129"/>
                  <a:pt x="39738" y="31502"/>
                </a:cubicBezTo>
                <a:lnTo>
                  <a:pt x="39738" y="121686"/>
                </a:lnTo>
                <a:cubicBezTo>
                  <a:pt x="39738" y="128755"/>
                  <a:pt x="40184" y="133422"/>
                  <a:pt x="41077" y="135687"/>
                </a:cubicBezTo>
                <a:cubicBezTo>
                  <a:pt x="41763" y="137403"/>
                  <a:pt x="43204" y="138878"/>
                  <a:pt x="45400" y="140114"/>
                </a:cubicBezTo>
                <a:cubicBezTo>
                  <a:pt x="48352" y="141761"/>
                  <a:pt x="51474" y="142584"/>
                  <a:pt x="54769" y="142584"/>
                </a:cubicBezTo>
                <a:lnTo>
                  <a:pt x="59813" y="142584"/>
                </a:lnTo>
                <a:close/>
                <a:moveTo>
                  <a:pt x="99035" y="69388"/>
                </a:moveTo>
                <a:cubicBezTo>
                  <a:pt x="110085" y="56073"/>
                  <a:pt x="120620" y="49416"/>
                  <a:pt x="130640" y="49416"/>
                </a:cubicBezTo>
                <a:cubicBezTo>
                  <a:pt x="135788" y="49416"/>
                  <a:pt x="140215" y="50700"/>
                  <a:pt x="143921" y="53270"/>
                </a:cubicBezTo>
                <a:cubicBezTo>
                  <a:pt x="147627" y="55837"/>
                  <a:pt x="150578" y="60065"/>
                  <a:pt x="152774" y="65955"/>
                </a:cubicBezTo>
                <a:cubicBezTo>
                  <a:pt x="154284" y="70062"/>
                  <a:pt x="155039" y="76362"/>
                  <a:pt x="155039" y="84856"/>
                </a:cubicBezTo>
                <a:lnTo>
                  <a:pt x="155039" y="125019"/>
                </a:lnTo>
                <a:cubicBezTo>
                  <a:pt x="155039" y="130977"/>
                  <a:pt x="155520" y="135018"/>
                  <a:pt x="156481" y="137141"/>
                </a:cubicBezTo>
                <a:cubicBezTo>
                  <a:pt x="157236" y="138852"/>
                  <a:pt x="158454" y="140188"/>
                  <a:pt x="160135" y="141146"/>
                </a:cubicBezTo>
                <a:cubicBezTo>
                  <a:pt x="161817" y="142105"/>
                  <a:pt x="164922" y="142584"/>
                  <a:pt x="169452" y="142584"/>
                </a:cubicBezTo>
                <a:lnTo>
                  <a:pt x="169452" y="146393"/>
                </a:lnTo>
                <a:lnTo>
                  <a:pt x="122816" y="146393"/>
                </a:lnTo>
                <a:lnTo>
                  <a:pt x="122816" y="142584"/>
                </a:lnTo>
                <a:lnTo>
                  <a:pt x="124772" y="142584"/>
                </a:lnTo>
                <a:cubicBezTo>
                  <a:pt x="129165" y="142584"/>
                  <a:pt x="132236" y="141918"/>
                  <a:pt x="133986" y="140586"/>
                </a:cubicBezTo>
                <a:cubicBezTo>
                  <a:pt x="135736" y="139255"/>
                  <a:pt x="136955" y="137292"/>
                  <a:pt x="137641" y="134699"/>
                </a:cubicBezTo>
                <a:cubicBezTo>
                  <a:pt x="137916" y="133674"/>
                  <a:pt x="138053" y="130464"/>
                  <a:pt x="138053" y="125070"/>
                </a:cubicBezTo>
                <a:lnTo>
                  <a:pt x="138053" y="86661"/>
                </a:lnTo>
                <a:cubicBezTo>
                  <a:pt x="138053" y="78126"/>
                  <a:pt x="136937" y="71930"/>
                  <a:pt x="134707" y="68072"/>
                </a:cubicBezTo>
                <a:cubicBezTo>
                  <a:pt x="132476" y="64213"/>
                  <a:pt x="128719" y="62284"/>
                  <a:pt x="123434" y="62284"/>
                </a:cubicBezTo>
                <a:cubicBezTo>
                  <a:pt x="115267" y="62284"/>
                  <a:pt x="107134" y="66723"/>
                  <a:pt x="99035" y="75600"/>
                </a:cubicBezTo>
                <a:lnTo>
                  <a:pt x="99035" y="125070"/>
                </a:lnTo>
                <a:cubicBezTo>
                  <a:pt x="99035" y="131421"/>
                  <a:pt x="99413" y="135347"/>
                  <a:pt x="100168" y="136848"/>
                </a:cubicBezTo>
                <a:cubicBezTo>
                  <a:pt x="101128" y="138828"/>
                  <a:pt x="102450" y="140279"/>
                  <a:pt x="104131" y="141201"/>
                </a:cubicBezTo>
                <a:cubicBezTo>
                  <a:pt x="105813" y="142123"/>
                  <a:pt x="109227" y="142584"/>
                  <a:pt x="114375" y="142584"/>
                </a:cubicBezTo>
                <a:lnTo>
                  <a:pt x="114375" y="146393"/>
                </a:lnTo>
                <a:lnTo>
                  <a:pt x="67739" y="146393"/>
                </a:lnTo>
                <a:lnTo>
                  <a:pt x="67739" y="142584"/>
                </a:lnTo>
                <a:lnTo>
                  <a:pt x="69798" y="142584"/>
                </a:lnTo>
                <a:cubicBezTo>
                  <a:pt x="74602" y="142584"/>
                  <a:pt x="77845" y="141369"/>
                  <a:pt x="79526" y="138939"/>
                </a:cubicBezTo>
                <a:cubicBezTo>
                  <a:pt x="81208" y="136507"/>
                  <a:pt x="82049" y="131867"/>
                  <a:pt x="82049" y="125019"/>
                </a:cubicBezTo>
                <a:lnTo>
                  <a:pt x="82049" y="90093"/>
                </a:lnTo>
                <a:cubicBezTo>
                  <a:pt x="82049" y="78795"/>
                  <a:pt x="81791" y="71913"/>
                  <a:pt x="81276" y="69449"/>
                </a:cubicBezTo>
                <a:cubicBezTo>
                  <a:pt x="80762" y="66982"/>
                  <a:pt x="79972" y="65304"/>
                  <a:pt x="78909" y="64414"/>
                </a:cubicBezTo>
                <a:cubicBezTo>
                  <a:pt x="77845" y="63524"/>
                  <a:pt x="76421" y="63079"/>
                  <a:pt x="74636" y="63079"/>
                </a:cubicBezTo>
                <a:cubicBezTo>
                  <a:pt x="72714" y="63079"/>
                  <a:pt x="70415" y="63592"/>
                  <a:pt x="67739" y="64620"/>
                </a:cubicBezTo>
                <a:lnTo>
                  <a:pt x="66194" y="60920"/>
                </a:lnTo>
                <a:lnTo>
                  <a:pt x="94608" y="49416"/>
                </a:lnTo>
                <a:lnTo>
                  <a:pt x="99035" y="49416"/>
                </a:lnTo>
                <a:lnTo>
                  <a:pt x="99035" y="69388"/>
                </a:lnTo>
                <a:close/>
                <a:moveTo>
                  <a:pt x="200955" y="0"/>
                </a:moveTo>
                <a:cubicBezTo>
                  <a:pt x="203837" y="0"/>
                  <a:pt x="206291" y="1018"/>
                  <a:pt x="208315" y="3053"/>
                </a:cubicBezTo>
                <a:cubicBezTo>
                  <a:pt x="210340" y="5086"/>
                  <a:pt x="211352" y="7552"/>
                  <a:pt x="211352" y="10449"/>
                </a:cubicBezTo>
                <a:cubicBezTo>
                  <a:pt x="211352" y="13347"/>
                  <a:pt x="210340" y="15831"/>
                  <a:pt x="208315" y="17900"/>
                </a:cubicBezTo>
                <a:cubicBezTo>
                  <a:pt x="206291" y="19968"/>
                  <a:pt x="203837" y="21002"/>
                  <a:pt x="200955" y="21002"/>
                </a:cubicBezTo>
                <a:cubicBezTo>
                  <a:pt x="198072" y="21002"/>
                  <a:pt x="195601" y="19968"/>
                  <a:pt x="193542" y="17900"/>
                </a:cubicBezTo>
                <a:cubicBezTo>
                  <a:pt x="191483" y="15831"/>
                  <a:pt x="190454" y="13347"/>
                  <a:pt x="190454" y="10449"/>
                </a:cubicBezTo>
                <a:cubicBezTo>
                  <a:pt x="190454" y="7552"/>
                  <a:pt x="191466" y="5086"/>
                  <a:pt x="193491" y="3053"/>
                </a:cubicBezTo>
                <a:cubicBezTo>
                  <a:pt x="195515" y="1018"/>
                  <a:pt x="198003" y="0"/>
                  <a:pt x="200955" y="0"/>
                </a:cubicBezTo>
                <a:moveTo>
                  <a:pt x="209499" y="49416"/>
                </a:moveTo>
                <a:lnTo>
                  <a:pt x="209499" y="125019"/>
                </a:lnTo>
                <a:cubicBezTo>
                  <a:pt x="209499" y="130908"/>
                  <a:pt x="209928" y="134829"/>
                  <a:pt x="210786" y="136781"/>
                </a:cubicBezTo>
                <a:cubicBezTo>
                  <a:pt x="211644" y="138732"/>
                  <a:pt x="212914" y="140188"/>
                  <a:pt x="214595" y="141146"/>
                </a:cubicBezTo>
                <a:cubicBezTo>
                  <a:pt x="216277" y="142105"/>
                  <a:pt x="219348" y="142584"/>
                  <a:pt x="223809" y="142584"/>
                </a:cubicBezTo>
                <a:lnTo>
                  <a:pt x="223809" y="146393"/>
                </a:lnTo>
                <a:lnTo>
                  <a:pt x="177997" y="146393"/>
                </a:lnTo>
                <a:lnTo>
                  <a:pt x="177997" y="142584"/>
                </a:lnTo>
                <a:cubicBezTo>
                  <a:pt x="182595" y="142584"/>
                  <a:pt x="185684" y="142139"/>
                  <a:pt x="187262" y="141249"/>
                </a:cubicBezTo>
                <a:cubicBezTo>
                  <a:pt x="188841" y="140359"/>
                  <a:pt x="190093" y="138887"/>
                  <a:pt x="191020" y="136832"/>
                </a:cubicBezTo>
                <a:cubicBezTo>
                  <a:pt x="191947" y="134777"/>
                  <a:pt x="192410" y="130840"/>
                  <a:pt x="192410" y="125019"/>
                </a:cubicBezTo>
                <a:lnTo>
                  <a:pt x="192410" y="88758"/>
                </a:lnTo>
                <a:cubicBezTo>
                  <a:pt x="192410" y="78553"/>
                  <a:pt x="192101" y="71945"/>
                  <a:pt x="191483" y="68934"/>
                </a:cubicBezTo>
                <a:cubicBezTo>
                  <a:pt x="191003" y="66742"/>
                  <a:pt x="190248" y="65218"/>
                  <a:pt x="189218" y="64362"/>
                </a:cubicBezTo>
                <a:cubicBezTo>
                  <a:pt x="188189" y="63507"/>
                  <a:pt x="186782" y="63079"/>
                  <a:pt x="184998" y="63079"/>
                </a:cubicBezTo>
                <a:cubicBezTo>
                  <a:pt x="183076" y="63079"/>
                  <a:pt x="180742" y="63592"/>
                  <a:pt x="177997" y="64620"/>
                </a:cubicBezTo>
                <a:lnTo>
                  <a:pt x="176556" y="60920"/>
                </a:lnTo>
                <a:lnTo>
                  <a:pt x="204970" y="49416"/>
                </a:lnTo>
                <a:lnTo>
                  <a:pt x="209499" y="49416"/>
                </a:lnTo>
                <a:close/>
                <a:moveTo>
                  <a:pt x="262965" y="21002"/>
                </a:moveTo>
                <a:lnTo>
                  <a:pt x="262965" y="52092"/>
                </a:lnTo>
                <a:lnTo>
                  <a:pt x="284996" y="52092"/>
                </a:lnTo>
                <a:lnTo>
                  <a:pt x="284996" y="59299"/>
                </a:lnTo>
                <a:lnTo>
                  <a:pt x="262965" y="59299"/>
                </a:lnTo>
                <a:lnTo>
                  <a:pt x="262965" y="120367"/>
                </a:lnTo>
                <a:cubicBezTo>
                  <a:pt x="262965" y="126469"/>
                  <a:pt x="263840" y="130582"/>
                  <a:pt x="265590" y="132708"/>
                </a:cubicBezTo>
                <a:cubicBezTo>
                  <a:pt x="267341" y="134831"/>
                  <a:pt x="269588" y="135893"/>
                  <a:pt x="272334" y="135893"/>
                </a:cubicBezTo>
                <a:cubicBezTo>
                  <a:pt x="274598" y="135893"/>
                  <a:pt x="276795" y="135189"/>
                  <a:pt x="278922" y="133782"/>
                </a:cubicBezTo>
                <a:cubicBezTo>
                  <a:pt x="281050" y="132375"/>
                  <a:pt x="282697" y="130299"/>
                  <a:pt x="283864" y="127554"/>
                </a:cubicBezTo>
                <a:lnTo>
                  <a:pt x="287879" y="127554"/>
                </a:lnTo>
                <a:cubicBezTo>
                  <a:pt x="285477" y="134299"/>
                  <a:pt x="282079" y="139400"/>
                  <a:pt x="277687" y="142858"/>
                </a:cubicBezTo>
                <a:cubicBezTo>
                  <a:pt x="273294" y="146313"/>
                  <a:pt x="268765" y="148041"/>
                  <a:pt x="264098" y="148041"/>
                </a:cubicBezTo>
                <a:cubicBezTo>
                  <a:pt x="260941" y="148041"/>
                  <a:pt x="257852" y="147164"/>
                  <a:pt x="254832" y="145412"/>
                </a:cubicBezTo>
                <a:cubicBezTo>
                  <a:pt x="251812" y="143660"/>
                  <a:pt x="249582" y="141153"/>
                  <a:pt x="248141" y="137891"/>
                </a:cubicBezTo>
                <a:cubicBezTo>
                  <a:pt x="246699" y="134626"/>
                  <a:pt x="245979" y="129592"/>
                  <a:pt x="245979" y="122789"/>
                </a:cubicBezTo>
                <a:lnTo>
                  <a:pt x="245979" y="59299"/>
                </a:lnTo>
                <a:lnTo>
                  <a:pt x="231051" y="59299"/>
                </a:lnTo>
                <a:lnTo>
                  <a:pt x="231051" y="55901"/>
                </a:lnTo>
                <a:cubicBezTo>
                  <a:pt x="234826" y="54387"/>
                  <a:pt x="238686" y="51823"/>
                  <a:pt x="242633" y="48209"/>
                </a:cubicBezTo>
                <a:cubicBezTo>
                  <a:pt x="246579" y="44595"/>
                  <a:pt x="250097" y="40310"/>
                  <a:pt x="253185" y="35353"/>
                </a:cubicBezTo>
                <a:cubicBezTo>
                  <a:pt x="254764" y="32739"/>
                  <a:pt x="256960" y="27955"/>
                  <a:pt x="259774" y="21002"/>
                </a:cubicBezTo>
                <a:lnTo>
                  <a:pt x="262965" y="21002"/>
                </a:lnTo>
                <a:close/>
                <a:moveTo>
                  <a:pt x="318181" y="0"/>
                </a:moveTo>
                <a:cubicBezTo>
                  <a:pt x="321064" y="0"/>
                  <a:pt x="323517" y="1018"/>
                  <a:pt x="325542" y="3053"/>
                </a:cubicBezTo>
                <a:cubicBezTo>
                  <a:pt x="327567" y="5086"/>
                  <a:pt x="328579" y="7552"/>
                  <a:pt x="328579" y="10449"/>
                </a:cubicBezTo>
                <a:cubicBezTo>
                  <a:pt x="328579" y="13347"/>
                  <a:pt x="327567" y="15831"/>
                  <a:pt x="325542" y="17900"/>
                </a:cubicBezTo>
                <a:cubicBezTo>
                  <a:pt x="323517" y="19968"/>
                  <a:pt x="321064" y="21002"/>
                  <a:pt x="318181" y="21002"/>
                </a:cubicBezTo>
                <a:cubicBezTo>
                  <a:pt x="315299" y="21002"/>
                  <a:pt x="312828" y="19968"/>
                  <a:pt x="310769" y="17900"/>
                </a:cubicBezTo>
                <a:cubicBezTo>
                  <a:pt x="308710" y="15831"/>
                  <a:pt x="307680" y="13347"/>
                  <a:pt x="307680" y="10449"/>
                </a:cubicBezTo>
                <a:cubicBezTo>
                  <a:pt x="307680" y="7552"/>
                  <a:pt x="308693" y="5086"/>
                  <a:pt x="310717" y="3053"/>
                </a:cubicBezTo>
                <a:cubicBezTo>
                  <a:pt x="312742" y="1018"/>
                  <a:pt x="315230" y="0"/>
                  <a:pt x="318181" y="0"/>
                </a:cubicBezTo>
                <a:moveTo>
                  <a:pt x="326726" y="49416"/>
                </a:moveTo>
                <a:lnTo>
                  <a:pt x="326726" y="125019"/>
                </a:lnTo>
                <a:cubicBezTo>
                  <a:pt x="326726" y="130908"/>
                  <a:pt x="327155" y="134829"/>
                  <a:pt x="328013" y="136781"/>
                </a:cubicBezTo>
                <a:cubicBezTo>
                  <a:pt x="328871" y="138732"/>
                  <a:pt x="330140" y="140188"/>
                  <a:pt x="331822" y="141146"/>
                </a:cubicBezTo>
                <a:cubicBezTo>
                  <a:pt x="333503" y="142105"/>
                  <a:pt x="336575" y="142584"/>
                  <a:pt x="341036" y="142584"/>
                </a:cubicBezTo>
                <a:lnTo>
                  <a:pt x="341036" y="146393"/>
                </a:lnTo>
                <a:lnTo>
                  <a:pt x="295224" y="146393"/>
                </a:lnTo>
                <a:lnTo>
                  <a:pt x="295224" y="142584"/>
                </a:lnTo>
                <a:cubicBezTo>
                  <a:pt x="299822" y="142584"/>
                  <a:pt x="302910" y="142139"/>
                  <a:pt x="304489" y="141249"/>
                </a:cubicBezTo>
                <a:cubicBezTo>
                  <a:pt x="306068" y="140359"/>
                  <a:pt x="307320" y="138887"/>
                  <a:pt x="308247" y="136832"/>
                </a:cubicBezTo>
                <a:cubicBezTo>
                  <a:pt x="309173" y="134777"/>
                  <a:pt x="309636" y="130840"/>
                  <a:pt x="309636" y="125019"/>
                </a:cubicBezTo>
                <a:lnTo>
                  <a:pt x="309636" y="88758"/>
                </a:lnTo>
                <a:cubicBezTo>
                  <a:pt x="309636" y="78553"/>
                  <a:pt x="309328" y="71945"/>
                  <a:pt x="308710" y="68934"/>
                </a:cubicBezTo>
                <a:cubicBezTo>
                  <a:pt x="308230" y="66742"/>
                  <a:pt x="307475" y="65218"/>
                  <a:pt x="306445" y="64362"/>
                </a:cubicBezTo>
                <a:cubicBezTo>
                  <a:pt x="305416" y="63507"/>
                  <a:pt x="304009" y="63079"/>
                  <a:pt x="302224" y="63079"/>
                </a:cubicBezTo>
                <a:cubicBezTo>
                  <a:pt x="300302" y="63079"/>
                  <a:pt x="297969" y="63592"/>
                  <a:pt x="295224" y="64620"/>
                </a:cubicBezTo>
                <a:lnTo>
                  <a:pt x="293782" y="60920"/>
                </a:lnTo>
                <a:lnTo>
                  <a:pt x="322196" y="49416"/>
                </a:lnTo>
                <a:lnTo>
                  <a:pt x="326726" y="49416"/>
                </a:lnTo>
                <a:close/>
                <a:moveTo>
                  <a:pt x="406238" y="132804"/>
                </a:moveTo>
                <a:cubicBezTo>
                  <a:pt x="396561" y="140285"/>
                  <a:pt x="390487" y="144609"/>
                  <a:pt x="388016" y="145776"/>
                </a:cubicBezTo>
                <a:cubicBezTo>
                  <a:pt x="384310" y="147560"/>
                  <a:pt x="380363" y="148452"/>
                  <a:pt x="376177" y="148452"/>
                </a:cubicBezTo>
                <a:cubicBezTo>
                  <a:pt x="369657" y="148452"/>
                  <a:pt x="364286" y="146222"/>
                  <a:pt x="360065" y="141761"/>
                </a:cubicBezTo>
                <a:cubicBezTo>
                  <a:pt x="355844" y="137300"/>
                  <a:pt x="353734" y="131432"/>
                  <a:pt x="353734" y="124156"/>
                </a:cubicBezTo>
                <a:cubicBezTo>
                  <a:pt x="353734" y="119558"/>
                  <a:pt x="354763" y="115577"/>
                  <a:pt x="356822" y="112214"/>
                </a:cubicBezTo>
                <a:cubicBezTo>
                  <a:pt x="359636" y="107547"/>
                  <a:pt x="364526" y="103155"/>
                  <a:pt x="371493" y="99037"/>
                </a:cubicBezTo>
                <a:cubicBezTo>
                  <a:pt x="378459" y="94919"/>
                  <a:pt x="390041" y="89909"/>
                  <a:pt x="406238" y="84006"/>
                </a:cubicBezTo>
                <a:lnTo>
                  <a:pt x="406238" y="80300"/>
                </a:lnTo>
                <a:cubicBezTo>
                  <a:pt x="406238" y="70898"/>
                  <a:pt x="404745" y="64446"/>
                  <a:pt x="401760" y="60946"/>
                </a:cubicBezTo>
                <a:cubicBezTo>
                  <a:pt x="398774" y="57446"/>
                  <a:pt x="394433" y="55695"/>
                  <a:pt x="388737" y="55695"/>
                </a:cubicBezTo>
                <a:cubicBezTo>
                  <a:pt x="384413" y="55695"/>
                  <a:pt x="380981" y="56858"/>
                  <a:pt x="378442" y="59183"/>
                </a:cubicBezTo>
                <a:cubicBezTo>
                  <a:pt x="375834" y="61508"/>
                  <a:pt x="374530" y="64175"/>
                  <a:pt x="374530" y="67184"/>
                </a:cubicBezTo>
                <a:lnTo>
                  <a:pt x="374736" y="73132"/>
                </a:lnTo>
                <a:cubicBezTo>
                  <a:pt x="374736" y="76277"/>
                  <a:pt x="373929" y="78703"/>
                  <a:pt x="372316" y="80413"/>
                </a:cubicBezTo>
                <a:cubicBezTo>
                  <a:pt x="370703" y="82122"/>
                  <a:pt x="368593" y="82977"/>
                  <a:pt x="365985" y="82977"/>
                </a:cubicBezTo>
                <a:cubicBezTo>
                  <a:pt x="363446" y="82977"/>
                  <a:pt x="361369" y="82088"/>
                  <a:pt x="359757" y="80310"/>
                </a:cubicBezTo>
                <a:cubicBezTo>
                  <a:pt x="358144" y="78530"/>
                  <a:pt x="357337" y="76100"/>
                  <a:pt x="357337" y="73020"/>
                </a:cubicBezTo>
                <a:cubicBezTo>
                  <a:pt x="357337" y="67137"/>
                  <a:pt x="360357" y="61732"/>
                  <a:pt x="366397" y="56805"/>
                </a:cubicBezTo>
                <a:cubicBezTo>
                  <a:pt x="372436" y="51879"/>
                  <a:pt x="380913" y="49416"/>
                  <a:pt x="391825" y="49416"/>
                </a:cubicBezTo>
                <a:cubicBezTo>
                  <a:pt x="400198" y="49416"/>
                  <a:pt x="407062" y="50820"/>
                  <a:pt x="412415" y="53630"/>
                </a:cubicBezTo>
                <a:cubicBezTo>
                  <a:pt x="416464" y="55755"/>
                  <a:pt x="419450" y="59081"/>
                  <a:pt x="421371" y="63606"/>
                </a:cubicBezTo>
                <a:cubicBezTo>
                  <a:pt x="422607" y="66553"/>
                  <a:pt x="423225" y="72585"/>
                  <a:pt x="423225" y="81703"/>
                </a:cubicBezTo>
                <a:lnTo>
                  <a:pt x="423225" y="113681"/>
                </a:lnTo>
                <a:cubicBezTo>
                  <a:pt x="423225" y="122662"/>
                  <a:pt x="423396" y="128163"/>
                  <a:pt x="423739" y="130185"/>
                </a:cubicBezTo>
                <a:cubicBezTo>
                  <a:pt x="424082" y="132208"/>
                  <a:pt x="424649" y="133562"/>
                  <a:pt x="425438" y="134249"/>
                </a:cubicBezTo>
                <a:cubicBezTo>
                  <a:pt x="426227" y="134933"/>
                  <a:pt x="427137" y="135275"/>
                  <a:pt x="428166" y="135275"/>
                </a:cubicBezTo>
                <a:cubicBezTo>
                  <a:pt x="429264" y="135275"/>
                  <a:pt x="430225" y="135035"/>
                  <a:pt x="431049" y="134554"/>
                </a:cubicBezTo>
                <a:cubicBezTo>
                  <a:pt x="432490" y="133662"/>
                  <a:pt x="435270" y="131157"/>
                  <a:pt x="439388" y="127039"/>
                </a:cubicBezTo>
                <a:lnTo>
                  <a:pt x="439388" y="132804"/>
                </a:lnTo>
                <a:cubicBezTo>
                  <a:pt x="431701" y="143099"/>
                  <a:pt x="424357" y="148247"/>
                  <a:pt x="417356" y="148247"/>
                </a:cubicBezTo>
                <a:cubicBezTo>
                  <a:pt x="413993" y="148247"/>
                  <a:pt x="411317" y="147080"/>
                  <a:pt x="409326" y="144746"/>
                </a:cubicBezTo>
                <a:cubicBezTo>
                  <a:pt x="407336" y="142413"/>
                  <a:pt x="406307" y="138432"/>
                  <a:pt x="406238" y="132804"/>
                </a:cubicBezTo>
                <a:moveTo>
                  <a:pt x="406238" y="126055"/>
                </a:moveTo>
                <a:lnTo>
                  <a:pt x="406238" y="90286"/>
                </a:lnTo>
                <a:cubicBezTo>
                  <a:pt x="395874" y="94385"/>
                  <a:pt x="389183" y="97289"/>
                  <a:pt x="386163" y="98998"/>
                </a:cubicBezTo>
                <a:cubicBezTo>
                  <a:pt x="380741" y="102005"/>
                  <a:pt x="376863" y="105148"/>
                  <a:pt x="374530" y="108428"/>
                </a:cubicBezTo>
                <a:cubicBezTo>
                  <a:pt x="372196" y="111707"/>
                  <a:pt x="371029" y="115294"/>
                  <a:pt x="371029" y="119189"/>
                </a:cubicBezTo>
                <a:cubicBezTo>
                  <a:pt x="371029" y="124109"/>
                  <a:pt x="372505" y="128192"/>
                  <a:pt x="375456" y="131437"/>
                </a:cubicBezTo>
                <a:cubicBezTo>
                  <a:pt x="378407" y="134682"/>
                  <a:pt x="381805" y="136304"/>
                  <a:pt x="385648" y="136304"/>
                </a:cubicBezTo>
                <a:cubicBezTo>
                  <a:pt x="390864" y="136304"/>
                  <a:pt x="397728" y="132888"/>
                  <a:pt x="406238" y="126055"/>
                </a:cubicBezTo>
                <a:close/>
                <a:moveTo>
                  <a:pt x="478850" y="0"/>
                </a:moveTo>
                <a:lnTo>
                  <a:pt x="478850" y="124993"/>
                </a:lnTo>
                <a:cubicBezTo>
                  <a:pt x="478850" y="130891"/>
                  <a:pt x="479278" y="134801"/>
                  <a:pt x="480136" y="136723"/>
                </a:cubicBezTo>
                <a:cubicBezTo>
                  <a:pt x="480994" y="138642"/>
                  <a:pt x="482315" y="140100"/>
                  <a:pt x="484100" y="141095"/>
                </a:cubicBezTo>
                <a:cubicBezTo>
                  <a:pt x="485884" y="142088"/>
                  <a:pt x="489213" y="142584"/>
                  <a:pt x="494086" y="142584"/>
                </a:cubicBezTo>
                <a:lnTo>
                  <a:pt x="494086" y="146393"/>
                </a:lnTo>
                <a:lnTo>
                  <a:pt x="447862" y="146393"/>
                </a:lnTo>
                <a:lnTo>
                  <a:pt x="447862" y="142584"/>
                </a:lnTo>
                <a:cubicBezTo>
                  <a:pt x="452186" y="142584"/>
                  <a:pt x="455137" y="142139"/>
                  <a:pt x="456715" y="141249"/>
                </a:cubicBezTo>
                <a:cubicBezTo>
                  <a:pt x="458294" y="140357"/>
                  <a:pt x="459529" y="138882"/>
                  <a:pt x="460422" y="136826"/>
                </a:cubicBezTo>
                <a:cubicBezTo>
                  <a:pt x="461314" y="134767"/>
                  <a:pt x="461760" y="130822"/>
                  <a:pt x="461760" y="124993"/>
                </a:cubicBezTo>
                <a:lnTo>
                  <a:pt x="461760" y="39401"/>
                </a:lnTo>
                <a:cubicBezTo>
                  <a:pt x="461760" y="28771"/>
                  <a:pt x="461520" y="22239"/>
                  <a:pt x="461039" y="19805"/>
                </a:cubicBezTo>
                <a:cubicBezTo>
                  <a:pt x="460559" y="17368"/>
                  <a:pt x="459787" y="15705"/>
                  <a:pt x="458723" y="14815"/>
                </a:cubicBezTo>
                <a:cubicBezTo>
                  <a:pt x="457659" y="13923"/>
                  <a:pt x="456304" y="13477"/>
                  <a:pt x="454657" y="13477"/>
                </a:cubicBezTo>
                <a:cubicBezTo>
                  <a:pt x="452872" y="13477"/>
                  <a:pt x="450607" y="14026"/>
                  <a:pt x="447862" y="15124"/>
                </a:cubicBezTo>
                <a:lnTo>
                  <a:pt x="446112" y="11521"/>
                </a:lnTo>
                <a:lnTo>
                  <a:pt x="474217" y="0"/>
                </a:lnTo>
                <a:lnTo>
                  <a:pt x="478850" y="0"/>
                </a:lnTo>
                <a:close/>
                <a:moveTo>
                  <a:pt x="594496" y="71447"/>
                </a:moveTo>
                <a:lnTo>
                  <a:pt x="659354" y="71447"/>
                </a:lnTo>
                <a:lnTo>
                  <a:pt x="659354" y="31570"/>
                </a:lnTo>
                <a:cubicBezTo>
                  <a:pt x="659354" y="24445"/>
                  <a:pt x="658908" y="19751"/>
                  <a:pt x="658016" y="17488"/>
                </a:cubicBezTo>
                <a:cubicBezTo>
                  <a:pt x="657330" y="15777"/>
                  <a:pt x="655888" y="14305"/>
                  <a:pt x="653692" y="13071"/>
                </a:cubicBezTo>
                <a:cubicBezTo>
                  <a:pt x="650741" y="11426"/>
                  <a:pt x="647618" y="10604"/>
                  <a:pt x="644324" y="10604"/>
                </a:cubicBezTo>
                <a:lnTo>
                  <a:pt x="639382" y="10604"/>
                </a:lnTo>
                <a:lnTo>
                  <a:pt x="639382" y="6795"/>
                </a:lnTo>
                <a:lnTo>
                  <a:pt x="699093" y="6795"/>
                </a:lnTo>
                <a:lnTo>
                  <a:pt x="699093" y="10604"/>
                </a:lnTo>
                <a:lnTo>
                  <a:pt x="694151" y="10604"/>
                </a:lnTo>
                <a:cubicBezTo>
                  <a:pt x="690857" y="10604"/>
                  <a:pt x="687734" y="11393"/>
                  <a:pt x="684783" y="12972"/>
                </a:cubicBezTo>
                <a:cubicBezTo>
                  <a:pt x="682586" y="14070"/>
                  <a:pt x="681094" y="15734"/>
                  <a:pt x="680304" y="17965"/>
                </a:cubicBezTo>
                <a:cubicBezTo>
                  <a:pt x="679515" y="20195"/>
                  <a:pt x="679120" y="24742"/>
                  <a:pt x="679120" y="31605"/>
                </a:cubicBezTo>
                <a:lnTo>
                  <a:pt x="679120" y="121686"/>
                </a:lnTo>
                <a:cubicBezTo>
                  <a:pt x="679120" y="128755"/>
                  <a:pt x="679567" y="133422"/>
                  <a:pt x="680459" y="135687"/>
                </a:cubicBezTo>
                <a:cubicBezTo>
                  <a:pt x="681145" y="137403"/>
                  <a:pt x="682552" y="138878"/>
                  <a:pt x="684680" y="140114"/>
                </a:cubicBezTo>
                <a:cubicBezTo>
                  <a:pt x="687700" y="141761"/>
                  <a:pt x="690857" y="142584"/>
                  <a:pt x="694151" y="142584"/>
                </a:cubicBezTo>
                <a:lnTo>
                  <a:pt x="699093" y="142584"/>
                </a:lnTo>
                <a:lnTo>
                  <a:pt x="699093" y="146393"/>
                </a:lnTo>
                <a:lnTo>
                  <a:pt x="639382" y="146393"/>
                </a:lnTo>
                <a:lnTo>
                  <a:pt x="639382" y="142584"/>
                </a:lnTo>
                <a:lnTo>
                  <a:pt x="644324" y="142584"/>
                </a:lnTo>
                <a:cubicBezTo>
                  <a:pt x="650020" y="142584"/>
                  <a:pt x="654173" y="140900"/>
                  <a:pt x="656781" y="137530"/>
                </a:cubicBezTo>
                <a:cubicBezTo>
                  <a:pt x="658496" y="135332"/>
                  <a:pt x="659354" y="130038"/>
                  <a:pt x="659354" y="121650"/>
                </a:cubicBezTo>
                <a:lnTo>
                  <a:pt x="659354" y="79065"/>
                </a:lnTo>
                <a:lnTo>
                  <a:pt x="594496" y="79065"/>
                </a:lnTo>
                <a:lnTo>
                  <a:pt x="594496" y="121650"/>
                </a:lnTo>
                <a:cubicBezTo>
                  <a:pt x="594496" y="128732"/>
                  <a:pt x="594943" y="133408"/>
                  <a:pt x="595835" y="135677"/>
                </a:cubicBezTo>
                <a:cubicBezTo>
                  <a:pt x="596521" y="137395"/>
                  <a:pt x="597962" y="138873"/>
                  <a:pt x="600159" y="140110"/>
                </a:cubicBezTo>
                <a:cubicBezTo>
                  <a:pt x="603110" y="141760"/>
                  <a:pt x="606233" y="142584"/>
                  <a:pt x="609527" y="142584"/>
                </a:cubicBezTo>
                <a:lnTo>
                  <a:pt x="614571" y="142584"/>
                </a:lnTo>
                <a:lnTo>
                  <a:pt x="614571" y="146393"/>
                </a:lnTo>
                <a:lnTo>
                  <a:pt x="554758" y="146393"/>
                </a:lnTo>
                <a:lnTo>
                  <a:pt x="554758" y="142584"/>
                </a:lnTo>
                <a:lnTo>
                  <a:pt x="559700" y="142584"/>
                </a:lnTo>
                <a:cubicBezTo>
                  <a:pt x="565465" y="142584"/>
                  <a:pt x="569651" y="140903"/>
                  <a:pt x="572259" y="137540"/>
                </a:cubicBezTo>
                <a:cubicBezTo>
                  <a:pt x="573907" y="135344"/>
                  <a:pt x="574730" y="130059"/>
                  <a:pt x="574730" y="121686"/>
                </a:cubicBezTo>
                <a:lnTo>
                  <a:pt x="574730" y="31605"/>
                </a:lnTo>
                <a:cubicBezTo>
                  <a:pt x="574730" y="24468"/>
                  <a:pt x="574284" y="19766"/>
                  <a:pt x="573392" y="17501"/>
                </a:cubicBezTo>
                <a:cubicBezTo>
                  <a:pt x="572706" y="15786"/>
                  <a:pt x="571299" y="14310"/>
                  <a:pt x="569171" y="13075"/>
                </a:cubicBezTo>
                <a:cubicBezTo>
                  <a:pt x="566151" y="11427"/>
                  <a:pt x="562994" y="10604"/>
                  <a:pt x="559700" y="10604"/>
                </a:cubicBezTo>
                <a:lnTo>
                  <a:pt x="554758" y="10604"/>
                </a:lnTo>
                <a:lnTo>
                  <a:pt x="554758" y="6795"/>
                </a:lnTo>
                <a:lnTo>
                  <a:pt x="614571" y="6795"/>
                </a:lnTo>
                <a:lnTo>
                  <a:pt x="614571" y="10604"/>
                </a:lnTo>
                <a:lnTo>
                  <a:pt x="609527" y="10604"/>
                </a:lnTo>
                <a:cubicBezTo>
                  <a:pt x="606233" y="10604"/>
                  <a:pt x="603110" y="11392"/>
                  <a:pt x="600159" y="12968"/>
                </a:cubicBezTo>
                <a:cubicBezTo>
                  <a:pt x="598031" y="14064"/>
                  <a:pt x="596555" y="15725"/>
                  <a:pt x="595732" y="17952"/>
                </a:cubicBezTo>
                <a:cubicBezTo>
                  <a:pt x="594908" y="20178"/>
                  <a:pt x="594496" y="24717"/>
                  <a:pt x="594496" y="31570"/>
                </a:cubicBezTo>
                <a:lnTo>
                  <a:pt x="594496" y="71447"/>
                </a:lnTo>
                <a:close/>
                <a:moveTo>
                  <a:pt x="704616" y="52092"/>
                </a:moveTo>
                <a:lnTo>
                  <a:pt x="748575" y="52092"/>
                </a:lnTo>
                <a:lnTo>
                  <a:pt x="748575" y="55901"/>
                </a:lnTo>
                <a:lnTo>
                  <a:pt x="746413" y="55901"/>
                </a:lnTo>
                <a:cubicBezTo>
                  <a:pt x="743325" y="55901"/>
                  <a:pt x="741009" y="56570"/>
                  <a:pt x="739464" y="57909"/>
                </a:cubicBezTo>
                <a:cubicBezTo>
                  <a:pt x="737920" y="59247"/>
                  <a:pt x="737148" y="60911"/>
                  <a:pt x="737148" y="62902"/>
                </a:cubicBezTo>
                <a:cubicBezTo>
                  <a:pt x="737148" y="65578"/>
                  <a:pt x="738281" y="69285"/>
                  <a:pt x="740545" y="74020"/>
                </a:cubicBezTo>
                <a:lnTo>
                  <a:pt x="763503" y="121583"/>
                </a:lnTo>
                <a:lnTo>
                  <a:pt x="784608" y="69491"/>
                </a:lnTo>
                <a:cubicBezTo>
                  <a:pt x="785774" y="66677"/>
                  <a:pt x="786358" y="63897"/>
                  <a:pt x="786358" y="61152"/>
                </a:cubicBezTo>
                <a:cubicBezTo>
                  <a:pt x="786358" y="59916"/>
                  <a:pt x="786117" y="58990"/>
                  <a:pt x="785637" y="58372"/>
                </a:cubicBezTo>
                <a:cubicBezTo>
                  <a:pt x="785088" y="57617"/>
                  <a:pt x="784230" y="57017"/>
                  <a:pt x="783063" y="56570"/>
                </a:cubicBezTo>
                <a:cubicBezTo>
                  <a:pt x="781897" y="56124"/>
                  <a:pt x="779838" y="55901"/>
                  <a:pt x="776886" y="55901"/>
                </a:cubicBezTo>
                <a:lnTo>
                  <a:pt x="776886" y="52092"/>
                </a:lnTo>
                <a:lnTo>
                  <a:pt x="807565" y="52092"/>
                </a:lnTo>
                <a:lnTo>
                  <a:pt x="807565" y="55901"/>
                </a:lnTo>
                <a:cubicBezTo>
                  <a:pt x="805026" y="56176"/>
                  <a:pt x="803070" y="56725"/>
                  <a:pt x="801697" y="57548"/>
                </a:cubicBezTo>
                <a:cubicBezTo>
                  <a:pt x="800324" y="58372"/>
                  <a:pt x="798814" y="59916"/>
                  <a:pt x="797167" y="62181"/>
                </a:cubicBezTo>
                <a:cubicBezTo>
                  <a:pt x="796550" y="63142"/>
                  <a:pt x="795383" y="65784"/>
                  <a:pt x="793667" y="70108"/>
                </a:cubicBezTo>
                <a:lnTo>
                  <a:pt x="755267" y="164204"/>
                </a:lnTo>
                <a:cubicBezTo>
                  <a:pt x="751561" y="173332"/>
                  <a:pt x="746705" y="180229"/>
                  <a:pt x="740700" y="184896"/>
                </a:cubicBezTo>
                <a:cubicBezTo>
                  <a:pt x="734694" y="189563"/>
                  <a:pt x="728912" y="191897"/>
                  <a:pt x="723353" y="191897"/>
                </a:cubicBezTo>
                <a:cubicBezTo>
                  <a:pt x="719304" y="191897"/>
                  <a:pt x="715975" y="190744"/>
                  <a:pt x="713367" y="188438"/>
                </a:cubicBezTo>
                <a:cubicBezTo>
                  <a:pt x="710759" y="186133"/>
                  <a:pt x="709455" y="183488"/>
                  <a:pt x="709455" y="180505"/>
                </a:cubicBezTo>
                <a:cubicBezTo>
                  <a:pt x="709455" y="177657"/>
                  <a:pt x="710398" y="175360"/>
                  <a:pt x="712286" y="173614"/>
                </a:cubicBezTo>
                <a:cubicBezTo>
                  <a:pt x="714173" y="171870"/>
                  <a:pt x="716764" y="170998"/>
                  <a:pt x="720059" y="170998"/>
                </a:cubicBezTo>
                <a:cubicBezTo>
                  <a:pt x="722323" y="170998"/>
                  <a:pt x="725412" y="171753"/>
                  <a:pt x="729324" y="173263"/>
                </a:cubicBezTo>
                <a:cubicBezTo>
                  <a:pt x="732069" y="174293"/>
                  <a:pt x="733785" y="174807"/>
                  <a:pt x="734471" y="174807"/>
                </a:cubicBezTo>
                <a:cubicBezTo>
                  <a:pt x="736530" y="174807"/>
                  <a:pt x="738778" y="173736"/>
                  <a:pt x="741215" y="171593"/>
                </a:cubicBezTo>
                <a:cubicBezTo>
                  <a:pt x="743651" y="169453"/>
                  <a:pt x="746105" y="165309"/>
                  <a:pt x="748575" y="159162"/>
                </a:cubicBezTo>
                <a:lnTo>
                  <a:pt x="755267" y="142687"/>
                </a:lnTo>
                <a:lnTo>
                  <a:pt x="721397" y="71550"/>
                </a:lnTo>
                <a:cubicBezTo>
                  <a:pt x="720367" y="69422"/>
                  <a:pt x="718720" y="66780"/>
                  <a:pt x="716455" y="63622"/>
                </a:cubicBezTo>
                <a:cubicBezTo>
                  <a:pt x="714740" y="61220"/>
                  <a:pt x="713333" y="59607"/>
                  <a:pt x="712234" y="58784"/>
                </a:cubicBezTo>
                <a:cubicBezTo>
                  <a:pt x="710656" y="57686"/>
                  <a:pt x="708116" y="56725"/>
                  <a:pt x="704616" y="55901"/>
                </a:cubicBezTo>
                <a:lnTo>
                  <a:pt x="704616" y="52092"/>
                </a:lnTo>
                <a:close/>
                <a:moveTo>
                  <a:pt x="808595" y="61367"/>
                </a:moveTo>
                <a:lnTo>
                  <a:pt x="837627" y="49621"/>
                </a:lnTo>
                <a:lnTo>
                  <a:pt x="841539" y="49621"/>
                </a:lnTo>
                <a:lnTo>
                  <a:pt x="841539" y="71652"/>
                </a:lnTo>
                <a:cubicBezTo>
                  <a:pt x="846412" y="63348"/>
                  <a:pt x="851302" y="57566"/>
                  <a:pt x="856209" y="54306"/>
                </a:cubicBezTo>
                <a:cubicBezTo>
                  <a:pt x="861116" y="51046"/>
                  <a:pt x="866281" y="49416"/>
                  <a:pt x="871703" y="49416"/>
                </a:cubicBezTo>
                <a:cubicBezTo>
                  <a:pt x="881174" y="49416"/>
                  <a:pt x="889067" y="53117"/>
                  <a:pt x="895381" y="60521"/>
                </a:cubicBezTo>
                <a:cubicBezTo>
                  <a:pt x="903136" y="69572"/>
                  <a:pt x="907014" y="81365"/>
                  <a:pt x="907014" y="95900"/>
                </a:cubicBezTo>
                <a:cubicBezTo>
                  <a:pt x="907014" y="112149"/>
                  <a:pt x="902347" y="125587"/>
                  <a:pt x="893013" y="136214"/>
                </a:cubicBezTo>
                <a:cubicBezTo>
                  <a:pt x="885326" y="144922"/>
                  <a:pt x="875649" y="149276"/>
                  <a:pt x="863981" y="149276"/>
                </a:cubicBezTo>
                <a:cubicBezTo>
                  <a:pt x="858903" y="149276"/>
                  <a:pt x="854510" y="148555"/>
                  <a:pt x="850804" y="147114"/>
                </a:cubicBezTo>
                <a:cubicBezTo>
                  <a:pt x="848059" y="146085"/>
                  <a:pt x="844970" y="144026"/>
                  <a:pt x="841539" y="140937"/>
                </a:cubicBezTo>
                <a:lnTo>
                  <a:pt x="841539" y="169660"/>
                </a:lnTo>
                <a:cubicBezTo>
                  <a:pt x="841539" y="176111"/>
                  <a:pt x="841933" y="180212"/>
                  <a:pt x="842723" y="181962"/>
                </a:cubicBezTo>
                <a:cubicBezTo>
                  <a:pt x="843512" y="183712"/>
                  <a:pt x="844884" y="185102"/>
                  <a:pt x="846840" y="186132"/>
                </a:cubicBezTo>
                <a:cubicBezTo>
                  <a:pt x="848797" y="187161"/>
                  <a:pt x="852348" y="187676"/>
                  <a:pt x="857496" y="187676"/>
                </a:cubicBezTo>
                <a:lnTo>
                  <a:pt x="857496" y="191485"/>
                </a:lnTo>
                <a:lnTo>
                  <a:pt x="808080" y="191485"/>
                </a:lnTo>
                <a:lnTo>
                  <a:pt x="808080" y="187676"/>
                </a:lnTo>
                <a:lnTo>
                  <a:pt x="810654" y="187676"/>
                </a:lnTo>
                <a:cubicBezTo>
                  <a:pt x="814429" y="187745"/>
                  <a:pt x="817654" y="187023"/>
                  <a:pt x="820331" y="185511"/>
                </a:cubicBezTo>
                <a:cubicBezTo>
                  <a:pt x="821635" y="184756"/>
                  <a:pt x="822647" y="183537"/>
                  <a:pt x="823368" y="181853"/>
                </a:cubicBezTo>
                <a:cubicBezTo>
                  <a:pt x="824089" y="180171"/>
                  <a:pt x="824449" y="175897"/>
                  <a:pt x="824449" y="169029"/>
                </a:cubicBezTo>
                <a:lnTo>
                  <a:pt x="824449" y="79808"/>
                </a:lnTo>
                <a:cubicBezTo>
                  <a:pt x="824449" y="73695"/>
                  <a:pt x="824175" y="69815"/>
                  <a:pt x="823625" y="68168"/>
                </a:cubicBezTo>
                <a:cubicBezTo>
                  <a:pt x="823076" y="66519"/>
                  <a:pt x="822201" y="65283"/>
                  <a:pt x="821000" y="64459"/>
                </a:cubicBezTo>
                <a:cubicBezTo>
                  <a:pt x="819799" y="63633"/>
                  <a:pt x="818169" y="63220"/>
                  <a:pt x="816110" y="63220"/>
                </a:cubicBezTo>
                <a:cubicBezTo>
                  <a:pt x="814463" y="63220"/>
                  <a:pt x="812370" y="63701"/>
                  <a:pt x="809830" y="64662"/>
                </a:cubicBezTo>
                <a:lnTo>
                  <a:pt x="808595" y="61367"/>
                </a:lnTo>
                <a:moveTo>
                  <a:pt x="841539" y="77913"/>
                </a:moveTo>
                <a:lnTo>
                  <a:pt x="841539" y="113077"/>
                </a:lnTo>
                <a:cubicBezTo>
                  <a:pt x="841539" y="120686"/>
                  <a:pt x="841847" y="125690"/>
                  <a:pt x="842465" y="128088"/>
                </a:cubicBezTo>
                <a:cubicBezTo>
                  <a:pt x="843426" y="132064"/>
                  <a:pt x="845777" y="135560"/>
                  <a:pt x="849517" y="138576"/>
                </a:cubicBezTo>
                <a:cubicBezTo>
                  <a:pt x="853258" y="141591"/>
                  <a:pt x="857976" y="143099"/>
                  <a:pt x="863673" y="143099"/>
                </a:cubicBezTo>
                <a:cubicBezTo>
                  <a:pt x="870536" y="143099"/>
                  <a:pt x="876095" y="140426"/>
                  <a:pt x="880350" y="135079"/>
                </a:cubicBezTo>
                <a:cubicBezTo>
                  <a:pt x="885910" y="128089"/>
                  <a:pt x="888689" y="118253"/>
                  <a:pt x="888689" y="105571"/>
                </a:cubicBezTo>
                <a:cubicBezTo>
                  <a:pt x="888689" y="91177"/>
                  <a:pt x="885532" y="80108"/>
                  <a:pt x="879218" y="72363"/>
                </a:cubicBezTo>
                <a:cubicBezTo>
                  <a:pt x="874825" y="67017"/>
                  <a:pt x="869609" y="64343"/>
                  <a:pt x="863570" y="64343"/>
                </a:cubicBezTo>
                <a:cubicBezTo>
                  <a:pt x="860275" y="64343"/>
                  <a:pt x="857015" y="65166"/>
                  <a:pt x="853790" y="66811"/>
                </a:cubicBezTo>
                <a:cubicBezTo>
                  <a:pt x="851319" y="68044"/>
                  <a:pt x="847235" y="71745"/>
                  <a:pt x="841539" y="77913"/>
                </a:cubicBezTo>
                <a:close/>
                <a:moveTo>
                  <a:pt x="966930" y="49416"/>
                </a:moveTo>
                <a:cubicBezTo>
                  <a:pt x="981206" y="49416"/>
                  <a:pt x="992668" y="54832"/>
                  <a:pt x="1001315" y="65665"/>
                </a:cubicBezTo>
                <a:cubicBezTo>
                  <a:pt x="1008659" y="74920"/>
                  <a:pt x="1012331" y="85547"/>
                  <a:pt x="1012331" y="97547"/>
                </a:cubicBezTo>
                <a:cubicBezTo>
                  <a:pt x="1012331" y="105981"/>
                  <a:pt x="1010306" y="114517"/>
                  <a:pt x="1006257" y="123156"/>
                </a:cubicBezTo>
                <a:cubicBezTo>
                  <a:pt x="1002208" y="131793"/>
                  <a:pt x="996631" y="138306"/>
                  <a:pt x="989528" y="142694"/>
                </a:cubicBezTo>
                <a:cubicBezTo>
                  <a:pt x="982424" y="147082"/>
                  <a:pt x="974514" y="149276"/>
                  <a:pt x="965798" y="149276"/>
                </a:cubicBezTo>
                <a:cubicBezTo>
                  <a:pt x="951591" y="149276"/>
                  <a:pt x="940301" y="143619"/>
                  <a:pt x="931928" y="132306"/>
                </a:cubicBezTo>
                <a:cubicBezTo>
                  <a:pt x="924859" y="122776"/>
                  <a:pt x="921324" y="112081"/>
                  <a:pt x="921324" y="100221"/>
                </a:cubicBezTo>
                <a:cubicBezTo>
                  <a:pt x="921324" y="91582"/>
                  <a:pt x="923469" y="82994"/>
                  <a:pt x="927758" y="74458"/>
                </a:cubicBezTo>
                <a:cubicBezTo>
                  <a:pt x="932048" y="65922"/>
                  <a:pt x="937693" y="59614"/>
                  <a:pt x="944693" y="55535"/>
                </a:cubicBezTo>
                <a:cubicBezTo>
                  <a:pt x="951694" y="51455"/>
                  <a:pt x="959106" y="49416"/>
                  <a:pt x="966930" y="49416"/>
                </a:cubicBezTo>
                <a:moveTo>
                  <a:pt x="963739" y="56210"/>
                </a:moveTo>
                <a:cubicBezTo>
                  <a:pt x="960102" y="56210"/>
                  <a:pt x="956447" y="57290"/>
                  <a:pt x="952775" y="59450"/>
                </a:cubicBezTo>
                <a:cubicBezTo>
                  <a:pt x="949103" y="61610"/>
                  <a:pt x="946135" y="65397"/>
                  <a:pt x="943870" y="70813"/>
                </a:cubicBezTo>
                <a:cubicBezTo>
                  <a:pt x="941605" y="76228"/>
                  <a:pt x="940473" y="83186"/>
                  <a:pt x="940473" y="91686"/>
                </a:cubicBezTo>
                <a:cubicBezTo>
                  <a:pt x="940473" y="105395"/>
                  <a:pt x="943201" y="117220"/>
                  <a:pt x="948657" y="127161"/>
                </a:cubicBezTo>
                <a:cubicBezTo>
                  <a:pt x="954113" y="137100"/>
                  <a:pt x="961303" y="142070"/>
                  <a:pt x="970225" y="142070"/>
                </a:cubicBezTo>
                <a:cubicBezTo>
                  <a:pt x="976882" y="142070"/>
                  <a:pt x="982373" y="139327"/>
                  <a:pt x="986697" y="133843"/>
                </a:cubicBezTo>
                <a:cubicBezTo>
                  <a:pt x="991021" y="128359"/>
                  <a:pt x="993182" y="118934"/>
                  <a:pt x="993182" y="105568"/>
                </a:cubicBezTo>
                <a:cubicBezTo>
                  <a:pt x="993182" y="88841"/>
                  <a:pt x="989579" y="75678"/>
                  <a:pt x="982373" y="66080"/>
                </a:cubicBezTo>
                <a:cubicBezTo>
                  <a:pt x="977500" y="59500"/>
                  <a:pt x="971289" y="56210"/>
                  <a:pt x="963739" y="56210"/>
                </a:cubicBezTo>
                <a:close/>
                <a:moveTo>
                  <a:pt x="1053613" y="21002"/>
                </a:moveTo>
                <a:lnTo>
                  <a:pt x="1053613" y="52092"/>
                </a:lnTo>
                <a:lnTo>
                  <a:pt x="1075644" y="52092"/>
                </a:lnTo>
                <a:lnTo>
                  <a:pt x="1075644" y="59299"/>
                </a:lnTo>
                <a:lnTo>
                  <a:pt x="1053613" y="59299"/>
                </a:lnTo>
                <a:lnTo>
                  <a:pt x="1053613" y="120367"/>
                </a:lnTo>
                <a:cubicBezTo>
                  <a:pt x="1053613" y="126469"/>
                  <a:pt x="1054488" y="130582"/>
                  <a:pt x="1056238" y="132708"/>
                </a:cubicBezTo>
                <a:cubicBezTo>
                  <a:pt x="1057989" y="134831"/>
                  <a:pt x="1060236" y="135893"/>
                  <a:pt x="1062982" y="135893"/>
                </a:cubicBezTo>
                <a:cubicBezTo>
                  <a:pt x="1065246" y="135893"/>
                  <a:pt x="1067443" y="135189"/>
                  <a:pt x="1069570" y="133782"/>
                </a:cubicBezTo>
                <a:cubicBezTo>
                  <a:pt x="1071698" y="132375"/>
                  <a:pt x="1073345" y="130299"/>
                  <a:pt x="1074512" y="127554"/>
                </a:cubicBezTo>
                <a:lnTo>
                  <a:pt x="1078527" y="127554"/>
                </a:lnTo>
                <a:cubicBezTo>
                  <a:pt x="1076125" y="134299"/>
                  <a:pt x="1072727" y="139400"/>
                  <a:pt x="1068335" y="142858"/>
                </a:cubicBezTo>
                <a:cubicBezTo>
                  <a:pt x="1063942" y="146313"/>
                  <a:pt x="1059413" y="148041"/>
                  <a:pt x="1054746" y="148041"/>
                </a:cubicBezTo>
                <a:cubicBezTo>
                  <a:pt x="1051589" y="148041"/>
                  <a:pt x="1048500" y="147164"/>
                  <a:pt x="1045480" y="145412"/>
                </a:cubicBezTo>
                <a:cubicBezTo>
                  <a:pt x="1042460" y="143660"/>
                  <a:pt x="1040230" y="141153"/>
                  <a:pt x="1038789" y="137891"/>
                </a:cubicBezTo>
                <a:cubicBezTo>
                  <a:pt x="1037347" y="134626"/>
                  <a:pt x="1036627" y="129592"/>
                  <a:pt x="1036627" y="122789"/>
                </a:cubicBezTo>
                <a:lnTo>
                  <a:pt x="1036627" y="59299"/>
                </a:lnTo>
                <a:lnTo>
                  <a:pt x="1021699" y="59299"/>
                </a:lnTo>
                <a:lnTo>
                  <a:pt x="1021699" y="55901"/>
                </a:lnTo>
                <a:cubicBezTo>
                  <a:pt x="1025474" y="54387"/>
                  <a:pt x="1029334" y="51823"/>
                  <a:pt x="1033281" y="48209"/>
                </a:cubicBezTo>
                <a:cubicBezTo>
                  <a:pt x="1037227" y="44595"/>
                  <a:pt x="1040745" y="40310"/>
                  <a:pt x="1043833" y="35353"/>
                </a:cubicBezTo>
                <a:cubicBezTo>
                  <a:pt x="1045412" y="32739"/>
                  <a:pt x="1047608" y="27955"/>
                  <a:pt x="1050422" y="21002"/>
                </a:cubicBezTo>
                <a:lnTo>
                  <a:pt x="1053613" y="21002"/>
                </a:lnTo>
                <a:close/>
                <a:moveTo>
                  <a:pt x="1112535" y="0"/>
                </a:moveTo>
                <a:lnTo>
                  <a:pt x="1112535" y="69079"/>
                </a:lnTo>
                <a:cubicBezTo>
                  <a:pt x="1120154" y="60706"/>
                  <a:pt x="1126193" y="55335"/>
                  <a:pt x="1130654" y="52967"/>
                </a:cubicBezTo>
                <a:cubicBezTo>
                  <a:pt x="1135116" y="50599"/>
                  <a:pt x="1139577" y="49416"/>
                  <a:pt x="1144038" y="49416"/>
                </a:cubicBezTo>
                <a:cubicBezTo>
                  <a:pt x="1149391" y="49416"/>
                  <a:pt x="1153989" y="50888"/>
                  <a:pt x="1157833" y="53833"/>
                </a:cubicBezTo>
                <a:cubicBezTo>
                  <a:pt x="1161676" y="56777"/>
                  <a:pt x="1164525" y="61399"/>
                  <a:pt x="1166378" y="67699"/>
                </a:cubicBezTo>
                <a:cubicBezTo>
                  <a:pt x="1167682" y="72083"/>
                  <a:pt x="1168334" y="80095"/>
                  <a:pt x="1168334" y="91737"/>
                </a:cubicBezTo>
                <a:lnTo>
                  <a:pt x="1168334" y="125019"/>
                </a:lnTo>
                <a:cubicBezTo>
                  <a:pt x="1168334" y="130977"/>
                  <a:pt x="1168814" y="135052"/>
                  <a:pt x="1169775" y="137244"/>
                </a:cubicBezTo>
                <a:cubicBezTo>
                  <a:pt x="1170461" y="138887"/>
                  <a:pt x="1171628" y="140188"/>
                  <a:pt x="1173275" y="141146"/>
                </a:cubicBezTo>
                <a:cubicBezTo>
                  <a:pt x="1174922" y="142105"/>
                  <a:pt x="1177942" y="142584"/>
                  <a:pt x="1182335" y="142584"/>
                </a:cubicBezTo>
                <a:lnTo>
                  <a:pt x="1182335" y="146393"/>
                </a:lnTo>
                <a:lnTo>
                  <a:pt x="1136008" y="146393"/>
                </a:lnTo>
                <a:lnTo>
                  <a:pt x="1136008" y="142584"/>
                </a:lnTo>
                <a:lnTo>
                  <a:pt x="1138170" y="142584"/>
                </a:lnTo>
                <a:cubicBezTo>
                  <a:pt x="1142562" y="142584"/>
                  <a:pt x="1145616" y="141915"/>
                  <a:pt x="1147332" y="140577"/>
                </a:cubicBezTo>
                <a:cubicBezTo>
                  <a:pt x="1149048" y="139238"/>
                  <a:pt x="1150249" y="137265"/>
                  <a:pt x="1150935" y="134657"/>
                </a:cubicBezTo>
                <a:cubicBezTo>
                  <a:pt x="1151141" y="133559"/>
                  <a:pt x="1151244" y="130333"/>
                  <a:pt x="1151244" y="124980"/>
                </a:cubicBezTo>
                <a:lnTo>
                  <a:pt x="1151244" y="91625"/>
                </a:lnTo>
                <a:cubicBezTo>
                  <a:pt x="1151244" y="81330"/>
                  <a:pt x="1150712" y="74569"/>
                  <a:pt x="1149648" y="71344"/>
                </a:cubicBezTo>
                <a:cubicBezTo>
                  <a:pt x="1148585" y="68118"/>
                  <a:pt x="1146886" y="65699"/>
                  <a:pt x="1144553" y="64086"/>
                </a:cubicBezTo>
                <a:cubicBezTo>
                  <a:pt x="1142219" y="62473"/>
                  <a:pt x="1139405" y="61666"/>
                  <a:pt x="1136111" y="61666"/>
                </a:cubicBezTo>
                <a:cubicBezTo>
                  <a:pt x="1132748" y="61666"/>
                  <a:pt x="1129247" y="62559"/>
                  <a:pt x="1125610" y="64343"/>
                </a:cubicBezTo>
                <a:cubicBezTo>
                  <a:pt x="1121972" y="66128"/>
                  <a:pt x="1117614" y="69731"/>
                  <a:pt x="1112535" y="75153"/>
                </a:cubicBezTo>
                <a:lnTo>
                  <a:pt x="1112535" y="124980"/>
                </a:lnTo>
                <a:cubicBezTo>
                  <a:pt x="1112535" y="131432"/>
                  <a:pt x="1112896" y="135447"/>
                  <a:pt x="1113616" y="137025"/>
                </a:cubicBezTo>
                <a:cubicBezTo>
                  <a:pt x="1114337" y="138604"/>
                  <a:pt x="1115675" y="139925"/>
                  <a:pt x="1117631" y="140989"/>
                </a:cubicBezTo>
                <a:cubicBezTo>
                  <a:pt x="1119587" y="142052"/>
                  <a:pt x="1122968" y="142584"/>
                  <a:pt x="1127772" y="142584"/>
                </a:cubicBezTo>
                <a:lnTo>
                  <a:pt x="1127772" y="146393"/>
                </a:lnTo>
                <a:lnTo>
                  <a:pt x="1081033" y="146393"/>
                </a:lnTo>
                <a:lnTo>
                  <a:pt x="1081033" y="142584"/>
                </a:lnTo>
                <a:cubicBezTo>
                  <a:pt x="1085220" y="142584"/>
                  <a:pt x="1088514" y="141932"/>
                  <a:pt x="1090916" y="140628"/>
                </a:cubicBezTo>
                <a:cubicBezTo>
                  <a:pt x="1092289" y="139944"/>
                  <a:pt x="1093387" y="138642"/>
                  <a:pt x="1094210" y="136723"/>
                </a:cubicBezTo>
                <a:cubicBezTo>
                  <a:pt x="1095034" y="134801"/>
                  <a:pt x="1095446" y="130891"/>
                  <a:pt x="1095446" y="124993"/>
                </a:cubicBezTo>
                <a:lnTo>
                  <a:pt x="1095446" y="39709"/>
                </a:lnTo>
                <a:cubicBezTo>
                  <a:pt x="1095446" y="28943"/>
                  <a:pt x="1095188" y="22325"/>
                  <a:pt x="1094674" y="19856"/>
                </a:cubicBezTo>
                <a:cubicBezTo>
                  <a:pt x="1094159" y="17386"/>
                  <a:pt x="1093370" y="15705"/>
                  <a:pt x="1092306" y="14815"/>
                </a:cubicBezTo>
                <a:cubicBezTo>
                  <a:pt x="1091242" y="13923"/>
                  <a:pt x="1089818" y="13477"/>
                  <a:pt x="1088034" y="13477"/>
                </a:cubicBezTo>
                <a:cubicBezTo>
                  <a:pt x="1086592" y="13477"/>
                  <a:pt x="1084259" y="14026"/>
                  <a:pt x="1081033" y="15124"/>
                </a:cubicBezTo>
                <a:lnTo>
                  <a:pt x="1079592" y="11521"/>
                </a:lnTo>
                <a:lnTo>
                  <a:pt x="1107800" y="0"/>
                </a:lnTo>
                <a:lnTo>
                  <a:pt x="1112535" y="0"/>
                </a:lnTo>
                <a:close/>
                <a:moveTo>
                  <a:pt x="1206116" y="87713"/>
                </a:moveTo>
                <a:cubicBezTo>
                  <a:pt x="1206048" y="101681"/>
                  <a:pt x="1209445" y="112638"/>
                  <a:pt x="1216308" y="120582"/>
                </a:cubicBezTo>
                <a:cubicBezTo>
                  <a:pt x="1223171" y="128524"/>
                  <a:pt x="1231236" y="132495"/>
                  <a:pt x="1240501" y="132495"/>
                </a:cubicBezTo>
                <a:cubicBezTo>
                  <a:pt x="1246678" y="132495"/>
                  <a:pt x="1252049" y="130797"/>
                  <a:pt x="1256613" y="127399"/>
                </a:cubicBezTo>
                <a:cubicBezTo>
                  <a:pt x="1261177" y="124002"/>
                  <a:pt x="1265003" y="118185"/>
                  <a:pt x="1268092" y="109950"/>
                </a:cubicBezTo>
                <a:lnTo>
                  <a:pt x="1271283" y="112008"/>
                </a:lnTo>
                <a:cubicBezTo>
                  <a:pt x="1269842" y="121411"/>
                  <a:pt x="1265655" y="129973"/>
                  <a:pt x="1258723" y="137694"/>
                </a:cubicBezTo>
                <a:cubicBezTo>
                  <a:pt x="1251791" y="145415"/>
                  <a:pt x="1243109" y="149276"/>
                  <a:pt x="1232677" y="149276"/>
                </a:cubicBezTo>
                <a:cubicBezTo>
                  <a:pt x="1221353" y="149276"/>
                  <a:pt x="1211658" y="144876"/>
                  <a:pt x="1203594" y="136076"/>
                </a:cubicBezTo>
                <a:cubicBezTo>
                  <a:pt x="1195530" y="127274"/>
                  <a:pt x="1191498" y="115441"/>
                  <a:pt x="1191498" y="100578"/>
                </a:cubicBezTo>
                <a:cubicBezTo>
                  <a:pt x="1191498" y="84484"/>
                  <a:pt x="1195633" y="71933"/>
                  <a:pt x="1203903" y="62928"/>
                </a:cubicBezTo>
                <a:cubicBezTo>
                  <a:pt x="1212173" y="53920"/>
                  <a:pt x="1222554" y="49416"/>
                  <a:pt x="1235045" y="49416"/>
                </a:cubicBezTo>
                <a:cubicBezTo>
                  <a:pt x="1245614" y="49416"/>
                  <a:pt x="1254296" y="52890"/>
                  <a:pt x="1261091" y="59839"/>
                </a:cubicBezTo>
                <a:cubicBezTo>
                  <a:pt x="1267886" y="66786"/>
                  <a:pt x="1271283" y="76077"/>
                  <a:pt x="1271283" y="87713"/>
                </a:cubicBezTo>
                <a:lnTo>
                  <a:pt x="1206116" y="87713"/>
                </a:lnTo>
                <a:moveTo>
                  <a:pt x="1206116" y="81741"/>
                </a:moveTo>
                <a:lnTo>
                  <a:pt x="1249767" y="81741"/>
                </a:lnTo>
                <a:cubicBezTo>
                  <a:pt x="1249423" y="75702"/>
                  <a:pt x="1248703" y="71447"/>
                  <a:pt x="1247605" y="68976"/>
                </a:cubicBezTo>
                <a:cubicBezTo>
                  <a:pt x="1245889" y="65132"/>
                  <a:pt x="1243332" y="62113"/>
                  <a:pt x="1239935" y="59916"/>
                </a:cubicBezTo>
                <a:cubicBezTo>
                  <a:pt x="1236538" y="57720"/>
                  <a:pt x="1232986" y="56622"/>
                  <a:pt x="1229280" y="56622"/>
                </a:cubicBezTo>
                <a:cubicBezTo>
                  <a:pt x="1223583" y="56622"/>
                  <a:pt x="1218487" y="58835"/>
                  <a:pt x="1213992" y="63262"/>
                </a:cubicBezTo>
                <a:cubicBezTo>
                  <a:pt x="1209496" y="67689"/>
                  <a:pt x="1206871" y="73849"/>
                  <a:pt x="1206116" y="81741"/>
                </a:cubicBezTo>
                <a:close/>
                <a:moveTo>
                  <a:pt x="1344820" y="49416"/>
                </a:moveTo>
                <a:lnTo>
                  <a:pt x="1344820" y="81330"/>
                </a:lnTo>
                <a:lnTo>
                  <a:pt x="1341423" y="81330"/>
                </a:lnTo>
                <a:cubicBezTo>
                  <a:pt x="1338815" y="71320"/>
                  <a:pt x="1335469" y="64511"/>
                  <a:pt x="1331386" y="60904"/>
                </a:cubicBezTo>
                <a:cubicBezTo>
                  <a:pt x="1327302" y="57294"/>
                  <a:pt x="1322103" y="55489"/>
                  <a:pt x="1315789" y="55489"/>
                </a:cubicBezTo>
                <a:cubicBezTo>
                  <a:pt x="1310985" y="55489"/>
                  <a:pt x="1307107" y="56758"/>
                  <a:pt x="1304156" y="59295"/>
                </a:cubicBezTo>
                <a:cubicBezTo>
                  <a:pt x="1301204" y="61831"/>
                  <a:pt x="1299729" y="64641"/>
                  <a:pt x="1299729" y="67728"/>
                </a:cubicBezTo>
                <a:cubicBezTo>
                  <a:pt x="1299729" y="71567"/>
                  <a:pt x="1300827" y="74857"/>
                  <a:pt x="1303023" y="77598"/>
                </a:cubicBezTo>
                <a:cubicBezTo>
                  <a:pt x="1305151" y="80410"/>
                  <a:pt x="1309475" y="83392"/>
                  <a:pt x="1315995" y="86545"/>
                </a:cubicBezTo>
                <a:lnTo>
                  <a:pt x="1331025" y="93848"/>
                </a:lnTo>
                <a:cubicBezTo>
                  <a:pt x="1344958" y="100634"/>
                  <a:pt x="1351924" y="109581"/>
                  <a:pt x="1351924" y="120688"/>
                </a:cubicBezTo>
                <a:cubicBezTo>
                  <a:pt x="1351924" y="129257"/>
                  <a:pt x="1348681" y="136164"/>
                  <a:pt x="1342195" y="141410"/>
                </a:cubicBezTo>
                <a:cubicBezTo>
                  <a:pt x="1335709" y="146654"/>
                  <a:pt x="1328452" y="149276"/>
                  <a:pt x="1320422" y="149276"/>
                </a:cubicBezTo>
                <a:cubicBezTo>
                  <a:pt x="1314656" y="149276"/>
                  <a:pt x="1308068" y="148247"/>
                  <a:pt x="1300655" y="146188"/>
                </a:cubicBezTo>
                <a:cubicBezTo>
                  <a:pt x="1298390" y="145501"/>
                  <a:pt x="1296537" y="145158"/>
                  <a:pt x="1295096" y="145158"/>
                </a:cubicBezTo>
                <a:cubicBezTo>
                  <a:pt x="1293518" y="145158"/>
                  <a:pt x="1292282" y="146050"/>
                  <a:pt x="1291390" y="147835"/>
                </a:cubicBezTo>
                <a:lnTo>
                  <a:pt x="1287993" y="147835"/>
                </a:lnTo>
                <a:lnTo>
                  <a:pt x="1287993" y="114067"/>
                </a:lnTo>
                <a:lnTo>
                  <a:pt x="1291390" y="114067"/>
                </a:lnTo>
                <a:cubicBezTo>
                  <a:pt x="1293312" y="123710"/>
                  <a:pt x="1296984" y="130977"/>
                  <a:pt x="1302406" y="135867"/>
                </a:cubicBezTo>
                <a:cubicBezTo>
                  <a:pt x="1307827" y="140757"/>
                  <a:pt x="1313901" y="143202"/>
                  <a:pt x="1320627" y="143202"/>
                </a:cubicBezTo>
                <a:cubicBezTo>
                  <a:pt x="1325363" y="143202"/>
                  <a:pt x="1329224" y="141814"/>
                  <a:pt x="1332209" y="139039"/>
                </a:cubicBezTo>
                <a:cubicBezTo>
                  <a:pt x="1335195" y="136262"/>
                  <a:pt x="1336688" y="132919"/>
                  <a:pt x="1336688" y="129011"/>
                </a:cubicBezTo>
                <a:cubicBezTo>
                  <a:pt x="1336688" y="124280"/>
                  <a:pt x="1335023" y="120303"/>
                  <a:pt x="1331694" y="117082"/>
                </a:cubicBezTo>
                <a:cubicBezTo>
                  <a:pt x="1328366" y="113860"/>
                  <a:pt x="1321726" y="109782"/>
                  <a:pt x="1311774" y="104847"/>
                </a:cubicBezTo>
                <a:cubicBezTo>
                  <a:pt x="1301822" y="99910"/>
                  <a:pt x="1295302" y="95453"/>
                  <a:pt x="1292214" y="91477"/>
                </a:cubicBezTo>
                <a:cubicBezTo>
                  <a:pt x="1289125" y="87569"/>
                  <a:pt x="1287581" y="82633"/>
                  <a:pt x="1287581" y="76668"/>
                </a:cubicBezTo>
                <a:cubicBezTo>
                  <a:pt x="1287581" y="68921"/>
                  <a:pt x="1290240" y="62443"/>
                  <a:pt x="1295559" y="57233"/>
                </a:cubicBezTo>
                <a:cubicBezTo>
                  <a:pt x="1300878" y="52021"/>
                  <a:pt x="1307759" y="49416"/>
                  <a:pt x="1316201" y="49416"/>
                </a:cubicBezTo>
                <a:cubicBezTo>
                  <a:pt x="1319907" y="49416"/>
                  <a:pt x="1324402" y="50205"/>
                  <a:pt x="1329687" y="51783"/>
                </a:cubicBezTo>
                <a:cubicBezTo>
                  <a:pt x="1333187" y="52813"/>
                  <a:pt x="1335521" y="53328"/>
                  <a:pt x="1336688" y="53328"/>
                </a:cubicBezTo>
                <a:cubicBezTo>
                  <a:pt x="1337786" y="53328"/>
                  <a:pt x="1338644" y="53087"/>
                  <a:pt x="1339261" y="52607"/>
                </a:cubicBezTo>
                <a:cubicBezTo>
                  <a:pt x="1339879" y="52126"/>
                  <a:pt x="1340600" y="51063"/>
                  <a:pt x="1341423" y="49416"/>
                </a:cubicBezTo>
                <a:lnTo>
                  <a:pt x="1344820" y="49416"/>
                </a:lnTo>
                <a:close/>
                <a:moveTo>
                  <a:pt x="1389879" y="0"/>
                </a:moveTo>
                <a:cubicBezTo>
                  <a:pt x="1392761" y="0"/>
                  <a:pt x="1395215" y="1018"/>
                  <a:pt x="1397239" y="3053"/>
                </a:cubicBezTo>
                <a:cubicBezTo>
                  <a:pt x="1399264" y="5086"/>
                  <a:pt x="1400276" y="7552"/>
                  <a:pt x="1400276" y="10449"/>
                </a:cubicBezTo>
                <a:cubicBezTo>
                  <a:pt x="1400276" y="13347"/>
                  <a:pt x="1399264" y="15831"/>
                  <a:pt x="1397239" y="17900"/>
                </a:cubicBezTo>
                <a:cubicBezTo>
                  <a:pt x="1395215" y="19968"/>
                  <a:pt x="1392761" y="21002"/>
                  <a:pt x="1389879" y="21002"/>
                </a:cubicBezTo>
                <a:cubicBezTo>
                  <a:pt x="1386996" y="21002"/>
                  <a:pt x="1384525" y="19968"/>
                  <a:pt x="1382466" y="17900"/>
                </a:cubicBezTo>
                <a:cubicBezTo>
                  <a:pt x="1380407" y="15831"/>
                  <a:pt x="1379378" y="13347"/>
                  <a:pt x="1379378" y="10449"/>
                </a:cubicBezTo>
                <a:cubicBezTo>
                  <a:pt x="1379378" y="7552"/>
                  <a:pt x="1380390" y="5086"/>
                  <a:pt x="1382415" y="3053"/>
                </a:cubicBezTo>
                <a:cubicBezTo>
                  <a:pt x="1384439" y="1018"/>
                  <a:pt x="1386927" y="0"/>
                  <a:pt x="1389879" y="0"/>
                </a:cubicBezTo>
                <a:moveTo>
                  <a:pt x="1398423" y="49416"/>
                </a:moveTo>
                <a:lnTo>
                  <a:pt x="1398423" y="125019"/>
                </a:lnTo>
                <a:cubicBezTo>
                  <a:pt x="1398423" y="130908"/>
                  <a:pt x="1398852" y="134829"/>
                  <a:pt x="1399710" y="136781"/>
                </a:cubicBezTo>
                <a:cubicBezTo>
                  <a:pt x="1400568" y="138732"/>
                  <a:pt x="1401838" y="140188"/>
                  <a:pt x="1403519" y="141146"/>
                </a:cubicBezTo>
                <a:cubicBezTo>
                  <a:pt x="1405201" y="142105"/>
                  <a:pt x="1408272" y="142584"/>
                  <a:pt x="1412733" y="142584"/>
                </a:cubicBezTo>
                <a:lnTo>
                  <a:pt x="1412733" y="146393"/>
                </a:lnTo>
                <a:lnTo>
                  <a:pt x="1366921" y="146393"/>
                </a:lnTo>
                <a:lnTo>
                  <a:pt x="1366921" y="142584"/>
                </a:lnTo>
                <a:cubicBezTo>
                  <a:pt x="1371519" y="142584"/>
                  <a:pt x="1374608" y="142139"/>
                  <a:pt x="1376186" y="141249"/>
                </a:cubicBezTo>
                <a:cubicBezTo>
                  <a:pt x="1377765" y="140359"/>
                  <a:pt x="1379018" y="138887"/>
                  <a:pt x="1379944" y="136832"/>
                </a:cubicBezTo>
                <a:cubicBezTo>
                  <a:pt x="1380871" y="134777"/>
                  <a:pt x="1381334" y="130840"/>
                  <a:pt x="1381334" y="125019"/>
                </a:cubicBezTo>
                <a:lnTo>
                  <a:pt x="1381334" y="88758"/>
                </a:lnTo>
                <a:cubicBezTo>
                  <a:pt x="1381334" y="78553"/>
                  <a:pt x="1381025" y="71945"/>
                  <a:pt x="1380407" y="68934"/>
                </a:cubicBezTo>
                <a:cubicBezTo>
                  <a:pt x="1379927" y="66742"/>
                  <a:pt x="1379172" y="65218"/>
                  <a:pt x="1378142" y="64362"/>
                </a:cubicBezTo>
                <a:cubicBezTo>
                  <a:pt x="1377113" y="63507"/>
                  <a:pt x="1375706" y="63079"/>
                  <a:pt x="1373922" y="63079"/>
                </a:cubicBezTo>
                <a:cubicBezTo>
                  <a:pt x="1372000" y="63079"/>
                  <a:pt x="1369666" y="63592"/>
                  <a:pt x="1366921" y="64620"/>
                </a:cubicBezTo>
                <a:lnTo>
                  <a:pt x="1365480" y="60920"/>
                </a:lnTo>
                <a:lnTo>
                  <a:pt x="1393894" y="49416"/>
                </a:lnTo>
                <a:lnTo>
                  <a:pt x="1398423" y="49416"/>
                </a:lnTo>
                <a:close/>
                <a:moveTo>
                  <a:pt x="1485451" y="49416"/>
                </a:moveTo>
                <a:lnTo>
                  <a:pt x="1485451" y="81330"/>
                </a:lnTo>
                <a:lnTo>
                  <a:pt x="1482054" y="81330"/>
                </a:lnTo>
                <a:cubicBezTo>
                  <a:pt x="1479446" y="71320"/>
                  <a:pt x="1476100" y="64511"/>
                  <a:pt x="1472016" y="60904"/>
                </a:cubicBezTo>
                <a:cubicBezTo>
                  <a:pt x="1467932" y="57294"/>
                  <a:pt x="1462734" y="55489"/>
                  <a:pt x="1456419" y="55489"/>
                </a:cubicBezTo>
                <a:cubicBezTo>
                  <a:pt x="1451615" y="55489"/>
                  <a:pt x="1447737" y="56758"/>
                  <a:pt x="1444786" y="59295"/>
                </a:cubicBezTo>
                <a:cubicBezTo>
                  <a:pt x="1441835" y="61831"/>
                  <a:pt x="1440359" y="64641"/>
                  <a:pt x="1440359" y="67728"/>
                </a:cubicBezTo>
                <a:cubicBezTo>
                  <a:pt x="1440359" y="71567"/>
                  <a:pt x="1441457" y="74857"/>
                  <a:pt x="1443654" y="77598"/>
                </a:cubicBezTo>
                <a:cubicBezTo>
                  <a:pt x="1445781" y="80410"/>
                  <a:pt x="1450105" y="83392"/>
                  <a:pt x="1456625" y="86545"/>
                </a:cubicBezTo>
                <a:lnTo>
                  <a:pt x="1471656" y="93848"/>
                </a:lnTo>
                <a:cubicBezTo>
                  <a:pt x="1485588" y="100634"/>
                  <a:pt x="1492554" y="109581"/>
                  <a:pt x="1492554" y="120688"/>
                </a:cubicBezTo>
                <a:cubicBezTo>
                  <a:pt x="1492554" y="129257"/>
                  <a:pt x="1489312" y="136164"/>
                  <a:pt x="1482826" y="141410"/>
                </a:cubicBezTo>
                <a:cubicBezTo>
                  <a:pt x="1476340" y="146654"/>
                  <a:pt x="1469082" y="149276"/>
                  <a:pt x="1461052" y="149276"/>
                </a:cubicBezTo>
                <a:cubicBezTo>
                  <a:pt x="1455287" y="149276"/>
                  <a:pt x="1448698" y="148247"/>
                  <a:pt x="1441286" y="146188"/>
                </a:cubicBezTo>
                <a:cubicBezTo>
                  <a:pt x="1439021" y="145501"/>
                  <a:pt x="1437168" y="145158"/>
                  <a:pt x="1435727" y="145158"/>
                </a:cubicBezTo>
                <a:cubicBezTo>
                  <a:pt x="1434148" y="145158"/>
                  <a:pt x="1432913" y="146050"/>
                  <a:pt x="1432020" y="147835"/>
                </a:cubicBezTo>
                <a:lnTo>
                  <a:pt x="1428623" y="147835"/>
                </a:lnTo>
                <a:lnTo>
                  <a:pt x="1428623" y="114067"/>
                </a:lnTo>
                <a:lnTo>
                  <a:pt x="1432020" y="114067"/>
                </a:lnTo>
                <a:cubicBezTo>
                  <a:pt x="1433942" y="123710"/>
                  <a:pt x="1437614" y="130977"/>
                  <a:pt x="1443036" y="135867"/>
                </a:cubicBezTo>
                <a:cubicBezTo>
                  <a:pt x="1448458" y="140757"/>
                  <a:pt x="1454532" y="143202"/>
                  <a:pt x="1461258" y="143202"/>
                </a:cubicBezTo>
                <a:cubicBezTo>
                  <a:pt x="1465994" y="143202"/>
                  <a:pt x="1469854" y="141814"/>
                  <a:pt x="1472840" y="139039"/>
                </a:cubicBezTo>
                <a:cubicBezTo>
                  <a:pt x="1475825" y="136262"/>
                  <a:pt x="1477318" y="132919"/>
                  <a:pt x="1477318" y="129011"/>
                </a:cubicBezTo>
                <a:cubicBezTo>
                  <a:pt x="1477318" y="124280"/>
                  <a:pt x="1475654" y="120303"/>
                  <a:pt x="1472325" y="117082"/>
                </a:cubicBezTo>
                <a:cubicBezTo>
                  <a:pt x="1468996" y="113860"/>
                  <a:pt x="1462356" y="109782"/>
                  <a:pt x="1452404" y="104847"/>
                </a:cubicBezTo>
                <a:cubicBezTo>
                  <a:pt x="1442453" y="99910"/>
                  <a:pt x="1435932" y="95453"/>
                  <a:pt x="1432844" y="91477"/>
                </a:cubicBezTo>
                <a:cubicBezTo>
                  <a:pt x="1429756" y="87569"/>
                  <a:pt x="1428211" y="82633"/>
                  <a:pt x="1428211" y="76668"/>
                </a:cubicBezTo>
                <a:cubicBezTo>
                  <a:pt x="1428211" y="68921"/>
                  <a:pt x="1430871" y="62443"/>
                  <a:pt x="1436190" y="57233"/>
                </a:cubicBezTo>
                <a:cubicBezTo>
                  <a:pt x="1441509" y="52021"/>
                  <a:pt x="1448389" y="49416"/>
                  <a:pt x="1456831" y="49416"/>
                </a:cubicBezTo>
                <a:cubicBezTo>
                  <a:pt x="1460537" y="49416"/>
                  <a:pt x="1465033" y="50205"/>
                  <a:pt x="1470317" y="51783"/>
                </a:cubicBezTo>
                <a:cubicBezTo>
                  <a:pt x="1473818" y="52813"/>
                  <a:pt x="1476151" y="53328"/>
                  <a:pt x="1477318" y="53328"/>
                </a:cubicBezTo>
                <a:cubicBezTo>
                  <a:pt x="1478416" y="53328"/>
                  <a:pt x="1479274" y="53087"/>
                  <a:pt x="1479892" y="52607"/>
                </a:cubicBezTo>
                <a:cubicBezTo>
                  <a:pt x="1480509" y="52126"/>
                  <a:pt x="1481230" y="51063"/>
                  <a:pt x="1482054" y="49416"/>
                </a:cubicBezTo>
                <a:lnTo>
                  <a:pt x="1485451" y="49416"/>
                </a:lnTo>
                <a:close/>
                <a:moveTo>
                  <a:pt x="1511257" y="181602"/>
                </a:moveTo>
                <a:lnTo>
                  <a:pt x="1511257" y="177072"/>
                </a:lnTo>
                <a:cubicBezTo>
                  <a:pt x="1518326" y="174730"/>
                  <a:pt x="1523800" y="171096"/>
                  <a:pt x="1527678" y="166169"/>
                </a:cubicBezTo>
                <a:cubicBezTo>
                  <a:pt x="1531555" y="161245"/>
                  <a:pt x="1533494" y="156027"/>
                  <a:pt x="1533494" y="150515"/>
                </a:cubicBezTo>
                <a:cubicBezTo>
                  <a:pt x="1533494" y="149208"/>
                  <a:pt x="1533185" y="148109"/>
                  <a:pt x="1532568" y="147217"/>
                </a:cubicBezTo>
                <a:cubicBezTo>
                  <a:pt x="1532087" y="146599"/>
                  <a:pt x="1531607" y="146290"/>
                  <a:pt x="1531126" y="146290"/>
                </a:cubicBezTo>
                <a:cubicBezTo>
                  <a:pt x="1530372" y="146290"/>
                  <a:pt x="1528724" y="146977"/>
                  <a:pt x="1526185" y="148349"/>
                </a:cubicBezTo>
                <a:cubicBezTo>
                  <a:pt x="1524950" y="148967"/>
                  <a:pt x="1523646" y="149276"/>
                  <a:pt x="1522273" y="149276"/>
                </a:cubicBezTo>
                <a:cubicBezTo>
                  <a:pt x="1518910" y="149276"/>
                  <a:pt x="1516233" y="148281"/>
                  <a:pt x="1514243" y="146290"/>
                </a:cubicBezTo>
                <a:cubicBezTo>
                  <a:pt x="1512252" y="144300"/>
                  <a:pt x="1511257" y="141555"/>
                  <a:pt x="1511257" y="138055"/>
                </a:cubicBezTo>
                <a:cubicBezTo>
                  <a:pt x="1511257" y="134692"/>
                  <a:pt x="1512544" y="131809"/>
                  <a:pt x="1515118" y="129407"/>
                </a:cubicBezTo>
                <a:cubicBezTo>
                  <a:pt x="1517692" y="127005"/>
                  <a:pt x="1520832" y="125804"/>
                  <a:pt x="1524538" y="125804"/>
                </a:cubicBezTo>
                <a:cubicBezTo>
                  <a:pt x="1529067" y="125804"/>
                  <a:pt x="1533100" y="127781"/>
                  <a:pt x="1536634" y="131736"/>
                </a:cubicBezTo>
                <a:cubicBezTo>
                  <a:pt x="1540169" y="135689"/>
                  <a:pt x="1541936" y="140931"/>
                  <a:pt x="1541936" y="147462"/>
                </a:cubicBezTo>
                <a:cubicBezTo>
                  <a:pt x="1541936" y="154546"/>
                  <a:pt x="1539482" y="161130"/>
                  <a:pt x="1534575" y="167215"/>
                </a:cubicBezTo>
                <a:cubicBezTo>
                  <a:pt x="1529668" y="173300"/>
                  <a:pt x="1521895" y="178095"/>
                  <a:pt x="1511257" y="1816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0FA3D5-4B91-4036-9AB0-AD0EABFD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067" y="2506926"/>
            <a:ext cx="216755" cy="145926"/>
          </a:xfrm>
          <a:custGeom xmlns:a="http://schemas.openxmlformats.org/drawingml/2006/main">
            <a:pathLst>
              <a:path w="216755" h="145926">
                <a:moveTo>
                  <a:pt x="54189" y="11734"/>
                </a:moveTo>
                <a:cubicBezTo>
                  <a:pt x="54189" y="10880"/>
                  <a:pt x="50135" y="10312"/>
                  <a:pt x="42028" y="10027"/>
                </a:cubicBezTo>
                <a:cubicBezTo>
                  <a:pt x="38615" y="10027"/>
                  <a:pt x="36410" y="9956"/>
                  <a:pt x="35415" y="9814"/>
                </a:cubicBezTo>
                <a:cubicBezTo>
                  <a:pt x="34419" y="9671"/>
                  <a:pt x="33921" y="8960"/>
                  <a:pt x="33921" y="7680"/>
                </a:cubicBezTo>
                <a:cubicBezTo>
                  <a:pt x="33921" y="7538"/>
                  <a:pt x="34064" y="6756"/>
                  <a:pt x="34348" y="5334"/>
                </a:cubicBezTo>
                <a:cubicBezTo>
                  <a:pt x="34490" y="4907"/>
                  <a:pt x="34632" y="4409"/>
                  <a:pt x="34775" y="3840"/>
                </a:cubicBezTo>
                <a:cubicBezTo>
                  <a:pt x="34917" y="3271"/>
                  <a:pt x="34988" y="2916"/>
                  <a:pt x="34988" y="2773"/>
                </a:cubicBezTo>
                <a:cubicBezTo>
                  <a:pt x="34988" y="2631"/>
                  <a:pt x="35130" y="2276"/>
                  <a:pt x="35415" y="1707"/>
                </a:cubicBezTo>
                <a:cubicBezTo>
                  <a:pt x="35699" y="1138"/>
                  <a:pt x="35841" y="924"/>
                  <a:pt x="35841" y="1067"/>
                </a:cubicBezTo>
                <a:cubicBezTo>
                  <a:pt x="35841" y="1209"/>
                  <a:pt x="36126" y="1067"/>
                  <a:pt x="36695" y="640"/>
                </a:cubicBezTo>
                <a:cubicBezTo>
                  <a:pt x="37264" y="213"/>
                  <a:pt x="37619" y="71"/>
                  <a:pt x="37761" y="213"/>
                </a:cubicBezTo>
                <a:cubicBezTo>
                  <a:pt x="37904" y="356"/>
                  <a:pt x="38473" y="356"/>
                  <a:pt x="39468" y="213"/>
                </a:cubicBezTo>
                <a:cubicBezTo>
                  <a:pt x="40464" y="71"/>
                  <a:pt x="41317" y="0"/>
                  <a:pt x="42028" y="0"/>
                </a:cubicBezTo>
                <a:cubicBezTo>
                  <a:pt x="42882" y="0"/>
                  <a:pt x="45015" y="0"/>
                  <a:pt x="48429" y="0"/>
                </a:cubicBezTo>
                <a:cubicBezTo>
                  <a:pt x="51842" y="0"/>
                  <a:pt x="55042" y="71"/>
                  <a:pt x="58029" y="213"/>
                </a:cubicBezTo>
                <a:cubicBezTo>
                  <a:pt x="69265" y="213"/>
                  <a:pt x="75736" y="213"/>
                  <a:pt x="77443" y="213"/>
                </a:cubicBezTo>
                <a:cubicBezTo>
                  <a:pt x="79150" y="213"/>
                  <a:pt x="80288" y="569"/>
                  <a:pt x="80857" y="1280"/>
                </a:cubicBezTo>
                <a:cubicBezTo>
                  <a:pt x="80999" y="1849"/>
                  <a:pt x="83630" y="21903"/>
                  <a:pt x="88750" y="61442"/>
                </a:cubicBezTo>
                <a:lnTo>
                  <a:pt x="96430" y="120965"/>
                </a:lnTo>
                <a:lnTo>
                  <a:pt x="101337" y="113071"/>
                </a:lnTo>
                <a:cubicBezTo>
                  <a:pt x="104751" y="107951"/>
                  <a:pt x="109302" y="100840"/>
                  <a:pt x="114991" y="91737"/>
                </a:cubicBezTo>
                <a:cubicBezTo>
                  <a:pt x="120680" y="82634"/>
                  <a:pt x="126938" y="72678"/>
                  <a:pt x="133765" y="61869"/>
                </a:cubicBezTo>
                <a:cubicBezTo>
                  <a:pt x="158655" y="22188"/>
                  <a:pt x="171242" y="2205"/>
                  <a:pt x="171527" y="1920"/>
                </a:cubicBezTo>
                <a:cubicBezTo>
                  <a:pt x="171669" y="1778"/>
                  <a:pt x="171882" y="1564"/>
                  <a:pt x="172167" y="1280"/>
                </a:cubicBezTo>
                <a:cubicBezTo>
                  <a:pt x="172451" y="996"/>
                  <a:pt x="172736" y="782"/>
                  <a:pt x="173020" y="640"/>
                </a:cubicBezTo>
                <a:lnTo>
                  <a:pt x="174300" y="213"/>
                </a:lnTo>
                <a:lnTo>
                  <a:pt x="194781" y="213"/>
                </a:lnTo>
                <a:cubicBezTo>
                  <a:pt x="197199" y="213"/>
                  <a:pt x="200043" y="213"/>
                  <a:pt x="203315" y="213"/>
                </a:cubicBezTo>
                <a:cubicBezTo>
                  <a:pt x="206586" y="213"/>
                  <a:pt x="208648" y="142"/>
                  <a:pt x="209502" y="0"/>
                </a:cubicBezTo>
                <a:cubicBezTo>
                  <a:pt x="214337" y="0"/>
                  <a:pt x="216755" y="782"/>
                  <a:pt x="216755" y="2347"/>
                </a:cubicBezTo>
                <a:cubicBezTo>
                  <a:pt x="216755" y="3058"/>
                  <a:pt x="216542" y="4267"/>
                  <a:pt x="216115" y="5974"/>
                </a:cubicBezTo>
                <a:cubicBezTo>
                  <a:pt x="215689" y="7680"/>
                  <a:pt x="215475" y="8605"/>
                  <a:pt x="215475" y="8747"/>
                </a:cubicBezTo>
                <a:cubicBezTo>
                  <a:pt x="214906" y="9600"/>
                  <a:pt x="212275" y="10027"/>
                  <a:pt x="207582" y="10027"/>
                </a:cubicBezTo>
                <a:cubicBezTo>
                  <a:pt x="201892" y="10169"/>
                  <a:pt x="198266" y="10383"/>
                  <a:pt x="196701" y="10667"/>
                </a:cubicBezTo>
                <a:cubicBezTo>
                  <a:pt x="195137" y="10952"/>
                  <a:pt x="193857" y="11734"/>
                  <a:pt x="192861" y="13014"/>
                </a:cubicBezTo>
                <a:cubicBezTo>
                  <a:pt x="192434" y="13725"/>
                  <a:pt x="187314" y="33850"/>
                  <a:pt x="177500" y="73390"/>
                </a:cubicBezTo>
                <a:cubicBezTo>
                  <a:pt x="167687" y="112929"/>
                  <a:pt x="162709" y="132912"/>
                  <a:pt x="162566" y="133339"/>
                </a:cubicBezTo>
                <a:cubicBezTo>
                  <a:pt x="162566" y="133908"/>
                  <a:pt x="162638" y="134263"/>
                  <a:pt x="162780" y="134405"/>
                </a:cubicBezTo>
                <a:cubicBezTo>
                  <a:pt x="162922" y="134548"/>
                  <a:pt x="163420" y="134832"/>
                  <a:pt x="164273" y="135259"/>
                </a:cubicBezTo>
                <a:cubicBezTo>
                  <a:pt x="165127" y="135685"/>
                  <a:pt x="166335" y="135828"/>
                  <a:pt x="167900" y="135685"/>
                </a:cubicBezTo>
                <a:cubicBezTo>
                  <a:pt x="169464" y="135543"/>
                  <a:pt x="171811" y="135685"/>
                  <a:pt x="174940" y="136112"/>
                </a:cubicBezTo>
                <a:lnTo>
                  <a:pt x="181554" y="136112"/>
                </a:lnTo>
                <a:cubicBezTo>
                  <a:pt x="182407" y="137392"/>
                  <a:pt x="182834" y="138174"/>
                  <a:pt x="182834" y="138459"/>
                </a:cubicBezTo>
                <a:cubicBezTo>
                  <a:pt x="182834" y="140734"/>
                  <a:pt x="182336" y="142868"/>
                  <a:pt x="181340" y="144859"/>
                </a:cubicBezTo>
                <a:cubicBezTo>
                  <a:pt x="180629" y="145570"/>
                  <a:pt x="179492" y="145926"/>
                  <a:pt x="177927" y="145926"/>
                </a:cubicBezTo>
                <a:cubicBezTo>
                  <a:pt x="177216" y="145926"/>
                  <a:pt x="174300" y="145855"/>
                  <a:pt x="169180" y="145712"/>
                </a:cubicBezTo>
                <a:cubicBezTo>
                  <a:pt x="164060" y="145570"/>
                  <a:pt x="157517" y="145499"/>
                  <a:pt x="149553" y="145499"/>
                </a:cubicBezTo>
                <a:cubicBezTo>
                  <a:pt x="140877" y="145499"/>
                  <a:pt x="134334" y="145499"/>
                  <a:pt x="129925" y="145499"/>
                </a:cubicBezTo>
                <a:cubicBezTo>
                  <a:pt x="125516" y="145499"/>
                  <a:pt x="123027" y="145570"/>
                  <a:pt x="122458" y="145712"/>
                </a:cubicBezTo>
                <a:cubicBezTo>
                  <a:pt x="120040" y="145712"/>
                  <a:pt x="118831" y="145001"/>
                  <a:pt x="118831" y="143579"/>
                </a:cubicBezTo>
                <a:cubicBezTo>
                  <a:pt x="118831" y="143295"/>
                  <a:pt x="118974" y="142299"/>
                  <a:pt x="119258" y="140592"/>
                </a:cubicBezTo>
                <a:cubicBezTo>
                  <a:pt x="119827" y="138317"/>
                  <a:pt x="120396" y="137037"/>
                  <a:pt x="120965" y="136752"/>
                </a:cubicBezTo>
                <a:cubicBezTo>
                  <a:pt x="121534" y="136468"/>
                  <a:pt x="123169" y="136254"/>
                  <a:pt x="125872" y="136112"/>
                </a:cubicBezTo>
                <a:cubicBezTo>
                  <a:pt x="129712" y="136112"/>
                  <a:pt x="133979" y="135899"/>
                  <a:pt x="138672" y="135472"/>
                </a:cubicBezTo>
                <a:cubicBezTo>
                  <a:pt x="140663" y="135045"/>
                  <a:pt x="142014" y="134192"/>
                  <a:pt x="142726" y="132912"/>
                </a:cubicBezTo>
                <a:cubicBezTo>
                  <a:pt x="143010" y="132343"/>
                  <a:pt x="145712" y="121960"/>
                  <a:pt x="150833" y="101764"/>
                </a:cubicBezTo>
                <a:cubicBezTo>
                  <a:pt x="155953" y="81568"/>
                  <a:pt x="161002" y="61442"/>
                  <a:pt x="165980" y="41388"/>
                </a:cubicBezTo>
                <a:cubicBezTo>
                  <a:pt x="170958" y="21334"/>
                  <a:pt x="173447" y="11307"/>
                  <a:pt x="173447" y="11307"/>
                </a:cubicBezTo>
                <a:lnTo>
                  <a:pt x="132059" y="77230"/>
                </a:lnTo>
                <a:cubicBezTo>
                  <a:pt x="104182" y="121605"/>
                  <a:pt x="89888" y="144148"/>
                  <a:pt x="89177" y="144859"/>
                </a:cubicBezTo>
                <a:cubicBezTo>
                  <a:pt x="88892" y="145001"/>
                  <a:pt x="88608" y="145144"/>
                  <a:pt x="88323" y="145286"/>
                </a:cubicBezTo>
                <a:cubicBezTo>
                  <a:pt x="87612" y="145712"/>
                  <a:pt x="86475" y="145926"/>
                  <a:pt x="84910" y="145926"/>
                </a:cubicBezTo>
                <a:cubicBezTo>
                  <a:pt x="82777" y="145926"/>
                  <a:pt x="81497" y="145428"/>
                  <a:pt x="81070" y="144432"/>
                </a:cubicBezTo>
                <a:cubicBezTo>
                  <a:pt x="80785" y="143863"/>
                  <a:pt x="77870" y="121818"/>
                  <a:pt x="72323" y="78296"/>
                </a:cubicBezTo>
                <a:lnTo>
                  <a:pt x="64003" y="12801"/>
                </a:lnTo>
                <a:lnTo>
                  <a:pt x="49495" y="70403"/>
                </a:lnTo>
                <a:cubicBezTo>
                  <a:pt x="39966" y="108235"/>
                  <a:pt x="35201" y="127792"/>
                  <a:pt x="35201" y="129072"/>
                </a:cubicBezTo>
                <a:cubicBezTo>
                  <a:pt x="36055" y="133765"/>
                  <a:pt x="41175" y="136112"/>
                  <a:pt x="50562" y="136112"/>
                </a:cubicBezTo>
                <a:lnTo>
                  <a:pt x="52695" y="136112"/>
                </a:lnTo>
                <a:cubicBezTo>
                  <a:pt x="53549" y="136823"/>
                  <a:pt x="54047" y="137463"/>
                  <a:pt x="54189" y="138032"/>
                </a:cubicBezTo>
                <a:cubicBezTo>
                  <a:pt x="54331" y="138601"/>
                  <a:pt x="54118" y="139881"/>
                  <a:pt x="53549" y="141872"/>
                </a:cubicBezTo>
                <a:cubicBezTo>
                  <a:pt x="52980" y="144148"/>
                  <a:pt x="52411" y="145428"/>
                  <a:pt x="51842" y="145712"/>
                </a:cubicBezTo>
                <a:cubicBezTo>
                  <a:pt x="51273" y="145855"/>
                  <a:pt x="50491" y="145926"/>
                  <a:pt x="49495" y="145926"/>
                </a:cubicBezTo>
                <a:cubicBezTo>
                  <a:pt x="49211" y="145926"/>
                  <a:pt x="48357" y="145926"/>
                  <a:pt x="46935" y="145926"/>
                </a:cubicBezTo>
                <a:cubicBezTo>
                  <a:pt x="45513" y="145926"/>
                  <a:pt x="43095" y="145855"/>
                  <a:pt x="39682" y="145712"/>
                </a:cubicBezTo>
                <a:cubicBezTo>
                  <a:pt x="36268" y="145570"/>
                  <a:pt x="31717" y="145499"/>
                  <a:pt x="26028" y="145499"/>
                </a:cubicBezTo>
                <a:cubicBezTo>
                  <a:pt x="21761" y="145499"/>
                  <a:pt x="17352" y="145570"/>
                  <a:pt x="12801" y="145712"/>
                </a:cubicBezTo>
                <a:cubicBezTo>
                  <a:pt x="8249" y="145855"/>
                  <a:pt x="5618" y="145926"/>
                  <a:pt x="4907" y="145926"/>
                </a:cubicBezTo>
                <a:cubicBezTo>
                  <a:pt x="2773" y="145926"/>
                  <a:pt x="1422" y="145784"/>
                  <a:pt x="853" y="145499"/>
                </a:cubicBezTo>
                <a:cubicBezTo>
                  <a:pt x="284" y="145215"/>
                  <a:pt x="0" y="144575"/>
                  <a:pt x="0" y="143579"/>
                </a:cubicBezTo>
                <a:cubicBezTo>
                  <a:pt x="0" y="143295"/>
                  <a:pt x="213" y="142299"/>
                  <a:pt x="640" y="140592"/>
                </a:cubicBezTo>
                <a:cubicBezTo>
                  <a:pt x="1067" y="138885"/>
                  <a:pt x="1422" y="137819"/>
                  <a:pt x="1707" y="137392"/>
                </a:cubicBezTo>
                <a:cubicBezTo>
                  <a:pt x="1991" y="136539"/>
                  <a:pt x="3556" y="136112"/>
                  <a:pt x="6400" y="136112"/>
                </a:cubicBezTo>
                <a:cubicBezTo>
                  <a:pt x="16356" y="136112"/>
                  <a:pt x="22685" y="133267"/>
                  <a:pt x="25388" y="127578"/>
                </a:cubicBezTo>
                <a:cubicBezTo>
                  <a:pt x="25957" y="126725"/>
                  <a:pt x="30863" y="107666"/>
                  <a:pt x="40108" y="70403"/>
                </a:cubicBezTo>
                <a:cubicBezTo>
                  <a:pt x="49353" y="33139"/>
                  <a:pt x="54047" y="13583"/>
                  <a:pt x="54189" y="117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D2407-95E1-4E52-9E4D-BD6350DE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1067" y="2506926"/>
            <a:ext cx="216755" cy="145926"/>
          </a:xfrm>
          <a:custGeom xmlns:a="http://schemas.openxmlformats.org/drawingml/2006/main">
            <a:pathLst>
              <a:path w="216755" h="145926" fill="none">
                <a:moveTo>
                  <a:pt x="54189" y="11734"/>
                </a:moveTo>
                <a:cubicBezTo>
                  <a:pt x="54189" y="10880"/>
                  <a:pt x="50135" y="10312"/>
                  <a:pt x="42028" y="10027"/>
                </a:cubicBezTo>
                <a:cubicBezTo>
                  <a:pt x="38615" y="10027"/>
                  <a:pt x="36410" y="9956"/>
                  <a:pt x="35415" y="9814"/>
                </a:cubicBezTo>
                <a:cubicBezTo>
                  <a:pt x="34419" y="9671"/>
                  <a:pt x="33921" y="8960"/>
                  <a:pt x="33921" y="7680"/>
                </a:cubicBezTo>
                <a:cubicBezTo>
                  <a:pt x="33921" y="7538"/>
                  <a:pt x="34064" y="6756"/>
                  <a:pt x="34348" y="5334"/>
                </a:cubicBezTo>
                <a:cubicBezTo>
                  <a:pt x="34490" y="4907"/>
                  <a:pt x="34632" y="4409"/>
                  <a:pt x="34775" y="3840"/>
                </a:cubicBezTo>
                <a:cubicBezTo>
                  <a:pt x="34917" y="3271"/>
                  <a:pt x="34988" y="2916"/>
                  <a:pt x="34988" y="2773"/>
                </a:cubicBezTo>
                <a:cubicBezTo>
                  <a:pt x="34988" y="2631"/>
                  <a:pt x="35130" y="2276"/>
                  <a:pt x="35415" y="1707"/>
                </a:cubicBezTo>
                <a:cubicBezTo>
                  <a:pt x="35699" y="1138"/>
                  <a:pt x="35841" y="924"/>
                  <a:pt x="35841" y="1067"/>
                </a:cubicBezTo>
                <a:cubicBezTo>
                  <a:pt x="35841" y="1209"/>
                  <a:pt x="36126" y="1067"/>
                  <a:pt x="36695" y="640"/>
                </a:cubicBezTo>
                <a:cubicBezTo>
                  <a:pt x="37264" y="213"/>
                  <a:pt x="37619" y="71"/>
                  <a:pt x="37761" y="213"/>
                </a:cubicBezTo>
                <a:cubicBezTo>
                  <a:pt x="37904" y="356"/>
                  <a:pt x="38473" y="356"/>
                  <a:pt x="39468" y="213"/>
                </a:cubicBezTo>
                <a:cubicBezTo>
                  <a:pt x="40464" y="71"/>
                  <a:pt x="41317" y="0"/>
                  <a:pt x="42028" y="0"/>
                </a:cubicBezTo>
                <a:cubicBezTo>
                  <a:pt x="42882" y="0"/>
                  <a:pt x="45015" y="0"/>
                  <a:pt x="48429" y="0"/>
                </a:cubicBezTo>
                <a:cubicBezTo>
                  <a:pt x="51842" y="0"/>
                  <a:pt x="55042" y="71"/>
                  <a:pt x="58029" y="213"/>
                </a:cubicBezTo>
                <a:cubicBezTo>
                  <a:pt x="69265" y="213"/>
                  <a:pt x="75736" y="213"/>
                  <a:pt x="77443" y="213"/>
                </a:cubicBezTo>
                <a:cubicBezTo>
                  <a:pt x="79150" y="213"/>
                  <a:pt x="80288" y="569"/>
                  <a:pt x="80857" y="1280"/>
                </a:cubicBezTo>
                <a:cubicBezTo>
                  <a:pt x="80999" y="1849"/>
                  <a:pt x="83630" y="21903"/>
                  <a:pt x="88750" y="61442"/>
                </a:cubicBezTo>
                <a:lnTo>
                  <a:pt x="96430" y="120965"/>
                </a:lnTo>
                <a:lnTo>
                  <a:pt x="101337" y="113071"/>
                </a:lnTo>
                <a:cubicBezTo>
                  <a:pt x="104751" y="107951"/>
                  <a:pt x="109302" y="100840"/>
                  <a:pt x="114991" y="91737"/>
                </a:cubicBezTo>
                <a:cubicBezTo>
                  <a:pt x="120680" y="82634"/>
                  <a:pt x="126938" y="72678"/>
                  <a:pt x="133765" y="61869"/>
                </a:cubicBezTo>
                <a:cubicBezTo>
                  <a:pt x="158655" y="22188"/>
                  <a:pt x="171242" y="2205"/>
                  <a:pt x="171527" y="1920"/>
                </a:cubicBezTo>
                <a:cubicBezTo>
                  <a:pt x="171669" y="1778"/>
                  <a:pt x="171882" y="1564"/>
                  <a:pt x="172167" y="1280"/>
                </a:cubicBezTo>
                <a:cubicBezTo>
                  <a:pt x="172451" y="996"/>
                  <a:pt x="172736" y="782"/>
                  <a:pt x="173020" y="640"/>
                </a:cubicBezTo>
                <a:lnTo>
                  <a:pt x="174300" y="213"/>
                </a:lnTo>
                <a:lnTo>
                  <a:pt x="194781" y="213"/>
                </a:lnTo>
                <a:cubicBezTo>
                  <a:pt x="197199" y="213"/>
                  <a:pt x="200043" y="213"/>
                  <a:pt x="203315" y="213"/>
                </a:cubicBezTo>
                <a:cubicBezTo>
                  <a:pt x="206586" y="213"/>
                  <a:pt x="208648" y="142"/>
                  <a:pt x="209502" y="0"/>
                </a:cubicBezTo>
                <a:cubicBezTo>
                  <a:pt x="214337" y="0"/>
                  <a:pt x="216755" y="782"/>
                  <a:pt x="216755" y="2347"/>
                </a:cubicBezTo>
                <a:cubicBezTo>
                  <a:pt x="216755" y="3058"/>
                  <a:pt x="216542" y="4267"/>
                  <a:pt x="216115" y="5974"/>
                </a:cubicBezTo>
                <a:cubicBezTo>
                  <a:pt x="215689" y="7680"/>
                  <a:pt x="215475" y="8605"/>
                  <a:pt x="215475" y="8747"/>
                </a:cubicBezTo>
                <a:cubicBezTo>
                  <a:pt x="214906" y="9600"/>
                  <a:pt x="212275" y="10027"/>
                  <a:pt x="207582" y="10027"/>
                </a:cubicBezTo>
                <a:cubicBezTo>
                  <a:pt x="201892" y="10169"/>
                  <a:pt x="198266" y="10383"/>
                  <a:pt x="196701" y="10667"/>
                </a:cubicBezTo>
                <a:cubicBezTo>
                  <a:pt x="195137" y="10952"/>
                  <a:pt x="193857" y="11734"/>
                  <a:pt x="192861" y="13014"/>
                </a:cubicBezTo>
                <a:cubicBezTo>
                  <a:pt x="192434" y="13725"/>
                  <a:pt x="187314" y="33850"/>
                  <a:pt x="177500" y="73390"/>
                </a:cubicBezTo>
                <a:cubicBezTo>
                  <a:pt x="167687" y="112929"/>
                  <a:pt x="162709" y="132912"/>
                  <a:pt x="162566" y="133339"/>
                </a:cubicBezTo>
                <a:cubicBezTo>
                  <a:pt x="162566" y="133908"/>
                  <a:pt x="162638" y="134263"/>
                  <a:pt x="162780" y="134405"/>
                </a:cubicBezTo>
                <a:cubicBezTo>
                  <a:pt x="162922" y="134548"/>
                  <a:pt x="163420" y="134832"/>
                  <a:pt x="164273" y="135259"/>
                </a:cubicBezTo>
                <a:cubicBezTo>
                  <a:pt x="165127" y="135685"/>
                  <a:pt x="166335" y="135828"/>
                  <a:pt x="167900" y="135685"/>
                </a:cubicBezTo>
                <a:cubicBezTo>
                  <a:pt x="169464" y="135543"/>
                  <a:pt x="171811" y="135685"/>
                  <a:pt x="174940" y="136112"/>
                </a:cubicBezTo>
                <a:lnTo>
                  <a:pt x="181554" y="136112"/>
                </a:lnTo>
                <a:cubicBezTo>
                  <a:pt x="182407" y="137392"/>
                  <a:pt x="182834" y="138174"/>
                  <a:pt x="182834" y="138459"/>
                </a:cubicBezTo>
                <a:cubicBezTo>
                  <a:pt x="182834" y="140734"/>
                  <a:pt x="182336" y="142868"/>
                  <a:pt x="181340" y="144859"/>
                </a:cubicBezTo>
                <a:cubicBezTo>
                  <a:pt x="180629" y="145570"/>
                  <a:pt x="179492" y="145926"/>
                  <a:pt x="177927" y="145926"/>
                </a:cubicBezTo>
                <a:cubicBezTo>
                  <a:pt x="177216" y="145926"/>
                  <a:pt x="174300" y="145855"/>
                  <a:pt x="169180" y="145712"/>
                </a:cubicBezTo>
                <a:cubicBezTo>
                  <a:pt x="164060" y="145570"/>
                  <a:pt x="157517" y="145499"/>
                  <a:pt x="149553" y="145499"/>
                </a:cubicBezTo>
                <a:cubicBezTo>
                  <a:pt x="140877" y="145499"/>
                  <a:pt x="134334" y="145499"/>
                  <a:pt x="129925" y="145499"/>
                </a:cubicBezTo>
                <a:cubicBezTo>
                  <a:pt x="125516" y="145499"/>
                  <a:pt x="123027" y="145570"/>
                  <a:pt x="122458" y="145712"/>
                </a:cubicBezTo>
                <a:cubicBezTo>
                  <a:pt x="120040" y="145712"/>
                  <a:pt x="118831" y="145001"/>
                  <a:pt x="118831" y="143579"/>
                </a:cubicBezTo>
                <a:cubicBezTo>
                  <a:pt x="118831" y="143295"/>
                  <a:pt x="118974" y="142299"/>
                  <a:pt x="119258" y="140592"/>
                </a:cubicBezTo>
                <a:cubicBezTo>
                  <a:pt x="119827" y="138317"/>
                  <a:pt x="120396" y="137037"/>
                  <a:pt x="120965" y="136752"/>
                </a:cubicBezTo>
                <a:cubicBezTo>
                  <a:pt x="121534" y="136468"/>
                  <a:pt x="123169" y="136254"/>
                  <a:pt x="125872" y="136112"/>
                </a:cubicBezTo>
                <a:cubicBezTo>
                  <a:pt x="129712" y="136112"/>
                  <a:pt x="133979" y="135899"/>
                  <a:pt x="138672" y="135472"/>
                </a:cubicBezTo>
                <a:cubicBezTo>
                  <a:pt x="140663" y="135045"/>
                  <a:pt x="142014" y="134192"/>
                  <a:pt x="142726" y="132912"/>
                </a:cubicBezTo>
                <a:cubicBezTo>
                  <a:pt x="143010" y="132343"/>
                  <a:pt x="145712" y="121960"/>
                  <a:pt x="150833" y="101764"/>
                </a:cubicBezTo>
                <a:cubicBezTo>
                  <a:pt x="155953" y="81568"/>
                  <a:pt x="161002" y="61442"/>
                  <a:pt x="165980" y="41388"/>
                </a:cubicBezTo>
                <a:cubicBezTo>
                  <a:pt x="170958" y="21334"/>
                  <a:pt x="173447" y="11307"/>
                  <a:pt x="173447" y="11307"/>
                </a:cubicBezTo>
                <a:lnTo>
                  <a:pt x="132059" y="77230"/>
                </a:lnTo>
                <a:cubicBezTo>
                  <a:pt x="104182" y="121605"/>
                  <a:pt x="89888" y="144148"/>
                  <a:pt x="89177" y="144859"/>
                </a:cubicBezTo>
                <a:cubicBezTo>
                  <a:pt x="88892" y="145001"/>
                  <a:pt x="88608" y="145144"/>
                  <a:pt x="88323" y="145286"/>
                </a:cubicBezTo>
                <a:cubicBezTo>
                  <a:pt x="87612" y="145712"/>
                  <a:pt x="86475" y="145926"/>
                  <a:pt x="84910" y="145926"/>
                </a:cubicBezTo>
                <a:cubicBezTo>
                  <a:pt x="82777" y="145926"/>
                  <a:pt x="81497" y="145428"/>
                  <a:pt x="81070" y="144432"/>
                </a:cubicBezTo>
                <a:cubicBezTo>
                  <a:pt x="80785" y="143863"/>
                  <a:pt x="77870" y="121818"/>
                  <a:pt x="72323" y="78296"/>
                </a:cubicBezTo>
                <a:lnTo>
                  <a:pt x="64003" y="12801"/>
                </a:lnTo>
                <a:lnTo>
                  <a:pt x="49495" y="70403"/>
                </a:lnTo>
                <a:cubicBezTo>
                  <a:pt x="39966" y="108235"/>
                  <a:pt x="35201" y="127792"/>
                  <a:pt x="35201" y="129072"/>
                </a:cubicBezTo>
                <a:cubicBezTo>
                  <a:pt x="36055" y="133765"/>
                  <a:pt x="41175" y="136112"/>
                  <a:pt x="50562" y="136112"/>
                </a:cubicBezTo>
                <a:lnTo>
                  <a:pt x="52695" y="136112"/>
                </a:lnTo>
                <a:cubicBezTo>
                  <a:pt x="53549" y="136823"/>
                  <a:pt x="54047" y="137463"/>
                  <a:pt x="54189" y="138032"/>
                </a:cubicBezTo>
                <a:cubicBezTo>
                  <a:pt x="54331" y="138601"/>
                  <a:pt x="54118" y="139881"/>
                  <a:pt x="53549" y="141872"/>
                </a:cubicBezTo>
                <a:cubicBezTo>
                  <a:pt x="52980" y="144148"/>
                  <a:pt x="52411" y="145428"/>
                  <a:pt x="51842" y="145712"/>
                </a:cubicBezTo>
                <a:cubicBezTo>
                  <a:pt x="51273" y="145855"/>
                  <a:pt x="50491" y="145926"/>
                  <a:pt x="49495" y="145926"/>
                </a:cubicBezTo>
                <a:cubicBezTo>
                  <a:pt x="49211" y="145926"/>
                  <a:pt x="48357" y="145926"/>
                  <a:pt x="46935" y="145926"/>
                </a:cubicBezTo>
                <a:cubicBezTo>
                  <a:pt x="45513" y="145926"/>
                  <a:pt x="43095" y="145855"/>
                  <a:pt x="39682" y="145712"/>
                </a:cubicBezTo>
                <a:cubicBezTo>
                  <a:pt x="36268" y="145570"/>
                  <a:pt x="31717" y="145499"/>
                  <a:pt x="26028" y="145499"/>
                </a:cubicBezTo>
                <a:cubicBezTo>
                  <a:pt x="21761" y="145499"/>
                  <a:pt x="17352" y="145570"/>
                  <a:pt x="12801" y="145712"/>
                </a:cubicBezTo>
                <a:cubicBezTo>
                  <a:pt x="8249" y="145855"/>
                  <a:pt x="5618" y="145926"/>
                  <a:pt x="4907" y="145926"/>
                </a:cubicBezTo>
                <a:cubicBezTo>
                  <a:pt x="2773" y="145926"/>
                  <a:pt x="1422" y="145784"/>
                  <a:pt x="853" y="145499"/>
                </a:cubicBezTo>
                <a:cubicBezTo>
                  <a:pt x="284" y="145215"/>
                  <a:pt x="0" y="144575"/>
                  <a:pt x="0" y="143579"/>
                </a:cubicBezTo>
                <a:cubicBezTo>
                  <a:pt x="0" y="143295"/>
                  <a:pt x="213" y="142299"/>
                  <a:pt x="640" y="140592"/>
                </a:cubicBezTo>
                <a:cubicBezTo>
                  <a:pt x="1067" y="138885"/>
                  <a:pt x="1422" y="137819"/>
                  <a:pt x="1707" y="137392"/>
                </a:cubicBezTo>
                <a:cubicBezTo>
                  <a:pt x="1991" y="136539"/>
                  <a:pt x="3556" y="136112"/>
                  <a:pt x="6400" y="136112"/>
                </a:cubicBezTo>
                <a:cubicBezTo>
                  <a:pt x="16356" y="136112"/>
                  <a:pt x="22685" y="133267"/>
                  <a:pt x="25388" y="127578"/>
                </a:cubicBezTo>
                <a:cubicBezTo>
                  <a:pt x="25957" y="126725"/>
                  <a:pt x="30863" y="107666"/>
                  <a:pt x="40108" y="70403"/>
                </a:cubicBezTo>
                <a:cubicBezTo>
                  <a:pt x="49353" y="33139"/>
                  <a:pt x="54047" y="13583"/>
                  <a:pt x="54189" y="1173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13" cap="flat">
            <a:solidFill>
              <a:srgbClr val="000000">
                <a:alpha val="32780"/>
              </a:srgbClr>
            </a:solidFill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3A80B8-BD3E-4025-8444-B916BA94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265" y="2464287"/>
            <a:ext cx="63501" cy="103773"/>
          </a:xfrm>
          <a:custGeom xmlns:a="http://schemas.openxmlformats.org/drawingml/2006/main">
            <a:pathLst>
              <a:path w="63501" h="103773">
                <a:moveTo>
                  <a:pt x="8597" y="12217"/>
                </a:moveTo>
                <a:cubicBezTo>
                  <a:pt x="14229" y="4072"/>
                  <a:pt x="21921" y="0"/>
                  <a:pt x="31675" y="0"/>
                </a:cubicBezTo>
                <a:cubicBezTo>
                  <a:pt x="36501" y="0"/>
                  <a:pt x="41328" y="1307"/>
                  <a:pt x="46155" y="3922"/>
                </a:cubicBezTo>
                <a:cubicBezTo>
                  <a:pt x="50981" y="6536"/>
                  <a:pt x="54903" y="11162"/>
                  <a:pt x="57920" y="17798"/>
                </a:cubicBezTo>
                <a:cubicBezTo>
                  <a:pt x="61640" y="26144"/>
                  <a:pt x="63501" y="37608"/>
                  <a:pt x="63501" y="52188"/>
                </a:cubicBezTo>
                <a:cubicBezTo>
                  <a:pt x="63501" y="67774"/>
                  <a:pt x="61339" y="79690"/>
                  <a:pt x="57015" y="87935"/>
                </a:cubicBezTo>
                <a:cubicBezTo>
                  <a:pt x="55004" y="92159"/>
                  <a:pt x="52238" y="95527"/>
                  <a:pt x="48719" y="98041"/>
                </a:cubicBezTo>
                <a:cubicBezTo>
                  <a:pt x="45200" y="100555"/>
                  <a:pt x="42133" y="102114"/>
                  <a:pt x="39518" y="102717"/>
                </a:cubicBezTo>
                <a:cubicBezTo>
                  <a:pt x="36904" y="103320"/>
                  <a:pt x="34340" y="103672"/>
                  <a:pt x="31826" y="103773"/>
                </a:cubicBezTo>
                <a:cubicBezTo>
                  <a:pt x="29211" y="103773"/>
                  <a:pt x="26597" y="103471"/>
                  <a:pt x="23982" y="102868"/>
                </a:cubicBezTo>
                <a:cubicBezTo>
                  <a:pt x="21368" y="102265"/>
                  <a:pt x="18301" y="100656"/>
                  <a:pt x="14782" y="98041"/>
                </a:cubicBezTo>
                <a:cubicBezTo>
                  <a:pt x="11262" y="95427"/>
                  <a:pt x="8497" y="92058"/>
                  <a:pt x="6486" y="87935"/>
                </a:cubicBezTo>
                <a:cubicBezTo>
                  <a:pt x="2162" y="79690"/>
                  <a:pt x="0" y="67774"/>
                  <a:pt x="0" y="52188"/>
                </a:cubicBezTo>
                <a:cubicBezTo>
                  <a:pt x="0" y="34692"/>
                  <a:pt x="2866" y="21368"/>
                  <a:pt x="8597" y="12217"/>
                </a:cubicBezTo>
                <a:close/>
                <a:moveTo>
                  <a:pt x="42535" y="10407"/>
                </a:moveTo>
                <a:cubicBezTo>
                  <a:pt x="39518" y="7190"/>
                  <a:pt x="35948" y="5581"/>
                  <a:pt x="31826" y="5581"/>
                </a:cubicBezTo>
                <a:cubicBezTo>
                  <a:pt x="27602" y="5581"/>
                  <a:pt x="23982" y="7190"/>
                  <a:pt x="20966" y="10407"/>
                </a:cubicBezTo>
                <a:cubicBezTo>
                  <a:pt x="18452" y="13022"/>
                  <a:pt x="16793" y="16642"/>
                  <a:pt x="15988" y="21267"/>
                </a:cubicBezTo>
                <a:cubicBezTo>
                  <a:pt x="15184" y="25893"/>
                  <a:pt x="14782" y="35546"/>
                  <a:pt x="14782" y="50227"/>
                </a:cubicBezTo>
                <a:cubicBezTo>
                  <a:pt x="14782" y="66115"/>
                  <a:pt x="15184" y="76573"/>
                  <a:pt x="15988" y="81600"/>
                </a:cubicBezTo>
                <a:cubicBezTo>
                  <a:pt x="16793" y="86628"/>
                  <a:pt x="18603" y="90600"/>
                  <a:pt x="21418" y="93516"/>
                </a:cubicBezTo>
                <a:cubicBezTo>
                  <a:pt x="24234" y="96533"/>
                  <a:pt x="27703" y="98041"/>
                  <a:pt x="31826" y="98041"/>
                </a:cubicBezTo>
                <a:cubicBezTo>
                  <a:pt x="35848" y="98041"/>
                  <a:pt x="39267" y="96533"/>
                  <a:pt x="42082" y="93516"/>
                </a:cubicBezTo>
                <a:cubicBezTo>
                  <a:pt x="44998" y="90500"/>
                  <a:pt x="46808" y="86276"/>
                  <a:pt x="47512" y="80846"/>
                </a:cubicBezTo>
                <a:cubicBezTo>
                  <a:pt x="48216" y="75416"/>
                  <a:pt x="48618" y="65210"/>
                  <a:pt x="48719" y="50227"/>
                </a:cubicBezTo>
                <a:cubicBezTo>
                  <a:pt x="48719" y="35647"/>
                  <a:pt x="48317" y="26044"/>
                  <a:pt x="47512" y="21418"/>
                </a:cubicBezTo>
                <a:cubicBezTo>
                  <a:pt x="46708" y="16793"/>
                  <a:pt x="45049" y="13122"/>
                  <a:pt x="42535" y="10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77786B-BEEE-4496-8C5D-1186E258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265" y="2464287"/>
            <a:ext cx="63501" cy="103773"/>
          </a:xfrm>
          <a:custGeom xmlns:a="http://schemas.openxmlformats.org/drawingml/2006/main">
            <a:pathLst>
              <a:path w="63501" h="103773" fill="none">
                <a:moveTo>
                  <a:pt x="8597" y="12217"/>
                </a:moveTo>
                <a:cubicBezTo>
                  <a:pt x="14229" y="4072"/>
                  <a:pt x="21921" y="0"/>
                  <a:pt x="31675" y="0"/>
                </a:cubicBezTo>
                <a:cubicBezTo>
                  <a:pt x="36501" y="0"/>
                  <a:pt x="41328" y="1307"/>
                  <a:pt x="46155" y="3922"/>
                </a:cubicBezTo>
                <a:cubicBezTo>
                  <a:pt x="50981" y="6536"/>
                  <a:pt x="54903" y="11162"/>
                  <a:pt x="57920" y="17798"/>
                </a:cubicBezTo>
                <a:cubicBezTo>
                  <a:pt x="61640" y="26144"/>
                  <a:pt x="63501" y="37608"/>
                  <a:pt x="63501" y="52188"/>
                </a:cubicBezTo>
                <a:cubicBezTo>
                  <a:pt x="63501" y="67774"/>
                  <a:pt x="61339" y="79690"/>
                  <a:pt x="57015" y="87935"/>
                </a:cubicBezTo>
                <a:cubicBezTo>
                  <a:pt x="55004" y="92159"/>
                  <a:pt x="52238" y="95527"/>
                  <a:pt x="48719" y="98041"/>
                </a:cubicBezTo>
                <a:cubicBezTo>
                  <a:pt x="45200" y="100555"/>
                  <a:pt x="42133" y="102114"/>
                  <a:pt x="39518" y="102717"/>
                </a:cubicBezTo>
                <a:cubicBezTo>
                  <a:pt x="36904" y="103320"/>
                  <a:pt x="34340" y="103672"/>
                  <a:pt x="31826" y="103773"/>
                </a:cubicBezTo>
                <a:cubicBezTo>
                  <a:pt x="29211" y="103773"/>
                  <a:pt x="26597" y="103471"/>
                  <a:pt x="23982" y="102868"/>
                </a:cubicBezTo>
                <a:cubicBezTo>
                  <a:pt x="21368" y="102265"/>
                  <a:pt x="18301" y="100656"/>
                  <a:pt x="14782" y="98041"/>
                </a:cubicBezTo>
                <a:cubicBezTo>
                  <a:pt x="11262" y="95427"/>
                  <a:pt x="8497" y="92058"/>
                  <a:pt x="6486" y="87935"/>
                </a:cubicBezTo>
                <a:cubicBezTo>
                  <a:pt x="2162" y="79690"/>
                  <a:pt x="0" y="67774"/>
                  <a:pt x="0" y="52188"/>
                </a:cubicBezTo>
                <a:cubicBezTo>
                  <a:pt x="0" y="34692"/>
                  <a:pt x="2866" y="21368"/>
                  <a:pt x="8597" y="12217"/>
                </a:cubicBezTo>
                <a:close/>
                <a:moveTo>
                  <a:pt x="42535" y="10407"/>
                </a:moveTo>
                <a:cubicBezTo>
                  <a:pt x="39518" y="7190"/>
                  <a:pt x="35948" y="5581"/>
                  <a:pt x="31826" y="5581"/>
                </a:cubicBezTo>
                <a:cubicBezTo>
                  <a:pt x="27602" y="5581"/>
                  <a:pt x="23982" y="7190"/>
                  <a:pt x="20966" y="10407"/>
                </a:cubicBezTo>
                <a:cubicBezTo>
                  <a:pt x="18452" y="13022"/>
                  <a:pt x="16793" y="16642"/>
                  <a:pt x="15988" y="21267"/>
                </a:cubicBezTo>
                <a:cubicBezTo>
                  <a:pt x="15184" y="25893"/>
                  <a:pt x="14782" y="35546"/>
                  <a:pt x="14782" y="50227"/>
                </a:cubicBezTo>
                <a:cubicBezTo>
                  <a:pt x="14782" y="66115"/>
                  <a:pt x="15184" y="76573"/>
                  <a:pt x="15988" y="81600"/>
                </a:cubicBezTo>
                <a:cubicBezTo>
                  <a:pt x="16793" y="86628"/>
                  <a:pt x="18603" y="90600"/>
                  <a:pt x="21418" y="93516"/>
                </a:cubicBezTo>
                <a:cubicBezTo>
                  <a:pt x="24234" y="96533"/>
                  <a:pt x="27703" y="98041"/>
                  <a:pt x="31826" y="98041"/>
                </a:cubicBezTo>
                <a:cubicBezTo>
                  <a:pt x="35848" y="98041"/>
                  <a:pt x="39267" y="96533"/>
                  <a:pt x="42082" y="93516"/>
                </a:cubicBezTo>
                <a:cubicBezTo>
                  <a:pt x="44998" y="90500"/>
                  <a:pt x="46808" y="86276"/>
                  <a:pt x="47512" y="80846"/>
                </a:cubicBezTo>
                <a:cubicBezTo>
                  <a:pt x="48216" y="75416"/>
                  <a:pt x="48618" y="65210"/>
                  <a:pt x="48719" y="50227"/>
                </a:cubicBezTo>
                <a:cubicBezTo>
                  <a:pt x="48719" y="35647"/>
                  <a:pt x="48317" y="26044"/>
                  <a:pt x="47512" y="21418"/>
                </a:cubicBezTo>
                <a:cubicBezTo>
                  <a:pt x="46708" y="16793"/>
                  <a:pt x="45049" y="13122"/>
                  <a:pt x="42535" y="1040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51" cap="flat">
            <a:solidFill>
              <a:srgbClr val="000000">
                <a:alpha val="23170"/>
              </a:srgbClr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10349223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2026-09-05T18:29:11.1160000Z</dcterms:created>
  <dcterms:modified xsi:type="dcterms:W3CDTF">2026-09-05T18:29:11.1160000Z</dcterms:modified>
</coreProperties>
</file>