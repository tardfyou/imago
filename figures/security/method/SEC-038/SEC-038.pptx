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1859700914245c5" /><Relationship Type="http://schemas.openxmlformats.org/officeDocument/2006/relationships/extended-properties" Target="/docProps/app.xml" Id="Rddb00aeed6b44a0a" /><Relationship Type="http://schemas.openxmlformats.org/officeDocument/2006/relationships/officeDocument" Target="/ppt/presentation.xml" Id="R4a9a705c9de340e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115a4b3fe0a4fe8"/>
  </p:sldMasterIdLst>
  <p:notesMasterIdLst>
    <p:notesMasterId xmlns:r="http://schemas.openxmlformats.org/officeDocument/2006/relationships" r:id="R1b6f4da915634f66"/>
  </p:notesMasterIdLst>
  <p:sldIdLst>
    <p:sldId xmlns:r="http://schemas.openxmlformats.org/officeDocument/2006/relationships" id="256" r:id="R309ef522d71c4f1e"/>
  </p:sldIdLst>
  <p:sldSz cx="10429875" cy="302895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d1aba04e6194d61" /><Relationship Type="http://schemas.openxmlformats.org/officeDocument/2006/relationships/slideMaster" Target="/ppt/slideMasters/slideMaster1.xml" Id="R1115a4b3fe0a4fe8" /><Relationship Type="http://schemas.openxmlformats.org/officeDocument/2006/relationships/notesMaster" Target="/ppt/notesMasters/notesMaster1.xml" Id="R1b6f4da915634f66" /><Relationship Type="http://schemas.openxmlformats.org/officeDocument/2006/relationships/presProps" Target="/ppt/presProps.xml" Id="R17a522a2683b4af9" /><Relationship Type="http://schemas.openxmlformats.org/officeDocument/2006/relationships/tableStyles" Target="/ppt/tableStyles.xml" Id="R48b6b467d56b4845" /><Relationship Type="http://schemas.openxmlformats.org/officeDocument/2006/relationships/slide" Target="/ppt/slides/slide1.xml" Id="R309ef522d71c4f1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ac5416b22b4454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9d90a34ae6d440d" /><Relationship Type="http://schemas.openxmlformats.org/officeDocument/2006/relationships/notesMaster" Target="/ppt/notesMasters/notesMaster1.xml" Id="Rdd80ba516dae486e" /></Relationships>
</file>

<file path=ppt/notesSlides/notesSlide1.xml><?xml version="1.0" encoding="utf-8"?>
<ns0:notes xmlns:ns0="http://schemas.openxmlformats.org/presentationml/2006/main" xmlns:ns1="http://schemas.openxmlformats.org/drawingml/2006/main">
  <ns0:cSld>
    <ns0:spTree>
      <ns0:nvGrpSpPr>
        <ns0:cNvPr id="1" name=""/>
        <ns0:cNvGrpSpPr/>
        <ns0:nvPr/>
      </ns0:nvGrpSpPr>
      <ns0:grpSpPr>
        <ns1:xfrm/>
      </ns0:grpSpPr>
      <ns0:sp>
        <ns0:nvSpPr>
          <ns0:cNvPr id="2" name="Slide Image Placeholder 1"/>
          <ns0:cNvSpPr>
            <ns1:spLocks noGrp="1"/>
          </ns0:cNvSpPr>
          <ns0:nvPr>
            <ns0:ph type="sldImg" idx="0"/>
          </ns0:nvPr>
        </ns0:nvSpPr>
        <ns0:spPr/>
      </ns0:sp>
      <ns0:sp>
        <ns0:nvSpPr>
          <ns0:cNvPr id="3" name="Notes Placeholder 2"/>
          <ns0:cNvSpPr>
            <ns1:spLocks noGrp="1"/>
          </ns0:cNvSpPr>
          <ns0:nvPr>
            <ns0:ph type="body" idx="1"/>
          </ns0:nvPr>
        </ns0:nvSpPr>
        <ns0:spPr/>
        <ns0:txBody>
          <ns1:bodyPr/>
          <ns1:lstStyle/>
          <ns1:p>
            <ns1:r>
              <ns1:t>素材ID：SEC-038</ns1:t>
            </ns1:r>
          </ns1:p>
          <ns1:p>
            <ns1:r>
              <ns1:t>论文：Indicator of Benignity: An Industry View of False Positive in Malicious Domain Detection and its Mitigation</ns1:t>
            </ns1:r>
          </ns1:p>
          <ns1:p>
            <ns1:r>
              <ns1:t>会议：NDSS 2026</ns1:t>
            </ns1:r>
          </ns1:p>
          <ns1:p>
            <ns1:r>
              <ns1:t>奖项：Best Paper Award</ns1:t>
            </ns1:r>
          </ns1:p>
          <ns1:p>
            <ns1:r>
              <ns1:t>图号：Figure 5，PDF第10页</ns1:t>
            </ns1:r>
          </ns1:p>
          <ns1:p>
            <ns1:r>
              <ns1:t>类型：方法细节</ns1:t>
            </ns1:r>
          </ns1:p>
          <ns1:p>
            <ns1:r>
              <ns1:t>借鉴点：多轮检索保留浏览器对象、内容候选、验证器与策略框，用红色数据流和蓝色信任流展示两种方向不同的传播。</ns1:t>
            </ns1:r>
          </ns1:p>
          <ns1:p>
            <ns1:r>
              <ns1:t>论文URL：https://www.ndss-symposium.org/wp-content/uploads/2026-f1869-paper.pdf</ns1:t>
            </ns1:r>
          </ns1:p>
          <ns1:p>
            <ns1:r>
              <ns1:t>官方获奖URL：https://www.ndss-symposium.org/ndss2026/</ns1:t>
            </ns1:r>
          </ns1:p>
          <ns1:p>
            <ns1:r>
              <ns1:t>原始论文与绘图来源：见本页论文链接及仓库 catalog/papers.md。</ns1:t>
            </ns1:r>
          </ns1:p>
        </ns0:txBody>
      </ns0:sp>
      <ns0:sp>
        <ns0:nvSpPr>
          <ns0:cNvPr id="4" name="Slide Number Placeholder 3"/>
          <ns0:cNvSpPr>
            <ns1:spLocks noGrp="1"/>
          </ns0:cNvSpPr>
          <ns0:nvPr>
            <ns0:ph type="sldNum" idx="5"/>
          </ns0:nvPr>
        </ns0:nvSpPr>
        <ns0:spPr/>
        <ns0:txBody>
          <ns1:bodyPr/>
          <ns1:lstStyle/>
          <ns1:p/>
        </ns0:txBody>
      </ns0:sp>
    </ns0:spTree>
  </ns0:cSld>
  <ns0:clrMapOvr>
    <ns1:masterClrMapping/>
  </ns0:clrMapOvr>
</ns0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3a2b1bcfcd5477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060d309fc5048c4" /><Relationship Type="http://schemas.openxmlformats.org/officeDocument/2006/relationships/slideLayout" Target="/ppt/slideLayouts/slideLayout1.xml" Id="R7421e052e9eb447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421e052e9eb447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e0966e5611451f" /><Relationship Type="http://schemas.openxmlformats.org/officeDocument/2006/relationships/image" Target="/ppt/media/image.png" Id="R3c5f1028d4854a4a" /><Relationship Type="http://schemas.openxmlformats.org/officeDocument/2006/relationships/image" Target="/ppt/media/image2.png" Id="Rfe9dfca2539a4636" /><Relationship Type="http://schemas.openxmlformats.org/officeDocument/2006/relationships/image" Target="/ppt/media/image3.png" Id="R21a0c0c0ef3a4107" /><Relationship Type="http://schemas.openxmlformats.org/officeDocument/2006/relationships/image" Target="/ppt/media/image4.png" Id="R1b88b84944b24a15" /><Relationship Type="http://schemas.openxmlformats.org/officeDocument/2006/relationships/image" Target="/ppt/media/image5.png" Id="R23dc550e7f044bb0" /><Relationship Type="http://schemas.openxmlformats.org/officeDocument/2006/relationships/notesSlide" Target="/ppt/notesSlides/notesSlide1.xml" Id="R14364b4d597f47c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24F08DA-20C6-4A14-B49E-A4F57E062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97" y="72645"/>
            <a:ext cx="10282545" cy="2851157"/>
          </a:xfrm>
          <a:custGeom xmlns:a="http://schemas.openxmlformats.org/drawingml/2006/main">
            <a:pathLst>
              <a:path w="10282545" h="2851157">
                <a:moveTo>
                  <a:pt x="10282545" y="2851157"/>
                </a:moveTo>
                <a:lnTo>
                  <a:pt x="0" y="2851157"/>
                </a:lnTo>
                <a:lnTo>
                  <a:pt x="0" y="0"/>
                </a:lnTo>
                <a:lnTo>
                  <a:pt x="10282545" y="0"/>
                </a:lnTo>
                <a:lnTo>
                  <a:pt x="10282545" y="2851157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36471F2-EA07-488D-A00E-2BC65CD99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1201" y="659137"/>
            <a:ext cx="1544762" cy="1955520"/>
          </a:xfrm>
          <a:custGeom xmlns:a="http://schemas.openxmlformats.org/drawingml/2006/main">
            <a:pathLst>
              <a:path w="1544762" h="1955520">
                <a:moveTo>
                  <a:pt x="0" y="257465"/>
                </a:moveTo>
                <a:lnTo>
                  <a:pt x="0" y="257465"/>
                </a:lnTo>
                <a:cubicBezTo>
                  <a:pt x="0" y="115271"/>
                  <a:pt x="115271" y="0"/>
                  <a:pt x="257465" y="0"/>
                </a:cubicBezTo>
                <a:lnTo>
                  <a:pt x="1287297" y="0"/>
                </a:lnTo>
                <a:cubicBezTo>
                  <a:pt x="1355581" y="0"/>
                  <a:pt x="1421068" y="27126"/>
                  <a:pt x="1469352" y="75410"/>
                </a:cubicBezTo>
                <a:cubicBezTo>
                  <a:pt x="1517636" y="123694"/>
                  <a:pt x="1544762" y="189181"/>
                  <a:pt x="1544762" y="257465"/>
                </a:cubicBezTo>
                <a:lnTo>
                  <a:pt x="1544762" y="1698054"/>
                </a:lnTo>
                <a:cubicBezTo>
                  <a:pt x="1544762" y="1840249"/>
                  <a:pt x="1429491" y="1955520"/>
                  <a:pt x="1287297" y="1955520"/>
                </a:cubicBezTo>
                <a:lnTo>
                  <a:pt x="257465" y="1955520"/>
                </a:lnTo>
                <a:cubicBezTo>
                  <a:pt x="115271" y="1955520"/>
                  <a:pt x="0" y="1840249"/>
                  <a:pt x="0" y="1698054"/>
                </a:cubicBezTo>
                <a:lnTo>
                  <a:pt x="0" y="257465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A156637-F507-43B7-8D7C-97BCA7617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1201" y="659137"/>
            <a:ext cx="1544762" cy="1955520"/>
          </a:xfrm>
          <a:custGeom xmlns:a="http://schemas.openxmlformats.org/drawingml/2006/main">
            <a:pathLst>
              <a:path w="1544762" h="1955520" fill="none">
                <a:moveTo>
                  <a:pt x="0" y="257465"/>
                </a:moveTo>
                <a:lnTo>
                  <a:pt x="0" y="257465"/>
                </a:lnTo>
                <a:cubicBezTo>
                  <a:pt x="0" y="115271"/>
                  <a:pt x="115271" y="0"/>
                  <a:pt x="257465" y="0"/>
                </a:cubicBezTo>
                <a:lnTo>
                  <a:pt x="1287297" y="0"/>
                </a:lnTo>
                <a:cubicBezTo>
                  <a:pt x="1355581" y="0"/>
                  <a:pt x="1421068" y="27126"/>
                  <a:pt x="1469352" y="75410"/>
                </a:cubicBezTo>
                <a:cubicBezTo>
                  <a:pt x="1517636" y="123694"/>
                  <a:pt x="1544762" y="189181"/>
                  <a:pt x="1544762" y="257465"/>
                </a:cubicBezTo>
                <a:lnTo>
                  <a:pt x="1544762" y="1698054"/>
                </a:lnTo>
                <a:cubicBezTo>
                  <a:pt x="1544762" y="1840249"/>
                  <a:pt x="1429491" y="1955520"/>
                  <a:pt x="1287297" y="1955520"/>
                </a:cubicBezTo>
                <a:lnTo>
                  <a:pt x="257465" y="1955520"/>
                </a:lnTo>
                <a:cubicBezTo>
                  <a:pt x="115271" y="1955520"/>
                  <a:pt x="0" y="1840249"/>
                  <a:pt x="0" y="1698054"/>
                </a:cubicBezTo>
                <a:lnTo>
                  <a:pt x="0" y="257465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1592" cap="flat">
            <a:solidFill>
              <a:srgbClr val="595959"/>
            </a:solidFill>
            <a:round/>
          </a:ln>
        </p:spPr>
      </p:sp>
      <p:sp>
        <p:nvSpPr>
          <p:cNvPr id="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387660B-BBB6-4388-B5D5-01EADE9BA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97" y="1158820"/>
            <a:ext cx="523736" cy="529627"/>
          </a:xfrm>
          <a:custGeom xmlns:a="http://schemas.openxmlformats.org/drawingml/2006/main">
            <a:pathLst>
              <a:path w="523736" h="529627">
                <a:moveTo>
                  <a:pt x="523736" y="529627"/>
                </a:moveTo>
                <a:lnTo>
                  <a:pt x="0" y="529627"/>
                </a:lnTo>
                <a:lnTo>
                  <a:pt x="0" y="0"/>
                </a:lnTo>
                <a:lnTo>
                  <a:pt x="523736" y="0"/>
                </a:lnTo>
                <a:lnTo>
                  <a:pt x="523736" y="529627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pic>
        <p:nvPicPr>
          <p:cNvPr id="14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c5f1028d4854a4a"/>
          <a:stretch xmlns:a="http://schemas.openxmlformats.org/drawingml/2006/main"/>
        </p:blipFill>
        <p:spPr>
          <a:xfrm xmlns:a="http://schemas.openxmlformats.org/drawingml/2006/main">
            <a:off x="59918" y="1158820"/>
            <a:ext cx="522494" cy="529627"/>
          </a:xfrm>
          <a:prstGeom xmlns:a="http://schemas.openxmlformats.org/drawingml/2006/main" prst="rect">
            <a:avLst/>
          </a:prstGeom>
        </p:spPr>
      </p:pic>
      <p:sp>
        <p:nvSpPr>
          <p:cNvPr id="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085CA7E-4F0D-449F-AAAE-47400B588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97" y="1559467"/>
            <a:ext cx="635871" cy="365874"/>
          </a:xfrm>
          <a:custGeom xmlns:a="http://schemas.openxmlformats.org/drawingml/2006/main">
            <a:pathLst>
              <a:path w="635871" h="365874">
                <a:moveTo>
                  <a:pt x="635871" y="365874"/>
                </a:moveTo>
                <a:lnTo>
                  <a:pt x="0" y="365874"/>
                </a:lnTo>
                <a:lnTo>
                  <a:pt x="0" y="0"/>
                </a:lnTo>
                <a:lnTo>
                  <a:pt x="635871" y="0"/>
                </a:lnTo>
                <a:lnTo>
                  <a:pt x="635871" y="365874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7" name="Text Detected">
            <a:extLst xmlns:a="http://schemas.openxmlformats.org/drawingml/2006/main">
              <a:ext uri="{FF2B5EF4-FFF2-40B4-BE49-F238E27FC236}">
                <a16:creationId xmlns:a16="http://schemas.microsoft.com/office/drawing/2014/main" id="{8B6908A7-5203-4A05-ABCF-83C77D7DE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77" y="1688265"/>
            <a:ext cx="498871" cy="94254"/>
          </a:xfrm>
          <a:custGeom xmlns:a="http://schemas.openxmlformats.org/drawingml/2006/main">
            <a:pathLst>
              <a:path w="498871" h="94254">
                <a:moveTo>
                  <a:pt x="0" y="92736"/>
                </a:moveTo>
                <a:lnTo>
                  <a:pt x="0" y="0"/>
                </a:lnTo>
                <a:lnTo>
                  <a:pt x="31945" y="0"/>
                </a:lnTo>
                <a:cubicBezTo>
                  <a:pt x="39157" y="0"/>
                  <a:pt x="44660" y="443"/>
                  <a:pt x="48455" y="1328"/>
                </a:cubicBezTo>
                <a:cubicBezTo>
                  <a:pt x="53769" y="2551"/>
                  <a:pt x="58303" y="4765"/>
                  <a:pt x="62056" y="7970"/>
                </a:cubicBezTo>
                <a:cubicBezTo>
                  <a:pt x="66948" y="12103"/>
                  <a:pt x="70606" y="17385"/>
                  <a:pt x="73031" y="23817"/>
                </a:cubicBezTo>
                <a:cubicBezTo>
                  <a:pt x="75456" y="30248"/>
                  <a:pt x="76668" y="37596"/>
                  <a:pt x="76668" y="45862"/>
                </a:cubicBezTo>
                <a:cubicBezTo>
                  <a:pt x="76668" y="52905"/>
                  <a:pt x="75846" y="59146"/>
                  <a:pt x="74201" y="64586"/>
                </a:cubicBezTo>
                <a:cubicBezTo>
                  <a:pt x="72557" y="70026"/>
                  <a:pt x="70448" y="74528"/>
                  <a:pt x="67876" y="78092"/>
                </a:cubicBezTo>
                <a:cubicBezTo>
                  <a:pt x="65303" y="81655"/>
                  <a:pt x="62488" y="84460"/>
                  <a:pt x="59431" y="86505"/>
                </a:cubicBezTo>
                <a:cubicBezTo>
                  <a:pt x="56373" y="88550"/>
                  <a:pt x="52683" y="90100"/>
                  <a:pt x="48361" y="91154"/>
                </a:cubicBezTo>
                <a:cubicBezTo>
                  <a:pt x="44038" y="92209"/>
                  <a:pt x="39072" y="92736"/>
                  <a:pt x="33463" y="92736"/>
                </a:cubicBezTo>
                <a:lnTo>
                  <a:pt x="0" y="92736"/>
                </a:lnTo>
                <a:moveTo>
                  <a:pt x="12272" y="81729"/>
                </a:moveTo>
                <a:lnTo>
                  <a:pt x="32072" y="81729"/>
                </a:lnTo>
                <a:cubicBezTo>
                  <a:pt x="38187" y="81729"/>
                  <a:pt x="42984" y="81161"/>
                  <a:pt x="46463" y="80025"/>
                </a:cubicBezTo>
                <a:cubicBezTo>
                  <a:pt x="49942" y="78888"/>
                  <a:pt x="52715" y="77288"/>
                  <a:pt x="54781" y="75225"/>
                </a:cubicBezTo>
                <a:cubicBezTo>
                  <a:pt x="57691" y="72321"/>
                  <a:pt x="59958" y="68417"/>
                  <a:pt x="61581" y="63513"/>
                </a:cubicBezTo>
                <a:cubicBezTo>
                  <a:pt x="63205" y="58608"/>
                  <a:pt x="64017" y="52661"/>
                  <a:pt x="64017" y="45674"/>
                </a:cubicBezTo>
                <a:cubicBezTo>
                  <a:pt x="64017" y="35992"/>
                  <a:pt x="62425" y="28551"/>
                  <a:pt x="59241" y="23352"/>
                </a:cubicBezTo>
                <a:cubicBezTo>
                  <a:pt x="56057" y="18153"/>
                  <a:pt x="52188" y="14669"/>
                  <a:pt x="47633" y="12901"/>
                </a:cubicBezTo>
                <a:cubicBezTo>
                  <a:pt x="44344" y="11638"/>
                  <a:pt x="39051" y="11007"/>
                  <a:pt x="31755" y="11007"/>
                </a:cubicBezTo>
                <a:lnTo>
                  <a:pt x="12272" y="11007"/>
                </a:lnTo>
                <a:lnTo>
                  <a:pt x="12272" y="81729"/>
                </a:lnTo>
                <a:close/>
                <a:moveTo>
                  <a:pt x="138070" y="70975"/>
                </a:moveTo>
                <a:lnTo>
                  <a:pt x="149836" y="72493"/>
                </a:lnTo>
                <a:cubicBezTo>
                  <a:pt x="147980" y="79387"/>
                  <a:pt x="144543" y="84738"/>
                  <a:pt x="139525" y="88545"/>
                </a:cubicBezTo>
                <a:cubicBezTo>
                  <a:pt x="134506" y="92351"/>
                  <a:pt x="128096" y="94254"/>
                  <a:pt x="120295" y="94254"/>
                </a:cubicBezTo>
                <a:cubicBezTo>
                  <a:pt x="110468" y="94254"/>
                  <a:pt x="102677" y="91228"/>
                  <a:pt x="96921" y="85177"/>
                </a:cubicBezTo>
                <a:cubicBezTo>
                  <a:pt x="91164" y="79125"/>
                  <a:pt x="88286" y="70638"/>
                  <a:pt x="88286" y="59715"/>
                </a:cubicBezTo>
                <a:cubicBezTo>
                  <a:pt x="88286" y="48413"/>
                  <a:pt x="91196" y="39642"/>
                  <a:pt x="97016" y="33400"/>
                </a:cubicBezTo>
                <a:cubicBezTo>
                  <a:pt x="102835" y="27159"/>
                  <a:pt x="110384" y="24038"/>
                  <a:pt x="119662" y="24038"/>
                </a:cubicBezTo>
                <a:cubicBezTo>
                  <a:pt x="128645" y="24038"/>
                  <a:pt x="135982" y="27091"/>
                  <a:pt x="141676" y="33196"/>
                </a:cubicBezTo>
                <a:cubicBezTo>
                  <a:pt x="147369" y="39301"/>
                  <a:pt x="150215" y="47889"/>
                  <a:pt x="150215" y="58962"/>
                </a:cubicBezTo>
                <a:cubicBezTo>
                  <a:pt x="150215" y="59636"/>
                  <a:pt x="150194" y="60646"/>
                  <a:pt x="150152" y="61993"/>
                </a:cubicBezTo>
                <a:lnTo>
                  <a:pt x="100052" y="61993"/>
                </a:lnTo>
                <a:cubicBezTo>
                  <a:pt x="100474" y="69394"/>
                  <a:pt x="102561" y="75061"/>
                  <a:pt x="106315" y="78993"/>
                </a:cubicBezTo>
                <a:cubicBezTo>
                  <a:pt x="110068" y="82926"/>
                  <a:pt x="114749" y="84892"/>
                  <a:pt x="120358" y="84892"/>
                </a:cubicBezTo>
                <a:cubicBezTo>
                  <a:pt x="124533" y="84892"/>
                  <a:pt x="128096" y="83786"/>
                  <a:pt x="131048" y="81573"/>
                </a:cubicBezTo>
                <a:cubicBezTo>
                  <a:pt x="134000" y="79359"/>
                  <a:pt x="136341" y="75826"/>
                  <a:pt x="138070" y="70975"/>
                </a:cubicBezTo>
                <a:moveTo>
                  <a:pt x="100685" y="52630"/>
                </a:moveTo>
                <a:lnTo>
                  <a:pt x="138196" y="52630"/>
                </a:lnTo>
                <a:cubicBezTo>
                  <a:pt x="137690" y="46998"/>
                  <a:pt x="136257" y="42773"/>
                  <a:pt x="133895" y="39957"/>
                </a:cubicBezTo>
                <a:cubicBezTo>
                  <a:pt x="130268" y="35586"/>
                  <a:pt x="125566" y="33400"/>
                  <a:pt x="119788" y="33400"/>
                </a:cubicBezTo>
                <a:cubicBezTo>
                  <a:pt x="114559" y="33400"/>
                  <a:pt x="110163" y="35145"/>
                  <a:pt x="106599" y="38635"/>
                </a:cubicBezTo>
                <a:cubicBezTo>
                  <a:pt x="103036" y="42123"/>
                  <a:pt x="101064" y="46788"/>
                  <a:pt x="100685" y="52630"/>
                </a:cubicBezTo>
                <a:close/>
                <a:moveTo>
                  <a:pt x="188973" y="82551"/>
                </a:moveTo>
                <a:lnTo>
                  <a:pt x="190617" y="92609"/>
                </a:lnTo>
                <a:cubicBezTo>
                  <a:pt x="187412" y="93284"/>
                  <a:pt x="184545" y="93621"/>
                  <a:pt x="182014" y="93621"/>
                </a:cubicBezTo>
                <a:cubicBezTo>
                  <a:pt x="177882" y="93621"/>
                  <a:pt x="174676" y="92968"/>
                  <a:pt x="172399" y="91661"/>
                </a:cubicBezTo>
                <a:cubicBezTo>
                  <a:pt x="170122" y="90353"/>
                  <a:pt x="168519" y="88635"/>
                  <a:pt x="167592" y="86505"/>
                </a:cubicBezTo>
                <a:cubicBezTo>
                  <a:pt x="166664" y="84375"/>
                  <a:pt x="166200" y="79895"/>
                  <a:pt x="166200" y="73063"/>
                </a:cubicBezTo>
                <a:lnTo>
                  <a:pt x="166200" y="34412"/>
                </a:lnTo>
                <a:lnTo>
                  <a:pt x="157850" y="34412"/>
                </a:lnTo>
                <a:lnTo>
                  <a:pt x="157850" y="25556"/>
                </a:lnTo>
                <a:lnTo>
                  <a:pt x="166200" y="25556"/>
                </a:lnTo>
                <a:lnTo>
                  <a:pt x="166200" y="8919"/>
                </a:lnTo>
                <a:lnTo>
                  <a:pt x="177523" y="2088"/>
                </a:lnTo>
                <a:lnTo>
                  <a:pt x="177523" y="25556"/>
                </a:lnTo>
                <a:lnTo>
                  <a:pt x="188973" y="25556"/>
                </a:lnTo>
                <a:lnTo>
                  <a:pt x="188973" y="34412"/>
                </a:lnTo>
                <a:lnTo>
                  <a:pt x="177523" y="34412"/>
                </a:lnTo>
                <a:lnTo>
                  <a:pt x="177523" y="73695"/>
                </a:lnTo>
                <a:cubicBezTo>
                  <a:pt x="177523" y="76943"/>
                  <a:pt x="177723" y="79030"/>
                  <a:pt x="178124" y="79958"/>
                </a:cubicBezTo>
                <a:cubicBezTo>
                  <a:pt x="178525" y="80886"/>
                  <a:pt x="179178" y="81624"/>
                  <a:pt x="180085" y="82172"/>
                </a:cubicBezTo>
                <a:cubicBezTo>
                  <a:pt x="180992" y="82720"/>
                  <a:pt x="182288" y="82994"/>
                  <a:pt x="183975" y="82994"/>
                </a:cubicBezTo>
                <a:cubicBezTo>
                  <a:pt x="185241" y="82994"/>
                  <a:pt x="186906" y="82847"/>
                  <a:pt x="188973" y="82551"/>
                </a:cubicBezTo>
                <a:close/>
                <a:moveTo>
                  <a:pt x="245987" y="70975"/>
                </a:moveTo>
                <a:lnTo>
                  <a:pt x="257753" y="72493"/>
                </a:lnTo>
                <a:cubicBezTo>
                  <a:pt x="255897" y="79387"/>
                  <a:pt x="252460" y="84738"/>
                  <a:pt x="247442" y="88545"/>
                </a:cubicBezTo>
                <a:cubicBezTo>
                  <a:pt x="242423" y="92351"/>
                  <a:pt x="236013" y="94254"/>
                  <a:pt x="228211" y="94254"/>
                </a:cubicBezTo>
                <a:cubicBezTo>
                  <a:pt x="218385" y="94254"/>
                  <a:pt x="210594" y="91228"/>
                  <a:pt x="204838" y="85177"/>
                </a:cubicBezTo>
                <a:cubicBezTo>
                  <a:pt x="199081" y="79125"/>
                  <a:pt x="196203" y="70638"/>
                  <a:pt x="196203" y="59715"/>
                </a:cubicBezTo>
                <a:cubicBezTo>
                  <a:pt x="196203" y="48413"/>
                  <a:pt x="199113" y="39642"/>
                  <a:pt x="204932" y="33400"/>
                </a:cubicBezTo>
                <a:cubicBezTo>
                  <a:pt x="210752" y="27159"/>
                  <a:pt x="218301" y="24038"/>
                  <a:pt x="227579" y="24038"/>
                </a:cubicBezTo>
                <a:cubicBezTo>
                  <a:pt x="236561" y="24038"/>
                  <a:pt x="243899" y="27091"/>
                  <a:pt x="249592" y="33196"/>
                </a:cubicBezTo>
                <a:cubicBezTo>
                  <a:pt x="255286" y="39301"/>
                  <a:pt x="258132" y="47889"/>
                  <a:pt x="258132" y="58962"/>
                </a:cubicBezTo>
                <a:cubicBezTo>
                  <a:pt x="258132" y="59636"/>
                  <a:pt x="258111" y="60646"/>
                  <a:pt x="258069" y="61993"/>
                </a:cubicBezTo>
                <a:lnTo>
                  <a:pt x="207969" y="61993"/>
                </a:lnTo>
                <a:cubicBezTo>
                  <a:pt x="208390" y="69394"/>
                  <a:pt x="210478" y="75061"/>
                  <a:pt x="214231" y="78993"/>
                </a:cubicBezTo>
                <a:cubicBezTo>
                  <a:pt x="217985" y="82926"/>
                  <a:pt x="222666" y="84892"/>
                  <a:pt x="228275" y="84892"/>
                </a:cubicBezTo>
                <a:cubicBezTo>
                  <a:pt x="232450" y="84892"/>
                  <a:pt x="236013" y="83786"/>
                  <a:pt x="238965" y="81573"/>
                </a:cubicBezTo>
                <a:cubicBezTo>
                  <a:pt x="241917" y="79359"/>
                  <a:pt x="244258" y="75826"/>
                  <a:pt x="245987" y="70975"/>
                </a:cubicBezTo>
                <a:moveTo>
                  <a:pt x="208601" y="52630"/>
                </a:moveTo>
                <a:lnTo>
                  <a:pt x="246113" y="52630"/>
                </a:lnTo>
                <a:cubicBezTo>
                  <a:pt x="245607" y="46998"/>
                  <a:pt x="244173" y="42773"/>
                  <a:pt x="241812" y="39957"/>
                </a:cubicBezTo>
                <a:cubicBezTo>
                  <a:pt x="238185" y="35586"/>
                  <a:pt x="233483" y="33400"/>
                  <a:pt x="227705" y="33400"/>
                </a:cubicBezTo>
                <a:cubicBezTo>
                  <a:pt x="222476" y="33400"/>
                  <a:pt x="218079" y="35145"/>
                  <a:pt x="214516" y="38635"/>
                </a:cubicBezTo>
                <a:cubicBezTo>
                  <a:pt x="210952" y="42123"/>
                  <a:pt x="208981" y="46788"/>
                  <a:pt x="208601" y="52630"/>
                </a:cubicBezTo>
                <a:close/>
                <a:moveTo>
                  <a:pt x="315867" y="68065"/>
                </a:moveTo>
                <a:lnTo>
                  <a:pt x="327063" y="69584"/>
                </a:lnTo>
                <a:cubicBezTo>
                  <a:pt x="325840" y="77301"/>
                  <a:pt x="322709" y="83342"/>
                  <a:pt x="317670" y="87707"/>
                </a:cubicBezTo>
                <a:cubicBezTo>
                  <a:pt x="312630" y="92072"/>
                  <a:pt x="306441" y="94254"/>
                  <a:pt x="299103" y="94254"/>
                </a:cubicBezTo>
                <a:cubicBezTo>
                  <a:pt x="289910" y="94254"/>
                  <a:pt x="282519" y="91249"/>
                  <a:pt x="276932" y="85240"/>
                </a:cubicBezTo>
                <a:cubicBezTo>
                  <a:pt x="271344" y="79230"/>
                  <a:pt x="268550" y="70617"/>
                  <a:pt x="268550" y="59399"/>
                </a:cubicBezTo>
                <a:cubicBezTo>
                  <a:pt x="268550" y="52145"/>
                  <a:pt x="269752" y="45799"/>
                  <a:pt x="272156" y="40358"/>
                </a:cubicBezTo>
                <a:cubicBezTo>
                  <a:pt x="274559" y="34918"/>
                  <a:pt x="278218" y="30838"/>
                  <a:pt x="283131" y="28118"/>
                </a:cubicBezTo>
                <a:cubicBezTo>
                  <a:pt x="288044" y="25398"/>
                  <a:pt x="293389" y="24038"/>
                  <a:pt x="299167" y="24038"/>
                </a:cubicBezTo>
                <a:cubicBezTo>
                  <a:pt x="306462" y="24038"/>
                  <a:pt x="312430" y="25872"/>
                  <a:pt x="317069" y="29541"/>
                </a:cubicBezTo>
                <a:cubicBezTo>
                  <a:pt x="321708" y="33209"/>
                  <a:pt x="324681" y="38417"/>
                  <a:pt x="325988" y="45166"/>
                </a:cubicBezTo>
                <a:lnTo>
                  <a:pt x="314918" y="46937"/>
                </a:lnTo>
                <a:cubicBezTo>
                  <a:pt x="313864" y="42446"/>
                  <a:pt x="311997" y="39067"/>
                  <a:pt x="309320" y="36800"/>
                </a:cubicBezTo>
                <a:cubicBezTo>
                  <a:pt x="306642" y="34533"/>
                  <a:pt x="303405" y="33400"/>
                  <a:pt x="299610" y="33400"/>
                </a:cubicBezTo>
                <a:cubicBezTo>
                  <a:pt x="293874" y="33400"/>
                  <a:pt x="289214" y="35456"/>
                  <a:pt x="285630" y="39568"/>
                </a:cubicBezTo>
                <a:cubicBezTo>
                  <a:pt x="282045" y="43679"/>
                  <a:pt x="280253" y="50184"/>
                  <a:pt x="280253" y="59083"/>
                </a:cubicBezTo>
                <a:cubicBezTo>
                  <a:pt x="280253" y="68108"/>
                  <a:pt x="281982" y="74665"/>
                  <a:pt x="285440" y="78756"/>
                </a:cubicBezTo>
                <a:cubicBezTo>
                  <a:pt x="288898" y="82847"/>
                  <a:pt x="293410" y="84892"/>
                  <a:pt x="298977" y="84892"/>
                </a:cubicBezTo>
                <a:cubicBezTo>
                  <a:pt x="303447" y="84892"/>
                  <a:pt x="307179" y="83516"/>
                  <a:pt x="310174" y="80764"/>
                </a:cubicBezTo>
                <a:cubicBezTo>
                  <a:pt x="313168" y="78013"/>
                  <a:pt x="315065" y="73780"/>
                  <a:pt x="315867" y="68065"/>
                </a:cubicBezTo>
                <a:close/>
                <a:moveTo>
                  <a:pt x="361665" y="82551"/>
                </a:moveTo>
                <a:lnTo>
                  <a:pt x="363310" y="92609"/>
                </a:lnTo>
                <a:cubicBezTo>
                  <a:pt x="360105" y="93284"/>
                  <a:pt x="357237" y="93621"/>
                  <a:pt x="354707" y="93621"/>
                </a:cubicBezTo>
                <a:cubicBezTo>
                  <a:pt x="350574" y="93621"/>
                  <a:pt x="347369" y="92968"/>
                  <a:pt x="345092" y="91661"/>
                </a:cubicBezTo>
                <a:cubicBezTo>
                  <a:pt x="342815" y="90353"/>
                  <a:pt x="341212" y="88635"/>
                  <a:pt x="340284" y="86505"/>
                </a:cubicBezTo>
                <a:cubicBezTo>
                  <a:pt x="339357" y="84375"/>
                  <a:pt x="338893" y="79895"/>
                  <a:pt x="338893" y="73063"/>
                </a:cubicBezTo>
                <a:lnTo>
                  <a:pt x="338893" y="34412"/>
                </a:lnTo>
                <a:lnTo>
                  <a:pt x="330543" y="34412"/>
                </a:lnTo>
                <a:lnTo>
                  <a:pt x="330543" y="25556"/>
                </a:lnTo>
                <a:lnTo>
                  <a:pt x="338893" y="25556"/>
                </a:lnTo>
                <a:lnTo>
                  <a:pt x="338893" y="8919"/>
                </a:lnTo>
                <a:lnTo>
                  <a:pt x="350216" y="2088"/>
                </a:lnTo>
                <a:lnTo>
                  <a:pt x="350216" y="25556"/>
                </a:lnTo>
                <a:lnTo>
                  <a:pt x="361665" y="25556"/>
                </a:lnTo>
                <a:lnTo>
                  <a:pt x="361665" y="34412"/>
                </a:lnTo>
                <a:lnTo>
                  <a:pt x="350216" y="34412"/>
                </a:lnTo>
                <a:lnTo>
                  <a:pt x="350216" y="73695"/>
                </a:lnTo>
                <a:cubicBezTo>
                  <a:pt x="350216" y="76943"/>
                  <a:pt x="350416" y="79030"/>
                  <a:pt x="350817" y="79958"/>
                </a:cubicBezTo>
                <a:cubicBezTo>
                  <a:pt x="351217" y="80886"/>
                  <a:pt x="351871" y="81624"/>
                  <a:pt x="352778" y="82172"/>
                </a:cubicBezTo>
                <a:cubicBezTo>
                  <a:pt x="353684" y="82720"/>
                  <a:pt x="354981" y="82994"/>
                  <a:pt x="356668" y="82994"/>
                </a:cubicBezTo>
                <a:cubicBezTo>
                  <a:pt x="357933" y="82994"/>
                  <a:pt x="359599" y="82847"/>
                  <a:pt x="361665" y="82551"/>
                </a:cubicBezTo>
                <a:close/>
                <a:moveTo>
                  <a:pt x="418679" y="70975"/>
                </a:moveTo>
                <a:lnTo>
                  <a:pt x="430445" y="72493"/>
                </a:lnTo>
                <a:cubicBezTo>
                  <a:pt x="428590" y="79387"/>
                  <a:pt x="425153" y="84738"/>
                  <a:pt x="420134" y="88545"/>
                </a:cubicBezTo>
                <a:cubicBezTo>
                  <a:pt x="415116" y="92351"/>
                  <a:pt x="408706" y="94254"/>
                  <a:pt x="400904" y="94254"/>
                </a:cubicBezTo>
                <a:cubicBezTo>
                  <a:pt x="391078" y="94254"/>
                  <a:pt x="383287" y="91228"/>
                  <a:pt x="377530" y="85177"/>
                </a:cubicBezTo>
                <a:cubicBezTo>
                  <a:pt x="371774" y="79125"/>
                  <a:pt x="368895" y="70638"/>
                  <a:pt x="368895" y="59715"/>
                </a:cubicBezTo>
                <a:cubicBezTo>
                  <a:pt x="368895" y="48413"/>
                  <a:pt x="371805" y="39642"/>
                  <a:pt x="377625" y="33400"/>
                </a:cubicBezTo>
                <a:cubicBezTo>
                  <a:pt x="383445" y="27159"/>
                  <a:pt x="390994" y="24038"/>
                  <a:pt x="400271" y="24038"/>
                </a:cubicBezTo>
                <a:cubicBezTo>
                  <a:pt x="409254" y="24038"/>
                  <a:pt x="416592" y="27091"/>
                  <a:pt x="422285" y="33196"/>
                </a:cubicBezTo>
                <a:cubicBezTo>
                  <a:pt x="427978" y="39301"/>
                  <a:pt x="430825" y="47889"/>
                  <a:pt x="430825" y="58962"/>
                </a:cubicBezTo>
                <a:cubicBezTo>
                  <a:pt x="430825" y="59636"/>
                  <a:pt x="430804" y="60646"/>
                  <a:pt x="430762" y="61993"/>
                </a:cubicBezTo>
                <a:lnTo>
                  <a:pt x="380661" y="61993"/>
                </a:lnTo>
                <a:cubicBezTo>
                  <a:pt x="381083" y="69394"/>
                  <a:pt x="383171" y="75061"/>
                  <a:pt x="386924" y="78993"/>
                </a:cubicBezTo>
                <a:cubicBezTo>
                  <a:pt x="390677" y="82926"/>
                  <a:pt x="395358" y="84892"/>
                  <a:pt x="400967" y="84892"/>
                </a:cubicBezTo>
                <a:cubicBezTo>
                  <a:pt x="405142" y="84892"/>
                  <a:pt x="408706" y="83786"/>
                  <a:pt x="411658" y="81573"/>
                </a:cubicBezTo>
                <a:cubicBezTo>
                  <a:pt x="414610" y="79359"/>
                  <a:pt x="416950" y="75826"/>
                  <a:pt x="418679" y="70975"/>
                </a:cubicBezTo>
                <a:moveTo>
                  <a:pt x="381294" y="52630"/>
                </a:moveTo>
                <a:lnTo>
                  <a:pt x="418806" y="52630"/>
                </a:lnTo>
                <a:cubicBezTo>
                  <a:pt x="418300" y="46998"/>
                  <a:pt x="416866" y="42773"/>
                  <a:pt x="414504" y="39957"/>
                </a:cubicBezTo>
                <a:cubicBezTo>
                  <a:pt x="410878" y="35586"/>
                  <a:pt x="406175" y="33400"/>
                  <a:pt x="400398" y="33400"/>
                </a:cubicBezTo>
                <a:cubicBezTo>
                  <a:pt x="395169" y="33400"/>
                  <a:pt x="390772" y="35145"/>
                  <a:pt x="387209" y="38635"/>
                </a:cubicBezTo>
                <a:cubicBezTo>
                  <a:pt x="383645" y="42123"/>
                  <a:pt x="381674" y="46788"/>
                  <a:pt x="381294" y="52630"/>
                </a:cubicBezTo>
                <a:close/>
                <a:moveTo>
                  <a:pt x="488306" y="92736"/>
                </a:moveTo>
                <a:lnTo>
                  <a:pt x="488306" y="84259"/>
                </a:lnTo>
                <a:cubicBezTo>
                  <a:pt x="484047" y="90922"/>
                  <a:pt x="477785" y="94254"/>
                  <a:pt x="469519" y="94254"/>
                </a:cubicBezTo>
                <a:cubicBezTo>
                  <a:pt x="464163" y="94254"/>
                  <a:pt x="459240" y="92778"/>
                  <a:pt x="454748" y="89826"/>
                </a:cubicBezTo>
                <a:cubicBezTo>
                  <a:pt x="450257" y="86874"/>
                  <a:pt x="446778" y="82752"/>
                  <a:pt x="444311" y="77459"/>
                </a:cubicBezTo>
                <a:cubicBezTo>
                  <a:pt x="441844" y="72167"/>
                  <a:pt x="440610" y="66083"/>
                  <a:pt x="440610" y="59209"/>
                </a:cubicBezTo>
                <a:cubicBezTo>
                  <a:pt x="440610" y="52504"/>
                  <a:pt x="441728" y="46421"/>
                  <a:pt x="443963" y="40959"/>
                </a:cubicBezTo>
                <a:cubicBezTo>
                  <a:pt x="446198" y="35498"/>
                  <a:pt x="449551" y="31313"/>
                  <a:pt x="454021" y="28403"/>
                </a:cubicBezTo>
                <a:cubicBezTo>
                  <a:pt x="458491" y="25493"/>
                  <a:pt x="463488" y="24038"/>
                  <a:pt x="469013" y="24038"/>
                </a:cubicBezTo>
                <a:cubicBezTo>
                  <a:pt x="473061" y="24038"/>
                  <a:pt x="476667" y="24898"/>
                  <a:pt x="479830" y="26618"/>
                </a:cubicBezTo>
                <a:cubicBezTo>
                  <a:pt x="482993" y="28336"/>
                  <a:pt x="485565" y="30575"/>
                  <a:pt x="487547" y="33335"/>
                </a:cubicBezTo>
                <a:lnTo>
                  <a:pt x="487547" y="0"/>
                </a:lnTo>
                <a:lnTo>
                  <a:pt x="498871" y="0"/>
                </a:lnTo>
                <a:lnTo>
                  <a:pt x="498871" y="92736"/>
                </a:lnTo>
                <a:lnTo>
                  <a:pt x="488306" y="92736"/>
                </a:lnTo>
                <a:moveTo>
                  <a:pt x="452313" y="59241"/>
                </a:moveTo>
                <a:cubicBezTo>
                  <a:pt x="452313" y="67833"/>
                  <a:pt x="454126" y="74257"/>
                  <a:pt x="457753" y="78511"/>
                </a:cubicBezTo>
                <a:cubicBezTo>
                  <a:pt x="461380" y="82765"/>
                  <a:pt x="465660" y="84892"/>
                  <a:pt x="470594" y="84892"/>
                </a:cubicBezTo>
                <a:cubicBezTo>
                  <a:pt x="475571" y="84892"/>
                  <a:pt x="479798" y="82860"/>
                  <a:pt x="483277" y="78795"/>
                </a:cubicBezTo>
                <a:cubicBezTo>
                  <a:pt x="486757" y="74731"/>
                  <a:pt x="488496" y="68529"/>
                  <a:pt x="488496" y="60188"/>
                </a:cubicBezTo>
                <a:cubicBezTo>
                  <a:pt x="488496" y="51006"/>
                  <a:pt x="486725" y="44267"/>
                  <a:pt x="483183" y="39971"/>
                </a:cubicBezTo>
                <a:cubicBezTo>
                  <a:pt x="479640" y="35675"/>
                  <a:pt x="475275" y="33527"/>
                  <a:pt x="470088" y="33527"/>
                </a:cubicBezTo>
                <a:cubicBezTo>
                  <a:pt x="465028" y="33527"/>
                  <a:pt x="460800" y="35590"/>
                  <a:pt x="457405" y="39718"/>
                </a:cubicBezTo>
                <a:cubicBezTo>
                  <a:pt x="454010" y="43846"/>
                  <a:pt x="452313" y="50353"/>
                  <a:pt x="452313" y="5924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" name="Text FQDN">
            <a:extLst xmlns:a="http://schemas.openxmlformats.org/drawingml/2006/main">
              <a:ext uri="{FF2B5EF4-FFF2-40B4-BE49-F238E27FC236}">
                <a16:creationId xmlns:a16="http://schemas.microsoft.com/office/drawing/2014/main" id="{98415EDC-E896-4BD5-A5B3-3B588FCB2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360" y="1837764"/>
            <a:ext cx="345529" cy="101529"/>
          </a:xfrm>
          <a:custGeom xmlns:a="http://schemas.openxmlformats.org/drawingml/2006/main">
            <a:pathLst>
              <a:path w="345529" h="101529">
                <a:moveTo>
                  <a:pt x="0" y="94381"/>
                </a:moveTo>
                <a:lnTo>
                  <a:pt x="0" y="1645"/>
                </a:lnTo>
                <a:lnTo>
                  <a:pt x="62562" y="1645"/>
                </a:lnTo>
                <a:lnTo>
                  <a:pt x="62562" y="12652"/>
                </a:lnTo>
                <a:lnTo>
                  <a:pt x="12272" y="12652"/>
                </a:lnTo>
                <a:lnTo>
                  <a:pt x="12272" y="41244"/>
                </a:lnTo>
                <a:lnTo>
                  <a:pt x="55793" y="41244"/>
                </a:lnTo>
                <a:lnTo>
                  <a:pt x="55793" y="52251"/>
                </a:lnTo>
                <a:lnTo>
                  <a:pt x="12272" y="52251"/>
                </a:lnTo>
                <a:lnTo>
                  <a:pt x="12272" y="94381"/>
                </a:lnTo>
                <a:lnTo>
                  <a:pt x="0" y="94381"/>
                </a:lnTo>
                <a:close/>
                <a:moveTo>
                  <a:pt x="148673" y="84388"/>
                </a:moveTo>
                <a:cubicBezTo>
                  <a:pt x="154367" y="88308"/>
                  <a:pt x="159617" y="91176"/>
                  <a:pt x="164425" y="92989"/>
                </a:cubicBezTo>
                <a:lnTo>
                  <a:pt x="160819" y="101529"/>
                </a:lnTo>
                <a:cubicBezTo>
                  <a:pt x="154156" y="99125"/>
                  <a:pt x="147514" y="95329"/>
                  <a:pt x="140893" y="90142"/>
                </a:cubicBezTo>
                <a:cubicBezTo>
                  <a:pt x="134019" y="93980"/>
                  <a:pt x="126428" y="95899"/>
                  <a:pt x="118120" y="95899"/>
                </a:cubicBezTo>
                <a:cubicBezTo>
                  <a:pt x="109728" y="95899"/>
                  <a:pt x="102116" y="93876"/>
                  <a:pt x="95284" y="89830"/>
                </a:cubicBezTo>
                <a:cubicBezTo>
                  <a:pt x="88452" y="85784"/>
                  <a:pt x="83191" y="80095"/>
                  <a:pt x="79501" y="72762"/>
                </a:cubicBezTo>
                <a:cubicBezTo>
                  <a:pt x="75811" y="65428"/>
                  <a:pt x="73966" y="57168"/>
                  <a:pt x="73966" y="47981"/>
                </a:cubicBezTo>
                <a:cubicBezTo>
                  <a:pt x="73966" y="38836"/>
                  <a:pt x="75822" y="30513"/>
                  <a:pt x="79533" y="23012"/>
                </a:cubicBezTo>
                <a:cubicBezTo>
                  <a:pt x="83244" y="15509"/>
                  <a:pt x="88526" y="9798"/>
                  <a:pt x="95379" y="5879"/>
                </a:cubicBezTo>
                <a:cubicBezTo>
                  <a:pt x="102232" y="1960"/>
                  <a:pt x="109896" y="0"/>
                  <a:pt x="118373" y="0"/>
                </a:cubicBezTo>
                <a:cubicBezTo>
                  <a:pt x="126934" y="0"/>
                  <a:pt x="134651" y="2033"/>
                  <a:pt x="141525" y="6100"/>
                </a:cubicBezTo>
                <a:cubicBezTo>
                  <a:pt x="148399" y="10167"/>
                  <a:pt x="153639" y="15857"/>
                  <a:pt x="157245" y="23168"/>
                </a:cubicBezTo>
                <a:cubicBezTo>
                  <a:pt x="160851" y="30478"/>
                  <a:pt x="162653" y="38727"/>
                  <a:pt x="162653" y="47914"/>
                </a:cubicBezTo>
                <a:cubicBezTo>
                  <a:pt x="162653" y="55542"/>
                  <a:pt x="161494" y="62400"/>
                  <a:pt x="159174" y="68490"/>
                </a:cubicBezTo>
                <a:cubicBezTo>
                  <a:pt x="156855" y="74579"/>
                  <a:pt x="153355" y="79878"/>
                  <a:pt x="148673" y="84388"/>
                </a:cubicBezTo>
                <a:moveTo>
                  <a:pt x="121662" y="68712"/>
                </a:moveTo>
                <a:cubicBezTo>
                  <a:pt x="128747" y="70694"/>
                  <a:pt x="134588" y="73646"/>
                  <a:pt x="139185" y="77568"/>
                </a:cubicBezTo>
                <a:cubicBezTo>
                  <a:pt x="146396" y="71000"/>
                  <a:pt x="150002" y="61127"/>
                  <a:pt x="150002" y="47949"/>
                </a:cubicBezTo>
                <a:cubicBezTo>
                  <a:pt x="150002" y="40456"/>
                  <a:pt x="148726" y="33909"/>
                  <a:pt x="146175" y="28310"/>
                </a:cubicBezTo>
                <a:cubicBezTo>
                  <a:pt x="143623" y="22710"/>
                  <a:pt x="139891" y="18363"/>
                  <a:pt x="134978" y="15269"/>
                </a:cubicBezTo>
                <a:cubicBezTo>
                  <a:pt x="130065" y="12174"/>
                  <a:pt x="124551" y="10627"/>
                  <a:pt x="118436" y="10627"/>
                </a:cubicBezTo>
                <a:cubicBezTo>
                  <a:pt x="109285" y="10627"/>
                  <a:pt x="101694" y="13753"/>
                  <a:pt x="95663" y="20005"/>
                </a:cubicBezTo>
                <a:cubicBezTo>
                  <a:pt x="89633" y="26257"/>
                  <a:pt x="86618" y="35593"/>
                  <a:pt x="86618" y="48013"/>
                </a:cubicBezTo>
                <a:cubicBezTo>
                  <a:pt x="86618" y="60054"/>
                  <a:pt x="89601" y="69296"/>
                  <a:pt x="95569" y="75737"/>
                </a:cubicBezTo>
                <a:cubicBezTo>
                  <a:pt x="101536" y="82178"/>
                  <a:pt x="109158" y="85398"/>
                  <a:pt x="118436" y="85398"/>
                </a:cubicBezTo>
                <a:cubicBezTo>
                  <a:pt x="122822" y="85398"/>
                  <a:pt x="126955" y="84577"/>
                  <a:pt x="130835" y="82935"/>
                </a:cubicBezTo>
                <a:cubicBezTo>
                  <a:pt x="126997" y="80452"/>
                  <a:pt x="122949" y="78684"/>
                  <a:pt x="118689" y="77631"/>
                </a:cubicBezTo>
                <a:lnTo>
                  <a:pt x="121662" y="68712"/>
                </a:lnTo>
                <a:close/>
                <a:moveTo>
                  <a:pt x="179056" y="94381"/>
                </a:moveTo>
                <a:lnTo>
                  <a:pt x="179056" y="1645"/>
                </a:lnTo>
                <a:lnTo>
                  <a:pt x="211001" y="1645"/>
                </a:lnTo>
                <a:cubicBezTo>
                  <a:pt x="218212" y="1645"/>
                  <a:pt x="223716" y="2087"/>
                  <a:pt x="227511" y="2973"/>
                </a:cubicBezTo>
                <a:cubicBezTo>
                  <a:pt x="232825" y="4196"/>
                  <a:pt x="237358" y="6410"/>
                  <a:pt x="241112" y="9615"/>
                </a:cubicBezTo>
                <a:cubicBezTo>
                  <a:pt x="246004" y="13748"/>
                  <a:pt x="249662" y="19030"/>
                  <a:pt x="252087" y="25461"/>
                </a:cubicBezTo>
                <a:cubicBezTo>
                  <a:pt x="254512" y="31892"/>
                  <a:pt x="255724" y="39241"/>
                  <a:pt x="255724" y="47507"/>
                </a:cubicBezTo>
                <a:cubicBezTo>
                  <a:pt x="255724" y="54549"/>
                  <a:pt x="254902" y="60791"/>
                  <a:pt x="253257" y="66231"/>
                </a:cubicBezTo>
                <a:cubicBezTo>
                  <a:pt x="251613" y="71671"/>
                  <a:pt x="249504" y="76173"/>
                  <a:pt x="246931" y="79736"/>
                </a:cubicBezTo>
                <a:cubicBezTo>
                  <a:pt x="244359" y="83300"/>
                  <a:pt x="241544" y="86104"/>
                  <a:pt x="238487" y="88150"/>
                </a:cubicBezTo>
                <a:cubicBezTo>
                  <a:pt x="235429" y="90195"/>
                  <a:pt x="231739" y="91745"/>
                  <a:pt x="227416" y="92799"/>
                </a:cubicBezTo>
                <a:cubicBezTo>
                  <a:pt x="223094" y="93853"/>
                  <a:pt x="218128" y="94381"/>
                  <a:pt x="212519" y="94381"/>
                </a:cubicBezTo>
                <a:lnTo>
                  <a:pt x="179056" y="94381"/>
                </a:lnTo>
                <a:moveTo>
                  <a:pt x="191328" y="83374"/>
                </a:moveTo>
                <a:lnTo>
                  <a:pt x="211128" y="83374"/>
                </a:lnTo>
                <a:cubicBezTo>
                  <a:pt x="217243" y="83374"/>
                  <a:pt x="222040" y="82806"/>
                  <a:pt x="225519" y="81670"/>
                </a:cubicBezTo>
                <a:cubicBezTo>
                  <a:pt x="228998" y="80532"/>
                  <a:pt x="231771" y="78933"/>
                  <a:pt x="233837" y="76870"/>
                </a:cubicBezTo>
                <a:cubicBezTo>
                  <a:pt x="236747" y="73965"/>
                  <a:pt x="239014" y="70061"/>
                  <a:pt x="240637" y="65157"/>
                </a:cubicBezTo>
                <a:cubicBezTo>
                  <a:pt x="242261" y="60252"/>
                  <a:pt x="243073" y="54306"/>
                  <a:pt x="243073" y="47319"/>
                </a:cubicBezTo>
                <a:cubicBezTo>
                  <a:pt x="243073" y="37636"/>
                  <a:pt x="241481" y="30196"/>
                  <a:pt x="238297" y="24997"/>
                </a:cubicBezTo>
                <a:cubicBezTo>
                  <a:pt x="235113" y="19798"/>
                  <a:pt x="231244" y="16314"/>
                  <a:pt x="226689" y="14545"/>
                </a:cubicBezTo>
                <a:cubicBezTo>
                  <a:pt x="223400" y="13283"/>
                  <a:pt x="218107" y="12652"/>
                  <a:pt x="210811" y="12652"/>
                </a:cubicBezTo>
                <a:lnTo>
                  <a:pt x="191328" y="12652"/>
                </a:lnTo>
                <a:lnTo>
                  <a:pt x="191328" y="83374"/>
                </a:lnTo>
                <a:close/>
                <a:moveTo>
                  <a:pt x="272466" y="94381"/>
                </a:moveTo>
                <a:lnTo>
                  <a:pt x="272466" y="1645"/>
                </a:lnTo>
                <a:lnTo>
                  <a:pt x="285054" y="1645"/>
                </a:lnTo>
                <a:lnTo>
                  <a:pt x="333763" y="74454"/>
                </a:lnTo>
                <a:lnTo>
                  <a:pt x="333763" y="1645"/>
                </a:lnTo>
                <a:lnTo>
                  <a:pt x="345529" y="1645"/>
                </a:lnTo>
                <a:lnTo>
                  <a:pt x="345529" y="94381"/>
                </a:lnTo>
                <a:lnTo>
                  <a:pt x="332940" y="94381"/>
                </a:lnTo>
                <a:lnTo>
                  <a:pt x="284232" y="21575"/>
                </a:lnTo>
                <a:lnTo>
                  <a:pt x="284232" y="94381"/>
                </a:lnTo>
                <a:lnTo>
                  <a:pt x="272466" y="9438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DF54654-423B-42E7-A243-E2D439C95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0544" y="469840"/>
            <a:ext cx="970110" cy="373439"/>
          </a:xfrm>
          <a:custGeom xmlns:a="http://schemas.openxmlformats.org/drawingml/2006/main">
            <a:pathLst>
              <a:path w="970110" h="373439">
                <a:moveTo>
                  <a:pt x="0" y="0"/>
                </a:moveTo>
                <a:lnTo>
                  <a:pt x="970110" y="0"/>
                </a:lnTo>
                <a:lnTo>
                  <a:pt x="970110" y="373439"/>
                </a:lnTo>
                <a:lnTo>
                  <a:pt x="0" y="37343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pic>
        <p:nvPicPr>
          <p:cNvPr id="14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e9dfca2539a4636"/>
          <a:stretch xmlns:a="http://schemas.openxmlformats.org/drawingml/2006/main"/>
        </p:blipFill>
        <p:spPr>
          <a:xfrm xmlns:a="http://schemas.openxmlformats.org/drawingml/2006/main">
            <a:off x="2580557" y="469840"/>
            <a:ext cx="970084" cy="373439"/>
          </a:xfrm>
          <a:prstGeom xmlns:a="http://schemas.openxmlformats.org/drawingml/2006/main" prst="rect">
            <a:avLst/>
          </a:prstGeom>
        </p:spPr>
      </p:pic>
      <p:sp>
        <p:nvSpPr>
          <p:cNvPr id="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C15C467-194A-4779-87B5-827ECB8F8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8477" y="2530705"/>
            <a:ext cx="2901147" cy="365874"/>
          </a:xfrm>
          <a:custGeom xmlns:a="http://schemas.openxmlformats.org/drawingml/2006/main">
            <a:pathLst>
              <a:path w="2901147" h="365874">
                <a:moveTo>
                  <a:pt x="0" y="0"/>
                </a:moveTo>
                <a:lnTo>
                  <a:pt x="2901147" y="0"/>
                </a:lnTo>
                <a:lnTo>
                  <a:pt x="2901147" y="365874"/>
                </a:lnTo>
                <a:lnTo>
                  <a:pt x="0" y="365874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2" name="Text SearchRound1">
            <a:extLst xmlns:a="http://schemas.openxmlformats.org/drawingml/2006/main">
              <a:ext uri="{FF2B5EF4-FFF2-40B4-BE49-F238E27FC236}">
                <a16:creationId xmlns:a16="http://schemas.microsoft.com/office/drawing/2014/main" id="{1FC397DE-57E6-4500-A636-21D756E74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6731" y="2657858"/>
            <a:ext cx="920527" cy="95899"/>
          </a:xfrm>
          <a:custGeom xmlns:a="http://schemas.openxmlformats.org/drawingml/2006/main">
            <a:pathLst>
              <a:path w="920527" h="95899">
                <a:moveTo>
                  <a:pt x="0" y="64523"/>
                </a:moveTo>
                <a:lnTo>
                  <a:pt x="11576" y="63511"/>
                </a:lnTo>
                <a:cubicBezTo>
                  <a:pt x="12124" y="68150"/>
                  <a:pt x="13400" y="71956"/>
                  <a:pt x="15403" y="74929"/>
                </a:cubicBezTo>
                <a:cubicBezTo>
                  <a:pt x="17406" y="77902"/>
                  <a:pt x="20517" y="80306"/>
                  <a:pt x="24734" y="82140"/>
                </a:cubicBezTo>
                <a:cubicBezTo>
                  <a:pt x="28951" y="83975"/>
                  <a:pt x="33695" y="84892"/>
                  <a:pt x="38967" y="84892"/>
                </a:cubicBezTo>
                <a:cubicBezTo>
                  <a:pt x="43648" y="84892"/>
                  <a:pt x="47781" y="84196"/>
                  <a:pt x="51365" y="82804"/>
                </a:cubicBezTo>
                <a:cubicBezTo>
                  <a:pt x="54950" y="81413"/>
                  <a:pt x="57617" y="79504"/>
                  <a:pt x="59367" y="77080"/>
                </a:cubicBezTo>
                <a:cubicBezTo>
                  <a:pt x="61118" y="74655"/>
                  <a:pt x="61993" y="72015"/>
                  <a:pt x="61993" y="69161"/>
                </a:cubicBezTo>
                <a:cubicBezTo>
                  <a:pt x="61993" y="66264"/>
                  <a:pt x="61149" y="63735"/>
                  <a:pt x="59462" y="61574"/>
                </a:cubicBezTo>
                <a:cubicBezTo>
                  <a:pt x="57775" y="59411"/>
                  <a:pt x="54992" y="57593"/>
                  <a:pt x="51112" y="56120"/>
                </a:cubicBezTo>
                <a:cubicBezTo>
                  <a:pt x="48624" y="55152"/>
                  <a:pt x="43121" y="53649"/>
                  <a:pt x="34602" y="51608"/>
                </a:cubicBezTo>
                <a:cubicBezTo>
                  <a:pt x="26083" y="49568"/>
                  <a:pt x="20116" y="47640"/>
                  <a:pt x="16700" y="45822"/>
                </a:cubicBezTo>
                <a:cubicBezTo>
                  <a:pt x="12272" y="43499"/>
                  <a:pt x="8972" y="40615"/>
                  <a:pt x="6800" y="37172"/>
                </a:cubicBezTo>
                <a:cubicBezTo>
                  <a:pt x="4628" y="33728"/>
                  <a:pt x="3542" y="29873"/>
                  <a:pt x="3542" y="25606"/>
                </a:cubicBezTo>
                <a:cubicBezTo>
                  <a:pt x="3542" y="20915"/>
                  <a:pt x="4871" y="16531"/>
                  <a:pt x="7528" y="12454"/>
                </a:cubicBezTo>
                <a:cubicBezTo>
                  <a:pt x="10185" y="8376"/>
                  <a:pt x="14064" y="5281"/>
                  <a:pt x="19167" y="3169"/>
                </a:cubicBezTo>
                <a:cubicBezTo>
                  <a:pt x="24270" y="1056"/>
                  <a:pt x="29942" y="0"/>
                  <a:pt x="36183" y="0"/>
                </a:cubicBezTo>
                <a:cubicBezTo>
                  <a:pt x="43057" y="0"/>
                  <a:pt x="49120" y="1107"/>
                  <a:pt x="54370" y="3321"/>
                </a:cubicBezTo>
                <a:cubicBezTo>
                  <a:pt x="59620" y="5535"/>
                  <a:pt x="63658" y="8793"/>
                  <a:pt x="66484" y="13094"/>
                </a:cubicBezTo>
                <a:cubicBezTo>
                  <a:pt x="69309" y="17396"/>
                  <a:pt x="70828" y="22267"/>
                  <a:pt x="71038" y="27707"/>
                </a:cubicBezTo>
                <a:lnTo>
                  <a:pt x="59273" y="28593"/>
                </a:lnTo>
                <a:cubicBezTo>
                  <a:pt x="58640" y="22793"/>
                  <a:pt x="56500" y="18412"/>
                  <a:pt x="52852" y="15451"/>
                </a:cubicBezTo>
                <a:cubicBezTo>
                  <a:pt x="49204" y="12488"/>
                  <a:pt x="43817" y="11007"/>
                  <a:pt x="36690" y="11007"/>
                </a:cubicBezTo>
                <a:cubicBezTo>
                  <a:pt x="29267" y="11007"/>
                  <a:pt x="23859" y="12364"/>
                  <a:pt x="20464" y="15077"/>
                </a:cubicBezTo>
                <a:cubicBezTo>
                  <a:pt x="17069" y="17789"/>
                  <a:pt x="15372" y="21060"/>
                  <a:pt x="15372" y="24888"/>
                </a:cubicBezTo>
                <a:cubicBezTo>
                  <a:pt x="15372" y="28210"/>
                  <a:pt x="16574" y="30944"/>
                  <a:pt x="18977" y="33090"/>
                </a:cubicBezTo>
                <a:cubicBezTo>
                  <a:pt x="21339" y="35235"/>
                  <a:pt x="27507" y="37433"/>
                  <a:pt x="37480" y="39684"/>
                </a:cubicBezTo>
                <a:cubicBezTo>
                  <a:pt x="47454" y="41934"/>
                  <a:pt x="54296" y="43900"/>
                  <a:pt x="58007" y="45583"/>
                </a:cubicBezTo>
                <a:cubicBezTo>
                  <a:pt x="63405" y="48067"/>
                  <a:pt x="67391" y="51214"/>
                  <a:pt x="69963" y="55022"/>
                </a:cubicBezTo>
                <a:cubicBezTo>
                  <a:pt x="72536" y="58831"/>
                  <a:pt x="73822" y="63218"/>
                  <a:pt x="73822" y="68184"/>
                </a:cubicBezTo>
                <a:cubicBezTo>
                  <a:pt x="73822" y="73109"/>
                  <a:pt x="72409" y="77749"/>
                  <a:pt x="69584" y="82105"/>
                </a:cubicBezTo>
                <a:cubicBezTo>
                  <a:pt x="66758" y="86460"/>
                  <a:pt x="62699" y="89848"/>
                  <a:pt x="57406" y="92269"/>
                </a:cubicBezTo>
                <a:cubicBezTo>
                  <a:pt x="52114" y="94689"/>
                  <a:pt x="46157" y="95899"/>
                  <a:pt x="39536" y="95899"/>
                </a:cubicBezTo>
                <a:cubicBezTo>
                  <a:pt x="31144" y="95899"/>
                  <a:pt x="24112" y="94676"/>
                  <a:pt x="18440" y="92230"/>
                </a:cubicBezTo>
                <a:cubicBezTo>
                  <a:pt x="12768" y="89784"/>
                  <a:pt x="8318" y="86104"/>
                  <a:pt x="5092" y="81191"/>
                </a:cubicBezTo>
                <a:cubicBezTo>
                  <a:pt x="1866" y="76278"/>
                  <a:pt x="169" y="70722"/>
                  <a:pt x="0" y="64523"/>
                </a:cubicBezTo>
                <a:close/>
                <a:moveTo>
                  <a:pt x="134990" y="72620"/>
                </a:moveTo>
                <a:lnTo>
                  <a:pt x="146756" y="74138"/>
                </a:lnTo>
                <a:cubicBezTo>
                  <a:pt x="144900" y="81032"/>
                  <a:pt x="141463" y="86382"/>
                  <a:pt x="136445" y="90190"/>
                </a:cubicBezTo>
                <a:cubicBezTo>
                  <a:pt x="131427" y="93996"/>
                  <a:pt x="125016" y="95899"/>
                  <a:pt x="117215" y="95899"/>
                </a:cubicBezTo>
                <a:cubicBezTo>
                  <a:pt x="107389" y="95899"/>
                  <a:pt x="99597" y="92873"/>
                  <a:pt x="93841" y="86821"/>
                </a:cubicBezTo>
                <a:cubicBezTo>
                  <a:pt x="88084" y="80770"/>
                  <a:pt x="85206" y="72283"/>
                  <a:pt x="85206" y="61360"/>
                </a:cubicBezTo>
                <a:cubicBezTo>
                  <a:pt x="85206" y="50058"/>
                  <a:pt x="88116" y="41286"/>
                  <a:pt x="93936" y="35045"/>
                </a:cubicBezTo>
                <a:cubicBezTo>
                  <a:pt x="99755" y="28803"/>
                  <a:pt x="107304" y="25683"/>
                  <a:pt x="116582" y="25683"/>
                </a:cubicBezTo>
                <a:cubicBezTo>
                  <a:pt x="125565" y="25683"/>
                  <a:pt x="132903" y="28735"/>
                  <a:pt x="138596" y="34841"/>
                </a:cubicBezTo>
                <a:cubicBezTo>
                  <a:pt x="144289" y="40946"/>
                  <a:pt x="147136" y="49534"/>
                  <a:pt x="147136" y="60607"/>
                </a:cubicBezTo>
                <a:cubicBezTo>
                  <a:pt x="147136" y="61280"/>
                  <a:pt x="147114" y="62290"/>
                  <a:pt x="147072" y="63637"/>
                </a:cubicBezTo>
                <a:lnTo>
                  <a:pt x="96972" y="63637"/>
                </a:lnTo>
                <a:cubicBezTo>
                  <a:pt x="97394" y="71038"/>
                  <a:pt x="99481" y="76705"/>
                  <a:pt x="103235" y="80638"/>
                </a:cubicBezTo>
                <a:cubicBezTo>
                  <a:pt x="106988" y="84570"/>
                  <a:pt x="111669" y="86537"/>
                  <a:pt x="117278" y="86537"/>
                </a:cubicBezTo>
                <a:cubicBezTo>
                  <a:pt x="121453" y="86537"/>
                  <a:pt x="125016" y="85430"/>
                  <a:pt x="127968" y="83218"/>
                </a:cubicBezTo>
                <a:cubicBezTo>
                  <a:pt x="130920" y="81004"/>
                  <a:pt x="133261" y="77471"/>
                  <a:pt x="134990" y="72620"/>
                </a:cubicBezTo>
                <a:moveTo>
                  <a:pt x="97605" y="54275"/>
                </a:moveTo>
                <a:lnTo>
                  <a:pt x="135117" y="54275"/>
                </a:lnTo>
                <a:cubicBezTo>
                  <a:pt x="134611" y="48643"/>
                  <a:pt x="133177" y="44418"/>
                  <a:pt x="130815" y="41602"/>
                </a:cubicBezTo>
                <a:cubicBezTo>
                  <a:pt x="127188" y="37230"/>
                  <a:pt x="122486" y="35045"/>
                  <a:pt x="116709" y="35045"/>
                </a:cubicBezTo>
                <a:cubicBezTo>
                  <a:pt x="111479" y="35045"/>
                  <a:pt x="107083" y="36790"/>
                  <a:pt x="103519" y="40279"/>
                </a:cubicBezTo>
                <a:cubicBezTo>
                  <a:pt x="99956" y="43768"/>
                  <a:pt x="97984" y="48433"/>
                  <a:pt x="97605" y="54275"/>
                </a:cubicBezTo>
                <a:close/>
                <a:moveTo>
                  <a:pt x="204870" y="85904"/>
                </a:moveTo>
                <a:cubicBezTo>
                  <a:pt x="200653" y="89558"/>
                  <a:pt x="196594" y="92138"/>
                  <a:pt x="192693" y="93643"/>
                </a:cubicBezTo>
                <a:cubicBezTo>
                  <a:pt x="188792" y="95147"/>
                  <a:pt x="184607" y="95899"/>
                  <a:pt x="180136" y="95899"/>
                </a:cubicBezTo>
                <a:cubicBezTo>
                  <a:pt x="172756" y="95899"/>
                  <a:pt x="167084" y="94096"/>
                  <a:pt x="163120" y="90490"/>
                </a:cubicBezTo>
                <a:cubicBezTo>
                  <a:pt x="159156" y="86885"/>
                  <a:pt x="157174" y="82277"/>
                  <a:pt x="157174" y="76668"/>
                </a:cubicBezTo>
                <a:cubicBezTo>
                  <a:pt x="157174" y="73379"/>
                  <a:pt x="157922" y="70374"/>
                  <a:pt x="159419" y="67654"/>
                </a:cubicBezTo>
                <a:cubicBezTo>
                  <a:pt x="160916" y="64934"/>
                  <a:pt x="162877" y="62752"/>
                  <a:pt x="165302" y="61107"/>
                </a:cubicBezTo>
                <a:cubicBezTo>
                  <a:pt x="167727" y="59462"/>
                  <a:pt x="170458" y="58218"/>
                  <a:pt x="173494" y="57375"/>
                </a:cubicBezTo>
                <a:cubicBezTo>
                  <a:pt x="175729" y="56784"/>
                  <a:pt x="179103" y="56215"/>
                  <a:pt x="183615" y="55667"/>
                </a:cubicBezTo>
                <a:cubicBezTo>
                  <a:pt x="192809" y="54570"/>
                  <a:pt x="199578" y="53263"/>
                  <a:pt x="203921" y="51745"/>
                </a:cubicBezTo>
                <a:cubicBezTo>
                  <a:pt x="203963" y="50191"/>
                  <a:pt x="203984" y="49204"/>
                  <a:pt x="203984" y="48784"/>
                </a:cubicBezTo>
                <a:cubicBezTo>
                  <a:pt x="203984" y="44162"/>
                  <a:pt x="202909" y="40906"/>
                  <a:pt x="200758" y="39016"/>
                </a:cubicBezTo>
                <a:cubicBezTo>
                  <a:pt x="197848" y="36453"/>
                  <a:pt x="193526" y="35171"/>
                  <a:pt x="187790" y="35171"/>
                </a:cubicBezTo>
                <a:cubicBezTo>
                  <a:pt x="182435" y="35171"/>
                  <a:pt x="178481" y="36110"/>
                  <a:pt x="175930" y="37986"/>
                </a:cubicBezTo>
                <a:cubicBezTo>
                  <a:pt x="173378" y="39863"/>
                  <a:pt x="171491" y="43184"/>
                  <a:pt x="170268" y="47949"/>
                </a:cubicBezTo>
                <a:lnTo>
                  <a:pt x="159135" y="46431"/>
                </a:lnTo>
                <a:cubicBezTo>
                  <a:pt x="160147" y="41651"/>
                  <a:pt x="161813" y="37791"/>
                  <a:pt x="164132" y="34851"/>
                </a:cubicBezTo>
                <a:cubicBezTo>
                  <a:pt x="166452" y="31911"/>
                  <a:pt x="169804" y="29648"/>
                  <a:pt x="174190" y="28063"/>
                </a:cubicBezTo>
                <a:cubicBezTo>
                  <a:pt x="178576" y="26476"/>
                  <a:pt x="183658" y="25683"/>
                  <a:pt x="189435" y="25683"/>
                </a:cubicBezTo>
                <a:cubicBezTo>
                  <a:pt x="195171" y="25683"/>
                  <a:pt x="199831" y="26360"/>
                  <a:pt x="203415" y="27715"/>
                </a:cubicBezTo>
                <a:cubicBezTo>
                  <a:pt x="207000" y="29068"/>
                  <a:pt x="209635" y="30772"/>
                  <a:pt x="211322" y="32825"/>
                </a:cubicBezTo>
                <a:cubicBezTo>
                  <a:pt x="213009" y="34877"/>
                  <a:pt x="214190" y="37469"/>
                  <a:pt x="214865" y="40602"/>
                </a:cubicBezTo>
                <a:cubicBezTo>
                  <a:pt x="215244" y="42548"/>
                  <a:pt x="215434" y="46044"/>
                  <a:pt x="215434" y="51091"/>
                </a:cubicBezTo>
                <a:lnTo>
                  <a:pt x="215434" y="66229"/>
                </a:lnTo>
                <a:cubicBezTo>
                  <a:pt x="215434" y="76784"/>
                  <a:pt x="215677" y="83469"/>
                  <a:pt x="216162" y="86284"/>
                </a:cubicBezTo>
                <a:cubicBezTo>
                  <a:pt x="216647" y="89099"/>
                  <a:pt x="217606" y="91798"/>
                  <a:pt x="219040" y="94381"/>
                </a:cubicBezTo>
                <a:lnTo>
                  <a:pt x="207147" y="94381"/>
                </a:lnTo>
                <a:cubicBezTo>
                  <a:pt x="205967" y="91965"/>
                  <a:pt x="205207" y="89139"/>
                  <a:pt x="204870" y="85904"/>
                </a:cubicBezTo>
                <a:moveTo>
                  <a:pt x="203921" y="60727"/>
                </a:moveTo>
                <a:cubicBezTo>
                  <a:pt x="199788" y="62406"/>
                  <a:pt x="193589" y="63834"/>
                  <a:pt x="185323" y="65009"/>
                </a:cubicBezTo>
                <a:cubicBezTo>
                  <a:pt x="180642" y="65680"/>
                  <a:pt x="177332" y="66435"/>
                  <a:pt x="175392" y="67275"/>
                </a:cubicBezTo>
                <a:cubicBezTo>
                  <a:pt x="173452" y="68114"/>
                  <a:pt x="171955" y="69342"/>
                  <a:pt x="170901" y="70957"/>
                </a:cubicBezTo>
                <a:cubicBezTo>
                  <a:pt x="169846" y="72573"/>
                  <a:pt x="169319" y="74367"/>
                  <a:pt x="169319" y="76340"/>
                </a:cubicBezTo>
                <a:cubicBezTo>
                  <a:pt x="169319" y="79362"/>
                  <a:pt x="170468" y="81881"/>
                  <a:pt x="172767" y="83896"/>
                </a:cubicBezTo>
                <a:cubicBezTo>
                  <a:pt x="175065" y="85909"/>
                  <a:pt x="178428" y="86916"/>
                  <a:pt x="182856" y="86916"/>
                </a:cubicBezTo>
                <a:cubicBezTo>
                  <a:pt x="187242" y="86916"/>
                  <a:pt x="191143" y="85960"/>
                  <a:pt x="194559" y="84048"/>
                </a:cubicBezTo>
                <a:cubicBezTo>
                  <a:pt x="197975" y="82134"/>
                  <a:pt x="200484" y="79520"/>
                  <a:pt x="202087" y="76206"/>
                </a:cubicBezTo>
                <a:cubicBezTo>
                  <a:pt x="203310" y="73648"/>
                  <a:pt x="203921" y="69873"/>
                  <a:pt x="203921" y="64881"/>
                </a:cubicBezTo>
                <a:lnTo>
                  <a:pt x="203921" y="60727"/>
                </a:lnTo>
                <a:close/>
                <a:moveTo>
                  <a:pt x="232937" y="94381"/>
                </a:moveTo>
                <a:lnTo>
                  <a:pt x="232937" y="27201"/>
                </a:lnTo>
                <a:lnTo>
                  <a:pt x="243184" y="27201"/>
                </a:lnTo>
                <a:lnTo>
                  <a:pt x="243184" y="37385"/>
                </a:lnTo>
                <a:cubicBezTo>
                  <a:pt x="245799" y="32620"/>
                  <a:pt x="248213" y="29478"/>
                  <a:pt x="250427" y="27960"/>
                </a:cubicBezTo>
                <a:cubicBezTo>
                  <a:pt x="252641" y="26442"/>
                  <a:pt x="255077" y="25683"/>
                  <a:pt x="257734" y="25683"/>
                </a:cubicBezTo>
                <a:cubicBezTo>
                  <a:pt x="261571" y="25683"/>
                  <a:pt x="265472" y="26906"/>
                  <a:pt x="269436" y="29352"/>
                </a:cubicBezTo>
                <a:lnTo>
                  <a:pt x="265514" y="39908"/>
                </a:lnTo>
                <a:cubicBezTo>
                  <a:pt x="262731" y="38268"/>
                  <a:pt x="259948" y="37449"/>
                  <a:pt x="257164" y="37449"/>
                </a:cubicBezTo>
                <a:cubicBezTo>
                  <a:pt x="254676" y="37449"/>
                  <a:pt x="252441" y="38197"/>
                  <a:pt x="250459" y="39694"/>
                </a:cubicBezTo>
                <a:cubicBezTo>
                  <a:pt x="248477" y="41191"/>
                  <a:pt x="247064" y="43268"/>
                  <a:pt x="246221" y="45925"/>
                </a:cubicBezTo>
                <a:cubicBezTo>
                  <a:pt x="244956" y="49974"/>
                  <a:pt x="244323" y="54402"/>
                  <a:pt x="244323" y="59209"/>
                </a:cubicBezTo>
                <a:lnTo>
                  <a:pt x="244323" y="94381"/>
                </a:lnTo>
                <a:lnTo>
                  <a:pt x="232937" y="94381"/>
                </a:lnTo>
                <a:close/>
                <a:moveTo>
                  <a:pt x="320042" y="69710"/>
                </a:moveTo>
                <a:lnTo>
                  <a:pt x="331238" y="71228"/>
                </a:lnTo>
                <a:cubicBezTo>
                  <a:pt x="330015" y="78946"/>
                  <a:pt x="326884" y="84987"/>
                  <a:pt x="321844" y="89352"/>
                </a:cubicBezTo>
                <a:cubicBezTo>
                  <a:pt x="316805" y="93716"/>
                  <a:pt x="310616" y="95899"/>
                  <a:pt x="303278" y="95899"/>
                </a:cubicBezTo>
                <a:cubicBezTo>
                  <a:pt x="294085" y="95899"/>
                  <a:pt x="286694" y="92894"/>
                  <a:pt x="281106" y="86885"/>
                </a:cubicBezTo>
                <a:cubicBezTo>
                  <a:pt x="275519" y="80875"/>
                  <a:pt x="272725" y="72261"/>
                  <a:pt x="272725" y="61044"/>
                </a:cubicBezTo>
                <a:cubicBezTo>
                  <a:pt x="272725" y="53790"/>
                  <a:pt x="273927" y="47443"/>
                  <a:pt x="276330" y="42003"/>
                </a:cubicBezTo>
                <a:cubicBezTo>
                  <a:pt x="278734" y="36563"/>
                  <a:pt x="282393" y="32483"/>
                  <a:pt x="287306" y="29763"/>
                </a:cubicBezTo>
                <a:cubicBezTo>
                  <a:pt x="292219" y="27043"/>
                  <a:pt x="297564" y="25683"/>
                  <a:pt x="303342" y="25683"/>
                </a:cubicBezTo>
                <a:cubicBezTo>
                  <a:pt x="310637" y="25683"/>
                  <a:pt x="316605" y="27517"/>
                  <a:pt x="321244" y="31186"/>
                </a:cubicBezTo>
                <a:cubicBezTo>
                  <a:pt x="325882" y="34854"/>
                  <a:pt x="328856" y="40062"/>
                  <a:pt x="330163" y="46811"/>
                </a:cubicBezTo>
                <a:lnTo>
                  <a:pt x="319093" y="48582"/>
                </a:lnTo>
                <a:cubicBezTo>
                  <a:pt x="318038" y="44091"/>
                  <a:pt x="316172" y="40712"/>
                  <a:pt x="313494" y="38445"/>
                </a:cubicBezTo>
                <a:cubicBezTo>
                  <a:pt x="310817" y="36178"/>
                  <a:pt x="307580" y="35045"/>
                  <a:pt x="303784" y="35045"/>
                </a:cubicBezTo>
                <a:cubicBezTo>
                  <a:pt x="298049" y="35045"/>
                  <a:pt x="293389" y="37101"/>
                  <a:pt x="289804" y="41212"/>
                </a:cubicBezTo>
                <a:cubicBezTo>
                  <a:pt x="286220" y="45324"/>
                  <a:pt x="284427" y="51829"/>
                  <a:pt x="284427" y="60727"/>
                </a:cubicBezTo>
                <a:cubicBezTo>
                  <a:pt x="284427" y="69752"/>
                  <a:pt x="286157" y="76310"/>
                  <a:pt x="289615" y="80401"/>
                </a:cubicBezTo>
                <a:cubicBezTo>
                  <a:pt x="293073" y="84491"/>
                  <a:pt x="297585" y="86537"/>
                  <a:pt x="303152" y="86537"/>
                </a:cubicBezTo>
                <a:cubicBezTo>
                  <a:pt x="307622" y="86537"/>
                  <a:pt x="311354" y="85161"/>
                  <a:pt x="314348" y="82409"/>
                </a:cubicBezTo>
                <a:cubicBezTo>
                  <a:pt x="317343" y="79657"/>
                  <a:pt x="319240" y="75424"/>
                  <a:pt x="320042" y="69710"/>
                </a:cubicBezTo>
                <a:close/>
                <a:moveTo>
                  <a:pt x="340980" y="94381"/>
                </a:moveTo>
                <a:lnTo>
                  <a:pt x="340980" y="1645"/>
                </a:lnTo>
                <a:lnTo>
                  <a:pt x="352366" y="1645"/>
                </a:lnTo>
                <a:lnTo>
                  <a:pt x="352366" y="34978"/>
                </a:lnTo>
                <a:cubicBezTo>
                  <a:pt x="357680" y="28781"/>
                  <a:pt x="364385" y="25683"/>
                  <a:pt x="372482" y="25683"/>
                </a:cubicBezTo>
                <a:cubicBezTo>
                  <a:pt x="377459" y="25683"/>
                  <a:pt x="381781" y="26663"/>
                  <a:pt x="385450" y="28624"/>
                </a:cubicBezTo>
                <a:cubicBezTo>
                  <a:pt x="389119" y="30585"/>
                  <a:pt x="391744" y="33295"/>
                  <a:pt x="393326" y="36753"/>
                </a:cubicBezTo>
                <a:cubicBezTo>
                  <a:pt x="394907" y="40211"/>
                  <a:pt x="395698" y="45229"/>
                  <a:pt x="395698" y="51808"/>
                </a:cubicBezTo>
                <a:lnTo>
                  <a:pt x="395698" y="94381"/>
                </a:lnTo>
                <a:lnTo>
                  <a:pt x="384312" y="94381"/>
                </a:lnTo>
                <a:lnTo>
                  <a:pt x="384312" y="51854"/>
                </a:lnTo>
                <a:cubicBezTo>
                  <a:pt x="384312" y="46167"/>
                  <a:pt x="383078" y="42028"/>
                  <a:pt x="380611" y="39437"/>
                </a:cubicBezTo>
                <a:cubicBezTo>
                  <a:pt x="378144" y="36846"/>
                  <a:pt x="374654" y="35551"/>
                  <a:pt x="370142" y="35551"/>
                </a:cubicBezTo>
                <a:cubicBezTo>
                  <a:pt x="366768" y="35551"/>
                  <a:pt x="363595" y="36425"/>
                  <a:pt x="360622" y="38174"/>
                </a:cubicBezTo>
                <a:cubicBezTo>
                  <a:pt x="357648" y="39922"/>
                  <a:pt x="355529" y="42291"/>
                  <a:pt x="354264" y="45283"/>
                </a:cubicBezTo>
                <a:cubicBezTo>
                  <a:pt x="352999" y="48273"/>
                  <a:pt x="352366" y="52401"/>
                  <a:pt x="352366" y="57667"/>
                </a:cubicBezTo>
                <a:lnTo>
                  <a:pt x="352366" y="94381"/>
                </a:lnTo>
                <a:lnTo>
                  <a:pt x="340980" y="94381"/>
                </a:lnTo>
                <a:close/>
                <a:moveTo>
                  <a:pt x="450541" y="94381"/>
                </a:moveTo>
                <a:lnTo>
                  <a:pt x="450541" y="1645"/>
                </a:lnTo>
                <a:lnTo>
                  <a:pt x="491659" y="1645"/>
                </a:lnTo>
                <a:cubicBezTo>
                  <a:pt x="499925" y="1645"/>
                  <a:pt x="506208" y="2477"/>
                  <a:pt x="510510" y="4141"/>
                </a:cubicBezTo>
                <a:cubicBezTo>
                  <a:pt x="514811" y="5805"/>
                  <a:pt x="518248" y="8742"/>
                  <a:pt x="520821" y="12954"/>
                </a:cubicBezTo>
                <a:cubicBezTo>
                  <a:pt x="523393" y="17166"/>
                  <a:pt x="524680" y="21820"/>
                  <a:pt x="524680" y="26916"/>
                </a:cubicBezTo>
                <a:cubicBezTo>
                  <a:pt x="524680" y="33487"/>
                  <a:pt x="522550" y="39026"/>
                  <a:pt x="518290" y="43533"/>
                </a:cubicBezTo>
                <a:cubicBezTo>
                  <a:pt x="514031" y="48039"/>
                  <a:pt x="507452" y="50903"/>
                  <a:pt x="498554" y="52124"/>
                </a:cubicBezTo>
                <a:cubicBezTo>
                  <a:pt x="501801" y="53687"/>
                  <a:pt x="504268" y="55229"/>
                  <a:pt x="505955" y="56750"/>
                </a:cubicBezTo>
                <a:cubicBezTo>
                  <a:pt x="509540" y="60046"/>
                  <a:pt x="512935" y="64164"/>
                  <a:pt x="516140" y="69103"/>
                </a:cubicBezTo>
                <a:lnTo>
                  <a:pt x="532270" y="94381"/>
                </a:lnTo>
                <a:lnTo>
                  <a:pt x="516836" y="94381"/>
                </a:lnTo>
                <a:lnTo>
                  <a:pt x="504564" y="75057"/>
                </a:lnTo>
                <a:cubicBezTo>
                  <a:pt x="500979" y="69483"/>
                  <a:pt x="498027" y="65217"/>
                  <a:pt x="495707" y="62261"/>
                </a:cubicBezTo>
                <a:cubicBezTo>
                  <a:pt x="493388" y="59304"/>
                  <a:pt x="491311" y="57234"/>
                  <a:pt x="489477" y="56052"/>
                </a:cubicBezTo>
                <a:cubicBezTo>
                  <a:pt x="487642" y="54869"/>
                  <a:pt x="485776" y="54045"/>
                  <a:pt x="483878" y="53579"/>
                </a:cubicBezTo>
                <a:cubicBezTo>
                  <a:pt x="482487" y="53284"/>
                  <a:pt x="480209" y="53137"/>
                  <a:pt x="477046" y="53137"/>
                </a:cubicBezTo>
                <a:lnTo>
                  <a:pt x="462813" y="53137"/>
                </a:lnTo>
                <a:lnTo>
                  <a:pt x="462813" y="94381"/>
                </a:lnTo>
                <a:lnTo>
                  <a:pt x="450541" y="94381"/>
                </a:lnTo>
                <a:moveTo>
                  <a:pt x="462813" y="42509"/>
                </a:moveTo>
                <a:lnTo>
                  <a:pt x="489192" y="42509"/>
                </a:lnTo>
                <a:cubicBezTo>
                  <a:pt x="494801" y="42509"/>
                  <a:pt x="499187" y="41931"/>
                  <a:pt x="502350" y="40774"/>
                </a:cubicBezTo>
                <a:cubicBezTo>
                  <a:pt x="505512" y="39616"/>
                  <a:pt x="507916" y="37765"/>
                  <a:pt x="509561" y="35219"/>
                </a:cubicBezTo>
                <a:cubicBezTo>
                  <a:pt x="511206" y="32673"/>
                  <a:pt x="512028" y="29905"/>
                  <a:pt x="512028" y="26916"/>
                </a:cubicBezTo>
                <a:cubicBezTo>
                  <a:pt x="512028" y="22540"/>
                  <a:pt x="510436" y="18942"/>
                  <a:pt x="507252" y="16123"/>
                </a:cubicBezTo>
                <a:cubicBezTo>
                  <a:pt x="504068" y="13303"/>
                  <a:pt x="499039" y="11892"/>
                  <a:pt x="492165" y="11892"/>
                </a:cubicBezTo>
                <a:lnTo>
                  <a:pt x="462813" y="11892"/>
                </a:lnTo>
                <a:lnTo>
                  <a:pt x="462813" y="42509"/>
                </a:lnTo>
                <a:close/>
                <a:moveTo>
                  <a:pt x="538195" y="60791"/>
                </a:moveTo>
                <a:cubicBezTo>
                  <a:pt x="538195" y="48350"/>
                  <a:pt x="541653" y="39135"/>
                  <a:pt x="548569" y="33147"/>
                </a:cubicBezTo>
                <a:cubicBezTo>
                  <a:pt x="554347" y="28171"/>
                  <a:pt x="561389" y="25683"/>
                  <a:pt x="569697" y="25683"/>
                </a:cubicBezTo>
                <a:cubicBezTo>
                  <a:pt x="578933" y="25683"/>
                  <a:pt x="586481" y="28708"/>
                  <a:pt x="592343" y="34760"/>
                </a:cubicBezTo>
                <a:cubicBezTo>
                  <a:pt x="598205" y="40812"/>
                  <a:pt x="601136" y="49172"/>
                  <a:pt x="601136" y="59842"/>
                </a:cubicBezTo>
                <a:cubicBezTo>
                  <a:pt x="601136" y="68487"/>
                  <a:pt x="599839" y="75287"/>
                  <a:pt x="597246" y="80242"/>
                </a:cubicBezTo>
                <a:cubicBezTo>
                  <a:pt x="594652" y="85198"/>
                  <a:pt x="590878" y="89046"/>
                  <a:pt x="585923" y="91787"/>
                </a:cubicBezTo>
                <a:cubicBezTo>
                  <a:pt x="580967" y="94528"/>
                  <a:pt x="575559" y="95899"/>
                  <a:pt x="569697" y="95899"/>
                </a:cubicBezTo>
                <a:cubicBezTo>
                  <a:pt x="560293" y="95899"/>
                  <a:pt x="552691" y="92883"/>
                  <a:pt x="546893" y="86853"/>
                </a:cubicBezTo>
                <a:cubicBezTo>
                  <a:pt x="541094" y="80822"/>
                  <a:pt x="538195" y="72135"/>
                  <a:pt x="538195" y="60791"/>
                </a:cubicBezTo>
                <a:moveTo>
                  <a:pt x="549897" y="60822"/>
                </a:moveTo>
                <a:cubicBezTo>
                  <a:pt x="549897" y="69415"/>
                  <a:pt x="551774" y="75849"/>
                  <a:pt x="555527" y="80124"/>
                </a:cubicBezTo>
                <a:cubicBezTo>
                  <a:pt x="559281" y="84399"/>
                  <a:pt x="564004" y="86537"/>
                  <a:pt x="569697" y="86537"/>
                </a:cubicBezTo>
                <a:cubicBezTo>
                  <a:pt x="575348" y="86537"/>
                  <a:pt x="580050" y="84388"/>
                  <a:pt x="583804" y="80092"/>
                </a:cubicBezTo>
                <a:cubicBezTo>
                  <a:pt x="587557" y="75796"/>
                  <a:pt x="589433" y="69246"/>
                  <a:pt x="589433" y="60443"/>
                </a:cubicBezTo>
                <a:cubicBezTo>
                  <a:pt x="589433" y="52145"/>
                  <a:pt x="587546" y="45859"/>
                  <a:pt x="583772" y="41584"/>
                </a:cubicBezTo>
                <a:cubicBezTo>
                  <a:pt x="579998" y="37309"/>
                  <a:pt x="575306" y="35171"/>
                  <a:pt x="569697" y="35171"/>
                </a:cubicBezTo>
                <a:cubicBezTo>
                  <a:pt x="564004" y="35171"/>
                  <a:pt x="559281" y="37298"/>
                  <a:pt x="555527" y="41552"/>
                </a:cubicBezTo>
                <a:cubicBezTo>
                  <a:pt x="551774" y="45807"/>
                  <a:pt x="549897" y="52230"/>
                  <a:pt x="549897" y="60822"/>
                </a:cubicBezTo>
                <a:close/>
                <a:moveTo>
                  <a:pt x="658491" y="94381"/>
                </a:moveTo>
                <a:lnTo>
                  <a:pt x="658491" y="84451"/>
                </a:lnTo>
                <a:cubicBezTo>
                  <a:pt x="653262" y="92083"/>
                  <a:pt x="646156" y="95899"/>
                  <a:pt x="637174" y="95899"/>
                </a:cubicBezTo>
                <a:cubicBezTo>
                  <a:pt x="633209" y="95899"/>
                  <a:pt x="629509" y="95140"/>
                  <a:pt x="626072" y="93621"/>
                </a:cubicBezTo>
                <a:cubicBezTo>
                  <a:pt x="622635" y="92103"/>
                  <a:pt x="620083" y="90195"/>
                  <a:pt x="618418" y="87897"/>
                </a:cubicBezTo>
                <a:cubicBezTo>
                  <a:pt x="616752" y="85598"/>
                  <a:pt x="615582" y="82783"/>
                  <a:pt x="614907" y="79452"/>
                </a:cubicBezTo>
                <a:cubicBezTo>
                  <a:pt x="614443" y="77217"/>
                  <a:pt x="614211" y="73674"/>
                  <a:pt x="614211" y="68824"/>
                </a:cubicBezTo>
                <a:lnTo>
                  <a:pt x="614211" y="27201"/>
                </a:lnTo>
                <a:lnTo>
                  <a:pt x="625597" y="27201"/>
                </a:lnTo>
                <a:lnTo>
                  <a:pt x="625597" y="64420"/>
                </a:lnTo>
                <a:cubicBezTo>
                  <a:pt x="625597" y="70360"/>
                  <a:pt x="625829" y="74361"/>
                  <a:pt x="626293" y="76425"/>
                </a:cubicBezTo>
                <a:cubicBezTo>
                  <a:pt x="627010" y="79417"/>
                  <a:pt x="628528" y="81766"/>
                  <a:pt x="630848" y="83473"/>
                </a:cubicBezTo>
                <a:cubicBezTo>
                  <a:pt x="633167" y="85178"/>
                  <a:pt x="636035" y="86031"/>
                  <a:pt x="639451" y="86031"/>
                </a:cubicBezTo>
                <a:cubicBezTo>
                  <a:pt x="642867" y="86031"/>
                  <a:pt x="646072" y="85157"/>
                  <a:pt x="649066" y="83409"/>
                </a:cubicBezTo>
                <a:cubicBezTo>
                  <a:pt x="652060" y="81661"/>
                  <a:pt x="654179" y="79280"/>
                  <a:pt x="655423" y="76269"/>
                </a:cubicBezTo>
                <a:cubicBezTo>
                  <a:pt x="656667" y="73256"/>
                  <a:pt x="657289" y="68886"/>
                  <a:pt x="657289" y="63157"/>
                </a:cubicBezTo>
                <a:lnTo>
                  <a:pt x="657289" y="27201"/>
                </a:lnTo>
                <a:lnTo>
                  <a:pt x="668676" y="27201"/>
                </a:lnTo>
                <a:lnTo>
                  <a:pt x="668676" y="94381"/>
                </a:lnTo>
                <a:lnTo>
                  <a:pt x="658491" y="94381"/>
                </a:lnTo>
                <a:close/>
                <a:moveTo>
                  <a:pt x="686495" y="94381"/>
                </a:moveTo>
                <a:lnTo>
                  <a:pt x="686495" y="27201"/>
                </a:lnTo>
                <a:lnTo>
                  <a:pt x="696743" y="27201"/>
                </a:lnTo>
                <a:lnTo>
                  <a:pt x="696743" y="36753"/>
                </a:lnTo>
                <a:cubicBezTo>
                  <a:pt x="701677" y="29373"/>
                  <a:pt x="708804" y="25683"/>
                  <a:pt x="718124" y="25683"/>
                </a:cubicBezTo>
                <a:cubicBezTo>
                  <a:pt x="722172" y="25683"/>
                  <a:pt x="725894" y="26410"/>
                  <a:pt x="729289" y="27865"/>
                </a:cubicBezTo>
                <a:cubicBezTo>
                  <a:pt x="732684" y="29320"/>
                  <a:pt x="735225" y="31228"/>
                  <a:pt x="736911" y="33590"/>
                </a:cubicBezTo>
                <a:cubicBezTo>
                  <a:pt x="738598" y="35951"/>
                  <a:pt x="739779" y="38756"/>
                  <a:pt x="740454" y="42003"/>
                </a:cubicBezTo>
                <a:cubicBezTo>
                  <a:pt x="740876" y="44112"/>
                  <a:pt x="741086" y="47802"/>
                  <a:pt x="741086" y="53073"/>
                </a:cubicBezTo>
                <a:lnTo>
                  <a:pt x="741086" y="94381"/>
                </a:lnTo>
                <a:lnTo>
                  <a:pt x="729700" y="94381"/>
                </a:lnTo>
                <a:lnTo>
                  <a:pt x="729700" y="53516"/>
                </a:lnTo>
                <a:cubicBezTo>
                  <a:pt x="729700" y="48877"/>
                  <a:pt x="729257" y="45409"/>
                  <a:pt x="728372" y="43110"/>
                </a:cubicBezTo>
                <a:cubicBezTo>
                  <a:pt x="727486" y="40812"/>
                  <a:pt x="725915" y="38977"/>
                  <a:pt x="723659" y="37607"/>
                </a:cubicBezTo>
                <a:cubicBezTo>
                  <a:pt x="721403" y="36236"/>
                  <a:pt x="718756" y="35551"/>
                  <a:pt x="715720" y="35551"/>
                </a:cubicBezTo>
                <a:cubicBezTo>
                  <a:pt x="710870" y="35551"/>
                  <a:pt x="706685" y="37090"/>
                  <a:pt x="703163" y="40169"/>
                </a:cubicBezTo>
                <a:cubicBezTo>
                  <a:pt x="699642" y="43247"/>
                  <a:pt x="697881" y="49088"/>
                  <a:pt x="697881" y="57691"/>
                </a:cubicBezTo>
                <a:lnTo>
                  <a:pt x="697881" y="94381"/>
                </a:lnTo>
                <a:lnTo>
                  <a:pt x="686495" y="94381"/>
                </a:lnTo>
                <a:close/>
                <a:moveTo>
                  <a:pt x="802111" y="94381"/>
                </a:moveTo>
                <a:lnTo>
                  <a:pt x="802111" y="85904"/>
                </a:lnTo>
                <a:cubicBezTo>
                  <a:pt x="797851" y="92567"/>
                  <a:pt x="791589" y="95899"/>
                  <a:pt x="783323" y="95899"/>
                </a:cubicBezTo>
                <a:cubicBezTo>
                  <a:pt x="777967" y="95899"/>
                  <a:pt x="773044" y="94423"/>
                  <a:pt x="768552" y="91471"/>
                </a:cubicBezTo>
                <a:cubicBezTo>
                  <a:pt x="764061" y="88519"/>
                  <a:pt x="760582" y="84396"/>
                  <a:pt x="758115" y="79104"/>
                </a:cubicBezTo>
                <a:cubicBezTo>
                  <a:pt x="755648" y="73811"/>
                  <a:pt x="754414" y="67728"/>
                  <a:pt x="754414" y="60854"/>
                </a:cubicBezTo>
                <a:cubicBezTo>
                  <a:pt x="754414" y="54149"/>
                  <a:pt x="755532" y="48065"/>
                  <a:pt x="757767" y="42604"/>
                </a:cubicBezTo>
                <a:cubicBezTo>
                  <a:pt x="760002" y="37143"/>
                  <a:pt x="763355" y="32957"/>
                  <a:pt x="767825" y="30047"/>
                </a:cubicBezTo>
                <a:cubicBezTo>
                  <a:pt x="772295" y="27138"/>
                  <a:pt x="777292" y="25683"/>
                  <a:pt x="782817" y="25683"/>
                </a:cubicBezTo>
                <a:cubicBezTo>
                  <a:pt x="786865" y="25683"/>
                  <a:pt x="790471" y="26543"/>
                  <a:pt x="793634" y="28262"/>
                </a:cubicBezTo>
                <a:cubicBezTo>
                  <a:pt x="796797" y="29981"/>
                  <a:pt x="799369" y="32220"/>
                  <a:pt x="801351" y="34980"/>
                </a:cubicBezTo>
                <a:lnTo>
                  <a:pt x="801351" y="1645"/>
                </a:lnTo>
                <a:lnTo>
                  <a:pt x="812675" y="1645"/>
                </a:lnTo>
                <a:lnTo>
                  <a:pt x="812675" y="94381"/>
                </a:lnTo>
                <a:lnTo>
                  <a:pt x="802111" y="94381"/>
                </a:lnTo>
                <a:moveTo>
                  <a:pt x="766117" y="60886"/>
                </a:moveTo>
                <a:cubicBezTo>
                  <a:pt x="766117" y="69478"/>
                  <a:pt x="767930" y="75901"/>
                  <a:pt x="771557" y="80155"/>
                </a:cubicBezTo>
                <a:cubicBezTo>
                  <a:pt x="775184" y="84410"/>
                  <a:pt x="779464" y="86537"/>
                  <a:pt x="784398" y="86537"/>
                </a:cubicBezTo>
                <a:cubicBezTo>
                  <a:pt x="789375" y="86537"/>
                  <a:pt x="793602" y="84504"/>
                  <a:pt x="797082" y="80440"/>
                </a:cubicBezTo>
                <a:cubicBezTo>
                  <a:pt x="800561" y="76376"/>
                  <a:pt x="802300" y="70173"/>
                  <a:pt x="802300" y="61832"/>
                </a:cubicBezTo>
                <a:cubicBezTo>
                  <a:pt x="802300" y="52651"/>
                  <a:pt x="800529" y="45912"/>
                  <a:pt x="796987" y="41616"/>
                </a:cubicBezTo>
                <a:cubicBezTo>
                  <a:pt x="793444" y="37319"/>
                  <a:pt x="789079" y="35171"/>
                  <a:pt x="783892" y="35171"/>
                </a:cubicBezTo>
                <a:cubicBezTo>
                  <a:pt x="778832" y="35171"/>
                  <a:pt x="774604" y="37235"/>
                  <a:pt x="771209" y="41363"/>
                </a:cubicBezTo>
                <a:cubicBezTo>
                  <a:pt x="767814" y="45490"/>
                  <a:pt x="766117" y="51998"/>
                  <a:pt x="766117" y="60886"/>
                </a:cubicBezTo>
                <a:close/>
                <a:moveTo>
                  <a:pt x="889594" y="94381"/>
                </a:moveTo>
                <a:lnTo>
                  <a:pt x="904270" y="24354"/>
                </a:lnTo>
                <a:cubicBezTo>
                  <a:pt x="897944" y="29331"/>
                  <a:pt x="889046" y="33316"/>
                  <a:pt x="877575" y="36310"/>
                </a:cubicBezTo>
                <a:lnTo>
                  <a:pt x="879726" y="25936"/>
                </a:lnTo>
                <a:cubicBezTo>
                  <a:pt x="885419" y="23658"/>
                  <a:pt x="891038" y="20685"/>
                  <a:pt x="896584" y="17016"/>
                </a:cubicBezTo>
                <a:cubicBezTo>
                  <a:pt x="902130" y="13347"/>
                  <a:pt x="906294" y="10142"/>
                  <a:pt x="909077" y="7401"/>
                </a:cubicBezTo>
                <a:cubicBezTo>
                  <a:pt x="910764" y="5714"/>
                  <a:pt x="912367" y="3669"/>
                  <a:pt x="913885" y="1265"/>
                </a:cubicBezTo>
                <a:lnTo>
                  <a:pt x="920527" y="1265"/>
                </a:lnTo>
                <a:lnTo>
                  <a:pt x="901107" y="94381"/>
                </a:lnTo>
                <a:lnTo>
                  <a:pt x="889594" y="9438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" name="Text SearchTargets:[FQDN,rootdomofFQDN]">
            <a:extLst xmlns:a="http://schemas.openxmlformats.org/drawingml/2006/main">
              <a:ext uri="{FF2B5EF4-FFF2-40B4-BE49-F238E27FC236}">
                <a16:creationId xmlns:a16="http://schemas.microsoft.com/office/drawing/2014/main" id="{A79CA459-A6EB-4673-870F-704D1ABED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7849" y="2809001"/>
            <a:ext cx="2517081" cy="114800"/>
          </a:xfrm>
          <a:custGeom xmlns:a="http://schemas.openxmlformats.org/drawingml/2006/main">
            <a:pathLst>
              <a:path w="2517081" h="114800">
                <a:moveTo>
                  <a:pt x="0" y="64270"/>
                </a:moveTo>
                <a:lnTo>
                  <a:pt x="18218" y="62499"/>
                </a:lnTo>
                <a:cubicBezTo>
                  <a:pt x="19315" y="68636"/>
                  <a:pt x="21539" y="73144"/>
                  <a:pt x="24892" y="76022"/>
                </a:cubicBezTo>
                <a:cubicBezTo>
                  <a:pt x="28245" y="78899"/>
                  <a:pt x="32768" y="80337"/>
                  <a:pt x="38461" y="80337"/>
                </a:cubicBezTo>
                <a:cubicBezTo>
                  <a:pt x="44491" y="80337"/>
                  <a:pt x="49035" y="79058"/>
                  <a:pt x="52093" y="76498"/>
                </a:cubicBezTo>
                <a:cubicBezTo>
                  <a:pt x="55150" y="73939"/>
                  <a:pt x="56679" y="70946"/>
                  <a:pt x="56679" y="67518"/>
                </a:cubicBezTo>
                <a:cubicBezTo>
                  <a:pt x="56679" y="65318"/>
                  <a:pt x="56036" y="63447"/>
                  <a:pt x="54750" y="61904"/>
                </a:cubicBezTo>
                <a:cubicBezTo>
                  <a:pt x="53463" y="60359"/>
                  <a:pt x="51218" y="59016"/>
                  <a:pt x="48013" y="57873"/>
                </a:cubicBezTo>
                <a:cubicBezTo>
                  <a:pt x="45820" y="57113"/>
                  <a:pt x="40822" y="55760"/>
                  <a:pt x="33021" y="53817"/>
                </a:cubicBezTo>
                <a:cubicBezTo>
                  <a:pt x="22984" y="51323"/>
                  <a:pt x="15941" y="48259"/>
                  <a:pt x="11892" y="44624"/>
                </a:cubicBezTo>
                <a:cubicBezTo>
                  <a:pt x="6199" y="39511"/>
                  <a:pt x="3353" y="33278"/>
                  <a:pt x="3353" y="25926"/>
                </a:cubicBezTo>
                <a:cubicBezTo>
                  <a:pt x="3353" y="21193"/>
                  <a:pt x="4692" y="16767"/>
                  <a:pt x="7370" y="12648"/>
                </a:cubicBezTo>
                <a:cubicBezTo>
                  <a:pt x="10047" y="8527"/>
                  <a:pt x="13906" y="5389"/>
                  <a:pt x="18946" y="3234"/>
                </a:cubicBezTo>
                <a:cubicBezTo>
                  <a:pt x="23985" y="1078"/>
                  <a:pt x="30069" y="0"/>
                  <a:pt x="37196" y="0"/>
                </a:cubicBezTo>
                <a:cubicBezTo>
                  <a:pt x="48835" y="0"/>
                  <a:pt x="57596" y="2563"/>
                  <a:pt x="63479" y="7690"/>
                </a:cubicBezTo>
                <a:cubicBezTo>
                  <a:pt x="69362" y="12815"/>
                  <a:pt x="72451" y="19656"/>
                  <a:pt x="72746" y="28213"/>
                </a:cubicBezTo>
                <a:lnTo>
                  <a:pt x="54022" y="28972"/>
                </a:lnTo>
                <a:cubicBezTo>
                  <a:pt x="53221" y="24207"/>
                  <a:pt x="51502" y="20780"/>
                  <a:pt x="48867" y="18693"/>
                </a:cubicBezTo>
                <a:cubicBezTo>
                  <a:pt x="46231" y="16605"/>
                  <a:pt x="42277" y="15561"/>
                  <a:pt x="37006" y="15561"/>
                </a:cubicBezTo>
                <a:cubicBezTo>
                  <a:pt x="31566" y="15561"/>
                  <a:pt x="27306" y="16680"/>
                  <a:pt x="24228" y="18916"/>
                </a:cubicBezTo>
                <a:cubicBezTo>
                  <a:pt x="22246" y="20350"/>
                  <a:pt x="21255" y="22269"/>
                  <a:pt x="21255" y="24674"/>
                </a:cubicBezTo>
                <a:cubicBezTo>
                  <a:pt x="21255" y="26869"/>
                  <a:pt x="22182" y="28746"/>
                  <a:pt x="24038" y="30306"/>
                </a:cubicBezTo>
                <a:cubicBezTo>
                  <a:pt x="26400" y="32290"/>
                  <a:pt x="32135" y="34359"/>
                  <a:pt x="41244" y="36514"/>
                </a:cubicBezTo>
                <a:cubicBezTo>
                  <a:pt x="50353" y="38668"/>
                  <a:pt x="57090" y="40897"/>
                  <a:pt x="61455" y="43201"/>
                </a:cubicBezTo>
                <a:cubicBezTo>
                  <a:pt x="65820" y="45503"/>
                  <a:pt x="69236" y="48651"/>
                  <a:pt x="71703" y="52644"/>
                </a:cubicBezTo>
                <a:cubicBezTo>
                  <a:pt x="74170" y="56636"/>
                  <a:pt x="75403" y="61569"/>
                  <a:pt x="75403" y="67443"/>
                </a:cubicBezTo>
                <a:cubicBezTo>
                  <a:pt x="75403" y="72766"/>
                  <a:pt x="73927" y="77751"/>
                  <a:pt x="70975" y="82399"/>
                </a:cubicBezTo>
                <a:cubicBezTo>
                  <a:pt x="68023" y="87047"/>
                  <a:pt x="63848" y="90501"/>
                  <a:pt x="58450" y="92762"/>
                </a:cubicBezTo>
                <a:cubicBezTo>
                  <a:pt x="53052" y="95022"/>
                  <a:pt x="46326" y="96152"/>
                  <a:pt x="38271" y="96152"/>
                </a:cubicBezTo>
                <a:cubicBezTo>
                  <a:pt x="26547" y="96152"/>
                  <a:pt x="17543" y="93437"/>
                  <a:pt x="11260" y="88007"/>
                </a:cubicBezTo>
                <a:cubicBezTo>
                  <a:pt x="4976" y="82578"/>
                  <a:pt x="1223" y="74665"/>
                  <a:pt x="0" y="64270"/>
                </a:cubicBezTo>
                <a:close/>
                <a:moveTo>
                  <a:pt x="129803" y="72999"/>
                </a:moveTo>
                <a:lnTo>
                  <a:pt x="147515" y="76036"/>
                </a:lnTo>
                <a:cubicBezTo>
                  <a:pt x="145238" y="82509"/>
                  <a:pt x="141643" y="87438"/>
                  <a:pt x="136729" y="90822"/>
                </a:cubicBezTo>
                <a:cubicBezTo>
                  <a:pt x="131816" y="94207"/>
                  <a:pt x="125670" y="95899"/>
                  <a:pt x="118290" y="95899"/>
                </a:cubicBezTo>
                <a:cubicBezTo>
                  <a:pt x="106608" y="95899"/>
                  <a:pt x="97963" y="92082"/>
                  <a:pt x="92354" y="84449"/>
                </a:cubicBezTo>
                <a:cubicBezTo>
                  <a:pt x="87926" y="78334"/>
                  <a:pt x="85712" y="70617"/>
                  <a:pt x="85712" y="61297"/>
                </a:cubicBezTo>
                <a:cubicBezTo>
                  <a:pt x="85712" y="50163"/>
                  <a:pt x="88622" y="41444"/>
                  <a:pt x="94442" y="35140"/>
                </a:cubicBezTo>
                <a:cubicBezTo>
                  <a:pt x="100261" y="28835"/>
                  <a:pt x="107620" y="25683"/>
                  <a:pt x="116519" y="25683"/>
                </a:cubicBezTo>
                <a:cubicBezTo>
                  <a:pt x="126513" y="25683"/>
                  <a:pt x="134399" y="28983"/>
                  <a:pt x="140177" y="35582"/>
                </a:cubicBezTo>
                <a:cubicBezTo>
                  <a:pt x="145955" y="42182"/>
                  <a:pt x="148717" y="52293"/>
                  <a:pt x="148464" y="65915"/>
                </a:cubicBezTo>
                <a:lnTo>
                  <a:pt x="103930" y="65915"/>
                </a:lnTo>
                <a:cubicBezTo>
                  <a:pt x="104057" y="71186"/>
                  <a:pt x="105491" y="75287"/>
                  <a:pt x="108232" y="78218"/>
                </a:cubicBezTo>
                <a:cubicBezTo>
                  <a:pt x="110973" y="81149"/>
                  <a:pt x="114389" y="82615"/>
                  <a:pt x="118480" y="82615"/>
                </a:cubicBezTo>
                <a:cubicBezTo>
                  <a:pt x="121263" y="82615"/>
                  <a:pt x="123603" y="81856"/>
                  <a:pt x="125501" y="80337"/>
                </a:cubicBezTo>
                <a:cubicBezTo>
                  <a:pt x="127399" y="78819"/>
                  <a:pt x="128833" y="76373"/>
                  <a:pt x="129803" y="72999"/>
                </a:cubicBezTo>
                <a:moveTo>
                  <a:pt x="130815" y="55034"/>
                </a:moveTo>
                <a:cubicBezTo>
                  <a:pt x="130688" y="49910"/>
                  <a:pt x="129360" y="46015"/>
                  <a:pt x="126830" y="43347"/>
                </a:cubicBezTo>
                <a:cubicBezTo>
                  <a:pt x="124299" y="40680"/>
                  <a:pt x="121221" y="39346"/>
                  <a:pt x="117594" y="39346"/>
                </a:cubicBezTo>
                <a:cubicBezTo>
                  <a:pt x="113714" y="39346"/>
                  <a:pt x="110509" y="40753"/>
                  <a:pt x="107979" y="43567"/>
                </a:cubicBezTo>
                <a:cubicBezTo>
                  <a:pt x="105449" y="46382"/>
                  <a:pt x="104204" y="50204"/>
                  <a:pt x="104247" y="55034"/>
                </a:cubicBezTo>
                <a:lnTo>
                  <a:pt x="130815" y="55034"/>
                </a:lnTo>
                <a:close/>
                <a:moveTo>
                  <a:pt x="176214" y="47949"/>
                </a:moveTo>
                <a:lnTo>
                  <a:pt x="160084" y="45040"/>
                </a:lnTo>
                <a:cubicBezTo>
                  <a:pt x="161897" y="38459"/>
                  <a:pt x="165018" y="33589"/>
                  <a:pt x="169446" y="30427"/>
                </a:cubicBezTo>
                <a:cubicBezTo>
                  <a:pt x="173874" y="27264"/>
                  <a:pt x="180453" y="25683"/>
                  <a:pt x="189182" y="25683"/>
                </a:cubicBezTo>
                <a:cubicBezTo>
                  <a:pt x="197111" y="25683"/>
                  <a:pt x="203015" y="26621"/>
                  <a:pt x="206894" y="28498"/>
                </a:cubicBezTo>
                <a:cubicBezTo>
                  <a:pt x="210774" y="30374"/>
                  <a:pt x="213505" y="32757"/>
                  <a:pt x="215086" y="35646"/>
                </a:cubicBezTo>
                <a:cubicBezTo>
                  <a:pt x="216668" y="38535"/>
                  <a:pt x="217458" y="43838"/>
                  <a:pt x="217458" y="51555"/>
                </a:cubicBezTo>
                <a:lnTo>
                  <a:pt x="217269" y="72304"/>
                </a:lnTo>
                <a:cubicBezTo>
                  <a:pt x="217269" y="78208"/>
                  <a:pt x="217553" y="82562"/>
                  <a:pt x="218123" y="85366"/>
                </a:cubicBezTo>
                <a:cubicBezTo>
                  <a:pt x="218692" y="88171"/>
                  <a:pt x="219757" y="91176"/>
                  <a:pt x="221317" y="94381"/>
                </a:cubicBezTo>
                <a:lnTo>
                  <a:pt x="203731" y="94381"/>
                </a:lnTo>
                <a:cubicBezTo>
                  <a:pt x="203268" y="93200"/>
                  <a:pt x="202698" y="91450"/>
                  <a:pt x="202024" y="89130"/>
                </a:cubicBezTo>
                <a:cubicBezTo>
                  <a:pt x="201728" y="88076"/>
                  <a:pt x="201517" y="87380"/>
                  <a:pt x="201391" y="87043"/>
                </a:cubicBezTo>
                <a:cubicBezTo>
                  <a:pt x="198355" y="89995"/>
                  <a:pt x="195107" y="92209"/>
                  <a:pt x="191649" y="93685"/>
                </a:cubicBezTo>
                <a:cubicBezTo>
                  <a:pt x="188191" y="95161"/>
                  <a:pt x="184501" y="95899"/>
                  <a:pt x="180579" y="95899"/>
                </a:cubicBezTo>
                <a:cubicBezTo>
                  <a:pt x="173663" y="95899"/>
                  <a:pt x="168212" y="94030"/>
                  <a:pt x="164227" y="90293"/>
                </a:cubicBezTo>
                <a:cubicBezTo>
                  <a:pt x="160242" y="86555"/>
                  <a:pt x="158249" y="81831"/>
                  <a:pt x="158249" y="76119"/>
                </a:cubicBezTo>
                <a:cubicBezTo>
                  <a:pt x="158249" y="72339"/>
                  <a:pt x="159156" y="68969"/>
                  <a:pt x="160969" y="66009"/>
                </a:cubicBezTo>
                <a:cubicBezTo>
                  <a:pt x="162783" y="63048"/>
                  <a:pt x="165323" y="60780"/>
                  <a:pt x="168592" y="59205"/>
                </a:cubicBezTo>
                <a:cubicBezTo>
                  <a:pt x="171860" y="57630"/>
                  <a:pt x="176573" y="56255"/>
                  <a:pt x="182730" y="55080"/>
                </a:cubicBezTo>
                <a:cubicBezTo>
                  <a:pt x="191038" y="53526"/>
                  <a:pt x="196794" y="52077"/>
                  <a:pt x="199999" y="50733"/>
                </a:cubicBezTo>
                <a:lnTo>
                  <a:pt x="199999" y="48942"/>
                </a:lnTo>
                <a:cubicBezTo>
                  <a:pt x="199999" y="45488"/>
                  <a:pt x="199156" y="43025"/>
                  <a:pt x="197469" y="41554"/>
                </a:cubicBezTo>
                <a:cubicBezTo>
                  <a:pt x="195782" y="40082"/>
                  <a:pt x="192598" y="39346"/>
                  <a:pt x="187917" y="39346"/>
                </a:cubicBezTo>
                <a:cubicBezTo>
                  <a:pt x="184754" y="39346"/>
                  <a:pt x="182287" y="39983"/>
                  <a:pt x="180516" y="41256"/>
                </a:cubicBezTo>
                <a:cubicBezTo>
                  <a:pt x="178745" y="42528"/>
                  <a:pt x="177311" y="44759"/>
                  <a:pt x="176214" y="47949"/>
                </a:cubicBezTo>
                <a:moveTo>
                  <a:pt x="199999" y="62372"/>
                </a:moveTo>
                <a:cubicBezTo>
                  <a:pt x="197722" y="63122"/>
                  <a:pt x="194116" y="64018"/>
                  <a:pt x="189182" y="65061"/>
                </a:cubicBezTo>
                <a:cubicBezTo>
                  <a:pt x="184248" y="66102"/>
                  <a:pt x="181022" y="67122"/>
                  <a:pt x="179504" y="68123"/>
                </a:cubicBezTo>
                <a:cubicBezTo>
                  <a:pt x="177184" y="69748"/>
                  <a:pt x="176025" y="71810"/>
                  <a:pt x="176025" y="74310"/>
                </a:cubicBezTo>
                <a:cubicBezTo>
                  <a:pt x="176025" y="76769"/>
                  <a:pt x="176952" y="78895"/>
                  <a:pt x="178808" y="80687"/>
                </a:cubicBezTo>
                <a:cubicBezTo>
                  <a:pt x="180663" y="82478"/>
                  <a:pt x="183025" y="83374"/>
                  <a:pt x="185893" y="83374"/>
                </a:cubicBezTo>
                <a:cubicBezTo>
                  <a:pt x="189098" y="83374"/>
                  <a:pt x="192155" y="82332"/>
                  <a:pt x="195065" y="80248"/>
                </a:cubicBezTo>
                <a:cubicBezTo>
                  <a:pt x="197216" y="78666"/>
                  <a:pt x="198629" y="76728"/>
                  <a:pt x="199303" y="74435"/>
                </a:cubicBezTo>
                <a:cubicBezTo>
                  <a:pt x="199767" y="72935"/>
                  <a:pt x="199999" y="70081"/>
                  <a:pt x="199999" y="65873"/>
                </a:cubicBezTo>
                <a:lnTo>
                  <a:pt x="199999" y="62372"/>
                </a:lnTo>
                <a:close/>
                <a:moveTo>
                  <a:pt x="251978" y="94381"/>
                </a:moveTo>
                <a:lnTo>
                  <a:pt x="234202" y="94381"/>
                </a:lnTo>
                <a:lnTo>
                  <a:pt x="234202" y="27201"/>
                </a:lnTo>
                <a:lnTo>
                  <a:pt x="250712" y="27201"/>
                </a:lnTo>
                <a:lnTo>
                  <a:pt x="250712" y="36753"/>
                </a:lnTo>
                <a:cubicBezTo>
                  <a:pt x="253538" y="32240"/>
                  <a:pt x="256079" y="29267"/>
                  <a:pt x="258335" y="27833"/>
                </a:cubicBezTo>
                <a:cubicBezTo>
                  <a:pt x="260591" y="26400"/>
                  <a:pt x="263153" y="25683"/>
                  <a:pt x="266021" y="25683"/>
                </a:cubicBezTo>
                <a:cubicBezTo>
                  <a:pt x="270069" y="25683"/>
                  <a:pt x="273970" y="26800"/>
                  <a:pt x="277723" y="29035"/>
                </a:cubicBezTo>
                <a:lnTo>
                  <a:pt x="272220" y="44533"/>
                </a:lnTo>
                <a:cubicBezTo>
                  <a:pt x="269226" y="42594"/>
                  <a:pt x="266443" y="41624"/>
                  <a:pt x="263870" y="41624"/>
                </a:cubicBezTo>
                <a:cubicBezTo>
                  <a:pt x="261382" y="41624"/>
                  <a:pt x="259273" y="42309"/>
                  <a:pt x="257544" y="43679"/>
                </a:cubicBezTo>
                <a:cubicBezTo>
                  <a:pt x="255815" y="45050"/>
                  <a:pt x="254455" y="47528"/>
                  <a:pt x="253464" y="51112"/>
                </a:cubicBezTo>
                <a:cubicBezTo>
                  <a:pt x="252473" y="54697"/>
                  <a:pt x="251978" y="62203"/>
                  <a:pt x="251978" y="73632"/>
                </a:cubicBezTo>
                <a:lnTo>
                  <a:pt x="251978" y="94381"/>
                </a:lnTo>
                <a:close/>
                <a:moveTo>
                  <a:pt x="343933" y="47064"/>
                </a:moveTo>
                <a:lnTo>
                  <a:pt x="326411" y="50227"/>
                </a:lnTo>
                <a:cubicBezTo>
                  <a:pt x="325821" y="46747"/>
                  <a:pt x="324482" y="44128"/>
                  <a:pt x="322394" y="42367"/>
                </a:cubicBezTo>
                <a:cubicBezTo>
                  <a:pt x="320307" y="40606"/>
                  <a:pt x="317597" y="39726"/>
                  <a:pt x="314265" y="39726"/>
                </a:cubicBezTo>
                <a:cubicBezTo>
                  <a:pt x="309837" y="39726"/>
                  <a:pt x="306306" y="41250"/>
                  <a:pt x="303670" y="44298"/>
                </a:cubicBezTo>
                <a:cubicBezTo>
                  <a:pt x="301034" y="47346"/>
                  <a:pt x="299716" y="52444"/>
                  <a:pt x="299716" y="59591"/>
                </a:cubicBezTo>
                <a:cubicBezTo>
                  <a:pt x="299716" y="67538"/>
                  <a:pt x="301055" y="73151"/>
                  <a:pt x="303733" y="76431"/>
                </a:cubicBezTo>
                <a:cubicBezTo>
                  <a:pt x="306411" y="79710"/>
                  <a:pt x="310006" y="81349"/>
                  <a:pt x="314519" y="81349"/>
                </a:cubicBezTo>
                <a:cubicBezTo>
                  <a:pt x="317892" y="81349"/>
                  <a:pt x="320655" y="80390"/>
                  <a:pt x="322805" y="78471"/>
                </a:cubicBezTo>
                <a:cubicBezTo>
                  <a:pt x="324956" y="76552"/>
                  <a:pt x="326474" y="73252"/>
                  <a:pt x="327360" y="68571"/>
                </a:cubicBezTo>
                <a:lnTo>
                  <a:pt x="344819" y="71608"/>
                </a:lnTo>
                <a:cubicBezTo>
                  <a:pt x="343006" y="79620"/>
                  <a:pt x="339526" y="85672"/>
                  <a:pt x="334381" y="89763"/>
                </a:cubicBezTo>
                <a:cubicBezTo>
                  <a:pt x="329236" y="93853"/>
                  <a:pt x="322341" y="95899"/>
                  <a:pt x="313696" y="95899"/>
                </a:cubicBezTo>
                <a:cubicBezTo>
                  <a:pt x="303870" y="95899"/>
                  <a:pt x="296037" y="92799"/>
                  <a:pt x="290196" y="86600"/>
                </a:cubicBezTo>
                <a:cubicBezTo>
                  <a:pt x="284355" y="80401"/>
                  <a:pt x="281435" y="71819"/>
                  <a:pt x="281435" y="60854"/>
                </a:cubicBezTo>
                <a:cubicBezTo>
                  <a:pt x="281435" y="49763"/>
                  <a:pt x="284366" y="41128"/>
                  <a:pt x="290228" y="34950"/>
                </a:cubicBezTo>
                <a:cubicBezTo>
                  <a:pt x="296089" y="28772"/>
                  <a:pt x="304018" y="25683"/>
                  <a:pt x="314012" y="25683"/>
                </a:cubicBezTo>
                <a:cubicBezTo>
                  <a:pt x="322194" y="25683"/>
                  <a:pt x="328699" y="27443"/>
                  <a:pt x="333527" y="30965"/>
                </a:cubicBezTo>
                <a:cubicBezTo>
                  <a:pt x="338356" y="34486"/>
                  <a:pt x="341825" y="39852"/>
                  <a:pt x="343933" y="47064"/>
                </a:cubicBezTo>
                <a:close/>
                <a:moveTo>
                  <a:pt x="375100" y="1645"/>
                </a:moveTo>
                <a:lnTo>
                  <a:pt x="375100" y="35788"/>
                </a:lnTo>
                <a:cubicBezTo>
                  <a:pt x="380835" y="29051"/>
                  <a:pt x="387688" y="25683"/>
                  <a:pt x="395659" y="25683"/>
                </a:cubicBezTo>
                <a:cubicBezTo>
                  <a:pt x="399749" y="25683"/>
                  <a:pt x="403439" y="26442"/>
                  <a:pt x="406729" y="27960"/>
                </a:cubicBezTo>
                <a:cubicBezTo>
                  <a:pt x="410018" y="29478"/>
                  <a:pt x="412496" y="31418"/>
                  <a:pt x="414162" y="33780"/>
                </a:cubicBezTo>
                <a:cubicBezTo>
                  <a:pt x="415827" y="36141"/>
                  <a:pt x="416966" y="38756"/>
                  <a:pt x="417577" y="41624"/>
                </a:cubicBezTo>
                <a:cubicBezTo>
                  <a:pt x="418189" y="44491"/>
                  <a:pt x="418495" y="48940"/>
                  <a:pt x="418495" y="54971"/>
                </a:cubicBezTo>
                <a:lnTo>
                  <a:pt x="418495" y="94381"/>
                </a:lnTo>
                <a:lnTo>
                  <a:pt x="400719" y="94381"/>
                </a:lnTo>
                <a:lnTo>
                  <a:pt x="400719" y="58934"/>
                </a:lnTo>
                <a:cubicBezTo>
                  <a:pt x="400719" y="51900"/>
                  <a:pt x="400382" y="47435"/>
                  <a:pt x="399707" y="45540"/>
                </a:cubicBezTo>
                <a:cubicBezTo>
                  <a:pt x="399032" y="43643"/>
                  <a:pt x="397841" y="42137"/>
                  <a:pt x="396133" y="41021"/>
                </a:cubicBezTo>
                <a:cubicBezTo>
                  <a:pt x="394425" y="39904"/>
                  <a:pt x="392285" y="39346"/>
                  <a:pt x="389712" y="39346"/>
                </a:cubicBezTo>
                <a:cubicBezTo>
                  <a:pt x="386760" y="39346"/>
                  <a:pt x="384125" y="40063"/>
                  <a:pt x="381805" y="41495"/>
                </a:cubicBezTo>
                <a:cubicBezTo>
                  <a:pt x="379486" y="42928"/>
                  <a:pt x="377788" y="45086"/>
                  <a:pt x="376713" y="47971"/>
                </a:cubicBezTo>
                <a:cubicBezTo>
                  <a:pt x="375638" y="50856"/>
                  <a:pt x="375100" y="55121"/>
                  <a:pt x="375100" y="60767"/>
                </a:cubicBezTo>
                <a:lnTo>
                  <a:pt x="375100" y="94381"/>
                </a:lnTo>
                <a:lnTo>
                  <a:pt x="357324" y="94381"/>
                </a:lnTo>
                <a:lnTo>
                  <a:pt x="357324" y="1645"/>
                </a:lnTo>
                <a:lnTo>
                  <a:pt x="375100" y="1645"/>
                </a:lnTo>
                <a:close/>
                <a:moveTo>
                  <a:pt x="493302" y="94381"/>
                </a:moveTo>
                <a:lnTo>
                  <a:pt x="493302" y="17333"/>
                </a:lnTo>
                <a:lnTo>
                  <a:pt x="465785" y="17333"/>
                </a:lnTo>
                <a:lnTo>
                  <a:pt x="465785" y="1645"/>
                </a:lnTo>
                <a:lnTo>
                  <a:pt x="539480" y="1645"/>
                </a:lnTo>
                <a:lnTo>
                  <a:pt x="539480" y="17333"/>
                </a:lnTo>
                <a:lnTo>
                  <a:pt x="512026" y="17333"/>
                </a:lnTo>
                <a:lnTo>
                  <a:pt x="512026" y="94381"/>
                </a:lnTo>
                <a:lnTo>
                  <a:pt x="493302" y="94381"/>
                </a:lnTo>
                <a:close/>
                <a:moveTo>
                  <a:pt x="555024" y="47949"/>
                </a:moveTo>
                <a:lnTo>
                  <a:pt x="538893" y="45040"/>
                </a:lnTo>
                <a:cubicBezTo>
                  <a:pt x="540707" y="38459"/>
                  <a:pt x="543827" y="33589"/>
                  <a:pt x="548255" y="30427"/>
                </a:cubicBezTo>
                <a:cubicBezTo>
                  <a:pt x="552683" y="27264"/>
                  <a:pt x="559262" y="25683"/>
                  <a:pt x="567992" y="25683"/>
                </a:cubicBezTo>
                <a:cubicBezTo>
                  <a:pt x="575920" y="25683"/>
                  <a:pt x="581824" y="26621"/>
                  <a:pt x="585704" y="28498"/>
                </a:cubicBezTo>
                <a:cubicBezTo>
                  <a:pt x="589584" y="30374"/>
                  <a:pt x="592314" y="32757"/>
                  <a:pt x="593896" y="35646"/>
                </a:cubicBezTo>
                <a:cubicBezTo>
                  <a:pt x="595477" y="38535"/>
                  <a:pt x="596268" y="43838"/>
                  <a:pt x="596268" y="51555"/>
                </a:cubicBezTo>
                <a:lnTo>
                  <a:pt x="596078" y="72304"/>
                </a:lnTo>
                <a:cubicBezTo>
                  <a:pt x="596078" y="78208"/>
                  <a:pt x="596363" y="82562"/>
                  <a:pt x="596932" y="85366"/>
                </a:cubicBezTo>
                <a:cubicBezTo>
                  <a:pt x="597502" y="88171"/>
                  <a:pt x="598566" y="91176"/>
                  <a:pt x="600127" y="94381"/>
                </a:cubicBezTo>
                <a:lnTo>
                  <a:pt x="582541" y="94381"/>
                </a:lnTo>
                <a:cubicBezTo>
                  <a:pt x="582077" y="93200"/>
                  <a:pt x="581508" y="91450"/>
                  <a:pt x="580833" y="89130"/>
                </a:cubicBezTo>
                <a:cubicBezTo>
                  <a:pt x="580538" y="88076"/>
                  <a:pt x="580327" y="87380"/>
                  <a:pt x="580201" y="87043"/>
                </a:cubicBezTo>
                <a:cubicBezTo>
                  <a:pt x="577164" y="89995"/>
                  <a:pt x="573917" y="92209"/>
                  <a:pt x="570459" y="93685"/>
                </a:cubicBezTo>
                <a:cubicBezTo>
                  <a:pt x="567001" y="95161"/>
                  <a:pt x="563311" y="95899"/>
                  <a:pt x="559389" y="95899"/>
                </a:cubicBezTo>
                <a:cubicBezTo>
                  <a:pt x="552473" y="95899"/>
                  <a:pt x="547022" y="94030"/>
                  <a:pt x="543037" y="90293"/>
                </a:cubicBezTo>
                <a:cubicBezTo>
                  <a:pt x="539051" y="86555"/>
                  <a:pt x="537059" y="81831"/>
                  <a:pt x="537059" y="76119"/>
                </a:cubicBezTo>
                <a:cubicBezTo>
                  <a:pt x="537059" y="72339"/>
                  <a:pt x="537965" y="68969"/>
                  <a:pt x="539779" y="66009"/>
                </a:cubicBezTo>
                <a:cubicBezTo>
                  <a:pt x="541592" y="63048"/>
                  <a:pt x="544133" y="60780"/>
                  <a:pt x="547401" y="59205"/>
                </a:cubicBezTo>
                <a:cubicBezTo>
                  <a:pt x="550670" y="57630"/>
                  <a:pt x="555382" y="56255"/>
                  <a:pt x="561540" y="55080"/>
                </a:cubicBezTo>
                <a:cubicBezTo>
                  <a:pt x="569847" y="53526"/>
                  <a:pt x="575604" y="52077"/>
                  <a:pt x="578809" y="50733"/>
                </a:cubicBezTo>
                <a:lnTo>
                  <a:pt x="578809" y="48942"/>
                </a:lnTo>
                <a:cubicBezTo>
                  <a:pt x="578809" y="45488"/>
                  <a:pt x="577965" y="43025"/>
                  <a:pt x="576279" y="41554"/>
                </a:cubicBezTo>
                <a:cubicBezTo>
                  <a:pt x="574592" y="40082"/>
                  <a:pt x="571408" y="39346"/>
                  <a:pt x="566727" y="39346"/>
                </a:cubicBezTo>
                <a:cubicBezTo>
                  <a:pt x="563564" y="39346"/>
                  <a:pt x="561097" y="39983"/>
                  <a:pt x="559326" y="41256"/>
                </a:cubicBezTo>
                <a:cubicBezTo>
                  <a:pt x="557554" y="42528"/>
                  <a:pt x="556120" y="44759"/>
                  <a:pt x="555024" y="47949"/>
                </a:cubicBezTo>
                <a:moveTo>
                  <a:pt x="578809" y="62372"/>
                </a:moveTo>
                <a:cubicBezTo>
                  <a:pt x="576532" y="63122"/>
                  <a:pt x="572926" y="64018"/>
                  <a:pt x="567992" y="65061"/>
                </a:cubicBezTo>
                <a:cubicBezTo>
                  <a:pt x="563058" y="66102"/>
                  <a:pt x="559832" y="67122"/>
                  <a:pt x="558313" y="68123"/>
                </a:cubicBezTo>
                <a:cubicBezTo>
                  <a:pt x="555994" y="69748"/>
                  <a:pt x="554834" y="71810"/>
                  <a:pt x="554834" y="74310"/>
                </a:cubicBezTo>
                <a:cubicBezTo>
                  <a:pt x="554834" y="76769"/>
                  <a:pt x="555762" y="78895"/>
                  <a:pt x="557618" y="80687"/>
                </a:cubicBezTo>
                <a:cubicBezTo>
                  <a:pt x="559473" y="82478"/>
                  <a:pt x="561835" y="83374"/>
                  <a:pt x="564702" y="83374"/>
                </a:cubicBezTo>
                <a:cubicBezTo>
                  <a:pt x="567907" y="83374"/>
                  <a:pt x="570965" y="82332"/>
                  <a:pt x="573875" y="80248"/>
                </a:cubicBezTo>
                <a:cubicBezTo>
                  <a:pt x="576026" y="78666"/>
                  <a:pt x="577438" y="76728"/>
                  <a:pt x="578113" y="74435"/>
                </a:cubicBezTo>
                <a:cubicBezTo>
                  <a:pt x="578577" y="72935"/>
                  <a:pt x="578809" y="70081"/>
                  <a:pt x="578809" y="65873"/>
                </a:cubicBezTo>
                <a:lnTo>
                  <a:pt x="578809" y="62372"/>
                </a:lnTo>
                <a:close/>
                <a:moveTo>
                  <a:pt x="630787" y="94381"/>
                </a:moveTo>
                <a:lnTo>
                  <a:pt x="613012" y="94381"/>
                </a:lnTo>
                <a:lnTo>
                  <a:pt x="613012" y="27201"/>
                </a:lnTo>
                <a:lnTo>
                  <a:pt x="629522" y="27201"/>
                </a:lnTo>
                <a:lnTo>
                  <a:pt x="629522" y="36753"/>
                </a:lnTo>
                <a:cubicBezTo>
                  <a:pt x="632348" y="32240"/>
                  <a:pt x="634888" y="29267"/>
                  <a:pt x="637145" y="27833"/>
                </a:cubicBezTo>
                <a:cubicBezTo>
                  <a:pt x="639401" y="26400"/>
                  <a:pt x="641963" y="25683"/>
                  <a:pt x="644830" y="25683"/>
                </a:cubicBezTo>
                <a:cubicBezTo>
                  <a:pt x="648879" y="25683"/>
                  <a:pt x="652780" y="26800"/>
                  <a:pt x="656533" y="29035"/>
                </a:cubicBezTo>
                <a:lnTo>
                  <a:pt x="651030" y="44533"/>
                </a:lnTo>
                <a:cubicBezTo>
                  <a:pt x="648035" y="42594"/>
                  <a:pt x="645252" y="41624"/>
                  <a:pt x="642680" y="41624"/>
                </a:cubicBezTo>
                <a:cubicBezTo>
                  <a:pt x="640192" y="41624"/>
                  <a:pt x="638083" y="42309"/>
                  <a:pt x="636354" y="43679"/>
                </a:cubicBezTo>
                <a:cubicBezTo>
                  <a:pt x="634625" y="45050"/>
                  <a:pt x="633265" y="47528"/>
                  <a:pt x="632274" y="51112"/>
                </a:cubicBezTo>
                <a:cubicBezTo>
                  <a:pt x="631283" y="54697"/>
                  <a:pt x="630787" y="62203"/>
                  <a:pt x="630787" y="73632"/>
                </a:cubicBezTo>
                <a:lnTo>
                  <a:pt x="630787" y="94381"/>
                </a:lnTo>
                <a:close/>
                <a:moveTo>
                  <a:pt x="662507" y="98995"/>
                </a:moveTo>
                <a:lnTo>
                  <a:pt x="662503" y="99097"/>
                </a:lnTo>
                <a:lnTo>
                  <a:pt x="662498" y="99197"/>
                </a:lnTo>
                <a:lnTo>
                  <a:pt x="662494" y="99296"/>
                </a:lnTo>
                <a:lnTo>
                  <a:pt x="662490" y="99393"/>
                </a:lnTo>
                <a:lnTo>
                  <a:pt x="662487" y="99490"/>
                </a:lnTo>
                <a:lnTo>
                  <a:pt x="662483" y="99585"/>
                </a:lnTo>
                <a:lnTo>
                  <a:pt x="662480" y="99678"/>
                </a:lnTo>
                <a:lnTo>
                  <a:pt x="662477" y="99771"/>
                </a:lnTo>
                <a:lnTo>
                  <a:pt x="662474" y="99862"/>
                </a:lnTo>
                <a:lnTo>
                  <a:pt x="662472" y="99951"/>
                </a:lnTo>
                <a:lnTo>
                  <a:pt x="662470" y="100040"/>
                </a:lnTo>
                <a:lnTo>
                  <a:pt x="662468" y="100127"/>
                </a:lnTo>
                <a:lnTo>
                  <a:pt x="662466" y="100213"/>
                </a:lnTo>
                <a:lnTo>
                  <a:pt x="662464" y="100297"/>
                </a:lnTo>
                <a:lnTo>
                  <a:pt x="662463" y="100380"/>
                </a:lnTo>
                <a:lnTo>
                  <a:pt x="662461" y="100462"/>
                </a:lnTo>
                <a:lnTo>
                  <a:pt x="662460" y="100542"/>
                </a:lnTo>
                <a:lnTo>
                  <a:pt x="662460" y="100621"/>
                </a:lnTo>
                <a:lnTo>
                  <a:pt x="662459" y="100699"/>
                </a:lnTo>
                <a:lnTo>
                  <a:pt x="662459" y="100776"/>
                </a:lnTo>
                <a:lnTo>
                  <a:pt x="662459" y="100851"/>
                </a:lnTo>
                <a:lnTo>
                  <a:pt x="662471" y="101600"/>
                </a:lnTo>
                <a:lnTo>
                  <a:pt x="662508" y="102338"/>
                </a:lnTo>
                <a:lnTo>
                  <a:pt x="662570" y="103066"/>
                </a:lnTo>
                <a:lnTo>
                  <a:pt x="662657" y="103782"/>
                </a:lnTo>
                <a:lnTo>
                  <a:pt x="662769" y="104488"/>
                </a:lnTo>
                <a:lnTo>
                  <a:pt x="662905" y="105182"/>
                </a:lnTo>
                <a:lnTo>
                  <a:pt x="663067" y="105866"/>
                </a:lnTo>
                <a:lnTo>
                  <a:pt x="663253" y="106538"/>
                </a:lnTo>
                <a:lnTo>
                  <a:pt x="663464" y="107200"/>
                </a:lnTo>
                <a:lnTo>
                  <a:pt x="663700" y="107850"/>
                </a:lnTo>
                <a:lnTo>
                  <a:pt x="663960" y="108490"/>
                </a:lnTo>
                <a:lnTo>
                  <a:pt x="664246" y="109119"/>
                </a:lnTo>
                <a:lnTo>
                  <a:pt x="664556" y="109736"/>
                </a:lnTo>
                <a:lnTo>
                  <a:pt x="664891" y="110343"/>
                </a:lnTo>
                <a:lnTo>
                  <a:pt x="665251" y="110939"/>
                </a:lnTo>
                <a:lnTo>
                  <a:pt x="665636" y="111524"/>
                </a:lnTo>
                <a:lnTo>
                  <a:pt x="666045" y="112097"/>
                </a:lnTo>
                <a:lnTo>
                  <a:pt x="666479" y="112660"/>
                </a:lnTo>
                <a:lnTo>
                  <a:pt x="666939" y="113212"/>
                </a:lnTo>
                <a:lnTo>
                  <a:pt x="667423" y="113753"/>
                </a:lnTo>
                <a:lnTo>
                  <a:pt x="667931" y="114283"/>
                </a:lnTo>
                <a:lnTo>
                  <a:pt x="668463" y="114800"/>
                </a:lnTo>
                <a:lnTo>
                  <a:pt x="717986" y="114800"/>
                </a:lnTo>
                <a:lnTo>
                  <a:pt x="718252" y="114554"/>
                </a:lnTo>
                <a:lnTo>
                  <a:pt x="718544" y="114270"/>
                </a:lnTo>
                <a:lnTo>
                  <a:pt x="718831" y="113977"/>
                </a:lnTo>
                <a:lnTo>
                  <a:pt x="719113" y="113676"/>
                </a:lnTo>
                <a:lnTo>
                  <a:pt x="719389" y="113365"/>
                </a:lnTo>
                <a:lnTo>
                  <a:pt x="719659" y="113046"/>
                </a:lnTo>
                <a:lnTo>
                  <a:pt x="719924" y="112718"/>
                </a:lnTo>
                <a:lnTo>
                  <a:pt x="720184" y="112382"/>
                </a:lnTo>
                <a:lnTo>
                  <a:pt x="720438" y="112036"/>
                </a:lnTo>
                <a:lnTo>
                  <a:pt x="720686" y="111682"/>
                </a:lnTo>
                <a:lnTo>
                  <a:pt x="720929" y="111319"/>
                </a:lnTo>
                <a:lnTo>
                  <a:pt x="721167" y="110947"/>
                </a:lnTo>
                <a:lnTo>
                  <a:pt x="721399" y="110566"/>
                </a:lnTo>
                <a:lnTo>
                  <a:pt x="721626" y="110177"/>
                </a:lnTo>
                <a:lnTo>
                  <a:pt x="721847" y="109778"/>
                </a:lnTo>
                <a:lnTo>
                  <a:pt x="722062" y="109371"/>
                </a:lnTo>
                <a:lnTo>
                  <a:pt x="722272" y="108956"/>
                </a:lnTo>
                <a:lnTo>
                  <a:pt x="722477" y="108531"/>
                </a:lnTo>
                <a:lnTo>
                  <a:pt x="722676" y="108098"/>
                </a:lnTo>
                <a:lnTo>
                  <a:pt x="722870" y="107655"/>
                </a:lnTo>
                <a:lnTo>
                  <a:pt x="723058" y="107204"/>
                </a:lnTo>
                <a:lnTo>
                  <a:pt x="723240" y="106744"/>
                </a:lnTo>
                <a:lnTo>
                  <a:pt x="723418" y="106276"/>
                </a:lnTo>
                <a:lnTo>
                  <a:pt x="723589" y="105798"/>
                </a:lnTo>
                <a:lnTo>
                  <a:pt x="723755" y="105312"/>
                </a:lnTo>
                <a:lnTo>
                  <a:pt x="723915" y="104811"/>
                </a:lnTo>
                <a:lnTo>
                  <a:pt x="724069" y="104289"/>
                </a:lnTo>
                <a:lnTo>
                  <a:pt x="724215" y="103747"/>
                </a:lnTo>
                <a:lnTo>
                  <a:pt x="724355" y="103183"/>
                </a:lnTo>
                <a:lnTo>
                  <a:pt x="724487" y="102598"/>
                </a:lnTo>
                <a:lnTo>
                  <a:pt x="724613" y="101993"/>
                </a:lnTo>
                <a:lnTo>
                  <a:pt x="724732" y="101367"/>
                </a:lnTo>
                <a:lnTo>
                  <a:pt x="724845" y="100720"/>
                </a:lnTo>
                <a:lnTo>
                  <a:pt x="724950" y="100051"/>
                </a:lnTo>
                <a:lnTo>
                  <a:pt x="725049" y="99363"/>
                </a:lnTo>
                <a:lnTo>
                  <a:pt x="725141" y="98653"/>
                </a:lnTo>
                <a:lnTo>
                  <a:pt x="725226" y="97922"/>
                </a:lnTo>
                <a:lnTo>
                  <a:pt x="725304" y="97170"/>
                </a:lnTo>
                <a:lnTo>
                  <a:pt x="725376" y="96398"/>
                </a:lnTo>
                <a:lnTo>
                  <a:pt x="725441" y="95605"/>
                </a:lnTo>
                <a:lnTo>
                  <a:pt x="725499" y="94790"/>
                </a:lnTo>
                <a:lnTo>
                  <a:pt x="725550" y="93955"/>
                </a:lnTo>
                <a:lnTo>
                  <a:pt x="725594" y="93099"/>
                </a:lnTo>
                <a:lnTo>
                  <a:pt x="725631" y="92223"/>
                </a:lnTo>
                <a:lnTo>
                  <a:pt x="725662" y="91325"/>
                </a:lnTo>
                <a:lnTo>
                  <a:pt x="725686" y="90406"/>
                </a:lnTo>
                <a:lnTo>
                  <a:pt x="725703" y="89467"/>
                </a:lnTo>
                <a:lnTo>
                  <a:pt x="725713" y="88506"/>
                </a:lnTo>
                <a:lnTo>
                  <a:pt x="725716" y="87525"/>
                </a:lnTo>
                <a:lnTo>
                  <a:pt x="725716" y="27201"/>
                </a:lnTo>
                <a:lnTo>
                  <a:pt x="709080" y="27201"/>
                </a:lnTo>
                <a:lnTo>
                  <a:pt x="709080" y="36678"/>
                </a:lnTo>
                <a:lnTo>
                  <a:pt x="708397" y="35780"/>
                </a:lnTo>
                <a:lnTo>
                  <a:pt x="707700" y="34921"/>
                </a:lnTo>
                <a:lnTo>
                  <a:pt x="706987" y="34101"/>
                </a:lnTo>
                <a:lnTo>
                  <a:pt x="706259" y="33318"/>
                </a:lnTo>
                <a:lnTo>
                  <a:pt x="705516" y="32574"/>
                </a:lnTo>
                <a:lnTo>
                  <a:pt x="704758" y="31867"/>
                </a:lnTo>
                <a:lnTo>
                  <a:pt x="703985" y="31199"/>
                </a:lnTo>
                <a:lnTo>
                  <a:pt x="703197" y="30569"/>
                </a:lnTo>
                <a:lnTo>
                  <a:pt x="702393" y="29978"/>
                </a:lnTo>
                <a:lnTo>
                  <a:pt x="701574" y="29424"/>
                </a:lnTo>
                <a:lnTo>
                  <a:pt x="700740" y="28909"/>
                </a:lnTo>
                <a:lnTo>
                  <a:pt x="699891" y="28431"/>
                </a:lnTo>
                <a:lnTo>
                  <a:pt x="699027" y="27992"/>
                </a:lnTo>
                <a:lnTo>
                  <a:pt x="698148" y="27591"/>
                </a:lnTo>
                <a:lnTo>
                  <a:pt x="697253" y="27229"/>
                </a:lnTo>
                <a:lnTo>
                  <a:pt x="696344" y="26904"/>
                </a:lnTo>
                <a:lnTo>
                  <a:pt x="695419" y="26618"/>
                </a:lnTo>
                <a:lnTo>
                  <a:pt x="694479" y="26370"/>
                </a:lnTo>
                <a:lnTo>
                  <a:pt x="693524" y="26160"/>
                </a:lnTo>
                <a:lnTo>
                  <a:pt x="692554" y="25988"/>
                </a:lnTo>
                <a:lnTo>
                  <a:pt x="691568" y="25854"/>
                </a:lnTo>
                <a:lnTo>
                  <a:pt x="690567" y="25759"/>
                </a:lnTo>
                <a:lnTo>
                  <a:pt x="689552" y="25702"/>
                </a:lnTo>
                <a:lnTo>
                  <a:pt x="688521" y="25683"/>
                </a:lnTo>
                <a:lnTo>
                  <a:pt x="687521" y="25698"/>
                </a:lnTo>
                <a:lnTo>
                  <a:pt x="686535" y="25745"/>
                </a:lnTo>
                <a:lnTo>
                  <a:pt x="685562" y="25822"/>
                </a:lnTo>
                <a:lnTo>
                  <a:pt x="684603" y="25930"/>
                </a:lnTo>
                <a:lnTo>
                  <a:pt x="683658" y="26070"/>
                </a:lnTo>
                <a:lnTo>
                  <a:pt x="682727" y="26240"/>
                </a:lnTo>
                <a:lnTo>
                  <a:pt x="681809" y="26441"/>
                </a:lnTo>
                <a:lnTo>
                  <a:pt x="680905" y="26674"/>
                </a:lnTo>
                <a:lnTo>
                  <a:pt x="680015" y="26937"/>
                </a:lnTo>
                <a:lnTo>
                  <a:pt x="679139" y="27231"/>
                </a:lnTo>
                <a:lnTo>
                  <a:pt x="678276" y="27556"/>
                </a:lnTo>
                <a:lnTo>
                  <a:pt x="677427" y="27912"/>
                </a:lnTo>
                <a:lnTo>
                  <a:pt x="676592" y="28300"/>
                </a:lnTo>
                <a:lnTo>
                  <a:pt x="675770" y="28718"/>
                </a:lnTo>
                <a:lnTo>
                  <a:pt x="674962" y="29167"/>
                </a:lnTo>
                <a:lnTo>
                  <a:pt x="674168" y="29647"/>
                </a:lnTo>
                <a:lnTo>
                  <a:pt x="673388" y="30158"/>
                </a:lnTo>
                <a:lnTo>
                  <a:pt x="672621" y="30700"/>
                </a:lnTo>
                <a:lnTo>
                  <a:pt x="671869" y="31273"/>
                </a:lnTo>
                <a:lnTo>
                  <a:pt x="671129" y="31877"/>
                </a:lnTo>
                <a:lnTo>
                  <a:pt x="670404" y="32512"/>
                </a:lnTo>
                <a:lnTo>
                  <a:pt x="669692" y="33177"/>
                </a:lnTo>
                <a:lnTo>
                  <a:pt x="668994" y="33874"/>
                </a:lnTo>
                <a:lnTo>
                  <a:pt x="668310" y="34602"/>
                </a:lnTo>
                <a:lnTo>
                  <a:pt x="667647" y="35359"/>
                </a:lnTo>
                <a:lnTo>
                  <a:pt x="667012" y="36144"/>
                </a:lnTo>
                <a:lnTo>
                  <a:pt x="666405" y="36956"/>
                </a:lnTo>
                <a:lnTo>
                  <a:pt x="665826" y="37797"/>
                </a:lnTo>
                <a:lnTo>
                  <a:pt x="665276" y="38664"/>
                </a:lnTo>
                <a:lnTo>
                  <a:pt x="664754" y="39560"/>
                </a:lnTo>
                <a:lnTo>
                  <a:pt x="664260" y="40483"/>
                </a:lnTo>
                <a:lnTo>
                  <a:pt x="663794" y="41434"/>
                </a:lnTo>
                <a:lnTo>
                  <a:pt x="663357" y="42412"/>
                </a:lnTo>
                <a:lnTo>
                  <a:pt x="662947" y="43419"/>
                </a:lnTo>
                <a:lnTo>
                  <a:pt x="662566" y="44452"/>
                </a:lnTo>
                <a:lnTo>
                  <a:pt x="662214" y="45514"/>
                </a:lnTo>
                <a:lnTo>
                  <a:pt x="661889" y="46603"/>
                </a:lnTo>
                <a:lnTo>
                  <a:pt x="661593" y="47720"/>
                </a:lnTo>
                <a:lnTo>
                  <a:pt x="661324" y="48865"/>
                </a:lnTo>
                <a:lnTo>
                  <a:pt x="661085" y="50037"/>
                </a:lnTo>
                <a:lnTo>
                  <a:pt x="660873" y="51237"/>
                </a:lnTo>
                <a:lnTo>
                  <a:pt x="660689" y="52464"/>
                </a:lnTo>
                <a:lnTo>
                  <a:pt x="660534" y="53720"/>
                </a:lnTo>
                <a:lnTo>
                  <a:pt x="660407" y="55003"/>
                </a:lnTo>
                <a:lnTo>
                  <a:pt x="660308" y="56313"/>
                </a:lnTo>
                <a:lnTo>
                  <a:pt x="660238" y="57652"/>
                </a:lnTo>
                <a:lnTo>
                  <a:pt x="660195" y="59018"/>
                </a:lnTo>
                <a:lnTo>
                  <a:pt x="660181" y="60411"/>
                </a:lnTo>
                <a:lnTo>
                  <a:pt x="660192" y="61526"/>
                </a:lnTo>
                <a:lnTo>
                  <a:pt x="660224" y="62626"/>
                </a:lnTo>
                <a:lnTo>
                  <a:pt x="660278" y="63710"/>
                </a:lnTo>
                <a:lnTo>
                  <a:pt x="660354" y="64779"/>
                </a:lnTo>
                <a:lnTo>
                  <a:pt x="660450" y="65833"/>
                </a:lnTo>
                <a:lnTo>
                  <a:pt x="660569" y="66871"/>
                </a:lnTo>
                <a:lnTo>
                  <a:pt x="660709" y="67894"/>
                </a:lnTo>
                <a:lnTo>
                  <a:pt x="660870" y="68902"/>
                </a:lnTo>
                <a:lnTo>
                  <a:pt x="661053" y="69894"/>
                </a:lnTo>
                <a:lnTo>
                  <a:pt x="661258" y="70871"/>
                </a:lnTo>
                <a:lnTo>
                  <a:pt x="661484" y="71832"/>
                </a:lnTo>
                <a:lnTo>
                  <a:pt x="661731" y="72778"/>
                </a:lnTo>
                <a:lnTo>
                  <a:pt x="662000" y="73709"/>
                </a:lnTo>
                <a:lnTo>
                  <a:pt x="662291" y="74624"/>
                </a:lnTo>
                <a:lnTo>
                  <a:pt x="662603" y="75524"/>
                </a:lnTo>
                <a:lnTo>
                  <a:pt x="662937" y="76408"/>
                </a:lnTo>
                <a:lnTo>
                  <a:pt x="663292" y="77277"/>
                </a:lnTo>
                <a:lnTo>
                  <a:pt x="663668" y="78131"/>
                </a:lnTo>
                <a:lnTo>
                  <a:pt x="664067" y="78970"/>
                </a:lnTo>
                <a:lnTo>
                  <a:pt x="664486" y="79793"/>
                </a:lnTo>
                <a:lnTo>
                  <a:pt x="664928" y="80600"/>
                </a:lnTo>
                <a:lnTo>
                  <a:pt x="665390" y="81393"/>
                </a:lnTo>
                <a:lnTo>
                  <a:pt x="665875" y="82169"/>
                </a:lnTo>
                <a:lnTo>
                  <a:pt x="666381" y="82931"/>
                </a:lnTo>
                <a:lnTo>
                  <a:pt x="667049" y="83865"/>
                </a:lnTo>
                <a:lnTo>
                  <a:pt x="667738" y="84760"/>
                </a:lnTo>
                <a:lnTo>
                  <a:pt x="668445" y="85614"/>
                </a:lnTo>
                <a:lnTo>
                  <a:pt x="669173" y="86429"/>
                </a:lnTo>
                <a:lnTo>
                  <a:pt x="669920" y="87205"/>
                </a:lnTo>
                <a:lnTo>
                  <a:pt x="670686" y="87940"/>
                </a:lnTo>
                <a:lnTo>
                  <a:pt x="671472" y="88636"/>
                </a:lnTo>
                <a:lnTo>
                  <a:pt x="672278" y="89292"/>
                </a:lnTo>
                <a:lnTo>
                  <a:pt x="673103" y="89908"/>
                </a:lnTo>
                <a:lnTo>
                  <a:pt x="673947" y="90485"/>
                </a:lnTo>
                <a:lnTo>
                  <a:pt x="674812" y="91021"/>
                </a:lnTo>
                <a:lnTo>
                  <a:pt x="675695" y="91518"/>
                </a:lnTo>
                <a:lnTo>
                  <a:pt x="676599" y="91975"/>
                </a:lnTo>
                <a:lnTo>
                  <a:pt x="677521" y="92393"/>
                </a:lnTo>
                <a:lnTo>
                  <a:pt x="678464" y="92770"/>
                </a:lnTo>
                <a:lnTo>
                  <a:pt x="679426" y="93108"/>
                </a:lnTo>
                <a:lnTo>
                  <a:pt x="680407" y="93407"/>
                </a:lnTo>
                <a:lnTo>
                  <a:pt x="681408" y="93665"/>
                </a:lnTo>
                <a:lnTo>
                  <a:pt x="682429" y="93884"/>
                </a:lnTo>
                <a:lnTo>
                  <a:pt x="683469" y="94063"/>
                </a:lnTo>
                <a:lnTo>
                  <a:pt x="684529" y="94202"/>
                </a:lnTo>
                <a:lnTo>
                  <a:pt x="685608" y="94301"/>
                </a:lnTo>
                <a:lnTo>
                  <a:pt x="686707" y="94361"/>
                </a:lnTo>
                <a:lnTo>
                  <a:pt x="687825" y="94381"/>
                </a:lnTo>
                <a:lnTo>
                  <a:pt x="688830" y="94361"/>
                </a:lnTo>
                <a:lnTo>
                  <a:pt x="689820" y="94304"/>
                </a:lnTo>
                <a:lnTo>
                  <a:pt x="690796" y="94208"/>
                </a:lnTo>
                <a:lnTo>
                  <a:pt x="691758" y="94073"/>
                </a:lnTo>
                <a:lnTo>
                  <a:pt x="692704" y="93901"/>
                </a:lnTo>
                <a:lnTo>
                  <a:pt x="693637" y="93690"/>
                </a:lnTo>
                <a:lnTo>
                  <a:pt x="694555" y="93440"/>
                </a:lnTo>
                <a:lnTo>
                  <a:pt x="695458" y="93152"/>
                </a:lnTo>
                <a:lnTo>
                  <a:pt x="696347" y="92826"/>
                </a:lnTo>
                <a:lnTo>
                  <a:pt x="697221" y="92461"/>
                </a:lnTo>
                <a:lnTo>
                  <a:pt x="698081" y="92058"/>
                </a:lnTo>
                <a:lnTo>
                  <a:pt x="698927" y="91617"/>
                </a:lnTo>
                <a:lnTo>
                  <a:pt x="699758" y="91137"/>
                </a:lnTo>
                <a:lnTo>
                  <a:pt x="700574" y="90618"/>
                </a:lnTo>
                <a:lnTo>
                  <a:pt x="701376" y="90062"/>
                </a:lnTo>
                <a:lnTo>
                  <a:pt x="702163" y="89467"/>
                </a:lnTo>
                <a:lnTo>
                  <a:pt x="702936" y="88833"/>
                </a:lnTo>
                <a:lnTo>
                  <a:pt x="703695" y="88161"/>
                </a:lnTo>
                <a:lnTo>
                  <a:pt x="704439" y="87451"/>
                </a:lnTo>
                <a:lnTo>
                  <a:pt x="705168" y="86703"/>
                </a:lnTo>
                <a:lnTo>
                  <a:pt x="705883" y="85916"/>
                </a:lnTo>
                <a:lnTo>
                  <a:pt x="706584" y="85090"/>
                </a:lnTo>
                <a:lnTo>
                  <a:pt x="707270" y="84226"/>
                </a:lnTo>
                <a:lnTo>
                  <a:pt x="707941" y="83324"/>
                </a:lnTo>
                <a:lnTo>
                  <a:pt x="707941" y="93200"/>
                </a:lnTo>
                <a:lnTo>
                  <a:pt x="707940" y="93693"/>
                </a:lnTo>
                <a:lnTo>
                  <a:pt x="707935" y="94172"/>
                </a:lnTo>
                <a:lnTo>
                  <a:pt x="707928" y="94639"/>
                </a:lnTo>
                <a:lnTo>
                  <a:pt x="707918" y="95092"/>
                </a:lnTo>
                <a:lnTo>
                  <a:pt x="707905" y="95532"/>
                </a:lnTo>
                <a:lnTo>
                  <a:pt x="707890" y="95959"/>
                </a:lnTo>
                <a:lnTo>
                  <a:pt x="707871" y="96374"/>
                </a:lnTo>
                <a:lnTo>
                  <a:pt x="707850" y="96775"/>
                </a:lnTo>
                <a:lnTo>
                  <a:pt x="707825" y="97163"/>
                </a:lnTo>
                <a:lnTo>
                  <a:pt x="707798" y="97538"/>
                </a:lnTo>
                <a:lnTo>
                  <a:pt x="707768" y="97900"/>
                </a:lnTo>
                <a:lnTo>
                  <a:pt x="707735" y="98249"/>
                </a:lnTo>
                <a:lnTo>
                  <a:pt x="707700" y="98585"/>
                </a:lnTo>
                <a:lnTo>
                  <a:pt x="707661" y="98907"/>
                </a:lnTo>
                <a:lnTo>
                  <a:pt x="707620" y="99217"/>
                </a:lnTo>
                <a:lnTo>
                  <a:pt x="707575" y="99514"/>
                </a:lnTo>
                <a:lnTo>
                  <a:pt x="707528" y="99798"/>
                </a:lnTo>
                <a:lnTo>
                  <a:pt x="707478" y="100068"/>
                </a:lnTo>
                <a:lnTo>
                  <a:pt x="707426" y="100326"/>
                </a:lnTo>
                <a:lnTo>
                  <a:pt x="707370" y="100570"/>
                </a:lnTo>
                <a:lnTo>
                  <a:pt x="707311" y="100802"/>
                </a:lnTo>
                <a:lnTo>
                  <a:pt x="707250" y="101020"/>
                </a:lnTo>
                <a:lnTo>
                  <a:pt x="707186" y="101226"/>
                </a:lnTo>
                <a:lnTo>
                  <a:pt x="707119" y="101418"/>
                </a:lnTo>
                <a:lnTo>
                  <a:pt x="707016" y="101675"/>
                </a:lnTo>
                <a:lnTo>
                  <a:pt x="706910" y="101926"/>
                </a:lnTo>
                <a:lnTo>
                  <a:pt x="706800" y="102171"/>
                </a:lnTo>
                <a:lnTo>
                  <a:pt x="706686" y="102411"/>
                </a:lnTo>
                <a:lnTo>
                  <a:pt x="706568" y="102644"/>
                </a:lnTo>
                <a:lnTo>
                  <a:pt x="706447" y="102871"/>
                </a:lnTo>
                <a:lnTo>
                  <a:pt x="706321" y="103093"/>
                </a:lnTo>
                <a:lnTo>
                  <a:pt x="706191" y="103308"/>
                </a:lnTo>
                <a:lnTo>
                  <a:pt x="706057" y="103517"/>
                </a:lnTo>
                <a:lnTo>
                  <a:pt x="705919" y="103721"/>
                </a:lnTo>
                <a:lnTo>
                  <a:pt x="705778" y="103918"/>
                </a:lnTo>
                <a:lnTo>
                  <a:pt x="705632" y="104109"/>
                </a:lnTo>
                <a:lnTo>
                  <a:pt x="705482" y="104295"/>
                </a:lnTo>
                <a:lnTo>
                  <a:pt x="705329" y="104474"/>
                </a:lnTo>
                <a:lnTo>
                  <a:pt x="705171" y="104648"/>
                </a:lnTo>
                <a:lnTo>
                  <a:pt x="705010" y="104815"/>
                </a:lnTo>
                <a:lnTo>
                  <a:pt x="704845" y="104977"/>
                </a:lnTo>
                <a:lnTo>
                  <a:pt x="704675" y="105133"/>
                </a:lnTo>
                <a:lnTo>
                  <a:pt x="704502" y="105282"/>
                </a:lnTo>
                <a:lnTo>
                  <a:pt x="704325" y="105426"/>
                </a:lnTo>
                <a:lnTo>
                  <a:pt x="704144" y="105564"/>
                </a:lnTo>
                <a:lnTo>
                  <a:pt x="703958" y="105695"/>
                </a:lnTo>
                <a:lnTo>
                  <a:pt x="703769" y="105821"/>
                </a:lnTo>
                <a:lnTo>
                  <a:pt x="703576" y="105941"/>
                </a:lnTo>
                <a:lnTo>
                  <a:pt x="703280" y="106113"/>
                </a:lnTo>
                <a:lnTo>
                  <a:pt x="702972" y="106277"/>
                </a:lnTo>
                <a:lnTo>
                  <a:pt x="702652" y="106434"/>
                </a:lnTo>
                <a:lnTo>
                  <a:pt x="702320" y="106584"/>
                </a:lnTo>
                <a:lnTo>
                  <a:pt x="701976" y="106726"/>
                </a:lnTo>
                <a:lnTo>
                  <a:pt x="701619" y="106861"/>
                </a:lnTo>
                <a:lnTo>
                  <a:pt x="701251" y="106989"/>
                </a:lnTo>
                <a:lnTo>
                  <a:pt x="700870" y="107109"/>
                </a:lnTo>
                <a:lnTo>
                  <a:pt x="700478" y="107223"/>
                </a:lnTo>
                <a:lnTo>
                  <a:pt x="700073" y="107329"/>
                </a:lnTo>
                <a:lnTo>
                  <a:pt x="699656" y="107427"/>
                </a:lnTo>
                <a:lnTo>
                  <a:pt x="699227" y="107518"/>
                </a:lnTo>
                <a:lnTo>
                  <a:pt x="698786" y="107602"/>
                </a:lnTo>
                <a:lnTo>
                  <a:pt x="698333" y="107679"/>
                </a:lnTo>
                <a:lnTo>
                  <a:pt x="697868" y="107748"/>
                </a:lnTo>
                <a:lnTo>
                  <a:pt x="697391" y="107811"/>
                </a:lnTo>
                <a:lnTo>
                  <a:pt x="696902" y="107865"/>
                </a:lnTo>
                <a:lnTo>
                  <a:pt x="696400" y="107913"/>
                </a:lnTo>
                <a:lnTo>
                  <a:pt x="695887" y="107953"/>
                </a:lnTo>
                <a:lnTo>
                  <a:pt x="695361" y="107986"/>
                </a:lnTo>
                <a:lnTo>
                  <a:pt x="694824" y="108011"/>
                </a:lnTo>
                <a:lnTo>
                  <a:pt x="694274" y="108030"/>
                </a:lnTo>
                <a:lnTo>
                  <a:pt x="693712" y="108041"/>
                </a:lnTo>
                <a:lnTo>
                  <a:pt x="693139" y="108044"/>
                </a:lnTo>
                <a:lnTo>
                  <a:pt x="692690" y="108041"/>
                </a:lnTo>
                <a:lnTo>
                  <a:pt x="692252" y="108031"/>
                </a:lnTo>
                <a:lnTo>
                  <a:pt x="691824" y="108014"/>
                </a:lnTo>
                <a:lnTo>
                  <a:pt x="691406" y="107991"/>
                </a:lnTo>
                <a:lnTo>
                  <a:pt x="690998" y="107961"/>
                </a:lnTo>
                <a:lnTo>
                  <a:pt x="690600" y="107925"/>
                </a:lnTo>
                <a:lnTo>
                  <a:pt x="690213" y="107881"/>
                </a:lnTo>
                <a:lnTo>
                  <a:pt x="689835" y="107831"/>
                </a:lnTo>
                <a:lnTo>
                  <a:pt x="689468" y="107775"/>
                </a:lnTo>
                <a:lnTo>
                  <a:pt x="689110" y="107712"/>
                </a:lnTo>
                <a:lnTo>
                  <a:pt x="688763" y="107642"/>
                </a:lnTo>
                <a:lnTo>
                  <a:pt x="688426" y="107565"/>
                </a:lnTo>
                <a:lnTo>
                  <a:pt x="688099" y="107482"/>
                </a:lnTo>
                <a:lnTo>
                  <a:pt x="687782" y="107392"/>
                </a:lnTo>
                <a:lnTo>
                  <a:pt x="687475" y="107296"/>
                </a:lnTo>
                <a:lnTo>
                  <a:pt x="687178" y="107193"/>
                </a:lnTo>
                <a:lnTo>
                  <a:pt x="686892" y="107083"/>
                </a:lnTo>
                <a:lnTo>
                  <a:pt x="686615" y="106967"/>
                </a:lnTo>
                <a:lnTo>
                  <a:pt x="686349" y="106844"/>
                </a:lnTo>
                <a:lnTo>
                  <a:pt x="686092" y="106714"/>
                </a:lnTo>
                <a:lnTo>
                  <a:pt x="685846" y="106578"/>
                </a:lnTo>
                <a:lnTo>
                  <a:pt x="685610" y="106435"/>
                </a:lnTo>
                <a:lnTo>
                  <a:pt x="685384" y="106285"/>
                </a:lnTo>
                <a:lnTo>
                  <a:pt x="685168" y="106129"/>
                </a:lnTo>
                <a:lnTo>
                  <a:pt x="685018" y="106013"/>
                </a:lnTo>
                <a:lnTo>
                  <a:pt x="684872" y="105890"/>
                </a:lnTo>
                <a:lnTo>
                  <a:pt x="684730" y="105759"/>
                </a:lnTo>
                <a:lnTo>
                  <a:pt x="684594" y="105620"/>
                </a:lnTo>
                <a:lnTo>
                  <a:pt x="684461" y="105473"/>
                </a:lnTo>
                <a:lnTo>
                  <a:pt x="684334" y="105319"/>
                </a:lnTo>
                <a:lnTo>
                  <a:pt x="684211" y="105157"/>
                </a:lnTo>
                <a:lnTo>
                  <a:pt x="684093" y="104987"/>
                </a:lnTo>
                <a:lnTo>
                  <a:pt x="683979" y="104809"/>
                </a:lnTo>
                <a:lnTo>
                  <a:pt x="683870" y="104624"/>
                </a:lnTo>
                <a:lnTo>
                  <a:pt x="683766" y="104430"/>
                </a:lnTo>
                <a:lnTo>
                  <a:pt x="683666" y="104230"/>
                </a:lnTo>
                <a:lnTo>
                  <a:pt x="683571" y="104021"/>
                </a:lnTo>
                <a:lnTo>
                  <a:pt x="683480" y="103804"/>
                </a:lnTo>
                <a:lnTo>
                  <a:pt x="683394" y="103580"/>
                </a:lnTo>
                <a:lnTo>
                  <a:pt x="683313" y="103348"/>
                </a:lnTo>
                <a:lnTo>
                  <a:pt x="683236" y="103108"/>
                </a:lnTo>
                <a:lnTo>
                  <a:pt x="683164" y="102861"/>
                </a:lnTo>
                <a:lnTo>
                  <a:pt x="683096" y="102605"/>
                </a:lnTo>
                <a:lnTo>
                  <a:pt x="683033" y="102342"/>
                </a:lnTo>
                <a:lnTo>
                  <a:pt x="682975" y="102072"/>
                </a:lnTo>
                <a:lnTo>
                  <a:pt x="682921" y="101793"/>
                </a:lnTo>
                <a:lnTo>
                  <a:pt x="682872" y="101507"/>
                </a:lnTo>
                <a:lnTo>
                  <a:pt x="682828" y="101212"/>
                </a:lnTo>
                <a:lnTo>
                  <a:pt x="662522" y="98682"/>
                </a:lnTo>
                <a:lnTo>
                  <a:pt x="662517" y="98788"/>
                </a:lnTo>
                <a:lnTo>
                  <a:pt x="662512" y="98892"/>
                </a:lnTo>
                <a:lnTo>
                  <a:pt x="662507" y="98995"/>
                </a:lnTo>
                <a:close/>
                <a:moveTo>
                  <a:pt x="678428" y="57743"/>
                </a:moveTo>
                <a:lnTo>
                  <a:pt x="678464" y="56942"/>
                </a:lnTo>
                <a:lnTo>
                  <a:pt x="678515" y="56159"/>
                </a:lnTo>
                <a:lnTo>
                  <a:pt x="678579" y="55394"/>
                </a:lnTo>
                <a:lnTo>
                  <a:pt x="678659" y="54648"/>
                </a:lnTo>
                <a:lnTo>
                  <a:pt x="678752" y="53919"/>
                </a:lnTo>
                <a:lnTo>
                  <a:pt x="678860" y="53209"/>
                </a:lnTo>
                <a:lnTo>
                  <a:pt x="678982" y="52516"/>
                </a:lnTo>
                <a:lnTo>
                  <a:pt x="679119" y="51842"/>
                </a:lnTo>
                <a:lnTo>
                  <a:pt x="679270" y="51185"/>
                </a:lnTo>
                <a:lnTo>
                  <a:pt x="679435" y="50547"/>
                </a:lnTo>
                <a:lnTo>
                  <a:pt x="679615" y="49927"/>
                </a:lnTo>
                <a:lnTo>
                  <a:pt x="679809" y="49324"/>
                </a:lnTo>
                <a:lnTo>
                  <a:pt x="680018" y="48740"/>
                </a:lnTo>
                <a:lnTo>
                  <a:pt x="680241" y="48174"/>
                </a:lnTo>
                <a:lnTo>
                  <a:pt x="680478" y="47626"/>
                </a:lnTo>
                <a:lnTo>
                  <a:pt x="680730" y="47096"/>
                </a:lnTo>
                <a:lnTo>
                  <a:pt x="680996" y="46585"/>
                </a:lnTo>
                <a:lnTo>
                  <a:pt x="681277" y="46091"/>
                </a:lnTo>
                <a:lnTo>
                  <a:pt x="681572" y="45615"/>
                </a:lnTo>
                <a:lnTo>
                  <a:pt x="681881" y="45157"/>
                </a:lnTo>
                <a:lnTo>
                  <a:pt x="682205" y="44718"/>
                </a:lnTo>
                <a:lnTo>
                  <a:pt x="682543" y="44296"/>
                </a:lnTo>
                <a:lnTo>
                  <a:pt x="682892" y="43892"/>
                </a:lnTo>
                <a:lnTo>
                  <a:pt x="683249" y="43506"/>
                </a:lnTo>
                <a:lnTo>
                  <a:pt x="683614" y="43136"/>
                </a:lnTo>
                <a:lnTo>
                  <a:pt x="683986" y="42784"/>
                </a:lnTo>
                <a:lnTo>
                  <a:pt x="684367" y="42449"/>
                </a:lnTo>
                <a:lnTo>
                  <a:pt x="684755" y="42131"/>
                </a:lnTo>
                <a:lnTo>
                  <a:pt x="685151" y="41830"/>
                </a:lnTo>
                <a:lnTo>
                  <a:pt x="685555" y="41546"/>
                </a:lnTo>
                <a:lnTo>
                  <a:pt x="685966" y="41280"/>
                </a:lnTo>
                <a:lnTo>
                  <a:pt x="686386" y="41031"/>
                </a:lnTo>
                <a:lnTo>
                  <a:pt x="686813" y="40799"/>
                </a:lnTo>
                <a:lnTo>
                  <a:pt x="687248" y="40584"/>
                </a:lnTo>
                <a:lnTo>
                  <a:pt x="687691" y="40386"/>
                </a:lnTo>
                <a:lnTo>
                  <a:pt x="688141" y="40206"/>
                </a:lnTo>
                <a:lnTo>
                  <a:pt x="688599" y="40042"/>
                </a:lnTo>
                <a:lnTo>
                  <a:pt x="689066" y="39896"/>
                </a:lnTo>
                <a:lnTo>
                  <a:pt x="689539" y="39767"/>
                </a:lnTo>
                <a:lnTo>
                  <a:pt x="690021" y="39656"/>
                </a:lnTo>
                <a:lnTo>
                  <a:pt x="690511" y="39561"/>
                </a:lnTo>
                <a:lnTo>
                  <a:pt x="691008" y="39484"/>
                </a:lnTo>
                <a:lnTo>
                  <a:pt x="691513" y="39424"/>
                </a:lnTo>
                <a:lnTo>
                  <a:pt x="692026" y="39381"/>
                </a:lnTo>
                <a:lnTo>
                  <a:pt x="692547" y="39355"/>
                </a:lnTo>
                <a:lnTo>
                  <a:pt x="693075" y="39346"/>
                </a:lnTo>
                <a:lnTo>
                  <a:pt x="693620" y="39355"/>
                </a:lnTo>
                <a:lnTo>
                  <a:pt x="694156" y="39381"/>
                </a:lnTo>
                <a:lnTo>
                  <a:pt x="694685" y="39425"/>
                </a:lnTo>
                <a:lnTo>
                  <a:pt x="695205" y="39486"/>
                </a:lnTo>
                <a:lnTo>
                  <a:pt x="695718" y="39565"/>
                </a:lnTo>
                <a:lnTo>
                  <a:pt x="696222" y="39662"/>
                </a:lnTo>
                <a:lnTo>
                  <a:pt x="696719" y="39775"/>
                </a:lnTo>
                <a:lnTo>
                  <a:pt x="697208" y="39907"/>
                </a:lnTo>
                <a:lnTo>
                  <a:pt x="697689" y="40056"/>
                </a:lnTo>
                <a:lnTo>
                  <a:pt x="698162" y="40222"/>
                </a:lnTo>
                <a:lnTo>
                  <a:pt x="698628" y="40406"/>
                </a:lnTo>
                <a:lnTo>
                  <a:pt x="699085" y="40608"/>
                </a:lnTo>
                <a:lnTo>
                  <a:pt x="699534" y="40826"/>
                </a:lnTo>
                <a:lnTo>
                  <a:pt x="699976" y="41063"/>
                </a:lnTo>
                <a:lnTo>
                  <a:pt x="700409" y="41317"/>
                </a:lnTo>
                <a:lnTo>
                  <a:pt x="700835" y="41588"/>
                </a:lnTo>
                <a:lnTo>
                  <a:pt x="701253" y="41877"/>
                </a:lnTo>
                <a:lnTo>
                  <a:pt x="701663" y="42184"/>
                </a:lnTo>
                <a:lnTo>
                  <a:pt x="702065" y="42508"/>
                </a:lnTo>
                <a:lnTo>
                  <a:pt x="702459" y="42850"/>
                </a:lnTo>
                <a:lnTo>
                  <a:pt x="702845" y="43209"/>
                </a:lnTo>
                <a:lnTo>
                  <a:pt x="703223" y="43585"/>
                </a:lnTo>
                <a:lnTo>
                  <a:pt x="703593" y="43979"/>
                </a:lnTo>
                <a:lnTo>
                  <a:pt x="703956" y="44391"/>
                </a:lnTo>
                <a:lnTo>
                  <a:pt x="704307" y="44821"/>
                </a:lnTo>
                <a:lnTo>
                  <a:pt x="704643" y="45269"/>
                </a:lnTo>
                <a:lnTo>
                  <a:pt x="704964" y="45736"/>
                </a:lnTo>
                <a:lnTo>
                  <a:pt x="705270" y="46222"/>
                </a:lnTo>
                <a:lnTo>
                  <a:pt x="705561" y="46726"/>
                </a:lnTo>
                <a:lnTo>
                  <a:pt x="705838" y="47249"/>
                </a:lnTo>
                <a:lnTo>
                  <a:pt x="706099" y="47790"/>
                </a:lnTo>
                <a:lnTo>
                  <a:pt x="706345" y="48350"/>
                </a:lnTo>
                <a:lnTo>
                  <a:pt x="706577" y="48929"/>
                </a:lnTo>
                <a:lnTo>
                  <a:pt x="706794" y="49526"/>
                </a:lnTo>
                <a:lnTo>
                  <a:pt x="706995" y="50142"/>
                </a:lnTo>
                <a:lnTo>
                  <a:pt x="707182" y="50776"/>
                </a:lnTo>
                <a:lnTo>
                  <a:pt x="707354" y="51429"/>
                </a:lnTo>
                <a:lnTo>
                  <a:pt x="707510" y="52101"/>
                </a:lnTo>
                <a:lnTo>
                  <a:pt x="707652" y="52791"/>
                </a:lnTo>
                <a:lnTo>
                  <a:pt x="707779" y="53500"/>
                </a:lnTo>
                <a:lnTo>
                  <a:pt x="707891" y="54228"/>
                </a:lnTo>
                <a:lnTo>
                  <a:pt x="707988" y="54974"/>
                </a:lnTo>
                <a:lnTo>
                  <a:pt x="708071" y="55739"/>
                </a:lnTo>
                <a:lnTo>
                  <a:pt x="708138" y="56522"/>
                </a:lnTo>
                <a:lnTo>
                  <a:pt x="708190" y="57324"/>
                </a:lnTo>
                <a:lnTo>
                  <a:pt x="708227" y="58145"/>
                </a:lnTo>
                <a:lnTo>
                  <a:pt x="708250" y="58984"/>
                </a:lnTo>
                <a:lnTo>
                  <a:pt x="708257" y="59842"/>
                </a:lnTo>
                <a:lnTo>
                  <a:pt x="708249" y="60664"/>
                </a:lnTo>
                <a:lnTo>
                  <a:pt x="708226" y="61468"/>
                </a:lnTo>
                <a:lnTo>
                  <a:pt x="708187" y="62256"/>
                </a:lnTo>
                <a:lnTo>
                  <a:pt x="708132" y="63027"/>
                </a:lnTo>
                <a:lnTo>
                  <a:pt x="708062" y="63781"/>
                </a:lnTo>
                <a:lnTo>
                  <a:pt x="707977" y="64518"/>
                </a:lnTo>
                <a:lnTo>
                  <a:pt x="707875" y="65238"/>
                </a:lnTo>
                <a:lnTo>
                  <a:pt x="707758" y="65941"/>
                </a:lnTo>
                <a:lnTo>
                  <a:pt x="707626" y="66627"/>
                </a:lnTo>
                <a:lnTo>
                  <a:pt x="707478" y="67296"/>
                </a:lnTo>
                <a:lnTo>
                  <a:pt x="707314" y="67948"/>
                </a:lnTo>
                <a:lnTo>
                  <a:pt x="707134" y="68583"/>
                </a:lnTo>
                <a:lnTo>
                  <a:pt x="706939" y="69201"/>
                </a:lnTo>
                <a:lnTo>
                  <a:pt x="706729" y="69803"/>
                </a:lnTo>
                <a:lnTo>
                  <a:pt x="706503" y="70387"/>
                </a:lnTo>
                <a:lnTo>
                  <a:pt x="706261" y="70954"/>
                </a:lnTo>
                <a:lnTo>
                  <a:pt x="706004" y="71504"/>
                </a:lnTo>
                <a:lnTo>
                  <a:pt x="705731" y="72038"/>
                </a:lnTo>
                <a:lnTo>
                  <a:pt x="705442" y="72554"/>
                </a:lnTo>
                <a:lnTo>
                  <a:pt x="705138" y="73053"/>
                </a:lnTo>
                <a:lnTo>
                  <a:pt x="704819" y="73536"/>
                </a:lnTo>
                <a:lnTo>
                  <a:pt x="704483" y="74001"/>
                </a:lnTo>
                <a:lnTo>
                  <a:pt x="704132" y="74450"/>
                </a:lnTo>
                <a:lnTo>
                  <a:pt x="703766" y="74881"/>
                </a:lnTo>
                <a:lnTo>
                  <a:pt x="703388" y="75296"/>
                </a:lnTo>
                <a:lnTo>
                  <a:pt x="703003" y="75692"/>
                </a:lnTo>
                <a:lnTo>
                  <a:pt x="702612" y="76071"/>
                </a:lnTo>
                <a:lnTo>
                  <a:pt x="702213" y="76433"/>
                </a:lnTo>
                <a:lnTo>
                  <a:pt x="701807" y="76776"/>
                </a:lnTo>
                <a:lnTo>
                  <a:pt x="701394" y="77102"/>
                </a:lnTo>
                <a:lnTo>
                  <a:pt x="700974" y="77411"/>
                </a:lnTo>
                <a:lnTo>
                  <a:pt x="700547" y="77702"/>
                </a:lnTo>
                <a:lnTo>
                  <a:pt x="700113" y="77975"/>
                </a:lnTo>
                <a:lnTo>
                  <a:pt x="699672" y="78230"/>
                </a:lnTo>
                <a:lnTo>
                  <a:pt x="699224" y="78468"/>
                </a:lnTo>
                <a:lnTo>
                  <a:pt x="698769" y="78689"/>
                </a:lnTo>
                <a:lnTo>
                  <a:pt x="698306" y="78891"/>
                </a:lnTo>
                <a:lnTo>
                  <a:pt x="697837" y="79076"/>
                </a:lnTo>
                <a:lnTo>
                  <a:pt x="697361" y="79244"/>
                </a:lnTo>
                <a:lnTo>
                  <a:pt x="696878" y="79394"/>
                </a:lnTo>
                <a:lnTo>
                  <a:pt x="696388" y="79526"/>
                </a:lnTo>
                <a:lnTo>
                  <a:pt x="695890" y="79641"/>
                </a:lnTo>
                <a:lnTo>
                  <a:pt x="695386" y="79737"/>
                </a:lnTo>
                <a:lnTo>
                  <a:pt x="694875" y="79817"/>
                </a:lnTo>
                <a:lnTo>
                  <a:pt x="694356" y="79878"/>
                </a:lnTo>
                <a:lnTo>
                  <a:pt x="693831" y="79923"/>
                </a:lnTo>
                <a:lnTo>
                  <a:pt x="693299" y="79949"/>
                </a:lnTo>
                <a:lnTo>
                  <a:pt x="692759" y="79958"/>
                </a:lnTo>
                <a:lnTo>
                  <a:pt x="692256" y="79949"/>
                </a:lnTo>
                <a:lnTo>
                  <a:pt x="691760" y="79923"/>
                </a:lnTo>
                <a:lnTo>
                  <a:pt x="691271" y="79880"/>
                </a:lnTo>
                <a:lnTo>
                  <a:pt x="690788" y="79820"/>
                </a:lnTo>
                <a:lnTo>
                  <a:pt x="690313" y="79743"/>
                </a:lnTo>
                <a:lnTo>
                  <a:pt x="689843" y="79648"/>
                </a:lnTo>
                <a:lnTo>
                  <a:pt x="689381" y="79537"/>
                </a:lnTo>
                <a:lnTo>
                  <a:pt x="688925" y="79408"/>
                </a:lnTo>
                <a:lnTo>
                  <a:pt x="688476" y="79262"/>
                </a:lnTo>
                <a:lnTo>
                  <a:pt x="688033" y="79098"/>
                </a:lnTo>
                <a:lnTo>
                  <a:pt x="687598" y="78918"/>
                </a:lnTo>
                <a:lnTo>
                  <a:pt x="687169" y="78720"/>
                </a:lnTo>
                <a:lnTo>
                  <a:pt x="686746" y="78505"/>
                </a:lnTo>
                <a:lnTo>
                  <a:pt x="686331" y="78273"/>
                </a:lnTo>
                <a:lnTo>
                  <a:pt x="685922" y="78024"/>
                </a:lnTo>
                <a:lnTo>
                  <a:pt x="685520" y="77758"/>
                </a:lnTo>
                <a:lnTo>
                  <a:pt x="685124" y="77474"/>
                </a:lnTo>
                <a:lnTo>
                  <a:pt x="684735" y="77173"/>
                </a:lnTo>
                <a:lnTo>
                  <a:pt x="684353" y="76856"/>
                </a:lnTo>
                <a:lnTo>
                  <a:pt x="683978" y="76520"/>
                </a:lnTo>
                <a:lnTo>
                  <a:pt x="683609" y="76168"/>
                </a:lnTo>
                <a:lnTo>
                  <a:pt x="683247" y="75799"/>
                </a:lnTo>
                <a:lnTo>
                  <a:pt x="682892" y="75412"/>
                </a:lnTo>
                <a:lnTo>
                  <a:pt x="682543" y="75008"/>
                </a:lnTo>
                <a:lnTo>
                  <a:pt x="682205" y="74585"/>
                </a:lnTo>
                <a:lnTo>
                  <a:pt x="681881" y="74143"/>
                </a:lnTo>
                <a:lnTo>
                  <a:pt x="681572" y="73681"/>
                </a:lnTo>
                <a:lnTo>
                  <a:pt x="681277" y="73199"/>
                </a:lnTo>
                <a:lnTo>
                  <a:pt x="680996" y="72698"/>
                </a:lnTo>
                <a:lnTo>
                  <a:pt x="680730" y="72176"/>
                </a:lnTo>
                <a:lnTo>
                  <a:pt x="680478" y="71635"/>
                </a:lnTo>
                <a:lnTo>
                  <a:pt x="680241" y="71074"/>
                </a:lnTo>
                <a:lnTo>
                  <a:pt x="680018" y="70493"/>
                </a:lnTo>
                <a:lnTo>
                  <a:pt x="679809" y="69892"/>
                </a:lnTo>
                <a:lnTo>
                  <a:pt x="679615" y="69271"/>
                </a:lnTo>
                <a:lnTo>
                  <a:pt x="679435" y="68631"/>
                </a:lnTo>
                <a:lnTo>
                  <a:pt x="679270" y="67970"/>
                </a:lnTo>
                <a:lnTo>
                  <a:pt x="679119" y="67290"/>
                </a:lnTo>
                <a:lnTo>
                  <a:pt x="678982" y="66590"/>
                </a:lnTo>
                <a:lnTo>
                  <a:pt x="678860" y="65871"/>
                </a:lnTo>
                <a:lnTo>
                  <a:pt x="678752" y="65131"/>
                </a:lnTo>
                <a:lnTo>
                  <a:pt x="678659" y="64372"/>
                </a:lnTo>
                <a:lnTo>
                  <a:pt x="678579" y="63592"/>
                </a:lnTo>
                <a:lnTo>
                  <a:pt x="678515" y="62793"/>
                </a:lnTo>
                <a:lnTo>
                  <a:pt x="678464" y="61975"/>
                </a:lnTo>
                <a:lnTo>
                  <a:pt x="678428" y="61136"/>
                </a:lnTo>
                <a:lnTo>
                  <a:pt x="678407" y="60277"/>
                </a:lnTo>
                <a:lnTo>
                  <a:pt x="678400" y="59399"/>
                </a:lnTo>
                <a:lnTo>
                  <a:pt x="678407" y="58562"/>
                </a:lnTo>
                <a:lnTo>
                  <a:pt x="678428" y="57743"/>
                </a:lnTo>
                <a:close/>
                <a:moveTo>
                  <a:pt x="782097" y="72999"/>
                </a:moveTo>
                <a:lnTo>
                  <a:pt x="799809" y="76036"/>
                </a:lnTo>
                <a:cubicBezTo>
                  <a:pt x="797532" y="82509"/>
                  <a:pt x="793937" y="87438"/>
                  <a:pt x="789024" y="90822"/>
                </a:cubicBezTo>
                <a:cubicBezTo>
                  <a:pt x="784111" y="94207"/>
                  <a:pt x="777964" y="95899"/>
                  <a:pt x="770584" y="95899"/>
                </a:cubicBezTo>
                <a:cubicBezTo>
                  <a:pt x="758902" y="95899"/>
                  <a:pt x="750257" y="92082"/>
                  <a:pt x="744648" y="84449"/>
                </a:cubicBezTo>
                <a:cubicBezTo>
                  <a:pt x="740220" y="78334"/>
                  <a:pt x="738006" y="70617"/>
                  <a:pt x="738006" y="61297"/>
                </a:cubicBezTo>
                <a:cubicBezTo>
                  <a:pt x="738006" y="50163"/>
                  <a:pt x="740916" y="41444"/>
                  <a:pt x="746736" y="35140"/>
                </a:cubicBezTo>
                <a:cubicBezTo>
                  <a:pt x="752555" y="28835"/>
                  <a:pt x="759914" y="25683"/>
                  <a:pt x="768813" y="25683"/>
                </a:cubicBezTo>
                <a:cubicBezTo>
                  <a:pt x="778807" y="25683"/>
                  <a:pt x="786694" y="28983"/>
                  <a:pt x="792471" y="35582"/>
                </a:cubicBezTo>
                <a:cubicBezTo>
                  <a:pt x="798249" y="42182"/>
                  <a:pt x="801011" y="52293"/>
                  <a:pt x="800758" y="65915"/>
                </a:cubicBezTo>
                <a:lnTo>
                  <a:pt x="756224" y="65915"/>
                </a:lnTo>
                <a:cubicBezTo>
                  <a:pt x="756351" y="71186"/>
                  <a:pt x="757785" y="75287"/>
                  <a:pt x="760526" y="78218"/>
                </a:cubicBezTo>
                <a:cubicBezTo>
                  <a:pt x="763267" y="81149"/>
                  <a:pt x="766683" y="82615"/>
                  <a:pt x="770774" y="82615"/>
                </a:cubicBezTo>
                <a:cubicBezTo>
                  <a:pt x="773557" y="82615"/>
                  <a:pt x="775898" y="81856"/>
                  <a:pt x="777795" y="80337"/>
                </a:cubicBezTo>
                <a:cubicBezTo>
                  <a:pt x="779693" y="78819"/>
                  <a:pt x="781127" y="76373"/>
                  <a:pt x="782097" y="72999"/>
                </a:cubicBezTo>
                <a:moveTo>
                  <a:pt x="783109" y="55034"/>
                </a:moveTo>
                <a:cubicBezTo>
                  <a:pt x="782982" y="49910"/>
                  <a:pt x="781654" y="46015"/>
                  <a:pt x="779124" y="43347"/>
                </a:cubicBezTo>
                <a:cubicBezTo>
                  <a:pt x="776593" y="40680"/>
                  <a:pt x="773515" y="39346"/>
                  <a:pt x="769888" y="39346"/>
                </a:cubicBezTo>
                <a:cubicBezTo>
                  <a:pt x="766008" y="39346"/>
                  <a:pt x="762803" y="40753"/>
                  <a:pt x="760273" y="43567"/>
                </a:cubicBezTo>
                <a:cubicBezTo>
                  <a:pt x="757743" y="46382"/>
                  <a:pt x="756499" y="50204"/>
                  <a:pt x="756541" y="55034"/>
                </a:cubicBezTo>
                <a:lnTo>
                  <a:pt x="783109" y="55034"/>
                </a:lnTo>
                <a:close/>
                <a:moveTo>
                  <a:pt x="846031" y="27201"/>
                </a:moveTo>
                <a:lnTo>
                  <a:pt x="846031" y="41371"/>
                </a:lnTo>
                <a:lnTo>
                  <a:pt x="833885" y="41371"/>
                </a:lnTo>
                <a:lnTo>
                  <a:pt x="833885" y="68401"/>
                </a:lnTo>
                <a:cubicBezTo>
                  <a:pt x="833885" y="73876"/>
                  <a:pt x="834001" y="77066"/>
                  <a:pt x="834233" y="77971"/>
                </a:cubicBezTo>
                <a:cubicBezTo>
                  <a:pt x="834465" y="78875"/>
                  <a:pt x="834992" y="79622"/>
                  <a:pt x="835814" y="80213"/>
                </a:cubicBezTo>
                <a:cubicBezTo>
                  <a:pt x="836637" y="80802"/>
                  <a:pt x="837638" y="81096"/>
                  <a:pt x="838819" y="81096"/>
                </a:cubicBezTo>
                <a:cubicBezTo>
                  <a:pt x="840464" y="81096"/>
                  <a:pt x="842847" y="80527"/>
                  <a:pt x="845967" y="79388"/>
                </a:cubicBezTo>
                <a:lnTo>
                  <a:pt x="847486" y="93230"/>
                </a:lnTo>
                <a:cubicBezTo>
                  <a:pt x="843353" y="95009"/>
                  <a:pt x="838672" y="95899"/>
                  <a:pt x="833442" y="95899"/>
                </a:cubicBezTo>
                <a:cubicBezTo>
                  <a:pt x="830237" y="95899"/>
                  <a:pt x="827348" y="95361"/>
                  <a:pt x="824776" y="94286"/>
                </a:cubicBezTo>
                <a:cubicBezTo>
                  <a:pt x="822203" y="93210"/>
                  <a:pt x="820316" y="91819"/>
                  <a:pt x="819114" y="90111"/>
                </a:cubicBezTo>
                <a:cubicBezTo>
                  <a:pt x="817912" y="88403"/>
                  <a:pt x="817080" y="86094"/>
                  <a:pt x="816616" y="83184"/>
                </a:cubicBezTo>
                <a:cubicBezTo>
                  <a:pt x="816236" y="81118"/>
                  <a:pt x="816046" y="76943"/>
                  <a:pt x="816046" y="70659"/>
                </a:cubicBezTo>
                <a:lnTo>
                  <a:pt x="816046" y="41371"/>
                </a:lnTo>
                <a:lnTo>
                  <a:pt x="807886" y="41371"/>
                </a:lnTo>
                <a:lnTo>
                  <a:pt x="807886" y="27201"/>
                </a:lnTo>
                <a:lnTo>
                  <a:pt x="816046" y="27201"/>
                </a:lnTo>
                <a:lnTo>
                  <a:pt x="816046" y="13790"/>
                </a:lnTo>
                <a:lnTo>
                  <a:pt x="833885" y="3289"/>
                </a:lnTo>
                <a:lnTo>
                  <a:pt x="833885" y="27201"/>
                </a:lnTo>
                <a:lnTo>
                  <a:pt x="846031" y="27201"/>
                </a:lnTo>
                <a:close/>
                <a:moveTo>
                  <a:pt x="852102" y="75277"/>
                </a:moveTo>
                <a:lnTo>
                  <a:pt x="869941" y="72493"/>
                </a:lnTo>
                <a:cubicBezTo>
                  <a:pt x="870700" y="75930"/>
                  <a:pt x="872239" y="78540"/>
                  <a:pt x="874559" y="80322"/>
                </a:cubicBezTo>
                <a:cubicBezTo>
                  <a:pt x="876878" y="82103"/>
                  <a:pt x="880126" y="82994"/>
                  <a:pt x="884301" y="82994"/>
                </a:cubicBezTo>
                <a:cubicBezTo>
                  <a:pt x="888897" y="82994"/>
                  <a:pt x="892355" y="82152"/>
                  <a:pt x="894675" y="80468"/>
                </a:cubicBezTo>
                <a:cubicBezTo>
                  <a:pt x="896235" y="79288"/>
                  <a:pt x="897015" y="77709"/>
                  <a:pt x="897015" y="75729"/>
                </a:cubicBezTo>
                <a:cubicBezTo>
                  <a:pt x="897015" y="74381"/>
                  <a:pt x="896594" y="73265"/>
                  <a:pt x="895750" y="72381"/>
                </a:cubicBezTo>
                <a:cubicBezTo>
                  <a:pt x="894865" y="71539"/>
                  <a:pt x="892883" y="70760"/>
                  <a:pt x="889804" y="70044"/>
                </a:cubicBezTo>
                <a:cubicBezTo>
                  <a:pt x="875466" y="66887"/>
                  <a:pt x="866378" y="64002"/>
                  <a:pt x="862540" y="61390"/>
                </a:cubicBezTo>
                <a:cubicBezTo>
                  <a:pt x="857226" y="57766"/>
                  <a:pt x="854569" y="52731"/>
                  <a:pt x="854569" y="46285"/>
                </a:cubicBezTo>
                <a:cubicBezTo>
                  <a:pt x="854569" y="40470"/>
                  <a:pt x="856868" y="35583"/>
                  <a:pt x="861464" y="31623"/>
                </a:cubicBezTo>
                <a:cubicBezTo>
                  <a:pt x="866061" y="27663"/>
                  <a:pt x="873188" y="25683"/>
                  <a:pt x="882846" y="25683"/>
                </a:cubicBezTo>
                <a:cubicBezTo>
                  <a:pt x="892039" y="25683"/>
                  <a:pt x="898871" y="27174"/>
                  <a:pt x="903341" y="30158"/>
                </a:cubicBezTo>
                <a:cubicBezTo>
                  <a:pt x="907811" y="33142"/>
                  <a:pt x="910890" y="37554"/>
                  <a:pt x="912577" y="43395"/>
                </a:cubicBezTo>
                <a:lnTo>
                  <a:pt x="895813" y="46558"/>
                </a:lnTo>
                <a:cubicBezTo>
                  <a:pt x="895097" y="43943"/>
                  <a:pt x="893737" y="41940"/>
                  <a:pt x="891733" y="40548"/>
                </a:cubicBezTo>
                <a:cubicBezTo>
                  <a:pt x="889730" y="39157"/>
                  <a:pt x="886873" y="38461"/>
                  <a:pt x="883162" y="38461"/>
                </a:cubicBezTo>
                <a:cubicBezTo>
                  <a:pt x="878481" y="38461"/>
                  <a:pt x="875128" y="39114"/>
                  <a:pt x="873104" y="40420"/>
                </a:cubicBezTo>
                <a:cubicBezTo>
                  <a:pt x="871754" y="41345"/>
                  <a:pt x="871080" y="42545"/>
                  <a:pt x="871080" y="44019"/>
                </a:cubicBezTo>
                <a:cubicBezTo>
                  <a:pt x="871080" y="45282"/>
                  <a:pt x="871670" y="46355"/>
                  <a:pt x="872851" y="47240"/>
                </a:cubicBezTo>
                <a:cubicBezTo>
                  <a:pt x="874453" y="48419"/>
                  <a:pt x="879988" y="50083"/>
                  <a:pt x="889456" y="52231"/>
                </a:cubicBezTo>
                <a:cubicBezTo>
                  <a:pt x="898924" y="54379"/>
                  <a:pt x="905534" y="57014"/>
                  <a:pt x="909287" y="60136"/>
                </a:cubicBezTo>
                <a:cubicBezTo>
                  <a:pt x="912998" y="63302"/>
                  <a:pt x="914854" y="67712"/>
                  <a:pt x="914854" y="73365"/>
                </a:cubicBezTo>
                <a:cubicBezTo>
                  <a:pt x="914854" y="79526"/>
                  <a:pt x="912282" y="84822"/>
                  <a:pt x="907137" y="89253"/>
                </a:cubicBezTo>
                <a:cubicBezTo>
                  <a:pt x="901992" y="93683"/>
                  <a:pt x="894380" y="95899"/>
                  <a:pt x="884301" y="95899"/>
                </a:cubicBezTo>
                <a:cubicBezTo>
                  <a:pt x="875149" y="95899"/>
                  <a:pt x="867906" y="94049"/>
                  <a:pt x="862572" y="90350"/>
                </a:cubicBezTo>
                <a:cubicBezTo>
                  <a:pt x="857237" y="86649"/>
                  <a:pt x="853747" y="81625"/>
                  <a:pt x="852102" y="75277"/>
                </a:cubicBezTo>
                <a:close/>
                <a:moveTo>
                  <a:pt x="933495" y="40232"/>
                </a:moveTo>
                <a:lnTo>
                  <a:pt x="933495" y="27201"/>
                </a:lnTo>
                <a:lnTo>
                  <a:pt x="946462" y="27201"/>
                </a:lnTo>
                <a:lnTo>
                  <a:pt x="946462" y="40232"/>
                </a:lnTo>
                <a:lnTo>
                  <a:pt x="933495" y="40232"/>
                </a:lnTo>
                <a:moveTo>
                  <a:pt x="933495" y="94381"/>
                </a:moveTo>
                <a:lnTo>
                  <a:pt x="933495" y="81349"/>
                </a:lnTo>
                <a:lnTo>
                  <a:pt x="946462" y="81349"/>
                </a:lnTo>
                <a:lnTo>
                  <a:pt x="946462" y="94381"/>
                </a:lnTo>
                <a:lnTo>
                  <a:pt x="933495" y="94381"/>
                </a:lnTo>
                <a:close/>
                <a:moveTo>
                  <a:pt x="991584" y="110701"/>
                </a:moveTo>
                <a:lnTo>
                  <a:pt x="977857" y="110701"/>
                </a:lnTo>
                <a:lnTo>
                  <a:pt x="977857" y="11133"/>
                </a:lnTo>
                <a:lnTo>
                  <a:pt x="991584" y="11133"/>
                </a:lnTo>
                <a:lnTo>
                  <a:pt x="991584" y="1645"/>
                </a:lnTo>
                <a:lnTo>
                  <a:pt x="966471" y="1645"/>
                </a:lnTo>
                <a:lnTo>
                  <a:pt x="966471" y="114800"/>
                </a:lnTo>
                <a:lnTo>
                  <a:pt x="991584" y="114800"/>
                </a:lnTo>
                <a:lnTo>
                  <a:pt x="991584" y="110701"/>
                </a:lnTo>
                <a:close/>
                <a:moveTo>
                  <a:pt x="1004191" y="94381"/>
                </a:moveTo>
                <a:lnTo>
                  <a:pt x="1004191" y="1645"/>
                </a:lnTo>
                <a:lnTo>
                  <a:pt x="1066753" y="1645"/>
                </a:lnTo>
                <a:lnTo>
                  <a:pt x="1066753" y="12652"/>
                </a:lnTo>
                <a:lnTo>
                  <a:pt x="1016463" y="12652"/>
                </a:lnTo>
                <a:lnTo>
                  <a:pt x="1016463" y="41244"/>
                </a:lnTo>
                <a:lnTo>
                  <a:pt x="1059985" y="41244"/>
                </a:lnTo>
                <a:lnTo>
                  <a:pt x="1059985" y="52251"/>
                </a:lnTo>
                <a:lnTo>
                  <a:pt x="1016463" y="52251"/>
                </a:lnTo>
                <a:lnTo>
                  <a:pt x="1016463" y="94381"/>
                </a:lnTo>
                <a:lnTo>
                  <a:pt x="1004191" y="94381"/>
                </a:lnTo>
                <a:close/>
                <a:moveTo>
                  <a:pt x="1152865" y="84388"/>
                </a:moveTo>
                <a:cubicBezTo>
                  <a:pt x="1158558" y="88308"/>
                  <a:pt x="1163808" y="91176"/>
                  <a:pt x="1168616" y="92989"/>
                </a:cubicBezTo>
                <a:lnTo>
                  <a:pt x="1165010" y="101529"/>
                </a:lnTo>
                <a:cubicBezTo>
                  <a:pt x="1158347" y="99125"/>
                  <a:pt x="1151705" y="95329"/>
                  <a:pt x="1145084" y="90142"/>
                </a:cubicBezTo>
                <a:cubicBezTo>
                  <a:pt x="1138210" y="93980"/>
                  <a:pt x="1130619" y="95899"/>
                  <a:pt x="1122311" y="95899"/>
                </a:cubicBezTo>
                <a:cubicBezTo>
                  <a:pt x="1113919" y="95899"/>
                  <a:pt x="1106307" y="93876"/>
                  <a:pt x="1099475" y="89830"/>
                </a:cubicBezTo>
                <a:cubicBezTo>
                  <a:pt x="1092643" y="85784"/>
                  <a:pt x="1087382" y="80095"/>
                  <a:pt x="1083692" y="72762"/>
                </a:cubicBezTo>
                <a:cubicBezTo>
                  <a:pt x="1080002" y="65428"/>
                  <a:pt x="1078157" y="57168"/>
                  <a:pt x="1078157" y="47981"/>
                </a:cubicBezTo>
                <a:cubicBezTo>
                  <a:pt x="1078157" y="38836"/>
                  <a:pt x="1080013" y="30513"/>
                  <a:pt x="1083724" y="23012"/>
                </a:cubicBezTo>
                <a:cubicBezTo>
                  <a:pt x="1087435" y="15509"/>
                  <a:pt x="1092717" y="9798"/>
                  <a:pt x="1099570" y="5879"/>
                </a:cubicBezTo>
                <a:cubicBezTo>
                  <a:pt x="1106423" y="1960"/>
                  <a:pt x="1114088" y="0"/>
                  <a:pt x="1122564" y="0"/>
                </a:cubicBezTo>
                <a:cubicBezTo>
                  <a:pt x="1131125" y="0"/>
                  <a:pt x="1138842" y="2033"/>
                  <a:pt x="1145716" y="6100"/>
                </a:cubicBezTo>
                <a:cubicBezTo>
                  <a:pt x="1152590" y="10167"/>
                  <a:pt x="1157830" y="15857"/>
                  <a:pt x="1161436" y="23168"/>
                </a:cubicBezTo>
                <a:cubicBezTo>
                  <a:pt x="1165042" y="30478"/>
                  <a:pt x="1166845" y="38727"/>
                  <a:pt x="1166845" y="47914"/>
                </a:cubicBezTo>
                <a:cubicBezTo>
                  <a:pt x="1166845" y="55542"/>
                  <a:pt x="1165685" y="62400"/>
                  <a:pt x="1163365" y="68490"/>
                </a:cubicBezTo>
                <a:cubicBezTo>
                  <a:pt x="1161046" y="74579"/>
                  <a:pt x="1157546" y="79878"/>
                  <a:pt x="1152865" y="84388"/>
                </a:cubicBezTo>
                <a:moveTo>
                  <a:pt x="1125853" y="68712"/>
                </a:moveTo>
                <a:cubicBezTo>
                  <a:pt x="1132938" y="70694"/>
                  <a:pt x="1138779" y="73646"/>
                  <a:pt x="1143376" y="77568"/>
                </a:cubicBezTo>
                <a:cubicBezTo>
                  <a:pt x="1150587" y="71000"/>
                  <a:pt x="1154193" y="61127"/>
                  <a:pt x="1154193" y="47949"/>
                </a:cubicBezTo>
                <a:cubicBezTo>
                  <a:pt x="1154193" y="40456"/>
                  <a:pt x="1152917" y="33909"/>
                  <a:pt x="1150366" y="28310"/>
                </a:cubicBezTo>
                <a:cubicBezTo>
                  <a:pt x="1147814" y="22710"/>
                  <a:pt x="1144082" y="18363"/>
                  <a:pt x="1139169" y="15269"/>
                </a:cubicBezTo>
                <a:cubicBezTo>
                  <a:pt x="1134256" y="12174"/>
                  <a:pt x="1128742" y="10627"/>
                  <a:pt x="1122627" y="10627"/>
                </a:cubicBezTo>
                <a:cubicBezTo>
                  <a:pt x="1113476" y="10627"/>
                  <a:pt x="1105885" y="13753"/>
                  <a:pt x="1099855" y="20005"/>
                </a:cubicBezTo>
                <a:cubicBezTo>
                  <a:pt x="1093824" y="26257"/>
                  <a:pt x="1090809" y="35593"/>
                  <a:pt x="1090809" y="48013"/>
                </a:cubicBezTo>
                <a:cubicBezTo>
                  <a:pt x="1090809" y="60054"/>
                  <a:pt x="1093792" y="69296"/>
                  <a:pt x="1099760" y="75737"/>
                </a:cubicBezTo>
                <a:cubicBezTo>
                  <a:pt x="1105727" y="82178"/>
                  <a:pt x="1113350" y="85398"/>
                  <a:pt x="1122627" y="85398"/>
                </a:cubicBezTo>
                <a:cubicBezTo>
                  <a:pt x="1127013" y="85398"/>
                  <a:pt x="1131146" y="84577"/>
                  <a:pt x="1135026" y="82935"/>
                </a:cubicBezTo>
                <a:cubicBezTo>
                  <a:pt x="1131188" y="80452"/>
                  <a:pt x="1127140" y="78684"/>
                  <a:pt x="1122880" y="77631"/>
                </a:cubicBezTo>
                <a:lnTo>
                  <a:pt x="1125853" y="68712"/>
                </a:lnTo>
                <a:close/>
                <a:moveTo>
                  <a:pt x="1183247" y="94381"/>
                </a:moveTo>
                <a:lnTo>
                  <a:pt x="1183247" y="1645"/>
                </a:lnTo>
                <a:lnTo>
                  <a:pt x="1215192" y="1645"/>
                </a:lnTo>
                <a:cubicBezTo>
                  <a:pt x="1222404" y="1645"/>
                  <a:pt x="1227907" y="2087"/>
                  <a:pt x="1231703" y="2973"/>
                </a:cubicBezTo>
                <a:cubicBezTo>
                  <a:pt x="1237016" y="4196"/>
                  <a:pt x="1241550" y="6410"/>
                  <a:pt x="1245303" y="9615"/>
                </a:cubicBezTo>
                <a:cubicBezTo>
                  <a:pt x="1250195" y="13748"/>
                  <a:pt x="1253853" y="19030"/>
                  <a:pt x="1256278" y="25461"/>
                </a:cubicBezTo>
                <a:cubicBezTo>
                  <a:pt x="1258703" y="31892"/>
                  <a:pt x="1259916" y="39241"/>
                  <a:pt x="1259916" y="47507"/>
                </a:cubicBezTo>
                <a:cubicBezTo>
                  <a:pt x="1259916" y="54549"/>
                  <a:pt x="1259093" y="60791"/>
                  <a:pt x="1257448" y="66231"/>
                </a:cubicBezTo>
                <a:cubicBezTo>
                  <a:pt x="1255804" y="71671"/>
                  <a:pt x="1253695" y="76173"/>
                  <a:pt x="1251123" y="79736"/>
                </a:cubicBezTo>
                <a:cubicBezTo>
                  <a:pt x="1248550" y="83300"/>
                  <a:pt x="1245735" y="86104"/>
                  <a:pt x="1242678" y="88150"/>
                </a:cubicBezTo>
                <a:cubicBezTo>
                  <a:pt x="1239620" y="90195"/>
                  <a:pt x="1235930" y="91745"/>
                  <a:pt x="1231608" y="92799"/>
                </a:cubicBezTo>
                <a:cubicBezTo>
                  <a:pt x="1227285" y="93853"/>
                  <a:pt x="1222319" y="94381"/>
                  <a:pt x="1216710" y="94381"/>
                </a:cubicBezTo>
                <a:lnTo>
                  <a:pt x="1183247" y="94381"/>
                </a:lnTo>
                <a:moveTo>
                  <a:pt x="1195519" y="83374"/>
                </a:moveTo>
                <a:lnTo>
                  <a:pt x="1215319" y="83374"/>
                </a:lnTo>
                <a:cubicBezTo>
                  <a:pt x="1221434" y="83374"/>
                  <a:pt x="1226231" y="82806"/>
                  <a:pt x="1229710" y="81670"/>
                </a:cubicBezTo>
                <a:cubicBezTo>
                  <a:pt x="1233189" y="80532"/>
                  <a:pt x="1235962" y="78933"/>
                  <a:pt x="1238028" y="76870"/>
                </a:cubicBezTo>
                <a:cubicBezTo>
                  <a:pt x="1240938" y="73965"/>
                  <a:pt x="1243205" y="70061"/>
                  <a:pt x="1244829" y="65157"/>
                </a:cubicBezTo>
                <a:cubicBezTo>
                  <a:pt x="1246452" y="60252"/>
                  <a:pt x="1247264" y="54306"/>
                  <a:pt x="1247264" y="47319"/>
                </a:cubicBezTo>
                <a:cubicBezTo>
                  <a:pt x="1247264" y="37636"/>
                  <a:pt x="1245672" y="30196"/>
                  <a:pt x="1242488" y="24997"/>
                </a:cubicBezTo>
                <a:cubicBezTo>
                  <a:pt x="1239304" y="19798"/>
                  <a:pt x="1235435" y="16314"/>
                  <a:pt x="1230880" y="14545"/>
                </a:cubicBezTo>
                <a:cubicBezTo>
                  <a:pt x="1227591" y="13283"/>
                  <a:pt x="1222298" y="12652"/>
                  <a:pt x="1215003" y="12652"/>
                </a:cubicBezTo>
                <a:lnTo>
                  <a:pt x="1195519" y="12652"/>
                </a:lnTo>
                <a:lnTo>
                  <a:pt x="1195519" y="83374"/>
                </a:lnTo>
                <a:close/>
                <a:moveTo>
                  <a:pt x="1276657" y="94381"/>
                </a:moveTo>
                <a:lnTo>
                  <a:pt x="1276657" y="1645"/>
                </a:lnTo>
                <a:lnTo>
                  <a:pt x="1289245" y="1645"/>
                </a:lnTo>
                <a:lnTo>
                  <a:pt x="1337954" y="74454"/>
                </a:lnTo>
                <a:lnTo>
                  <a:pt x="1337954" y="1645"/>
                </a:lnTo>
                <a:lnTo>
                  <a:pt x="1349720" y="1645"/>
                </a:lnTo>
                <a:lnTo>
                  <a:pt x="1349720" y="94381"/>
                </a:lnTo>
                <a:lnTo>
                  <a:pt x="1337131" y="94381"/>
                </a:lnTo>
                <a:lnTo>
                  <a:pt x="1288423" y="21575"/>
                </a:lnTo>
                <a:lnTo>
                  <a:pt x="1288423" y="94381"/>
                </a:lnTo>
                <a:lnTo>
                  <a:pt x="1276657" y="94381"/>
                </a:lnTo>
                <a:close/>
                <a:moveTo>
                  <a:pt x="1371838" y="94381"/>
                </a:moveTo>
                <a:lnTo>
                  <a:pt x="1371838" y="81349"/>
                </a:lnTo>
                <a:lnTo>
                  <a:pt x="1384806" y="81349"/>
                </a:lnTo>
                <a:lnTo>
                  <a:pt x="1384806" y="94381"/>
                </a:lnTo>
                <a:cubicBezTo>
                  <a:pt x="1384806" y="99146"/>
                  <a:pt x="1383963" y="102994"/>
                  <a:pt x="1382276" y="105925"/>
                </a:cubicBezTo>
                <a:cubicBezTo>
                  <a:pt x="1380589" y="108856"/>
                  <a:pt x="1377911" y="111123"/>
                  <a:pt x="1374242" y="112725"/>
                </a:cubicBezTo>
                <a:lnTo>
                  <a:pt x="1371079" y="107791"/>
                </a:lnTo>
                <a:cubicBezTo>
                  <a:pt x="1373483" y="106742"/>
                  <a:pt x="1375254" y="105200"/>
                  <a:pt x="1376393" y="103164"/>
                </a:cubicBezTo>
                <a:cubicBezTo>
                  <a:pt x="1377531" y="101127"/>
                  <a:pt x="1378164" y="98200"/>
                  <a:pt x="1378290" y="94381"/>
                </a:cubicBezTo>
                <a:lnTo>
                  <a:pt x="1371838" y="94381"/>
                </a:lnTo>
                <a:close/>
                <a:moveTo>
                  <a:pt x="1440510" y="94381"/>
                </a:moveTo>
                <a:lnTo>
                  <a:pt x="1440510" y="27201"/>
                </a:lnTo>
                <a:lnTo>
                  <a:pt x="1450758" y="27201"/>
                </a:lnTo>
                <a:lnTo>
                  <a:pt x="1450758" y="37385"/>
                </a:lnTo>
                <a:cubicBezTo>
                  <a:pt x="1453373" y="32620"/>
                  <a:pt x="1455787" y="29478"/>
                  <a:pt x="1458001" y="27960"/>
                </a:cubicBezTo>
                <a:cubicBezTo>
                  <a:pt x="1460215" y="26442"/>
                  <a:pt x="1462651" y="25683"/>
                  <a:pt x="1465307" y="25683"/>
                </a:cubicBezTo>
                <a:cubicBezTo>
                  <a:pt x="1469145" y="25683"/>
                  <a:pt x="1473046" y="26906"/>
                  <a:pt x="1477010" y="29352"/>
                </a:cubicBezTo>
                <a:lnTo>
                  <a:pt x="1473088" y="39908"/>
                </a:lnTo>
                <a:cubicBezTo>
                  <a:pt x="1470305" y="38268"/>
                  <a:pt x="1467521" y="37449"/>
                  <a:pt x="1464738" y="37449"/>
                </a:cubicBezTo>
                <a:cubicBezTo>
                  <a:pt x="1462250" y="37449"/>
                  <a:pt x="1460015" y="38197"/>
                  <a:pt x="1458033" y="39694"/>
                </a:cubicBezTo>
                <a:cubicBezTo>
                  <a:pt x="1456051" y="41191"/>
                  <a:pt x="1454638" y="43268"/>
                  <a:pt x="1453795" y="45925"/>
                </a:cubicBezTo>
                <a:cubicBezTo>
                  <a:pt x="1452529" y="49974"/>
                  <a:pt x="1451897" y="54402"/>
                  <a:pt x="1451897" y="59209"/>
                </a:cubicBezTo>
                <a:lnTo>
                  <a:pt x="1451897" y="94381"/>
                </a:lnTo>
                <a:lnTo>
                  <a:pt x="1440510" y="94381"/>
                </a:lnTo>
                <a:close/>
                <a:moveTo>
                  <a:pt x="1479539" y="60791"/>
                </a:moveTo>
                <a:cubicBezTo>
                  <a:pt x="1479539" y="48350"/>
                  <a:pt x="1482997" y="39135"/>
                  <a:pt x="1489913" y="33147"/>
                </a:cubicBezTo>
                <a:cubicBezTo>
                  <a:pt x="1495691" y="28171"/>
                  <a:pt x="1502734" y="25683"/>
                  <a:pt x="1511042" y="25683"/>
                </a:cubicBezTo>
                <a:cubicBezTo>
                  <a:pt x="1520277" y="25683"/>
                  <a:pt x="1527826" y="28708"/>
                  <a:pt x="1533688" y="34760"/>
                </a:cubicBezTo>
                <a:cubicBezTo>
                  <a:pt x="1539550" y="40812"/>
                  <a:pt x="1542481" y="49172"/>
                  <a:pt x="1542481" y="59842"/>
                </a:cubicBezTo>
                <a:cubicBezTo>
                  <a:pt x="1542481" y="68487"/>
                  <a:pt x="1541184" y="75287"/>
                  <a:pt x="1538590" y="80242"/>
                </a:cubicBezTo>
                <a:cubicBezTo>
                  <a:pt x="1535997" y="85198"/>
                  <a:pt x="1532222" y="89046"/>
                  <a:pt x="1527267" y="91787"/>
                </a:cubicBezTo>
                <a:cubicBezTo>
                  <a:pt x="1522312" y="94528"/>
                  <a:pt x="1516903" y="95899"/>
                  <a:pt x="1511042" y="95899"/>
                </a:cubicBezTo>
                <a:cubicBezTo>
                  <a:pt x="1501637" y="95899"/>
                  <a:pt x="1494036" y="92883"/>
                  <a:pt x="1488237" y="86853"/>
                </a:cubicBezTo>
                <a:cubicBezTo>
                  <a:pt x="1482439" y="80822"/>
                  <a:pt x="1479539" y="72135"/>
                  <a:pt x="1479539" y="60791"/>
                </a:cubicBezTo>
                <a:moveTo>
                  <a:pt x="1491242" y="60822"/>
                </a:moveTo>
                <a:cubicBezTo>
                  <a:pt x="1491242" y="69415"/>
                  <a:pt x="1493119" y="75849"/>
                  <a:pt x="1496872" y="80124"/>
                </a:cubicBezTo>
                <a:cubicBezTo>
                  <a:pt x="1500625" y="84399"/>
                  <a:pt x="1505348" y="86537"/>
                  <a:pt x="1511042" y="86537"/>
                </a:cubicBezTo>
                <a:cubicBezTo>
                  <a:pt x="1516693" y="86537"/>
                  <a:pt x="1521395" y="84388"/>
                  <a:pt x="1525148" y="80092"/>
                </a:cubicBezTo>
                <a:cubicBezTo>
                  <a:pt x="1528901" y="75796"/>
                  <a:pt x="1530778" y="69246"/>
                  <a:pt x="1530778" y="60443"/>
                </a:cubicBezTo>
                <a:cubicBezTo>
                  <a:pt x="1530778" y="52145"/>
                  <a:pt x="1528891" y="45859"/>
                  <a:pt x="1525116" y="41584"/>
                </a:cubicBezTo>
                <a:cubicBezTo>
                  <a:pt x="1521342" y="37309"/>
                  <a:pt x="1516650" y="35171"/>
                  <a:pt x="1511042" y="35171"/>
                </a:cubicBezTo>
                <a:cubicBezTo>
                  <a:pt x="1505348" y="35171"/>
                  <a:pt x="1500625" y="37298"/>
                  <a:pt x="1496872" y="41552"/>
                </a:cubicBezTo>
                <a:cubicBezTo>
                  <a:pt x="1493119" y="45807"/>
                  <a:pt x="1491242" y="52230"/>
                  <a:pt x="1491242" y="60822"/>
                </a:cubicBezTo>
                <a:close/>
                <a:moveTo>
                  <a:pt x="1551570" y="60791"/>
                </a:moveTo>
                <a:cubicBezTo>
                  <a:pt x="1551570" y="48350"/>
                  <a:pt x="1555028" y="39135"/>
                  <a:pt x="1561944" y="33147"/>
                </a:cubicBezTo>
                <a:cubicBezTo>
                  <a:pt x="1567722" y="28171"/>
                  <a:pt x="1574765" y="25683"/>
                  <a:pt x="1583073" y="25683"/>
                </a:cubicBezTo>
                <a:cubicBezTo>
                  <a:pt x="1592308" y="25683"/>
                  <a:pt x="1599857" y="28708"/>
                  <a:pt x="1605719" y="34760"/>
                </a:cubicBezTo>
                <a:cubicBezTo>
                  <a:pt x="1611581" y="40812"/>
                  <a:pt x="1614512" y="49172"/>
                  <a:pt x="1614512" y="59842"/>
                </a:cubicBezTo>
                <a:cubicBezTo>
                  <a:pt x="1614512" y="68487"/>
                  <a:pt x="1613215" y="75287"/>
                  <a:pt x="1610621" y="80242"/>
                </a:cubicBezTo>
                <a:cubicBezTo>
                  <a:pt x="1608028" y="85198"/>
                  <a:pt x="1604253" y="89046"/>
                  <a:pt x="1599298" y="91787"/>
                </a:cubicBezTo>
                <a:cubicBezTo>
                  <a:pt x="1594343" y="94528"/>
                  <a:pt x="1588934" y="95899"/>
                  <a:pt x="1583073" y="95899"/>
                </a:cubicBezTo>
                <a:cubicBezTo>
                  <a:pt x="1573668" y="95899"/>
                  <a:pt x="1566067" y="92883"/>
                  <a:pt x="1560268" y="86853"/>
                </a:cubicBezTo>
                <a:cubicBezTo>
                  <a:pt x="1554470" y="80822"/>
                  <a:pt x="1551570" y="72135"/>
                  <a:pt x="1551570" y="60791"/>
                </a:cubicBezTo>
                <a:moveTo>
                  <a:pt x="1563273" y="60822"/>
                </a:moveTo>
                <a:cubicBezTo>
                  <a:pt x="1563273" y="69415"/>
                  <a:pt x="1565150" y="75849"/>
                  <a:pt x="1568903" y="80124"/>
                </a:cubicBezTo>
                <a:cubicBezTo>
                  <a:pt x="1572656" y="84399"/>
                  <a:pt x="1577379" y="86537"/>
                  <a:pt x="1583073" y="86537"/>
                </a:cubicBezTo>
                <a:cubicBezTo>
                  <a:pt x="1588724" y="86537"/>
                  <a:pt x="1593426" y="84388"/>
                  <a:pt x="1597179" y="80092"/>
                </a:cubicBezTo>
                <a:cubicBezTo>
                  <a:pt x="1600932" y="75796"/>
                  <a:pt x="1602809" y="69246"/>
                  <a:pt x="1602809" y="60443"/>
                </a:cubicBezTo>
                <a:cubicBezTo>
                  <a:pt x="1602809" y="52145"/>
                  <a:pt x="1600922" y="45859"/>
                  <a:pt x="1597147" y="41584"/>
                </a:cubicBezTo>
                <a:cubicBezTo>
                  <a:pt x="1593373" y="37309"/>
                  <a:pt x="1588681" y="35171"/>
                  <a:pt x="1583073" y="35171"/>
                </a:cubicBezTo>
                <a:cubicBezTo>
                  <a:pt x="1577379" y="35171"/>
                  <a:pt x="1572656" y="37298"/>
                  <a:pt x="1568903" y="41552"/>
                </a:cubicBezTo>
                <a:cubicBezTo>
                  <a:pt x="1565150" y="45807"/>
                  <a:pt x="1563273" y="52230"/>
                  <a:pt x="1563273" y="60822"/>
                </a:cubicBezTo>
                <a:close/>
                <a:moveTo>
                  <a:pt x="1652700" y="84196"/>
                </a:moveTo>
                <a:lnTo>
                  <a:pt x="1654344" y="94254"/>
                </a:lnTo>
                <a:cubicBezTo>
                  <a:pt x="1651139" y="94929"/>
                  <a:pt x="1648272" y="95266"/>
                  <a:pt x="1645741" y="95266"/>
                </a:cubicBezTo>
                <a:cubicBezTo>
                  <a:pt x="1641609" y="95266"/>
                  <a:pt x="1638404" y="94613"/>
                  <a:pt x="1636126" y="93305"/>
                </a:cubicBezTo>
                <a:cubicBezTo>
                  <a:pt x="1633849" y="91998"/>
                  <a:pt x="1632246" y="90279"/>
                  <a:pt x="1631319" y="88150"/>
                </a:cubicBezTo>
                <a:cubicBezTo>
                  <a:pt x="1630391" y="86020"/>
                  <a:pt x="1629927" y="81539"/>
                  <a:pt x="1629927" y="74707"/>
                </a:cubicBezTo>
                <a:lnTo>
                  <a:pt x="1629927" y="36057"/>
                </a:lnTo>
                <a:lnTo>
                  <a:pt x="1621577" y="36057"/>
                </a:lnTo>
                <a:lnTo>
                  <a:pt x="1621577" y="27201"/>
                </a:lnTo>
                <a:lnTo>
                  <a:pt x="1629927" y="27201"/>
                </a:lnTo>
                <a:lnTo>
                  <a:pt x="1629927" y="10564"/>
                </a:lnTo>
                <a:lnTo>
                  <a:pt x="1641250" y="3732"/>
                </a:lnTo>
                <a:lnTo>
                  <a:pt x="1641250" y="27201"/>
                </a:lnTo>
                <a:lnTo>
                  <a:pt x="1652700" y="27201"/>
                </a:lnTo>
                <a:lnTo>
                  <a:pt x="1652700" y="36057"/>
                </a:lnTo>
                <a:lnTo>
                  <a:pt x="1641250" y="36057"/>
                </a:lnTo>
                <a:lnTo>
                  <a:pt x="1641250" y="75340"/>
                </a:lnTo>
                <a:cubicBezTo>
                  <a:pt x="1641250" y="78587"/>
                  <a:pt x="1641450" y="80675"/>
                  <a:pt x="1641851" y="81603"/>
                </a:cubicBezTo>
                <a:cubicBezTo>
                  <a:pt x="1642252" y="82530"/>
                  <a:pt x="1642905" y="83268"/>
                  <a:pt x="1643812" y="83817"/>
                </a:cubicBezTo>
                <a:cubicBezTo>
                  <a:pt x="1644719" y="84365"/>
                  <a:pt x="1646016" y="84639"/>
                  <a:pt x="1647702" y="84639"/>
                </a:cubicBezTo>
                <a:cubicBezTo>
                  <a:pt x="1648968" y="84639"/>
                  <a:pt x="1650633" y="84491"/>
                  <a:pt x="1652700" y="84196"/>
                </a:cubicBezTo>
                <a:close/>
                <a:moveTo>
                  <a:pt x="1743196" y="94381"/>
                </a:moveTo>
                <a:lnTo>
                  <a:pt x="1743196" y="85904"/>
                </a:lnTo>
                <a:cubicBezTo>
                  <a:pt x="1738937" y="92567"/>
                  <a:pt x="1732674" y="95899"/>
                  <a:pt x="1724408" y="95899"/>
                </a:cubicBezTo>
                <a:cubicBezTo>
                  <a:pt x="1719053" y="95899"/>
                  <a:pt x="1714129" y="94423"/>
                  <a:pt x="1709638" y="91471"/>
                </a:cubicBezTo>
                <a:cubicBezTo>
                  <a:pt x="1705146" y="88519"/>
                  <a:pt x="1701667" y="84396"/>
                  <a:pt x="1699200" y="79104"/>
                </a:cubicBezTo>
                <a:cubicBezTo>
                  <a:pt x="1696733" y="73811"/>
                  <a:pt x="1695500" y="67728"/>
                  <a:pt x="1695500" y="60854"/>
                </a:cubicBezTo>
                <a:cubicBezTo>
                  <a:pt x="1695500" y="54149"/>
                  <a:pt x="1696617" y="48065"/>
                  <a:pt x="1698852" y="42604"/>
                </a:cubicBezTo>
                <a:cubicBezTo>
                  <a:pt x="1701087" y="37143"/>
                  <a:pt x="1704440" y="32957"/>
                  <a:pt x="1708910" y="30047"/>
                </a:cubicBezTo>
                <a:cubicBezTo>
                  <a:pt x="1713380" y="27138"/>
                  <a:pt x="1718378" y="25683"/>
                  <a:pt x="1723902" y="25683"/>
                </a:cubicBezTo>
                <a:cubicBezTo>
                  <a:pt x="1727951" y="25683"/>
                  <a:pt x="1731556" y="26543"/>
                  <a:pt x="1734719" y="28262"/>
                </a:cubicBezTo>
                <a:cubicBezTo>
                  <a:pt x="1737882" y="29981"/>
                  <a:pt x="1740455" y="32220"/>
                  <a:pt x="1742437" y="34980"/>
                </a:cubicBezTo>
                <a:lnTo>
                  <a:pt x="1742437" y="1645"/>
                </a:lnTo>
                <a:lnTo>
                  <a:pt x="1753760" y="1645"/>
                </a:lnTo>
                <a:lnTo>
                  <a:pt x="1753760" y="94381"/>
                </a:lnTo>
                <a:lnTo>
                  <a:pt x="1743196" y="94381"/>
                </a:lnTo>
                <a:moveTo>
                  <a:pt x="1707202" y="60886"/>
                </a:moveTo>
                <a:cubicBezTo>
                  <a:pt x="1707202" y="69478"/>
                  <a:pt x="1709016" y="75901"/>
                  <a:pt x="1712642" y="80155"/>
                </a:cubicBezTo>
                <a:cubicBezTo>
                  <a:pt x="1716269" y="84410"/>
                  <a:pt x="1720550" y="86537"/>
                  <a:pt x="1725484" y="86537"/>
                </a:cubicBezTo>
                <a:cubicBezTo>
                  <a:pt x="1730460" y="86537"/>
                  <a:pt x="1734688" y="84504"/>
                  <a:pt x="1738167" y="80440"/>
                </a:cubicBezTo>
                <a:cubicBezTo>
                  <a:pt x="1741646" y="76376"/>
                  <a:pt x="1743386" y="70173"/>
                  <a:pt x="1743386" y="61832"/>
                </a:cubicBezTo>
                <a:cubicBezTo>
                  <a:pt x="1743386" y="52651"/>
                  <a:pt x="1741614" y="45912"/>
                  <a:pt x="1738072" y="41616"/>
                </a:cubicBezTo>
                <a:cubicBezTo>
                  <a:pt x="1734530" y="37319"/>
                  <a:pt x="1730165" y="35171"/>
                  <a:pt x="1724978" y="35171"/>
                </a:cubicBezTo>
                <a:cubicBezTo>
                  <a:pt x="1719917" y="35171"/>
                  <a:pt x="1715689" y="37235"/>
                  <a:pt x="1712294" y="41363"/>
                </a:cubicBezTo>
                <a:cubicBezTo>
                  <a:pt x="1708900" y="45490"/>
                  <a:pt x="1707202" y="51998"/>
                  <a:pt x="1707202" y="60886"/>
                </a:cubicBezTo>
                <a:close/>
                <a:moveTo>
                  <a:pt x="1767404" y="60791"/>
                </a:moveTo>
                <a:cubicBezTo>
                  <a:pt x="1767404" y="48350"/>
                  <a:pt x="1770862" y="39135"/>
                  <a:pt x="1777778" y="33147"/>
                </a:cubicBezTo>
                <a:cubicBezTo>
                  <a:pt x="1783556" y="28171"/>
                  <a:pt x="1790599" y="25683"/>
                  <a:pt x="1798906" y="25683"/>
                </a:cubicBezTo>
                <a:cubicBezTo>
                  <a:pt x="1808142" y="25683"/>
                  <a:pt x="1815691" y="28708"/>
                  <a:pt x="1821553" y="34760"/>
                </a:cubicBezTo>
                <a:cubicBezTo>
                  <a:pt x="1827415" y="40812"/>
                  <a:pt x="1830346" y="49172"/>
                  <a:pt x="1830346" y="59842"/>
                </a:cubicBezTo>
                <a:cubicBezTo>
                  <a:pt x="1830346" y="68487"/>
                  <a:pt x="1829049" y="75287"/>
                  <a:pt x="1826455" y="80242"/>
                </a:cubicBezTo>
                <a:cubicBezTo>
                  <a:pt x="1823862" y="85198"/>
                  <a:pt x="1820087" y="89046"/>
                  <a:pt x="1815132" y="91787"/>
                </a:cubicBezTo>
                <a:cubicBezTo>
                  <a:pt x="1810177" y="94528"/>
                  <a:pt x="1804768" y="95899"/>
                  <a:pt x="1798906" y="95899"/>
                </a:cubicBezTo>
                <a:cubicBezTo>
                  <a:pt x="1789502" y="95899"/>
                  <a:pt x="1781901" y="92883"/>
                  <a:pt x="1776102" y="86853"/>
                </a:cubicBezTo>
                <a:cubicBezTo>
                  <a:pt x="1770303" y="80822"/>
                  <a:pt x="1767404" y="72135"/>
                  <a:pt x="1767404" y="60791"/>
                </a:cubicBezTo>
                <a:moveTo>
                  <a:pt x="1779107" y="60822"/>
                </a:moveTo>
                <a:cubicBezTo>
                  <a:pt x="1779107" y="69415"/>
                  <a:pt x="1780983" y="75849"/>
                  <a:pt x="1784737" y="80124"/>
                </a:cubicBezTo>
                <a:cubicBezTo>
                  <a:pt x="1788490" y="84399"/>
                  <a:pt x="1793213" y="86537"/>
                  <a:pt x="1798906" y="86537"/>
                </a:cubicBezTo>
                <a:cubicBezTo>
                  <a:pt x="1804557" y="86537"/>
                  <a:pt x="1809260" y="84388"/>
                  <a:pt x="1813013" y="80092"/>
                </a:cubicBezTo>
                <a:cubicBezTo>
                  <a:pt x="1816766" y="75796"/>
                  <a:pt x="1818643" y="69246"/>
                  <a:pt x="1818643" y="60443"/>
                </a:cubicBezTo>
                <a:cubicBezTo>
                  <a:pt x="1818643" y="52145"/>
                  <a:pt x="1816756" y="45859"/>
                  <a:pt x="1812981" y="41584"/>
                </a:cubicBezTo>
                <a:cubicBezTo>
                  <a:pt x="1809207" y="37309"/>
                  <a:pt x="1804515" y="35171"/>
                  <a:pt x="1798906" y="35171"/>
                </a:cubicBezTo>
                <a:cubicBezTo>
                  <a:pt x="1793213" y="35171"/>
                  <a:pt x="1788490" y="37298"/>
                  <a:pt x="1784737" y="41552"/>
                </a:cubicBezTo>
                <a:cubicBezTo>
                  <a:pt x="1780983" y="45807"/>
                  <a:pt x="1779107" y="52230"/>
                  <a:pt x="1779107" y="60822"/>
                </a:cubicBezTo>
                <a:close/>
                <a:moveTo>
                  <a:pt x="1843673" y="94381"/>
                </a:moveTo>
                <a:lnTo>
                  <a:pt x="1843673" y="27201"/>
                </a:lnTo>
                <a:lnTo>
                  <a:pt x="1853857" y="27201"/>
                </a:lnTo>
                <a:lnTo>
                  <a:pt x="1853857" y="36626"/>
                </a:lnTo>
                <a:cubicBezTo>
                  <a:pt x="1855966" y="33337"/>
                  <a:pt x="1858770" y="30691"/>
                  <a:pt x="1862271" y="28687"/>
                </a:cubicBezTo>
                <a:cubicBezTo>
                  <a:pt x="1865771" y="26684"/>
                  <a:pt x="1869756" y="25683"/>
                  <a:pt x="1874226" y="25683"/>
                </a:cubicBezTo>
                <a:cubicBezTo>
                  <a:pt x="1879203" y="25683"/>
                  <a:pt x="1883283" y="26716"/>
                  <a:pt x="1886467" y="28782"/>
                </a:cubicBezTo>
                <a:cubicBezTo>
                  <a:pt x="1889651" y="30849"/>
                  <a:pt x="1891896" y="33737"/>
                  <a:pt x="1893204" y="37449"/>
                </a:cubicBezTo>
                <a:cubicBezTo>
                  <a:pt x="1898517" y="29605"/>
                  <a:pt x="1905433" y="25683"/>
                  <a:pt x="1913952" y="25683"/>
                </a:cubicBezTo>
                <a:cubicBezTo>
                  <a:pt x="1920615" y="25683"/>
                  <a:pt x="1925739" y="27528"/>
                  <a:pt x="1929324" y="31218"/>
                </a:cubicBezTo>
                <a:cubicBezTo>
                  <a:pt x="1932908" y="34908"/>
                  <a:pt x="1934701" y="40590"/>
                  <a:pt x="1934701" y="48266"/>
                </a:cubicBezTo>
                <a:lnTo>
                  <a:pt x="1934701" y="94381"/>
                </a:lnTo>
                <a:lnTo>
                  <a:pt x="1923378" y="94381"/>
                </a:lnTo>
                <a:lnTo>
                  <a:pt x="1923378" y="52061"/>
                </a:lnTo>
                <a:cubicBezTo>
                  <a:pt x="1923378" y="47507"/>
                  <a:pt x="1923009" y="44228"/>
                  <a:pt x="1922271" y="42225"/>
                </a:cubicBezTo>
                <a:cubicBezTo>
                  <a:pt x="1921532" y="40221"/>
                  <a:pt x="1920194" y="38608"/>
                  <a:pt x="1918254" y="37385"/>
                </a:cubicBezTo>
                <a:cubicBezTo>
                  <a:pt x="1916314" y="36162"/>
                  <a:pt x="1914036" y="35551"/>
                  <a:pt x="1911422" y="35551"/>
                </a:cubicBezTo>
                <a:cubicBezTo>
                  <a:pt x="1906699" y="35551"/>
                  <a:pt x="1902777" y="37122"/>
                  <a:pt x="1899656" y="40264"/>
                </a:cubicBezTo>
                <a:cubicBezTo>
                  <a:pt x="1896535" y="43405"/>
                  <a:pt x="1894975" y="48434"/>
                  <a:pt x="1894975" y="55351"/>
                </a:cubicBezTo>
                <a:lnTo>
                  <a:pt x="1894975" y="94381"/>
                </a:lnTo>
                <a:lnTo>
                  <a:pt x="1883588" y="94381"/>
                </a:lnTo>
                <a:lnTo>
                  <a:pt x="1883588" y="50733"/>
                </a:lnTo>
                <a:cubicBezTo>
                  <a:pt x="1883588" y="45672"/>
                  <a:pt x="1882661" y="41877"/>
                  <a:pt x="1880805" y="39346"/>
                </a:cubicBezTo>
                <a:cubicBezTo>
                  <a:pt x="1878949" y="36816"/>
                  <a:pt x="1875913" y="35551"/>
                  <a:pt x="1871696" y="35551"/>
                </a:cubicBezTo>
                <a:cubicBezTo>
                  <a:pt x="1868491" y="35551"/>
                  <a:pt x="1865528" y="36394"/>
                  <a:pt x="1862808" y="38081"/>
                </a:cubicBezTo>
                <a:cubicBezTo>
                  <a:pt x="1860088" y="39768"/>
                  <a:pt x="1858117" y="42235"/>
                  <a:pt x="1856894" y="45482"/>
                </a:cubicBezTo>
                <a:cubicBezTo>
                  <a:pt x="1855671" y="48730"/>
                  <a:pt x="1855059" y="53411"/>
                  <a:pt x="1855059" y="59526"/>
                </a:cubicBezTo>
                <a:lnTo>
                  <a:pt x="1855059" y="94381"/>
                </a:lnTo>
                <a:lnTo>
                  <a:pt x="1843673" y="94381"/>
                </a:lnTo>
                <a:close/>
                <a:moveTo>
                  <a:pt x="1983237" y="60791"/>
                </a:moveTo>
                <a:cubicBezTo>
                  <a:pt x="1983237" y="48350"/>
                  <a:pt x="1986695" y="39135"/>
                  <a:pt x="1993612" y="33147"/>
                </a:cubicBezTo>
                <a:cubicBezTo>
                  <a:pt x="1999389" y="28171"/>
                  <a:pt x="2006432" y="25683"/>
                  <a:pt x="2014740" y="25683"/>
                </a:cubicBezTo>
                <a:cubicBezTo>
                  <a:pt x="2023975" y="25683"/>
                  <a:pt x="2031524" y="28708"/>
                  <a:pt x="2037386" y="34760"/>
                </a:cubicBezTo>
                <a:cubicBezTo>
                  <a:pt x="2043248" y="40812"/>
                  <a:pt x="2046179" y="49172"/>
                  <a:pt x="2046179" y="59842"/>
                </a:cubicBezTo>
                <a:cubicBezTo>
                  <a:pt x="2046179" y="68487"/>
                  <a:pt x="2044882" y="75287"/>
                  <a:pt x="2042288" y="80242"/>
                </a:cubicBezTo>
                <a:cubicBezTo>
                  <a:pt x="2039695" y="85198"/>
                  <a:pt x="2035920" y="89046"/>
                  <a:pt x="2030965" y="91787"/>
                </a:cubicBezTo>
                <a:cubicBezTo>
                  <a:pt x="2026010" y="94528"/>
                  <a:pt x="2020602" y="95899"/>
                  <a:pt x="2014740" y="95899"/>
                </a:cubicBezTo>
                <a:cubicBezTo>
                  <a:pt x="2005335" y="95899"/>
                  <a:pt x="1997734" y="92883"/>
                  <a:pt x="1991935" y="86853"/>
                </a:cubicBezTo>
                <a:cubicBezTo>
                  <a:pt x="1986137" y="80822"/>
                  <a:pt x="1983237" y="72135"/>
                  <a:pt x="1983237" y="60791"/>
                </a:cubicBezTo>
                <a:moveTo>
                  <a:pt x="1994940" y="60822"/>
                </a:moveTo>
                <a:cubicBezTo>
                  <a:pt x="1994940" y="69415"/>
                  <a:pt x="1996817" y="75849"/>
                  <a:pt x="2000570" y="80124"/>
                </a:cubicBezTo>
                <a:cubicBezTo>
                  <a:pt x="2004323" y="84399"/>
                  <a:pt x="2009046" y="86537"/>
                  <a:pt x="2014740" y="86537"/>
                </a:cubicBezTo>
                <a:cubicBezTo>
                  <a:pt x="2020391" y="86537"/>
                  <a:pt x="2025093" y="84388"/>
                  <a:pt x="2028846" y="80092"/>
                </a:cubicBezTo>
                <a:cubicBezTo>
                  <a:pt x="2032599" y="75796"/>
                  <a:pt x="2034476" y="69246"/>
                  <a:pt x="2034476" y="60443"/>
                </a:cubicBezTo>
                <a:cubicBezTo>
                  <a:pt x="2034476" y="52145"/>
                  <a:pt x="2032589" y="45859"/>
                  <a:pt x="2028815" y="41584"/>
                </a:cubicBezTo>
                <a:cubicBezTo>
                  <a:pt x="2025040" y="37309"/>
                  <a:pt x="2020349" y="35171"/>
                  <a:pt x="2014740" y="35171"/>
                </a:cubicBezTo>
                <a:cubicBezTo>
                  <a:pt x="2009046" y="35171"/>
                  <a:pt x="2004323" y="37298"/>
                  <a:pt x="2000570" y="41552"/>
                </a:cubicBezTo>
                <a:cubicBezTo>
                  <a:pt x="1996817" y="45807"/>
                  <a:pt x="1994940" y="52230"/>
                  <a:pt x="1994940" y="60822"/>
                </a:cubicBezTo>
                <a:close/>
                <a:moveTo>
                  <a:pt x="2062227" y="94381"/>
                </a:moveTo>
                <a:lnTo>
                  <a:pt x="2062227" y="36057"/>
                </a:lnTo>
                <a:lnTo>
                  <a:pt x="2052169" y="36057"/>
                </a:lnTo>
                <a:lnTo>
                  <a:pt x="2052169" y="27201"/>
                </a:lnTo>
                <a:lnTo>
                  <a:pt x="2062227" y="27201"/>
                </a:lnTo>
                <a:lnTo>
                  <a:pt x="2062227" y="20069"/>
                </a:lnTo>
                <a:cubicBezTo>
                  <a:pt x="2062227" y="15567"/>
                  <a:pt x="2062627" y="12222"/>
                  <a:pt x="2063429" y="10034"/>
                </a:cubicBezTo>
                <a:cubicBezTo>
                  <a:pt x="2064525" y="7090"/>
                  <a:pt x="2066454" y="4703"/>
                  <a:pt x="2069217" y="2872"/>
                </a:cubicBezTo>
                <a:cubicBezTo>
                  <a:pt x="2071979" y="1042"/>
                  <a:pt x="2075848" y="127"/>
                  <a:pt x="2080824" y="127"/>
                </a:cubicBezTo>
                <a:cubicBezTo>
                  <a:pt x="2084029" y="127"/>
                  <a:pt x="2087572" y="508"/>
                  <a:pt x="2091452" y="1271"/>
                </a:cubicBezTo>
                <a:lnTo>
                  <a:pt x="2089744" y="11256"/>
                </a:lnTo>
                <a:cubicBezTo>
                  <a:pt x="2087382" y="10837"/>
                  <a:pt x="2085147" y="10627"/>
                  <a:pt x="2083038" y="10627"/>
                </a:cubicBezTo>
                <a:cubicBezTo>
                  <a:pt x="2079580" y="10627"/>
                  <a:pt x="2077134" y="11360"/>
                  <a:pt x="2075701" y="12826"/>
                </a:cubicBezTo>
                <a:cubicBezTo>
                  <a:pt x="2074267" y="14290"/>
                  <a:pt x="2073550" y="17031"/>
                  <a:pt x="2073550" y="21049"/>
                </a:cubicBezTo>
                <a:lnTo>
                  <a:pt x="2073550" y="27201"/>
                </a:lnTo>
                <a:lnTo>
                  <a:pt x="2086644" y="27201"/>
                </a:lnTo>
                <a:lnTo>
                  <a:pt x="2086644" y="36057"/>
                </a:lnTo>
                <a:lnTo>
                  <a:pt x="2073550" y="36057"/>
                </a:lnTo>
                <a:lnTo>
                  <a:pt x="2073550" y="94381"/>
                </a:lnTo>
                <a:lnTo>
                  <a:pt x="2062227" y="94381"/>
                </a:lnTo>
                <a:close/>
                <a:moveTo>
                  <a:pt x="2133366" y="94381"/>
                </a:moveTo>
                <a:lnTo>
                  <a:pt x="2133366" y="1645"/>
                </a:lnTo>
                <a:lnTo>
                  <a:pt x="2195928" y="1645"/>
                </a:lnTo>
                <a:lnTo>
                  <a:pt x="2195928" y="12652"/>
                </a:lnTo>
                <a:lnTo>
                  <a:pt x="2145638" y="12652"/>
                </a:lnTo>
                <a:lnTo>
                  <a:pt x="2145638" y="41244"/>
                </a:lnTo>
                <a:lnTo>
                  <a:pt x="2189159" y="41244"/>
                </a:lnTo>
                <a:lnTo>
                  <a:pt x="2189159" y="52251"/>
                </a:lnTo>
                <a:lnTo>
                  <a:pt x="2145638" y="52251"/>
                </a:lnTo>
                <a:lnTo>
                  <a:pt x="2145638" y="94381"/>
                </a:lnTo>
                <a:lnTo>
                  <a:pt x="2133366" y="94381"/>
                </a:lnTo>
                <a:close/>
                <a:moveTo>
                  <a:pt x="2282039" y="84388"/>
                </a:moveTo>
                <a:cubicBezTo>
                  <a:pt x="2287732" y="88308"/>
                  <a:pt x="2292983" y="91176"/>
                  <a:pt x="2297790" y="92989"/>
                </a:cubicBezTo>
                <a:lnTo>
                  <a:pt x="2294185" y="101529"/>
                </a:lnTo>
                <a:cubicBezTo>
                  <a:pt x="2287521" y="99125"/>
                  <a:pt x="2280879" y="95329"/>
                  <a:pt x="2274258" y="90142"/>
                </a:cubicBezTo>
                <a:cubicBezTo>
                  <a:pt x="2267384" y="93980"/>
                  <a:pt x="2259793" y="95899"/>
                  <a:pt x="2251486" y="95899"/>
                </a:cubicBezTo>
                <a:cubicBezTo>
                  <a:pt x="2243093" y="95899"/>
                  <a:pt x="2235481" y="93876"/>
                  <a:pt x="2228650" y="89830"/>
                </a:cubicBezTo>
                <a:cubicBezTo>
                  <a:pt x="2221818" y="85784"/>
                  <a:pt x="2216557" y="80095"/>
                  <a:pt x="2212867" y="72762"/>
                </a:cubicBezTo>
                <a:cubicBezTo>
                  <a:pt x="2209177" y="65428"/>
                  <a:pt x="2207332" y="57168"/>
                  <a:pt x="2207332" y="47981"/>
                </a:cubicBezTo>
                <a:cubicBezTo>
                  <a:pt x="2207332" y="38836"/>
                  <a:pt x="2209187" y="30513"/>
                  <a:pt x="2212898" y="23012"/>
                </a:cubicBezTo>
                <a:cubicBezTo>
                  <a:pt x="2216610" y="15509"/>
                  <a:pt x="2221892" y="9798"/>
                  <a:pt x="2228744" y="5879"/>
                </a:cubicBezTo>
                <a:cubicBezTo>
                  <a:pt x="2235597" y="1960"/>
                  <a:pt x="2243262" y="0"/>
                  <a:pt x="2251739" y="0"/>
                </a:cubicBezTo>
                <a:cubicBezTo>
                  <a:pt x="2260300" y="0"/>
                  <a:pt x="2268017" y="2033"/>
                  <a:pt x="2274891" y="6100"/>
                </a:cubicBezTo>
                <a:cubicBezTo>
                  <a:pt x="2281765" y="10167"/>
                  <a:pt x="2287005" y="15857"/>
                  <a:pt x="2290611" y="23168"/>
                </a:cubicBezTo>
                <a:cubicBezTo>
                  <a:pt x="2294216" y="30478"/>
                  <a:pt x="2296019" y="38727"/>
                  <a:pt x="2296019" y="47914"/>
                </a:cubicBezTo>
                <a:cubicBezTo>
                  <a:pt x="2296019" y="55542"/>
                  <a:pt x="2294859" y="62400"/>
                  <a:pt x="2292540" y="68490"/>
                </a:cubicBezTo>
                <a:cubicBezTo>
                  <a:pt x="2290220" y="74579"/>
                  <a:pt x="2286720" y="79878"/>
                  <a:pt x="2282039" y="84388"/>
                </a:cubicBezTo>
                <a:moveTo>
                  <a:pt x="2255028" y="68712"/>
                </a:moveTo>
                <a:cubicBezTo>
                  <a:pt x="2262113" y="70694"/>
                  <a:pt x="2267954" y="73646"/>
                  <a:pt x="2272550" y="77568"/>
                </a:cubicBezTo>
                <a:cubicBezTo>
                  <a:pt x="2279762" y="71000"/>
                  <a:pt x="2283368" y="61127"/>
                  <a:pt x="2283368" y="47949"/>
                </a:cubicBezTo>
                <a:cubicBezTo>
                  <a:pt x="2283368" y="40456"/>
                  <a:pt x="2282092" y="33909"/>
                  <a:pt x="2279540" y="28310"/>
                </a:cubicBezTo>
                <a:cubicBezTo>
                  <a:pt x="2276989" y="22710"/>
                  <a:pt x="2273257" y="18363"/>
                  <a:pt x="2268344" y="15269"/>
                </a:cubicBezTo>
                <a:cubicBezTo>
                  <a:pt x="2263431" y="12174"/>
                  <a:pt x="2257917" y="10627"/>
                  <a:pt x="2251802" y="10627"/>
                </a:cubicBezTo>
                <a:cubicBezTo>
                  <a:pt x="2242651" y="10627"/>
                  <a:pt x="2235060" y="13753"/>
                  <a:pt x="2229029" y="20005"/>
                </a:cubicBezTo>
                <a:cubicBezTo>
                  <a:pt x="2222999" y="26257"/>
                  <a:pt x="2219983" y="35593"/>
                  <a:pt x="2219983" y="48013"/>
                </a:cubicBezTo>
                <a:cubicBezTo>
                  <a:pt x="2219983" y="60054"/>
                  <a:pt x="2222967" y="69296"/>
                  <a:pt x="2228934" y="75737"/>
                </a:cubicBezTo>
                <a:cubicBezTo>
                  <a:pt x="2234902" y="82178"/>
                  <a:pt x="2242524" y="85398"/>
                  <a:pt x="2251802" y="85398"/>
                </a:cubicBezTo>
                <a:cubicBezTo>
                  <a:pt x="2256188" y="85398"/>
                  <a:pt x="2260321" y="84577"/>
                  <a:pt x="2264200" y="82935"/>
                </a:cubicBezTo>
                <a:cubicBezTo>
                  <a:pt x="2260363" y="80452"/>
                  <a:pt x="2256314" y="78684"/>
                  <a:pt x="2252055" y="77631"/>
                </a:cubicBezTo>
                <a:lnTo>
                  <a:pt x="2255028" y="68712"/>
                </a:lnTo>
                <a:close/>
                <a:moveTo>
                  <a:pt x="2312422" y="94381"/>
                </a:moveTo>
                <a:lnTo>
                  <a:pt x="2312422" y="1645"/>
                </a:lnTo>
                <a:lnTo>
                  <a:pt x="2344367" y="1645"/>
                </a:lnTo>
                <a:cubicBezTo>
                  <a:pt x="2351579" y="1645"/>
                  <a:pt x="2357082" y="2087"/>
                  <a:pt x="2360878" y="2973"/>
                </a:cubicBezTo>
                <a:cubicBezTo>
                  <a:pt x="2366191" y="4196"/>
                  <a:pt x="2370725" y="6410"/>
                  <a:pt x="2374478" y="9615"/>
                </a:cubicBezTo>
                <a:cubicBezTo>
                  <a:pt x="2379370" y="13748"/>
                  <a:pt x="2383028" y="19030"/>
                  <a:pt x="2385453" y="25461"/>
                </a:cubicBezTo>
                <a:cubicBezTo>
                  <a:pt x="2387878" y="31892"/>
                  <a:pt x="2389090" y="39241"/>
                  <a:pt x="2389090" y="47507"/>
                </a:cubicBezTo>
                <a:cubicBezTo>
                  <a:pt x="2389090" y="54549"/>
                  <a:pt x="2388268" y="60791"/>
                  <a:pt x="2386623" y="66231"/>
                </a:cubicBezTo>
                <a:cubicBezTo>
                  <a:pt x="2384979" y="71671"/>
                  <a:pt x="2382870" y="76173"/>
                  <a:pt x="2380298" y="79736"/>
                </a:cubicBezTo>
                <a:cubicBezTo>
                  <a:pt x="2377725" y="83300"/>
                  <a:pt x="2374910" y="86104"/>
                  <a:pt x="2371853" y="88150"/>
                </a:cubicBezTo>
                <a:cubicBezTo>
                  <a:pt x="2368795" y="90195"/>
                  <a:pt x="2365105" y="91745"/>
                  <a:pt x="2360783" y="92799"/>
                </a:cubicBezTo>
                <a:cubicBezTo>
                  <a:pt x="2356460" y="93853"/>
                  <a:pt x="2351494" y="94381"/>
                  <a:pt x="2345885" y="94381"/>
                </a:cubicBezTo>
                <a:lnTo>
                  <a:pt x="2312422" y="94381"/>
                </a:lnTo>
                <a:moveTo>
                  <a:pt x="2324694" y="83374"/>
                </a:moveTo>
                <a:lnTo>
                  <a:pt x="2344494" y="83374"/>
                </a:lnTo>
                <a:cubicBezTo>
                  <a:pt x="2350609" y="83374"/>
                  <a:pt x="2355406" y="82806"/>
                  <a:pt x="2358885" y="81670"/>
                </a:cubicBezTo>
                <a:cubicBezTo>
                  <a:pt x="2362364" y="80532"/>
                  <a:pt x="2365137" y="78933"/>
                  <a:pt x="2367203" y="76870"/>
                </a:cubicBezTo>
                <a:cubicBezTo>
                  <a:pt x="2370113" y="73965"/>
                  <a:pt x="2372380" y="70061"/>
                  <a:pt x="2374004" y="65157"/>
                </a:cubicBezTo>
                <a:cubicBezTo>
                  <a:pt x="2375627" y="60252"/>
                  <a:pt x="2376439" y="54306"/>
                  <a:pt x="2376439" y="47319"/>
                </a:cubicBezTo>
                <a:cubicBezTo>
                  <a:pt x="2376439" y="37636"/>
                  <a:pt x="2374847" y="30196"/>
                  <a:pt x="2371663" y="24997"/>
                </a:cubicBezTo>
                <a:cubicBezTo>
                  <a:pt x="2368479" y="19798"/>
                  <a:pt x="2364610" y="16314"/>
                  <a:pt x="2360055" y="14545"/>
                </a:cubicBezTo>
                <a:cubicBezTo>
                  <a:pt x="2356766" y="13283"/>
                  <a:pt x="2351473" y="12652"/>
                  <a:pt x="2344177" y="12652"/>
                </a:cubicBezTo>
                <a:lnTo>
                  <a:pt x="2324694" y="12652"/>
                </a:lnTo>
                <a:lnTo>
                  <a:pt x="2324694" y="83374"/>
                </a:lnTo>
                <a:close/>
                <a:moveTo>
                  <a:pt x="2405832" y="94381"/>
                </a:moveTo>
                <a:lnTo>
                  <a:pt x="2405832" y="1645"/>
                </a:lnTo>
                <a:lnTo>
                  <a:pt x="2418420" y="1645"/>
                </a:lnTo>
                <a:lnTo>
                  <a:pt x="2467129" y="74454"/>
                </a:lnTo>
                <a:lnTo>
                  <a:pt x="2467129" y="1645"/>
                </a:lnTo>
                <a:lnTo>
                  <a:pt x="2478895" y="1645"/>
                </a:lnTo>
                <a:lnTo>
                  <a:pt x="2478895" y="94381"/>
                </a:lnTo>
                <a:lnTo>
                  <a:pt x="2466306" y="94381"/>
                </a:lnTo>
                <a:lnTo>
                  <a:pt x="2417598" y="21575"/>
                </a:lnTo>
                <a:lnTo>
                  <a:pt x="2417598" y="94381"/>
                </a:lnTo>
                <a:lnTo>
                  <a:pt x="2405832" y="94381"/>
                </a:lnTo>
                <a:close/>
                <a:moveTo>
                  <a:pt x="2491967" y="1645"/>
                </a:moveTo>
                <a:lnTo>
                  <a:pt x="2491967" y="11133"/>
                </a:lnTo>
                <a:lnTo>
                  <a:pt x="2505694" y="11133"/>
                </a:lnTo>
                <a:lnTo>
                  <a:pt x="2505694" y="110701"/>
                </a:lnTo>
                <a:lnTo>
                  <a:pt x="2491967" y="110701"/>
                </a:lnTo>
                <a:lnTo>
                  <a:pt x="2491967" y="114800"/>
                </a:lnTo>
                <a:lnTo>
                  <a:pt x="2517081" y="114800"/>
                </a:lnTo>
                <a:lnTo>
                  <a:pt x="2517081" y="1645"/>
                </a:lnTo>
                <a:lnTo>
                  <a:pt x="2491967" y="164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76E51CE-409A-4B7C-9C27-55FC3045B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8730" y="1158501"/>
            <a:ext cx="1177528" cy="874900"/>
          </a:xfrm>
          <a:custGeom xmlns:a="http://schemas.openxmlformats.org/drawingml/2006/main">
            <a:pathLst>
              <a:path w="1177528" h="874900">
                <a:moveTo>
                  <a:pt x="0" y="145820"/>
                </a:moveTo>
                <a:lnTo>
                  <a:pt x="0" y="145820"/>
                </a:lnTo>
                <a:cubicBezTo>
                  <a:pt x="0" y="65286"/>
                  <a:pt x="65286" y="0"/>
                  <a:pt x="145820" y="0"/>
                </a:cubicBezTo>
                <a:lnTo>
                  <a:pt x="1031709" y="0"/>
                </a:lnTo>
                <a:cubicBezTo>
                  <a:pt x="1070382" y="0"/>
                  <a:pt x="1107472" y="15363"/>
                  <a:pt x="1134819" y="42710"/>
                </a:cubicBezTo>
                <a:cubicBezTo>
                  <a:pt x="1162165" y="70056"/>
                  <a:pt x="1177528" y="107146"/>
                  <a:pt x="1177528" y="145820"/>
                </a:cubicBezTo>
                <a:lnTo>
                  <a:pt x="1177528" y="729081"/>
                </a:lnTo>
                <a:cubicBezTo>
                  <a:pt x="1177528" y="809615"/>
                  <a:pt x="1112243" y="874900"/>
                  <a:pt x="1031709" y="874900"/>
                </a:cubicBezTo>
                <a:lnTo>
                  <a:pt x="145820" y="874900"/>
                </a:lnTo>
                <a:cubicBezTo>
                  <a:pt x="65286" y="874900"/>
                  <a:pt x="0" y="809615"/>
                  <a:pt x="0" y="729081"/>
                </a:cubicBezTo>
                <a:lnTo>
                  <a:pt x="0" y="145820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C258453-D473-4530-97E0-007D82FCD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8730" y="1158501"/>
            <a:ext cx="1177528" cy="874900"/>
          </a:xfrm>
          <a:custGeom xmlns:a="http://schemas.openxmlformats.org/drawingml/2006/main">
            <a:pathLst>
              <a:path w="1177528" h="874900" fill="none">
                <a:moveTo>
                  <a:pt x="0" y="145820"/>
                </a:moveTo>
                <a:lnTo>
                  <a:pt x="0" y="145820"/>
                </a:lnTo>
                <a:cubicBezTo>
                  <a:pt x="0" y="65286"/>
                  <a:pt x="65286" y="0"/>
                  <a:pt x="145820" y="0"/>
                </a:cubicBezTo>
                <a:lnTo>
                  <a:pt x="1031709" y="0"/>
                </a:lnTo>
                <a:cubicBezTo>
                  <a:pt x="1070382" y="0"/>
                  <a:pt x="1107472" y="15363"/>
                  <a:pt x="1134819" y="42710"/>
                </a:cubicBezTo>
                <a:cubicBezTo>
                  <a:pt x="1162165" y="70056"/>
                  <a:pt x="1177528" y="107146"/>
                  <a:pt x="1177528" y="145820"/>
                </a:cubicBezTo>
                <a:lnTo>
                  <a:pt x="1177528" y="729081"/>
                </a:lnTo>
                <a:cubicBezTo>
                  <a:pt x="1177528" y="809615"/>
                  <a:pt x="1112243" y="874900"/>
                  <a:pt x="1031709" y="874900"/>
                </a:cubicBezTo>
                <a:lnTo>
                  <a:pt x="145820" y="874900"/>
                </a:lnTo>
                <a:cubicBezTo>
                  <a:pt x="65286" y="874900"/>
                  <a:pt x="0" y="809615"/>
                  <a:pt x="0" y="729081"/>
                </a:cubicBezTo>
                <a:lnTo>
                  <a:pt x="0" y="14582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1592" cap="flat">
            <a:solidFill>
              <a:srgbClr val="595959"/>
            </a:solidFill>
            <a:custDash>
              <a:ds d="400000" sp="300000"/>
            </a:custDash>
            <a:round/>
          </a:ln>
        </p:spPr>
      </p:sp>
      <p:sp>
        <p:nvSpPr>
          <p:cNvPr id="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6585C6C-BB0B-49FE-8FAA-BDFF58368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9001" y="1217831"/>
            <a:ext cx="604377" cy="459382"/>
          </a:xfrm>
          <a:custGeom xmlns:a="http://schemas.openxmlformats.org/drawingml/2006/main">
            <a:pathLst>
              <a:path w="604377" h="459382">
                <a:moveTo>
                  <a:pt x="0" y="0"/>
                </a:moveTo>
                <a:lnTo>
                  <a:pt x="604377" y="0"/>
                </a:lnTo>
                <a:lnTo>
                  <a:pt x="604377" y="459382"/>
                </a:lnTo>
                <a:lnTo>
                  <a:pt x="0" y="45938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pic>
        <p:nvPicPr>
          <p:cNvPr id="15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1a0c0c0ef3a4107"/>
          <a:stretch xmlns:a="http://schemas.openxmlformats.org/drawingml/2006/main"/>
        </p:blipFill>
        <p:spPr>
          <a:xfrm xmlns:a="http://schemas.openxmlformats.org/drawingml/2006/main">
            <a:off x="2769001" y="1217966"/>
            <a:ext cx="604377" cy="459111"/>
          </a:xfrm>
          <a:prstGeom xmlns:a="http://schemas.openxmlformats.org/drawingml/2006/main" prst="rect">
            <a:avLst/>
          </a:prstGeom>
        </p:spPr>
      </p:pic>
      <p:sp>
        <p:nvSpPr>
          <p:cNvPr id="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1960394-39C7-48BF-B608-35499FD73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8730" y="1581556"/>
            <a:ext cx="1212551" cy="365874"/>
          </a:xfrm>
          <a:custGeom xmlns:a="http://schemas.openxmlformats.org/drawingml/2006/main">
            <a:pathLst>
              <a:path w="1212551" h="365874">
                <a:moveTo>
                  <a:pt x="0" y="0"/>
                </a:moveTo>
                <a:lnTo>
                  <a:pt x="1212551" y="0"/>
                </a:lnTo>
                <a:lnTo>
                  <a:pt x="1212551" y="365874"/>
                </a:lnTo>
                <a:lnTo>
                  <a:pt x="0" y="365874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9" name="Text Webcontent">
            <a:extLst xmlns:a="http://schemas.openxmlformats.org/drawingml/2006/main">
              <a:ext uri="{FF2B5EF4-FFF2-40B4-BE49-F238E27FC236}">
                <a16:creationId xmlns:a16="http://schemas.microsoft.com/office/drawing/2014/main" id="{A1186A79-579C-47BD-A329-31376FDFF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089" y="1710354"/>
            <a:ext cx="722031" cy="94254"/>
          </a:xfrm>
          <a:custGeom xmlns:a="http://schemas.openxmlformats.org/drawingml/2006/main">
            <a:pathLst>
              <a:path w="722031" h="94254">
                <a:moveTo>
                  <a:pt x="24607" y="92736"/>
                </a:moveTo>
                <a:lnTo>
                  <a:pt x="0" y="0"/>
                </a:lnTo>
                <a:lnTo>
                  <a:pt x="12588" y="0"/>
                </a:lnTo>
                <a:lnTo>
                  <a:pt x="26695" y="60787"/>
                </a:lnTo>
                <a:cubicBezTo>
                  <a:pt x="28213" y="67171"/>
                  <a:pt x="29520" y="73498"/>
                  <a:pt x="30617" y="79768"/>
                </a:cubicBezTo>
                <a:cubicBezTo>
                  <a:pt x="32978" y="69858"/>
                  <a:pt x="34370" y="64143"/>
                  <a:pt x="34792" y="62623"/>
                </a:cubicBezTo>
                <a:lnTo>
                  <a:pt x="52441" y="0"/>
                </a:lnTo>
                <a:lnTo>
                  <a:pt x="67243" y="0"/>
                </a:lnTo>
                <a:lnTo>
                  <a:pt x="80527" y="46949"/>
                </a:lnTo>
                <a:cubicBezTo>
                  <a:pt x="83859" y="58586"/>
                  <a:pt x="86263" y="69526"/>
                  <a:pt x="87739" y="79768"/>
                </a:cubicBezTo>
                <a:cubicBezTo>
                  <a:pt x="88919" y="73919"/>
                  <a:pt x="90459" y="67191"/>
                  <a:pt x="92356" y="59583"/>
                </a:cubicBezTo>
                <a:lnTo>
                  <a:pt x="106906" y="0"/>
                </a:lnTo>
                <a:lnTo>
                  <a:pt x="119241" y="0"/>
                </a:lnTo>
                <a:lnTo>
                  <a:pt x="93811" y="92736"/>
                </a:lnTo>
                <a:lnTo>
                  <a:pt x="81982" y="92736"/>
                </a:lnTo>
                <a:lnTo>
                  <a:pt x="62435" y="22055"/>
                </a:lnTo>
                <a:cubicBezTo>
                  <a:pt x="60791" y="16168"/>
                  <a:pt x="59821" y="12549"/>
                  <a:pt x="59526" y="11197"/>
                </a:cubicBezTo>
                <a:cubicBezTo>
                  <a:pt x="58556" y="15449"/>
                  <a:pt x="57649" y="19076"/>
                  <a:pt x="56805" y="22075"/>
                </a:cubicBezTo>
                <a:lnTo>
                  <a:pt x="37132" y="92736"/>
                </a:lnTo>
                <a:lnTo>
                  <a:pt x="24607" y="92736"/>
                </a:lnTo>
                <a:close/>
                <a:moveTo>
                  <a:pt x="172782" y="70975"/>
                </a:moveTo>
                <a:lnTo>
                  <a:pt x="184548" y="72493"/>
                </a:lnTo>
                <a:cubicBezTo>
                  <a:pt x="182692" y="79387"/>
                  <a:pt x="179255" y="84738"/>
                  <a:pt x="174237" y="88545"/>
                </a:cubicBezTo>
                <a:cubicBezTo>
                  <a:pt x="169219" y="92351"/>
                  <a:pt x="162808" y="94254"/>
                  <a:pt x="155007" y="94254"/>
                </a:cubicBezTo>
                <a:cubicBezTo>
                  <a:pt x="145181" y="94254"/>
                  <a:pt x="137389" y="91228"/>
                  <a:pt x="131633" y="85177"/>
                </a:cubicBezTo>
                <a:cubicBezTo>
                  <a:pt x="125876" y="79125"/>
                  <a:pt x="122998" y="70638"/>
                  <a:pt x="122998" y="59715"/>
                </a:cubicBezTo>
                <a:cubicBezTo>
                  <a:pt x="122998" y="48413"/>
                  <a:pt x="125908" y="39642"/>
                  <a:pt x="131728" y="33400"/>
                </a:cubicBezTo>
                <a:cubicBezTo>
                  <a:pt x="137547" y="27159"/>
                  <a:pt x="145096" y="24038"/>
                  <a:pt x="154374" y="24038"/>
                </a:cubicBezTo>
                <a:cubicBezTo>
                  <a:pt x="163357" y="24038"/>
                  <a:pt x="170695" y="27091"/>
                  <a:pt x="176388" y="33196"/>
                </a:cubicBezTo>
                <a:cubicBezTo>
                  <a:pt x="182081" y="39301"/>
                  <a:pt x="184928" y="47889"/>
                  <a:pt x="184928" y="58962"/>
                </a:cubicBezTo>
                <a:cubicBezTo>
                  <a:pt x="184928" y="59636"/>
                  <a:pt x="184906" y="60646"/>
                  <a:pt x="184864" y="61993"/>
                </a:cubicBezTo>
                <a:lnTo>
                  <a:pt x="134764" y="61993"/>
                </a:lnTo>
                <a:cubicBezTo>
                  <a:pt x="135186" y="69394"/>
                  <a:pt x="137273" y="75061"/>
                  <a:pt x="141027" y="78993"/>
                </a:cubicBezTo>
                <a:cubicBezTo>
                  <a:pt x="144780" y="82926"/>
                  <a:pt x="149461" y="84892"/>
                  <a:pt x="155070" y="84892"/>
                </a:cubicBezTo>
                <a:cubicBezTo>
                  <a:pt x="159245" y="84892"/>
                  <a:pt x="162808" y="83786"/>
                  <a:pt x="165760" y="81573"/>
                </a:cubicBezTo>
                <a:cubicBezTo>
                  <a:pt x="168712" y="79359"/>
                  <a:pt x="171053" y="75826"/>
                  <a:pt x="172782" y="70975"/>
                </a:cubicBezTo>
                <a:moveTo>
                  <a:pt x="135397" y="52630"/>
                </a:moveTo>
                <a:lnTo>
                  <a:pt x="172909" y="52630"/>
                </a:lnTo>
                <a:cubicBezTo>
                  <a:pt x="172402" y="46998"/>
                  <a:pt x="170969" y="42773"/>
                  <a:pt x="168607" y="39957"/>
                </a:cubicBezTo>
                <a:cubicBezTo>
                  <a:pt x="164980" y="35586"/>
                  <a:pt x="160278" y="33400"/>
                  <a:pt x="154501" y="33400"/>
                </a:cubicBezTo>
                <a:cubicBezTo>
                  <a:pt x="149271" y="33400"/>
                  <a:pt x="144875" y="35145"/>
                  <a:pt x="141311" y="38635"/>
                </a:cubicBezTo>
                <a:cubicBezTo>
                  <a:pt x="137748" y="42123"/>
                  <a:pt x="135776" y="46788"/>
                  <a:pt x="135397" y="52630"/>
                </a:cubicBezTo>
                <a:close/>
                <a:moveTo>
                  <a:pt x="209325" y="92736"/>
                </a:moveTo>
                <a:lnTo>
                  <a:pt x="198761" y="92736"/>
                </a:lnTo>
                <a:lnTo>
                  <a:pt x="198761" y="0"/>
                </a:lnTo>
                <a:lnTo>
                  <a:pt x="210148" y="0"/>
                </a:lnTo>
                <a:lnTo>
                  <a:pt x="210148" y="33084"/>
                </a:lnTo>
                <a:cubicBezTo>
                  <a:pt x="214955" y="27053"/>
                  <a:pt x="221091" y="24038"/>
                  <a:pt x="228556" y="24038"/>
                </a:cubicBezTo>
                <a:cubicBezTo>
                  <a:pt x="232688" y="24038"/>
                  <a:pt x="236600" y="24871"/>
                  <a:pt x="240290" y="26537"/>
                </a:cubicBezTo>
                <a:cubicBezTo>
                  <a:pt x="243980" y="28202"/>
                  <a:pt x="247016" y="30543"/>
                  <a:pt x="249399" y="33558"/>
                </a:cubicBezTo>
                <a:cubicBezTo>
                  <a:pt x="251782" y="36574"/>
                  <a:pt x="253648" y="40211"/>
                  <a:pt x="254997" y="44470"/>
                </a:cubicBezTo>
                <a:cubicBezTo>
                  <a:pt x="256347" y="48730"/>
                  <a:pt x="257022" y="53284"/>
                  <a:pt x="257022" y="58134"/>
                </a:cubicBezTo>
                <a:cubicBezTo>
                  <a:pt x="257022" y="69647"/>
                  <a:pt x="254175" y="78545"/>
                  <a:pt x="248482" y="84829"/>
                </a:cubicBezTo>
                <a:cubicBezTo>
                  <a:pt x="242789" y="91112"/>
                  <a:pt x="235957" y="94254"/>
                  <a:pt x="227986" y="94254"/>
                </a:cubicBezTo>
                <a:cubicBezTo>
                  <a:pt x="220058" y="94254"/>
                  <a:pt x="213838" y="90944"/>
                  <a:pt x="209325" y="84323"/>
                </a:cubicBezTo>
                <a:lnTo>
                  <a:pt x="209325" y="92736"/>
                </a:lnTo>
                <a:moveTo>
                  <a:pt x="209199" y="58640"/>
                </a:moveTo>
                <a:cubicBezTo>
                  <a:pt x="209199" y="66695"/>
                  <a:pt x="210295" y="72514"/>
                  <a:pt x="212488" y="76099"/>
                </a:cubicBezTo>
                <a:cubicBezTo>
                  <a:pt x="216073" y="81961"/>
                  <a:pt x="220922" y="84892"/>
                  <a:pt x="227037" y="84892"/>
                </a:cubicBezTo>
                <a:cubicBezTo>
                  <a:pt x="232014" y="84892"/>
                  <a:pt x="236315" y="82731"/>
                  <a:pt x="239942" y="78408"/>
                </a:cubicBezTo>
                <a:cubicBezTo>
                  <a:pt x="243569" y="74085"/>
                  <a:pt x="245382" y="67644"/>
                  <a:pt x="245382" y="59083"/>
                </a:cubicBezTo>
                <a:cubicBezTo>
                  <a:pt x="245382" y="50311"/>
                  <a:pt x="243642" y="43838"/>
                  <a:pt x="240163" y="39663"/>
                </a:cubicBezTo>
                <a:cubicBezTo>
                  <a:pt x="236684" y="35488"/>
                  <a:pt x="232477" y="33400"/>
                  <a:pt x="227543" y="33400"/>
                </a:cubicBezTo>
                <a:cubicBezTo>
                  <a:pt x="222567" y="33400"/>
                  <a:pt x="218266" y="35561"/>
                  <a:pt x="214639" y="39884"/>
                </a:cubicBezTo>
                <a:cubicBezTo>
                  <a:pt x="211012" y="44207"/>
                  <a:pt x="209199" y="50459"/>
                  <a:pt x="209199" y="58640"/>
                </a:cubicBezTo>
                <a:close/>
                <a:moveTo>
                  <a:pt x="350579" y="68065"/>
                </a:moveTo>
                <a:lnTo>
                  <a:pt x="361776" y="69584"/>
                </a:lnTo>
                <a:cubicBezTo>
                  <a:pt x="360553" y="77301"/>
                  <a:pt x="357421" y="83342"/>
                  <a:pt x="352382" y="87707"/>
                </a:cubicBezTo>
                <a:cubicBezTo>
                  <a:pt x="347342" y="92072"/>
                  <a:pt x="341154" y="94254"/>
                  <a:pt x="333816" y="94254"/>
                </a:cubicBezTo>
                <a:cubicBezTo>
                  <a:pt x="324622" y="94254"/>
                  <a:pt x="317232" y="91249"/>
                  <a:pt x="311644" y="85240"/>
                </a:cubicBezTo>
                <a:cubicBezTo>
                  <a:pt x="306056" y="79230"/>
                  <a:pt x="303262" y="70617"/>
                  <a:pt x="303262" y="59399"/>
                </a:cubicBezTo>
                <a:cubicBezTo>
                  <a:pt x="303262" y="52145"/>
                  <a:pt x="304464" y="45799"/>
                  <a:pt x="306868" y="40358"/>
                </a:cubicBezTo>
                <a:cubicBezTo>
                  <a:pt x="309272" y="34918"/>
                  <a:pt x="312930" y="30838"/>
                  <a:pt x="317843" y="28118"/>
                </a:cubicBezTo>
                <a:cubicBezTo>
                  <a:pt x="322756" y="25398"/>
                  <a:pt x="328101" y="24038"/>
                  <a:pt x="333879" y="24038"/>
                </a:cubicBezTo>
                <a:cubicBezTo>
                  <a:pt x="341175" y="24038"/>
                  <a:pt x="347142" y="25872"/>
                  <a:pt x="351781" y="29541"/>
                </a:cubicBezTo>
                <a:cubicBezTo>
                  <a:pt x="356420" y="33209"/>
                  <a:pt x="359393" y="38417"/>
                  <a:pt x="360700" y="45166"/>
                </a:cubicBezTo>
                <a:lnTo>
                  <a:pt x="349630" y="46937"/>
                </a:lnTo>
                <a:cubicBezTo>
                  <a:pt x="348576" y="42446"/>
                  <a:pt x="346710" y="39067"/>
                  <a:pt x="344032" y="36800"/>
                </a:cubicBezTo>
                <a:cubicBezTo>
                  <a:pt x="341354" y="34533"/>
                  <a:pt x="338117" y="33400"/>
                  <a:pt x="334322" y="33400"/>
                </a:cubicBezTo>
                <a:cubicBezTo>
                  <a:pt x="328586" y="33400"/>
                  <a:pt x="323926" y="35456"/>
                  <a:pt x="320342" y="39568"/>
                </a:cubicBezTo>
                <a:cubicBezTo>
                  <a:pt x="316757" y="43679"/>
                  <a:pt x="314965" y="50184"/>
                  <a:pt x="314965" y="59083"/>
                </a:cubicBezTo>
                <a:cubicBezTo>
                  <a:pt x="314965" y="68108"/>
                  <a:pt x="316694" y="74665"/>
                  <a:pt x="320152" y="78756"/>
                </a:cubicBezTo>
                <a:cubicBezTo>
                  <a:pt x="323610" y="82847"/>
                  <a:pt x="328122" y="84892"/>
                  <a:pt x="333689" y="84892"/>
                </a:cubicBezTo>
                <a:cubicBezTo>
                  <a:pt x="338159" y="84892"/>
                  <a:pt x="341892" y="83516"/>
                  <a:pt x="344886" y="80764"/>
                </a:cubicBezTo>
                <a:cubicBezTo>
                  <a:pt x="347880" y="78013"/>
                  <a:pt x="349778" y="73780"/>
                  <a:pt x="350579" y="68065"/>
                </a:cubicBezTo>
                <a:close/>
                <a:moveTo>
                  <a:pt x="367279" y="59146"/>
                </a:moveTo>
                <a:cubicBezTo>
                  <a:pt x="367279" y="46705"/>
                  <a:pt x="370737" y="37491"/>
                  <a:pt x="377653" y="31502"/>
                </a:cubicBezTo>
                <a:cubicBezTo>
                  <a:pt x="383431" y="26526"/>
                  <a:pt x="390474" y="24038"/>
                  <a:pt x="398781" y="24038"/>
                </a:cubicBezTo>
                <a:cubicBezTo>
                  <a:pt x="408017" y="24038"/>
                  <a:pt x="415566" y="27064"/>
                  <a:pt x="421428" y="33115"/>
                </a:cubicBezTo>
                <a:cubicBezTo>
                  <a:pt x="427290" y="39167"/>
                  <a:pt x="430221" y="47528"/>
                  <a:pt x="430221" y="58197"/>
                </a:cubicBezTo>
                <a:cubicBezTo>
                  <a:pt x="430221" y="66842"/>
                  <a:pt x="428924" y="73643"/>
                  <a:pt x="426330" y="78598"/>
                </a:cubicBezTo>
                <a:cubicBezTo>
                  <a:pt x="423737" y="83553"/>
                  <a:pt x="419962" y="87401"/>
                  <a:pt x="415007" y="90142"/>
                </a:cubicBezTo>
                <a:cubicBezTo>
                  <a:pt x="410052" y="92883"/>
                  <a:pt x="404643" y="94254"/>
                  <a:pt x="398781" y="94254"/>
                </a:cubicBezTo>
                <a:cubicBezTo>
                  <a:pt x="389377" y="94254"/>
                  <a:pt x="381776" y="91239"/>
                  <a:pt x="375977" y="85208"/>
                </a:cubicBezTo>
                <a:cubicBezTo>
                  <a:pt x="370178" y="79178"/>
                  <a:pt x="367279" y="70490"/>
                  <a:pt x="367279" y="59146"/>
                </a:cubicBezTo>
                <a:moveTo>
                  <a:pt x="378982" y="59178"/>
                </a:moveTo>
                <a:cubicBezTo>
                  <a:pt x="378982" y="67770"/>
                  <a:pt x="380858" y="74204"/>
                  <a:pt x="384612" y="78479"/>
                </a:cubicBezTo>
                <a:cubicBezTo>
                  <a:pt x="388365" y="82754"/>
                  <a:pt x="393088" y="84892"/>
                  <a:pt x="398781" y="84892"/>
                </a:cubicBezTo>
                <a:cubicBezTo>
                  <a:pt x="404433" y="84892"/>
                  <a:pt x="409135" y="82744"/>
                  <a:pt x="412888" y="78448"/>
                </a:cubicBezTo>
                <a:cubicBezTo>
                  <a:pt x="416641" y="74151"/>
                  <a:pt x="418518" y="67601"/>
                  <a:pt x="418518" y="58798"/>
                </a:cubicBezTo>
                <a:cubicBezTo>
                  <a:pt x="418518" y="50501"/>
                  <a:pt x="416631" y="44215"/>
                  <a:pt x="412856" y="39939"/>
                </a:cubicBezTo>
                <a:cubicBezTo>
                  <a:pt x="409082" y="35664"/>
                  <a:pt x="404390" y="33527"/>
                  <a:pt x="398781" y="33527"/>
                </a:cubicBezTo>
                <a:cubicBezTo>
                  <a:pt x="393088" y="33527"/>
                  <a:pt x="388365" y="35654"/>
                  <a:pt x="384612" y="39908"/>
                </a:cubicBezTo>
                <a:cubicBezTo>
                  <a:pt x="380858" y="44162"/>
                  <a:pt x="378982" y="50585"/>
                  <a:pt x="378982" y="59178"/>
                </a:cubicBezTo>
                <a:close/>
                <a:moveTo>
                  <a:pt x="443548" y="92736"/>
                </a:moveTo>
                <a:lnTo>
                  <a:pt x="443548" y="25556"/>
                </a:lnTo>
                <a:lnTo>
                  <a:pt x="453796" y="25556"/>
                </a:lnTo>
                <a:lnTo>
                  <a:pt x="453796" y="35108"/>
                </a:lnTo>
                <a:cubicBezTo>
                  <a:pt x="458730" y="27728"/>
                  <a:pt x="465857" y="24038"/>
                  <a:pt x="475177" y="24038"/>
                </a:cubicBezTo>
                <a:cubicBezTo>
                  <a:pt x="479226" y="24038"/>
                  <a:pt x="482947" y="24765"/>
                  <a:pt x="486342" y="26220"/>
                </a:cubicBezTo>
                <a:cubicBezTo>
                  <a:pt x="489737" y="27675"/>
                  <a:pt x="492278" y="29584"/>
                  <a:pt x="493965" y="31945"/>
                </a:cubicBezTo>
                <a:cubicBezTo>
                  <a:pt x="495652" y="34307"/>
                  <a:pt x="496832" y="37111"/>
                  <a:pt x="497507" y="40358"/>
                </a:cubicBezTo>
                <a:cubicBezTo>
                  <a:pt x="497929" y="42467"/>
                  <a:pt x="498140" y="46157"/>
                  <a:pt x="498140" y="51429"/>
                </a:cubicBezTo>
                <a:lnTo>
                  <a:pt x="498140" y="92736"/>
                </a:lnTo>
                <a:lnTo>
                  <a:pt x="486753" y="92736"/>
                </a:lnTo>
                <a:lnTo>
                  <a:pt x="486753" y="51871"/>
                </a:lnTo>
                <a:cubicBezTo>
                  <a:pt x="486753" y="47232"/>
                  <a:pt x="486311" y="43764"/>
                  <a:pt x="485425" y="41465"/>
                </a:cubicBezTo>
                <a:cubicBezTo>
                  <a:pt x="484539" y="39167"/>
                  <a:pt x="482968" y="37333"/>
                  <a:pt x="480712" y="35962"/>
                </a:cubicBezTo>
                <a:cubicBezTo>
                  <a:pt x="478456" y="34591"/>
                  <a:pt x="475810" y="33906"/>
                  <a:pt x="472773" y="33906"/>
                </a:cubicBezTo>
                <a:cubicBezTo>
                  <a:pt x="467924" y="33906"/>
                  <a:pt x="463738" y="35445"/>
                  <a:pt x="460217" y="38524"/>
                </a:cubicBezTo>
                <a:cubicBezTo>
                  <a:pt x="456695" y="41603"/>
                  <a:pt x="454935" y="47443"/>
                  <a:pt x="454935" y="56046"/>
                </a:cubicBezTo>
                <a:lnTo>
                  <a:pt x="454935" y="92736"/>
                </a:lnTo>
                <a:lnTo>
                  <a:pt x="443548" y="92736"/>
                </a:lnTo>
                <a:close/>
                <a:moveTo>
                  <a:pt x="540439" y="82551"/>
                </a:moveTo>
                <a:lnTo>
                  <a:pt x="542084" y="92609"/>
                </a:lnTo>
                <a:cubicBezTo>
                  <a:pt x="538879" y="93284"/>
                  <a:pt x="536011" y="93621"/>
                  <a:pt x="533481" y="93621"/>
                </a:cubicBezTo>
                <a:cubicBezTo>
                  <a:pt x="529348" y="93621"/>
                  <a:pt x="526143" y="92968"/>
                  <a:pt x="523866" y="91661"/>
                </a:cubicBezTo>
                <a:cubicBezTo>
                  <a:pt x="521589" y="90353"/>
                  <a:pt x="519986" y="88635"/>
                  <a:pt x="519058" y="86505"/>
                </a:cubicBezTo>
                <a:cubicBezTo>
                  <a:pt x="518130" y="84375"/>
                  <a:pt x="517667" y="79895"/>
                  <a:pt x="517667" y="73063"/>
                </a:cubicBezTo>
                <a:lnTo>
                  <a:pt x="517667" y="34412"/>
                </a:lnTo>
                <a:lnTo>
                  <a:pt x="509317" y="34412"/>
                </a:lnTo>
                <a:lnTo>
                  <a:pt x="509317" y="25556"/>
                </a:lnTo>
                <a:lnTo>
                  <a:pt x="517667" y="25556"/>
                </a:lnTo>
                <a:lnTo>
                  <a:pt x="517667" y="8919"/>
                </a:lnTo>
                <a:lnTo>
                  <a:pt x="528990" y="2088"/>
                </a:lnTo>
                <a:lnTo>
                  <a:pt x="528990" y="25556"/>
                </a:lnTo>
                <a:lnTo>
                  <a:pt x="540439" y="25556"/>
                </a:lnTo>
                <a:lnTo>
                  <a:pt x="540439" y="34412"/>
                </a:lnTo>
                <a:lnTo>
                  <a:pt x="528990" y="34412"/>
                </a:lnTo>
                <a:lnTo>
                  <a:pt x="528990" y="73695"/>
                </a:lnTo>
                <a:cubicBezTo>
                  <a:pt x="528990" y="76943"/>
                  <a:pt x="529190" y="79030"/>
                  <a:pt x="529591" y="79958"/>
                </a:cubicBezTo>
                <a:cubicBezTo>
                  <a:pt x="529991" y="80886"/>
                  <a:pt x="530645" y="81624"/>
                  <a:pt x="531552" y="82172"/>
                </a:cubicBezTo>
                <a:cubicBezTo>
                  <a:pt x="532458" y="82720"/>
                  <a:pt x="533755" y="82994"/>
                  <a:pt x="535442" y="82994"/>
                </a:cubicBezTo>
                <a:cubicBezTo>
                  <a:pt x="536707" y="82994"/>
                  <a:pt x="538373" y="82847"/>
                  <a:pt x="540439" y="82551"/>
                </a:cubicBezTo>
                <a:close/>
                <a:moveTo>
                  <a:pt x="597453" y="70975"/>
                </a:moveTo>
                <a:lnTo>
                  <a:pt x="609219" y="72493"/>
                </a:lnTo>
                <a:cubicBezTo>
                  <a:pt x="607364" y="79387"/>
                  <a:pt x="603927" y="84738"/>
                  <a:pt x="598908" y="88545"/>
                </a:cubicBezTo>
                <a:cubicBezTo>
                  <a:pt x="593890" y="92351"/>
                  <a:pt x="587480" y="94254"/>
                  <a:pt x="579678" y="94254"/>
                </a:cubicBezTo>
                <a:cubicBezTo>
                  <a:pt x="569852" y="94254"/>
                  <a:pt x="562061" y="91228"/>
                  <a:pt x="556304" y="85177"/>
                </a:cubicBezTo>
                <a:cubicBezTo>
                  <a:pt x="550548" y="79125"/>
                  <a:pt x="547670" y="70638"/>
                  <a:pt x="547670" y="59715"/>
                </a:cubicBezTo>
                <a:cubicBezTo>
                  <a:pt x="547670" y="48413"/>
                  <a:pt x="550579" y="39642"/>
                  <a:pt x="556399" y="33400"/>
                </a:cubicBezTo>
                <a:cubicBezTo>
                  <a:pt x="562219" y="27159"/>
                  <a:pt x="569768" y="24038"/>
                  <a:pt x="579045" y="24038"/>
                </a:cubicBezTo>
                <a:cubicBezTo>
                  <a:pt x="588028" y="24038"/>
                  <a:pt x="595366" y="27091"/>
                  <a:pt x="601059" y="33196"/>
                </a:cubicBezTo>
                <a:cubicBezTo>
                  <a:pt x="606752" y="39301"/>
                  <a:pt x="609599" y="47889"/>
                  <a:pt x="609599" y="58962"/>
                </a:cubicBezTo>
                <a:cubicBezTo>
                  <a:pt x="609599" y="59636"/>
                  <a:pt x="609578" y="60646"/>
                  <a:pt x="609536" y="61993"/>
                </a:cubicBezTo>
                <a:lnTo>
                  <a:pt x="559435" y="61993"/>
                </a:lnTo>
                <a:cubicBezTo>
                  <a:pt x="559857" y="69394"/>
                  <a:pt x="561945" y="75061"/>
                  <a:pt x="565698" y="78993"/>
                </a:cubicBezTo>
                <a:cubicBezTo>
                  <a:pt x="569451" y="82926"/>
                  <a:pt x="574132" y="84892"/>
                  <a:pt x="579741" y="84892"/>
                </a:cubicBezTo>
                <a:cubicBezTo>
                  <a:pt x="583916" y="84892"/>
                  <a:pt x="587480" y="83786"/>
                  <a:pt x="590432" y="81573"/>
                </a:cubicBezTo>
                <a:cubicBezTo>
                  <a:pt x="593384" y="79359"/>
                  <a:pt x="595724" y="75826"/>
                  <a:pt x="597453" y="70975"/>
                </a:cubicBezTo>
                <a:moveTo>
                  <a:pt x="560068" y="52630"/>
                </a:moveTo>
                <a:lnTo>
                  <a:pt x="597580" y="52630"/>
                </a:lnTo>
                <a:cubicBezTo>
                  <a:pt x="597074" y="46998"/>
                  <a:pt x="595640" y="42773"/>
                  <a:pt x="593278" y="39957"/>
                </a:cubicBezTo>
                <a:cubicBezTo>
                  <a:pt x="589652" y="35586"/>
                  <a:pt x="584949" y="33400"/>
                  <a:pt x="579172" y="33400"/>
                </a:cubicBezTo>
                <a:cubicBezTo>
                  <a:pt x="573943" y="33400"/>
                  <a:pt x="569546" y="35145"/>
                  <a:pt x="565983" y="38635"/>
                </a:cubicBezTo>
                <a:cubicBezTo>
                  <a:pt x="562419" y="42123"/>
                  <a:pt x="560448" y="46788"/>
                  <a:pt x="560068" y="52630"/>
                </a:cubicBezTo>
                <a:close/>
                <a:moveTo>
                  <a:pt x="623496" y="92736"/>
                </a:moveTo>
                <a:lnTo>
                  <a:pt x="623496" y="25556"/>
                </a:lnTo>
                <a:lnTo>
                  <a:pt x="633744" y="25556"/>
                </a:lnTo>
                <a:lnTo>
                  <a:pt x="633744" y="35108"/>
                </a:lnTo>
                <a:cubicBezTo>
                  <a:pt x="638678" y="27728"/>
                  <a:pt x="645805" y="24038"/>
                  <a:pt x="655125" y="24038"/>
                </a:cubicBezTo>
                <a:cubicBezTo>
                  <a:pt x="659173" y="24038"/>
                  <a:pt x="662895" y="24765"/>
                  <a:pt x="666290" y="26220"/>
                </a:cubicBezTo>
                <a:cubicBezTo>
                  <a:pt x="669685" y="27675"/>
                  <a:pt x="672225" y="29584"/>
                  <a:pt x="673912" y="31945"/>
                </a:cubicBezTo>
                <a:cubicBezTo>
                  <a:pt x="675599" y="34307"/>
                  <a:pt x="676780" y="37111"/>
                  <a:pt x="677455" y="40358"/>
                </a:cubicBezTo>
                <a:cubicBezTo>
                  <a:pt x="677877" y="42467"/>
                  <a:pt x="678087" y="46157"/>
                  <a:pt x="678087" y="51429"/>
                </a:cubicBezTo>
                <a:lnTo>
                  <a:pt x="678087" y="92736"/>
                </a:lnTo>
                <a:lnTo>
                  <a:pt x="666701" y="92736"/>
                </a:lnTo>
                <a:lnTo>
                  <a:pt x="666701" y="51871"/>
                </a:lnTo>
                <a:cubicBezTo>
                  <a:pt x="666701" y="47232"/>
                  <a:pt x="666258" y="43764"/>
                  <a:pt x="665373" y="41465"/>
                </a:cubicBezTo>
                <a:cubicBezTo>
                  <a:pt x="664487" y="39167"/>
                  <a:pt x="662916" y="37333"/>
                  <a:pt x="660660" y="35962"/>
                </a:cubicBezTo>
                <a:cubicBezTo>
                  <a:pt x="658404" y="34591"/>
                  <a:pt x="655757" y="33906"/>
                  <a:pt x="652721" y="33906"/>
                </a:cubicBezTo>
                <a:cubicBezTo>
                  <a:pt x="647871" y="33906"/>
                  <a:pt x="643686" y="35445"/>
                  <a:pt x="640164" y="38524"/>
                </a:cubicBezTo>
                <a:cubicBezTo>
                  <a:pt x="636643" y="41603"/>
                  <a:pt x="634882" y="47443"/>
                  <a:pt x="634882" y="56046"/>
                </a:cubicBezTo>
                <a:lnTo>
                  <a:pt x="634882" y="92736"/>
                </a:lnTo>
                <a:lnTo>
                  <a:pt x="623496" y="92736"/>
                </a:lnTo>
                <a:close/>
                <a:moveTo>
                  <a:pt x="720387" y="82551"/>
                </a:moveTo>
                <a:lnTo>
                  <a:pt x="722031" y="92609"/>
                </a:lnTo>
                <a:cubicBezTo>
                  <a:pt x="718826" y="93284"/>
                  <a:pt x="715959" y="93621"/>
                  <a:pt x="713428" y="93621"/>
                </a:cubicBezTo>
                <a:cubicBezTo>
                  <a:pt x="709296" y="93621"/>
                  <a:pt x="706090" y="92968"/>
                  <a:pt x="703813" y="91661"/>
                </a:cubicBezTo>
                <a:cubicBezTo>
                  <a:pt x="701536" y="90353"/>
                  <a:pt x="699933" y="88635"/>
                  <a:pt x="699006" y="86505"/>
                </a:cubicBezTo>
                <a:cubicBezTo>
                  <a:pt x="698078" y="84375"/>
                  <a:pt x="697614" y="79895"/>
                  <a:pt x="697614" y="73063"/>
                </a:cubicBezTo>
                <a:lnTo>
                  <a:pt x="697614" y="34412"/>
                </a:lnTo>
                <a:lnTo>
                  <a:pt x="689264" y="34412"/>
                </a:lnTo>
                <a:lnTo>
                  <a:pt x="689264" y="25556"/>
                </a:lnTo>
                <a:lnTo>
                  <a:pt x="697614" y="25556"/>
                </a:lnTo>
                <a:lnTo>
                  <a:pt x="697614" y="8919"/>
                </a:lnTo>
                <a:lnTo>
                  <a:pt x="708937" y="2088"/>
                </a:lnTo>
                <a:lnTo>
                  <a:pt x="708937" y="25556"/>
                </a:lnTo>
                <a:lnTo>
                  <a:pt x="720387" y="25556"/>
                </a:lnTo>
                <a:lnTo>
                  <a:pt x="720387" y="34412"/>
                </a:lnTo>
                <a:lnTo>
                  <a:pt x="708937" y="34412"/>
                </a:lnTo>
                <a:lnTo>
                  <a:pt x="708937" y="73695"/>
                </a:lnTo>
                <a:cubicBezTo>
                  <a:pt x="708937" y="76943"/>
                  <a:pt x="709137" y="79030"/>
                  <a:pt x="709538" y="79958"/>
                </a:cubicBezTo>
                <a:cubicBezTo>
                  <a:pt x="709939" y="80886"/>
                  <a:pt x="710592" y="81624"/>
                  <a:pt x="711499" y="82172"/>
                </a:cubicBezTo>
                <a:cubicBezTo>
                  <a:pt x="712406" y="82720"/>
                  <a:pt x="713703" y="82994"/>
                  <a:pt x="715389" y="82994"/>
                </a:cubicBezTo>
                <a:cubicBezTo>
                  <a:pt x="716655" y="82994"/>
                  <a:pt x="718320" y="82847"/>
                  <a:pt x="720387" y="8255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" name="Text hostedonURL1">
            <a:extLst xmlns:a="http://schemas.openxmlformats.org/drawingml/2006/main">
              <a:ext uri="{FF2B5EF4-FFF2-40B4-BE49-F238E27FC236}">
                <a16:creationId xmlns:a16="http://schemas.microsoft.com/office/drawing/2014/main" id="{8C2CA405-4FE0-4D54-8EC6-098950CB7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220" y="1861119"/>
            <a:ext cx="948993" cy="94634"/>
          </a:xfrm>
          <a:custGeom xmlns:a="http://schemas.openxmlformats.org/drawingml/2006/main">
            <a:pathLst>
              <a:path w="948993" h="94634">
                <a:moveTo>
                  <a:pt x="0" y="93115"/>
                </a:moveTo>
                <a:lnTo>
                  <a:pt x="0" y="380"/>
                </a:lnTo>
                <a:lnTo>
                  <a:pt x="11386" y="380"/>
                </a:lnTo>
                <a:lnTo>
                  <a:pt x="11386" y="33712"/>
                </a:lnTo>
                <a:cubicBezTo>
                  <a:pt x="16700" y="27516"/>
                  <a:pt x="23405" y="24417"/>
                  <a:pt x="31502" y="24417"/>
                </a:cubicBezTo>
                <a:cubicBezTo>
                  <a:pt x="36479" y="24417"/>
                  <a:pt x="40801" y="25398"/>
                  <a:pt x="44470" y="27359"/>
                </a:cubicBezTo>
                <a:cubicBezTo>
                  <a:pt x="48139" y="29320"/>
                  <a:pt x="50764" y="32030"/>
                  <a:pt x="52346" y="35488"/>
                </a:cubicBezTo>
                <a:cubicBezTo>
                  <a:pt x="53927" y="38946"/>
                  <a:pt x="54718" y="43964"/>
                  <a:pt x="54718" y="50543"/>
                </a:cubicBezTo>
                <a:lnTo>
                  <a:pt x="54718" y="93115"/>
                </a:lnTo>
                <a:lnTo>
                  <a:pt x="43332" y="93115"/>
                </a:lnTo>
                <a:lnTo>
                  <a:pt x="43332" y="50588"/>
                </a:lnTo>
                <a:cubicBezTo>
                  <a:pt x="43332" y="44902"/>
                  <a:pt x="42098" y="40763"/>
                  <a:pt x="39631" y="38172"/>
                </a:cubicBezTo>
                <a:cubicBezTo>
                  <a:pt x="37164" y="35581"/>
                  <a:pt x="33674" y="34286"/>
                  <a:pt x="29162" y="34286"/>
                </a:cubicBezTo>
                <a:cubicBezTo>
                  <a:pt x="25788" y="34286"/>
                  <a:pt x="22615" y="35160"/>
                  <a:pt x="19642" y="36909"/>
                </a:cubicBezTo>
                <a:cubicBezTo>
                  <a:pt x="16668" y="38656"/>
                  <a:pt x="14549" y="41026"/>
                  <a:pt x="13284" y="44018"/>
                </a:cubicBezTo>
                <a:cubicBezTo>
                  <a:pt x="12019" y="47008"/>
                  <a:pt x="11386" y="51136"/>
                  <a:pt x="11386" y="56402"/>
                </a:cubicBezTo>
                <a:lnTo>
                  <a:pt x="11386" y="93115"/>
                </a:lnTo>
                <a:lnTo>
                  <a:pt x="0" y="93115"/>
                </a:lnTo>
                <a:close/>
                <a:moveTo>
                  <a:pt x="67792" y="59526"/>
                </a:moveTo>
                <a:cubicBezTo>
                  <a:pt x="67792" y="47085"/>
                  <a:pt x="71251" y="37870"/>
                  <a:pt x="78167" y="31882"/>
                </a:cubicBezTo>
                <a:cubicBezTo>
                  <a:pt x="83944" y="26906"/>
                  <a:pt x="90987" y="24417"/>
                  <a:pt x="99295" y="24417"/>
                </a:cubicBezTo>
                <a:cubicBezTo>
                  <a:pt x="108530" y="24417"/>
                  <a:pt x="116079" y="27443"/>
                  <a:pt x="121941" y="33495"/>
                </a:cubicBezTo>
                <a:cubicBezTo>
                  <a:pt x="127803" y="39547"/>
                  <a:pt x="130734" y="47907"/>
                  <a:pt x="130734" y="58577"/>
                </a:cubicBezTo>
                <a:cubicBezTo>
                  <a:pt x="130734" y="67222"/>
                  <a:pt x="129437" y="74022"/>
                  <a:pt x="126844" y="78977"/>
                </a:cubicBezTo>
                <a:cubicBezTo>
                  <a:pt x="124250" y="83933"/>
                  <a:pt x="120476" y="87781"/>
                  <a:pt x="115520" y="90522"/>
                </a:cubicBezTo>
                <a:cubicBezTo>
                  <a:pt x="110565" y="93263"/>
                  <a:pt x="105157" y="94634"/>
                  <a:pt x="99295" y="94634"/>
                </a:cubicBezTo>
                <a:cubicBezTo>
                  <a:pt x="89891" y="94634"/>
                  <a:pt x="82289" y="91618"/>
                  <a:pt x="76490" y="85588"/>
                </a:cubicBezTo>
                <a:cubicBezTo>
                  <a:pt x="70692" y="79557"/>
                  <a:pt x="67792" y="70870"/>
                  <a:pt x="67792" y="59526"/>
                </a:cubicBezTo>
                <a:moveTo>
                  <a:pt x="79495" y="59557"/>
                </a:moveTo>
                <a:cubicBezTo>
                  <a:pt x="79495" y="68150"/>
                  <a:pt x="81372" y="74584"/>
                  <a:pt x="85125" y="78859"/>
                </a:cubicBezTo>
                <a:cubicBezTo>
                  <a:pt x="88878" y="83134"/>
                  <a:pt x="93602" y="85271"/>
                  <a:pt x="99295" y="85271"/>
                </a:cubicBezTo>
                <a:cubicBezTo>
                  <a:pt x="104946" y="85271"/>
                  <a:pt x="109648" y="83123"/>
                  <a:pt x="113401" y="78827"/>
                </a:cubicBezTo>
                <a:cubicBezTo>
                  <a:pt x="117155" y="74531"/>
                  <a:pt x="119031" y="67981"/>
                  <a:pt x="119031" y="59178"/>
                </a:cubicBezTo>
                <a:cubicBezTo>
                  <a:pt x="119031" y="50880"/>
                  <a:pt x="117144" y="44594"/>
                  <a:pt x="113370" y="40319"/>
                </a:cubicBezTo>
                <a:cubicBezTo>
                  <a:pt x="109595" y="36044"/>
                  <a:pt x="104904" y="33906"/>
                  <a:pt x="99295" y="33906"/>
                </a:cubicBezTo>
                <a:cubicBezTo>
                  <a:pt x="93602" y="33906"/>
                  <a:pt x="88878" y="36033"/>
                  <a:pt x="85125" y="40287"/>
                </a:cubicBezTo>
                <a:cubicBezTo>
                  <a:pt x="81372" y="44541"/>
                  <a:pt x="79495" y="50965"/>
                  <a:pt x="79495" y="59557"/>
                </a:cubicBezTo>
                <a:close/>
                <a:moveTo>
                  <a:pt x="139507" y="72999"/>
                </a:moveTo>
                <a:lnTo>
                  <a:pt x="150767" y="71228"/>
                </a:lnTo>
                <a:cubicBezTo>
                  <a:pt x="151400" y="75760"/>
                  <a:pt x="153160" y="79234"/>
                  <a:pt x="156049" y="81650"/>
                </a:cubicBezTo>
                <a:cubicBezTo>
                  <a:pt x="158938" y="84064"/>
                  <a:pt x="162976" y="85271"/>
                  <a:pt x="168163" y="85271"/>
                </a:cubicBezTo>
                <a:cubicBezTo>
                  <a:pt x="173392" y="85271"/>
                  <a:pt x="177272" y="84207"/>
                  <a:pt x="179802" y="82077"/>
                </a:cubicBezTo>
                <a:cubicBezTo>
                  <a:pt x="182333" y="79947"/>
                  <a:pt x="183598" y="77449"/>
                  <a:pt x="183598" y="74581"/>
                </a:cubicBezTo>
                <a:cubicBezTo>
                  <a:pt x="183598" y="72008"/>
                  <a:pt x="182480" y="69984"/>
                  <a:pt x="180245" y="68508"/>
                </a:cubicBezTo>
                <a:cubicBezTo>
                  <a:pt x="178685" y="67496"/>
                  <a:pt x="174805" y="66210"/>
                  <a:pt x="168606" y="64649"/>
                </a:cubicBezTo>
                <a:cubicBezTo>
                  <a:pt x="160256" y="62541"/>
                  <a:pt x="154468" y="60717"/>
                  <a:pt x="151242" y="59178"/>
                </a:cubicBezTo>
                <a:cubicBezTo>
                  <a:pt x="148015" y="57638"/>
                  <a:pt x="145569" y="55509"/>
                  <a:pt x="143904" y="52789"/>
                </a:cubicBezTo>
                <a:cubicBezTo>
                  <a:pt x="142238" y="50069"/>
                  <a:pt x="141405" y="47064"/>
                  <a:pt x="141405" y="43774"/>
                </a:cubicBezTo>
                <a:cubicBezTo>
                  <a:pt x="141405" y="40780"/>
                  <a:pt x="142090" y="38007"/>
                  <a:pt x="143461" y="35456"/>
                </a:cubicBezTo>
                <a:cubicBezTo>
                  <a:pt x="144831" y="32905"/>
                  <a:pt x="146697" y="30785"/>
                  <a:pt x="149059" y="29099"/>
                </a:cubicBezTo>
                <a:cubicBezTo>
                  <a:pt x="150830" y="27791"/>
                  <a:pt x="153245" y="26684"/>
                  <a:pt x="156302" y="25778"/>
                </a:cubicBezTo>
                <a:cubicBezTo>
                  <a:pt x="159360" y="24871"/>
                  <a:pt x="162638" y="24417"/>
                  <a:pt x="166139" y="24417"/>
                </a:cubicBezTo>
                <a:cubicBezTo>
                  <a:pt x="171410" y="24417"/>
                  <a:pt x="176039" y="25177"/>
                  <a:pt x="180024" y="26695"/>
                </a:cubicBezTo>
                <a:cubicBezTo>
                  <a:pt x="184009" y="28213"/>
                  <a:pt x="186951" y="30269"/>
                  <a:pt x="188848" y="32862"/>
                </a:cubicBezTo>
                <a:cubicBezTo>
                  <a:pt x="190746" y="35456"/>
                  <a:pt x="192053" y="38925"/>
                  <a:pt x="192770" y="43268"/>
                </a:cubicBezTo>
                <a:lnTo>
                  <a:pt x="181637" y="44786"/>
                </a:lnTo>
                <a:cubicBezTo>
                  <a:pt x="181131" y="41328"/>
                  <a:pt x="179665" y="38629"/>
                  <a:pt x="177240" y="36690"/>
                </a:cubicBezTo>
                <a:cubicBezTo>
                  <a:pt x="174816" y="34750"/>
                  <a:pt x="171389" y="33780"/>
                  <a:pt x="166961" y="33780"/>
                </a:cubicBezTo>
                <a:cubicBezTo>
                  <a:pt x="161732" y="33780"/>
                  <a:pt x="158000" y="34644"/>
                  <a:pt x="155764" y="36373"/>
                </a:cubicBezTo>
                <a:cubicBezTo>
                  <a:pt x="153529" y="38102"/>
                  <a:pt x="152412" y="40127"/>
                  <a:pt x="152412" y="42446"/>
                </a:cubicBezTo>
                <a:cubicBezTo>
                  <a:pt x="152412" y="43922"/>
                  <a:pt x="152876" y="45250"/>
                  <a:pt x="153803" y="46431"/>
                </a:cubicBezTo>
                <a:cubicBezTo>
                  <a:pt x="154731" y="47654"/>
                  <a:pt x="156186" y="48666"/>
                  <a:pt x="158168" y="49468"/>
                </a:cubicBezTo>
                <a:cubicBezTo>
                  <a:pt x="159307" y="49889"/>
                  <a:pt x="162660" y="50859"/>
                  <a:pt x="168226" y="52377"/>
                </a:cubicBezTo>
                <a:cubicBezTo>
                  <a:pt x="176281" y="54528"/>
                  <a:pt x="181900" y="56289"/>
                  <a:pt x="185084" y="57659"/>
                </a:cubicBezTo>
                <a:cubicBezTo>
                  <a:pt x="188268" y="59030"/>
                  <a:pt x="190767" y="61023"/>
                  <a:pt x="192580" y="63637"/>
                </a:cubicBezTo>
                <a:cubicBezTo>
                  <a:pt x="194394" y="66252"/>
                  <a:pt x="195301" y="69499"/>
                  <a:pt x="195301" y="73379"/>
                </a:cubicBezTo>
                <a:cubicBezTo>
                  <a:pt x="195301" y="77174"/>
                  <a:pt x="194194" y="80749"/>
                  <a:pt x="191980" y="84101"/>
                </a:cubicBezTo>
                <a:cubicBezTo>
                  <a:pt x="189765" y="87454"/>
                  <a:pt x="186571" y="90047"/>
                  <a:pt x="182396" y="91882"/>
                </a:cubicBezTo>
                <a:cubicBezTo>
                  <a:pt x="178221" y="93716"/>
                  <a:pt x="173498" y="94634"/>
                  <a:pt x="168226" y="94634"/>
                </a:cubicBezTo>
                <a:cubicBezTo>
                  <a:pt x="159497" y="94634"/>
                  <a:pt x="152844" y="92815"/>
                  <a:pt x="148268" y="89178"/>
                </a:cubicBezTo>
                <a:cubicBezTo>
                  <a:pt x="143693" y="85540"/>
                  <a:pt x="140772" y="80148"/>
                  <a:pt x="139507" y="72999"/>
                </a:cubicBezTo>
                <a:close/>
                <a:moveTo>
                  <a:pt x="233698" y="82931"/>
                </a:moveTo>
                <a:lnTo>
                  <a:pt x="235343" y="92989"/>
                </a:lnTo>
                <a:cubicBezTo>
                  <a:pt x="232138" y="93664"/>
                  <a:pt x="229270" y="94001"/>
                  <a:pt x="226740" y="94001"/>
                </a:cubicBezTo>
                <a:cubicBezTo>
                  <a:pt x="222607" y="94001"/>
                  <a:pt x="219402" y="93347"/>
                  <a:pt x="217125" y="92040"/>
                </a:cubicBezTo>
                <a:cubicBezTo>
                  <a:pt x="214847" y="90733"/>
                  <a:pt x="213245" y="89014"/>
                  <a:pt x="212317" y="86885"/>
                </a:cubicBezTo>
                <a:cubicBezTo>
                  <a:pt x="211389" y="84755"/>
                  <a:pt x="210925" y="80274"/>
                  <a:pt x="210925" y="73442"/>
                </a:cubicBezTo>
                <a:lnTo>
                  <a:pt x="210925" y="34792"/>
                </a:lnTo>
                <a:lnTo>
                  <a:pt x="202575" y="34792"/>
                </a:lnTo>
                <a:lnTo>
                  <a:pt x="202575" y="25936"/>
                </a:lnTo>
                <a:lnTo>
                  <a:pt x="210925" y="25936"/>
                </a:lnTo>
                <a:lnTo>
                  <a:pt x="210925" y="9299"/>
                </a:lnTo>
                <a:lnTo>
                  <a:pt x="222248" y="2467"/>
                </a:lnTo>
                <a:lnTo>
                  <a:pt x="222248" y="25936"/>
                </a:lnTo>
                <a:lnTo>
                  <a:pt x="233698" y="25936"/>
                </a:lnTo>
                <a:lnTo>
                  <a:pt x="233698" y="34792"/>
                </a:lnTo>
                <a:lnTo>
                  <a:pt x="222248" y="34792"/>
                </a:lnTo>
                <a:lnTo>
                  <a:pt x="222248" y="74075"/>
                </a:lnTo>
                <a:cubicBezTo>
                  <a:pt x="222248" y="77322"/>
                  <a:pt x="222449" y="79410"/>
                  <a:pt x="222849" y="80337"/>
                </a:cubicBezTo>
                <a:cubicBezTo>
                  <a:pt x="223250" y="81265"/>
                  <a:pt x="223904" y="82003"/>
                  <a:pt x="224810" y="82551"/>
                </a:cubicBezTo>
                <a:cubicBezTo>
                  <a:pt x="225717" y="83100"/>
                  <a:pt x="227014" y="83374"/>
                  <a:pt x="228701" y="83374"/>
                </a:cubicBezTo>
                <a:cubicBezTo>
                  <a:pt x="229966" y="83374"/>
                  <a:pt x="231632" y="83226"/>
                  <a:pt x="233698" y="82931"/>
                </a:cubicBezTo>
                <a:close/>
                <a:moveTo>
                  <a:pt x="290712" y="71355"/>
                </a:moveTo>
                <a:lnTo>
                  <a:pt x="302478" y="72873"/>
                </a:lnTo>
                <a:cubicBezTo>
                  <a:pt x="300622" y="79767"/>
                  <a:pt x="297185" y="85117"/>
                  <a:pt x="292167" y="88925"/>
                </a:cubicBezTo>
                <a:cubicBezTo>
                  <a:pt x="287148" y="92731"/>
                  <a:pt x="280738" y="94634"/>
                  <a:pt x="272936" y="94634"/>
                </a:cubicBezTo>
                <a:cubicBezTo>
                  <a:pt x="263110" y="94634"/>
                  <a:pt x="255319" y="91608"/>
                  <a:pt x="249563" y="85556"/>
                </a:cubicBezTo>
                <a:cubicBezTo>
                  <a:pt x="243806" y="79504"/>
                  <a:pt x="240928" y="71017"/>
                  <a:pt x="240928" y="60095"/>
                </a:cubicBezTo>
                <a:cubicBezTo>
                  <a:pt x="240928" y="48793"/>
                  <a:pt x="243838" y="40021"/>
                  <a:pt x="249658" y="33780"/>
                </a:cubicBezTo>
                <a:cubicBezTo>
                  <a:pt x="255477" y="27538"/>
                  <a:pt x="263026" y="24417"/>
                  <a:pt x="272304" y="24417"/>
                </a:cubicBezTo>
                <a:cubicBezTo>
                  <a:pt x="281286" y="24417"/>
                  <a:pt x="288624" y="27470"/>
                  <a:pt x="294318" y="33576"/>
                </a:cubicBezTo>
                <a:cubicBezTo>
                  <a:pt x="300011" y="39680"/>
                  <a:pt x="302857" y="48269"/>
                  <a:pt x="302857" y="59342"/>
                </a:cubicBezTo>
                <a:cubicBezTo>
                  <a:pt x="302857" y="60015"/>
                  <a:pt x="302836" y="61025"/>
                  <a:pt x="302794" y="62372"/>
                </a:cubicBezTo>
                <a:lnTo>
                  <a:pt x="252694" y="62372"/>
                </a:lnTo>
                <a:cubicBezTo>
                  <a:pt x="253116" y="69773"/>
                  <a:pt x="255203" y="75440"/>
                  <a:pt x="258956" y="79373"/>
                </a:cubicBezTo>
                <a:cubicBezTo>
                  <a:pt x="262710" y="83305"/>
                  <a:pt x="267391" y="85271"/>
                  <a:pt x="273000" y="85271"/>
                </a:cubicBezTo>
                <a:cubicBezTo>
                  <a:pt x="277175" y="85271"/>
                  <a:pt x="280738" y="84165"/>
                  <a:pt x="283690" y="81952"/>
                </a:cubicBezTo>
                <a:cubicBezTo>
                  <a:pt x="286642" y="79738"/>
                  <a:pt x="288983" y="76206"/>
                  <a:pt x="290712" y="71355"/>
                </a:cubicBezTo>
                <a:moveTo>
                  <a:pt x="253327" y="53010"/>
                </a:moveTo>
                <a:lnTo>
                  <a:pt x="290838" y="53010"/>
                </a:lnTo>
                <a:cubicBezTo>
                  <a:pt x="290332" y="47377"/>
                  <a:pt x="288898" y="43153"/>
                  <a:pt x="286537" y="40337"/>
                </a:cubicBezTo>
                <a:cubicBezTo>
                  <a:pt x="282910" y="35965"/>
                  <a:pt x="278208" y="33780"/>
                  <a:pt x="272430" y="33780"/>
                </a:cubicBezTo>
                <a:cubicBezTo>
                  <a:pt x="267201" y="33780"/>
                  <a:pt x="262805" y="35525"/>
                  <a:pt x="259241" y="39014"/>
                </a:cubicBezTo>
                <a:cubicBezTo>
                  <a:pt x="255678" y="42503"/>
                  <a:pt x="253706" y="47168"/>
                  <a:pt x="253327" y="53010"/>
                </a:cubicBezTo>
                <a:close/>
                <a:moveTo>
                  <a:pt x="360339" y="93115"/>
                </a:moveTo>
                <a:lnTo>
                  <a:pt x="360339" y="84639"/>
                </a:lnTo>
                <a:cubicBezTo>
                  <a:pt x="356080" y="91302"/>
                  <a:pt x="349817" y="94634"/>
                  <a:pt x="341552" y="94634"/>
                </a:cubicBezTo>
                <a:cubicBezTo>
                  <a:pt x="336196" y="94634"/>
                  <a:pt x="331272" y="93158"/>
                  <a:pt x="326781" y="90206"/>
                </a:cubicBezTo>
                <a:cubicBezTo>
                  <a:pt x="322290" y="87254"/>
                  <a:pt x="318810" y="83131"/>
                  <a:pt x="316343" y="77839"/>
                </a:cubicBezTo>
                <a:cubicBezTo>
                  <a:pt x="313876" y="72546"/>
                  <a:pt x="312643" y="66463"/>
                  <a:pt x="312643" y="59589"/>
                </a:cubicBezTo>
                <a:cubicBezTo>
                  <a:pt x="312643" y="52883"/>
                  <a:pt x="313760" y="46800"/>
                  <a:pt x="315995" y="41339"/>
                </a:cubicBezTo>
                <a:cubicBezTo>
                  <a:pt x="318230" y="35878"/>
                  <a:pt x="321583" y="31692"/>
                  <a:pt x="326053" y="28782"/>
                </a:cubicBezTo>
                <a:cubicBezTo>
                  <a:pt x="330524" y="25872"/>
                  <a:pt x="335521" y="24417"/>
                  <a:pt x="341045" y="24417"/>
                </a:cubicBezTo>
                <a:cubicBezTo>
                  <a:pt x="345094" y="24417"/>
                  <a:pt x="348700" y="25277"/>
                  <a:pt x="351863" y="26997"/>
                </a:cubicBezTo>
                <a:cubicBezTo>
                  <a:pt x="355025" y="28716"/>
                  <a:pt x="357598" y="30955"/>
                  <a:pt x="359580" y="33714"/>
                </a:cubicBezTo>
                <a:lnTo>
                  <a:pt x="359580" y="380"/>
                </a:lnTo>
                <a:lnTo>
                  <a:pt x="370903" y="380"/>
                </a:lnTo>
                <a:lnTo>
                  <a:pt x="370903" y="93115"/>
                </a:lnTo>
                <a:lnTo>
                  <a:pt x="360339" y="93115"/>
                </a:lnTo>
                <a:moveTo>
                  <a:pt x="324345" y="59620"/>
                </a:moveTo>
                <a:cubicBezTo>
                  <a:pt x="324345" y="68213"/>
                  <a:pt x="326159" y="74636"/>
                  <a:pt x="329786" y="78890"/>
                </a:cubicBezTo>
                <a:cubicBezTo>
                  <a:pt x="333412" y="83144"/>
                  <a:pt x="337693" y="85271"/>
                  <a:pt x="342627" y="85271"/>
                </a:cubicBezTo>
                <a:cubicBezTo>
                  <a:pt x="347603" y="85271"/>
                  <a:pt x="351831" y="83239"/>
                  <a:pt x="355310" y="79175"/>
                </a:cubicBezTo>
                <a:cubicBezTo>
                  <a:pt x="358789" y="75111"/>
                  <a:pt x="360529" y="68908"/>
                  <a:pt x="360529" y="60567"/>
                </a:cubicBezTo>
                <a:cubicBezTo>
                  <a:pt x="360529" y="51386"/>
                  <a:pt x="358758" y="44647"/>
                  <a:pt x="355215" y="40351"/>
                </a:cubicBezTo>
                <a:cubicBezTo>
                  <a:pt x="351673" y="36054"/>
                  <a:pt x="347308" y="33906"/>
                  <a:pt x="342121" y="33906"/>
                </a:cubicBezTo>
                <a:cubicBezTo>
                  <a:pt x="337060" y="33906"/>
                  <a:pt x="332832" y="35970"/>
                  <a:pt x="329438" y="40098"/>
                </a:cubicBezTo>
                <a:cubicBezTo>
                  <a:pt x="326043" y="44225"/>
                  <a:pt x="324345" y="50733"/>
                  <a:pt x="324345" y="59620"/>
                </a:cubicBezTo>
                <a:close/>
                <a:moveTo>
                  <a:pt x="420433" y="59526"/>
                </a:moveTo>
                <a:cubicBezTo>
                  <a:pt x="420433" y="47085"/>
                  <a:pt x="423891" y="37870"/>
                  <a:pt x="430807" y="31882"/>
                </a:cubicBezTo>
                <a:cubicBezTo>
                  <a:pt x="436585" y="26906"/>
                  <a:pt x="443628" y="24417"/>
                  <a:pt x="451935" y="24417"/>
                </a:cubicBezTo>
                <a:cubicBezTo>
                  <a:pt x="461171" y="24417"/>
                  <a:pt x="468720" y="27443"/>
                  <a:pt x="474582" y="33495"/>
                </a:cubicBezTo>
                <a:cubicBezTo>
                  <a:pt x="480444" y="39547"/>
                  <a:pt x="483375" y="47907"/>
                  <a:pt x="483375" y="58577"/>
                </a:cubicBezTo>
                <a:cubicBezTo>
                  <a:pt x="483375" y="67222"/>
                  <a:pt x="482078" y="74022"/>
                  <a:pt x="479484" y="78977"/>
                </a:cubicBezTo>
                <a:cubicBezTo>
                  <a:pt x="476891" y="83933"/>
                  <a:pt x="473116" y="87781"/>
                  <a:pt x="468161" y="90522"/>
                </a:cubicBezTo>
                <a:cubicBezTo>
                  <a:pt x="463206" y="93263"/>
                  <a:pt x="457797" y="94634"/>
                  <a:pt x="451935" y="94634"/>
                </a:cubicBezTo>
                <a:cubicBezTo>
                  <a:pt x="442531" y="94634"/>
                  <a:pt x="434930" y="91618"/>
                  <a:pt x="429131" y="85588"/>
                </a:cubicBezTo>
                <a:cubicBezTo>
                  <a:pt x="423332" y="79557"/>
                  <a:pt x="420433" y="70870"/>
                  <a:pt x="420433" y="59526"/>
                </a:cubicBezTo>
                <a:moveTo>
                  <a:pt x="432136" y="59557"/>
                </a:moveTo>
                <a:cubicBezTo>
                  <a:pt x="432136" y="68150"/>
                  <a:pt x="434012" y="74584"/>
                  <a:pt x="437766" y="78859"/>
                </a:cubicBezTo>
                <a:cubicBezTo>
                  <a:pt x="441519" y="83134"/>
                  <a:pt x="446242" y="85271"/>
                  <a:pt x="451935" y="85271"/>
                </a:cubicBezTo>
                <a:cubicBezTo>
                  <a:pt x="457587" y="85271"/>
                  <a:pt x="462289" y="83123"/>
                  <a:pt x="466042" y="78827"/>
                </a:cubicBezTo>
                <a:cubicBezTo>
                  <a:pt x="469795" y="74531"/>
                  <a:pt x="471672" y="67981"/>
                  <a:pt x="471672" y="59178"/>
                </a:cubicBezTo>
                <a:cubicBezTo>
                  <a:pt x="471672" y="50880"/>
                  <a:pt x="469785" y="44594"/>
                  <a:pt x="466010" y="40319"/>
                </a:cubicBezTo>
                <a:cubicBezTo>
                  <a:pt x="462236" y="36044"/>
                  <a:pt x="457544" y="33906"/>
                  <a:pt x="451935" y="33906"/>
                </a:cubicBezTo>
                <a:cubicBezTo>
                  <a:pt x="446242" y="33906"/>
                  <a:pt x="441519" y="36033"/>
                  <a:pt x="437766" y="40287"/>
                </a:cubicBezTo>
                <a:cubicBezTo>
                  <a:pt x="434012" y="44541"/>
                  <a:pt x="432136" y="50965"/>
                  <a:pt x="432136" y="59557"/>
                </a:cubicBezTo>
                <a:close/>
                <a:moveTo>
                  <a:pt x="496702" y="93115"/>
                </a:moveTo>
                <a:lnTo>
                  <a:pt x="496702" y="25936"/>
                </a:lnTo>
                <a:lnTo>
                  <a:pt x="506950" y="25936"/>
                </a:lnTo>
                <a:lnTo>
                  <a:pt x="506950" y="35488"/>
                </a:lnTo>
                <a:cubicBezTo>
                  <a:pt x="511884" y="28108"/>
                  <a:pt x="519011" y="24417"/>
                  <a:pt x="528331" y="24417"/>
                </a:cubicBezTo>
                <a:cubicBezTo>
                  <a:pt x="532379" y="24417"/>
                  <a:pt x="536101" y="25145"/>
                  <a:pt x="539496" y="26600"/>
                </a:cubicBezTo>
                <a:cubicBezTo>
                  <a:pt x="542891" y="28055"/>
                  <a:pt x="545432" y="29963"/>
                  <a:pt x="547119" y="32325"/>
                </a:cubicBezTo>
                <a:cubicBezTo>
                  <a:pt x="548805" y="34686"/>
                  <a:pt x="549986" y="37491"/>
                  <a:pt x="550661" y="40738"/>
                </a:cubicBezTo>
                <a:cubicBezTo>
                  <a:pt x="551083" y="42847"/>
                  <a:pt x="551294" y="46537"/>
                  <a:pt x="551294" y="51808"/>
                </a:cubicBezTo>
                <a:lnTo>
                  <a:pt x="551294" y="93115"/>
                </a:lnTo>
                <a:lnTo>
                  <a:pt x="539907" y="93115"/>
                </a:lnTo>
                <a:lnTo>
                  <a:pt x="539907" y="52251"/>
                </a:lnTo>
                <a:cubicBezTo>
                  <a:pt x="539907" y="47612"/>
                  <a:pt x="539464" y="44143"/>
                  <a:pt x="538579" y="41845"/>
                </a:cubicBezTo>
                <a:cubicBezTo>
                  <a:pt x="537693" y="39547"/>
                  <a:pt x="536122" y="37712"/>
                  <a:pt x="533866" y="36342"/>
                </a:cubicBezTo>
                <a:cubicBezTo>
                  <a:pt x="531610" y="34971"/>
                  <a:pt x="528964" y="34286"/>
                  <a:pt x="525927" y="34286"/>
                </a:cubicBezTo>
                <a:cubicBezTo>
                  <a:pt x="521077" y="34286"/>
                  <a:pt x="516892" y="35825"/>
                  <a:pt x="513371" y="38904"/>
                </a:cubicBezTo>
                <a:cubicBezTo>
                  <a:pt x="509849" y="41982"/>
                  <a:pt x="508089" y="47823"/>
                  <a:pt x="508089" y="56426"/>
                </a:cubicBezTo>
                <a:lnTo>
                  <a:pt x="508089" y="93115"/>
                </a:lnTo>
                <a:lnTo>
                  <a:pt x="496702" y="93115"/>
                </a:lnTo>
                <a:close/>
                <a:moveTo>
                  <a:pt x="666928" y="380"/>
                </a:moveTo>
                <a:lnTo>
                  <a:pt x="679200" y="380"/>
                </a:lnTo>
                <a:lnTo>
                  <a:pt x="679200" y="53923"/>
                </a:lnTo>
                <a:cubicBezTo>
                  <a:pt x="679200" y="63237"/>
                  <a:pt x="678146" y="70633"/>
                  <a:pt x="676037" y="76111"/>
                </a:cubicBezTo>
                <a:cubicBezTo>
                  <a:pt x="673928" y="81589"/>
                  <a:pt x="670122" y="86046"/>
                  <a:pt x="664619" y="89482"/>
                </a:cubicBezTo>
                <a:cubicBezTo>
                  <a:pt x="659116" y="92916"/>
                  <a:pt x="651894" y="94634"/>
                  <a:pt x="642953" y="94634"/>
                </a:cubicBezTo>
                <a:cubicBezTo>
                  <a:pt x="634266" y="94634"/>
                  <a:pt x="627160" y="93138"/>
                  <a:pt x="621635" y="90146"/>
                </a:cubicBezTo>
                <a:cubicBezTo>
                  <a:pt x="616111" y="87153"/>
                  <a:pt x="612168" y="82823"/>
                  <a:pt x="609806" y="77155"/>
                </a:cubicBezTo>
                <a:cubicBezTo>
                  <a:pt x="607445" y="71487"/>
                  <a:pt x="606264" y="63743"/>
                  <a:pt x="606264" y="53923"/>
                </a:cubicBezTo>
                <a:lnTo>
                  <a:pt x="606264" y="380"/>
                </a:lnTo>
                <a:lnTo>
                  <a:pt x="618536" y="380"/>
                </a:lnTo>
                <a:lnTo>
                  <a:pt x="618536" y="53815"/>
                </a:lnTo>
                <a:cubicBezTo>
                  <a:pt x="618536" y="61858"/>
                  <a:pt x="619284" y="67785"/>
                  <a:pt x="620781" y="71596"/>
                </a:cubicBezTo>
                <a:cubicBezTo>
                  <a:pt x="622278" y="75406"/>
                  <a:pt x="624851" y="78343"/>
                  <a:pt x="628499" y="80407"/>
                </a:cubicBezTo>
                <a:cubicBezTo>
                  <a:pt x="632147" y="82469"/>
                  <a:pt x="636606" y="83500"/>
                  <a:pt x="641878" y="83500"/>
                </a:cubicBezTo>
                <a:cubicBezTo>
                  <a:pt x="650903" y="83500"/>
                  <a:pt x="657334" y="81458"/>
                  <a:pt x="661171" y="77374"/>
                </a:cubicBezTo>
                <a:cubicBezTo>
                  <a:pt x="665009" y="73289"/>
                  <a:pt x="666928" y="65436"/>
                  <a:pt x="666928" y="53815"/>
                </a:cubicBezTo>
                <a:lnTo>
                  <a:pt x="666928" y="380"/>
                </a:lnTo>
                <a:close/>
                <a:moveTo>
                  <a:pt x="699800" y="93115"/>
                </a:moveTo>
                <a:lnTo>
                  <a:pt x="699800" y="380"/>
                </a:lnTo>
                <a:lnTo>
                  <a:pt x="740918" y="380"/>
                </a:lnTo>
                <a:cubicBezTo>
                  <a:pt x="749183" y="380"/>
                  <a:pt x="755467" y="1212"/>
                  <a:pt x="759769" y="2876"/>
                </a:cubicBezTo>
                <a:cubicBezTo>
                  <a:pt x="764070" y="4539"/>
                  <a:pt x="767507" y="7477"/>
                  <a:pt x="770080" y="11689"/>
                </a:cubicBezTo>
                <a:cubicBezTo>
                  <a:pt x="772652" y="15901"/>
                  <a:pt x="773938" y="20555"/>
                  <a:pt x="773938" y="25651"/>
                </a:cubicBezTo>
                <a:cubicBezTo>
                  <a:pt x="773938" y="32222"/>
                  <a:pt x="771809" y="37761"/>
                  <a:pt x="767549" y="42268"/>
                </a:cubicBezTo>
                <a:cubicBezTo>
                  <a:pt x="763290" y="46774"/>
                  <a:pt x="756711" y="49638"/>
                  <a:pt x="747813" y="50859"/>
                </a:cubicBezTo>
                <a:cubicBezTo>
                  <a:pt x="751060" y="52422"/>
                  <a:pt x="753527" y="53964"/>
                  <a:pt x="755214" y="55485"/>
                </a:cubicBezTo>
                <a:cubicBezTo>
                  <a:pt x="758799" y="58781"/>
                  <a:pt x="762193" y="62899"/>
                  <a:pt x="765399" y="67838"/>
                </a:cubicBezTo>
                <a:lnTo>
                  <a:pt x="781529" y="93115"/>
                </a:lnTo>
                <a:lnTo>
                  <a:pt x="766094" y="93115"/>
                </a:lnTo>
                <a:lnTo>
                  <a:pt x="753822" y="73792"/>
                </a:lnTo>
                <a:cubicBezTo>
                  <a:pt x="750238" y="68218"/>
                  <a:pt x="747286" y="63952"/>
                  <a:pt x="744966" y="60996"/>
                </a:cubicBezTo>
                <a:cubicBezTo>
                  <a:pt x="742647" y="58039"/>
                  <a:pt x="740570" y="55969"/>
                  <a:pt x="738735" y="54787"/>
                </a:cubicBezTo>
                <a:cubicBezTo>
                  <a:pt x="736901" y="53604"/>
                  <a:pt x="735035" y="52779"/>
                  <a:pt x="733137" y="52314"/>
                </a:cubicBezTo>
                <a:cubicBezTo>
                  <a:pt x="731745" y="52019"/>
                  <a:pt x="729468" y="51871"/>
                  <a:pt x="726305" y="51871"/>
                </a:cubicBezTo>
                <a:lnTo>
                  <a:pt x="712072" y="51871"/>
                </a:lnTo>
                <a:lnTo>
                  <a:pt x="712072" y="93115"/>
                </a:lnTo>
                <a:lnTo>
                  <a:pt x="699800" y="93115"/>
                </a:lnTo>
                <a:moveTo>
                  <a:pt x="712072" y="41244"/>
                </a:moveTo>
                <a:lnTo>
                  <a:pt x="738451" y="41244"/>
                </a:lnTo>
                <a:cubicBezTo>
                  <a:pt x="744060" y="41244"/>
                  <a:pt x="748445" y="40666"/>
                  <a:pt x="751608" y="39508"/>
                </a:cubicBezTo>
                <a:cubicBezTo>
                  <a:pt x="754771" y="38351"/>
                  <a:pt x="757175" y="36500"/>
                  <a:pt x="758820" y="33954"/>
                </a:cubicBezTo>
                <a:cubicBezTo>
                  <a:pt x="760464" y="31407"/>
                  <a:pt x="761287" y="28640"/>
                  <a:pt x="761287" y="25651"/>
                </a:cubicBezTo>
                <a:cubicBezTo>
                  <a:pt x="761287" y="21274"/>
                  <a:pt x="759695" y="17677"/>
                  <a:pt x="756511" y="14858"/>
                </a:cubicBezTo>
                <a:cubicBezTo>
                  <a:pt x="753327" y="12037"/>
                  <a:pt x="748298" y="10627"/>
                  <a:pt x="741424" y="10627"/>
                </a:cubicBezTo>
                <a:lnTo>
                  <a:pt x="712072" y="10627"/>
                </a:lnTo>
                <a:lnTo>
                  <a:pt x="712072" y="41244"/>
                </a:lnTo>
                <a:close/>
                <a:moveTo>
                  <a:pt x="792641" y="93115"/>
                </a:moveTo>
                <a:lnTo>
                  <a:pt x="792641" y="380"/>
                </a:lnTo>
                <a:lnTo>
                  <a:pt x="804913" y="380"/>
                </a:lnTo>
                <a:lnTo>
                  <a:pt x="804913" y="82109"/>
                </a:lnTo>
                <a:lnTo>
                  <a:pt x="850585" y="82109"/>
                </a:lnTo>
                <a:lnTo>
                  <a:pt x="850585" y="93115"/>
                </a:lnTo>
                <a:lnTo>
                  <a:pt x="792641" y="93115"/>
                </a:lnTo>
                <a:close/>
                <a:moveTo>
                  <a:pt x="918060" y="93115"/>
                </a:moveTo>
                <a:lnTo>
                  <a:pt x="932736" y="23089"/>
                </a:lnTo>
                <a:cubicBezTo>
                  <a:pt x="926410" y="28065"/>
                  <a:pt x="917512" y="32051"/>
                  <a:pt x="906041" y="35045"/>
                </a:cubicBezTo>
                <a:lnTo>
                  <a:pt x="908192" y="24671"/>
                </a:lnTo>
                <a:cubicBezTo>
                  <a:pt x="913885" y="22393"/>
                  <a:pt x="919504" y="19420"/>
                  <a:pt x="925050" y="15751"/>
                </a:cubicBezTo>
                <a:cubicBezTo>
                  <a:pt x="930596" y="12082"/>
                  <a:pt x="934760" y="8877"/>
                  <a:pt x="937543" y="6136"/>
                </a:cubicBezTo>
                <a:cubicBezTo>
                  <a:pt x="939230" y="4449"/>
                  <a:pt x="940833" y="2404"/>
                  <a:pt x="942351" y="0"/>
                </a:cubicBezTo>
                <a:lnTo>
                  <a:pt x="948993" y="0"/>
                </a:lnTo>
                <a:lnTo>
                  <a:pt x="929573" y="93115"/>
                </a:lnTo>
                <a:lnTo>
                  <a:pt x="918060" y="9311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" name="Text i">
            <a:extLst xmlns:a="http://schemas.openxmlformats.org/drawingml/2006/main">
              <a:ext uri="{FF2B5EF4-FFF2-40B4-BE49-F238E27FC236}">
                <a16:creationId xmlns:a16="http://schemas.microsoft.com/office/drawing/2014/main" id="{FCD5568F-89C1-4A00-BEE9-E436F05F1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1716" y="1940992"/>
            <a:ext cx="20538" cy="61824"/>
          </a:xfrm>
          <a:custGeom xmlns:a="http://schemas.openxmlformats.org/drawingml/2006/main">
            <a:pathLst>
              <a:path w="20538" h="61824">
                <a:moveTo>
                  <a:pt x="11133" y="8687"/>
                </a:moveTo>
                <a:lnTo>
                  <a:pt x="12947" y="0"/>
                </a:lnTo>
                <a:lnTo>
                  <a:pt x="20538" y="0"/>
                </a:lnTo>
                <a:lnTo>
                  <a:pt x="18724" y="8687"/>
                </a:lnTo>
                <a:lnTo>
                  <a:pt x="11133" y="8687"/>
                </a:lnTo>
                <a:moveTo>
                  <a:pt x="0" y="61824"/>
                </a:moveTo>
                <a:lnTo>
                  <a:pt x="9362" y="17037"/>
                </a:lnTo>
                <a:lnTo>
                  <a:pt x="16995" y="17037"/>
                </a:lnTo>
                <a:lnTo>
                  <a:pt x="7633" y="61824"/>
                </a:lnTo>
                <a:lnTo>
                  <a:pt x="0" y="6182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6CCACE4-62EF-452E-9478-2C9E2439F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8200" y="1972729"/>
            <a:ext cx="1094561" cy="366214"/>
          </a:xfrm>
          <a:custGeom xmlns:a="http://schemas.openxmlformats.org/drawingml/2006/main">
            <a:pathLst>
              <a:path w="1094561" h="366214">
                <a:moveTo>
                  <a:pt x="0" y="0"/>
                </a:moveTo>
                <a:lnTo>
                  <a:pt x="1094561" y="0"/>
                </a:lnTo>
                <a:lnTo>
                  <a:pt x="1094561" y="366214"/>
                </a:lnTo>
                <a:lnTo>
                  <a:pt x="0" y="366214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3" name="Text IoBSource1">
            <a:extLst xmlns:a="http://schemas.openxmlformats.org/drawingml/2006/main">
              <a:ext uri="{FF2B5EF4-FFF2-40B4-BE49-F238E27FC236}">
                <a16:creationId xmlns:a16="http://schemas.microsoft.com/office/drawing/2014/main" id="{4ED4954A-D5E1-4942-9D1B-4D762B942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8780" y="2099882"/>
            <a:ext cx="773137" cy="96152"/>
          </a:xfrm>
          <a:custGeom xmlns:a="http://schemas.openxmlformats.org/drawingml/2006/main">
            <a:pathLst>
              <a:path w="773137" h="96152">
                <a:moveTo>
                  <a:pt x="0" y="94381"/>
                </a:moveTo>
                <a:lnTo>
                  <a:pt x="0" y="1645"/>
                </a:lnTo>
                <a:lnTo>
                  <a:pt x="18724" y="1645"/>
                </a:lnTo>
                <a:lnTo>
                  <a:pt x="18724" y="94381"/>
                </a:lnTo>
                <a:lnTo>
                  <a:pt x="0" y="94381"/>
                </a:lnTo>
                <a:close/>
                <a:moveTo>
                  <a:pt x="32217" y="59842"/>
                </a:moveTo>
                <a:cubicBezTo>
                  <a:pt x="32217" y="53938"/>
                  <a:pt x="33672" y="48223"/>
                  <a:pt x="36582" y="42699"/>
                </a:cubicBezTo>
                <a:cubicBezTo>
                  <a:pt x="39492" y="37174"/>
                  <a:pt x="43614" y="32957"/>
                  <a:pt x="48949" y="30047"/>
                </a:cubicBezTo>
                <a:cubicBezTo>
                  <a:pt x="54283" y="27138"/>
                  <a:pt x="60240" y="25683"/>
                  <a:pt x="66819" y="25683"/>
                </a:cubicBezTo>
                <a:cubicBezTo>
                  <a:pt x="76982" y="25683"/>
                  <a:pt x="85311" y="28983"/>
                  <a:pt x="91806" y="35582"/>
                </a:cubicBezTo>
                <a:cubicBezTo>
                  <a:pt x="98300" y="42182"/>
                  <a:pt x="101547" y="50522"/>
                  <a:pt x="101547" y="60601"/>
                </a:cubicBezTo>
                <a:cubicBezTo>
                  <a:pt x="101547" y="70764"/>
                  <a:pt x="98269" y="79188"/>
                  <a:pt x="91711" y="85872"/>
                </a:cubicBezTo>
                <a:cubicBezTo>
                  <a:pt x="85153" y="92557"/>
                  <a:pt x="76898" y="95899"/>
                  <a:pt x="66945" y="95899"/>
                </a:cubicBezTo>
                <a:cubicBezTo>
                  <a:pt x="60788" y="95899"/>
                  <a:pt x="54916" y="94507"/>
                  <a:pt x="49328" y="91724"/>
                </a:cubicBezTo>
                <a:cubicBezTo>
                  <a:pt x="43740" y="88940"/>
                  <a:pt x="39492" y="84860"/>
                  <a:pt x="36582" y="79483"/>
                </a:cubicBezTo>
                <a:cubicBezTo>
                  <a:pt x="33672" y="74106"/>
                  <a:pt x="32217" y="67559"/>
                  <a:pt x="32217" y="59842"/>
                </a:cubicBezTo>
                <a:moveTo>
                  <a:pt x="50435" y="60791"/>
                </a:moveTo>
                <a:cubicBezTo>
                  <a:pt x="50435" y="67433"/>
                  <a:pt x="52017" y="72520"/>
                  <a:pt x="55180" y="76052"/>
                </a:cubicBezTo>
                <a:cubicBezTo>
                  <a:pt x="58342" y="79584"/>
                  <a:pt x="62243" y="81349"/>
                  <a:pt x="66882" y="81349"/>
                </a:cubicBezTo>
                <a:cubicBezTo>
                  <a:pt x="71521" y="81349"/>
                  <a:pt x="75411" y="79584"/>
                  <a:pt x="78553" y="76052"/>
                </a:cubicBezTo>
                <a:cubicBezTo>
                  <a:pt x="81695" y="72520"/>
                  <a:pt x="83266" y="67391"/>
                  <a:pt x="83266" y="60664"/>
                </a:cubicBezTo>
                <a:cubicBezTo>
                  <a:pt x="83266" y="54106"/>
                  <a:pt x="81695" y="49062"/>
                  <a:pt x="78553" y="45530"/>
                </a:cubicBezTo>
                <a:cubicBezTo>
                  <a:pt x="75411" y="41998"/>
                  <a:pt x="71521" y="40232"/>
                  <a:pt x="66882" y="40232"/>
                </a:cubicBezTo>
                <a:cubicBezTo>
                  <a:pt x="62243" y="40232"/>
                  <a:pt x="58342" y="41998"/>
                  <a:pt x="55180" y="45530"/>
                </a:cubicBezTo>
                <a:cubicBezTo>
                  <a:pt x="52017" y="49062"/>
                  <a:pt x="50435" y="54149"/>
                  <a:pt x="50435" y="60791"/>
                </a:cubicBezTo>
                <a:close/>
                <a:moveTo>
                  <a:pt x="115545" y="1645"/>
                </a:moveTo>
                <a:lnTo>
                  <a:pt x="152614" y="1645"/>
                </a:lnTo>
                <a:cubicBezTo>
                  <a:pt x="159952" y="1645"/>
                  <a:pt x="165424" y="1950"/>
                  <a:pt x="169030" y="2562"/>
                </a:cubicBezTo>
                <a:cubicBezTo>
                  <a:pt x="172635" y="3172"/>
                  <a:pt x="175862" y="4446"/>
                  <a:pt x="178708" y="6383"/>
                </a:cubicBezTo>
                <a:cubicBezTo>
                  <a:pt x="181555" y="8319"/>
                  <a:pt x="183927" y="10898"/>
                  <a:pt x="185825" y="14120"/>
                </a:cubicBezTo>
                <a:cubicBezTo>
                  <a:pt x="187722" y="17341"/>
                  <a:pt x="188671" y="20952"/>
                  <a:pt x="188671" y="24953"/>
                </a:cubicBezTo>
                <a:cubicBezTo>
                  <a:pt x="188671" y="29290"/>
                  <a:pt x="187501" y="33270"/>
                  <a:pt x="185160" y="36891"/>
                </a:cubicBezTo>
                <a:cubicBezTo>
                  <a:pt x="182820" y="40513"/>
                  <a:pt x="179646" y="43229"/>
                  <a:pt x="175640" y="45040"/>
                </a:cubicBezTo>
                <a:cubicBezTo>
                  <a:pt x="181291" y="46687"/>
                  <a:pt x="185635" y="49495"/>
                  <a:pt x="188671" y="53465"/>
                </a:cubicBezTo>
                <a:cubicBezTo>
                  <a:pt x="191708" y="57433"/>
                  <a:pt x="193226" y="62099"/>
                  <a:pt x="193226" y="67462"/>
                </a:cubicBezTo>
                <a:cubicBezTo>
                  <a:pt x="193226" y="71685"/>
                  <a:pt x="192245" y="75791"/>
                  <a:pt x="190284" y="79782"/>
                </a:cubicBezTo>
                <a:cubicBezTo>
                  <a:pt x="188323" y="83771"/>
                  <a:pt x="185645" y="86959"/>
                  <a:pt x="182251" y="89346"/>
                </a:cubicBezTo>
                <a:cubicBezTo>
                  <a:pt x="178856" y="91731"/>
                  <a:pt x="174670" y="93198"/>
                  <a:pt x="169694" y="93748"/>
                </a:cubicBezTo>
                <a:cubicBezTo>
                  <a:pt x="166573" y="94085"/>
                  <a:pt x="159045" y="94296"/>
                  <a:pt x="147111" y="94381"/>
                </a:cubicBezTo>
                <a:lnTo>
                  <a:pt x="115545" y="94381"/>
                </a:lnTo>
                <a:lnTo>
                  <a:pt x="115545" y="1645"/>
                </a:lnTo>
                <a:moveTo>
                  <a:pt x="134270" y="17080"/>
                </a:moveTo>
                <a:lnTo>
                  <a:pt x="134270" y="38461"/>
                </a:lnTo>
                <a:lnTo>
                  <a:pt x="146542" y="38461"/>
                </a:lnTo>
                <a:cubicBezTo>
                  <a:pt x="153837" y="38461"/>
                  <a:pt x="158371" y="38355"/>
                  <a:pt x="160142" y="38144"/>
                </a:cubicBezTo>
                <a:cubicBezTo>
                  <a:pt x="163347" y="37766"/>
                  <a:pt x="165867" y="36663"/>
                  <a:pt x="167701" y="34835"/>
                </a:cubicBezTo>
                <a:cubicBezTo>
                  <a:pt x="169536" y="33006"/>
                  <a:pt x="170453" y="30598"/>
                  <a:pt x="170453" y="27612"/>
                </a:cubicBezTo>
                <a:cubicBezTo>
                  <a:pt x="170453" y="24754"/>
                  <a:pt x="169662" y="22431"/>
                  <a:pt x="168081" y="20644"/>
                </a:cubicBezTo>
                <a:cubicBezTo>
                  <a:pt x="166499" y="18857"/>
                  <a:pt x="164148" y="17774"/>
                  <a:pt x="161028" y="17396"/>
                </a:cubicBezTo>
                <a:cubicBezTo>
                  <a:pt x="159172" y="17185"/>
                  <a:pt x="153837" y="17080"/>
                  <a:pt x="145023" y="17080"/>
                </a:cubicBezTo>
                <a:lnTo>
                  <a:pt x="134270" y="17080"/>
                </a:lnTo>
                <a:moveTo>
                  <a:pt x="134270" y="53896"/>
                </a:moveTo>
                <a:lnTo>
                  <a:pt x="134270" y="78693"/>
                </a:lnTo>
                <a:lnTo>
                  <a:pt x="151602" y="78693"/>
                </a:lnTo>
                <a:cubicBezTo>
                  <a:pt x="158350" y="78693"/>
                  <a:pt x="162630" y="78503"/>
                  <a:pt x="164443" y="78123"/>
                </a:cubicBezTo>
                <a:cubicBezTo>
                  <a:pt x="167227" y="77617"/>
                  <a:pt x="169494" y="76384"/>
                  <a:pt x="171244" y="74423"/>
                </a:cubicBezTo>
                <a:cubicBezTo>
                  <a:pt x="172994" y="72462"/>
                  <a:pt x="173869" y="69837"/>
                  <a:pt x="173869" y="66547"/>
                </a:cubicBezTo>
                <a:cubicBezTo>
                  <a:pt x="173869" y="63764"/>
                  <a:pt x="173194" y="61402"/>
                  <a:pt x="171845" y="59462"/>
                </a:cubicBezTo>
                <a:cubicBezTo>
                  <a:pt x="170495" y="57522"/>
                  <a:pt x="168545" y="56110"/>
                  <a:pt x="165993" y="55224"/>
                </a:cubicBezTo>
                <a:cubicBezTo>
                  <a:pt x="163442" y="54338"/>
                  <a:pt x="157907" y="53896"/>
                  <a:pt x="149388" y="53896"/>
                </a:cubicBezTo>
                <a:lnTo>
                  <a:pt x="134270" y="53896"/>
                </a:lnTo>
                <a:close/>
                <a:moveTo>
                  <a:pt x="240160" y="64270"/>
                </a:moveTo>
                <a:lnTo>
                  <a:pt x="258378" y="62499"/>
                </a:lnTo>
                <a:cubicBezTo>
                  <a:pt x="259475" y="68636"/>
                  <a:pt x="261699" y="73144"/>
                  <a:pt x="265052" y="76022"/>
                </a:cubicBezTo>
                <a:cubicBezTo>
                  <a:pt x="268405" y="78899"/>
                  <a:pt x="272928" y="80337"/>
                  <a:pt x="278621" y="80337"/>
                </a:cubicBezTo>
                <a:cubicBezTo>
                  <a:pt x="284651" y="80337"/>
                  <a:pt x="289195" y="79058"/>
                  <a:pt x="292253" y="76498"/>
                </a:cubicBezTo>
                <a:cubicBezTo>
                  <a:pt x="295310" y="73939"/>
                  <a:pt x="296839" y="70946"/>
                  <a:pt x="296839" y="67518"/>
                </a:cubicBezTo>
                <a:cubicBezTo>
                  <a:pt x="296839" y="65318"/>
                  <a:pt x="296196" y="63447"/>
                  <a:pt x="294910" y="61904"/>
                </a:cubicBezTo>
                <a:cubicBezTo>
                  <a:pt x="293623" y="60359"/>
                  <a:pt x="291378" y="59016"/>
                  <a:pt x="288173" y="57873"/>
                </a:cubicBezTo>
                <a:cubicBezTo>
                  <a:pt x="285980" y="57113"/>
                  <a:pt x="280982" y="55760"/>
                  <a:pt x="273181" y="53817"/>
                </a:cubicBezTo>
                <a:cubicBezTo>
                  <a:pt x="263144" y="51323"/>
                  <a:pt x="256101" y="48259"/>
                  <a:pt x="252053" y="44624"/>
                </a:cubicBezTo>
                <a:cubicBezTo>
                  <a:pt x="246359" y="39511"/>
                  <a:pt x="243513" y="33278"/>
                  <a:pt x="243513" y="25926"/>
                </a:cubicBezTo>
                <a:cubicBezTo>
                  <a:pt x="243513" y="21193"/>
                  <a:pt x="244852" y="16767"/>
                  <a:pt x="247530" y="12648"/>
                </a:cubicBezTo>
                <a:cubicBezTo>
                  <a:pt x="250208" y="8527"/>
                  <a:pt x="254066" y="5389"/>
                  <a:pt x="259106" y="3234"/>
                </a:cubicBezTo>
                <a:cubicBezTo>
                  <a:pt x="264145" y="1078"/>
                  <a:pt x="270229" y="0"/>
                  <a:pt x="277356" y="0"/>
                </a:cubicBezTo>
                <a:cubicBezTo>
                  <a:pt x="288995" y="0"/>
                  <a:pt x="297756" y="2563"/>
                  <a:pt x="303639" y="7690"/>
                </a:cubicBezTo>
                <a:cubicBezTo>
                  <a:pt x="309522" y="12815"/>
                  <a:pt x="312611" y="19656"/>
                  <a:pt x="312907" y="28213"/>
                </a:cubicBezTo>
                <a:lnTo>
                  <a:pt x="294182" y="28972"/>
                </a:lnTo>
                <a:cubicBezTo>
                  <a:pt x="293381" y="24207"/>
                  <a:pt x="291662" y="20780"/>
                  <a:pt x="289027" y="18693"/>
                </a:cubicBezTo>
                <a:cubicBezTo>
                  <a:pt x="286391" y="16605"/>
                  <a:pt x="282437" y="15561"/>
                  <a:pt x="277166" y="15561"/>
                </a:cubicBezTo>
                <a:cubicBezTo>
                  <a:pt x="271726" y="15561"/>
                  <a:pt x="267466" y="16680"/>
                  <a:pt x="264388" y="18916"/>
                </a:cubicBezTo>
                <a:cubicBezTo>
                  <a:pt x="262406" y="20350"/>
                  <a:pt x="261415" y="22269"/>
                  <a:pt x="261415" y="24674"/>
                </a:cubicBezTo>
                <a:cubicBezTo>
                  <a:pt x="261415" y="26869"/>
                  <a:pt x="262342" y="28746"/>
                  <a:pt x="264198" y="30306"/>
                </a:cubicBezTo>
                <a:cubicBezTo>
                  <a:pt x="266560" y="32290"/>
                  <a:pt x="272295" y="34359"/>
                  <a:pt x="281404" y="36514"/>
                </a:cubicBezTo>
                <a:cubicBezTo>
                  <a:pt x="290513" y="38668"/>
                  <a:pt x="297250" y="40897"/>
                  <a:pt x="301615" y="43201"/>
                </a:cubicBezTo>
                <a:cubicBezTo>
                  <a:pt x="305980" y="45503"/>
                  <a:pt x="309396" y="48651"/>
                  <a:pt x="311863" y="52644"/>
                </a:cubicBezTo>
                <a:cubicBezTo>
                  <a:pt x="314330" y="56636"/>
                  <a:pt x="315563" y="61569"/>
                  <a:pt x="315563" y="67443"/>
                </a:cubicBezTo>
                <a:cubicBezTo>
                  <a:pt x="315563" y="72766"/>
                  <a:pt x="314087" y="77751"/>
                  <a:pt x="311135" y="82399"/>
                </a:cubicBezTo>
                <a:cubicBezTo>
                  <a:pt x="308183" y="87047"/>
                  <a:pt x="304008" y="90501"/>
                  <a:pt x="298610" y="92762"/>
                </a:cubicBezTo>
                <a:cubicBezTo>
                  <a:pt x="293212" y="95022"/>
                  <a:pt x="286486" y="96152"/>
                  <a:pt x="278431" y="96152"/>
                </a:cubicBezTo>
                <a:cubicBezTo>
                  <a:pt x="266707" y="96152"/>
                  <a:pt x="257704" y="93437"/>
                  <a:pt x="251420" y="88007"/>
                </a:cubicBezTo>
                <a:cubicBezTo>
                  <a:pt x="245136" y="82578"/>
                  <a:pt x="241383" y="74665"/>
                  <a:pt x="240160" y="64270"/>
                </a:cubicBezTo>
                <a:close/>
                <a:moveTo>
                  <a:pt x="326948" y="59842"/>
                </a:moveTo>
                <a:cubicBezTo>
                  <a:pt x="326948" y="53938"/>
                  <a:pt x="328402" y="48223"/>
                  <a:pt x="331312" y="42699"/>
                </a:cubicBezTo>
                <a:cubicBezTo>
                  <a:pt x="334222" y="37174"/>
                  <a:pt x="338344" y="32957"/>
                  <a:pt x="343679" y="30047"/>
                </a:cubicBezTo>
                <a:cubicBezTo>
                  <a:pt x="349014" y="27138"/>
                  <a:pt x="354971" y="25683"/>
                  <a:pt x="361550" y="25683"/>
                </a:cubicBezTo>
                <a:cubicBezTo>
                  <a:pt x="371713" y="25683"/>
                  <a:pt x="380042" y="28983"/>
                  <a:pt x="386536" y="35582"/>
                </a:cubicBezTo>
                <a:cubicBezTo>
                  <a:pt x="393031" y="42182"/>
                  <a:pt x="396278" y="50522"/>
                  <a:pt x="396278" y="60601"/>
                </a:cubicBezTo>
                <a:cubicBezTo>
                  <a:pt x="396278" y="70764"/>
                  <a:pt x="392999" y="79188"/>
                  <a:pt x="386441" y="85872"/>
                </a:cubicBezTo>
                <a:cubicBezTo>
                  <a:pt x="379884" y="92557"/>
                  <a:pt x="371629" y="95899"/>
                  <a:pt x="361676" y="95899"/>
                </a:cubicBezTo>
                <a:cubicBezTo>
                  <a:pt x="355519" y="95899"/>
                  <a:pt x="349647" y="94507"/>
                  <a:pt x="344059" y="91724"/>
                </a:cubicBezTo>
                <a:cubicBezTo>
                  <a:pt x="338471" y="88940"/>
                  <a:pt x="334222" y="84860"/>
                  <a:pt x="331312" y="79483"/>
                </a:cubicBezTo>
                <a:cubicBezTo>
                  <a:pt x="328402" y="74106"/>
                  <a:pt x="326948" y="67559"/>
                  <a:pt x="326948" y="59842"/>
                </a:cubicBezTo>
                <a:moveTo>
                  <a:pt x="345166" y="60791"/>
                </a:moveTo>
                <a:cubicBezTo>
                  <a:pt x="345166" y="67433"/>
                  <a:pt x="346747" y="72520"/>
                  <a:pt x="349910" y="76052"/>
                </a:cubicBezTo>
                <a:cubicBezTo>
                  <a:pt x="353073" y="79584"/>
                  <a:pt x="356974" y="81349"/>
                  <a:pt x="361613" y="81349"/>
                </a:cubicBezTo>
                <a:cubicBezTo>
                  <a:pt x="366252" y="81349"/>
                  <a:pt x="370142" y="79584"/>
                  <a:pt x="373284" y="76052"/>
                </a:cubicBezTo>
                <a:cubicBezTo>
                  <a:pt x="376426" y="72520"/>
                  <a:pt x="377997" y="67391"/>
                  <a:pt x="377997" y="60664"/>
                </a:cubicBezTo>
                <a:cubicBezTo>
                  <a:pt x="377997" y="54106"/>
                  <a:pt x="376426" y="49062"/>
                  <a:pt x="373284" y="45530"/>
                </a:cubicBezTo>
                <a:cubicBezTo>
                  <a:pt x="370142" y="41998"/>
                  <a:pt x="366252" y="40232"/>
                  <a:pt x="361613" y="40232"/>
                </a:cubicBezTo>
                <a:cubicBezTo>
                  <a:pt x="356974" y="40232"/>
                  <a:pt x="353073" y="41998"/>
                  <a:pt x="349910" y="45530"/>
                </a:cubicBezTo>
                <a:cubicBezTo>
                  <a:pt x="346747" y="49062"/>
                  <a:pt x="345166" y="54149"/>
                  <a:pt x="345166" y="60791"/>
                </a:cubicBezTo>
                <a:close/>
                <a:moveTo>
                  <a:pt x="454303" y="94381"/>
                </a:moveTo>
                <a:lnTo>
                  <a:pt x="454303" y="84323"/>
                </a:lnTo>
                <a:cubicBezTo>
                  <a:pt x="451857" y="87907"/>
                  <a:pt x="448642" y="90733"/>
                  <a:pt x="444656" y="92799"/>
                </a:cubicBezTo>
                <a:cubicBezTo>
                  <a:pt x="440671" y="94866"/>
                  <a:pt x="436464" y="95899"/>
                  <a:pt x="432036" y="95899"/>
                </a:cubicBezTo>
                <a:cubicBezTo>
                  <a:pt x="427524" y="95899"/>
                  <a:pt x="423476" y="94908"/>
                  <a:pt x="419891" y="92926"/>
                </a:cubicBezTo>
                <a:cubicBezTo>
                  <a:pt x="416306" y="90944"/>
                  <a:pt x="413713" y="88160"/>
                  <a:pt x="412110" y="84576"/>
                </a:cubicBezTo>
                <a:cubicBezTo>
                  <a:pt x="410508" y="80991"/>
                  <a:pt x="409706" y="76036"/>
                  <a:pt x="409706" y="69710"/>
                </a:cubicBezTo>
                <a:lnTo>
                  <a:pt x="409706" y="27201"/>
                </a:lnTo>
                <a:lnTo>
                  <a:pt x="427482" y="27201"/>
                </a:lnTo>
                <a:lnTo>
                  <a:pt x="427482" y="57999"/>
                </a:lnTo>
                <a:cubicBezTo>
                  <a:pt x="427482" y="67425"/>
                  <a:pt x="427809" y="73200"/>
                  <a:pt x="428462" y="75324"/>
                </a:cubicBezTo>
                <a:cubicBezTo>
                  <a:pt x="429116" y="77449"/>
                  <a:pt x="430307" y="79132"/>
                  <a:pt x="432036" y="80373"/>
                </a:cubicBezTo>
                <a:cubicBezTo>
                  <a:pt x="433765" y="81614"/>
                  <a:pt x="435958" y="82235"/>
                  <a:pt x="438615" y="82235"/>
                </a:cubicBezTo>
                <a:cubicBezTo>
                  <a:pt x="441652" y="82235"/>
                  <a:pt x="444372" y="81404"/>
                  <a:pt x="446776" y="79742"/>
                </a:cubicBezTo>
                <a:cubicBezTo>
                  <a:pt x="449179" y="78081"/>
                  <a:pt x="450824" y="76019"/>
                  <a:pt x="451710" y="73557"/>
                </a:cubicBezTo>
                <a:cubicBezTo>
                  <a:pt x="452595" y="71095"/>
                  <a:pt x="453038" y="65068"/>
                  <a:pt x="453038" y="55475"/>
                </a:cubicBezTo>
                <a:lnTo>
                  <a:pt x="453038" y="27201"/>
                </a:lnTo>
                <a:lnTo>
                  <a:pt x="470813" y="27201"/>
                </a:lnTo>
                <a:lnTo>
                  <a:pt x="470813" y="94381"/>
                </a:lnTo>
                <a:lnTo>
                  <a:pt x="454303" y="94381"/>
                </a:lnTo>
                <a:close/>
                <a:moveTo>
                  <a:pt x="506129" y="94381"/>
                </a:moveTo>
                <a:lnTo>
                  <a:pt x="488354" y="94381"/>
                </a:lnTo>
                <a:lnTo>
                  <a:pt x="488354" y="27201"/>
                </a:lnTo>
                <a:lnTo>
                  <a:pt x="504864" y="27201"/>
                </a:lnTo>
                <a:lnTo>
                  <a:pt x="504864" y="36753"/>
                </a:lnTo>
                <a:cubicBezTo>
                  <a:pt x="507689" y="32240"/>
                  <a:pt x="510230" y="29267"/>
                  <a:pt x="512486" y="27833"/>
                </a:cubicBezTo>
                <a:cubicBezTo>
                  <a:pt x="514743" y="26400"/>
                  <a:pt x="517305" y="25683"/>
                  <a:pt x="520172" y="25683"/>
                </a:cubicBezTo>
                <a:cubicBezTo>
                  <a:pt x="524221" y="25683"/>
                  <a:pt x="528122" y="26800"/>
                  <a:pt x="531875" y="29035"/>
                </a:cubicBezTo>
                <a:lnTo>
                  <a:pt x="526372" y="44533"/>
                </a:lnTo>
                <a:cubicBezTo>
                  <a:pt x="523377" y="42594"/>
                  <a:pt x="520594" y="41624"/>
                  <a:pt x="518022" y="41624"/>
                </a:cubicBezTo>
                <a:cubicBezTo>
                  <a:pt x="515533" y="41624"/>
                  <a:pt x="513425" y="42309"/>
                  <a:pt x="511696" y="43679"/>
                </a:cubicBezTo>
                <a:cubicBezTo>
                  <a:pt x="509967" y="45050"/>
                  <a:pt x="508607" y="47528"/>
                  <a:pt x="507616" y="51112"/>
                </a:cubicBezTo>
                <a:cubicBezTo>
                  <a:pt x="506625" y="54697"/>
                  <a:pt x="506129" y="62203"/>
                  <a:pt x="506129" y="73632"/>
                </a:cubicBezTo>
                <a:lnTo>
                  <a:pt x="506129" y="94381"/>
                </a:lnTo>
                <a:close/>
                <a:moveTo>
                  <a:pt x="598085" y="47064"/>
                </a:moveTo>
                <a:lnTo>
                  <a:pt x="580563" y="50227"/>
                </a:lnTo>
                <a:cubicBezTo>
                  <a:pt x="579972" y="46747"/>
                  <a:pt x="578633" y="44128"/>
                  <a:pt x="576546" y="42367"/>
                </a:cubicBezTo>
                <a:cubicBezTo>
                  <a:pt x="574458" y="40606"/>
                  <a:pt x="571749" y="39726"/>
                  <a:pt x="568417" y="39726"/>
                </a:cubicBezTo>
                <a:cubicBezTo>
                  <a:pt x="563989" y="39726"/>
                  <a:pt x="560457" y="41250"/>
                  <a:pt x="557822" y="44298"/>
                </a:cubicBezTo>
                <a:cubicBezTo>
                  <a:pt x="555186" y="47346"/>
                  <a:pt x="553868" y="52444"/>
                  <a:pt x="553868" y="59591"/>
                </a:cubicBezTo>
                <a:cubicBezTo>
                  <a:pt x="553868" y="67538"/>
                  <a:pt x="555207" y="73151"/>
                  <a:pt x="557885" y="76431"/>
                </a:cubicBezTo>
                <a:cubicBezTo>
                  <a:pt x="560563" y="79710"/>
                  <a:pt x="564158" y="81349"/>
                  <a:pt x="568670" y="81349"/>
                </a:cubicBezTo>
                <a:cubicBezTo>
                  <a:pt x="572044" y="81349"/>
                  <a:pt x="574806" y="80390"/>
                  <a:pt x="576957" y="78471"/>
                </a:cubicBezTo>
                <a:cubicBezTo>
                  <a:pt x="579108" y="76552"/>
                  <a:pt x="580626" y="73252"/>
                  <a:pt x="581512" y="68571"/>
                </a:cubicBezTo>
                <a:lnTo>
                  <a:pt x="598971" y="71608"/>
                </a:lnTo>
                <a:cubicBezTo>
                  <a:pt x="597157" y="79620"/>
                  <a:pt x="593678" y="85672"/>
                  <a:pt x="588533" y="89763"/>
                </a:cubicBezTo>
                <a:cubicBezTo>
                  <a:pt x="583388" y="93853"/>
                  <a:pt x="576493" y="95899"/>
                  <a:pt x="567848" y="95899"/>
                </a:cubicBezTo>
                <a:cubicBezTo>
                  <a:pt x="558022" y="95899"/>
                  <a:pt x="550188" y="92799"/>
                  <a:pt x="544348" y="86600"/>
                </a:cubicBezTo>
                <a:cubicBezTo>
                  <a:pt x="538507" y="80401"/>
                  <a:pt x="535586" y="71819"/>
                  <a:pt x="535586" y="60854"/>
                </a:cubicBezTo>
                <a:cubicBezTo>
                  <a:pt x="535586" y="49763"/>
                  <a:pt x="538517" y="41128"/>
                  <a:pt x="544379" y="34950"/>
                </a:cubicBezTo>
                <a:cubicBezTo>
                  <a:pt x="550241" y="28772"/>
                  <a:pt x="558169" y="25683"/>
                  <a:pt x="568164" y="25683"/>
                </a:cubicBezTo>
                <a:cubicBezTo>
                  <a:pt x="576346" y="25683"/>
                  <a:pt x="582851" y="27443"/>
                  <a:pt x="587679" y="30965"/>
                </a:cubicBezTo>
                <a:cubicBezTo>
                  <a:pt x="592508" y="34486"/>
                  <a:pt x="595977" y="39852"/>
                  <a:pt x="598085" y="47064"/>
                </a:cubicBezTo>
                <a:close/>
                <a:moveTo>
                  <a:pt x="650443" y="72999"/>
                </a:moveTo>
                <a:lnTo>
                  <a:pt x="668155" y="76036"/>
                </a:lnTo>
                <a:cubicBezTo>
                  <a:pt x="665878" y="82509"/>
                  <a:pt x="662282" y="87438"/>
                  <a:pt x="657369" y="90822"/>
                </a:cubicBezTo>
                <a:cubicBezTo>
                  <a:pt x="652456" y="94207"/>
                  <a:pt x="646310" y="95899"/>
                  <a:pt x="638930" y="95899"/>
                </a:cubicBezTo>
                <a:cubicBezTo>
                  <a:pt x="627248" y="95899"/>
                  <a:pt x="618603" y="92082"/>
                  <a:pt x="612994" y="84449"/>
                </a:cubicBezTo>
                <a:cubicBezTo>
                  <a:pt x="608566" y="78334"/>
                  <a:pt x="606352" y="70617"/>
                  <a:pt x="606352" y="61297"/>
                </a:cubicBezTo>
                <a:cubicBezTo>
                  <a:pt x="606352" y="50163"/>
                  <a:pt x="609262" y="41444"/>
                  <a:pt x="615082" y="35140"/>
                </a:cubicBezTo>
                <a:cubicBezTo>
                  <a:pt x="620901" y="28835"/>
                  <a:pt x="628260" y="25683"/>
                  <a:pt x="637159" y="25683"/>
                </a:cubicBezTo>
                <a:cubicBezTo>
                  <a:pt x="647153" y="25683"/>
                  <a:pt x="655039" y="28983"/>
                  <a:pt x="660817" y="35582"/>
                </a:cubicBezTo>
                <a:cubicBezTo>
                  <a:pt x="666595" y="42182"/>
                  <a:pt x="669357" y="52293"/>
                  <a:pt x="669104" y="65915"/>
                </a:cubicBezTo>
                <a:lnTo>
                  <a:pt x="624570" y="65915"/>
                </a:lnTo>
                <a:cubicBezTo>
                  <a:pt x="624697" y="71186"/>
                  <a:pt x="626131" y="75287"/>
                  <a:pt x="628872" y="78218"/>
                </a:cubicBezTo>
                <a:cubicBezTo>
                  <a:pt x="631613" y="81149"/>
                  <a:pt x="635029" y="82615"/>
                  <a:pt x="639120" y="82615"/>
                </a:cubicBezTo>
                <a:cubicBezTo>
                  <a:pt x="641903" y="82615"/>
                  <a:pt x="644243" y="81856"/>
                  <a:pt x="646141" y="80337"/>
                </a:cubicBezTo>
                <a:cubicBezTo>
                  <a:pt x="648039" y="78819"/>
                  <a:pt x="649473" y="76373"/>
                  <a:pt x="650443" y="72999"/>
                </a:cubicBezTo>
                <a:moveTo>
                  <a:pt x="651455" y="55034"/>
                </a:moveTo>
                <a:cubicBezTo>
                  <a:pt x="651328" y="49910"/>
                  <a:pt x="650000" y="46015"/>
                  <a:pt x="647470" y="43347"/>
                </a:cubicBezTo>
                <a:cubicBezTo>
                  <a:pt x="644939" y="40680"/>
                  <a:pt x="641861" y="39346"/>
                  <a:pt x="638234" y="39346"/>
                </a:cubicBezTo>
                <a:cubicBezTo>
                  <a:pt x="634354" y="39346"/>
                  <a:pt x="631149" y="40753"/>
                  <a:pt x="628619" y="43567"/>
                </a:cubicBezTo>
                <a:cubicBezTo>
                  <a:pt x="626088" y="46382"/>
                  <a:pt x="624844" y="50204"/>
                  <a:pt x="624887" y="55034"/>
                </a:cubicBezTo>
                <a:lnTo>
                  <a:pt x="651455" y="55034"/>
                </a:lnTo>
                <a:close/>
                <a:moveTo>
                  <a:pt x="742204" y="94381"/>
                </a:moveTo>
                <a:lnTo>
                  <a:pt x="756879" y="24354"/>
                </a:lnTo>
                <a:cubicBezTo>
                  <a:pt x="750554" y="29331"/>
                  <a:pt x="741655" y="33316"/>
                  <a:pt x="730185" y="36310"/>
                </a:cubicBezTo>
                <a:lnTo>
                  <a:pt x="732335" y="25936"/>
                </a:lnTo>
                <a:cubicBezTo>
                  <a:pt x="738029" y="23658"/>
                  <a:pt x="743648" y="20685"/>
                  <a:pt x="749194" y="17016"/>
                </a:cubicBezTo>
                <a:cubicBezTo>
                  <a:pt x="754739" y="13347"/>
                  <a:pt x="758904" y="10142"/>
                  <a:pt x="761687" y="7401"/>
                </a:cubicBezTo>
                <a:cubicBezTo>
                  <a:pt x="763374" y="5714"/>
                  <a:pt x="764976" y="3669"/>
                  <a:pt x="766495" y="1265"/>
                </a:cubicBezTo>
                <a:lnTo>
                  <a:pt x="773137" y="1265"/>
                </a:lnTo>
                <a:lnTo>
                  <a:pt x="753717" y="94381"/>
                </a:lnTo>
                <a:lnTo>
                  <a:pt x="742204" y="9438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" name="Text i">
            <a:extLst xmlns:a="http://schemas.openxmlformats.org/drawingml/2006/main">
              <a:ext uri="{FF2B5EF4-FFF2-40B4-BE49-F238E27FC236}">
                <a16:creationId xmlns:a16="http://schemas.microsoft.com/office/drawing/2014/main" id="{DD4C5014-90E1-435C-AEF9-F8DF0A2F9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4421" y="2181021"/>
            <a:ext cx="20538" cy="61824"/>
          </a:xfrm>
          <a:custGeom xmlns:a="http://schemas.openxmlformats.org/drawingml/2006/main">
            <a:pathLst>
              <a:path w="20538" h="61824">
                <a:moveTo>
                  <a:pt x="11133" y="8687"/>
                </a:moveTo>
                <a:lnTo>
                  <a:pt x="12947" y="0"/>
                </a:lnTo>
                <a:lnTo>
                  <a:pt x="20538" y="0"/>
                </a:lnTo>
                <a:lnTo>
                  <a:pt x="18724" y="8687"/>
                </a:lnTo>
                <a:lnTo>
                  <a:pt x="11133" y="8687"/>
                </a:lnTo>
                <a:moveTo>
                  <a:pt x="0" y="61824"/>
                </a:moveTo>
                <a:lnTo>
                  <a:pt x="9362" y="17037"/>
                </a:lnTo>
                <a:lnTo>
                  <a:pt x="16995" y="17037"/>
                </a:lnTo>
                <a:lnTo>
                  <a:pt x="7633" y="61824"/>
                </a:lnTo>
                <a:lnTo>
                  <a:pt x="0" y="6182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C30DF2B-9248-4358-BE00-C7C84DAAD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4669" y="509736"/>
            <a:ext cx="274745" cy="830356"/>
          </a:xfrm>
          <a:custGeom xmlns:a="http://schemas.openxmlformats.org/drawingml/2006/main">
            <a:pathLst>
              <a:path w="274745" h="830356">
                <a:moveTo>
                  <a:pt x="274745" y="0"/>
                </a:moveTo>
                <a:lnTo>
                  <a:pt x="274745" y="830356"/>
                </a:lnTo>
                <a:lnTo>
                  <a:pt x="0" y="830356"/>
                </a:lnTo>
                <a:lnTo>
                  <a:pt x="0" y="0"/>
                </a:lnTo>
                <a:lnTo>
                  <a:pt x="274745" y="0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6" name="Text …">
            <a:extLst xmlns:a="http://schemas.openxmlformats.org/drawingml/2006/main">
              <a:ext uri="{FF2B5EF4-FFF2-40B4-BE49-F238E27FC236}">
                <a16:creationId xmlns:a16="http://schemas.microsoft.com/office/drawing/2014/main" id="{288D6D49-4945-4FDE-82F9-DDBFDBED3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2605" y="849743"/>
            <a:ext cx="25767" cy="150490"/>
          </a:xfrm>
          <a:custGeom xmlns:a="http://schemas.openxmlformats.org/drawingml/2006/main">
            <a:pathLst>
              <a:path w="25767" h="150490">
                <a:moveTo>
                  <a:pt x="0" y="124723"/>
                </a:moveTo>
                <a:lnTo>
                  <a:pt x="25767" y="124723"/>
                </a:lnTo>
                <a:lnTo>
                  <a:pt x="25767" y="150490"/>
                </a:lnTo>
                <a:lnTo>
                  <a:pt x="0" y="150490"/>
                </a:lnTo>
                <a:lnTo>
                  <a:pt x="0" y="124723"/>
                </a:lnTo>
                <a:moveTo>
                  <a:pt x="0" y="62407"/>
                </a:moveTo>
                <a:lnTo>
                  <a:pt x="25767" y="62407"/>
                </a:lnTo>
                <a:lnTo>
                  <a:pt x="25767" y="88083"/>
                </a:lnTo>
                <a:lnTo>
                  <a:pt x="0" y="88083"/>
                </a:lnTo>
                <a:lnTo>
                  <a:pt x="0" y="62407"/>
                </a:lnTo>
                <a:moveTo>
                  <a:pt x="0" y="0"/>
                </a:moveTo>
                <a:lnTo>
                  <a:pt x="25767" y="0"/>
                </a:lnTo>
                <a:lnTo>
                  <a:pt x="25767" y="25676"/>
                </a:lnTo>
                <a:lnTo>
                  <a:pt x="0" y="25676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7BDA78B-F68D-4739-A740-5B9BAD8AA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2474" y="1980944"/>
            <a:ext cx="274745" cy="830356"/>
          </a:xfrm>
          <a:custGeom xmlns:a="http://schemas.openxmlformats.org/drawingml/2006/main">
            <a:pathLst>
              <a:path w="274745" h="830356">
                <a:moveTo>
                  <a:pt x="274745" y="0"/>
                </a:moveTo>
                <a:lnTo>
                  <a:pt x="274745" y="830356"/>
                </a:lnTo>
                <a:lnTo>
                  <a:pt x="0" y="830356"/>
                </a:lnTo>
                <a:lnTo>
                  <a:pt x="0" y="0"/>
                </a:lnTo>
                <a:lnTo>
                  <a:pt x="274745" y="0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8" name="Text …">
            <a:extLst xmlns:a="http://schemas.openxmlformats.org/drawingml/2006/main">
              <a:ext uri="{FF2B5EF4-FFF2-40B4-BE49-F238E27FC236}">
                <a16:creationId xmlns:a16="http://schemas.microsoft.com/office/drawing/2014/main" id="{AA0F8E13-AEF6-4FE1-8B52-5FD32E627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0410" y="2320950"/>
            <a:ext cx="25767" cy="150490"/>
          </a:xfrm>
          <a:custGeom xmlns:a="http://schemas.openxmlformats.org/drawingml/2006/main">
            <a:pathLst>
              <a:path w="25767" h="150490">
                <a:moveTo>
                  <a:pt x="0" y="124723"/>
                </a:moveTo>
                <a:lnTo>
                  <a:pt x="25767" y="124723"/>
                </a:lnTo>
                <a:lnTo>
                  <a:pt x="25767" y="150490"/>
                </a:lnTo>
                <a:lnTo>
                  <a:pt x="0" y="150490"/>
                </a:lnTo>
                <a:lnTo>
                  <a:pt x="0" y="124723"/>
                </a:lnTo>
                <a:moveTo>
                  <a:pt x="0" y="62407"/>
                </a:moveTo>
                <a:lnTo>
                  <a:pt x="25767" y="62407"/>
                </a:lnTo>
                <a:lnTo>
                  <a:pt x="25767" y="88083"/>
                </a:lnTo>
                <a:lnTo>
                  <a:pt x="0" y="88083"/>
                </a:lnTo>
                <a:lnTo>
                  <a:pt x="0" y="62407"/>
                </a:lnTo>
                <a:moveTo>
                  <a:pt x="0" y="0"/>
                </a:moveTo>
                <a:lnTo>
                  <a:pt x="25767" y="0"/>
                </a:lnTo>
                <a:lnTo>
                  <a:pt x="25767" y="25676"/>
                </a:lnTo>
                <a:lnTo>
                  <a:pt x="0" y="25676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0B4F657-96E6-4761-811E-C3DEC6566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517" y="1882569"/>
            <a:ext cx="1668193" cy="908224"/>
          </a:xfrm>
          <a:custGeom xmlns:a="http://schemas.openxmlformats.org/drawingml/2006/main">
            <a:pathLst>
              <a:path w="1668193" h="908224">
                <a:moveTo>
                  <a:pt x="0" y="0"/>
                </a:moveTo>
                <a:cubicBezTo>
                  <a:pt x="417048" y="0"/>
                  <a:pt x="625573" y="227056"/>
                  <a:pt x="834097" y="454112"/>
                </a:cubicBezTo>
                <a:cubicBezTo>
                  <a:pt x="1042621" y="681168"/>
                  <a:pt x="1251145" y="908224"/>
                  <a:pt x="1668193" y="908224"/>
                </a:cubicBezTo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1406533-B681-40E2-BB9B-0169CA00D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517" y="1882569"/>
            <a:ext cx="1538877" cy="900410"/>
          </a:xfrm>
          <a:custGeom xmlns:a="http://schemas.openxmlformats.org/drawingml/2006/main">
            <a:pathLst>
              <a:path w="1538877" h="900410" fill="none">
                <a:moveTo>
                  <a:pt x="0" y="0"/>
                </a:moveTo>
                <a:cubicBezTo>
                  <a:pt x="417048" y="0"/>
                  <a:pt x="625573" y="227056"/>
                  <a:pt x="834097" y="454112"/>
                </a:cubicBezTo>
                <a:cubicBezTo>
                  <a:pt x="938359" y="567640"/>
                  <a:pt x="1042621" y="681168"/>
                  <a:pt x="1172949" y="766314"/>
                </a:cubicBezTo>
                <a:cubicBezTo>
                  <a:pt x="1238112" y="808887"/>
                  <a:pt x="1309792" y="844364"/>
                  <a:pt x="1391247" y="869198"/>
                </a:cubicBezTo>
                <a:cubicBezTo>
                  <a:pt x="1431975" y="881615"/>
                  <a:pt x="1475145" y="891372"/>
                  <a:pt x="1521168" y="898024"/>
                </a:cubicBezTo>
                <a:cubicBezTo>
                  <a:pt x="1526920" y="898855"/>
                  <a:pt x="1532718" y="899638"/>
                  <a:pt x="1538560" y="900372"/>
                </a:cubicBezTo>
                <a:lnTo>
                  <a:pt x="1538877" y="900410"/>
                </a:lnTo>
              </a:path>
            </a:pathLst>
          </a:custGeom>
          <a:noFill xmlns:a="http://schemas.openxmlformats.org/drawingml/2006/main"/>
          <a:ln xmlns:a="http://schemas.openxmlformats.org/drawingml/2006/main" w="21592" cap="flat">
            <a:solidFill>
              <a:srgbClr val="CC4125"/>
            </a:solidFill>
            <a:round/>
          </a:ln>
        </p:spPr>
      </p:sp>
      <p:sp>
        <p:nvSpPr>
          <p:cNvPr id="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123AED9-3F54-454E-9BFE-79635F1D0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1243" y="2747380"/>
            <a:ext cx="99959" cy="71199"/>
          </a:xfrm>
          <a:custGeom xmlns:a="http://schemas.openxmlformats.org/drawingml/2006/main">
            <a:pathLst>
              <a:path w="99959" h="71199">
                <a:moveTo>
                  <a:pt x="0" y="71199"/>
                </a:moveTo>
                <a:lnTo>
                  <a:pt x="4302" y="0"/>
                </a:lnTo>
                <a:lnTo>
                  <a:pt x="99959" y="41509"/>
                </a:lnTo>
                <a:lnTo>
                  <a:pt x="0" y="71199"/>
                </a:lnTo>
                <a:close/>
              </a:path>
            </a:pathLst>
          </a:custGeom>
          <a:solidFill xmlns:a="http://schemas.openxmlformats.org/drawingml/2006/main">
            <a:srgbClr val="CC412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6141055-AB5A-46CE-A50C-70BBB9C72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1243" y="2747380"/>
            <a:ext cx="99959" cy="71199"/>
          </a:xfrm>
          <a:custGeom xmlns:a="http://schemas.openxmlformats.org/drawingml/2006/main">
            <a:pathLst>
              <a:path w="99959" h="71199" fill="none">
                <a:moveTo>
                  <a:pt x="0" y="71199"/>
                </a:moveTo>
                <a:lnTo>
                  <a:pt x="99959" y="41509"/>
                </a:lnTo>
                <a:lnTo>
                  <a:pt x="4302" y="0"/>
                </a:lnTo>
                <a:lnTo>
                  <a:pt x="0" y="71199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1592" cap="flat">
            <a:solidFill>
              <a:srgbClr val="CC4125"/>
            </a:solidFill>
            <a:miter/>
          </a:ln>
        </p:spPr>
      </p:sp>
      <p:sp>
        <p:nvSpPr>
          <p:cNvPr id="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B28E5CE-5758-4468-944E-D3C4EA06B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3334" y="1822157"/>
            <a:ext cx="1544762" cy="461422"/>
          </a:xfrm>
          <a:custGeom xmlns:a="http://schemas.openxmlformats.org/drawingml/2006/main">
            <a:pathLst>
              <a:path w="1544762" h="461422">
                <a:moveTo>
                  <a:pt x="0" y="76905"/>
                </a:moveTo>
                <a:lnTo>
                  <a:pt x="0" y="76905"/>
                </a:lnTo>
                <a:cubicBezTo>
                  <a:pt x="0" y="34432"/>
                  <a:pt x="34432" y="0"/>
                  <a:pt x="76905" y="0"/>
                </a:cubicBezTo>
                <a:lnTo>
                  <a:pt x="1467857" y="0"/>
                </a:lnTo>
                <a:cubicBezTo>
                  <a:pt x="1488253" y="0"/>
                  <a:pt x="1507815" y="8102"/>
                  <a:pt x="1522237" y="22525"/>
                </a:cubicBezTo>
                <a:cubicBezTo>
                  <a:pt x="1536660" y="36947"/>
                  <a:pt x="1544762" y="56509"/>
                  <a:pt x="1544762" y="76905"/>
                </a:cubicBezTo>
                <a:lnTo>
                  <a:pt x="1544762" y="384518"/>
                </a:lnTo>
                <a:cubicBezTo>
                  <a:pt x="1544762" y="426991"/>
                  <a:pt x="1510330" y="461422"/>
                  <a:pt x="1467857" y="461422"/>
                </a:cubicBezTo>
                <a:lnTo>
                  <a:pt x="76905" y="461422"/>
                </a:lnTo>
                <a:cubicBezTo>
                  <a:pt x="34432" y="461422"/>
                  <a:pt x="0" y="426991"/>
                  <a:pt x="0" y="384518"/>
                </a:cubicBezTo>
                <a:lnTo>
                  <a:pt x="0" y="76905"/>
                </a:lnTo>
                <a:close/>
              </a:path>
            </a:pathLst>
          </a:custGeom>
          <a:solidFill xmlns:a="http://schemas.openxmlformats.org/drawingml/2006/main">
            <a:srgbClr val="CCFFC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35BAE02-4DE7-4EC5-AB50-92B2B1084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3334" y="1822157"/>
            <a:ext cx="1544762" cy="461422"/>
          </a:xfrm>
          <a:custGeom xmlns:a="http://schemas.openxmlformats.org/drawingml/2006/main">
            <a:pathLst>
              <a:path w="1544762" h="461422" fill="none">
                <a:moveTo>
                  <a:pt x="0" y="76905"/>
                </a:moveTo>
                <a:lnTo>
                  <a:pt x="0" y="76905"/>
                </a:lnTo>
                <a:cubicBezTo>
                  <a:pt x="0" y="34432"/>
                  <a:pt x="34432" y="0"/>
                  <a:pt x="76905" y="0"/>
                </a:cubicBezTo>
                <a:lnTo>
                  <a:pt x="1467857" y="0"/>
                </a:lnTo>
                <a:cubicBezTo>
                  <a:pt x="1488253" y="0"/>
                  <a:pt x="1507815" y="8102"/>
                  <a:pt x="1522237" y="22525"/>
                </a:cubicBezTo>
                <a:cubicBezTo>
                  <a:pt x="1536660" y="36947"/>
                  <a:pt x="1544762" y="56509"/>
                  <a:pt x="1544762" y="76905"/>
                </a:cubicBezTo>
                <a:lnTo>
                  <a:pt x="1544762" y="384518"/>
                </a:lnTo>
                <a:cubicBezTo>
                  <a:pt x="1544762" y="426991"/>
                  <a:pt x="1510330" y="461422"/>
                  <a:pt x="1467857" y="461422"/>
                </a:cubicBezTo>
                <a:lnTo>
                  <a:pt x="76905" y="461422"/>
                </a:lnTo>
                <a:cubicBezTo>
                  <a:pt x="34432" y="461422"/>
                  <a:pt x="0" y="426991"/>
                  <a:pt x="0" y="384518"/>
                </a:cubicBezTo>
                <a:lnTo>
                  <a:pt x="0" y="76905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0796" cap="flat">
            <a:solidFill>
              <a:srgbClr val="595959"/>
            </a:solidFill>
            <a:round/>
          </a:ln>
        </p:spPr>
      </p:sp>
      <p:sp>
        <p:nvSpPr>
          <p:cNvPr id="35" name="Text IOBExtractor&amp;">
            <a:extLst xmlns:a="http://schemas.openxmlformats.org/drawingml/2006/main">
              <a:ext uri="{FF2B5EF4-FFF2-40B4-BE49-F238E27FC236}">
                <a16:creationId xmlns:a16="http://schemas.microsoft.com/office/drawing/2014/main" id="{3242ABEF-AD1D-4C52-BC1A-B6418CBBF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9388" y="1913454"/>
            <a:ext cx="982116" cy="107257"/>
          </a:xfrm>
          <a:custGeom xmlns:a="http://schemas.openxmlformats.org/drawingml/2006/main">
            <a:pathLst>
              <a:path w="982116" h="107257">
                <a:moveTo>
                  <a:pt x="0" y="104867"/>
                </a:moveTo>
                <a:lnTo>
                  <a:pt x="0" y="1827"/>
                </a:lnTo>
                <a:lnTo>
                  <a:pt x="13636" y="1827"/>
                </a:lnTo>
                <a:lnTo>
                  <a:pt x="13636" y="104867"/>
                </a:lnTo>
                <a:lnTo>
                  <a:pt x="0" y="104867"/>
                </a:lnTo>
                <a:close/>
                <a:moveTo>
                  <a:pt x="33407" y="54648"/>
                </a:moveTo>
                <a:cubicBezTo>
                  <a:pt x="33407" y="37555"/>
                  <a:pt x="37999" y="24174"/>
                  <a:pt x="47183" y="14505"/>
                </a:cubicBezTo>
                <a:cubicBezTo>
                  <a:pt x="56367" y="4835"/>
                  <a:pt x="68222" y="0"/>
                  <a:pt x="82748" y="0"/>
                </a:cubicBezTo>
                <a:cubicBezTo>
                  <a:pt x="92260" y="0"/>
                  <a:pt x="100835" y="2271"/>
                  <a:pt x="108473" y="6813"/>
                </a:cubicBezTo>
                <a:cubicBezTo>
                  <a:pt x="116110" y="11356"/>
                  <a:pt x="121932" y="17689"/>
                  <a:pt x="125939" y="25815"/>
                </a:cubicBezTo>
                <a:cubicBezTo>
                  <a:pt x="129945" y="33939"/>
                  <a:pt x="131948" y="43151"/>
                  <a:pt x="131948" y="53453"/>
                </a:cubicBezTo>
                <a:cubicBezTo>
                  <a:pt x="131948" y="63895"/>
                  <a:pt x="129840" y="73237"/>
                  <a:pt x="125622" y="81480"/>
                </a:cubicBezTo>
                <a:cubicBezTo>
                  <a:pt x="121405" y="89721"/>
                  <a:pt x="115431" y="95960"/>
                  <a:pt x="107699" y="100198"/>
                </a:cubicBezTo>
                <a:cubicBezTo>
                  <a:pt x="99968" y="104435"/>
                  <a:pt x="91627" y="106554"/>
                  <a:pt x="82677" y="106554"/>
                </a:cubicBezTo>
                <a:cubicBezTo>
                  <a:pt x="72978" y="106554"/>
                  <a:pt x="64309" y="104213"/>
                  <a:pt x="56671" y="99530"/>
                </a:cubicBezTo>
                <a:cubicBezTo>
                  <a:pt x="49034" y="94847"/>
                  <a:pt x="43247" y="88455"/>
                  <a:pt x="39311" y="80355"/>
                </a:cubicBezTo>
                <a:cubicBezTo>
                  <a:pt x="35375" y="72254"/>
                  <a:pt x="33407" y="63685"/>
                  <a:pt x="33407" y="54648"/>
                </a:cubicBezTo>
                <a:moveTo>
                  <a:pt x="47464" y="54891"/>
                </a:moveTo>
                <a:cubicBezTo>
                  <a:pt x="47464" y="67287"/>
                  <a:pt x="50803" y="77051"/>
                  <a:pt x="57480" y="84186"/>
                </a:cubicBezTo>
                <a:cubicBezTo>
                  <a:pt x="64157" y="91320"/>
                  <a:pt x="72533" y="94887"/>
                  <a:pt x="82607" y="94887"/>
                </a:cubicBezTo>
                <a:cubicBezTo>
                  <a:pt x="92869" y="94887"/>
                  <a:pt x="101315" y="91285"/>
                  <a:pt x="107945" y="84082"/>
                </a:cubicBezTo>
                <a:cubicBezTo>
                  <a:pt x="114576" y="76878"/>
                  <a:pt x="117891" y="66656"/>
                  <a:pt x="117891" y="53418"/>
                </a:cubicBezTo>
                <a:cubicBezTo>
                  <a:pt x="117891" y="45045"/>
                  <a:pt x="116473" y="37736"/>
                  <a:pt x="113639" y="31490"/>
                </a:cubicBezTo>
                <a:cubicBezTo>
                  <a:pt x="110804" y="25245"/>
                  <a:pt x="106657" y="20404"/>
                  <a:pt x="101198" y="16965"/>
                </a:cubicBezTo>
                <a:cubicBezTo>
                  <a:pt x="95739" y="13527"/>
                  <a:pt x="89612" y="11808"/>
                  <a:pt x="82818" y="11808"/>
                </a:cubicBezTo>
                <a:cubicBezTo>
                  <a:pt x="73165" y="11808"/>
                  <a:pt x="64860" y="15118"/>
                  <a:pt x="57901" y="21738"/>
                </a:cubicBezTo>
                <a:cubicBezTo>
                  <a:pt x="50943" y="28357"/>
                  <a:pt x="47464" y="39408"/>
                  <a:pt x="47464" y="54891"/>
                </a:cubicBezTo>
                <a:close/>
                <a:moveTo>
                  <a:pt x="148838" y="104867"/>
                </a:moveTo>
                <a:lnTo>
                  <a:pt x="148838" y="1827"/>
                </a:lnTo>
                <a:lnTo>
                  <a:pt x="187495" y="1827"/>
                </a:lnTo>
                <a:cubicBezTo>
                  <a:pt x="195367" y="1827"/>
                  <a:pt x="201681" y="2867"/>
                  <a:pt x="206438" y="4946"/>
                </a:cubicBezTo>
                <a:cubicBezTo>
                  <a:pt x="211194" y="7026"/>
                  <a:pt x="214919" y="10226"/>
                  <a:pt x="217613" y="14547"/>
                </a:cubicBezTo>
                <a:cubicBezTo>
                  <a:pt x="220307" y="18868"/>
                  <a:pt x="221655" y="23389"/>
                  <a:pt x="221655" y="28108"/>
                </a:cubicBezTo>
                <a:cubicBezTo>
                  <a:pt x="221655" y="32499"/>
                  <a:pt x="220460" y="36635"/>
                  <a:pt x="218070" y="40514"/>
                </a:cubicBezTo>
                <a:cubicBezTo>
                  <a:pt x="215680" y="44391"/>
                  <a:pt x="212072" y="47521"/>
                  <a:pt x="207246" y="49903"/>
                </a:cubicBezTo>
                <a:cubicBezTo>
                  <a:pt x="213478" y="51735"/>
                  <a:pt x="218269" y="54859"/>
                  <a:pt x="221619" y="59276"/>
                </a:cubicBezTo>
                <a:cubicBezTo>
                  <a:pt x="224970" y="63692"/>
                  <a:pt x="226645" y="68906"/>
                  <a:pt x="226645" y="74919"/>
                </a:cubicBezTo>
                <a:cubicBezTo>
                  <a:pt x="226645" y="79758"/>
                  <a:pt x="225626" y="84257"/>
                  <a:pt x="223587" y="88414"/>
                </a:cubicBezTo>
                <a:cubicBezTo>
                  <a:pt x="221549" y="92571"/>
                  <a:pt x="219030" y="95777"/>
                  <a:pt x="216032" y="98032"/>
                </a:cubicBezTo>
                <a:cubicBezTo>
                  <a:pt x="213033" y="100287"/>
                  <a:pt x="209272" y="101990"/>
                  <a:pt x="204751" y="103141"/>
                </a:cubicBezTo>
                <a:cubicBezTo>
                  <a:pt x="200229" y="104292"/>
                  <a:pt x="194688" y="104867"/>
                  <a:pt x="188128" y="104867"/>
                </a:cubicBezTo>
                <a:lnTo>
                  <a:pt x="148838" y="104867"/>
                </a:lnTo>
                <a:moveTo>
                  <a:pt x="162473" y="44983"/>
                </a:moveTo>
                <a:lnTo>
                  <a:pt x="184754" y="44983"/>
                </a:lnTo>
                <a:cubicBezTo>
                  <a:pt x="190799" y="44983"/>
                  <a:pt x="195133" y="44587"/>
                  <a:pt x="197757" y="43795"/>
                </a:cubicBezTo>
                <a:cubicBezTo>
                  <a:pt x="201225" y="42771"/>
                  <a:pt x="203837" y="41073"/>
                  <a:pt x="205594" y="38699"/>
                </a:cubicBezTo>
                <a:cubicBezTo>
                  <a:pt x="207351" y="36326"/>
                  <a:pt x="208230" y="33347"/>
                  <a:pt x="208230" y="29764"/>
                </a:cubicBezTo>
                <a:cubicBezTo>
                  <a:pt x="208230" y="26367"/>
                  <a:pt x="207410" y="23377"/>
                  <a:pt x="205770" y="20794"/>
                </a:cubicBezTo>
                <a:cubicBezTo>
                  <a:pt x="204130" y="18211"/>
                  <a:pt x="201787" y="16443"/>
                  <a:pt x="198741" y="15489"/>
                </a:cubicBezTo>
                <a:cubicBezTo>
                  <a:pt x="195695" y="14535"/>
                  <a:pt x="190471" y="14057"/>
                  <a:pt x="183067" y="14057"/>
                </a:cubicBezTo>
                <a:lnTo>
                  <a:pt x="162473" y="14057"/>
                </a:lnTo>
                <a:lnTo>
                  <a:pt x="162473" y="44983"/>
                </a:lnTo>
                <a:moveTo>
                  <a:pt x="162473" y="92637"/>
                </a:moveTo>
                <a:lnTo>
                  <a:pt x="188128" y="92637"/>
                </a:lnTo>
                <a:cubicBezTo>
                  <a:pt x="192533" y="92637"/>
                  <a:pt x="195625" y="92473"/>
                  <a:pt x="197406" y="92145"/>
                </a:cubicBezTo>
                <a:cubicBezTo>
                  <a:pt x="200545" y="91583"/>
                  <a:pt x="203169" y="90646"/>
                  <a:pt x="205278" y="89334"/>
                </a:cubicBezTo>
                <a:cubicBezTo>
                  <a:pt x="207386" y="88022"/>
                  <a:pt x="209120" y="86113"/>
                  <a:pt x="210479" y="83606"/>
                </a:cubicBezTo>
                <a:cubicBezTo>
                  <a:pt x="211838" y="81099"/>
                  <a:pt x="212517" y="78205"/>
                  <a:pt x="212517" y="74925"/>
                </a:cubicBezTo>
                <a:cubicBezTo>
                  <a:pt x="212517" y="71083"/>
                  <a:pt x="211533" y="67744"/>
                  <a:pt x="209565" y="64909"/>
                </a:cubicBezTo>
                <a:cubicBezTo>
                  <a:pt x="207597" y="62075"/>
                  <a:pt x="204868" y="60083"/>
                  <a:pt x="201377" y="58935"/>
                </a:cubicBezTo>
                <a:cubicBezTo>
                  <a:pt x="197886" y="57787"/>
                  <a:pt x="192861" y="57213"/>
                  <a:pt x="186300" y="57213"/>
                </a:cubicBezTo>
                <a:lnTo>
                  <a:pt x="162473" y="57213"/>
                </a:lnTo>
                <a:lnTo>
                  <a:pt x="162473" y="92637"/>
                </a:lnTo>
                <a:close/>
                <a:moveTo>
                  <a:pt x="285423" y="104867"/>
                </a:moveTo>
                <a:lnTo>
                  <a:pt x="285423" y="1827"/>
                </a:lnTo>
                <a:lnTo>
                  <a:pt x="359927" y="1827"/>
                </a:lnTo>
                <a:lnTo>
                  <a:pt x="359927" y="14057"/>
                </a:lnTo>
                <a:lnTo>
                  <a:pt x="299059" y="14057"/>
                </a:lnTo>
                <a:lnTo>
                  <a:pt x="299059" y="45405"/>
                </a:lnTo>
                <a:lnTo>
                  <a:pt x="356061" y="45405"/>
                </a:lnTo>
                <a:lnTo>
                  <a:pt x="356061" y="57635"/>
                </a:lnTo>
                <a:lnTo>
                  <a:pt x="299059" y="57635"/>
                </a:lnTo>
                <a:lnTo>
                  <a:pt x="299059" y="92637"/>
                </a:lnTo>
                <a:lnTo>
                  <a:pt x="362316" y="92637"/>
                </a:lnTo>
                <a:lnTo>
                  <a:pt x="362316" y="104867"/>
                </a:lnTo>
                <a:lnTo>
                  <a:pt x="285423" y="104867"/>
                </a:lnTo>
                <a:close/>
                <a:moveTo>
                  <a:pt x="370959" y="104867"/>
                </a:moveTo>
                <a:lnTo>
                  <a:pt x="398252" y="66271"/>
                </a:lnTo>
                <a:lnTo>
                  <a:pt x="372998" y="30223"/>
                </a:lnTo>
                <a:lnTo>
                  <a:pt x="388812" y="30223"/>
                </a:lnTo>
                <a:lnTo>
                  <a:pt x="400269" y="47619"/>
                </a:lnTo>
                <a:cubicBezTo>
                  <a:pt x="402424" y="50977"/>
                  <a:pt x="404158" y="53778"/>
                  <a:pt x="405470" y="56023"/>
                </a:cubicBezTo>
                <a:cubicBezTo>
                  <a:pt x="407532" y="53028"/>
                  <a:pt x="409429" y="50326"/>
                  <a:pt x="411163" y="47916"/>
                </a:cubicBezTo>
                <a:lnTo>
                  <a:pt x="423744" y="30223"/>
                </a:lnTo>
                <a:lnTo>
                  <a:pt x="438856" y="30223"/>
                </a:lnTo>
                <a:lnTo>
                  <a:pt x="413700" y="65940"/>
                </a:lnTo>
                <a:lnTo>
                  <a:pt x="440824" y="104867"/>
                </a:lnTo>
                <a:lnTo>
                  <a:pt x="425291" y="104867"/>
                </a:lnTo>
                <a:lnTo>
                  <a:pt x="409968" y="81704"/>
                </a:lnTo>
                <a:lnTo>
                  <a:pt x="405892" y="75850"/>
                </a:lnTo>
                <a:lnTo>
                  <a:pt x="386282" y="104867"/>
                </a:lnTo>
                <a:lnTo>
                  <a:pt x="370959" y="104867"/>
                </a:lnTo>
                <a:close/>
                <a:moveTo>
                  <a:pt x="478989" y="93551"/>
                </a:moveTo>
                <a:lnTo>
                  <a:pt x="480817" y="104727"/>
                </a:lnTo>
                <a:cubicBezTo>
                  <a:pt x="477256" y="105476"/>
                  <a:pt x="474069" y="105851"/>
                  <a:pt x="471258" y="105851"/>
                </a:cubicBezTo>
                <a:cubicBezTo>
                  <a:pt x="466666" y="105851"/>
                  <a:pt x="463105" y="105125"/>
                  <a:pt x="460574" y="103672"/>
                </a:cubicBezTo>
                <a:cubicBezTo>
                  <a:pt x="458044" y="102220"/>
                  <a:pt x="456263" y="100310"/>
                  <a:pt x="455233" y="97944"/>
                </a:cubicBezTo>
                <a:cubicBezTo>
                  <a:pt x="454202" y="95578"/>
                  <a:pt x="453686" y="90599"/>
                  <a:pt x="453686" y="83008"/>
                </a:cubicBezTo>
                <a:lnTo>
                  <a:pt x="453686" y="40063"/>
                </a:lnTo>
                <a:lnTo>
                  <a:pt x="444409" y="40063"/>
                </a:lnTo>
                <a:lnTo>
                  <a:pt x="444409" y="30223"/>
                </a:lnTo>
                <a:lnTo>
                  <a:pt x="453686" y="30223"/>
                </a:lnTo>
                <a:lnTo>
                  <a:pt x="453686" y="11738"/>
                </a:lnTo>
                <a:lnTo>
                  <a:pt x="466268" y="4147"/>
                </a:lnTo>
                <a:lnTo>
                  <a:pt x="466268" y="30223"/>
                </a:lnTo>
                <a:lnTo>
                  <a:pt x="478989" y="30223"/>
                </a:lnTo>
                <a:lnTo>
                  <a:pt x="478989" y="40063"/>
                </a:lnTo>
                <a:lnTo>
                  <a:pt x="466268" y="40063"/>
                </a:lnTo>
                <a:lnTo>
                  <a:pt x="466268" y="83711"/>
                </a:lnTo>
                <a:cubicBezTo>
                  <a:pt x="466268" y="87319"/>
                  <a:pt x="466490" y="89639"/>
                  <a:pt x="466935" y="90669"/>
                </a:cubicBezTo>
                <a:cubicBezTo>
                  <a:pt x="467380" y="91700"/>
                  <a:pt x="468107" y="92520"/>
                  <a:pt x="469114" y="93129"/>
                </a:cubicBezTo>
                <a:cubicBezTo>
                  <a:pt x="470122" y="93739"/>
                  <a:pt x="471562" y="94043"/>
                  <a:pt x="473437" y="94043"/>
                </a:cubicBezTo>
                <a:cubicBezTo>
                  <a:pt x="474843" y="94043"/>
                  <a:pt x="476693" y="93879"/>
                  <a:pt x="478989" y="93551"/>
                </a:cubicBezTo>
                <a:close/>
                <a:moveTo>
                  <a:pt x="491099" y="104867"/>
                </a:moveTo>
                <a:lnTo>
                  <a:pt x="491099" y="30223"/>
                </a:lnTo>
                <a:lnTo>
                  <a:pt x="502486" y="30223"/>
                </a:lnTo>
                <a:lnTo>
                  <a:pt x="502486" y="41539"/>
                </a:lnTo>
                <a:cubicBezTo>
                  <a:pt x="505391" y="36244"/>
                  <a:pt x="508073" y="32753"/>
                  <a:pt x="510533" y="31067"/>
                </a:cubicBezTo>
                <a:cubicBezTo>
                  <a:pt x="512993" y="29380"/>
                  <a:pt x="515700" y="28536"/>
                  <a:pt x="518652" y="28536"/>
                </a:cubicBezTo>
                <a:cubicBezTo>
                  <a:pt x="522916" y="28536"/>
                  <a:pt x="527250" y="29895"/>
                  <a:pt x="531655" y="32613"/>
                </a:cubicBezTo>
                <a:lnTo>
                  <a:pt x="527297" y="44342"/>
                </a:lnTo>
                <a:cubicBezTo>
                  <a:pt x="524204" y="42520"/>
                  <a:pt x="521112" y="41610"/>
                  <a:pt x="518019" y="41610"/>
                </a:cubicBezTo>
                <a:cubicBezTo>
                  <a:pt x="515254" y="41610"/>
                  <a:pt x="512771" y="42441"/>
                  <a:pt x="510569" y="44105"/>
                </a:cubicBezTo>
                <a:cubicBezTo>
                  <a:pt x="508366" y="45768"/>
                  <a:pt x="506797" y="48076"/>
                  <a:pt x="505859" y="51028"/>
                </a:cubicBezTo>
                <a:cubicBezTo>
                  <a:pt x="504454" y="55526"/>
                  <a:pt x="503751" y="60446"/>
                  <a:pt x="503751" y="65788"/>
                </a:cubicBezTo>
                <a:lnTo>
                  <a:pt x="503751" y="104867"/>
                </a:lnTo>
                <a:lnTo>
                  <a:pt x="491099" y="104867"/>
                </a:lnTo>
                <a:close/>
                <a:moveTo>
                  <a:pt x="587883" y="95449"/>
                </a:moveTo>
                <a:cubicBezTo>
                  <a:pt x="583197" y="99509"/>
                  <a:pt x="578687" y="102376"/>
                  <a:pt x="574352" y="104048"/>
                </a:cubicBezTo>
                <a:cubicBezTo>
                  <a:pt x="570018" y="105719"/>
                  <a:pt x="565368" y="106554"/>
                  <a:pt x="560401" y="106554"/>
                </a:cubicBezTo>
                <a:cubicBezTo>
                  <a:pt x="552201" y="106554"/>
                  <a:pt x="545898" y="104551"/>
                  <a:pt x="541494" y="100545"/>
                </a:cubicBezTo>
                <a:cubicBezTo>
                  <a:pt x="537089" y="96538"/>
                  <a:pt x="534887" y="91419"/>
                  <a:pt x="534887" y="85187"/>
                </a:cubicBezTo>
                <a:cubicBezTo>
                  <a:pt x="534887" y="81532"/>
                  <a:pt x="535718" y="78194"/>
                  <a:pt x="537382" y="75171"/>
                </a:cubicBezTo>
                <a:cubicBezTo>
                  <a:pt x="539045" y="72149"/>
                  <a:pt x="541224" y="69724"/>
                  <a:pt x="543918" y="67897"/>
                </a:cubicBezTo>
                <a:cubicBezTo>
                  <a:pt x="546613" y="66069"/>
                  <a:pt x="549647" y="64687"/>
                  <a:pt x="553021" y="63750"/>
                </a:cubicBezTo>
                <a:cubicBezTo>
                  <a:pt x="555504" y="63094"/>
                  <a:pt x="559253" y="62461"/>
                  <a:pt x="564266" y="61852"/>
                </a:cubicBezTo>
                <a:cubicBezTo>
                  <a:pt x="574481" y="60634"/>
                  <a:pt x="582002" y="59181"/>
                  <a:pt x="586828" y="57494"/>
                </a:cubicBezTo>
                <a:cubicBezTo>
                  <a:pt x="586875" y="55768"/>
                  <a:pt x="586899" y="54671"/>
                  <a:pt x="586899" y="54204"/>
                </a:cubicBezTo>
                <a:cubicBezTo>
                  <a:pt x="586899" y="49069"/>
                  <a:pt x="585704" y="45451"/>
                  <a:pt x="583314" y="43351"/>
                </a:cubicBezTo>
                <a:cubicBezTo>
                  <a:pt x="580081" y="40503"/>
                  <a:pt x="575278" y="39079"/>
                  <a:pt x="568905" y="39079"/>
                </a:cubicBezTo>
                <a:cubicBezTo>
                  <a:pt x="562954" y="39079"/>
                  <a:pt x="558561" y="40122"/>
                  <a:pt x="555727" y="42207"/>
                </a:cubicBezTo>
                <a:cubicBezTo>
                  <a:pt x="552892" y="44292"/>
                  <a:pt x="550795" y="47982"/>
                  <a:pt x="549436" y="53277"/>
                </a:cubicBezTo>
                <a:lnTo>
                  <a:pt x="537066" y="51590"/>
                </a:lnTo>
                <a:cubicBezTo>
                  <a:pt x="538190" y="46279"/>
                  <a:pt x="540041" y="41990"/>
                  <a:pt x="542618" y="38723"/>
                </a:cubicBezTo>
                <a:cubicBezTo>
                  <a:pt x="545195" y="35457"/>
                  <a:pt x="548921" y="32942"/>
                  <a:pt x="553794" y="31181"/>
                </a:cubicBezTo>
                <a:cubicBezTo>
                  <a:pt x="558667" y="29418"/>
                  <a:pt x="564313" y="28536"/>
                  <a:pt x="570733" y="28536"/>
                </a:cubicBezTo>
                <a:cubicBezTo>
                  <a:pt x="577105" y="28536"/>
                  <a:pt x="582283" y="29289"/>
                  <a:pt x="586266" y="30794"/>
                </a:cubicBezTo>
                <a:cubicBezTo>
                  <a:pt x="590249" y="32298"/>
                  <a:pt x="593178" y="34191"/>
                  <a:pt x="595052" y="36472"/>
                </a:cubicBezTo>
                <a:cubicBezTo>
                  <a:pt x="596926" y="38752"/>
                  <a:pt x="598238" y="41632"/>
                  <a:pt x="598988" y="45113"/>
                </a:cubicBezTo>
                <a:cubicBezTo>
                  <a:pt x="599410" y="47276"/>
                  <a:pt x="599620" y="51160"/>
                  <a:pt x="599620" y="56767"/>
                </a:cubicBezTo>
                <a:lnTo>
                  <a:pt x="599620" y="73588"/>
                </a:lnTo>
                <a:cubicBezTo>
                  <a:pt x="599620" y="85315"/>
                  <a:pt x="599890" y="92743"/>
                  <a:pt x="600429" y="95871"/>
                </a:cubicBezTo>
                <a:cubicBezTo>
                  <a:pt x="600968" y="98998"/>
                  <a:pt x="602034" y="101997"/>
                  <a:pt x="603627" y="104867"/>
                </a:cubicBezTo>
                <a:lnTo>
                  <a:pt x="590413" y="104867"/>
                </a:lnTo>
                <a:cubicBezTo>
                  <a:pt x="589101" y="102183"/>
                  <a:pt x="588257" y="99044"/>
                  <a:pt x="587883" y="95449"/>
                </a:cubicBezTo>
                <a:moveTo>
                  <a:pt x="586828" y="67475"/>
                </a:moveTo>
                <a:cubicBezTo>
                  <a:pt x="582236" y="69340"/>
                  <a:pt x="575348" y="70926"/>
                  <a:pt x="566164" y="72232"/>
                </a:cubicBezTo>
                <a:cubicBezTo>
                  <a:pt x="560963" y="72978"/>
                  <a:pt x="557285" y="73817"/>
                  <a:pt x="555129" y="74750"/>
                </a:cubicBezTo>
                <a:cubicBezTo>
                  <a:pt x="552974" y="75682"/>
                  <a:pt x="551310" y="77046"/>
                  <a:pt x="550139" y="78842"/>
                </a:cubicBezTo>
                <a:cubicBezTo>
                  <a:pt x="548967" y="80637"/>
                  <a:pt x="548382" y="82630"/>
                  <a:pt x="548382" y="84823"/>
                </a:cubicBezTo>
                <a:cubicBezTo>
                  <a:pt x="548382" y="88180"/>
                  <a:pt x="549659" y="90978"/>
                  <a:pt x="552212" y="93217"/>
                </a:cubicBezTo>
                <a:cubicBezTo>
                  <a:pt x="554766" y="95455"/>
                  <a:pt x="558503" y="96574"/>
                  <a:pt x="563423" y="96574"/>
                </a:cubicBezTo>
                <a:cubicBezTo>
                  <a:pt x="568296" y="96574"/>
                  <a:pt x="572630" y="95511"/>
                  <a:pt x="576426" y="93386"/>
                </a:cubicBezTo>
                <a:cubicBezTo>
                  <a:pt x="580221" y="91260"/>
                  <a:pt x="583009" y="88356"/>
                  <a:pt x="584790" y="84673"/>
                </a:cubicBezTo>
                <a:cubicBezTo>
                  <a:pt x="586149" y="81831"/>
                  <a:pt x="586828" y="77636"/>
                  <a:pt x="586828" y="72090"/>
                </a:cubicBezTo>
                <a:lnTo>
                  <a:pt x="586828" y="67475"/>
                </a:lnTo>
                <a:close/>
                <a:moveTo>
                  <a:pt x="667917" y="77456"/>
                </a:moveTo>
                <a:lnTo>
                  <a:pt x="680358" y="79142"/>
                </a:lnTo>
                <a:cubicBezTo>
                  <a:pt x="678999" y="87717"/>
                  <a:pt x="675520" y="94430"/>
                  <a:pt x="669920" y="99280"/>
                </a:cubicBezTo>
                <a:cubicBezTo>
                  <a:pt x="664321" y="104129"/>
                  <a:pt x="657445" y="106554"/>
                  <a:pt x="649291" y="106554"/>
                </a:cubicBezTo>
                <a:cubicBezTo>
                  <a:pt x="639076" y="106554"/>
                  <a:pt x="630865" y="103216"/>
                  <a:pt x="624656" y="96538"/>
                </a:cubicBezTo>
                <a:cubicBezTo>
                  <a:pt x="618447" y="89861"/>
                  <a:pt x="615343" y="80291"/>
                  <a:pt x="615343" y="67826"/>
                </a:cubicBezTo>
                <a:cubicBezTo>
                  <a:pt x="615343" y="59767"/>
                  <a:pt x="616678" y="52715"/>
                  <a:pt x="619349" y="46670"/>
                </a:cubicBezTo>
                <a:cubicBezTo>
                  <a:pt x="622020" y="40626"/>
                  <a:pt x="626085" y="36092"/>
                  <a:pt x="631544" y="33070"/>
                </a:cubicBezTo>
                <a:cubicBezTo>
                  <a:pt x="637003" y="30047"/>
                  <a:pt x="642942" y="28536"/>
                  <a:pt x="649362" y="28536"/>
                </a:cubicBezTo>
                <a:cubicBezTo>
                  <a:pt x="657468" y="28536"/>
                  <a:pt x="664098" y="30575"/>
                  <a:pt x="669253" y="34651"/>
                </a:cubicBezTo>
                <a:cubicBezTo>
                  <a:pt x="674407" y="38726"/>
                  <a:pt x="677710" y="44513"/>
                  <a:pt x="679163" y="52012"/>
                </a:cubicBezTo>
                <a:lnTo>
                  <a:pt x="666863" y="53980"/>
                </a:lnTo>
                <a:cubicBezTo>
                  <a:pt x="665691" y="48990"/>
                  <a:pt x="663618" y="45235"/>
                  <a:pt x="660643" y="42717"/>
                </a:cubicBezTo>
                <a:cubicBezTo>
                  <a:pt x="657667" y="40198"/>
                  <a:pt x="654071" y="38939"/>
                  <a:pt x="649854" y="38939"/>
                </a:cubicBezTo>
                <a:cubicBezTo>
                  <a:pt x="643481" y="38939"/>
                  <a:pt x="638303" y="41223"/>
                  <a:pt x="634320" y="45792"/>
                </a:cubicBezTo>
                <a:cubicBezTo>
                  <a:pt x="630337" y="50360"/>
                  <a:pt x="628346" y="57588"/>
                  <a:pt x="628346" y="67475"/>
                </a:cubicBezTo>
                <a:cubicBezTo>
                  <a:pt x="628346" y="77502"/>
                  <a:pt x="630267" y="84789"/>
                  <a:pt x="634109" y="89334"/>
                </a:cubicBezTo>
                <a:cubicBezTo>
                  <a:pt x="637952" y="93879"/>
                  <a:pt x="642966" y="96152"/>
                  <a:pt x="649151" y="96152"/>
                </a:cubicBezTo>
                <a:cubicBezTo>
                  <a:pt x="654118" y="96152"/>
                  <a:pt x="658265" y="94623"/>
                  <a:pt x="661591" y="91566"/>
                </a:cubicBezTo>
                <a:cubicBezTo>
                  <a:pt x="664918" y="88508"/>
                  <a:pt x="667027" y="83805"/>
                  <a:pt x="667917" y="77456"/>
                </a:cubicBezTo>
                <a:close/>
                <a:moveTo>
                  <a:pt x="718805" y="93551"/>
                </a:moveTo>
                <a:lnTo>
                  <a:pt x="720632" y="104727"/>
                </a:lnTo>
                <a:cubicBezTo>
                  <a:pt x="717071" y="105476"/>
                  <a:pt x="713885" y="105851"/>
                  <a:pt x="711073" y="105851"/>
                </a:cubicBezTo>
                <a:cubicBezTo>
                  <a:pt x="706481" y="105851"/>
                  <a:pt x="702920" y="105125"/>
                  <a:pt x="700390" y="103672"/>
                </a:cubicBezTo>
                <a:cubicBezTo>
                  <a:pt x="697859" y="102220"/>
                  <a:pt x="696079" y="100310"/>
                  <a:pt x="695048" y="97944"/>
                </a:cubicBezTo>
                <a:cubicBezTo>
                  <a:pt x="694017" y="95578"/>
                  <a:pt x="693502" y="90599"/>
                  <a:pt x="693502" y="83008"/>
                </a:cubicBezTo>
                <a:lnTo>
                  <a:pt x="693502" y="40063"/>
                </a:lnTo>
                <a:lnTo>
                  <a:pt x="684224" y="40063"/>
                </a:lnTo>
                <a:lnTo>
                  <a:pt x="684224" y="30223"/>
                </a:lnTo>
                <a:lnTo>
                  <a:pt x="693502" y="30223"/>
                </a:lnTo>
                <a:lnTo>
                  <a:pt x="693502" y="11738"/>
                </a:lnTo>
                <a:lnTo>
                  <a:pt x="706083" y="4147"/>
                </a:lnTo>
                <a:lnTo>
                  <a:pt x="706083" y="30223"/>
                </a:lnTo>
                <a:lnTo>
                  <a:pt x="718805" y="30223"/>
                </a:lnTo>
                <a:lnTo>
                  <a:pt x="718805" y="40063"/>
                </a:lnTo>
                <a:lnTo>
                  <a:pt x="706083" y="40063"/>
                </a:lnTo>
                <a:lnTo>
                  <a:pt x="706083" y="83711"/>
                </a:lnTo>
                <a:cubicBezTo>
                  <a:pt x="706083" y="87319"/>
                  <a:pt x="706306" y="89639"/>
                  <a:pt x="706751" y="90669"/>
                </a:cubicBezTo>
                <a:cubicBezTo>
                  <a:pt x="707196" y="91700"/>
                  <a:pt x="707922" y="92520"/>
                  <a:pt x="708930" y="93129"/>
                </a:cubicBezTo>
                <a:cubicBezTo>
                  <a:pt x="709937" y="93739"/>
                  <a:pt x="711378" y="94043"/>
                  <a:pt x="713252" y="94043"/>
                </a:cubicBezTo>
                <a:cubicBezTo>
                  <a:pt x="714658" y="94043"/>
                  <a:pt x="716509" y="93879"/>
                  <a:pt x="718805" y="93551"/>
                </a:cubicBezTo>
                <a:close/>
                <a:moveTo>
                  <a:pt x="726346" y="67545"/>
                </a:moveTo>
                <a:cubicBezTo>
                  <a:pt x="726346" y="53722"/>
                  <a:pt x="730188" y="43484"/>
                  <a:pt x="737873" y="36830"/>
                </a:cubicBezTo>
                <a:cubicBezTo>
                  <a:pt x="744293" y="31301"/>
                  <a:pt x="752118" y="28536"/>
                  <a:pt x="761349" y="28536"/>
                </a:cubicBezTo>
                <a:cubicBezTo>
                  <a:pt x="771611" y="28536"/>
                  <a:pt x="779998" y="31898"/>
                  <a:pt x="786511" y="38622"/>
                </a:cubicBezTo>
                <a:cubicBezTo>
                  <a:pt x="793024" y="45346"/>
                  <a:pt x="796281" y="54636"/>
                  <a:pt x="796281" y="66491"/>
                </a:cubicBezTo>
                <a:cubicBezTo>
                  <a:pt x="796281" y="76097"/>
                  <a:pt x="794840" y="83653"/>
                  <a:pt x="791958" y="89158"/>
                </a:cubicBezTo>
                <a:cubicBezTo>
                  <a:pt x="789077" y="94664"/>
                  <a:pt x="784883" y="98940"/>
                  <a:pt x="779377" y="101986"/>
                </a:cubicBezTo>
                <a:cubicBezTo>
                  <a:pt x="773871" y="105031"/>
                  <a:pt x="767862" y="106554"/>
                  <a:pt x="761349" y="106554"/>
                </a:cubicBezTo>
                <a:cubicBezTo>
                  <a:pt x="750899" y="106554"/>
                  <a:pt x="742453" y="103204"/>
                  <a:pt x="736010" y="96503"/>
                </a:cubicBezTo>
                <a:cubicBezTo>
                  <a:pt x="729568" y="89803"/>
                  <a:pt x="726346" y="80150"/>
                  <a:pt x="726346" y="67545"/>
                </a:cubicBezTo>
                <a:moveTo>
                  <a:pt x="739349" y="67580"/>
                </a:moveTo>
                <a:cubicBezTo>
                  <a:pt x="739349" y="77128"/>
                  <a:pt x="741434" y="84276"/>
                  <a:pt x="745605" y="89027"/>
                </a:cubicBezTo>
                <a:cubicBezTo>
                  <a:pt x="749775" y="93777"/>
                  <a:pt x="755023" y="96152"/>
                  <a:pt x="761349" y="96152"/>
                </a:cubicBezTo>
                <a:cubicBezTo>
                  <a:pt x="767628" y="96152"/>
                  <a:pt x="772852" y="93765"/>
                  <a:pt x="777023" y="88991"/>
                </a:cubicBezTo>
                <a:cubicBezTo>
                  <a:pt x="781193" y="84218"/>
                  <a:pt x="783278" y="76940"/>
                  <a:pt x="783278" y="67159"/>
                </a:cubicBezTo>
                <a:cubicBezTo>
                  <a:pt x="783278" y="57939"/>
                  <a:pt x="781181" y="50955"/>
                  <a:pt x="776987" y="46205"/>
                </a:cubicBezTo>
                <a:cubicBezTo>
                  <a:pt x="772794" y="41454"/>
                  <a:pt x="767581" y="39079"/>
                  <a:pt x="761349" y="39079"/>
                </a:cubicBezTo>
                <a:cubicBezTo>
                  <a:pt x="755023" y="39079"/>
                  <a:pt x="749775" y="41443"/>
                  <a:pt x="745605" y="46169"/>
                </a:cubicBezTo>
                <a:cubicBezTo>
                  <a:pt x="741434" y="50896"/>
                  <a:pt x="739349" y="58033"/>
                  <a:pt x="739349" y="67580"/>
                </a:cubicBezTo>
                <a:close/>
                <a:moveTo>
                  <a:pt x="810949" y="104867"/>
                </a:moveTo>
                <a:lnTo>
                  <a:pt x="810949" y="30223"/>
                </a:lnTo>
                <a:lnTo>
                  <a:pt x="822335" y="30223"/>
                </a:lnTo>
                <a:lnTo>
                  <a:pt x="822335" y="41539"/>
                </a:lnTo>
                <a:cubicBezTo>
                  <a:pt x="825240" y="36244"/>
                  <a:pt x="827923" y="32753"/>
                  <a:pt x="830383" y="31067"/>
                </a:cubicBezTo>
                <a:cubicBezTo>
                  <a:pt x="832843" y="29380"/>
                  <a:pt x="835549" y="28536"/>
                  <a:pt x="838501" y="28536"/>
                </a:cubicBezTo>
                <a:cubicBezTo>
                  <a:pt x="842765" y="28536"/>
                  <a:pt x="847099" y="29895"/>
                  <a:pt x="851504" y="32613"/>
                </a:cubicBezTo>
                <a:lnTo>
                  <a:pt x="847146" y="44342"/>
                </a:lnTo>
                <a:cubicBezTo>
                  <a:pt x="844054" y="42520"/>
                  <a:pt x="840961" y="41610"/>
                  <a:pt x="837868" y="41610"/>
                </a:cubicBezTo>
                <a:cubicBezTo>
                  <a:pt x="835104" y="41610"/>
                  <a:pt x="832620" y="42441"/>
                  <a:pt x="830418" y="44105"/>
                </a:cubicBezTo>
                <a:cubicBezTo>
                  <a:pt x="828216" y="45768"/>
                  <a:pt x="826646" y="48076"/>
                  <a:pt x="825709" y="51028"/>
                </a:cubicBezTo>
                <a:cubicBezTo>
                  <a:pt x="824303" y="55526"/>
                  <a:pt x="823600" y="60446"/>
                  <a:pt x="823600" y="65788"/>
                </a:cubicBezTo>
                <a:lnTo>
                  <a:pt x="823600" y="104867"/>
                </a:lnTo>
                <a:lnTo>
                  <a:pt x="810949" y="104867"/>
                </a:lnTo>
                <a:close/>
                <a:moveTo>
                  <a:pt x="957797" y="92736"/>
                </a:moveTo>
                <a:cubicBezTo>
                  <a:pt x="953626" y="97343"/>
                  <a:pt x="949081" y="100798"/>
                  <a:pt x="944161" y="103101"/>
                </a:cubicBezTo>
                <a:cubicBezTo>
                  <a:pt x="939241" y="105403"/>
                  <a:pt x="933923" y="106554"/>
                  <a:pt x="928206" y="106554"/>
                </a:cubicBezTo>
                <a:cubicBezTo>
                  <a:pt x="917663" y="106554"/>
                  <a:pt x="909299" y="102997"/>
                  <a:pt x="903114" y="95884"/>
                </a:cubicBezTo>
                <a:cubicBezTo>
                  <a:pt x="898100" y="90079"/>
                  <a:pt x="895593" y="83597"/>
                  <a:pt x="895593" y="76436"/>
                </a:cubicBezTo>
                <a:cubicBezTo>
                  <a:pt x="895593" y="70071"/>
                  <a:pt x="897643" y="64326"/>
                  <a:pt x="901743" y="59201"/>
                </a:cubicBezTo>
                <a:cubicBezTo>
                  <a:pt x="905843" y="54076"/>
                  <a:pt x="911970" y="49571"/>
                  <a:pt x="920123" y="45686"/>
                </a:cubicBezTo>
                <a:cubicBezTo>
                  <a:pt x="915484" y="40353"/>
                  <a:pt x="912392" y="36026"/>
                  <a:pt x="910845" y="32705"/>
                </a:cubicBezTo>
                <a:cubicBezTo>
                  <a:pt x="909299" y="29383"/>
                  <a:pt x="908526" y="26177"/>
                  <a:pt x="908526" y="23089"/>
                </a:cubicBezTo>
                <a:cubicBezTo>
                  <a:pt x="908526" y="16913"/>
                  <a:pt x="910951" y="11544"/>
                  <a:pt x="915801" y="6983"/>
                </a:cubicBezTo>
                <a:cubicBezTo>
                  <a:pt x="920650" y="2421"/>
                  <a:pt x="926754" y="141"/>
                  <a:pt x="934110" y="141"/>
                </a:cubicBezTo>
                <a:cubicBezTo>
                  <a:pt x="941139" y="141"/>
                  <a:pt x="946891" y="2297"/>
                  <a:pt x="951366" y="6609"/>
                </a:cubicBezTo>
                <a:cubicBezTo>
                  <a:pt x="955841" y="10920"/>
                  <a:pt x="958078" y="16099"/>
                  <a:pt x="958078" y="22145"/>
                </a:cubicBezTo>
                <a:cubicBezTo>
                  <a:pt x="958078" y="31941"/>
                  <a:pt x="951588" y="40307"/>
                  <a:pt x="938609" y="47243"/>
                </a:cubicBezTo>
                <a:lnTo>
                  <a:pt x="957094" y="70721"/>
                </a:lnTo>
                <a:cubicBezTo>
                  <a:pt x="959203" y="66598"/>
                  <a:pt x="960843" y="61818"/>
                  <a:pt x="962014" y="56383"/>
                </a:cubicBezTo>
                <a:lnTo>
                  <a:pt x="975158" y="59194"/>
                </a:lnTo>
                <a:cubicBezTo>
                  <a:pt x="972908" y="68190"/>
                  <a:pt x="969863" y="75589"/>
                  <a:pt x="966020" y="81394"/>
                </a:cubicBezTo>
                <a:cubicBezTo>
                  <a:pt x="970753" y="87673"/>
                  <a:pt x="976118" y="92944"/>
                  <a:pt x="982116" y="97206"/>
                </a:cubicBezTo>
                <a:lnTo>
                  <a:pt x="973611" y="107257"/>
                </a:lnTo>
                <a:cubicBezTo>
                  <a:pt x="968504" y="103983"/>
                  <a:pt x="963232" y="99143"/>
                  <a:pt x="957797" y="92736"/>
                </a:cubicBezTo>
                <a:moveTo>
                  <a:pt x="932072" y="39119"/>
                </a:moveTo>
                <a:cubicBezTo>
                  <a:pt x="937554" y="35881"/>
                  <a:pt x="941104" y="33043"/>
                  <a:pt x="942720" y="30603"/>
                </a:cubicBezTo>
                <a:cubicBezTo>
                  <a:pt x="944337" y="28162"/>
                  <a:pt x="945145" y="25464"/>
                  <a:pt x="945145" y="22509"/>
                </a:cubicBezTo>
                <a:cubicBezTo>
                  <a:pt x="945145" y="18989"/>
                  <a:pt x="944032" y="16115"/>
                  <a:pt x="941807" y="13886"/>
                </a:cubicBezTo>
                <a:cubicBezTo>
                  <a:pt x="939581" y="11657"/>
                  <a:pt x="936805" y="10543"/>
                  <a:pt x="933478" y="10543"/>
                </a:cubicBezTo>
                <a:cubicBezTo>
                  <a:pt x="930057" y="10543"/>
                  <a:pt x="927211" y="11646"/>
                  <a:pt x="924938" y="13851"/>
                </a:cubicBezTo>
                <a:cubicBezTo>
                  <a:pt x="922665" y="16056"/>
                  <a:pt x="921529" y="18754"/>
                  <a:pt x="921529" y="21945"/>
                </a:cubicBezTo>
                <a:cubicBezTo>
                  <a:pt x="921529" y="23541"/>
                  <a:pt x="921939" y="25219"/>
                  <a:pt x="922759" y="26979"/>
                </a:cubicBezTo>
                <a:cubicBezTo>
                  <a:pt x="923579" y="28738"/>
                  <a:pt x="924809" y="30602"/>
                  <a:pt x="926449" y="32573"/>
                </a:cubicBezTo>
                <a:lnTo>
                  <a:pt x="932072" y="39119"/>
                </a:lnTo>
                <a:moveTo>
                  <a:pt x="949854" y="82753"/>
                </a:moveTo>
                <a:lnTo>
                  <a:pt x="926660" y="53927"/>
                </a:lnTo>
                <a:cubicBezTo>
                  <a:pt x="919819" y="57995"/>
                  <a:pt x="915203" y="61771"/>
                  <a:pt x="912814" y="65254"/>
                </a:cubicBezTo>
                <a:cubicBezTo>
                  <a:pt x="910424" y="68738"/>
                  <a:pt x="909229" y="72186"/>
                  <a:pt x="909229" y="75600"/>
                </a:cubicBezTo>
                <a:cubicBezTo>
                  <a:pt x="909229" y="79761"/>
                  <a:pt x="910892" y="84087"/>
                  <a:pt x="914219" y="88576"/>
                </a:cubicBezTo>
                <a:cubicBezTo>
                  <a:pt x="917546" y="93064"/>
                  <a:pt x="922255" y="95308"/>
                  <a:pt x="928347" y="95308"/>
                </a:cubicBezTo>
                <a:cubicBezTo>
                  <a:pt x="932142" y="95308"/>
                  <a:pt x="936067" y="94141"/>
                  <a:pt x="940120" y="91805"/>
                </a:cubicBezTo>
                <a:cubicBezTo>
                  <a:pt x="944173" y="89469"/>
                  <a:pt x="947418" y="86452"/>
                  <a:pt x="949854" y="82753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" name="Text RootofTrustCheck">
            <a:extLst xmlns:a="http://schemas.openxmlformats.org/drawingml/2006/main">
              <a:ext uri="{FF2B5EF4-FFF2-40B4-BE49-F238E27FC236}">
                <a16:creationId xmlns:a16="http://schemas.microsoft.com/office/drawing/2014/main" id="{2981A381-08DB-4CA3-83C7-8DECE1D8C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1259" y="2086189"/>
            <a:ext cx="1259170" cy="106554"/>
          </a:xfrm>
          <a:custGeom xmlns:a="http://schemas.openxmlformats.org/drawingml/2006/main">
            <a:pathLst>
              <a:path w="1259170" h="106554">
                <a:moveTo>
                  <a:pt x="0" y="104867"/>
                </a:moveTo>
                <a:lnTo>
                  <a:pt x="0" y="1827"/>
                </a:lnTo>
                <a:lnTo>
                  <a:pt x="45686" y="1827"/>
                </a:lnTo>
                <a:cubicBezTo>
                  <a:pt x="54870" y="1827"/>
                  <a:pt x="61852" y="2752"/>
                  <a:pt x="66632" y="4602"/>
                </a:cubicBezTo>
                <a:cubicBezTo>
                  <a:pt x="71411" y="6449"/>
                  <a:pt x="75230" y="9713"/>
                  <a:pt x="78088" y="14393"/>
                </a:cubicBezTo>
                <a:cubicBezTo>
                  <a:pt x="80947" y="19073"/>
                  <a:pt x="82376" y="24244"/>
                  <a:pt x="82376" y="29907"/>
                </a:cubicBezTo>
                <a:cubicBezTo>
                  <a:pt x="82376" y="37208"/>
                  <a:pt x="80009" y="43362"/>
                  <a:pt x="75277" y="48370"/>
                </a:cubicBezTo>
                <a:cubicBezTo>
                  <a:pt x="70544" y="53377"/>
                  <a:pt x="63234" y="56559"/>
                  <a:pt x="53347" y="57916"/>
                </a:cubicBezTo>
                <a:cubicBezTo>
                  <a:pt x="56955" y="59653"/>
                  <a:pt x="59697" y="61366"/>
                  <a:pt x="61571" y="63056"/>
                </a:cubicBezTo>
                <a:cubicBezTo>
                  <a:pt x="65554" y="66718"/>
                  <a:pt x="69326" y="71293"/>
                  <a:pt x="72887" y="76781"/>
                </a:cubicBezTo>
                <a:lnTo>
                  <a:pt x="90810" y="104867"/>
                </a:lnTo>
                <a:lnTo>
                  <a:pt x="73660" y="104867"/>
                </a:lnTo>
                <a:lnTo>
                  <a:pt x="60025" y="83397"/>
                </a:lnTo>
                <a:cubicBezTo>
                  <a:pt x="56042" y="77203"/>
                  <a:pt x="52762" y="72464"/>
                  <a:pt x="50184" y="69179"/>
                </a:cubicBezTo>
                <a:cubicBezTo>
                  <a:pt x="47607" y="65894"/>
                  <a:pt x="45300" y="63594"/>
                  <a:pt x="43261" y="62280"/>
                </a:cubicBezTo>
                <a:cubicBezTo>
                  <a:pt x="41223" y="60965"/>
                  <a:pt x="39150" y="60049"/>
                  <a:pt x="37041" y="59533"/>
                </a:cubicBezTo>
                <a:cubicBezTo>
                  <a:pt x="35495" y="59205"/>
                  <a:pt x="32964" y="59041"/>
                  <a:pt x="29450" y="59041"/>
                </a:cubicBezTo>
                <a:lnTo>
                  <a:pt x="13636" y="59041"/>
                </a:lnTo>
                <a:lnTo>
                  <a:pt x="13636" y="104867"/>
                </a:lnTo>
                <a:lnTo>
                  <a:pt x="0" y="104867"/>
                </a:lnTo>
                <a:moveTo>
                  <a:pt x="13636" y="47232"/>
                </a:moveTo>
                <a:lnTo>
                  <a:pt x="42945" y="47232"/>
                </a:lnTo>
                <a:cubicBezTo>
                  <a:pt x="49177" y="47232"/>
                  <a:pt x="54050" y="46590"/>
                  <a:pt x="57565" y="45304"/>
                </a:cubicBezTo>
                <a:cubicBezTo>
                  <a:pt x="61079" y="44018"/>
                  <a:pt x="63750" y="41961"/>
                  <a:pt x="65577" y="39132"/>
                </a:cubicBezTo>
                <a:cubicBezTo>
                  <a:pt x="67405" y="36303"/>
                  <a:pt x="68318" y="33228"/>
                  <a:pt x="68318" y="29907"/>
                </a:cubicBezTo>
                <a:cubicBezTo>
                  <a:pt x="68318" y="25044"/>
                  <a:pt x="66550" y="21046"/>
                  <a:pt x="63012" y="17914"/>
                </a:cubicBezTo>
                <a:cubicBezTo>
                  <a:pt x="59474" y="14781"/>
                  <a:pt x="53886" y="13214"/>
                  <a:pt x="46248" y="13214"/>
                </a:cubicBezTo>
                <a:lnTo>
                  <a:pt x="13636" y="13214"/>
                </a:lnTo>
                <a:lnTo>
                  <a:pt x="13636" y="47232"/>
                </a:lnTo>
                <a:close/>
                <a:moveTo>
                  <a:pt x="97393" y="67545"/>
                </a:moveTo>
                <a:cubicBezTo>
                  <a:pt x="97393" y="53722"/>
                  <a:pt x="101236" y="43484"/>
                  <a:pt x="108920" y="36830"/>
                </a:cubicBezTo>
                <a:cubicBezTo>
                  <a:pt x="115340" y="31301"/>
                  <a:pt x="123165" y="28536"/>
                  <a:pt x="132396" y="28536"/>
                </a:cubicBezTo>
                <a:cubicBezTo>
                  <a:pt x="142658" y="28536"/>
                  <a:pt x="151045" y="31898"/>
                  <a:pt x="157558" y="38622"/>
                </a:cubicBezTo>
                <a:cubicBezTo>
                  <a:pt x="164072" y="45346"/>
                  <a:pt x="167328" y="54636"/>
                  <a:pt x="167328" y="66491"/>
                </a:cubicBezTo>
                <a:cubicBezTo>
                  <a:pt x="167328" y="76097"/>
                  <a:pt x="165887" y="83653"/>
                  <a:pt x="163006" y="89158"/>
                </a:cubicBezTo>
                <a:cubicBezTo>
                  <a:pt x="160124" y="94664"/>
                  <a:pt x="155930" y="98940"/>
                  <a:pt x="150424" y="101986"/>
                </a:cubicBezTo>
                <a:cubicBezTo>
                  <a:pt x="144919" y="105031"/>
                  <a:pt x="138909" y="106554"/>
                  <a:pt x="132396" y="106554"/>
                </a:cubicBezTo>
                <a:cubicBezTo>
                  <a:pt x="121947" y="106554"/>
                  <a:pt x="113501" y="103204"/>
                  <a:pt x="107058" y="96503"/>
                </a:cubicBezTo>
                <a:cubicBezTo>
                  <a:pt x="100615" y="89803"/>
                  <a:pt x="97393" y="80150"/>
                  <a:pt x="97393" y="67545"/>
                </a:cubicBezTo>
                <a:moveTo>
                  <a:pt x="110396" y="67580"/>
                </a:moveTo>
                <a:cubicBezTo>
                  <a:pt x="110396" y="77128"/>
                  <a:pt x="112481" y="84276"/>
                  <a:pt x="116652" y="89027"/>
                </a:cubicBezTo>
                <a:cubicBezTo>
                  <a:pt x="120822" y="93777"/>
                  <a:pt x="126070" y="96152"/>
                  <a:pt x="132396" y="96152"/>
                </a:cubicBezTo>
                <a:cubicBezTo>
                  <a:pt x="138675" y="96152"/>
                  <a:pt x="143899" y="93765"/>
                  <a:pt x="148070" y="88991"/>
                </a:cubicBezTo>
                <a:cubicBezTo>
                  <a:pt x="152240" y="84218"/>
                  <a:pt x="154325" y="76940"/>
                  <a:pt x="154325" y="67159"/>
                </a:cubicBezTo>
                <a:cubicBezTo>
                  <a:pt x="154325" y="57939"/>
                  <a:pt x="152228" y="50955"/>
                  <a:pt x="148035" y="46205"/>
                </a:cubicBezTo>
                <a:cubicBezTo>
                  <a:pt x="143841" y="41454"/>
                  <a:pt x="138628" y="39079"/>
                  <a:pt x="132396" y="39079"/>
                </a:cubicBezTo>
                <a:cubicBezTo>
                  <a:pt x="126070" y="39079"/>
                  <a:pt x="120822" y="41443"/>
                  <a:pt x="116652" y="46169"/>
                </a:cubicBezTo>
                <a:cubicBezTo>
                  <a:pt x="112481" y="50896"/>
                  <a:pt x="110396" y="58033"/>
                  <a:pt x="110396" y="67580"/>
                </a:cubicBezTo>
                <a:close/>
                <a:moveTo>
                  <a:pt x="177427" y="67545"/>
                </a:moveTo>
                <a:cubicBezTo>
                  <a:pt x="177427" y="53722"/>
                  <a:pt x="181270" y="43484"/>
                  <a:pt x="188954" y="36830"/>
                </a:cubicBezTo>
                <a:cubicBezTo>
                  <a:pt x="195374" y="31301"/>
                  <a:pt x="203199" y="28536"/>
                  <a:pt x="212430" y="28536"/>
                </a:cubicBezTo>
                <a:cubicBezTo>
                  <a:pt x="222692" y="28536"/>
                  <a:pt x="231079" y="31898"/>
                  <a:pt x="237592" y="38622"/>
                </a:cubicBezTo>
                <a:cubicBezTo>
                  <a:pt x="244106" y="45346"/>
                  <a:pt x="247362" y="54636"/>
                  <a:pt x="247362" y="66491"/>
                </a:cubicBezTo>
                <a:cubicBezTo>
                  <a:pt x="247362" y="76097"/>
                  <a:pt x="245921" y="83653"/>
                  <a:pt x="243040" y="89158"/>
                </a:cubicBezTo>
                <a:cubicBezTo>
                  <a:pt x="240158" y="94664"/>
                  <a:pt x="235964" y="98940"/>
                  <a:pt x="230458" y="101986"/>
                </a:cubicBezTo>
                <a:cubicBezTo>
                  <a:pt x="224953" y="105031"/>
                  <a:pt x="218943" y="106554"/>
                  <a:pt x="212430" y="106554"/>
                </a:cubicBezTo>
                <a:cubicBezTo>
                  <a:pt x="201981" y="106554"/>
                  <a:pt x="193535" y="103204"/>
                  <a:pt x="187092" y="96503"/>
                </a:cubicBezTo>
                <a:cubicBezTo>
                  <a:pt x="180649" y="89803"/>
                  <a:pt x="177427" y="80150"/>
                  <a:pt x="177427" y="67545"/>
                </a:cubicBezTo>
                <a:moveTo>
                  <a:pt x="190430" y="67580"/>
                </a:moveTo>
                <a:cubicBezTo>
                  <a:pt x="190430" y="77128"/>
                  <a:pt x="192515" y="84276"/>
                  <a:pt x="196686" y="89027"/>
                </a:cubicBezTo>
                <a:cubicBezTo>
                  <a:pt x="200856" y="93777"/>
                  <a:pt x="206104" y="96152"/>
                  <a:pt x="212430" y="96152"/>
                </a:cubicBezTo>
                <a:cubicBezTo>
                  <a:pt x="218709" y="96152"/>
                  <a:pt x="223933" y="93765"/>
                  <a:pt x="228104" y="88991"/>
                </a:cubicBezTo>
                <a:cubicBezTo>
                  <a:pt x="232274" y="84218"/>
                  <a:pt x="234359" y="76940"/>
                  <a:pt x="234359" y="67159"/>
                </a:cubicBezTo>
                <a:cubicBezTo>
                  <a:pt x="234359" y="57939"/>
                  <a:pt x="232262" y="50955"/>
                  <a:pt x="228069" y="46205"/>
                </a:cubicBezTo>
                <a:cubicBezTo>
                  <a:pt x="223875" y="41454"/>
                  <a:pt x="218662" y="39079"/>
                  <a:pt x="212430" y="39079"/>
                </a:cubicBezTo>
                <a:cubicBezTo>
                  <a:pt x="206104" y="39079"/>
                  <a:pt x="200856" y="41443"/>
                  <a:pt x="196686" y="46169"/>
                </a:cubicBezTo>
                <a:cubicBezTo>
                  <a:pt x="192515" y="50896"/>
                  <a:pt x="190430" y="58033"/>
                  <a:pt x="190430" y="67580"/>
                </a:cubicBezTo>
                <a:close/>
                <a:moveTo>
                  <a:pt x="289794" y="93551"/>
                </a:moveTo>
                <a:lnTo>
                  <a:pt x="291621" y="104727"/>
                </a:lnTo>
                <a:cubicBezTo>
                  <a:pt x="288060" y="105476"/>
                  <a:pt x="284873" y="105851"/>
                  <a:pt x="282062" y="105851"/>
                </a:cubicBezTo>
                <a:cubicBezTo>
                  <a:pt x="277470" y="105851"/>
                  <a:pt x="273909" y="105125"/>
                  <a:pt x="271378" y="103672"/>
                </a:cubicBezTo>
                <a:cubicBezTo>
                  <a:pt x="268848" y="102220"/>
                  <a:pt x="267068" y="100310"/>
                  <a:pt x="266037" y="97944"/>
                </a:cubicBezTo>
                <a:cubicBezTo>
                  <a:pt x="265006" y="95578"/>
                  <a:pt x="264490" y="90599"/>
                  <a:pt x="264490" y="83008"/>
                </a:cubicBezTo>
                <a:lnTo>
                  <a:pt x="264490" y="40063"/>
                </a:lnTo>
                <a:lnTo>
                  <a:pt x="255213" y="40063"/>
                </a:lnTo>
                <a:lnTo>
                  <a:pt x="255213" y="30223"/>
                </a:lnTo>
                <a:lnTo>
                  <a:pt x="264490" y="30223"/>
                </a:lnTo>
                <a:lnTo>
                  <a:pt x="264490" y="11738"/>
                </a:lnTo>
                <a:lnTo>
                  <a:pt x="277072" y="4147"/>
                </a:lnTo>
                <a:lnTo>
                  <a:pt x="277072" y="30223"/>
                </a:lnTo>
                <a:lnTo>
                  <a:pt x="289794" y="30223"/>
                </a:lnTo>
                <a:lnTo>
                  <a:pt x="289794" y="40063"/>
                </a:lnTo>
                <a:lnTo>
                  <a:pt x="277072" y="40063"/>
                </a:lnTo>
                <a:lnTo>
                  <a:pt x="277072" y="83711"/>
                </a:lnTo>
                <a:cubicBezTo>
                  <a:pt x="277072" y="87319"/>
                  <a:pt x="277294" y="89639"/>
                  <a:pt x="277739" y="90669"/>
                </a:cubicBezTo>
                <a:cubicBezTo>
                  <a:pt x="278185" y="91700"/>
                  <a:pt x="278911" y="92520"/>
                  <a:pt x="279918" y="93129"/>
                </a:cubicBezTo>
                <a:cubicBezTo>
                  <a:pt x="280926" y="93739"/>
                  <a:pt x="282367" y="94043"/>
                  <a:pt x="284241" y="94043"/>
                </a:cubicBezTo>
                <a:cubicBezTo>
                  <a:pt x="285647" y="94043"/>
                  <a:pt x="287498" y="93879"/>
                  <a:pt x="289794" y="93551"/>
                </a:cubicBezTo>
                <a:close/>
                <a:moveTo>
                  <a:pt x="337208" y="67545"/>
                </a:moveTo>
                <a:cubicBezTo>
                  <a:pt x="337208" y="53722"/>
                  <a:pt x="341050" y="43484"/>
                  <a:pt x="348735" y="36830"/>
                </a:cubicBezTo>
                <a:cubicBezTo>
                  <a:pt x="355155" y="31301"/>
                  <a:pt x="362980" y="28536"/>
                  <a:pt x="372211" y="28536"/>
                </a:cubicBezTo>
                <a:cubicBezTo>
                  <a:pt x="382472" y="28536"/>
                  <a:pt x="390860" y="31898"/>
                  <a:pt x="397373" y="38622"/>
                </a:cubicBezTo>
                <a:cubicBezTo>
                  <a:pt x="403886" y="45346"/>
                  <a:pt x="407143" y="54636"/>
                  <a:pt x="407143" y="66491"/>
                </a:cubicBezTo>
                <a:cubicBezTo>
                  <a:pt x="407143" y="76097"/>
                  <a:pt x="405702" y="83653"/>
                  <a:pt x="402820" y="89158"/>
                </a:cubicBezTo>
                <a:cubicBezTo>
                  <a:pt x="399939" y="94664"/>
                  <a:pt x="395745" y="98940"/>
                  <a:pt x="390239" y="101986"/>
                </a:cubicBezTo>
                <a:cubicBezTo>
                  <a:pt x="384733" y="105031"/>
                  <a:pt x="378724" y="106554"/>
                  <a:pt x="372211" y="106554"/>
                </a:cubicBezTo>
                <a:cubicBezTo>
                  <a:pt x="361761" y="106554"/>
                  <a:pt x="353315" y="103204"/>
                  <a:pt x="346872" y="96503"/>
                </a:cubicBezTo>
                <a:cubicBezTo>
                  <a:pt x="340430" y="89803"/>
                  <a:pt x="337208" y="80150"/>
                  <a:pt x="337208" y="67545"/>
                </a:cubicBezTo>
                <a:moveTo>
                  <a:pt x="350211" y="67580"/>
                </a:moveTo>
                <a:cubicBezTo>
                  <a:pt x="350211" y="77128"/>
                  <a:pt x="352296" y="84276"/>
                  <a:pt x="356467" y="89027"/>
                </a:cubicBezTo>
                <a:cubicBezTo>
                  <a:pt x="360637" y="93777"/>
                  <a:pt x="365885" y="96152"/>
                  <a:pt x="372211" y="96152"/>
                </a:cubicBezTo>
                <a:cubicBezTo>
                  <a:pt x="378490" y="96152"/>
                  <a:pt x="383714" y="93765"/>
                  <a:pt x="387885" y="88991"/>
                </a:cubicBezTo>
                <a:cubicBezTo>
                  <a:pt x="392055" y="84218"/>
                  <a:pt x="394140" y="76940"/>
                  <a:pt x="394140" y="67159"/>
                </a:cubicBezTo>
                <a:cubicBezTo>
                  <a:pt x="394140" y="57939"/>
                  <a:pt x="392043" y="50955"/>
                  <a:pt x="387849" y="46205"/>
                </a:cubicBezTo>
                <a:cubicBezTo>
                  <a:pt x="383656" y="41454"/>
                  <a:pt x="378443" y="39079"/>
                  <a:pt x="372211" y="39079"/>
                </a:cubicBezTo>
                <a:cubicBezTo>
                  <a:pt x="365885" y="39079"/>
                  <a:pt x="360637" y="41443"/>
                  <a:pt x="356467" y="46169"/>
                </a:cubicBezTo>
                <a:cubicBezTo>
                  <a:pt x="352296" y="50896"/>
                  <a:pt x="350211" y="58033"/>
                  <a:pt x="350211" y="67580"/>
                </a:cubicBezTo>
                <a:close/>
                <a:moveTo>
                  <a:pt x="424974" y="104867"/>
                </a:moveTo>
                <a:lnTo>
                  <a:pt x="424974" y="40063"/>
                </a:lnTo>
                <a:lnTo>
                  <a:pt x="413799" y="40063"/>
                </a:lnTo>
                <a:lnTo>
                  <a:pt x="413799" y="30223"/>
                </a:lnTo>
                <a:lnTo>
                  <a:pt x="424974" y="30223"/>
                </a:lnTo>
                <a:lnTo>
                  <a:pt x="424974" y="22298"/>
                </a:lnTo>
                <a:cubicBezTo>
                  <a:pt x="424974" y="17296"/>
                  <a:pt x="425419" y="13580"/>
                  <a:pt x="426310" y="11149"/>
                </a:cubicBezTo>
                <a:cubicBezTo>
                  <a:pt x="427528" y="7878"/>
                  <a:pt x="429672" y="5225"/>
                  <a:pt x="432741" y="3191"/>
                </a:cubicBezTo>
                <a:cubicBezTo>
                  <a:pt x="435810" y="1158"/>
                  <a:pt x="440109" y="141"/>
                  <a:pt x="445638" y="141"/>
                </a:cubicBezTo>
                <a:cubicBezTo>
                  <a:pt x="449200" y="141"/>
                  <a:pt x="453136" y="564"/>
                  <a:pt x="457446" y="1412"/>
                </a:cubicBezTo>
                <a:lnTo>
                  <a:pt x="455549" y="12507"/>
                </a:lnTo>
                <a:cubicBezTo>
                  <a:pt x="452925" y="12041"/>
                  <a:pt x="450441" y="11808"/>
                  <a:pt x="448098" y="11808"/>
                </a:cubicBezTo>
                <a:cubicBezTo>
                  <a:pt x="444256" y="11808"/>
                  <a:pt x="441538" y="12622"/>
                  <a:pt x="439945" y="14251"/>
                </a:cubicBezTo>
                <a:cubicBezTo>
                  <a:pt x="438352" y="15877"/>
                  <a:pt x="437555" y="18923"/>
                  <a:pt x="437555" y="23388"/>
                </a:cubicBezTo>
                <a:lnTo>
                  <a:pt x="437555" y="30223"/>
                </a:lnTo>
                <a:lnTo>
                  <a:pt x="452105" y="30223"/>
                </a:lnTo>
                <a:lnTo>
                  <a:pt x="452105" y="40063"/>
                </a:lnTo>
                <a:lnTo>
                  <a:pt x="437555" y="40063"/>
                </a:lnTo>
                <a:lnTo>
                  <a:pt x="437555" y="104867"/>
                </a:lnTo>
                <a:lnTo>
                  <a:pt x="424974" y="104867"/>
                </a:lnTo>
                <a:close/>
                <a:moveTo>
                  <a:pt x="526940" y="104867"/>
                </a:moveTo>
                <a:lnTo>
                  <a:pt x="526940" y="14057"/>
                </a:lnTo>
                <a:lnTo>
                  <a:pt x="492992" y="14057"/>
                </a:lnTo>
                <a:lnTo>
                  <a:pt x="492992" y="1827"/>
                </a:lnTo>
                <a:lnTo>
                  <a:pt x="574664" y="1827"/>
                </a:lnTo>
                <a:lnTo>
                  <a:pt x="574664" y="14057"/>
                </a:lnTo>
                <a:lnTo>
                  <a:pt x="540576" y="14057"/>
                </a:lnTo>
                <a:lnTo>
                  <a:pt x="540576" y="104867"/>
                </a:lnTo>
                <a:lnTo>
                  <a:pt x="526940" y="104867"/>
                </a:lnTo>
                <a:close/>
                <a:moveTo>
                  <a:pt x="581448" y="104867"/>
                </a:moveTo>
                <a:lnTo>
                  <a:pt x="581448" y="30223"/>
                </a:lnTo>
                <a:lnTo>
                  <a:pt x="592834" y="30223"/>
                </a:lnTo>
                <a:lnTo>
                  <a:pt x="592834" y="41539"/>
                </a:lnTo>
                <a:cubicBezTo>
                  <a:pt x="595739" y="36244"/>
                  <a:pt x="598422" y="32753"/>
                  <a:pt x="600882" y="31067"/>
                </a:cubicBezTo>
                <a:cubicBezTo>
                  <a:pt x="603342" y="29380"/>
                  <a:pt x="606048" y="28536"/>
                  <a:pt x="609000" y="28536"/>
                </a:cubicBezTo>
                <a:cubicBezTo>
                  <a:pt x="613264" y="28536"/>
                  <a:pt x="617598" y="29895"/>
                  <a:pt x="622003" y="32613"/>
                </a:cubicBezTo>
                <a:lnTo>
                  <a:pt x="617645" y="44342"/>
                </a:lnTo>
                <a:cubicBezTo>
                  <a:pt x="614553" y="42520"/>
                  <a:pt x="611460" y="41610"/>
                  <a:pt x="608367" y="41610"/>
                </a:cubicBezTo>
                <a:cubicBezTo>
                  <a:pt x="605603" y="41610"/>
                  <a:pt x="603119" y="42441"/>
                  <a:pt x="600917" y="44105"/>
                </a:cubicBezTo>
                <a:cubicBezTo>
                  <a:pt x="598715" y="45768"/>
                  <a:pt x="597145" y="48076"/>
                  <a:pt x="596208" y="51028"/>
                </a:cubicBezTo>
                <a:cubicBezTo>
                  <a:pt x="594802" y="55526"/>
                  <a:pt x="594099" y="60446"/>
                  <a:pt x="594099" y="65788"/>
                </a:cubicBezTo>
                <a:lnTo>
                  <a:pt x="594099" y="104867"/>
                </a:lnTo>
                <a:lnTo>
                  <a:pt x="581448" y="104867"/>
                </a:lnTo>
                <a:close/>
                <a:moveTo>
                  <a:pt x="678442" y="104867"/>
                </a:moveTo>
                <a:lnTo>
                  <a:pt x="678442" y="93835"/>
                </a:lnTo>
                <a:cubicBezTo>
                  <a:pt x="672632" y="102314"/>
                  <a:pt x="664736" y="106554"/>
                  <a:pt x="654755" y="106554"/>
                </a:cubicBezTo>
                <a:cubicBezTo>
                  <a:pt x="650351" y="106554"/>
                  <a:pt x="646239" y="105711"/>
                  <a:pt x="642420" y="104024"/>
                </a:cubicBezTo>
                <a:cubicBezTo>
                  <a:pt x="638601" y="102337"/>
                  <a:pt x="635766" y="100217"/>
                  <a:pt x="633916" y="97663"/>
                </a:cubicBezTo>
                <a:cubicBezTo>
                  <a:pt x="632065" y="95109"/>
                  <a:pt x="630764" y="91981"/>
                  <a:pt x="630015" y="88280"/>
                </a:cubicBezTo>
                <a:cubicBezTo>
                  <a:pt x="629499" y="85796"/>
                  <a:pt x="629241" y="81860"/>
                  <a:pt x="629241" y="76472"/>
                </a:cubicBezTo>
                <a:lnTo>
                  <a:pt x="629241" y="30223"/>
                </a:lnTo>
                <a:lnTo>
                  <a:pt x="641893" y="30223"/>
                </a:lnTo>
                <a:lnTo>
                  <a:pt x="641893" y="71578"/>
                </a:lnTo>
                <a:cubicBezTo>
                  <a:pt x="641893" y="78178"/>
                  <a:pt x="642151" y="82624"/>
                  <a:pt x="642666" y="84917"/>
                </a:cubicBezTo>
                <a:cubicBezTo>
                  <a:pt x="643463" y="88241"/>
                  <a:pt x="645150" y="90851"/>
                  <a:pt x="647727" y="92747"/>
                </a:cubicBezTo>
                <a:cubicBezTo>
                  <a:pt x="650304" y="94642"/>
                  <a:pt x="653490" y="95590"/>
                  <a:pt x="657286" y="95590"/>
                </a:cubicBezTo>
                <a:cubicBezTo>
                  <a:pt x="661081" y="95590"/>
                  <a:pt x="664642" y="94619"/>
                  <a:pt x="667969" y="92677"/>
                </a:cubicBezTo>
                <a:cubicBezTo>
                  <a:pt x="671296" y="90734"/>
                  <a:pt x="673651" y="88089"/>
                  <a:pt x="675033" y="84743"/>
                </a:cubicBezTo>
                <a:cubicBezTo>
                  <a:pt x="676415" y="81396"/>
                  <a:pt x="677107" y="76540"/>
                  <a:pt x="677107" y="70174"/>
                </a:cubicBezTo>
                <a:lnTo>
                  <a:pt x="677107" y="30223"/>
                </a:lnTo>
                <a:lnTo>
                  <a:pt x="689758" y="30223"/>
                </a:lnTo>
                <a:lnTo>
                  <a:pt x="689758" y="104867"/>
                </a:lnTo>
                <a:lnTo>
                  <a:pt x="678442" y="104867"/>
                </a:lnTo>
                <a:close/>
                <a:moveTo>
                  <a:pt x="704496" y="82516"/>
                </a:moveTo>
                <a:lnTo>
                  <a:pt x="717007" y="80548"/>
                </a:lnTo>
                <a:cubicBezTo>
                  <a:pt x="717710" y="85584"/>
                  <a:pt x="719666" y="89444"/>
                  <a:pt x="722876" y="92128"/>
                </a:cubicBezTo>
                <a:cubicBezTo>
                  <a:pt x="726086" y="94811"/>
                  <a:pt x="730573" y="96152"/>
                  <a:pt x="736336" y="96152"/>
                </a:cubicBezTo>
                <a:cubicBezTo>
                  <a:pt x="742146" y="96152"/>
                  <a:pt x="746457" y="94969"/>
                  <a:pt x="749269" y="92602"/>
                </a:cubicBezTo>
                <a:cubicBezTo>
                  <a:pt x="752080" y="90236"/>
                  <a:pt x="753486" y="87460"/>
                  <a:pt x="753486" y="84273"/>
                </a:cubicBezTo>
                <a:cubicBezTo>
                  <a:pt x="753486" y="81415"/>
                  <a:pt x="752244" y="79166"/>
                  <a:pt x="749761" y="77526"/>
                </a:cubicBezTo>
                <a:cubicBezTo>
                  <a:pt x="748027" y="76401"/>
                  <a:pt x="743716" y="74972"/>
                  <a:pt x="736828" y="73238"/>
                </a:cubicBezTo>
                <a:cubicBezTo>
                  <a:pt x="727550" y="70896"/>
                  <a:pt x="721119" y="68869"/>
                  <a:pt x="717534" y="67159"/>
                </a:cubicBezTo>
                <a:cubicBezTo>
                  <a:pt x="713950" y="65448"/>
                  <a:pt x="711232" y="63082"/>
                  <a:pt x="709381" y="60060"/>
                </a:cubicBezTo>
                <a:cubicBezTo>
                  <a:pt x="707530" y="57037"/>
                  <a:pt x="706605" y="53699"/>
                  <a:pt x="706605" y="50044"/>
                </a:cubicBezTo>
                <a:cubicBezTo>
                  <a:pt x="706605" y="46717"/>
                  <a:pt x="707366" y="43636"/>
                  <a:pt x="708889" y="40801"/>
                </a:cubicBezTo>
                <a:cubicBezTo>
                  <a:pt x="710412" y="37966"/>
                  <a:pt x="712485" y="35612"/>
                  <a:pt x="715110" y="33737"/>
                </a:cubicBezTo>
                <a:cubicBezTo>
                  <a:pt x="717078" y="32285"/>
                  <a:pt x="719760" y="31055"/>
                  <a:pt x="723157" y="30047"/>
                </a:cubicBezTo>
                <a:cubicBezTo>
                  <a:pt x="726554" y="29040"/>
                  <a:pt x="730198" y="28536"/>
                  <a:pt x="734087" y="28536"/>
                </a:cubicBezTo>
                <a:cubicBezTo>
                  <a:pt x="739944" y="28536"/>
                  <a:pt x="745087" y="29380"/>
                  <a:pt x="749515" y="31067"/>
                </a:cubicBezTo>
                <a:cubicBezTo>
                  <a:pt x="753943" y="32753"/>
                  <a:pt x="757211" y="35038"/>
                  <a:pt x="759320" y="37920"/>
                </a:cubicBezTo>
                <a:cubicBezTo>
                  <a:pt x="761428" y="40801"/>
                  <a:pt x="762881" y="44655"/>
                  <a:pt x="763677" y="49482"/>
                </a:cubicBezTo>
                <a:lnTo>
                  <a:pt x="751307" y="51169"/>
                </a:lnTo>
                <a:cubicBezTo>
                  <a:pt x="750745" y="47326"/>
                  <a:pt x="749116" y="44327"/>
                  <a:pt x="746422" y="42172"/>
                </a:cubicBezTo>
                <a:cubicBezTo>
                  <a:pt x="743728" y="40016"/>
                  <a:pt x="739921" y="38939"/>
                  <a:pt x="735001" y="38939"/>
                </a:cubicBezTo>
                <a:cubicBezTo>
                  <a:pt x="729190" y="38939"/>
                  <a:pt x="725043" y="39899"/>
                  <a:pt x="722560" y="41820"/>
                </a:cubicBezTo>
                <a:cubicBezTo>
                  <a:pt x="720076" y="43742"/>
                  <a:pt x="718835" y="45991"/>
                  <a:pt x="718835" y="48568"/>
                </a:cubicBezTo>
                <a:cubicBezTo>
                  <a:pt x="718835" y="50208"/>
                  <a:pt x="719350" y="51684"/>
                  <a:pt x="720381" y="52996"/>
                </a:cubicBezTo>
                <a:cubicBezTo>
                  <a:pt x="721412" y="54355"/>
                  <a:pt x="723028" y="55479"/>
                  <a:pt x="725231" y="56370"/>
                </a:cubicBezTo>
                <a:cubicBezTo>
                  <a:pt x="726496" y="56838"/>
                  <a:pt x="730221" y="57916"/>
                  <a:pt x="736406" y="59603"/>
                </a:cubicBezTo>
                <a:cubicBezTo>
                  <a:pt x="745356" y="61993"/>
                  <a:pt x="751600" y="63949"/>
                  <a:pt x="755138" y="65472"/>
                </a:cubicBezTo>
                <a:cubicBezTo>
                  <a:pt x="758675" y="66995"/>
                  <a:pt x="761452" y="69209"/>
                  <a:pt x="763467" y="72114"/>
                </a:cubicBezTo>
                <a:cubicBezTo>
                  <a:pt x="765481" y="75019"/>
                  <a:pt x="766489" y="78627"/>
                  <a:pt x="766489" y="82938"/>
                </a:cubicBezTo>
                <a:cubicBezTo>
                  <a:pt x="766489" y="87155"/>
                  <a:pt x="765259" y="91126"/>
                  <a:pt x="762799" y="94852"/>
                </a:cubicBezTo>
                <a:cubicBezTo>
                  <a:pt x="760339" y="98577"/>
                  <a:pt x="756789" y="101458"/>
                  <a:pt x="752150" y="103497"/>
                </a:cubicBezTo>
                <a:cubicBezTo>
                  <a:pt x="747512" y="105535"/>
                  <a:pt x="742264" y="106554"/>
                  <a:pt x="736406" y="106554"/>
                </a:cubicBezTo>
                <a:cubicBezTo>
                  <a:pt x="726707" y="106554"/>
                  <a:pt x="719315" y="104533"/>
                  <a:pt x="714231" y="100492"/>
                </a:cubicBezTo>
                <a:cubicBezTo>
                  <a:pt x="709147" y="96451"/>
                  <a:pt x="705902" y="90459"/>
                  <a:pt x="704496" y="82516"/>
                </a:cubicBezTo>
                <a:close/>
                <a:moveTo>
                  <a:pt x="809152" y="93551"/>
                </a:moveTo>
                <a:lnTo>
                  <a:pt x="810980" y="104727"/>
                </a:lnTo>
                <a:cubicBezTo>
                  <a:pt x="807419" y="105476"/>
                  <a:pt x="804232" y="105851"/>
                  <a:pt x="801421" y="105851"/>
                </a:cubicBezTo>
                <a:cubicBezTo>
                  <a:pt x="796829" y="105851"/>
                  <a:pt x="793268" y="105125"/>
                  <a:pt x="790737" y="103672"/>
                </a:cubicBezTo>
                <a:cubicBezTo>
                  <a:pt x="788207" y="102220"/>
                  <a:pt x="786427" y="100310"/>
                  <a:pt x="785396" y="97944"/>
                </a:cubicBezTo>
                <a:cubicBezTo>
                  <a:pt x="784365" y="95578"/>
                  <a:pt x="783849" y="90599"/>
                  <a:pt x="783849" y="83008"/>
                </a:cubicBezTo>
                <a:lnTo>
                  <a:pt x="783849" y="40063"/>
                </a:lnTo>
                <a:lnTo>
                  <a:pt x="774572" y="40063"/>
                </a:lnTo>
                <a:lnTo>
                  <a:pt x="774572" y="30223"/>
                </a:lnTo>
                <a:lnTo>
                  <a:pt x="783849" y="30223"/>
                </a:lnTo>
                <a:lnTo>
                  <a:pt x="783849" y="11738"/>
                </a:lnTo>
                <a:lnTo>
                  <a:pt x="796431" y="4147"/>
                </a:lnTo>
                <a:lnTo>
                  <a:pt x="796431" y="30223"/>
                </a:lnTo>
                <a:lnTo>
                  <a:pt x="809152" y="30223"/>
                </a:lnTo>
                <a:lnTo>
                  <a:pt x="809152" y="40063"/>
                </a:lnTo>
                <a:lnTo>
                  <a:pt x="796431" y="40063"/>
                </a:lnTo>
                <a:lnTo>
                  <a:pt x="796431" y="83711"/>
                </a:lnTo>
                <a:cubicBezTo>
                  <a:pt x="796431" y="87319"/>
                  <a:pt x="796653" y="89639"/>
                  <a:pt x="797098" y="90669"/>
                </a:cubicBezTo>
                <a:cubicBezTo>
                  <a:pt x="797543" y="91700"/>
                  <a:pt x="798270" y="92520"/>
                  <a:pt x="799277" y="93129"/>
                </a:cubicBezTo>
                <a:cubicBezTo>
                  <a:pt x="800285" y="93739"/>
                  <a:pt x="801726" y="94043"/>
                  <a:pt x="803600" y="94043"/>
                </a:cubicBezTo>
                <a:cubicBezTo>
                  <a:pt x="805006" y="94043"/>
                  <a:pt x="806856" y="93879"/>
                  <a:pt x="809152" y="93551"/>
                </a:cubicBezTo>
                <a:close/>
                <a:moveTo>
                  <a:pt x="936413" y="68670"/>
                </a:moveTo>
                <a:lnTo>
                  <a:pt x="950048" y="72114"/>
                </a:lnTo>
                <a:cubicBezTo>
                  <a:pt x="947190" y="83313"/>
                  <a:pt x="942048" y="91853"/>
                  <a:pt x="934621" y="97733"/>
                </a:cubicBezTo>
                <a:cubicBezTo>
                  <a:pt x="927194" y="103614"/>
                  <a:pt x="918115" y="106554"/>
                  <a:pt x="907385" y="106554"/>
                </a:cubicBezTo>
                <a:cubicBezTo>
                  <a:pt x="896279" y="106554"/>
                  <a:pt x="887248" y="104293"/>
                  <a:pt x="880289" y="99772"/>
                </a:cubicBezTo>
                <a:cubicBezTo>
                  <a:pt x="873331" y="95250"/>
                  <a:pt x="868036" y="88701"/>
                  <a:pt x="864404" y="80127"/>
                </a:cubicBezTo>
                <a:cubicBezTo>
                  <a:pt x="860773" y="71552"/>
                  <a:pt x="858957" y="62344"/>
                  <a:pt x="858957" y="52504"/>
                </a:cubicBezTo>
                <a:cubicBezTo>
                  <a:pt x="858957" y="41774"/>
                  <a:pt x="861007" y="32414"/>
                  <a:pt x="865107" y="24425"/>
                </a:cubicBezTo>
                <a:cubicBezTo>
                  <a:pt x="869207" y="16435"/>
                  <a:pt x="875041" y="10367"/>
                  <a:pt x="882609" y="6220"/>
                </a:cubicBezTo>
                <a:cubicBezTo>
                  <a:pt x="890176" y="2073"/>
                  <a:pt x="898505" y="0"/>
                  <a:pt x="907595" y="0"/>
                </a:cubicBezTo>
                <a:cubicBezTo>
                  <a:pt x="917904" y="0"/>
                  <a:pt x="926573" y="2624"/>
                  <a:pt x="933601" y="7872"/>
                </a:cubicBezTo>
                <a:cubicBezTo>
                  <a:pt x="940630" y="13120"/>
                  <a:pt x="945527" y="20500"/>
                  <a:pt x="948291" y="30012"/>
                </a:cubicBezTo>
                <a:lnTo>
                  <a:pt x="934867" y="33175"/>
                </a:lnTo>
                <a:cubicBezTo>
                  <a:pt x="932477" y="25678"/>
                  <a:pt x="929009" y="20219"/>
                  <a:pt x="924464" y="16798"/>
                </a:cubicBezTo>
                <a:cubicBezTo>
                  <a:pt x="919919" y="13378"/>
                  <a:pt x="914202" y="11668"/>
                  <a:pt x="907314" y="11668"/>
                </a:cubicBezTo>
                <a:cubicBezTo>
                  <a:pt x="899395" y="11668"/>
                  <a:pt x="892777" y="13565"/>
                  <a:pt x="887458" y="17361"/>
                </a:cubicBezTo>
                <a:cubicBezTo>
                  <a:pt x="882140" y="21156"/>
                  <a:pt x="878403" y="26252"/>
                  <a:pt x="876248" y="32648"/>
                </a:cubicBezTo>
                <a:cubicBezTo>
                  <a:pt x="874092" y="39044"/>
                  <a:pt x="873015" y="45639"/>
                  <a:pt x="873015" y="52434"/>
                </a:cubicBezTo>
                <a:cubicBezTo>
                  <a:pt x="873015" y="61196"/>
                  <a:pt x="874291" y="68846"/>
                  <a:pt x="876845" y="75382"/>
                </a:cubicBezTo>
                <a:cubicBezTo>
                  <a:pt x="879399" y="81919"/>
                  <a:pt x="883370" y="86804"/>
                  <a:pt x="888759" y="90037"/>
                </a:cubicBezTo>
                <a:cubicBezTo>
                  <a:pt x="894147" y="93270"/>
                  <a:pt x="899981" y="94887"/>
                  <a:pt x="906260" y="94887"/>
                </a:cubicBezTo>
                <a:cubicBezTo>
                  <a:pt x="913898" y="94887"/>
                  <a:pt x="920364" y="92684"/>
                  <a:pt x="925659" y="88280"/>
                </a:cubicBezTo>
                <a:cubicBezTo>
                  <a:pt x="930954" y="83875"/>
                  <a:pt x="934539" y="77338"/>
                  <a:pt x="936413" y="68670"/>
                </a:cubicBezTo>
                <a:close/>
                <a:moveTo>
                  <a:pt x="965206" y="104867"/>
                </a:moveTo>
                <a:lnTo>
                  <a:pt x="965206" y="1827"/>
                </a:lnTo>
                <a:lnTo>
                  <a:pt x="977858" y="1827"/>
                </a:lnTo>
                <a:lnTo>
                  <a:pt x="977858" y="38864"/>
                </a:lnTo>
                <a:cubicBezTo>
                  <a:pt x="983762" y="31979"/>
                  <a:pt x="991212" y="28536"/>
                  <a:pt x="1000209" y="28536"/>
                </a:cubicBezTo>
                <a:cubicBezTo>
                  <a:pt x="1005738" y="28536"/>
                  <a:pt x="1010541" y="29626"/>
                  <a:pt x="1014617" y="31805"/>
                </a:cubicBezTo>
                <a:cubicBezTo>
                  <a:pt x="1018694" y="33983"/>
                  <a:pt x="1021611" y="36994"/>
                  <a:pt x="1023368" y="40836"/>
                </a:cubicBezTo>
                <a:cubicBezTo>
                  <a:pt x="1025125" y="44679"/>
                  <a:pt x="1026004" y="50255"/>
                  <a:pt x="1026004" y="57565"/>
                </a:cubicBezTo>
                <a:lnTo>
                  <a:pt x="1026004" y="104867"/>
                </a:lnTo>
                <a:lnTo>
                  <a:pt x="1013352" y="104867"/>
                </a:lnTo>
                <a:lnTo>
                  <a:pt x="1013352" y="57615"/>
                </a:lnTo>
                <a:cubicBezTo>
                  <a:pt x="1013352" y="51297"/>
                  <a:pt x="1011982" y="46698"/>
                  <a:pt x="1009240" y="43819"/>
                </a:cubicBezTo>
                <a:cubicBezTo>
                  <a:pt x="1006499" y="40940"/>
                  <a:pt x="1002622" y="39501"/>
                  <a:pt x="997608" y="39501"/>
                </a:cubicBezTo>
                <a:cubicBezTo>
                  <a:pt x="993859" y="39501"/>
                  <a:pt x="990333" y="40473"/>
                  <a:pt x="987030" y="42416"/>
                </a:cubicBezTo>
                <a:cubicBezTo>
                  <a:pt x="983726" y="44357"/>
                  <a:pt x="981372" y="46990"/>
                  <a:pt x="979966" y="50314"/>
                </a:cubicBezTo>
                <a:cubicBezTo>
                  <a:pt x="978560" y="53637"/>
                  <a:pt x="977858" y="58223"/>
                  <a:pt x="977858" y="64075"/>
                </a:cubicBezTo>
                <a:lnTo>
                  <a:pt x="977858" y="104867"/>
                </a:lnTo>
                <a:lnTo>
                  <a:pt x="965206" y="104867"/>
                </a:lnTo>
                <a:close/>
                <a:moveTo>
                  <a:pt x="1096339" y="80689"/>
                </a:moveTo>
                <a:lnTo>
                  <a:pt x="1109412" y="82376"/>
                </a:lnTo>
                <a:cubicBezTo>
                  <a:pt x="1107350" y="90035"/>
                  <a:pt x="1103531" y="95980"/>
                  <a:pt x="1097955" y="100211"/>
                </a:cubicBezTo>
                <a:cubicBezTo>
                  <a:pt x="1092379" y="104440"/>
                  <a:pt x="1085257" y="106554"/>
                  <a:pt x="1076588" y="106554"/>
                </a:cubicBezTo>
                <a:cubicBezTo>
                  <a:pt x="1065670" y="106554"/>
                  <a:pt x="1057014" y="103192"/>
                  <a:pt x="1050617" y="96468"/>
                </a:cubicBezTo>
                <a:cubicBezTo>
                  <a:pt x="1044221" y="89744"/>
                  <a:pt x="1041023" y="80314"/>
                  <a:pt x="1041023" y="68178"/>
                </a:cubicBezTo>
                <a:cubicBezTo>
                  <a:pt x="1041023" y="55620"/>
                  <a:pt x="1044257" y="45874"/>
                  <a:pt x="1050723" y="38939"/>
                </a:cubicBezTo>
                <a:cubicBezTo>
                  <a:pt x="1057189" y="32004"/>
                  <a:pt x="1065577" y="28536"/>
                  <a:pt x="1075885" y="28536"/>
                </a:cubicBezTo>
                <a:cubicBezTo>
                  <a:pt x="1085866" y="28536"/>
                  <a:pt x="1094019" y="31928"/>
                  <a:pt x="1100345" y="38712"/>
                </a:cubicBezTo>
                <a:cubicBezTo>
                  <a:pt x="1106671" y="45495"/>
                  <a:pt x="1109834" y="55038"/>
                  <a:pt x="1109834" y="67341"/>
                </a:cubicBezTo>
                <a:cubicBezTo>
                  <a:pt x="1109834" y="68089"/>
                  <a:pt x="1109810" y="69212"/>
                  <a:pt x="1109763" y="70708"/>
                </a:cubicBezTo>
                <a:lnTo>
                  <a:pt x="1054097" y="70708"/>
                </a:lnTo>
                <a:cubicBezTo>
                  <a:pt x="1054565" y="78932"/>
                  <a:pt x="1056885" y="85228"/>
                  <a:pt x="1061055" y="89598"/>
                </a:cubicBezTo>
                <a:cubicBezTo>
                  <a:pt x="1065225" y="93967"/>
                  <a:pt x="1070427" y="96152"/>
                  <a:pt x="1076659" y="96152"/>
                </a:cubicBezTo>
                <a:cubicBezTo>
                  <a:pt x="1081297" y="96152"/>
                  <a:pt x="1085257" y="94923"/>
                  <a:pt x="1088537" y="92464"/>
                </a:cubicBezTo>
                <a:cubicBezTo>
                  <a:pt x="1091817" y="90004"/>
                  <a:pt x="1094418" y="86079"/>
                  <a:pt x="1096339" y="80689"/>
                </a:cubicBezTo>
                <a:moveTo>
                  <a:pt x="1054800" y="60306"/>
                </a:moveTo>
                <a:lnTo>
                  <a:pt x="1096479" y="60306"/>
                </a:lnTo>
                <a:cubicBezTo>
                  <a:pt x="1095917" y="54047"/>
                  <a:pt x="1094324" y="49353"/>
                  <a:pt x="1091700" y="46224"/>
                </a:cubicBezTo>
                <a:cubicBezTo>
                  <a:pt x="1087670" y="41367"/>
                  <a:pt x="1082446" y="38939"/>
                  <a:pt x="1076026" y="38939"/>
                </a:cubicBezTo>
                <a:cubicBezTo>
                  <a:pt x="1070216" y="38939"/>
                  <a:pt x="1065331" y="40877"/>
                  <a:pt x="1061371" y="44755"/>
                </a:cubicBezTo>
                <a:cubicBezTo>
                  <a:pt x="1057412" y="48631"/>
                  <a:pt x="1055221" y="53814"/>
                  <a:pt x="1054800" y="60306"/>
                </a:cubicBezTo>
                <a:close/>
                <a:moveTo>
                  <a:pt x="1173983" y="77456"/>
                </a:moveTo>
                <a:lnTo>
                  <a:pt x="1186424" y="79142"/>
                </a:lnTo>
                <a:cubicBezTo>
                  <a:pt x="1185065" y="87717"/>
                  <a:pt x="1181586" y="94430"/>
                  <a:pt x="1175986" y="99280"/>
                </a:cubicBezTo>
                <a:cubicBezTo>
                  <a:pt x="1170387" y="104129"/>
                  <a:pt x="1163510" y="106554"/>
                  <a:pt x="1155357" y="106554"/>
                </a:cubicBezTo>
                <a:cubicBezTo>
                  <a:pt x="1145142" y="106554"/>
                  <a:pt x="1136930" y="103216"/>
                  <a:pt x="1130722" y="96538"/>
                </a:cubicBezTo>
                <a:cubicBezTo>
                  <a:pt x="1124513" y="89861"/>
                  <a:pt x="1121409" y="80291"/>
                  <a:pt x="1121409" y="67826"/>
                </a:cubicBezTo>
                <a:cubicBezTo>
                  <a:pt x="1121409" y="59767"/>
                  <a:pt x="1122744" y="52715"/>
                  <a:pt x="1125415" y="46670"/>
                </a:cubicBezTo>
                <a:cubicBezTo>
                  <a:pt x="1128086" y="40626"/>
                  <a:pt x="1132151" y="36092"/>
                  <a:pt x="1137610" y="33070"/>
                </a:cubicBezTo>
                <a:cubicBezTo>
                  <a:pt x="1143069" y="30047"/>
                  <a:pt x="1149008" y="28536"/>
                  <a:pt x="1155427" y="28536"/>
                </a:cubicBezTo>
                <a:cubicBezTo>
                  <a:pt x="1163534" y="28536"/>
                  <a:pt x="1170164" y="30575"/>
                  <a:pt x="1175318" y="34651"/>
                </a:cubicBezTo>
                <a:cubicBezTo>
                  <a:pt x="1180473" y="38726"/>
                  <a:pt x="1183776" y="44513"/>
                  <a:pt x="1185229" y="52012"/>
                </a:cubicBezTo>
                <a:lnTo>
                  <a:pt x="1172929" y="53980"/>
                </a:lnTo>
                <a:cubicBezTo>
                  <a:pt x="1171757" y="48990"/>
                  <a:pt x="1169684" y="45235"/>
                  <a:pt x="1166708" y="42717"/>
                </a:cubicBezTo>
                <a:cubicBezTo>
                  <a:pt x="1163733" y="40198"/>
                  <a:pt x="1160137" y="38939"/>
                  <a:pt x="1155919" y="38939"/>
                </a:cubicBezTo>
                <a:cubicBezTo>
                  <a:pt x="1149547" y="38939"/>
                  <a:pt x="1144369" y="41223"/>
                  <a:pt x="1140386" y="45792"/>
                </a:cubicBezTo>
                <a:cubicBezTo>
                  <a:pt x="1136403" y="50360"/>
                  <a:pt x="1134412" y="57588"/>
                  <a:pt x="1134412" y="67475"/>
                </a:cubicBezTo>
                <a:cubicBezTo>
                  <a:pt x="1134412" y="77502"/>
                  <a:pt x="1136333" y="84789"/>
                  <a:pt x="1140175" y="89334"/>
                </a:cubicBezTo>
                <a:cubicBezTo>
                  <a:pt x="1144018" y="93879"/>
                  <a:pt x="1149031" y="96152"/>
                  <a:pt x="1155217" y="96152"/>
                </a:cubicBezTo>
                <a:cubicBezTo>
                  <a:pt x="1160183" y="96152"/>
                  <a:pt x="1164330" y="94623"/>
                  <a:pt x="1167657" y="91566"/>
                </a:cubicBezTo>
                <a:cubicBezTo>
                  <a:pt x="1170984" y="88508"/>
                  <a:pt x="1173093" y="83805"/>
                  <a:pt x="1173983" y="77456"/>
                </a:cubicBezTo>
                <a:close/>
                <a:moveTo>
                  <a:pt x="1197318" y="104867"/>
                </a:moveTo>
                <a:lnTo>
                  <a:pt x="1197318" y="1827"/>
                </a:lnTo>
                <a:lnTo>
                  <a:pt x="1209970" y="1827"/>
                </a:lnTo>
                <a:lnTo>
                  <a:pt x="1209970" y="60523"/>
                </a:lnTo>
                <a:lnTo>
                  <a:pt x="1239912" y="30223"/>
                </a:lnTo>
                <a:lnTo>
                  <a:pt x="1256288" y="30223"/>
                </a:lnTo>
                <a:lnTo>
                  <a:pt x="1227752" y="57956"/>
                </a:lnTo>
                <a:lnTo>
                  <a:pt x="1259170" y="104867"/>
                </a:lnTo>
                <a:lnTo>
                  <a:pt x="1243567" y="104867"/>
                </a:lnTo>
                <a:lnTo>
                  <a:pt x="1218896" y="66638"/>
                </a:lnTo>
                <a:lnTo>
                  <a:pt x="1209970" y="75277"/>
                </a:lnTo>
                <a:lnTo>
                  <a:pt x="1209970" y="104867"/>
                </a:lnTo>
                <a:lnTo>
                  <a:pt x="1197318" y="10486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2507905-6BBB-4C3D-90CE-553BF47E0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5963" y="1636896"/>
            <a:ext cx="297527" cy="415858"/>
          </a:xfrm>
          <a:custGeom xmlns:a="http://schemas.openxmlformats.org/drawingml/2006/main">
            <a:pathLst>
              <a:path w="297527" h="415858">
                <a:moveTo>
                  <a:pt x="297527" y="415858"/>
                </a:moveTo>
                <a:cubicBezTo>
                  <a:pt x="223107" y="415858"/>
                  <a:pt x="185877" y="311894"/>
                  <a:pt x="148686" y="207929"/>
                </a:cubicBezTo>
                <a:cubicBezTo>
                  <a:pt x="111495" y="103965"/>
                  <a:pt x="74343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ECF15E3-C117-4BA9-A53C-4962436B4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5963" y="1636896"/>
            <a:ext cx="198743" cy="332042"/>
          </a:xfrm>
          <a:custGeom xmlns:a="http://schemas.openxmlformats.org/drawingml/2006/main">
            <a:pathLst>
              <a:path w="198743" h="332042" fill="none">
                <a:moveTo>
                  <a:pt x="0" y="0"/>
                </a:moveTo>
                <a:cubicBezTo>
                  <a:pt x="74343" y="0"/>
                  <a:pt x="111495" y="103965"/>
                  <a:pt x="148686" y="207929"/>
                </a:cubicBezTo>
                <a:cubicBezTo>
                  <a:pt x="157984" y="233920"/>
                  <a:pt x="167284" y="259911"/>
                  <a:pt x="177167" y="284278"/>
                </a:cubicBezTo>
                <a:cubicBezTo>
                  <a:pt x="182109" y="296461"/>
                  <a:pt x="187196" y="308239"/>
                  <a:pt x="192502" y="319407"/>
                </a:cubicBezTo>
                <a:cubicBezTo>
                  <a:pt x="193828" y="322199"/>
                  <a:pt x="195168" y="324953"/>
                  <a:pt x="196523" y="327665"/>
                </a:cubicBezTo>
                <a:cubicBezTo>
                  <a:pt x="197201" y="329022"/>
                  <a:pt x="197881" y="330368"/>
                  <a:pt x="198566" y="331703"/>
                </a:cubicBezTo>
                <a:lnTo>
                  <a:pt x="198743" y="332042"/>
                </a:lnTo>
              </a:path>
            </a:pathLst>
          </a:custGeom>
          <a:noFill xmlns:a="http://schemas.openxmlformats.org/drawingml/2006/main"/>
          <a:ln xmlns:a="http://schemas.openxmlformats.org/drawingml/2006/main" w="21592" cap="flat">
            <a:solidFill>
              <a:srgbClr val="A61C00"/>
            </a:solidFill>
            <a:round/>
          </a:ln>
        </p:spPr>
      </p:sp>
      <p:sp>
        <p:nvSpPr>
          <p:cNvPr id="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E78D18A-AFC9-451E-A0C5-38D75CF0E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1631" y="1941744"/>
            <a:ext cx="97790" cy="90589"/>
          </a:xfrm>
          <a:custGeom xmlns:a="http://schemas.openxmlformats.org/drawingml/2006/main">
            <a:pathLst>
              <a:path w="97790" h="90589">
                <a:moveTo>
                  <a:pt x="0" y="54389"/>
                </a:moveTo>
                <a:lnTo>
                  <a:pt x="46147" y="0"/>
                </a:lnTo>
                <a:lnTo>
                  <a:pt x="97790" y="90589"/>
                </a:lnTo>
                <a:lnTo>
                  <a:pt x="0" y="54389"/>
                </a:lnTo>
                <a:close/>
              </a:path>
            </a:pathLst>
          </a:custGeom>
          <a:solidFill xmlns:a="http://schemas.openxmlformats.org/drawingml/2006/main">
            <a:srgbClr val="A61C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5C2A5F0-E092-4224-B611-180D2CE81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1631" y="1941744"/>
            <a:ext cx="97790" cy="90589"/>
          </a:xfrm>
          <a:custGeom xmlns:a="http://schemas.openxmlformats.org/drawingml/2006/main">
            <a:pathLst>
              <a:path w="97790" h="90589" fill="none">
                <a:moveTo>
                  <a:pt x="0" y="54389"/>
                </a:moveTo>
                <a:lnTo>
                  <a:pt x="97790" y="90589"/>
                </a:lnTo>
                <a:lnTo>
                  <a:pt x="46147" y="0"/>
                </a:lnTo>
                <a:lnTo>
                  <a:pt x="0" y="54389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1592" cap="flat">
            <a:solidFill>
              <a:srgbClr val="A61C00"/>
            </a:solidFill>
            <a:miter/>
          </a:ln>
        </p:spPr>
      </p:sp>
      <p:sp>
        <p:nvSpPr>
          <p:cNvPr id="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E5E50FF-BA7D-4D9A-A4D6-2F4631D9F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8575" y="903957"/>
            <a:ext cx="1157466" cy="394096"/>
          </a:xfrm>
          <a:custGeom xmlns:a="http://schemas.openxmlformats.org/drawingml/2006/main">
            <a:pathLst>
              <a:path w="1157466" h="394096">
                <a:moveTo>
                  <a:pt x="0" y="65684"/>
                </a:moveTo>
                <a:lnTo>
                  <a:pt x="0" y="65684"/>
                </a:lnTo>
                <a:cubicBezTo>
                  <a:pt x="0" y="29408"/>
                  <a:pt x="29408" y="0"/>
                  <a:pt x="65684" y="0"/>
                </a:cubicBezTo>
                <a:lnTo>
                  <a:pt x="1091783" y="0"/>
                </a:lnTo>
                <a:cubicBezTo>
                  <a:pt x="1109203" y="0"/>
                  <a:pt x="1125910" y="6920"/>
                  <a:pt x="1138228" y="19238"/>
                </a:cubicBezTo>
                <a:cubicBezTo>
                  <a:pt x="1150546" y="31556"/>
                  <a:pt x="1157466" y="48263"/>
                  <a:pt x="1157466" y="65684"/>
                </a:cubicBezTo>
                <a:lnTo>
                  <a:pt x="1157466" y="328412"/>
                </a:lnTo>
                <a:cubicBezTo>
                  <a:pt x="1157466" y="364688"/>
                  <a:pt x="1128059" y="394096"/>
                  <a:pt x="1091783" y="394096"/>
                </a:cubicBezTo>
                <a:lnTo>
                  <a:pt x="65684" y="394096"/>
                </a:lnTo>
                <a:cubicBezTo>
                  <a:pt x="29408" y="394096"/>
                  <a:pt x="0" y="364688"/>
                  <a:pt x="0" y="328412"/>
                </a:cubicBezTo>
                <a:lnTo>
                  <a:pt x="0" y="65684"/>
                </a:lnTo>
                <a:close/>
              </a:path>
            </a:pathLst>
          </a:custGeom>
          <a:solidFill xmlns:a="http://schemas.openxmlformats.org/drawingml/2006/main">
            <a:srgbClr val="FFE6C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DD95BFA-E588-4361-BF64-3B497DD46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8575" y="903957"/>
            <a:ext cx="1157466" cy="394096"/>
          </a:xfrm>
          <a:custGeom xmlns:a="http://schemas.openxmlformats.org/drawingml/2006/main">
            <a:pathLst>
              <a:path w="1157466" h="394096" fill="none">
                <a:moveTo>
                  <a:pt x="0" y="65684"/>
                </a:moveTo>
                <a:lnTo>
                  <a:pt x="0" y="65684"/>
                </a:lnTo>
                <a:cubicBezTo>
                  <a:pt x="0" y="29408"/>
                  <a:pt x="29408" y="0"/>
                  <a:pt x="65684" y="0"/>
                </a:cubicBezTo>
                <a:lnTo>
                  <a:pt x="1091783" y="0"/>
                </a:lnTo>
                <a:cubicBezTo>
                  <a:pt x="1109203" y="0"/>
                  <a:pt x="1125910" y="6920"/>
                  <a:pt x="1138228" y="19238"/>
                </a:cubicBezTo>
                <a:cubicBezTo>
                  <a:pt x="1150546" y="31556"/>
                  <a:pt x="1157466" y="48263"/>
                  <a:pt x="1157466" y="65684"/>
                </a:cubicBezTo>
                <a:lnTo>
                  <a:pt x="1157466" y="328412"/>
                </a:lnTo>
                <a:cubicBezTo>
                  <a:pt x="1157466" y="364688"/>
                  <a:pt x="1128059" y="394096"/>
                  <a:pt x="1091783" y="394096"/>
                </a:cubicBezTo>
                <a:lnTo>
                  <a:pt x="65684" y="394096"/>
                </a:lnTo>
                <a:cubicBezTo>
                  <a:pt x="29408" y="394096"/>
                  <a:pt x="0" y="364688"/>
                  <a:pt x="0" y="328412"/>
                </a:cubicBezTo>
                <a:lnTo>
                  <a:pt x="0" y="6568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0796" cap="flat">
            <a:solidFill>
              <a:srgbClr val="595959"/>
            </a:solidFill>
            <a:round/>
          </a:ln>
        </p:spPr>
      </p:sp>
      <p:sp>
        <p:nvSpPr>
          <p:cNvPr id="43" name="Text TrustTransit">
            <a:extLst xmlns:a="http://schemas.openxmlformats.org/drawingml/2006/main">
              <a:ext uri="{FF2B5EF4-FFF2-40B4-BE49-F238E27FC236}">
                <a16:creationId xmlns:a16="http://schemas.microsoft.com/office/drawing/2014/main" id="{21DC2186-E7FA-4D8D-96EF-EB85C8473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3581" y="963419"/>
            <a:ext cx="789557" cy="104727"/>
          </a:xfrm>
          <a:custGeom xmlns:a="http://schemas.openxmlformats.org/drawingml/2006/main">
            <a:pathLst>
              <a:path w="789557" h="104727">
                <a:moveTo>
                  <a:pt x="33948" y="103040"/>
                </a:moveTo>
                <a:lnTo>
                  <a:pt x="33948" y="12230"/>
                </a:lnTo>
                <a:lnTo>
                  <a:pt x="0" y="12230"/>
                </a:lnTo>
                <a:lnTo>
                  <a:pt x="0" y="0"/>
                </a:lnTo>
                <a:lnTo>
                  <a:pt x="81673" y="0"/>
                </a:lnTo>
                <a:lnTo>
                  <a:pt x="81673" y="12230"/>
                </a:lnTo>
                <a:lnTo>
                  <a:pt x="47584" y="12230"/>
                </a:lnTo>
                <a:lnTo>
                  <a:pt x="47584" y="103040"/>
                </a:lnTo>
                <a:lnTo>
                  <a:pt x="33948" y="103040"/>
                </a:lnTo>
                <a:close/>
                <a:moveTo>
                  <a:pt x="88456" y="103040"/>
                </a:moveTo>
                <a:lnTo>
                  <a:pt x="88456" y="28396"/>
                </a:lnTo>
                <a:lnTo>
                  <a:pt x="99842" y="28396"/>
                </a:lnTo>
                <a:lnTo>
                  <a:pt x="99842" y="39712"/>
                </a:lnTo>
                <a:cubicBezTo>
                  <a:pt x="102747" y="34417"/>
                  <a:pt x="105430" y="30926"/>
                  <a:pt x="107890" y="29239"/>
                </a:cubicBezTo>
                <a:cubicBezTo>
                  <a:pt x="110350" y="27552"/>
                  <a:pt x="113056" y="26709"/>
                  <a:pt x="116008" y="26709"/>
                </a:cubicBezTo>
                <a:cubicBezTo>
                  <a:pt x="120272" y="26709"/>
                  <a:pt x="124606" y="28068"/>
                  <a:pt x="129011" y="30785"/>
                </a:cubicBezTo>
                <a:lnTo>
                  <a:pt x="124653" y="42514"/>
                </a:lnTo>
                <a:cubicBezTo>
                  <a:pt x="121560" y="40693"/>
                  <a:pt x="118468" y="39782"/>
                  <a:pt x="115375" y="39782"/>
                </a:cubicBezTo>
                <a:cubicBezTo>
                  <a:pt x="112611" y="39782"/>
                  <a:pt x="110127" y="40614"/>
                  <a:pt x="107925" y="42277"/>
                </a:cubicBezTo>
                <a:cubicBezTo>
                  <a:pt x="105723" y="43941"/>
                  <a:pt x="104153" y="46248"/>
                  <a:pt x="103216" y="49200"/>
                </a:cubicBezTo>
                <a:cubicBezTo>
                  <a:pt x="101810" y="53699"/>
                  <a:pt x="101107" y="58619"/>
                  <a:pt x="101107" y="63961"/>
                </a:cubicBezTo>
                <a:lnTo>
                  <a:pt x="101107" y="103040"/>
                </a:lnTo>
                <a:lnTo>
                  <a:pt x="88456" y="103040"/>
                </a:lnTo>
                <a:close/>
                <a:moveTo>
                  <a:pt x="185449" y="103040"/>
                </a:moveTo>
                <a:lnTo>
                  <a:pt x="185449" y="92007"/>
                </a:lnTo>
                <a:cubicBezTo>
                  <a:pt x="179639" y="100487"/>
                  <a:pt x="171744" y="104727"/>
                  <a:pt x="161763" y="104727"/>
                </a:cubicBezTo>
                <a:cubicBezTo>
                  <a:pt x="157358" y="104727"/>
                  <a:pt x="153247" y="103883"/>
                  <a:pt x="149428" y="102196"/>
                </a:cubicBezTo>
                <a:cubicBezTo>
                  <a:pt x="145609" y="100510"/>
                  <a:pt x="142774" y="98389"/>
                  <a:pt x="140923" y="95836"/>
                </a:cubicBezTo>
                <a:cubicBezTo>
                  <a:pt x="139072" y="93282"/>
                  <a:pt x="137772" y="90154"/>
                  <a:pt x="137022" y="86452"/>
                </a:cubicBezTo>
                <a:cubicBezTo>
                  <a:pt x="136507" y="83969"/>
                  <a:pt x="136249" y="80033"/>
                  <a:pt x="136249" y="74644"/>
                </a:cubicBezTo>
                <a:lnTo>
                  <a:pt x="136249" y="28396"/>
                </a:lnTo>
                <a:lnTo>
                  <a:pt x="148900" y="28396"/>
                </a:lnTo>
                <a:lnTo>
                  <a:pt x="148900" y="69750"/>
                </a:lnTo>
                <a:cubicBezTo>
                  <a:pt x="148900" y="76350"/>
                  <a:pt x="149158" y="80796"/>
                  <a:pt x="149674" y="83090"/>
                </a:cubicBezTo>
                <a:cubicBezTo>
                  <a:pt x="150470" y="86413"/>
                  <a:pt x="152157" y="89024"/>
                  <a:pt x="154734" y="90920"/>
                </a:cubicBezTo>
                <a:cubicBezTo>
                  <a:pt x="157311" y="92815"/>
                  <a:pt x="160498" y="93762"/>
                  <a:pt x="164293" y="93762"/>
                </a:cubicBezTo>
                <a:cubicBezTo>
                  <a:pt x="168089" y="93762"/>
                  <a:pt x="171650" y="92791"/>
                  <a:pt x="174977" y="90850"/>
                </a:cubicBezTo>
                <a:cubicBezTo>
                  <a:pt x="178304" y="88906"/>
                  <a:pt x="180658" y="86262"/>
                  <a:pt x="182041" y="82916"/>
                </a:cubicBezTo>
                <a:cubicBezTo>
                  <a:pt x="183423" y="79569"/>
                  <a:pt x="184114" y="74712"/>
                  <a:pt x="184114" y="68347"/>
                </a:cubicBezTo>
                <a:lnTo>
                  <a:pt x="184114" y="28396"/>
                </a:lnTo>
                <a:lnTo>
                  <a:pt x="196766" y="28396"/>
                </a:lnTo>
                <a:lnTo>
                  <a:pt x="196766" y="103040"/>
                </a:lnTo>
                <a:lnTo>
                  <a:pt x="185449" y="103040"/>
                </a:lnTo>
                <a:close/>
                <a:moveTo>
                  <a:pt x="211504" y="80689"/>
                </a:moveTo>
                <a:lnTo>
                  <a:pt x="224015" y="78721"/>
                </a:lnTo>
                <a:cubicBezTo>
                  <a:pt x="224718" y="83757"/>
                  <a:pt x="226674" y="87616"/>
                  <a:pt x="229884" y="90300"/>
                </a:cubicBezTo>
                <a:cubicBezTo>
                  <a:pt x="233094" y="92983"/>
                  <a:pt x="237580" y="94324"/>
                  <a:pt x="243344" y="94324"/>
                </a:cubicBezTo>
                <a:cubicBezTo>
                  <a:pt x="249154" y="94324"/>
                  <a:pt x="253465" y="93141"/>
                  <a:pt x="256276" y="90775"/>
                </a:cubicBezTo>
                <a:cubicBezTo>
                  <a:pt x="259088" y="88409"/>
                  <a:pt x="260494" y="85632"/>
                  <a:pt x="260494" y="82446"/>
                </a:cubicBezTo>
                <a:cubicBezTo>
                  <a:pt x="260494" y="79588"/>
                  <a:pt x="259252" y="77338"/>
                  <a:pt x="256768" y="75698"/>
                </a:cubicBezTo>
                <a:cubicBezTo>
                  <a:pt x="255035" y="74574"/>
                  <a:pt x="250724" y="73145"/>
                  <a:pt x="243836" y="71411"/>
                </a:cubicBezTo>
                <a:cubicBezTo>
                  <a:pt x="234558" y="69068"/>
                  <a:pt x="228127" y="67042"/>
                  <a:pt x="224542" y="65331"/>
                </a:cubicBezTo>
                <a:cubicBezTo>
                  <a:pt x="220958" y="63621"/>
                  <a:pt x="218240" y="61255"/>
                  <a:pt x="216389" y="58232"/>
                </a:cubicBezTo>
                <a:cubicBezTo>
                  <a:pt x="214538" y="55210"/>
                  <a:pt x="213613" y="51871"/>
                  <a:pt x="213613" y="48216"/>
                </a:cubicBezTo>
                <a:cubicBezTo>
                  <a:pt x="213613" y="44890"/>
                  <a:pt x="214374" y="41809"/>
                  <a:pt x="215897" y="38974"/>
                </a:cubicBezTo>
                <a:cubicBezTo>
                  <a:pt x="217420" y="36139"/>
                  <a:pt x="219493" y="33784"/>
                  <a:pt x="222117" y="31910"/>
                </a:cubicBezTo>
                <a:cubicBezTo>
                  <a:pt x="224085" y="30457"/>
                  <a:pt x="226768" y="29227"/>
                  <a:pt x="230165" y="28220"/>
                </a:cubicBezTo>
                <a:cubicBezTo>
                  <a:pt x="233562" y="27213"/>
                  <a:pt x="237205" y="26709"/>
                  <a:pt x="241095" y="26709"/>
                </a:cubicBezTo>
                <a:cubicBezTo>
                  <a:pt x="246952" y="26709"/>
                  <a:pt x="252094" y="27552"/>
                  <a:pt x="256522" y="29239"/>
                </a:cubicBezTo>
                <a:cubicBezTo>
                  <a:pt x="260951" y="30926"/>
                  <a:pt x="264219" y="33210"/>
                  <a:pt x="266327" y="36092"/>
                </a:cubicBezTo>
                <a:cubicBezTo>
                  <a:pt x="268436" y="38974"/>
                  <a:pt x="269889" y="42828"/>
                  <a:pt x="270685" y="47654"/>
                </a:cubicBezTo>
                <a:lnTo>
                  <a:pt x="258315" y="49341"/>
                </a:lnTo>
                <a:cubicBezTo>
                  <a:pt x="257752" y="45499"/>
                  <a:pt x="256124" y="42500"/>
                  <a:pt x="253430" y="40344"/>
                </a:cubicBezTo>
                <a:cubicBezTo>
                  <a:pt x="250736" y="38189"/>
                  <a:pt x="246928" y="37111"/>
                  <a:pt x="242008" y="37111"/>
                </a:cubicBezTo>
                <a:cubicBezTo>
                  <a:pt x="236198" y="37111"/>
                  <a:pt x="232051" y="38072"/>
                  <a:pt x="229568" y="39993"/>
                </a:cubicBezTo>
                <a:cubicBezTo>
                  <a:pt x="227084" y="41914"/>
                  <a:pt x="225842" y="44163"/>
                  <a:pt x="225842" y="46740"/>
                </a:cubicBezTo>
                <a:cubicBezTo>
                  <a:pt x="225842" y="48380"/>
                  <a:pt x="226358" y="49856"/>
                  <a:pt x="227389" y="51169"/>
                </a:cubicBezTo>
                <a:cubicBezTo>
                  <a:pt x="228420" y="52527"/>
                  <a:pt x="230036" y="53652"/>
                  <a:pt x="232239" y="54542"/>
                </a:cubicBezTo>
                <a:cubicBezTo>
                  <a:pt x="233504" y="55011"/>
                  <a:pt x="237229" y="56089"/>
                  <a:pt x="243414" y="57775"/>
                </a:cubicBezTo>
                <a:cubicBezTo>
                  <a:pt x="252364" y="60165"/>
                  <a:pt x="258608" y="62121"/>
                  <a:pt x="262145" y="63644"/>
                </a:cubicBezTo>
                <a:cubicBezTo>
                  <a:pt x="265683" y="65167"/>
                  <a:pt x="268459" y="67381"/>
                  <a:pt x="270474" y="70286"/>
                </a:cubicBezTo>
                <a:cubicBezTo>
                  <a:pt x="272489" y="73192"/>
                  <a:pt x="273497" y="76800"/>
                  <a:pt x="273497" y="81111"/>
                </a:cubicBezTo>
                <a:cubicBezTo>
                  <a:pt x="273497" y="85328"/>
                  <a:pt x="272267" y="89299"/>
                  <a:pt x="269807" y="93024"/>
                </a:cubicBezTo>
                <a:cubicBezTo>
                  <a:pt x="267347" y="96749"/>
                  <a:pt x="263797" y="99631"/>
                  <a:pt x="259158" y="101669"/>
                </a:cubicBezTo>
                <a:cubicBezTo>
                  <a:pt x="254519" y="103708"/>
                  <a:pt x="249271" y="104727"/>
                  <a:pt x="243414" y="104727"/>
                </a:cubicBezTo>
                <a:cubicBezTo>
                  <a:pt x="233715" y="104727"/>
                  <a:pt x="226323" y="102706"/>
                  <a:pt x="221239" y="98665"/>
                </a:cubicBezTo>
                <a:cubicBezTo>
                  <a:pt x="216155" y="94623"/>
                  <a:pt x="212910" y="88631"/>
                  <a:pt x="211504" y="80689"/>
                </a:cubicBezTo>
                <a:close/>
                <a:moveTo>
                  <a:pt x="316161" y="91724"/>
                </a:moveTo>
                <a:lnTo>
                  <a:pt x="317988" y="102899"/>
                </a:lnTo>
                <a:cubicBezTo>
                  <a:pt x="314427" y="103649"/>
                  <a:pt x="311241" y="104024"/>
                  <a:pt x="308429" y="104024"/>
                </a:cubicBezTo>
                <a:cubicBezTo>
                  <a:pt x="303837" y="104024"/>
                  <a:pt x="300276" y="103298"/>
                  <a:pt x="297746" y="101845"/>
                </a:cubicBezTo>
                <a:cubicBezTo>
                  <a:pt x="295215" y="100392"/>
                  <a:pt x="293435" y="98483"/>
                  <a:pt x="292404" y="96117"/>
                </a:cubicBezTo>
                <a:cubicBezTo>
                  <a:pt x="291373" y="93750"/>
                  <a:pt x="290858" y="88772"/>
                  <a:pt x="290858" y="81181"/>
                </a:cubicBezTo>
                <a:lnTo>
                  <a:pt x="290858" y="38236"/>
                </a:lnTo>
                <a:lnTo>
                  <a:pt x="281580" y="38236"/>
                </a:lnTo>
                <a:lnTo>
                  <a:pt x="281580" y="28396"/>
                </a:lnTo>
                <a:lnTo>
                  <a:pt x="290858" y="28396"/>
                </a:lnTo>
                <a:lnTo>
                  <a:pt x="290858" y="9910"/>
                </a:lnTo>
                <a:lnTo>
                  <a:pt x="303439" y="2319"/>
                </a:lnTo>
                <a:lnTo>
                  <a:pt x="303439" y="28396"/>
                </a:lnTo>
                <a:lnTo>
                  <a:pt x="316161" y="28396"/>
                </a:lnTo>
                <a:lnTo>
                  <a:pt x="316161" y="38236"/>
                </a:lnTo>
                <a:lnTo>
                  <a:pt x="303439" y="38236"/>
                </a:lnTo>
                <a:lnTo>
                  <a:pt x="303439" y="81884"/>
                </a:lnTo>
                <a:cubicBezTo>
                  <a:pt x="303439" y="85492"/>
                  <a:pt x="303662" y="87811"/>
                  <a:pt x="304107" y="88842"/>
                </a:cubicBezTo>
                <a:cubicBezTo>
                  <a:pt x="304552" y="89873"/>
                  <a:pt x="305278" y="90693"/>
                  <a:pt x="306286" y="91302"/>
                </a:cubicBezTo>
                <a:cubicBezTo>
                  <a:pt x="307293" y="91911"/>
                  <a:pt x="308734" y="92216"/>
                  <a:pt x="310608" y="92216"/>
                </a:cubicBezTo>
                <a:cubicBezTo>
                  <a:pt x="312014" y="92216"/>
                  <a:pt x="313865" y="92052"/>
                  <a:pt x="316161" y="91724"/>
                </a:cubicBezTo>
                <a:close/>
                <a:moveTo>
                  <a:pt x="393526" y="103040"/>
                </a:moveTo>
                <a:lnTo>
                  <a:pt x="393526" y="12230"/>
                </a:lnTo>
                <a:lnTo>
                  <a:pt x="359578" y="12230"/>
                </a:lnTo>
                <a:lnTo>
                  <a:pt x="359578" y="0"/>
                </a:lnTo>
                <a:lnTo>
                  <a:pt x="441251" y="0"/>
                </a:lnTo>
                <a:lnTo>
                  <a:pt x="441251" y="12230"/>
                </a:lnTo>
                <a:lnTo>
                  <a:pt x="407162" y="12230"/>
                </a:lnTo>
                <a:lnTo>
                  <a:pt x="407162" y="103040"/>
                </a:lnTo>
                <a:lnTo>
                  <a:pt x="393526" y="103040"/>
                </a:lnTo>
                <a:close/>
                <a:moveTo>
                  <a:pt x="448034" y="103040"/>
                </a:moveTo>
                <a:lnTo>
                  <a:pt x="448034" y="28396"/>
                </a:lnTo>
                <a:lnTo>
                  <a:pt x="459420" y="28396"/>
                </a:lnTo>
                <a:lnTo>
                  <a:pt x="459420" y="39712"/>
                </a:lnTo>
                <a:cubicBezTo>
                  <a:pt x="462325" y="34417"/>
                  <a:pt x="465008" y="30926"/>
                  <a:pt x="467468" y="29239"/>
                </a:cubicBezTo>
                <a:cubicBezTo>
                  <a:pt x="469928" y="27552"/>
                  <a:pt x="472634" y="26709"/>
                  <a:pt x="475586" y="26709"/>
                </a:cubicBezTo>
                <a:cubicBezTo>
                  <a:pt x="479850" y="26709"/>
                  <a:pt x="484185" y="28068"/>
                  <a:pt x="488589" y="30785"/>
                </a:cubicBezTo>
                <a:lnTo>
                  <a:pt x="484231" y="42514"/>
                </a:lnTo>
                <a:cubicBezTo>
                  <a:pt x="481139" y="40693"/>
                  <a:pt x="478046" y="39782"/>
                  <a:pt x="474954" y="39782"/>
                </a:cubicBezTo>
                <a:cubicBezTo>
                  <a:pt x="472189" y="39782"/>
                  <a:pt x="469706" y="40614"/>
                  <a:pt x="467503" y="42277"/>
                </a:cubicBezTo>
                <a:cubicBezTo>
                  <a:pt x="465301" y="43941"/>
                  <a:pt x="463731" y="46248"/>
                  <a:pt x="462794" y="49200"/>
                </a:cubicBezTo>
                <a:cubicBezTo>
                  <a:pt x="461388" y="53699"/>
                  <a:pt x="460685" y="58619"/>
                  <a:pt x="460685" y="63961"/>
                </a:cubicBezTo>
                <a:lnTo>
                  <a:pt x="460685" y="103040"/>
                </a:lnTo>
                <a:lnTo>
                  <a:pt x="448034" y="103040"/>
                </a:lnTo>
                <a:close/>
                <a:moveTo>
                  <a:pt x="544817" y="93621"/>
                </a:moveTo>
                <a:cubicBezTo>
                  <a:pt x="540131" y="97682"/>
                  <a:pt x="535621" y="100548"/>
                  <a:pt x="531287" y="102221"/>
                </a:cubicBezTo>
                <a:cubicBezTo>
                  <a:pt x="526953" y="103891"/>
                  <a:pt x="522302" y="104727"/>
                  <a:pt x="517335" y="104727"/>
                </a:cubicBezTo>
                <a:cubicBezTo>
                  <a:pt x="509135" y="104727"/>
                  <a:pt x="502833" y="102724"/>
                  <a:pt x="498428" y="98717"/>
                </a:cubicBezTo>
                <a:cubicBezTo>
                  <a:pt x="494024" y="94711"/>
                  <a:pt x="491821" y="89592"/>
                  <a:pt x="491821" y="83360"/>
                </a:cubicBezTo>
                <a:cubicBezTo>
                  <a:pt x="491821" y="79705"/>
                  <a:pt x="492653" y="76366"/>
                  <a:pt x="494316" y="73344"/>
                </a:cubicBezTo>
                <a:cubicBezTo>
                  <a:pt x="495980" y="70322"/>
                  <a:pt x="498159" y="67897"/>
                  <a:pt x="500853" y="66069"/>
                </a:cubicBezTo>
                <a:cubicBezTo>
                  <a:pt x="503547" y="64242"/>
                  <a:pt x="506581" y="62859"/>
                  <a:pt x="509955" y="61922"/>
                </a:cubicBezTo>
                <a:cubicBezTo>
                  <a:pt x="512439" y="61266"/>
                  <a:pt x="516187" y="60634"/>
                  <a:pt x="521201" y="60025"/>
                </a:cubicBezTo>
                <a:cubicBezTo>
                  <a:pt x="531416" y="58806"/>
                  <a:pt x="538937" y="57354"/>
                  <a:pt x="543763" y="55667"/>
                </a:cubicBezTo>
                <a:cubicBezTo>
                  <a:pt x="543810" y="53940"/>
                  <a:pt x="543833" y="52844"/>
                  <a:pt x="543833" y="52377"/>
                </a:cubicBezTo>
                <a:cubicBezTo>
                  <a:pt x="543833" y="47241"/>
                  <a:pt x="542638" y="43624"/>
                  <a:pt x="540249" y="41524"/>
                </a:cubicBezTo>
                <a:cubicBezTo>
                  <a:pt x="537015" y="38676"/>
                  <a:pt x="532213" y="37252"/>
                  <a:pt x="525840" y="37252"/>
                </a:cubicBezTo>
                <a:cubicBezTo>
                  <a:pt x="519889" y="37252"/>
                  <a:pt x="515496" y="38294"/>
                  <a:pt x="512661" y="40380"/>
                </a:cubicBezTo>
                <a:cubicBezTo>
                  <a:pt x="509826" y="42465"/>
                  <a:pt x="507729" y="46155"/>
                  <a:pt x="506371" y="51450"/>
                </a:cubicBezTo>
                <a:lnTo>
                  <a:pt x="494000" y="49763"/>
                </a:lnTo>
                <a:cubicBezTo>
                  <a:pt x="495125" y="44452"/>
                  <a:pt x="496976" y="40163"/>
                  <a:pt x="499553" y="36896"/>
                </a:cubicBezTo>
                <a:cubicBezTo>
                  <a:pt x="502130" y="33629"/>
                  <a:pt x="505855" y="31115"/>
                  <a:pt x="510728" y="29353"/>
                </a:cubicBezTo>
                <a:cubicBezTo>
                  <a:pt x="515601" y="27590"/>
                  <a:pt x="521248" y="26709"/>
                  <a:pt x="527667" y="26709"/>
                </a:cubicBezTo>
                <a:cubicBezTo>
                  <a:pt x="534040" y="26709"/>
                  <a:pt x="539218" y="27461"/>
                  <a:pt x="543201" y="28967"/>
                </a:cubicBezTo>
                <a:cubicBezTo>
                  <a:pt x="547184" y="30471"/>
                  <a:pt x="550112" y="32363"/>
                  <a:pt x="551986" y="34645"/>
                </a:cubicBezTo>
                <a:cubicBezTo>
                  <a:pt x="553861" y="36925"/>
                  <a:pt x="555173" y="39805"/>
                  <a:pt x="555922" y="43285"/>
                </a:cubicBezTo>
                <a:cubicBezTo>
                  <a:pt x="556344" y="45448"/>
                  <a:pt x="556555" y="49333"/>
                  <a:pt x="556555" y="54940"/>
                </a:cubicBezTo>
                <a:lnTo>
                  <a:pt x="556555" y="71760"/>
                </a:lnTo>
                <a:cubicBezTo>
                  <a:pt x="556555" y="83488"/>
                  <a:pt x="556824" y="90915"/>
                  <a:pt x="557363" y="94043"/>
                </a:cubicBezTo>
                <a:cubicBezTo>
                  <a:pt x="557902" y="97171"/>
                  <a:pt x="558968" y="100170"/>
                  <a:pt x="560561" y="103040"/>
                </a:cubicBezTo>
                <a:lnTo>
                  <a:pt x="547348" y="103040"/>
                </a:lnTo>
                <a:cubicBezTo>
                  <a:pt x="546036" y="100356"/>
                  <a:pt x="545192" y="97216"/>
                  <a:pt x="544817" y="93621"/>
                </a:cubicBezTo>
                <a:moveTo>
                  <a:pt x="543763" y="65648"/>
                </a:moveTo>
                <a:cubicBezTo>
                  <a:pt x="539171" y="67513"/>
                  <a:pt x="532283" y="69099"/>
                  <a:pt x="523099" y="70405"/>
                </a:cubicBezTo>
                <a:cubicBezTo>
                  <a:pt x="517898" y="71150"/>
                  <a:pt x="514219" y="71989"/>
                  <a:pt x="512064" y="72922"/>
                </a:cubicBezTo>
                <a:cubicBezTo>
                  <a:pt x="509908" y="73855"/>
                  <a:pt x="508245" y="75219"/>
                  <a:pt x="507073" y="77014"/>
                </a:cubicBezTo>
                <a:cubicBezTo>
                  <a:pt x="505902" y="78809"/>
                  <a:pt x="505316" y="80803"/>
                  <a:pt x="505316" y="82995"/>
                </a:cubicBezTo>
                <a:cubicBezTo>
                  <a:pt x="505316" y="86353"/>
                  <a:pt x="506593" y="89151"/>
                  <a:pt x="509147" y="91390"/>
                </a:cubicBezTo>
                <a:cubicBezTo>
                  <a:pt x="511701" y="93627"/>
                  <a:pt x="515437" y="94746"/>
                  <a:pt x="520358" y="94746"/>
                </a:cubicBezTo>
                <a:cubicBezTo>
                  <a:pt x="525231" y="94746"/>
                  <a:pt x="529565" y="93684"/>
                  <a:pt x="533361" y="91559"/>
                </a:cubicBezTo>
                <a:cubicBezTo>
                  <a:pt x="537156" y="89433"/>
                  <a:pt x="539944" y="86528"/>
                  <a:pt x="541725" y="82846"/>
                </a:cubicBezTo>
                <a:cubicBezTo>
                  <a:pt x="543083" y="80004"/>
                  <a:pt x="543763" y="75809"/>
                  <a:pt x="543763" y="70262"/>
                </a:cubicBezTo>
                <a:lnTo>
                  <a:pt x="543763" y="65648"/>
                </a:lnTo>
                <a:close/>
                <a:moveTo>
                  <a:pt x="576143" y="103040"/>
                </a:moveTo>
                <a:lnTo>
                  <a:pt x="576143" y="28396"/>
                </a:lnTo>
                <a:lnTo>
                  <a:pt x="587529" y="28396"/>
                </a:lnTo>
                <a:lnTo>
                  <a:pt x="587529" y="39009"/>
                </a:lnTo>
                <a:cubicBezTo>
                  <a:pt x="593012" y="30809"/>
                  <a:pt x="600931" y="26709"/>
                  <a:pt x="611286" y="26709"/>
                </a:cubicBezTo>
                <a:cubicBezTo>
                  <a:pt x="615785" y="26709"/>
                  <a:pt x="619920" y="27517"/>
                  <a:pt x="623692" y="29134"/>
                </a:cubicBezTo>
                <a:cubicBezTo>
                  <a:pt x="627464" y="30750"/>
                  <a:pt x="630287" y="32871"/>
                  <a:pt x="632161" y="35495"/>
                </a:cubicBezTo>
                <a:cubicBezTo>
                  <a:pt x="634036" y="38119"/>
                  <a:pt x="635348" y="41235"/>
                  <a:pt x="636097" y="44843"/>
                </a:cubicBezTo>
                <a:cubicBezTo>
                  <a:pt x="636566" y="47186"/>
                  <a:pt x="636800" y="51286"/>
                  <a:pt x="636800" y="57143"/>
                </a:cubicBezTo>
                <a:lnTo>
                  <a:pt x="636800" y="103040"/>
                </a:lnTo>
                <a:lnTo>
                  <a:pt x="624149" y="103040"/>
                </a:lnTo>
                <a:lnTo>
                  <a:pt x="624149" y="57635"/>
                </a:lnTo>
                <a:cubicBezTo>
                  <a:pt x="624149" y="52481"/>
                  <a:pt x="623657" y="48626"/>
                  <a:pt x="622673" y="46073"/>
                </a:cubicBezTo>
                <a:cubicBezTo>
                  <a:pt x="621689" y="43519"/>
                  <a:pt x="619943" y="41481"/>
                  <a:pt x="617436" y="39958"/>
                </a:cubicBezTo>
                <a:cubicBezTo>
                  <a:pt x="614929" y="38435"/>
                  <a:pt x="611989" y="37674"/>
                  <a:pt x="608615" y="37674"/>
                </a:cubicBezTo>
                <a:cubicBezTo>
                  <a:pt x="603227" y="37674"/>
                  <a:pt x="598576" y="39384"/>
                  <a:pt x="594663" y="42804"/>
                </a:cubicBezTo>
                <a:cubicBezTo>
                  <a:pt x="590751" y="46225"/>
                  <a:pt x="588795" y="52715"/>
                  <a:pt x="588795" y="62274"/>
                </a:cubicBezTo>
                <a:lnTo>
                  <a:pt x="588795" y="103040"/>
                </a:lnTo>
                <a:lnTo>
                  <a:pt x="576143" y="103040"/>
                </a:lnTo>
                <a:close/>
                <a:moveTo>
                  <a:pt x="651117" y="80689"/>
                </a:moveTo>
                <a:lnTo>
                  <a:pt x="663628" y="78721"/>
                </a:lnTo>
                <a:cubicBezTo>
                  <a:pt x="664331" y="83757"/>
                  <a:pt x="666287" y="87616"/>
                  <a:pt x="669497" y="90300"/>
                </a:cubicBezTo>
                <a:cubicBezTo>
                  <a:pt x="672706" y="92983"/>
                  <a:pt x="677193" y="94324"/>
                  <a:pt x="682956" y="94324"/>
                </a:cubicBezTo>
                <a:cubicBezTo>
                  <a:pt x="688767" y="94324"/>
                  <a:pt x="693078" y="93141"/>
                  <a:pt x="695889" y="90775"/>
                </a:cubicBezTo>
                <a:cubicBezTo>
                  <a:pt x="698701" y="88409"/>
                  <a:pt x="700106" y="85632"/>
                  <a:pt x="700106" y="82446"/>
                </a:cubicBezTo>
                <a:cubicBezTo>
                  <a:pt x="700106" y="79588"/>
                  <a:pt x="698865" y="77338"/>
                  <a:pt x="696381" y="75698"/>
                </a:cubicBezTo>
                <a:cubicBezTo>
                  <a:pt x="694647" y="74574"/>
                  <a:pt x="690337" y="73145"/>
                  <a:pt x="683448" y="71411"/>
                </a:cubicBezTo>
                <a:cubicBezTo>
                  <a:pt x="674171" y="69068"/>
                  <a:pt x="667739" y="67042"/>
                  <a:pt x="664155" y="65331"/>
                </a:cubicBezTo>
                <a:cubicBezTo>
                  <a:pt x="660570" y="63621"/>
                  <a:pt x="657852" y="61255"/>
                  <a:pt x="656002" y="58232"/>
                </a:cubicBezTo>
                <a:cubicBezTo>
                  <a:pt x="654151" y="55210"/>
                  <a:pt x="653225" y="51871"/>
                  <a:pt x="653225" y="48216"/>
                </a:cubicBezTo>
                <a:cubicBezTo>
                  <a:pt x="653225" y="44890"/>
                  <a:pt x="653987" y="41809"/>
                  <a:pt x="655510" y="38974"/>
                </a:cubicBezTo>
                <a:cubicBezTo>
                  <a:pt x="657032" y="36139"/>
                  <a:pt x="659106" y="33784"/>
                  <a:pt x="661730" y="31910"/>
                </a:cubicBezTo>
                <a:cubicBezTo>
                  <a:pt x="663698" y="30457"/>
                  <a:pt x="666381" y="29227"/>
                  <a:pt x="669778" y="28220"/>
                </a:cubicBezTo>
                <a:cubicBezTo>
                  <a:pt x="673175" y="27213"/>
                  <a:pt x="676818" y="26709"/>
                  <a:pt x="680707" y="26709"/>
                </a:cubicBezTo>
                <a:cubicBezTo>
                  <a:pt x="686564" y="26709"/>
                  <a:pt x="691707" y="27552"/>
                  <a:pt x="696135" y="29239"/>
                </a:cubicBezTo>
                <a:cubicBezTo>
                  <a:pt x="700563" y="30926"/>
                  <a:pt x="703831" y="33210"/>
                  <a:pt x="705940" y="36092"/>
                </a:cubicBezTo>
                <a:cubicBezTo>
                  <a:pt x="708049" y="38974"/>
                  <a:pt x="709501" y="42828"/>
                  <a:pt x="710298" y="47654"/>
                </a:cubicBezTo>
                <a:lnTo>
                  <a:pt x="697927" y="49341"/>
                </a:lnTo>
                <a:cubicBezTo>
                  <a:pt x="697365" y="45499"/>
                  <a:pt x="695737" y="42500"/>
                  <a:pt x="693043" y="40344"/>
                </a:cubicBezTo>
                <a:cubicBezTo>
                  <a:pt x="690348" y="38189"/>
                  <a:pt x="686541" y="37111"/>
                  <a:pt x="681621" y="37111"/>
                </a:cubicBezTo>
                <a:cubicBezTo>
                  <a:pt x="675811" y="37111"/>
                  <a:pt x="671664" y="38072"/>
                  <a:pt x="669180" y="39993"/>
                </a:cubicBezTo>
                <a:cubicBezTo>
                  <a:pt x="666697" y="41914"/>
                  <a:pt x="665455" y="44163"/>
                  <a:pt x="665455" y="46740"/>
                </a:cubicBezTo>
                <a:cubicBezTo>
                  <a:pt x="665455" y="48380"/>
                  <a:pt x="665971" y="49856"/>
                  <a:pt x="667001" y="51169"/>
                </a:cubicBezTo>
                <a:cubicBezTo>
                  <a:pt x="668032" y="52527"/>
                  <a:pt x="669649" y="53652"/>
                  <a:pt x="671851" y="54542"/>
                </a:cubicBezTo>
                <a:cubicBezTo>
                  <a:pt x="673116" y="55011"/>
                  <a:pt x="676842" y="56089"/>
                  <a:pt x="683027" y="57775"/>
                </a:cubicBezTo>
                <a:cubicBezTo>
                  <a:pt x="691977" y="60165"/>
                  <a:pt x="698220" y="62121"/>
                  <a:pt x="701758" y="63644"/>
                </a:cubicBezTo>
                <a:cubicBezTo>
                  <a:pt x="705296" y="65167"/>
                  <a:pt x="708072" y="67381"/>
                  <a:pt x="710087" y="70286"/>
                </a:cubicBezTo>
                <a:cubicBezTo>
                  <a:pt x="712102" y="73192"/>
                  <a:pt x="713109" y="76800"/>
                  <a:pt x="713109" y="81111"/>
                </a:cubicBezTo>
                <a:cubicBezTo>
                  <a:pt x="713109" y="85328"/>
                  <a:pt x="711879" y="89299"/>
                  <a:pt x="709419" y="93024"/>
                </a:cubicBezTo>
                <a:cubicBezTo>
                  <a:pt x="706959" y="96749"/>
                  <a:pt x="703410" y="99631"/>
                  <a:pt x="698771" y="101669"/>
                </a:cubicBezTo>
                <a:cubicBezTo>
                  <a:pt x="694132" y="103708"/>
                  <a:pt x="688884" y="104727"/>
                  <a:pt x="683027" y="104727"/>
                </a:cubicBezTo>
                <a:cubicBezTo>
                  <a:pt x="673327" y="104727"/>
                  <a:pt x="665935" y="102706"/>
                  <a:pt x="660851" y="98665"/>
                </a:cubicBezTo>
                <a:cubicBezTo>
                  <a:pt x="655767" y="94623"/>
                  <a:pt x="652522" y="88631"/>
                  <a:pt x="651117" y="80689"/>
                </a:cubicBezTo>
                <a:close/>
                <a:moveTo>
                  <a:pt x="728221" y="14479"/>
                </a:moveTo>
                <a:lnTo>
                  <a:pt x="728221" y="0"/>
                </a:lnTo>
                <a:lnTo>
                  <a:pt x="740873" y="0"/>
                </a:lnTo>
                <a:lnTo>
                  <a:pt x="740873" y="14479"/>
                </a:lnTo>
                <a:lnTo>
                  <a:pt x="728221" y="14479"/>
                </a:lnTo>
                <a:moveTo>
                  <a:pt x="728221" y="103040"/>
                </a:moveTo>
                <a:lnTo>
                  <a:pt x="728221" y="28396"/>
                </a:lnTo>
                <a:lnTo>
                  <a:pt x="740873" y="28396"/>
                </a:lnTo>
                <a:lnTo>
                  <a:pt x="740873" y="103040"/>
                </a:lnTo>
                <a:lnTo>
                  <a:pt x="728221" y="103040"/>
                </a:lnTo>
                <a:close/>
                <a:moveTo>
                  <a:pt x="787729" y="91724"/>
                </a:moveTo>
                <a:lnTo>
                  <a:pt x="789557" y="102899"/>
                </a:lnTo>
                <a:cubicBezTo>
                  <a:pt x="785995" y="103649"/>
                  <a:pt x="782809" y="104024"/>
                  <a:pt x="779998" y="104024"/>
                </a:cubicBezTo>
                <a:cubicBezTo>
                  <a:pt x="775406" y="104024"/>
                  <a:pt x="771844" y="103298"/>
                  <a:pt x="769314" y="101845"/>
                </a:cubicBezTo>
                <a:cubicBezTo>
                  <a:pt x="766784" y="100392"/>
                  <a:pt x="765003" y="98483"/>
                  <a:pt x="763972" y="96117"/>
                </a:cubicBezTo>
                <a:cubicBezTo>
                  <a:pt x="762941" y="93750"/>
                  <a:pt x="762426" y="88772"/>
                  <a:pt x="762426" y="81181"/>
                </a:cubicBezTo>
                <a:lnTo>
                  <a:pt x="762426" y="38236"/>
                </a:lnTo>
                <a:lnTo>
                  <a:pt x="753148" y="38236"/>
                </a:lnTo>
                <a:lnTo>
                  <a:pt x="753148" y="28396"/>
                </a:lnTo>
                <a:lnTo>
                  <a:pt x="762426" y="28396"/>
                </a:lnTo>
                <a:lnTo>
                  <a:pt x="762426" y="9910"/>
                </a:lnTo>
                <a:lnTo>
                  <a:pt x="775007" y="2319"/>
                </a:lnTo>
                <a:lnTo>
                  <a:pt x="775007" y="28396"/>
                </a:lnTo>
                <a:lnTo>
                  <a:pt x="787729" y="28396"/>
                </a:lnTo>
                <a:lnTo>
                  <a:pt x="787729" y="38236"/>
                </a:lnTo>
                <a:lnTo>
                  <a:pt x="775007" y="38236"/>
                </a:lnTo>
                <a:lnTo>
                  <a:pt x="775007" y="81884"/>
                </a:lnTo>
                <a:cubicBezTo>
                  <a:pt x="775007" y="85492"/>
                  <a:pt x="775230" y="87811"/>
                  <a:pt x="775675" y="88842"/>
                </a:cubicBezTo>
                <a:cubicBezTo>
                  <a:pt x="776120" y="89873"/>
                  <a:pt x="776846" y="90693"/>
                  <a:pt x="777854" y="91302"/>
                </a:cubicBezTo>
                <a:cubicBezTo>
                  <a:pt x="778861" y="91911"/>
                  <a:pt x="780302" y="92216"/>
                  <a:pt x="782177" y="92216"/>
                </a:cubicBezTo>
                <a:cubicBezTo>
                  <a:pt x="783582" y="92216"/>
                  <a:pt x="785433" y="92052"/>
                  <a:pt x="787729" y="91724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4" name="Text Policy">
            <a:extLst xmlns:a="http://schemas.openxmlformats.org/drawingml/2006/main">
              <a:ext uri="{FF2B5EF4-FFF2-40B4-BE49-F238E27FC236}">
                <a16:creationId xmlns:a16="http://schemas.microsoft.com/office/drawing/2014/main" id="{FFE50AC4-611E-4529-BCF6-08531597E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501" y="1136154"/>
            <a:ext cx="371391" cy="133404"/>
          </a:xfrm>
          <a:custGeom xmlns:a="http://schemas.openxmlformats.org/drawingml/2006/main">
            <a:pathLst>
              <a:path w="371391" h="133404">
                <a:moveTo>
                  <a:pt x="0" y="103040"/>
                </a:moveTo>
                <a:lnTo>
                  <a:pt x="0" y="0"/>
                </a:lnTo>
                <a:lnTo>
                  <a:pt x="38868" y="0"/>
                </a:lnTo>
                <a:cubicBezTo>
                  <a:pt x="45710" y="0"/>
                  <a:pt x="50934" y="328"/>
                  <a:pt x="54542" y="984"/>
                </a:cubicBezTo>
                <a:cubicBezTo>
                  <a:pt x="59603" y="1827"/>
                  <a:pt x="63843" y="3432"/>
                  <a:pt x="67264" y="5799"/>
                </a:cubicBezTo>
                <a:cubicBezTo>
                  <a:pt x="70685" y="8165"/>
                  <a:pt x="73438" y="11480"/>
                  <a:pt x="75523" y="15744"/>
                </a:cubicBezTo>
                <a:cubicBezTo>
                  <a:pt x="77608" y="20008"/>
                  <a:pt x="78650" y="24694"/>
                  <a:pt x="78650" y="29801"/>
                </a:cubicBezTo>
                <a:cubicBezTo>
                  <a:pt x="78650" y="38564"/>
                  <a:pt x="75862" y="45979"/>
                  <a:pt x="70286" y="52047"/>
                </a:cubicBezTo>
                <a:cubicBezTo>
                  <a:pt x="64710" y="58115"/>
                  <a:pt x="54636" y="61149"/>
                  <a:pt x="40063" y="61149"/>
                </a:cubicBezTo>
                <a:lnTo>
                  <a:pt x="13636" y="61149"/>
                </a:lnTo>
                <a:lnTo>
                  <a:pt x="13636" y="103040"/>
                </a:lnTo>
                <a:lnTo>
                  <a:pt x="0" y="103040"/>
                </a:lnTo>
                <a:moveTo>
                  <a:pt x="13636" y="48919"/>
                </a:moveTo>
                <a:lnTo>
                  <a:pt x="40274" y="48919"/>
                </a:lnTo>
                <a:cubicBezTo>
                  <a:pt x="49083" y="48919"/>
                  <a:pt x="55339" y="47286"/>
                  <a:pt x="59041" y="44019"/>
                </a:cubicBezTo>
                <a:cubicBezTo>
                  <a:pt x="62742" y="40751"/>
                  <a:pt x="64593" y="36153"/>
                  <a:pt x="64593" y="30225"/>
                </a:cubicBezTo>
                <a:cubicBezTo>
                  <a:pt x="64593" y="25931"/>
                  <a:pt x="63504" y="22254"/>
                  <a:pt x="61325" y="19197"/>
                </a:cubicBezTo>
                <a:cubicBezTo>
                  <a:pt x="59146" y="16140"/>
                  <a:pt x="56276" y="14120"/>
                  <a:pt x="52715" y="13139"/>
                </a:cubicBezTo>
                <a:cubicBezTo>
                  <a:pt x="50419" y="12533"/>
                  <a:pt x="46178" y="12230"/>
                  <a:pt x="39993" y="12230"/>
                </a:cubicBezTo>
                <a:lnTo>
                  <a:pt x="13636" y="12230"/>
                </a:lnTo>
                <a:lnTo>
                  <a:pt x="13636" y="48919"/>
                </a:lnTo>
                <a:close/>
                <a:moveTo>
                  <a:pt x="89542" y="65718"/>
                </a:moveTo>
                <a:cubicBezTo>
                  <a:pt x="89542" y="51895"/>
                  <a:pt x="93385" y="41656"/>
                  <a:pt x="101069" y="35003"/>
                </a:cubicBezTo>
                <a:cubicBezTo>
                  <a:pt x="107489" y="29473"/>
                  <a:pt x="115314" y="26709"/>
                  <a:pt x="124545" y="26709"/>
                </a:cubicBezTo>
                <a:cubicBezTo>
                  <a:pt x="134807" y="26709"/>
                  <a:pt x="143194" y="30071"/>
                  <a:pt x="149708" y="36795"/>
                </a:cubicBezTo>
                <a:cubicBezTo>
                  <a:pt x="156221" y="43519"/>
                  <a:pt x="159477" y="52809"/>
                  <a:pt x="159477" y="64663"/>
                </a:cubicBezTo>
                <a:cubicBezTo>
                  <a:pt x="159477" y="74269"/>
                  <a:pt x="158037" y="81825"/>
                  <a:pt x="155155" y="87331"/>
                </a:cubicBezTo>
                <a:cubicBezTo>
                  <a:pt x="152273" y="92837"/>
                  <a:pt x="148079" y="97112"/>
                  <a:pt x="142574" y="100158"/>
                </a:cubicBezTo>
                <a:cubicBezTo>
                  <a:pt x="137068" y="103204"/>
                  <a:pt x="131058" y="104727"/>
                  <a:pt x="124545" y="104727"/>
                </a:cubicBezTo>
                <a:cubicBezTo>
                  <a:pt x="114096" y="104727"/>
                  <a:pt x="105650" y="101376"/>
                  <a:pt x="99207" y="94676"/>
                </a:cubicBezTo>
                <a:cubicBezTo>
                  <a:pt x="92764" y="87975"/>
                  <a:pt x="89542" y="78322"/>
                  <a:pt x="89542" y="65718"/>
                </a:cubicBezTo>
                <a:moveTo>
                  <a:pt x="102545" y="65753"/>
                </a:moveTo>
                <a:cubicBezTo>
                  <a:pt x="102545" y="75300"/>
                  <a:pt x="104631" y="82449"/>
                  <a:pt x="108801" y="87199"/>
                </a:cubicBezTo>
                <a:cubicBezTo>
                  <a:pt x="112971" y="91949"/>
                  <a:pt x="118219" y="94324"/>
                  <a:pt x="124545" y="94324"/>
                </a:cubicBezTo>
                <a:cubicBezTo>
                  <a:pt x="130824" y="94324"/>
                  <a:pt x="136049" y="91938"/>
                  <a:pt x="140219" y="87164"/>
                </a:cubicBezTo>
                <a:cubicBezTo>
                  <a:pt x="144389" y="82390"/>
                  <a:pt x="146474" y="75113"/>
                  <a:pt x="146474" y="65331"/>
                </a:cubicBezTo>
                <a:cubicBezTo>
                  <a:pt x="146474" y="56112"/>
                  <a:pt x="144378" y="49127"/>
                  <a:pt x="140184" y="44377"/>
                </a:cubicBezTo>
                <a:cubicBezTo>
                  <a:pt x="135990" y="39627"/>
                  <a:pt x="130777" y="37252"/>
                  <a:pt x="124545" y="37252"/>
                </a:cubicBezTo>
                <a:cubicBezTo>
                  <a:pt x="118219" y="37252"/>
                  <a:pt x="112971" y="39615"/>
                  <a:pt x="108801" y="44342"/>
                </a:cubicBezTo>
                <a:cubicBezTo>
                  <a:pt x="104631" y="49069"/>
                  <a:pt x="102545" y="56206"/>
                  <a:pt x="102545" y="65753"/>
                </a:cubicBezTo>
                <a:close/>
                <a:moveTo>
                  <a:pt x="174005" y="103040"/>
                </a:moveTo>
                <a:lnTo>
                  <a:pt x="174005" y="0"/>
                </a:lnTo>
                <a:lnTo>
                  <a:pt x="186656" y="0"/>
                </a:lnTo>
                <a:lnTo>
                  <a:pt x="186656" y="103040"/>
                </a:lnTo>
                <a:lnTo>
                  <a:pt x="174005" y="103040"/>
                </a:lnTo>
                <a:close/>
                <a:moveTo>
                  <a:pt x="206313" y="14479"/>
                </a:moveTo>
                <a:lnTo>
                  <a:pt x="206313" y="0"/>
                </a:lnTo>
                <a:lnTo>
                  <a:pt x="218964" y="0"/>
                </a:lnTo>
                <a:lnTo>
                  <a:pt x="218964" y="14479"/>
                </a:lnTo>
                <a:lnTo>
                  <a:pt x="206313" y="14479"/>
                </a:lnTo>
                <a:moveTo>
                  <a:pt x="206313" y="103040"/>
                </a:moveTo>
                <a:lnTo>
                  <a:pt x="206313" y="28396"/>
                </a:lnTo>
                <a:lnTo>
                  <a:pt x="218964" y="28396"/>
                </a:lnTo>
                <a:lnTo>
                  <a:pt x="218964" y="103040"/>
                </a:lnTo>
                <a:lnTo>
                  <a:pt x="206313" y="103040"/>
                </a:lnTo>
                <a:close/>
                <a:moveTo>
                  <a:pt x="286907" y="75628"/>
                </a:moveTo>
                <a:lnTo>
                  <a:pt x="299347" y="77315"/>
                </a:lnTo>
                <a:cubicBezTo>
                  <a:pt x="297989" y="85890"/>
                  <a:pt x="294509" y="92602"/>
                  <a:pt x="288910" y="97452"/>
                </a:cubicBezTo>
                <a:cubicBezTo>
                  <a:pt x="283310" y="102302"/>
                  <a:pt x="276434" y="104727"/>
                  <a:pt x="268281" y="104727"/>
                </a:cubicBezTo>
                <a:cubicBezTo>
                  <a:pt x="258066" y="104727"/>
                  <a:pt x="249854" y="101388"/>
                  <a:pt x="243645" y="94711"/>
                </a:cubicBezTo>
                <a:cubicBezTo>
                  <a:pt x="237437" y="88034"/>
                  <a:pt x="234332" y="78463"/>
                  <a:pt x="234332" y="65999"/>
                </a:cubicBezTo>
                <a:cubicBezTo>
                  <a:pt x="234332" y="57939"/>
                  <a:pt x="235668" y="50887"/>
                  <a:pt x="238339" y="44843"/>
                </a:cubicBezTo>
                <a:cubicBezTo>
                  <a:pt x="241010" y="38798"/>
                  <a:pt x="245075" y="34265"/>
                  <a:pt x="250534" y="31242"/>
                </a:cubicBezTo>
                <a:cubicBezTo>
                  <a:pt x="255992" y="28220"/>
                  <a:pt x="261932" y="26709"/>
                  <a:pt x="268351" y="26709"/>
                </a:cubicBezTo>
                <a:cubicBezTo>
                  <a:pt x="276457" y="26709"/>
                  <a:pt x="283088" y="28747"/>
                  <a:pt x="288242" y="32824"/>
                </a:cubicBezTo>
                <a:cubicBezTo>
                  <a:pt x="293396" y="36899"/>
                  <a:pt x="296700" y="42686"/>
                  <a:pt x="298153" y="50184"/>
                </a:cubicBezTo>
                <a:lnTo>
                  <a:pt x="285852" y="52153"/>
                </a:lnTo>
                <a:cubicBezTo>
                  <a:pt x="284681" y="47162"/>
                  <a:pt x="282608" y="43408"/>
                  <a:pt x="279632" y="40889"/>
                </a:cubicBezTo>
                <a:cubicBezTo>
                  <a:pt x="276657" y="38371"/>
                  <a:pt x="273060" y="37111"/>
                  <a:pt x="268843" y="37111"/>
                </a:cubicBezTo>
                <a:cubicBezTo>
                  <a:pt x="262470" y="37111"/>
                  <a:pt x="257293" y="39396"/>
                  <a:pt x="253310" y="43964"/>
                </a:cubicBezTo>
                <a:cubicBezTo>
                  <a:pt x="249327" y="48533"/>
                  <a:pt x="247335" y="55761"/>
                  <a:pt x="247335" y="65648"/>
                </a:cubicBezTo>
                <a:cubicBezTo>
                  <a:pt x="247335" y="75675"/>
                  <a:pt x="249257" y="82961"/>
                  <a:pt x="253099" y="87507"/>
                </a:cubicBezTo>
                <a:cubicBezTo>
                  <a:pt x="256941" y="92052"/>
                  <a:pt x="261955" y="94324"/>
                  <a:pt x="268140" y="94324"/>
                </a:cubicBezTo>
                <a:cubicBezTo>
                  <a:pt x="273107" y="94324"/>
                  <a:pt x="277254" y="92796"/>
                  <a:pt x="280581" y="89738"/>
                </a:cubicBezTo>
                <a:cubicBezTo>
                  <a:pt x="283908" y="86681"/>
                  <a:pt x="286016" y="81977"/>
                  <a:pt x="286907" y="75628"/>
                </a:cubicBezTo>
                <a:close/>
                <a:moveTo>
                  <a:pt x="309609" y="131866"/>
                </a:moveTo>
                <a:lnTo>
                  <a:pt x="308204" y="120049"/>
                </a:lnTo>
                <a:cubicBezTo>
                  <a:pt x="310968" y="120799"/>
                  <a:pt x="313381" y="121174"/>
                  <a:pt x="315443" y="121174"/>
                </a:cubicBezTo>
                <a:cubicBezTo>
                  <a:pt x="318254" y="121174"/>
                  <a:pt x="320504" y="120704"/>
                  <a:pt x="322190" y="119766"/>
                </a:cubicBezTo>
                <a:cubicBezTo>
                  <a:pt x="323877" y="118827"/>
                  <a:pt x="325260" y="117513"/>
                  <a:pt x="326337" y="115823"/>
                </a:cubicBezTo>
                <a:cubicBezTo>
                  <a:pt x="327134" y="114557"/>
                  <a:pt x="328423" y="111413"/>
                  <a:pt x="330203" y="106392"/>
                </a:cubicBezTo>
                <a:cubicBezTo>
                  <a:pt x="330437" y="105687"/>
                  <a:pt x="330812" y="104655"/>
                  <a:pt x="331328" y="103295"/>
                </a:cubicBezTo>
                <a:lnTo>
                  <a:pt x="303002" y="28396"/>
                </a:lnTo>
                <a:lnTo>
                  <a:pt x="316638" y="28396"/>
                </a:lnTo>
                <a:lnTo>
                  <a:pt x="332171" y="71635"/>
                </a:lnTo>
                <a:cubicBezTo>
                  <a:pt x="334186" y="77119"/>
                  <a:pt x="335990" y="82884"/>
                  <a:pt x="337583" y="88930"/>
                </a:cubicBezTo>
                <a:cubicBezTo>
                  <a:pt x="339036" y="83106"/>
                  <a:pt x="340770" y="77431"/>
                  <a:pt x="342784" y="71905"/>
                </a:cubicBezTo>
                <a:lnTo>
                  <a:pt x="358739" y="28396"/>
                </a:lnTo>
                <a:lnTo>
                  <a:pt x="371391" y="28396"/>
                </a:lnTo>
                <a:lnTo>
                  <a:pt x="342995" y="104296"/>
                </a:lnTo>
                <a:cubicBezTo>
                  <a:pt x="339950" y="112518"/>
                  <a:pt x="337583" y="118180"/>
                  <a:pt x="335896" y="121281"/>
                </a:cubicBezTo>
                <a:cubicBezTo>
                  <a:pt x="333647" y="125463"/>
                  <a:pt x="331070" y="128529"/>
                  <a:pt x="328165" y="130478"/>
                </a:cubicBezTo>
                <a:cubicBezTo>
                  <a:pt x="325260" y="132428"/>
                  <a:pt x="321792" y="133404"/>
                  <a:pt x="317762" y="133404"/>
                </a:cubicBezTo>
                <a:cubicBezTo>
                  <a:pt x="315326" y="133404"/>
                  <a:pt x="312608" y="132891"/>
                  <a:pt x="309609" y="13186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0B1CDE5-06FB-433E-8BCF-79B7B8ACF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6212" y="1101007"/>
            <a:ext cx="548810" cy="535889"/>
          </a:xfrm>
          <a:custGeom xmlns:a="http://schemas.openxmlformats.org/drawingml/2006/main">
            <a:pathLst>
              <a:path w="548810" h="535889">
                <a:moveTo>
                  <a:pt x="548810" y="535889"/>
                </a:moveTo>
                <a:cubicBezTo>
                  <a:pt x="411567" y="535889"/>
                  <a:pt x="342924" y="401917"/>
                  <a:pt x="274323" y="267945"/>
                </a:cubicBezTo>
                <a:cubicBezTo>
                  <a:pt x="205722" y="133972"/>
                  <a:pt x="137162" y="0"/>
                  <a:pt x="0" y="0"/>
                </a:cubicBezTo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3AF6BB7-5899-426D-BC6A-A39AB12F7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8177" y="1144690"/>
            <a:ext cx="426845" cy="492207"/>
          </a:xfrm>
          <a:custGeom xmlns:a="http://schemas.openxmlformats.org/drawingml/2006/main">
            <a:pathLst>
              <a:path w="426845" h="492207" fill="none">
                <a:moveTo>
                  <a:pt x="426845" y="492207"/>
                </a:moveTo>
                <a:cubicBezTo>
                  <a:pt x="289601" y="492207"/>
                  <a:pt x="220959" y="358235"/>
                  <a:pt x="152358" y="224262"/>
                </a:cubicBezTo>
                <a:cubicBezTo>
                  <a:pt x="118057" y="157276"/>
                  <a:pt x="83766" y="90290"/>
                  <a:pt x="40906" y="40050"/>
                </a:cubicBezTo>
                <a:cubicBezTo>
                  <a:pt x="30191" y="27490"/>
                  <a:pt x="18940" y="15977"/>
                  <a:pt x="7020" y="5772"/>
                </a:cubicBezTo>
                <a:cubicBezTo>
                  <a:pt x="5530" y="4497"/>
                  <a:pt x="4029" y="3242"/>
                  <a:pt x="2518" y="2007"/>
                </a:cubicBez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1592" cap="flat">
            <a:solidFill>
              <a:srgbClr val="3C78D8"/>
            </a:solidFill>
            <a:custDash>
              <a:ds d="400000" sp="300000"/>
              <a:ds d="100000" sp="300000"/>
            </a:custDash>
            <a:round/>
          </a:ln>
        </p:spPr>
      </p:sp>
      <p:sp>
        <p:nvSpPr>
          <p:cNvPr id="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1A11573-7853-4E90-A558-F62A94417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5929" y="1111114"/>
            <a:ext cx="104273" cy="67151"/>
          </a:xfrm>
          <a:custGeom xmlns:a="http://schemas.openxmlformats.org/drawingml/2006/main">
            <a:pathLst>
              <a:path w="104273" h="67151">
                <a:moveTo>
                  <a:pt x="104273" y="0"/>
                </a:moveTo>
                <a:lnTo>
                  <a:pt x="80223" y="67151"/>
                </a:lnTo>
                <a:lnTo>
                  <a:pt x="0" y="536"/>
                </a:lnTo>
                <a:lnTo>
                  <a:pt x="104273" y="0"/>
                </a:lnTo>
                <a:close/>
              </a:path>
            </a:pathLst>
          </a:custGeom>
          <a:solidFill xmlns:a="http://schemas.openxmlformats.org/drawingml/2006/main">
            <a:srgbClr val="3C78D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FC090DB-0EC6-449F-8976-FDCCDC747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5929" y="1111114"/>
            <a:ext cx="104273" cy="67151"/>
          </a:xfrm>
          <a:custGeom xmlns:a="http://schemas.openxmlformats.org/drawingml/2006/main">
            <a:pathLst>
              <a:path w="104273" h="67151" fill="none">
                <a:moveTo>
                  <a:pt x="104273" y="0"/>
                </a:moveTo>
                <a:lnTo>
                  <a:pt x="0" y="536"/>
                </a:lnTo>
                <a:lnTo>
                  <a:pt x="80223" y="67151"/>
                </a:lnTo>
                <a:lnTo>
                  <a:pt x="104273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1592" cap="flat">
            <a:solidFill>
              <a:srgbClr val="3C78D8"/>
            </a:solidFill>
            <a:miter/>
          </a:ln>
        </p:spPr>
      </p:sp>
      <p:sp>
        <p:nvSpPr>
          <p:cNvPr id="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4D4B9AC-443E-49CD-908B-394F66585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6133" y="1101005"/>
            <a:ext cx="462443" cy="535889"/>
          </a:xfrm>
          <a:custGeom xmlns:a="http://schemas.openxmlformats.org/drawingml/2006/main">
            <a:pathLst>
              <a:path w="462443" h="535889">
                <a:moveTo>
                  <a:pt x="0" y="535889"/>
                </a:moveTo>
                <a:cubicBezTo>
                  <a:pt x="115569" y="535889"/>
                  <a:pt x="173333" y="401917"/>
                  <a:pt x="231138" y="267945"/>
                </a:cubicBezTo>
                <a:cubicBezTo>
                  <a:pt x="288944" y="133972"/>
                  <a:pt x="346790" y="0"/>
                  <a:pt x="462443" y="0"/>
                </a:cubicBez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4A0E133-156E-4477-A998-6AAD7178F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2278" y="1101005"/>
            <a:ext cx="346297" cy="478497"/>
          </a:xfrm>
          <a:custGeom xmlns:a="http://schemas.openxmlformats.org/drawingml/2006/main">
            <a:pathLst>
              <a:path w="346297" h="478497" fill="none">
                <a:moveTo>
                  <a:pt x="346297" y="0"/>
                </a:moveTo>
                <a:cubicBezTo>
                  <a:pt x="230645" y="0"/>
                  <a:pt x="172798" y="133972"/>
                  <a:pt x="114993" y="267945"/>
                </a:cubicBezTo>
                <a:cubicBezTo>
                  <a:pt x="86090" y="334931"/>
                  <a:pt x="57198" y="401917"/>
                  <a:pt x="21085" y="452157"/>
                </a:cubicBezTo>
                <a:cubicBezTo>
                  <a:pt x="16571" y="458436"/>
                  <a:pt x="11944" y="464455"/>
                  <a:pt x="7190" y="470179"/>
                </a:cubicBezTo>
                <a:cubicBezTo>
                  <a:pt x="6001" y="471609"/>
                  <a:pt x="4805" y="473022"/>
                  <a:pt x="3601" y="474416"/>
                </a:cubicBezTo>
                <a:lnTo>
                  <a:pt x="0" y="478497"/>
                </a:lnTo>
              </a:path>
            </a:pathLst>
          </a:custGeom>
          <a:noFill xmlns:a="http://schemas.openxmlformats.org/drawingml/2006/main"/>
          <a:ln xmlns:a="http://schemas.openxmlformats.org/drawingml/2006/main" w="21592" cap="flat">
            <a:solidFill>
              <a:srgbClr val="3C78D8"/>
            </a:solidFill>
            <a:custDash>
              <a:ds d="400000" sp="300000"/>
              <a:ds d="100000" sp="300000"/>
            </a:custDash>
            <a:round/>
          </a:ln>
        </p:spPr>
      </p:sp>
      <p:sp>
        <p:nvSpPr>
          <p:cNvPr id="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60A652E-8F43-44BE-B120-5139481AA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4431" y="1547529"/>
            <a:ext cx="103646" cy="75382"/>
          </a:xfrm>
          <a:custGeom xmlns:a="http://schemas.openxmlformats.org/drawingml/2006/main">
            <a:pathLst>
              <a:path w="103646" h="75382">
                <a:moveTo>
                  <a:pt x="72047" y="0"/>
                </a:moveTo>
                <a:lnTo>
                  <a:pt x="103646" y="63947"/>
                </a:lnTo>
                <a:lnTo>
                  <a:pt x="0" y="75382"/>
                </a:lnTo>
                <a:lnTo>
                  <a:pt x="72047" y="0"/>
                </a:lnTo>
                <a:close/>
              </a:path>
            </a:pathLst>
          </a:custGeom>
          <a:solidFill xmlns:a="http://schemas.openxmlformats.org/drawingml/2006/main">
            <a:srgbClr val="3C78D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F9DB5C7-5407-4FDE-974E-5D30582AB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4431" y="1547529"/>
            <a:ext cx="103646" cy="75382"/>
          </a:xfrm>
          <a:custGeom xmlns:a="http://schemas.openxmlformats.org/drawingml/2006/main">
            <a:pathLst>
              <a:path w="103646" h="75382" fill="none">
                <a:moveTo>
                  <a:pt x="72047" y="0"/>
                </a:moveTo>
                <a:lnTo>
                  <a:pt x="0" y="75382"/>
                </a:lnTo>
                <a:lnTo>
                  <a:pt x="103646" y="63947"/>
                </a:lnTo>
                <a:lnTo>
                  <a:pt x="72047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1592" cap="flat">
            <a:solidFill>
              <a:srgbClr val="3C78D8"/>
            </a:solidFill>
            <a:miter/>
          </a:ln>
        </p:spPr>
      </p:sp>
      <p:sp>
        <p:nvSpPr>
          <p:cNvPr id="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C04BC1E-A1DC-44BE-869B-D0FB01F78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549" y="1262777"/>
            <a:ext cx="1055457" cy="394096"/>
          </a:xfrm>
          <a:custGeom xmlns:a="http://schemas.openxmlformats.org/drawingml/2006/main">
            <a:pathLst>
              <a:path w="1055457" h="394096">
                <a:moveTo>
                  <a:pt x="0" y="65684"/>
                </a:moveTo>
                <a:lnTo>
                  <a:pt x="0" y="65684"/>
                </a:lnTo>
                <a:cubicBezTo>
                  <a:pt x="0" y="29408"/>
                  <a:pt x="29408" y="0"/>
                  <a:pt x="65684" y="0"/>
                </a:cubicBezTo>
                <a:lnTo>
                  <a:pt x="989773" y="0"/>
                </a:lnTo>
                <a:cubicBezTo>
                  <a:pt x="1007194" y="0"/>
                  <a:pt x="1023901" y="6920"/>
                  <a:pt x="1036219" y="19238"/>
                </a:cubicBezTo>
                <a:cubicBezTo>
                  <a:pt x="1048537" y="31557"/>
                  <a:pt x="1055457" y="48264"/>
                  <a:pt x="1055457" y="65684"/>
                </a:cubicBezTo>
                <a:lnTo>
                  <a:pt x="1055457" y="328412"/>
                </a:lnTo>
                <a:cubicBezTo>
                  <a:pt x="1055457" y="364688"/>
                  <a:pt x="1026049" y="394096"/>
                  <a:pt x="989773" y="394096"/>
                </a:cubicBezTo>
                <a:lnTo>
                  <a:pt x="65684" y="394096"/>
                </a:lnTo>
                <a:cubicBezTo>
                  <a:pt x="29408" y="394096"/>
                  <a:pt x="0" y="364688"/>
                  <a:pt x="0" y="328412"/>
                </a:cubicBezTo>
                <a:lnTo>
                  <a:pt x="0" y="65684"/>
                </a:lnTo>
                <a:close/>
              </a:path>
            </a:pathLst>
          </a:custGeom>
          <a:solidFill xmlns:a="http://schemas.openxmlformats.org/drawingml/2006/main">
            <a:srgbClr val="FFE6C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D8A47D3-9F72-4512-BE3E-48E05CB81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549" y="1262777"/>
            <a:ext cx="1055457" cy="394096"/>
          </a:xfrm>
          <a:custGeom xmlns:a="http://schemas.openxmlformats.org/drawingml/2006/main">
            <a:pathLst>
              <a:path w="1055457" h="394096" fill="none">
                <a:moveTo>
                  <a:pt x="0" y="65684"/>
                </a:moveTo>
                <a:lnTo>
                  <a:pt x="0" y="65684"/>
                </a:lnTo>
                <a:cubicBezTo>
                  <a:pt x="0" y="29408"/>
                  <a:pt x="29408" y="0"/>
                  <a:pt x="65684" y="0"/>
                </a:cubicBezTo>
                <a:lnTo>
                  <a:pt x="989773" y="0"/>
                </a:lnTo>
                <a:cubicBezTo>
                  <a:pt x="1007194" y="0"/>
                  <a:pt x="1023901" y="6920"/>
                  <a:pt x="1036219" y="19238"/>
                </a:cubicBezTo>
                <a:cubicBezTo>
                  <a:pt x="1048537" y="31557"/>
                  <a:pt x="1055457" y="48264"/>
                  <a:pt x="1055457" y="65684"/>
                </a:cubicBezTo>
                <a:lnTo>
                  <a:pt x="1055457" y="328412"/>
                </a:lnTo>
                <a:cubicBezTo>
                  <a:pt x="1055457" y="364688"/>
                  <a:pt x="1026049" y="394096"/>
                  <a:pt x="989773" y="394096"/>
                </a:cubicBezTo>
                <a:lnTo>
                  <a:pt x="65684" y="394096"/>
                </a:lnTo>
                <a:cubicBezTo>
                  <a:pt x="29408" y="394096"/>
                  <a:pt x="0" y="364688"/>
                  <a:pt x="0" y="328412"/>
                </a:cubicBezTo>
                <a:lnTo>
                  <a:pt x="0" y="6568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0796" cap="flat">
            <a:solidFill>
              <a:srgbClr val="595959"/>
            </a:solidFill>
            <a:round/>
          </a:ln>
        </p:spPr>
      </p:sp>
      <p:sp>
        <p:nvSpPr>
          <p:cNvPr id="55" name="Text TrustTransit">
            <a:extLst xmlns:a="http://schemas.openxmlformats.org/drawingml/2006/main">
              <a:ext uri="{FF2B5EF4-FFF2-40B4-BE49-F238E27FC236}">
                <a16:creationId xmlns:a16="http://schemas.microsoft.com/office/drawing/2014/main" id="{9CB402A0-027C-413F-A4F0-C9E58B511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550" y="1322238"/>
            <a:ext cx="789557" cy="104727"/>
          </a:xfrm>
          <a:custGeom xmlns:a="http://schemas.openxmlformats.org/drawingml/2006/main">
            <a:pathLst>
              <a:path w="789557" h="104727">
                <a:moveTo>
                  <a:pt x="33948" y="103040"/>
                </a:moveTo>
                <a:lnTo>
                  <a:pt x="33948" y="12230"/>
                </a:lnTo>
                <a:lnTo>
                  <a:pt x="0" y="12230"/>
                </a:lnTo>
                <a:lnTo>
                  <a:pt x="0" y="0"/>
                </a:lnTo>
                <a:lnTo>
                  <a:pt x="81673" y="0"/>
                </a:lnTo>
                <a:lnTo>
                  <a:pt x="81673" y="12230"/>
                </a:lnTo>
                <a:lnTo>
                  <a:pt x="47584" y="12230"/>
                </a:lnTo>
                <a:lnTo>
                  <a:pt x="47584" y="103040"/>
                </a:lnTo>
                <a:lnTo>
                  <a:pt x="33948" y="103040"/>
                </a:lnTo>
                <a:close/>
                <a:moveTo>
                  <a:pt x="88456" y="103040"/>
                </a:moveTo>
                <a:lnTo>
                  <a:pt x="88456" y="28396"/>
                </a:lnTo>
                <a:lnTo>
                  <a:pt x="99842" y="28396"/>
                </a:lnTo>
                <a:lnTo>
                  <a:pt x="99842" y="39712"/>
                </a:lnTo>
                <a:cubicBezTo>
                  <a:pt x="102747" y="34417"/>
                  <a:pt x="105430" y="30926"/>
                  <a:pt x="107890" y="29239"/>
                </a:cubicBezTo>
                <a:cubicBezTo>
                  <a:pt x="110350" y="27552"/>
                  <a:pt x="113056" y="26709"/>
                  <a:pt x="116008" y="26709"/>
                </a:cubicBezTo>
                <a:cubicBezTo>
                  <a:pt x="120272" y="26709"/>
                  <a:pt x="124606" y="28068"/>
                  <a:pt x="129011" y="30785"/>
                </a:cubicBezTo>
                <a:lnTo>
                  <a:pt x="124653" y="42514"/>
                </a:lnTo>
                <a:cubicBezTo>
                  <a:pt x="121561" y="40693"/>
                  <a:pt x="118468" y="39782"/>
                  <a:pt x="115375" y="39782"/>
                </a:cubicBezTo>
                <a:cubicBezTo>
                  <a:pt x="112611" y="39782"/>
                  <a:pt x="110127" y="40614"/>
                  <a:pt x="107925" y="42277"/>
                </a:cubicBezTo>
                <a:cubicBezTo>
                  <a:pt x="105723" y="43941"/>
                  <a:pt x="104153" y="46248"/>
                  <a:pt x="103216" y="49200"/>
                </a:cubicBezTo>
                <a:cubicBezTo>
                  <a:pt x="101810" y="53699"/>
                  <a:pt x="101107" y="58619"/>
                  <a:pt x="101107" y="63961"/>
                </a:cubicBezTo>
                <a:lnTo>
                  <a:pt x="101107" y="103040"/>
                </a:lnTo>
                <a:lnTo>
                  <a:pt x="88456" y="103040"/>
                </a:lnTo>
                <a:close/>
                <a:moveTo>
                  <a:pt x="185450" y="103040"/>
                </a:moveTo>
                <a:lnTo>
                  <a:pt x="185450" y="92007"/>
                </a:lnTo>
                <a:cubicBezTo>
                  <a:pt x="179640" y="100487"/>
                  <a:pt x="171744" y="104727"/>
                  <a:pt x="161763" y="104727"/>
                </a:cubicBezTo>
                <a:cubicBezTo>
                  <a:pt x="157359" y="104727"/>
                  <a:pt x="153247" y="103883"/>
                  <a:pt x="149428" y="102196"/>
                </a:cubicBezTo>
                <a:cubicBezTo>
                  <a:pt x="145609" y="100510"/>
                  <a:pt x="142774" y="98389"/>
                  <a:pt x="140923" y="95836"/>
                </a:cubicBezTo>
                <a:cubicBezTo>
                  <a:pt x="139073" y="93282"/>
                  <a:pt x="137772" y="90154"/>
                  <a:pt x="137023" y="86452"/>
                </a:cubicBezTo>
                <a:cubicBezTo>
                  <a:pt x="136507" y="83969"/>
                  <a:pt x="136249" y="80033"/>
                  <a:pt x="136249" y="74644"/>
                </a:cubicBezTo>
                <a:lnTo>
                  <a:pt x="136249" y="28396"/>
                </a:lnTo>
                <a:lnTo>
                  <a:pt x="148901" y="28396"/>
                </a:lnTo>
                <a:lnTo>
                  <a:pt x="148901" y="69750"/>
                </a:lnTo>
                <a:cubicBezTo>
                  <a:pt x="148901" y="76350"/>
                  <a:pt x="149159" y="80796"/>
                  <a:pt x="149674" y="83090"/>
                </a:cubicBezTo>
                <a:cubicBezTo>
                  <a:pt x="150471" y="86413"/>
                  <a:pt x="152158" y="89024"/>
                  <a:pt x="154735" y="90920"/>
                </a:cubicBezTo>
                <a:cubicBezTo>
                  <a:pt x="157312" y="92815"/>
                  <a:pt x="160498" y="93762"/>
                  <a:pt x="164294" y="93762"/>
                </a:cubicBezTo>
                <a:cubicBezTo>
                  <a:pt x="168089" y="93762"/>
                  <a:pt x="171650" y="92791"/>
                  <a:pt x="174977" y="90850"/>
                </a:cubicBezTo>
                <a:cubicBezTo>
                  <a:pt x="178304" y="88906"/>
                  <a:pt x="180659" y="86262"/>
                  <a:pt x="182041" y="82916"/>
                </a:cubicBezTo>
                <a:cubicBezTo>
                  <a:pt x="183423" y="79569"/>
                  <a:pt x="184114" y="74712"/>
                  <a:pt x="184114" y="68347"/>
                </a:cubicBezTo>
                <a:lnTo>
                  <a:pt x="184114" y="28396"/>
                </a:lnTo>
                <a:lnTo>
                  <a:pt x="196766" y="28396"/>
                </a:lnTo>
                <a:lnTo>
                  <a:pt x="196766" y="103040"/>
                </a:lnTo>
                <a:lnTo>
                  <a:pt x="185450" y="103040"/>
                </a:lnTo>
                <a:close/>
                <a:moveTo>
                  <a:pt x="211504" y="80689"/>
                </a:moveTo>
                <a:lnTo>
                  <a:pt x="224015" y="78721"/>
                </a:lnTo>
                <a:cubicBezTo>
                  <a:pt x="224718" y="83757"/>
                  <a:pt x="226674" y="87616"/>
                  <a:pt x="229884" y="90300"/>
                </a:cubicBezTo>
                <a:cubicBezTo>
                  <a:pt x="233094" y="92983"/>
                  <a:pt x="237580" y="94324"/>
                  <a:pt x="243344" y="94324"/>
                </a:cubicBezTo>
                <a:cubicBezTo>
                  <a:pt x="249154" y="94324"/>
                  <a:pt x="253465" y="93141"/>
                  <a:pt x="256277" y="90775"/>
                </a:cubicBezTo>
                <a:cubicBezTo>
                  <a:pt x="259088" y="88409"/>
                  <a:pt x="260494" y="85632"/>
                  <a:pt x="260494" y="82446"/>
                </a:cubicBezTo>
                <a:cubicBezTo>
                  <a:pt x="260494" y="79588"/>
                  <a:pt x="259252" y="77338"/>
                  <a:pt x="256769" y="75698"/>
                </a:cubicBezTo>
                <a:cubicBezTo>
                  <a:pt x="255035" y="74574"/>
                  <a:pt x="250724" y="73145"/>
                  <a:pt x="243836" y="71411"/>
                </a:cubicBezTo>
                <a:cubicBezTo>
                  <a:pt x="234558" y="69068"/>
                  <a:pt x="228127" y="67042"/>
                  <a:pt x="224542" y="65331"/>
                </a:cubicBezTo>
                <a:cubicBezTo>
                  <a:pt x="220958" y="63621"/>
                  <a:pt x="218240" y="61255"/>
                  <a:pt x="216389" y="58232"/>
                </a:cubicBezTo>
                <a:cubicBezTo>
                  <a:pt x="214538" y="55210"/>
                  <a:pt x="213613" y="51871"/>
                  <a:pt x="213613" y="48216"/>
                </a:cubicBezTo>
                <a:cubicBezTo>
                  <a:pt x="213613" y="44890"/>
                  <a:pt x="214374" y="41809"/>
                  <a:pt x="215897" y="38974"/>
                </a:cubicBezTo>
                <a:cubicBezTo>
                  <a:pt x="217420" y="36139"/>
                  <a:pt x="219493" y="33784"/>
                  <a:pt x="222117" y="31910"/>
                </a:cubicBezTo>
                <a:cubicBezTo>
                  <a:pt x="224085" y="30457"/>
                  <a:pt x="226768" y="29227"/>
                  <a:pt x="230165" y="28220"/>
                </a:cubicBezTo>
                <a:cubicBezTo>
                  <a:pt x="233562" y="27213"/>
                  <a:pt x="237206" y="26709"/>
                  <a:pt x="241095" y="26709"/>
                </a:cubicBezTo>
                <a:cubicBezTo>
                  <a:pt x="246952" y="26709"/>
                  <a:pt x="252095" y="27552"/>
                  <a:pt x="256523" y="29239"/>
                </a:cubicBezTo>
                <a:cubicBezTo>
                  <a:pt x="260951" y="30926"/>
                  <a:pt x="264219" y="33210"/>
                  <a:pt x="266328" y="36092"/>
                </a:cubicBezTo>
                <a:cubicBezTo>
                  <a:pt x="268436" y="38974"/>
                  <a:pt x="269889" y="42828"/>
                  <a:pt x="270685" y="47654"/>
                </a:cubicBezTo>
                <a:lnTo>
                  <a:pt x="258315" y="49341"/>
                </a:lnTo>
                <a:cubicBezTo>
                  <a:pt x="257753" y="45499"/>
                  <a:pt x="256124" y="42500"/>
                  <a:pt x="253430" y="40344"/>
                </a:cubicBezTo>
                <a:cubicBezTo>
                  <a:pt x="250736" y="38189"/>
                  <a:pt x="246929" y="37111"/>
                  <a:pt x="242008" y="37111"/>
                </a:cubicBezTo>
                <a:cubicBezTo>
                  <a:pt x="236198" y="37111"/>
                  <a:pt x="232051" y="38072"/>
                  <a:pt x="229568" y="39993"/>
                </a:cubicBezTo>
                <a:cubicBezTo>
                  <a:pt x="227084" y="41914"/>
                  <a:pt x="225843" y="44163"/>
                  <a:pt x="225843" y="46740"/>
                </a:cubicBezTo>
                <a:cubicBezTo>
                  <a:pt x="225843" y="48380"/>
                  <a:pt x="226358" y="49856"/>
                  <a:pt x="227389" y="51169"/>
                </a:cubicBezTo>
                <a:cubicBezTo>
                  <a:pt x="228420" y="52527"/>
                  <a:pt x="230036" y="53652"/>
                  <a:pt x="232239" y="54542"/>
                </a:cubicBezTo>
                <a:cubicBezTo>
                  <a:pt x="233504" y="55011"/>
                  <a:pt x="237229" y="56089"/>
                  <a:pt x="243414" y="57775"/>
                </a:cubicBezTo>
                <a:cubicBezTo>
                  <a:pt x="252364" y="60165"/>
                  <a:pt x="258608" y="62121"/>
                  <a:pt x="262146" y="63644"/>
                </a:cubicBezTo>
                <a:cubicBezTo>
                  <a:pt x="265683" y="65167"/>
                  <a:pt x="268460" y="67381"/>
                  <a:pt x="270474" y="70286"/>
                </a:cubicBezTo>
                <a:cubicBezTo>
                  <a:pt x="272489" y="73192"/>
                  <a:pt x="273497" y="76800"/>
                  <a:pt x="273497" y="81111"/>
                </a:cubicBezTo>
                <a:cubicBezTo>
                  <a:pt x="273497" y="85328"/>
                  <a:pt x="272267" y="89299"/>
                  <a:pt x="269807" y="93024"/>
                </a:cubicBezTo>
                <a:cubicBezTo>
                  <a:pt x="267347" y="96749"/>
                  <a:pt x="263797" y="99631"/>
                  <a:pt x="259158" y="101669"/>
                </a:cubicBezTo>
                <a:cubicBezTo>
                  <a:pt x="254519" y="103708"/>
                  <a:pt x="249271" y="104727"/>
                  <a:pt x="243414" y="104727"/>
                </a:cubicBezTo>
                <a:cubicBezTo>
                  <a:pt x="233715" y="104727"/>
                  <a:pt x="226323" y="102706"/>
                  <a:pt x="221239" y="98665"/>
                </a:cubicBezTo>
                <a:cubicBezTo>
                  <a:pt x="216155" y="94623"/>
                  <a:pt x="212910" y="88631"/>
                  <a:pt x="211504" y="80689"/>
                </a:cubicBezTo>
                <a:close/>
                <a:moveTo>
                  <a:pt x="316161" y="91724"/>
                </a:moveTo>
                <a:lnTo>
                  <a:pt x="317988" y="102899"/>
                </a:lnTo>
                <a:cubicBezTo>
                  <a:pt x="314427" y="103649"/>
                  <a:pt x="311241" y="104024"/>
                  <a:pt x="308429" y="104024"/>
                </a:cubicBezTo>
                <a:cubicBezTo>
                  <a:pt x="303837" y="104024"/>
                  <a:pt x="300276" y="103298"/>
                  <a:pt x="297746" y="101845"/>
                </a:cubicBezTo>
                <a:cubicBezTo>
                  <a:pt x="295215" y="100392"/>
                  <a:pt x="293435" y="98483"/>
                  <a:pt x="292404" y="96117"/>
                </a:cubicBezTo>
                <a:cubicBezTo>
                  <a:pt x="291373" y="93750"/>
                  <a:pt x="290858" y="88772"/>
                  <a:pt x="290858" y="81181"/>
                </a:cubicBezTo>
                <a:lnTo>
                  <a:pt x="290858" y="38236"/>
                </a:lnTo>
                <a:lnTo>
                  <a:pt x="281580" y="38236"/>
                </a:lnTo>
                <a:lnTo>
                  <a:pt x="281580" y="28396"/>
                </a:lnTo>
                <a:lnTo>
                  <a:pt x="290858" y="28396"/>
                </a:lnTo>
                <a:lnTo>
                  <a:pt x="290858" y="9910"/>
                </a:lnTo>
                <a:lnTo>
                  <a:pt x="303439" y="2319"/>
                </a:lnTo>
                <a:lnTo>
                  <a:pt x="303439" y="28396"/>
                </a:lnTo>
                <a:lnTo>
                  <a:pt x="316161" y="28396"/>
                </a:lnTo>
                <a:lnTo>
                  <a:pt x="316161" y="38236"/>
                </a:lnTo>
                <a:lnTo>
                  <a:pt x="303439" y="38236"/>
                </a:lnTo>
                <a:lnTo>
                  <a:pt x="303439" y="81884"/>
                </a:lnTo>
                <a:cubicBezTo>
                  <a:pt x="303439" y="85492"/>
                  <a:pt x="303661" y="87811"/>
                  <a:pt x="304107" y="88842"/>
                </a:cubicBezTo>
                <a:cubicBezTo>
                  <a:pt x="304552" y="89873"/>
                  <a:pt x="305278" y="90693"/>
                  <a:pt x="306285" y="91302"/>
                </a:cubicBezTo>
                <a:cubicBezTo>
                  <a:pt x="307293" y="91911"/>
                  <a:pt x="308734" y="92216"/>
                  <a:pt x="310608" y="92216"/>
                </a:cubicBezTo>
                <a:cubicBezTo>
                  <a:pt x="312014" y="92216"/>
                  <a:pt x="313865" y="92052"/>
                  <a:pt x="316161" y="91724"/>
                </a:cubicBezTo>
                <a:close/>
                <a:moveTo>
                  <a:pt x="393527" y="103040"/>
                </a:moveTo>
                <a:lnTo>
                  <a:pt x="393527" y="12230"/>
                </a:lnTo>
                <a:lnTo>
                  <a:pt x="359579" y="12230"/>
                </a:lnTo>
                <a:lnTo>
                  <a:pt x="359579" y="0"/>
                </a:lnTo>
                <a:lnTo>
                  <a:pt x="441251" y="0"/>
                </a:lnTo>
                <a:lnTo>
                  <a:pt x="441251" y="12230"/>
                </a:lnTo>
                <a:lnTo>
                  <a:pt x="407162" y="12230"/>
                </a:lnTo>
                <a:lnTo>
                  <a:pt x="407162" y="103040"/>
                </a:lnTo>
                <a:lnTo>
                  <a:pt x="393527" y="103040"/>
                </a:lnTo>
                <a:close/>
                <a:moveTo>
                  <a:pt x="448034" y="103040"/>
                </a:moveTo>
                <a:lnTo>
                  <a:pt x="448034" y="28396"/>
                </a:lnTo>
                <a:lnTo>
                  <a:pt x="459421" y="28396"/>
                </a:lnTo>
                <a:lnTo>
                  <a:pt x="459421" y="39712"/>
                </a:lnTo>
                <a:cubicBezTo>
                  <a:pt x="462326" y="34417"/>
                  <a:pt x="465008" y="30926"/>
                  <a:pt x="467468" y="29239"/>
                </a:cubicBezTo>
                <a:cubicBezTo>
                  <a:pt x="469928" y="27552"/>
                  <a:pt x="472635" y="26709"/>
                  <a:pt x="475587" y="26709"/>
                </a:cubicBezTo>
                <a:cubicBezTo>
                  <a:pt x="479851" y="26709"/>
                  <a:pt x="484185" y="28068"/>
                  <a:pt x="488590" y="30785"/>
                </a:cubicBezTo>
                <a:lnTo>
                  <a:pt x="484232" y="42514"/>
                </a:lnTo>
                <a:cubicBezTo>
                  <a:pt x="481139" y="40693"/>
                  <a:pt x="478047" y="39782"/>
                  <a:pt x="474954" y="39782"/>
                </a:cubicBezTo>
                <a:cubicBezTo>
                  <a:pt x="472189" y="39782"/>
                  <a:pt x="469706" y="40614"/>
                  <a:pt x="467504" y="42277"/>
                </a:cubicBezTo>
                <a:cubicBezTo>
                  <a:pt x="465301" y="43941"/>
                  <a:pt x="463732" y="46248"/>
                  <a:pt x="462794" y="49200"/>
                </a:cubicBezTo>
                <a:cubicBezTo>
                  <a:pt x="461389" y="53699"/>
                  <a:pt x="460686" y="58619"/>
                  <a:pt x="460686" y="63961"/>
                </a:cubicBezTo>
                <a:lnTo>
                  <a:pt x="460686" y="103040"/>
                </a:lnTo>
                <a:lnTo>
                  <a:pt x="448034" y="103040"/>
                </a:lnTo>
                <a:close/>
                <a:moveTo>
                  <a:pt x="544817" y="93621"/>
                </a:moveTo>
                <a:cubicBezTo>
                  <a:pt x="540132" y="97682"/>
                  <a:pt x="535622" y="100548"/>
                  <a:pt x="531287" y="102221"/>
                </a:cubicBezTo>
                <a:cubicBezTo>
                  <a:pt x="526953" y="103891"/>
                  <a:pt x="522302" y="104727"/>
                  <a:pt x="517335" y="104727"/>
                </a:cubicBezTo>
                <a:cubicBezTo>
                  <a:pt x="509135" y="104727"/>
                  <a:pt x="502833" y="102724"/>
                  <a:pt x="498428" y="98717"/>
                </a:cubicBezTo>
                <a:cubicBezTo>
                  <a:pt x="494024" y="94711"/>
                  <a:pt x="491821" y="89592"/>
                  <a:pt x="491821" y="83360"/>
                </a:cubicBezTo>
                <a:cubicBezTo>
                  <a:pt x="491821" y="79705"/>
                  <a:pt x="492653" y="76366"/>
                  <a:pt x="494317" y="73344"/>
                </a:cubicBezTo>
                <a:cubicBezTo>
                  <a:pt x="495980" y="70322"/>
                  <a:pt x="498159" y="67897"/>
                  <a:pt x="500853" y="66069"/>
                </a:cubicBezTo>
                <a:cubicBezTo>
                  <a:pt x="503548" y="64242"/>
                  <a:pt x="506582" y="62859"/>
                  <a:pt x="509955" y="61922"/>
                </a:cubicBezTo>
                <a:cubicBezTo>
                  <a:pt x="512439" y="61266"/>
                  <a:pt x="516187" y="60634"/>
                  <a:pt x="521201" y="60025"/>
                </a:cubicBezTo>
                <a:cubicBezTo>
                  <a:pt x="531416" y="58806"/>
                  <a:pt x="538937" y="57354"/>
                  <a:pt x="543763" y="55667"/>
                </a:cubicBezTo>
                <a:cubicBezTo>
                  <a:pt x="543810" y="53940"/>
                  <a:pt x="543833" y="52844"/>
                  <a:pt x="543833" y="52377"/>
                </a:cubicBezTo>
                <a:cubicBezTo>
                  <a:pt x="543833" y="47241"/>
                  <a:pt x="542639" y="43624"/>
                  <a:pt x="540249" y="41524"/>
                </a:cubicBezTo>
                <a:cubicBezTo>
                  <a:pt x="537016" y="38676"/>
                  <a:pt x="532213" y="37252"/>
                  <a:pt x="525840" y="37252"/>
                </a:cubicBezTo>
                <a:cubicBezTo>
                  <a:pt x="519889" y="37252"/>
                  <a:pt x="515496" y="38294"/>
                  <a:pt x="512661" y="40380"/>
                </a:cubicBezTo>
                <a:cubicBezTo>
                  <a:pt x="509826" y="42465"/>
                  <a:pt x="507730" y="46155"/>
                  <a:pt x="506371" y="51450"/>
                </a:cubicBezTo>
                <a:lnTo>
                  <a:pt x="494000" y="49763"/>
                </a:lnTo>
                <a:cubicBezTo>
                  <a:pt x="495125" y="44452"/>
                  <a:pt x="496976" y="40163"/>
                  <a:pt x="499553" y="36896"/>
                </a:cubicBezTo>
                <a:cubicBezTo>
                  <a:pt x="502130" y="33629"/>
                  <a:pt x="505855" y="31115"/>
                  <a:pt x="510729" y="29353"/>
                </a:cubicBezTo>
                <a:cubicBezTo>
                  <a:pt x="515602" y="27590"/>
                  <a:pt x="521248" y="26709"/>
                  <a:pt x="527668" y="26709"/>
                </a:cubicBezTo>
                <a:cubicBezTo>
                  <a:pt x="534040" y="26709"/>
                  <a:pt x="539218" y="27461"/>
                  <a:pt x="543201" y="28967"/>
                </a:cubicBezTo>
                <a:cubicBezTo>
                  <a:pt x="547184" y="30471"/>
                  <a:pt x="550112" y="32363"/>
                  <a:pt x="551987" y="34645"/>
                </a:cubicBezTo>
                <a:cubicBezTo>
                  <a:pt x="553861" y="36925"/>
                  <a:pt x="555173" y="39805"/>
                  <a:pt x="555923" y="43285"/>
                </a:cubicBezTo>
                <a:cubicBezTo>
                  <a:pt x="556344" y="45448"/>
                  <a:pt x="556555" y="49333"/>
                  <a:pt x="556555" y="54940"/>
                </a:cubicBezTo>
                <a:lnTo>
                  <a:pt x="556555" y="71760"/>
                </a:lnTo>
                <a:cubicBezTo>
                  <a:pt x="556555" y="83488"/>
                  <a:pt x="556825" y="90915"/>
                  <a:pt x="557364" y="94043"/>
                </a:cubicBezTo>
                <a:cubicBezTo>
                  <a:pt x="557902" y="97171"/>
                  <a:pt x="558968" y="100170"/>
                  <a:pt x="560562" y="103040"/>
                </a:cubicBezTo>
                <a:lnTo>
                  <a:pt x="547348" y="103040"/>
                </a:lnTo>
                <a:cubicBezTo>
                  <a:pt x="546036" y="100356"/>
                  <a:pt x="545192" y="97216"/>
                  <a:pt x="544817" y="93621"/>
                </a:cubicBezTo>
                <a:moveTo>
                  <a:pt x="543763" y="65648"/>
                </a:moveTo>
                <a:cubicBezTo>
                  <a:pt x="539171" y="67513"/>
                  <a:pt x="532283" y="69099"/>
                  <a:pt x="523099" y="70405"/>
                </a:cubicBezTo>
                <a:cubicBezTo>
                  <a:pt x="517898" y="71150"/>
                  <a:pt x="514219" y="71989"/>
                  <a:pt x="512064" y="72922"/>
                </a:cubicBezTo>
                <a:cubicBezTo>
                  <a:pt x="509908" y="73855"/>
                  <a:pt x="508245" y="75219"/>
                  <a:pt x="507074" y="77014"/>
                </a:cubicBezTo>
                <a:cubicBezTo>
                  <a:pt x="505902" y="78809"/>
                  <a:pt x="505316" y="80803"/>
                  <a:pt x="505316" y="82995"/>
                </a:cubicBezTo>
                <a:cubicBezTo>
                  <a:pt x="505316" y="86353"/>
                  <a:pt x="506593" y="89151"/>
                  <a:pt x="509147" y="91390"/>
                </a:cubicBezTo>
                <a:cubicBezTo>
                  <a:pt x="511701" y="93627"/>
                  <a:pt x="515438" y="94746"/>
                  <a:pt x="520358" y="94746"/>
                </a:cubicBezTo>
                <a:cubicBezTo>
                  <a:pt x="525231" y="94746"/>
                  <a:pt x="529565" y="93684"/>
                  <a:pt x="533361" y="91559"/>
                </a:cubicBezTo>
                <a:cubicBezTo>
                  <a:pt x="537156" y="89433"/>
                  <a:pt x="539944" y="86528"/>
                  <a:pt x="541725" y="82846"/>
                </a:cubicBezTo>
                <a:cubicBezTo>
                  <a:pt x="543084" y="80004"/>
                  <a:pt x="543763" y="75809"/>
                  <a:pt x="543763" y="70262"/>
                </a:cubicBezTo>
                <a:lnTo>
                  <a:pt x="543763" y="65648"/>
                </a:lnTo>
                <a:close/>
                <a:moveTo>
                  <a:pt x="576143" y="103040"/>
                </a:moveTo>
                <a:lnTo>
                  <a:pt x="576143" y="28396"/>
                </a:lnTo>
                <a:lnTo>
                  <a:pt x="587530" y="28396"/>
                </a:lnTo>
                <a:lnTo>
                  <a:pt x="587530" y="39009"/>
                </a:lnTo>
                <a:cubicBezTo>
                  <a:pt x="593012" y="30809"/>
                  <a:pt x="600931" y="26709"/>
                  <a:pt x="611286" y="26709"/>
                </a:cubicBezTo>
                <a:cubicBezTo>
                  <a:pt x="615785" y="26709"/>
                  <a:pt x="619920" y="27517"/>
                  <a:pt x="623692" y="29134"/>
                </a:cubicBezTo>
                <a:cubicBezTo>
                  <a:pt x="627464" y="30750"/>
                  <a:pt x="630287" y="32871"/>
                  <a:pt x="632161" y="35495"/>
                </a:cubicBezTo>
                <a:cubicBezTo>
                  <a:pt x="634036" y="38119"/>
                  <a:pt x="635348" y="41235"/>
                  <a:pt x="636098" y="44843"/>
                </a:cubicBezTo>
                <a:cubicBezTo>
                  <a:pt x="636566" y="47186"/>
                  <a:pt x="636800" y="51286"/>
                  <a:pt x="636800" y="57143"/>
                </a:cubicBezTo>
                <a:lnTo>
                  <a:pt x="636800" y="103040"/>
                </a:lnTo>
                <a:lnTo>
                  <a:pt x="624149" y="103040"/>
                </a:lnTo>
                <a:lnTo>
                  <a:pt x="624149" y="57635"/>
                </a:lnTo>
                <a:cubicBezTo>
                  <a:pt x="624149" y="52481"/>
                  <a:pt x="623657" y="48626"/>
                  <a:pt x="622673" y="46073"/>
                </a:cubicBezTo>
                <a:cubicBezTo>
                  <a:pt x="621689" y="43519"/>
                  <a:pt x="619943" y="41481"/>
                  <a:pt x="617436" y="39958"/>
                </a:cubicBezTo>
                <a:cubicBezTo>
                  <a:pt x="614930" y="38435"/>
                  <a:pt x="611989" y="37674"/>
                  <a:pt x="608616" y="37674"/>
                </a:cubicBezTo>
                <a:cubicBezTo>
                  <a:pt x="603227" y="37674"/>
                  <a:pt x="598576" y="39384"/>
                  <a:pt x="594664" y="42804"/>
                </a:cubicBezTo>
                <a:cubicBezTo>
                  <a:pt x="590751" y="46225"/>
                  <a:pt x="588795" y="52715"/>
                  <a:pt x="588795" y="62274"/>
                </a:cubicBezTo>
                <a:lnTo>
                  <a:pt x="588795" y="103040"/>
                </a:lnTo>
                <a:lnTo>
                  <a:pt x="576143" y="103040"/>
                </a:lnTo>
                <a:close/>
                <a:moveTo>
                  <a:pt x="651117" y="80689"/>
                </a:moveTo>
                <a:lnTo>
                  <a:pt x="663628" y="78721"/>
                </a:lnTo>
                <a:cubicBezTo>
                  <a:pt x="664331" y="83757"/>
                  <a:pt x="666287" y="87616"/>
                  <a:pt x="669497" y="90300"/>
                </a:cubicBezTo>
                <a:cubicBezTo>
                  <a:pt x="672707" y="92983"/>
                  <a:pt x="677193" y="94324"/>
                  <a:pt x="682957" y="94324"/>
                </a:cubicBezTo>
                <a:cubicBezTo>
                  <a:pt x="688767" y="94324"/>
                  <a:pt x="693078" y="93141"/>
                  <a:pt x="695889" y="90775"/>
                </a:cubicBezTo>
                <a:cubicBezTo>
                  <a:pt x="698701" y="88409"/>
                  <a:pt x="700107" y="85632"/>
                  <a:pt x="700107" y="82446"/>
                </a:cubicBezTo>
                <a:cubicBezTo>
                  <a:pt x="700107" y="79588"/>
                  <a:pt x="698865" y="77338"/>
                  <a:pt x="696381" y="75698"/>
                </a:cubicBezTo>
                <a:cubicBezTo>
                  <a:pt x="694648" y="74574"/>
                  <a:pt x="690337" y="73145"/>
                  <a:pt x="683449" y="71411"/>
                </a:cubicBezTo>
                <a:cubicBezTo>
                  <a:pt x="674171" y="69068"/>
                  <a:pt x="667740" y="67042"/>
                  <a:pt x="664155" y="65331"/>
                </a:cubicBezTo>
                <a:cubicBezTo>
                  <a:pt x="660570" y="63621"/>
                  <a:pt x="657853" y="61255"/>
                  <a:pt x="656002" y="58232"/>
                </a:cubicBezTo>
                <a:cubicBezTo>
                  <a:pt x="654151" y="55210"/>
                  <a:pt x="653226" y="51871"/>
                  <a:pt x="653226" y="48216"/>
                </a:cubicBezTo>
                <a:cubicBezTo>
                  <a:pt x="653226" y="44890"/>
                  <a:pt x="653987" y="41809"/>
                  <a:pt x="655510" y="38974"/>
                </a:cubicBezTo>
                <a:cubicBezTo>
                  <a:pt x="657033" y="36139"/>
                  <a:pt x="659106" y="33784"/>
                  <a:pt x="661730" y="31910"/>
                </a:cubicBezTo>
                <a:cubicBezTo>
                  <a:pt x="663698" y="30457"/>
                  <a:pt x="666381" y="29227"/>
                  <a:pt x="669778" y="28220"/>
                </a:cubicBezTo>
                <a:cubicBezTo>
                  <a:pt x="673175" y="27213"/>
                  <a:pt x="676818" y="26709"/>
                  <a:pt x="680708" y="26709"/>
                </a:cubicBezTo>
                <a:cubicBezTo>
                  <a:pt x="686565" y="26709"/>
                  <a:pt x="691707" y="27552"/>
                  <a:pt x="696135" y="29239"/>
                </a:cubicBezTo>
                <a:cubicBezTo>
                  <a:pt x="700563" y="30926"/>
                  <a:pt x="703832" y="33210"/>
                  <a:pt x="705940" y="36092"/>
                </a:cubicBezTo>
                <a:cubicBezTo>
                  <a:pt x="708049" y="38974"/>
                  <a:pt x="709502" y="42828"/>
                  <a:pt x="710298" y="47654"/>
                </a:cubicBezTo>
                <a:lnTo>
                  <a:pt x="697928" y="49341"/>
                </a:lnTo>
                <a:cubicBezTo>
                  <a:pt x="697365" y="45499"/>
                  <a:pt x="695737" y="42500"/>
                  <a:pt x="693043" y="40344"/>
                </a:cubicBezTo>
                <a:cubicBezTo>
                  <a:pt x="690349" y="38189"/>
                  <a:pt x="686541" y="37111"/>
                  <a:pt x="681621" y="37111"/>
                </a:cubicBezTo>
                <a:cubicBezTo>
                  <a:pt x="675811" y="37111"/>
                  <a:pt x="671664" y="38072"/>
                  <a:pt x="669181" y="39993"/>
                </a:cubicBezTo>
                <a:cubicBezTo>
                  <a:pt x="666697" y="41914"/>
                  <a:pt x="665455" y="44163"/>
                  <a:pt x="665455" y="46740"/>
                </a:cubicBezTo>
                <a:cubicBezTo>
                  <a:pt x="665455" y="48380"/>
                  <a:pt x="665971" y="49856"/>
                  <a:pt x="667002" y="51169"/>
                </a:cubicBezTo>
                <a:cubicBezTo>
                  <a:pt x="668033" y="52527"/>
                  <a:pt x="669649" y="53652"/>
                  <a:pt x="671851" y="54542"/>
                </a:cubicBezTo>
                <a:cubicBezTo>
                  <a:pt x="673117" y="55011"/>
                  <a:pt x="676842" y="56089"/>
                  <a:pt x="683027" y="57775"/>
                </a:cubicBezTo>
                <a:cubicBezTo>
                  <a:pt x="691977" y="60165"/>
                  <a:pt x="698221" y="62121"/>
                  <a:pt x="701758" y="63644"/>
                </a:cubicBezTo>
                <a:cubicBezTo>
                  <a:pt x="705296" y="65167"/>
                  <a:pt x="708072" y="67381"/>
                  <a:pt x="710087" y="70286"/>
                </a:cubicBezTo>
                <a:cubicBezTo>
                  <a:pt x="712102" y="73192"/>
                  <a:pt x="713110" y="76800"/>
                  <a:pt x="713110" y="81111"/>
                </a:cubicBezTo>
                <a:cubicBezTo>
                  <a:pt x="713110" y="85328"/>
                  <a:pt x="711880" y="89299"/>
                  <a:pt x="709420" y="93024"/>
                </a:cubicBezTo>
                <a:cubicBezTo>
                  <a:pt x="706960" y="96749"/>
                  <a:pt x="703410" y="99631"/>
                  <a:pt x="698771" y="101669"/>
                </a:cubicBezTo>
                <a:cubicBezTo>
                  <a:pt x="694132" y="103708"/>
                  <a:pt x="688884" y="104727"/>
                  <a:pt x="683027" y="104727"/>
                </a:cubicBezTo>
                <a:cubicBezTo>
                  <a:pt x="673327" y="104727"/>
                  <a:pt x="665936" y="102706"/>
                  <a:pt x="660852" y="98665"/>
                </a:cubicBezTo>
                <a:cubicBezTo>
                  <a:pt x="655768" y="94623"/>
                  <a:pt x="652523" y="88631"/>
                  <a:pt x="651117" y="80689"/>
                </a:cubicBezTo>
                <a:close/>
                <a:moveTo>
                  <a:pt x="728221" y="14479"/>
                </a:moveTo>
                <a:lnTo>
                  <a:pt x="728221" y="0"/>
                </a:lnTo>
                <a:lnTo>
                  <a:pt x="740873" y="0"/>
                </a:lnTo>
                <a:lnTo>
                  <a:pt x="740873" y="14479"/>
                </a:lnTo>
                <a:lnTo>
                  <a:pt x="728221" y="14479"/>
                </a:lnTo>
                <a:moveTo>
                  <a:pt x="728221" y="103040"/>
                </a:moveTo>
                <a:lnTo>
                  <a:pt x="728221" y="28396"/>
                </a:lnTo>
                <a:lnTo>
                  <a:pt x="740873" y="28396"/>
                </a:lnTo>
                <a:lnTo>
                  <a:pt x="740873" y="103040"/>
                </a:lnTo>
                <a:lnTo>
                  <a:pt x="728221" y="103040"/>
                </a:lnTo>
                <a:close/>
                <a:moveTo>
                  <a:pt x="787730" y="91724"/>
                </a:moveTo>
                <a:lnTo>
                  <a:pt x="789557" y="102899"/>
                </a:lnTo>
                <a:cubicBezTo>
                  <a:pt x="785996" y="103649"/>
                  <a:pt x="782809" y="104024"/>
                  <a:pt x="779998" y="104024"/>
                </a:cubicBezTo>
                <a:cubicBezTo>
                  <a:pt x="775406" y="104024"/>
                  <a:pt x="771845" y="103298"/>
                  <a:pt x="769315" y="101845"/>
                </a:cubicBezTo>
                <a:cubicBezTo>
                  <a:pt x="766784" y="100392"/>
                  <a:pt x="765004" y="98483"/>
                  <a:pt x="763973" y="96117"/>
                </a:cubicBezTo>
                <a:cubicBezTo>
                  <a:pt x="762942" y="93750"/>
                  <a:pt x="762426" y="88772"/>
                  <a:pt x="762426" y="81181"/>
                </a:cubicBezTo>
                <a:lnTo>
                  <a:pt x="762426" y="38236"/>
                </a:lnTo>
                <a:lnTo>
                  <a:pt x="753149" y="38236"/>
                </a:lnTo>
                <a:lnTo>
                  <a:pt x="753149" y="28396"/>
                </a:lnTo>
                <a:lnTo>
                  <a:pt x="762426" y="28396"/>
                </a:lnTo>
                <a:lnTo>
                  <a:pt x="762426" y="9910"/>
                </a:lnTo>
                <a:lnTo>
                  <a:pt x="775008" y="2319"/>
                </a:lnTo>
                <a:lnTo>
                  <a:pt x="775008" y="28396"/>
                </a:lnTo>
                <a:lnTo>
                  <a:pt x="787730" y="28396"/>
                </a:lnTo>
                <a:lnTo>
                  <a:pt x="787730" y="38236"/>
                </a:lnTo>
                <a:lnTo>
                  <a:pt x="775008" y="38236"/>
                </a:lnTo>
                <a:lnTo>
                  <a:pt x="775008" y="81884"/>
                </a:lnTo>
                <a:cubicBezTo>
                  <a:pt x="775008" y="85492"/>
                  <a:pt x="775230" y="87811"/>
                  <a:pt x="775675" y="88842"/>
                </a:cubicBezTo>
                <a:cubicBezTo>
                  <a:pt x="776121" y="89873"/>
                  <a:pt x="776847" y="90693"/>
                  <a:pt x="777854" y="91302"/>
                </a:cubicBezTo>
                <a:cubicBezTo>
                  <a:pt x="778862" y="91911"/>
                  <a:pt x="780303" y="92216"/>
                  <a:pt x="782177" y="92216"/>
                </a:cubicBezTo>
                <a:cubicBezTo>
                  <a:pt x="783583" y="92216"/>
                  <a:pt x="785434" y="92052"/>
                  <a:pt x="787730" y="91724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6" name="Text Policy">
            <a:extLst xmlns:a="http://schemas.openxmlformats.org/drawingml/2006/main">
              <a:ext uri="{FF2B5EF4-FFF2-40B4-BE49-F238E27FC236}">
                <a16:creationId xmlns:a16="http://schemas.microsoft.com/office/drawing/2014/main" id="{6384ABE8-4DB7-40BA-A594-E46D632E1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9470" y="1494974"/>
            <a:ext cx="371391" cy="133404"/>
          </a:xfrm>
          <a:custGeom xmlns:a="http://schemas.openxmlformats.org/drawingml/2006/main">
            <a:pathLst>
              <a:path w="371391" h="133404">
                <a:moveTo>
                  <a:pt x="0" y="103040"/>
                </a:moveTo>
                <a:lnTo>
                  <a:pt x="0" y="0"/>
                </a:lnTo>
                <a:lnTo>
                  <a:pt x="38868" y="0"/>
                </a:lnTo>
                <a:cubicBezTo>
                  <a:pt x="45710" y="0"/>
                  <a:pt x="50934" y="328"/>
                  <a:pt x="54542" y="984"/>
                </a:cubicBezTo>
                <a:cubicBezTo>
                  <a:pt x="59603" y="1827"/>
                  <a:pt x="63843" y="3432"/>
                  <a:pt x="67264" y="5799"/>
                </a:cubicBezTo>
                <a:cubicBezTo>
                  <a:pt x="70685" y="8165"/>
                  <a:pt x="73438" y="11480"/>
                  <a:pt x="75523" y="15744"/>
                </a:cubicBezTo>
                <a:cubicBezTo>
                  <a:pt x="77608" y="20008"/>
                  <a:pt x="78650" y="24694"/>
                  <a:pt x="78650" y="29801"/>
                </a:cubicBezTo>
                <a:cubicBezTo>
                  <a:pt x="78650" y="38564"/>
                  <a:pt x="75862" y="45979"/>
                  <a:pt x="70286" y="52047"/>
                </a:cubicBezTo>
                <a:cubicBezTo>
                  <a:pt x="64710" y="58115"/>
                  <a:pt x="54636" y="61149"/>
                  <a:pt x="40063" y="61149"/>
                </a:cubicBezTo>
                <a:lnTo>
                  <a:pt x="13636" y="61149"/>
                </a:lnTo>
                <a:lnTo>
                  <a:pt x="13636" y="103040"/>
                </a:lnTo>
                <a:lnTo>
                  <a:pt x="0" y="103040"/>
                </a:lnTo>
                <a:moveTo>
                  <a:pt x="13636" y="48919"/>
                </a:moveTo>
                <a:lnTo>
                  <a:pt x="40274" y="48919"/>
                </a:lnTo>
                <a:cubicBezTo>
                  <a:pt x="49083" y="48919"/>
                  <a:pt x="55339" y="47286"/>
                  <a:pt x="59041" y="44019"/>
                </a:cubicBezTo>
                <a:cubicBezTo>
                  <a:pt x="62742" y="40751"/>
                  <a:pt x="64593" y="36153"/>
                  <a:pt x="64593" y="30225"/>
                </a:cubicBezTo>
                <a:cubicBezTo>
                  <a:pt x="64593" y="25931"/>
                  <a:pt x="63504" y="22254"/>
                  <a:pt x="61325" y="19197"/>
                </a:cubicBezTo>
                <a:cubicBezTo>
                  <a:pt x="59146" y="16140"/>
                  <a:pt x="56276" y="14120"/>
                  <a:pt x="52715" y="13139"/>
                </a:cubicBezTo>
                <a:cubicBezTo>
                  <a:pt x="50419" y="12533"/>
                  <a:pt x="46178" y="12230"/>
                  <a:pt x="39993" y="12230"/>
                </a:cubicBezTo>
                <a:lnTo>
                  <a:pt x="13636" y="12230"/>
                </a:lnTo>
                <a:lnTo>
                  <a:pt x="13636" y="48919"/>
                </a:lnTo>
                <a:close/>
                <a:moveTo>
                  <a:pt x="89543" y="65718"/>
                </a:moveTo>
                <a:cubicBezTo>
                  <a:pt x="89543" y="51895"/>
                  <a:pt x="93385" y="41656"/>
                  <a:pt x="101070" y="35003"/>
                </a:cubicBezTo>
                <a:cubicBezTo>
                  <a:pt x="107489" y="29473"/>
                  <a:pt x="115314" y="26709"/>
                  <a:pt x="124545" y="26709"/>
                </a:cubicBezTo>
                <a:cubicBezTo>
                  <a:pt x="134807" y="26709"/>
                  <a:pt x="143195" y="30071"/>
                  <a:pt x="149708" y="36795"/>
                </a:cubicBezTo>
                <a:cubicBezTo>
                  <a:pt x="156221" y="43519"/>
                  <a:pt x="159478" y="52809"/>
                  <a:pt x="159478" y="64663"/>
                </a:cubicBezTo>
                <a:cubicBezTo>
                  <a:pt x="159478" y="74269"/>
                  <a:pt x="158037" y="81825"/>
                  <a:pt x="155155" y="87331"/>
                </a:cubicBezTo>
                <a:cubicBezTo>
                  <a:pt x="152273" y="92837"/>
                  <a:pt x="148080" y="97112"/>
                  <a:pt x="142574" y="100158"/>
                </a:cubicBezTo>
                <a:cubicBezTo>
                  <a:pt x="137068" y="103204"/>
                  <a:pt x="131059" y="104727"/>
                  <a:pt x="124545" y="104727"/>
                </a:cubicBezTo>
                <a:cubicBezTo>
                  <a:pt x="114096" y="104727"/>
                  <a:pt x="105650" y="101376"/>
                  <a:pt x="99207" y="94676"/>
                </a:cubicBezTo>
                <a:cubicBezTo>
                  <a:pt x="92764" y="87975"/>
                  <a:pt x="89543" y="78322"/>
                  <a:pt x="89543" y="65718"/>
                </a:cubicBezTo>
                <a:moveTo>
                  <a:pt x="102546" y="65753"/>
                </a:moveTo>
                <a:cubicBezTo>
                  <a:pt x="102546" y="75300"/>
                  <a:pt x="104631" y="82449"/>
                  <a:pt x="108801" y="87199"/>
                </a:cubicBezTo>
                <a:cubicBezTo>
                  <a:pt x="112972" y="91949"/>
                  <a:pt x="118220" y="94324"/>
                  <a:pt x="124545" y="94324"/>
                </a:cubicBezTo>
                <a:cubicBezTo>
                  <a:pt x="130824" y="94324"/>
                  <a:pt x="136049" y="91938"/>
                  <a:pt x="140219" y="87164"/>
                </a:cubicBezTo>
                <a:cubicBezTo>
                  <a:pt x="144390" y="82390"/>
                  <a:pt x="146475" y="75113"/>
                  <a:pt x="146475" y="65331"/>
                </a:cubicBezTo>
                <a:cubicBezTo>
                  <a:pt x="146475" y="56112"/>
                  <a:pt x="144378" y="49127"/>
                  <a:pt x="140184" y="44377"/>
                </a:cubicBezTo>
                <a:cubicBezTo>
                  <a:pt x="135990" y="39627"/>
                  <a:pt x="130777" y="37252"/>
                  <a:pt x="124545" y="37252"/>
                </a:cubicBezTo>
                <a:cubicBezTo>
                  <a:pt x="118220" y="37252"/>
                  <a:pt x="112972" y="39615"/>
                  <a:pt x="108801" y="44342"/>
                </a:cubicBezTo>
                <a:cubicBezTo>
                  <a:pt x="104631" y="49069"/>
                  <a:pt x="102546" y="56206"/>
                  <a:pt x="102546" y="65753"/>
                </a:cubicBezTo>
                <a:close/>
                <a:moveTo>
                  <a:pt x="174005" y="103040"/>
                </a:moveTo>
                <a:lnTo>
                  <a:pt x="174005" y="0"/>
                </a:lnTo>
                <a:lnTo>
                  <a:pt x="186657" y="0"/>
                </a:lnTo>
                <a:lnTo>
                  <a:pt x="186657" y="103040"/>
                </a:lnTo>
                <a:lnTo>
                  <a:pt x="174005" y="103040"/>
                </a:lnTo>
                <a:close/>
                <a:moveTo>
                  <a:pt x="206313" y="14479"/>
                </a:moveTo>
                <a:lnTo>
                  <a:pt x="206313" y="0"/>
                </a:lnTo>
                <a:lnTo>
                  <a:pt x="218964" y="0"/>
                </a:lnTo>
                <a:lnTo>
                  <a:pt x="218964" y="14479"/>
                </a:lnTo>
                <a:lnTo>
                  <a:pt x="206313" y="14479"/>
                </a:lnTo>
                <a:moveTo>
                  <a:pt x="206313" y="103040"/>
                </a:moveTo>
                <a:lnTo>
                  <a:pt x="206313" y="28396"/>
                </a:lnTo>
                <a:lnTo>
                  <a:pt x="218964" y="28396"/>
                </a:lnTo>
                <a:lnTo>
                  <a:pt x="218964" y="103040"/>
                </a:lnTo>
                <a:lnTo>
                  <a:pt x="206313" y="103040"/>
                </a:lnTo>
                <a:close/>
                <a:moveTo>
                  <a:pt x="286907" y="75628"/>
                </a:moveTo>
                <a:lnTo>
                  <a:pt x="299348" y="77315"/>
                </a:lnTo>
                <a:cubicBezTo>
                  <a:pt x="297989" y="85890"/>
                  <a:pt x="294510" y="92602"/>
                  <a:pt x="288910" y="97452"/>
                </a:cubicBezTo>
                <a:cubicBezTo>
                  <a:pt x="283311" y="102302"/>
                  <a:pt x="276434" y="104727"/>
                  <a:pt x="268281" y="104727"/>
                </a:cubicBezTo>
                <a:cubicBezTo>
                  <a:pt x="258066" y="104727"/>
                  <a:pt x="249854" y="101388"/>
                  <a:pt x="243646" y="94711"/>
                </a:cubicBezTo>
                <a:cubicBezTo>
                  <a:pt x="237437" y="88034"/>
                  <a:pt x="234333" y="78463"/>
                  <a:pt x="234333" y="65999"/>
                </a:cubicBezTo>
                <a:cubicBezTo>
                  <a:pt x="234333" y="57939"/>
                  <a:pt x="235668" y="50887"/>
                  <a:pt x="238339" y="44843"/>
                </a:cubicBezTo>
                <a:cubicBezTo>
                  <a:pt x="241010" y="38798"/>
                  <a:pt x="245075" y="34265"/>
                  <a:pt x="250534" y="31242"/>
                </a:cubicBezTo>
                <a:cubicBezTo>
                  <a:pt x="255993" y="28220"/>
                  <a:pt x="261932" y="26709"/>
                  <a:pt x="268351" y="26709"/>
                </a:cubicBezTo>
                <a:cubicBezTo>
                  <a:pt x="276458" y="26709"/>
                  <a:pt x="283088" y="28747"/>
                  <a:pt x="288242" y="32824"/>
                </a:cubicBezTo>
                <a:cubicBezTo>
                  <a:pt x="293397" y="36899"/>
                  <a:pt x="296700" y="42686"/>
                  <a:pt x="298153" y="50184"/>
                </a:cubicBezTo>
                <a:lnTo>
                  <a:pt x="285853" y="52153"/>
                </a:lnTo>
                <a:cubicBezTo>
                  <a:pt x="284681" y="47162"/>
                  <a:pt x="282608" y="43408"/>
                  <a:pt x="279632" y="40889"/>
                </a:cubicBezTo>
                <a:cubicBezTo>
                  <a:pt x="276657" y="38371"/>
                  <a:pt x="273061" y="37111"/>
                  <a:pt x="268843" y="37111"/>
                </a:cubicBezTo>
                <a:cubicBezTo>
                  <a:pt x="262471" y="37111"/>
                  <a:pt x="257293" y="39396"/>
                  <a:pt x="253310" y="43964"/>
                </a:cubicBezTo>
                <a:cubicBezTo>
                  <a:pt x="249327" y="48533"/>
                  <a:pt x="247336" y="55761"/>
                  <a:pt x="247336" y="65648"/>
                </a:cubicBezTo>
                <a:cubicBezTo>
                  <a:pt x="247336" y="75675"/>
                  <a:pt x="249257" y="82961"/>
                  <a:pt x="253099" y="87507"/>
                </a:cubicBezTo>
                <a:cubicBezTo>
                  <a:pt x="256942" y="92052"/>
                  <a:pt x="261955" y="94324"/>
                  <a:pt x="268140" y="94324"/>
                </a:cubicBezTo>
                <a:cubicBezTo>
                  <a:pt x="273107" y="94324"/>
                  <a:pt x="277254" y="92796"/>
                  <a:pt x="280581" y="89738"/>
                </a:cubicBezTo>
                <a:cubicBezTo>
                  <a:pt x="283908" y="86681"/>
                  <a:pt x="286017" y="81977"/>
                  <a:pt x="286907" y="75628"/>
                </a:cubicBezTo>
                <a:close/>
                <a:moveTo>
                  <a:pt x="309609" y="131866"/>
                </a:moveTo>
                <a:lnTo>
                  <a:pt x="308204" y="120049"/>
                </a:lnTo>
                <a:cubicBezTo>
                  <a:pt x="310968" y="120799"/>
                  <a:pt x="313381" y="121174"/>
                  <a:pt x="315443" y="121174"/>
                </a:cubicBezTo>
                <a:cubicBezTo>
                  <a:pt x="318255" y="121174"/>
                  <a:pt x="320504" y="120704"/>
                  <a:pt x="322191" y="119766"/>
                </a:cubicBezTo>
                <a:cubicBezTo>
                  <a:pt x="323878" y="118827"/>
                  <a:pt x="325260" y="117513"/>
                  <a:pt x="326338" y="115823"/>
                </a:cubicBezTo>
                <a:cubicBezTo>
                  <a:pt x="327134" y="114557"/>
                  <a:pt x="328423" y="111413"/>
                  <a:pt x="330203" y="106392"/>
                </a:cubicBezTo>
                <a:cubicBezTo>
                  <a:pt x="330438" y="105687"/>
                  <a:pt x="330812" y="104655"/>
                  <a:pt x="331328" y="103295"/>
                </a:cubicBezTo>
                <a:lnTo>
                  <a:pt x="303003" y="28396"/>
                </a:lnTo>
                <a:lnTo>
                  <a:pt x="316638" y="28396"/>
                </a:lnTo>
                <a:lnTo>
                  <a:pt x="332171" y="71635"/>
                </a:lnTo>
                <a:cubicBezTo>
                  <a:pt x="334186" y="77119"/>
                  <a:pt x="335990" y="82884"/>
                  <a:pt x="337583" y="88930"/>
                </a:cubicBezTo>
                <a:cubicBezTo>
                  <a:pt x="339036" y="83106"/>
                  <a:pt x="340770" y="77431"/>
                  <a:pt x="342785" y="71905"/>
                </a:cubicBezTo>
                <a:lnTo>
                  <a:pt x="358740" y="28396"/>
                </a:lnTo>
                <a:lnTo>
                  <a:pt x="371391" y="28396"/>
                </a:lnTo>
                <a:lnTo>
                  <a:pt x="342995" y="104296"/>
                </a:lnTo>
                <a:cubicBezTo>
                  <a:pt x="339950" y="112518"/>
                  <a:pt x="337583" y="118180"/>
                  <a:pt x="335897" y="121281"/>
                </a:cubicBezTo>
                <a:cubicBezTo>
                  <a:pt x="333647" y="125463"/>
                  <a:pt x="331070" y="128529"/>
                  <a:pt x="328165" y="130478"/>
                </a:cubicBezTo>
                <a:cubicBezTo>
                  <a:pt x="325260" y="132428"/>
                  <a:pt x="321792" y="133404"/>
                  <a:pt x="317763" y="133404"/>
                </a:cubicBezTo>
                <a:cubicBezTo>
                  <a:pt x="315326" y="133404"/>
                  <a:pt x="312608" y="132891"/>
                  <a:pt x="309609" y="13186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104E04C-7113-402A-8762-948F631CE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8063" y="1459740"/>
            <a:ext cx="413138" cy="177156"/>
          </a:xfrm>
          <a:custGeom xmlns:a="http://schemas.openxmlformats.org/drawingml/2006/main">
            <a:pathLst>
              <a:path w="413138" h="177156">
                <a:moveTo>
                  <a:pt x="413138" y="177156"/>
                </a:moveTo>
                <a:cubicBezTo>
                  <a:pt x="309839" y="177156"/>
                  <a:pt x="258182" y="132867"/>
                  <a:pt x="206540" y="88578"/>
                </a:cubicBezTo>
                <a:cubicBezTo>
                  <a:pt x="154898" y="44289"/>
                  <a:pt x="103270" y="0"/>
                  <a:pt x="0" y="0"/>
                </a:cubicBezTo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D8849B6-1C56-45AA-8B2C-61566B4C3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4205" y="1489267"/>
            <a:ext cx="286996" cy="147630"/>
          </a:xfrm>
          <a:custGeom xmlns:a="http://schemas.openxmlformats.org/drawingml/2006/main">
            <a:pathLst>
              <a:path w="286996" h="147630" fill="none">
                <a:moveTo>
                  <a:pt x="286996" y="147630"/>
                </a:moveTo>
                <a:cubicBezTo>
                  <a:pt x="183697" y="147630"/>
                  <a:pt x="132040" y="103341"/>
                  <a:pt x="80398" y="59052"/>
                </a:cubicBezTo>
                <a:cubicBezTo>
                  <a:pt x="67487" y="47979"/>
                  <a:pt x="54578" y="36907"/>
                  <a:pt x="40862" y="26527"/>
                </a:cubicBezTo>
                <a:cubicBezTo>
                  <a:pt x="34004" y="21337"/>
                  <a:pt x="26944" y="16320"/>
                  <a:pt x="19582" y="11562"/>
                </a:cubicBezTo>
                <a:cubicBezTo>
                  <a:pt x="15901" y="9183"/>
                  <a:pt x="12145" y="6869"/>
                  <a:pt x="8300" y="4631"/>
                </a:cubicBezTo>
                <a:cubicBezTo>
                  <a:pt x="6378" y="3512"/>
                  <a:pt x="4433" y="2412"/>
                  <a:pt x="2465" y="1332"/>
                </a:cubicBez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1592" cap="flat">
            <a:solidFill>
              <a:srgbClr val="3C78D8"/>
            </a:solidFill>
            <a:custDash>
              <a:ds d="400000" sp="300000"/>
              <a:ds d="100000" sp="300000"/>
            </a:custDash>
            <a:round/>
          </a:ln>
        </p:spPr>
      </p:sp>
      <p:sp>
        <p:nvSpPr>
          <p:cNvPr id="5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65DF15F-A4D0-4E43-9735-1D68E8935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8797" y="1454541"/>
            <a:ext cx="103536" cy="69451"/>
          </a:xfrm>
          <a:custGeom xmlns:a="http://schemas.openxmlformats.org/drawingml/2006/main">
            <a:pathLst>
              <a:path w="103536" h="69451">
                <a:moveTo>
                  <a:pt x="103536" y="0"/>
                </a:moveTo>
                <a:lnTo>
                  <a:pt x="87279" y="69451"/>
                </a:lnTo>
                <a:lnTo>
                  <a:pt x="0" y="12393"/>
                </a:lnTo>
                <a:lnTo>
                  <a:pt x="103536" y="0"/>
                </a:lnTo>
                <a:close/>
              </a:path>
            </a:pathLst>
          </a:custGeom>
          <a:solidFill xmlns:a="http://schemas.openxmlformats.org/drawingml/2006/main">
            <a:srgbClr val="3C78D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8463956-3F13-48CE-81F2-6E7E32F9C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8797" y="1454541"/>
            <a:ext cx="103536" cy="69451"/>
          </a:xfrm>
          <a:custGeom xmlns:a="http://schemas.openxmlformats.org/drawingml/2006/main">
            <a:pathLst>
              <a:path w="103536" h="69451" fill="none">
                <a:moveTo>
                  <a:pt x="103536" y="0"/>
                </a:moveTo>
                <a:lnTo>
                  <a:pt x="0" y="12393"/>
                </a:lnTo>
                <a:lnTo>
                  <a:pt x="87279" y="69451"/>
                </a:lnTo>
                <a:lnTo>
                  <a:pt x="103536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1592" cap="flat">
            <a:solidFill>
              <a:srgbClr val="3C78D8"/>
            </a:solidFill>
            <a:miter/>
          </a:ln>
        </p:spPr>
      </p:sp>
      <p:sp>
        <p:nvSpPr>
          <p:cNvPr id="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88F18E7-082D-4DE9-87EA-52F820FDF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72" y="1459825"/>
            <a:ext cx="401577" cy="228161"/>
          </a:xfrm>
          <a:custGeom xmlns:a="http://schemas.openxmlformats.org/drawingml/2006/main">
            <a:pathLst>
              <a:path w="401577" h="228161">
                <a:moveTo>
                  <a:pt x="0" y="228161"/>
                </a:moveTo>
                <a:cubicBezTo>
                  <a:pt x="100394" y="228161"/>
                  <a:pt x="150591" y="171121"/>
                  <a:pt x="200788" y="114080"/>
                </a:cubicBezTo>
                <a:cubicBezTo>
                  <a:pt x="250986" y="57040"/>
                  <a:pt x="301183" y="0"/>
                  <a:pt x="401577" y="0"/>
                </a:cubicBez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DF36545-801D-4BC9-81A8-71CD4A46B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597" y="1459825"/>
            <a:ext cx="277952" cy="189423"/>
          </a:xfrm>
          <a:custGeom xmlns:a="http://schemas.openxmlformats.org/drawingml/2006/main">
            <a:pathLst>
              <a:path w="277952" h="189423" fill="none">
                <a:moveTo>
                  <a:pt x="277952" y="0"/>
                </a:moveTo>
                <a:cubicBezTo>
                  <a:pt x="177558" y="0"/>
                  <a:pt x="127361" y="57040"/>
                  <a:pt x="77164" y="114080"/>
                </a:cubicBezTo>
                <a:cubicBezTo>
                  <a:pt x="64614" y="128341"/>
                  <a:pt x="52065" y="142601"/>
                  <a:pt x="38732" y="155970"/>
                </a:cubicBezTo>
                <a:cubicBezTo>
                  <a:pt x="32065" y="162654"/>
                  <a:pt x="25202" y="169116"/>
                  <a:pt x="18045" y="175243"/>
                </a:cubicBezTo>
                <a:cubicBezTo>
                  <a:pt x="14466" y="178306"/>
                  <a:pt x="10814" y="181287"/>
                  <a:pt x="7076" y="184169"/>
                </a:cubicBezTo>
                <a:cubicBezTo>
                  <a:pt x="5208" y="185611"/>
                  <a:pt x="3317" y="187028"/>
                  <a:pt x="1404" y="188418"/>
                </a:cubicBezTo>
                <a:lnTo>
                  <a:pt x="0" y="189423"/>
                </a:lnTo>
              </a:path>
            </a:pathLst>
          </a:custGeom>
          <a:noFill xmlns:a="http://schemas.openxmlformats.org/drawingml/2006/main"/>
          <a:ln xmlns:a="http://schemas.openxmlformats.org/drawingml/2006/main" w="21592" cap="flat">
            <a:solidFill>
              <a:srgbClr val="3C78D8"/>
            </a:solidFill>
            <a:custDash>
              <a:ds d="400000" sp="300000"/>
              <a:ds d="100000" sp="300000"/>
            </a:custDash>
            <a:round/>
          </a:ln>
        </p:spPr>
      </p:sp>
      <p:sp>
        <p:nvSpPr>
          <p:cNvPr id="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429F105-EA53-43DD-AB2D-B88AC01B6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093" y="1615216"/>
            <a:ext cx="104168" cy="68065"/>
          </a:xfrm>
          <a:custGeom xmlns:a="http://schemas.openxmlformats.org/drawingml/2006/main">
            <a:pathLst>
              <a:path w="104168" h="68065">
                <a:moveTo>
                  <a:pt x="82839" y="0"/>
                </a:moveTo>
                <a:lnTo>
                  <a:pt x="104168" y="68065"/>
                </a:lnTo>
                <a:lnTo>
                  <a:pt x="0" y="63332"/>
                </a:lnTo>
                <a:lnTo>
                  <a:pt x="82839" y="0"/>
                </a:lnTo>
                <a:close/>
              </a:path>
            </a:pathLst>
          </a:custGeom>
          <a:solidFill xmlns:a="http://schemas.openxmlformats.org/drawingml/2006/main">
            <a:srgbClr val="3C78D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64F5221-1DFA-4B27-89CA-2133F781E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093" y="1615216"/>
            <a:ext cx="104168" cy="68065"/>
          </a:xfrm>
          <a:custGeom xmlns:a="http://schemas.openxmlformats.org/drawingml/2006/main">
            <a:pathLst>
              <a:path w="104168" h="68065" fill="none">
                <a:moveTo>
                  <a:pt x="82839" y="0"/>
                </a:moveTo>
                <a:lnTo>
                  <a:pt x="0" y="63332"/>
                </a:lnTo>
                <a:lnTo>
                  <a:pt x="104168" y="68065"/>
                </a:lnTo>
                <a:lnTo>
                  <a:pt x="82839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1592" cap="flat">
            <a:solidFill>
              <a:srgbClr val="3C78D8"/>
            </a:solidFill>
            <a:miter/>
          </a:ln>
        </p:spPr>
      </p:sp>
      <p:sp>
        <p:nvSpPr>
          <p:cNvPr id="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3F09622-4C56-4FDF-9AA1-560F2FFC6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5022" y="659137"/>
            <a:ext cx="1479136" cy="1955520"/>
          </a:xfrm>
          <a:custGeom xmlns:a="http://schemas.openxmlformats.org/drawingml/2006/main">
            <a:pathLst>
              <a:path w="1479136" h="1955520">
                <a:moveTo>
                  <a:pt x="0" y="246527"/>
                </a:moveTo>
                <a:lnTo>
                  <a:pt x="0" y="246527"/>
                </a:lnTo>
                <a:cubicBezTo>
                  <a:pt x="0" y="110374"/>
                  <a:pt x="110374" y="0"/>
                  <a:pt x="246527" y="0"/>
                </a:cubicBezTo>
                <a:lnTo>
                  <a:pt x="1232609" y="0"/>
                </a:lnTo>
                <a:cubicBezTo>
                  <a:pt x="1297991" y="0"/>
                  <a:pt x="1360697" y="25974"/>
                  <a:pt x="1406930" y="72206"/>
                </a:cubicBezTo>
                <a:cubicBezTo>
                  <a:pt x="1453163" y="118439"/>
                  <a:pt x="1479136" y="181144"/>
                  <a:pt x="1479136" y="246527"/>
                </a:cubicBezTo>
                <a:lnTo>
                  <a:pt x="1479136" y="1708992"/>
                </a:lnTo>
                <a:cubicBezTo>
                  <a:pt x="1479136" y="1845146"/>
                  <a:pt x="1368762" y="1955520"/>
                  <a:pt x="1232609" y="1955520"/>
                </a:cubicBezTo>
                <a:lnTo>
                  <a:pt x="246527" y="1955520"/>
                </a:lnTo>
                <a:cubicBezTo>
                  <a:pt x="110374" y="1955520"/>
                  <a:pt x="0" y="1845146"/>
                  <a:pt x="0" y="1708992"/>
                </a:cubicBezTo>
                <a:lnTo>
                  <a:pt x="0" y="246527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F6358D3-1E76-4BB5-9DDB-5C5963700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5022" y="659137"/>
            <a:ext cx="1479136" cy="1955520"/>
          </a:xfrm>
          <a:custGeom xmlns:a="http://schemas.openxmlformats.org/drawingml/2006/main">
            <a:pathLst>
              <a:path w="1479136" h="1955520" fill="none">
                <a:moveTo>
                  <a:pt x="0" y="246527"/>
                </a:moveTo>
                <a:lnTo>
                  <a:pt x="0" y="246527"/>
                </a:lnTo>
                <a:cubicBezTo>
                  <a:pt x="0" y="110374"/>
                  <a:pt x="110374" y="0"/>
                  <a:pt x="246527" y="0"/>
                </a:cubicBezTo>
                <a:lnTo>
                  <a:pt x="1232609" y="0"/>
                </a:lnTo>
                <a:cubicBezTo>
                  <a:pt x="1297991" y="0"/>
                  <a:pt x="1360697" y="25974"/>
                  <a:pt x="1406930" y="72206"/>
                </a:cubicBezTo>
                <a:cubicBezTo>
                  <a:pt x="1453163" y="118439"/>
                  <a:pt x="1479136" y="181144"/>
                  <a:pt x="1479136" y="246527"/>
                </a:cubicBezTo>
                <a:lnTo>
                  <a:pt x="1479136" y="1708992"/>
                </a:lnTo>
                <a:cubicBezTo>
                  <a:pt x="1479136" y="1845146"/>
                  <a:pt x="1368762" y="1955520"/>
                  <a:pt x="1232609" y="1955520"/>
                </a:cubicBezTo>
                <a:lnTo>
                  <a:pt x="246527" y="1955520"/>
                </a:lnTo>
                <a:cubicBezTo>
                  <a:pt x="110374" y="1955520"/>
                  <a:pt x="0" y="1845146"/>
                  <a:pt x="0" y="1708992"/>
                </a:cubicBezTo>
                <a:lnTo>
                  <a:pt x="0" y="246527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1592" cap="flat">
            <a:solidFill>
              <a:srgbClr val="595959"/>
            </a:solidFill>
            <a:round/>
          </a:ln>
        </p:spPr>
      </p:sp>
      <p:sp>
        <p:nvSpPr>
          <p:cNvPr id="6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7D3E536-8022-4B13-B26B-401B4650A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7755" y="469840"/>
            <a:ext cx="970109" cy="373439"/>
          </a:xfrm>
          <a:custGeom xmlns:a="http://schemas.openxmlformats.org/drawingml/2006/main">
            <a:pathLst>
              <a:path w="970109" h="373439">
                <a:moveTo>
                  <a:pt x="0" y="0"/>
                </a:moveTo>
                <a:lnTo>
                  <a:pt x="970109" y="0"/>
                </a:lnTo>
                <a:lnTo>
                  <a:pt x="970109" y="373439"/>
                </a:lnTo>
                <a:lnTo>
                  <a:pt x="0" y="37343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pic>
        <p:nvPicPr>
          <p:cNvPr id="20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b88b84944b24a15"/>
          <a:stretch xmlns:a="http://schemas.openxmlformats.org/drawingml/2006/main"/>
        </p:blipFill>
        <p:spPr>
          <a:xfrm xmlns:a="http://schemas.openxmlformats.org/drawingml/2006/main">
            <a:off x="6337768" y="469840"/>
            <a:ext cx="970084" cy="373439"/>
          </a:xfrm>
          <a:prstGeom xmlns:a="http://schemas.openxmlformats.org/drawingml/2006/main" prst="rect">
            <a:avLst/>
          </a:prstGeom>
        </p:spPr>
      </p:pic>
      <p:sp>
        <p:nvSpPr>
          <p:cNvPr id="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30F04F1-68E7-478C-974C-0ADF08B9B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3002" y="2530697"/>
            <a:ext cx="2901147" cy="365874"/>
          </a:xfrm>
          <a:custGeom xmlns:a="http://schemas.openxmlformats.org/drawingml/2006/main">
            <a:pathLst>
              <a:path w="2901147" h="365874">
                <a:moveTo>
                  <a:pt x="0" y="0"/>
                </a:moveTo>
                <a:lnTo>
                  <a:pt x="2901147" y="0"/>
                </a:lnTo>
                <a:lnTo>
                  <a:pt x="2901147" y="365874"/>
                </a:lnTo>
                <a:lnTo>
                  <a:pt x="0" y="365874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70" name="Text SearchRound2">
            <a:extLst xmlns:a="http://schemas.openxmlformats.org/drawingml/2006/main">
              <a:ext uri="{FF2B5EF4-FFF2-40B4-BE49-F238E27FC236}">
                <a16:creationId xmlns:a16="http://schemas.microsoft.com/office/drawing/2014/main" id="{9343DDE7-7A2D-457B-A697-21C42A5A2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1256" y="2657850"/>
            <a:ext cx="931218" cy="95899"/>
          </a:xfrm>
          <a:custGeom xmlns:a="http://schemas.openxmlformats.org/drawingml/2006/main">
            <a:pathLst>
              <a:path w="931218" h="95899">
                <a:moveTo>
                  <a:pt x="0" y="64523"/>
                </a:moveTo>
                <a:lnTo>
                  <a:pt x="11576" y="63511"/>
                </a:lnTo>
                <a:cubicBezTo>
                  <a:pt x="12124" y="68150"/>
                  <a:pt x="13400" y="71956"/>
                  <a:pt x="15403" y="74929"/>
                </a:cubicBezTo>
                <a:cubicBezTo>
                  <a:pt x="17406" y="77902"/>
                  <a:pt x="20517" y="80306"/>
                  <a:pt x="24734" y="82140"/>
                </a:cubicBezTo>
                <a:cubicBezTo>
                  <a:pt x="28951" y="83975"/>
                  <a:pt x="33695" y="84892"/>
                  <a:pt x="38967" y="84892"/>
                </a:cubicBezTo>
                <a:cubicBezTo>
                  <a:pt x="43648" y="84892"/>
                  <a:pt x="47781" y="84196"/>
                  <a:pt x="51365" y="82804"/>
                </a:cubicBezTo>
                <a:cubicBezTo>
                  <a:pt x="54950" y="81413"/>
                  <a:pt x="57617" y="79504"/>
                  <a:pt x="59367" y="77080"/>
                </a:cubicBezTo>
                <a:cubicBezTo>
                  <a:pt x="61118" y="74655"/>
                  <a:pt x="61993" y="72015"/>
                  <a:pt x="61993" y="69161"/>
                </a:cubicBezTo>
                <a:cubicBezTo>
                  <a:pt x="61993" y="66264"/>
                  <a:pt x="61149" y="63735"/>
                  <a:pt x="59462" y="61574"/>
                </a:cubicBezTo>
                <a:cubicBezTo>
                  <a:pt x="57775" y="59411"/>
                  <a:pt x="54992" y="57593"/>
                  <a:pt x="51112" y="56120"/>
                </a:cubicBezTo>
                <a:cubicBezTo>
                  <a:pt x="48624" y="55152"/>
                  <a:pt x="43121" y="53649"/>
                  <a:pt x="34602" y="51608"/>
                </a:cubicBezTo>
                <a:cubicBezTo>
                  <a:pt x="26083" y="49568"/>
                  <a:pt x="20116" y="47640"/>
                  <a:pt x="16700" y="45822"/>
                </a:cubicBezTo>
                <a:cubicBezTo>
                  <a:pt x="12272" y="43499"/>
                  <a:pt x="8972" y="40615"/>
                  <a:pt x="6800" y="37172"/>
                </a:cubicBezTo>
                <a:cubicBezTo>
                  <a:pt x="4628" y="33728"/>
                  <a:pt x="3542" y="29873"/>
                  <a:pt x="3542" y="25606"/>
                </a:cubicBezTo>
                <a:cubicBezTo>
                  <a:pt x="3542" y="20915"/>
                  <a:pt x="4871" y="16531"/>
                  <a:pt x="7528" y="12454"/>
                </a:cubicBezTo>
                <a:cubicBezTo>
                  <a:pt x="10185" y="8376"/>
                  <a:pt x="14064" y="5281"/>
                  <a:pt x="19167" y="3169"/>
                </a:cubicBezTo>
                <a:cubicBezTo>
                  <a:pt x="24270" y="1056"/>
                  <a:pt x="29942" y="0"/>
                  <a:pt x="36183" y="0"/>
                </a:cubicBezTo>
                <a:cubicBezTo>
                  <a:pt x="43057" y="0"/>
                  <a:pt x="49120" y="1107"/>
                  <a:pt x="54370" y="3321"/>
                </a:cubicBezTo>
                <a:cubicBezTo>
                  <a:pt x="59620" y="5535"/>
                  <a:pt x="63658" y="8793"/>
                  <a:pt x="66484" y="13094"/>
                </a:cubicBezTo>
                <a:cubicBezTo>
                  <a:pt x="69309" y="17396"/>
                  <a:pt x="70828" y="22267"/>
                  <a:pt x="71038" y="27707"/>
                </a:cubicBezTo>
                <a:lnTo>
                  <a:pt x="59273" y="28593"/>
                </a:lnTo>
                <a:cubicBezTo>
                  <a:pt x="58640" y="22793"/>
                  <a:pt x="56500" y="18412"/>
                  <a:pt x="52852" y="15451"/>
                </a:cubicBezTo>
                <a:cubicBezTo>
                  <a:pt x="49204" y="12488"/>
                  <a:pt x="43817" y="11007"/>
                  <a:pt x="36690" y="11007"/>
                </a:cubicBezTo>
                <a:cubicBezTo>
                  <a:pt x="29267" y="11007"/>
                  <a:pt x="23859" y="12364"/>
                  <a:pt x="20464" y="15077"/>
                </a:cubicBezTo>
                <a:cubicBezTo>
                  <a:pt x="17069" y="17789"/>
                  <a:pt x="15372" y="21060"/>
                  <a:pt x="15372" y="24888"/>
                </a:cubicBezTo>
                <a:cubicBezTo>
                  <a:pt x="15372" y="28210"/>
                  <a:pt x="16574" y="30944"/>
                  <a:pt x="18977" y="33090"/>
                </a:cubicBezTo>
                <a:cubicBezTo>
                  <a:pt x="21339" y="35235"/>
                  <a:pt x="27507" y="37433"/>
                  <a:pt x="37480" y="39684"/>
                </a:cubicBezTo>
                <a:cubicBezTo>
                  <a:pt x="47454" y="41934"/>
                  <a:pt x="54296" y="43900"/>
                  <a:pt x="58007" y="45583"/>
                </a:cubicBezTo>
                <a:cubicBezTo>
                  <a:pt x="63405" y="48067"/>
                  <a:pt x="67391" y="51214"/>
                  <a:pt x="69963" y="55022"/>
                </a:cubicBezTo>
                <a:cubicBezTo>
                  <a:pt x="72536" y="58831"/>
                  <a:pt x="73822" y="63218"/>
                  <a:pt x="73822" y="68184"/>
                </a:cubicBezTo>
                <a:cubicBezTo>
                  <a:pt x="73822" y="73109"/>
                  <a:pt x="72409" y="77749"/>
                  <a:pt x="69584" y="82105"/>
                </a:cubicBezTo>
                <a:cubicBezTo>
                  <a:pt x="66758" y="86460"/>
                  <a:pt x="62699" y="89848"/>
                  <a:pt x="57406" y="92269"/>
                </a:cubicBezTo>
                <a:cubicBezTo>
                  <a:pt x="52114" y="94689"/>
                  <a:pt x="46157" y="95899"/>
                  <a:pt x="39536" y="95899"/>
                </a:cubicBezTo>
                <a:cubicBezTo>
                  <a:pt x="31144" y="95899"/>
                  <a:pt x="24112" y="94676"/>
                  <a:pt x="18440" y="92230"/>
                </a:cubicBezTo>
                <a:cubicBezTo>
                  <a:pt x="12768" y="89784"/>
                  <a:pt x="8318" y="86104"/>
                  <a:pt x="5092" y="81191"/>
                </a:cubicBezTo>
                <a:cubicBezTo>
                  <a:pt x="1866" y="76278"/>
                  <a:pt x="169" y="70722"/>
                  <a:pt x="0" y="64523"/>
                </a:cubicBezTo>
                <a:close/>
                <a:moveTo>
                  <a:pt x="134990" y="72620"/>
                </a:moveTo>
                <a:lnTo>
                  <a:pt x="146756" y="74138"/>
                </a:lnTo>
                <a:cubicBezTo>
                  <a:pt x="144901" y="81032"/>
                  <a:pt x="141463" y="86382"/>
                  <a:pt x="136445" y="90190"/>
                </a:cubicBezTo>
                <a:cubicBezTo>
                  <a:pt x="131427" y="93996"/>
                  <a:pt x="125016" y="95899"/>
                  <a:pt x="117215" y="95899"/>
                </a:cubicBezTo>
                <a:cubicBezTo>
                  <a:pt x="107389" y="95899"/>
                  <a:pt x="99597" y="92873"/>
                  <a:pt x="93841" y="86821"/>
                </a:cubicBezTo>
                <a:cubicBezTo>
                  <a:pt x="88084" y="80770"/>
                  <a:pt x="85206" y="72283"/>
                  <a:pt x="85206" y="61360"/>
                </a:cubicBezTo>
                <a:cubicBezTo>
                  <a:pt x="85206" y="50058"/>
                  <a:pt x="88116" y="41286"/>
                  <a:pt x="93936" y="35045"/>
                </a:cubicBezTo>
                <a:cubicBezTo>
                  <a:pt x="99756" y="28803"/>
                  <a:pt x="107304" y="25683"/>
                  <a:pt x="116582" y="25683"/>
                </a:cubicBezTo>
                <a:cubicBezTo>
                  <a:pt x="125565" y="25683"/>
                  <a:pt x="132903" y="28735"/>
                  <a:pt x="138596" y="34841"/>
                </a:cubicBezTo>
                <a:cubicBezTo>
                  <a:pt x="144289" y="40946"/>
                  <a:pt x="147136" y="49534"/>
                  <a:pt x="147136" y="60607"/>
                </a:cubicBezTo>
                <a:cubicBezTo>
                  <a:pt x="147136" y="61280"/>
                  <a:pt x="147115" y="62290"/>
                  <a:pt x="147072" y="63637"/>
                </a:cubicBezTo>
                <a:lnTo>
                  <a:pt x="96972" y="63637"/>
                </a:lnTo>
                <a:cubicBezTo>
                  <a:pt x="97394" y="71038"/>
                  <a:pt x="99481" y="76705"/>
                  <a:pt x="103235" y="80638"/>
                </a:cubicBezTo>
                <a:cubicBezTo>
                  <a:pt x="106988" y="84570"/>
                  <a:pt x="111669" y="86537"/>
                  <a:pt x="117278" y="86537"/>
                </a:cubicBezTo>
                <a:cubicBezTo>
                  <a:pt x="121453" y="86537"/>
                  <a:pt x="125016" y="85430"/>
                  <a:pt x="127969" y="83218"/>
                </a:cubicBezTo>
                <a:cubicBezTo>
                  <a:pt x="130921" y="81004"/>
                  <a:pt x="133261" y="77471"/>
                  <a:pt x="134990" y="72620"/>
                </a:cubicBezTo>
                <a:moveTo>
                  <a:pt x="97605" y="54275"/>
                </a:moveTo>
                <a:lnTo>
                  <a:pt x="135117" y="54275"/>
                </a:lnTo>
                <a:cubicBezTo>
                  <a:pt x="134611" y="48643"/>
                  <a:pt x="133177" y="44418"/>
                  <a:pt x="130815" y="41602"/>
                </a:cubicBezTo>
                <a:cubicBezTo>
                  <a:pt x="127188" y="37230"/>
                  <a:pt x="122486" y="35045"/>
                  <a:pt x="116709" y="35045"/>
                </a:cubicBezTo>
                <a:cubicBezTo>
                  <a:pt x="111479" y="35045"/>
                  <a:pt x="107083" y="36790"/>
                  <a:pt x="103519" y="40279"/>
                </a:cubicBezTo>
                <a:cubicBezTo>
                  <a:pt x="99956" y="43768"/>
                  <a:pt x="97984" y="48433"/>
                  <a:pt x="97605" y="54275"/>
                </a:cubicBezTo>
                <a:close/>
                <a:moveTo>
                  <a:pt x="204870" y="85904"/>
                </a:moveTo>
                <a:cubicBezTo>
                  <a:pt x="200653" y="89558"/>
                  <a:pt x="196594" y="92138"/>
                  <a:pt x="192693" y="93643"/>
                </a:cubicBezTo>
                <a:cubicBezTo>
                  <a:pt x="188792" y="95147"/>
                  <a:pt x="184607" y="95899"/>
                  <a:pt x="180136" y="95899"/>
                </a:cubicBezTo>
                <a:cubicBezTo>
                  <a:pt x="172756" y="95899"/>
                  <a:pt x="167084" y="94096"/>
                  <a:pt x="163120" y="90490"/>
                </a:cubicBezTo>
                <a:cubicBezTo>
                  <a:pt x="159156" y="86885"/>
                  <a:pt x="157174" y="82277"/>
                  <a:pt x="157174" y="76668"/>
                </a:cubicBezTo>
                <a:cubicBezTo>
                  <a:pt x="157174" y="73379"/>
                  <a:pt x="157922" y="70374"/>
                  <a:pt x="159419" y="67654"/>
                </a:cubicBezTo>
                <a:cubicBezTo>
                  <a:pt x="160916" y="64934"/>
                  <a:pt x="162877" y="62752"/>
                  <a:pt x="165302" y="61107"/>
                </a:cubicBezTo>
                <a:cubicBezTo>
                  <a:pt x="167727" y="59462"/>
                  <a:pt x="170458" y="58218"/>
                  <a:pt x="173494" y="57375"/>
                </a:cubicBezTo>
                <a:cubicBezTo>
                  <a:pt x="175729" y="56784"/>
                  <a:pt x="179103" y="56215"/>
                  <a:pt x="183615" y="55667"/>
                </a:cubicBezTo>
                <a:cubicBezTo>
                  <a:pt x="192809" y="54570"/>
                  <a:pt x="199578" y="53263"/>
                  <a:pt x="203921" y="51745"/>
                </a:cubicBezTo>
                <a:cubicBezTo>
                  <a:pt x="203963" y="50191"/>
                  <a:pt x="203984" y="49204"/>
                  <a:pt x="203984" y="48784"/>
                </a:cubicBezTo>
                <a:cubicBezTo>
                  <a:pt x="203984" y="44162"/>
                  <a:pt x="202909" y="40906"/>
                  <a:pt x="200758" y="39016"/>
                </a:cubicBezTo>
                <a:cubicBezTo>
                  <a:pt x="197848" y="36453"/>
                  <a:pt x="193526" y="35171"/>
                  <a:pt x="187790" y="35171"/>
                </a:cubicBezTo>
                <a:cubicBezTo>
                  <a:pt x="182435" y="35171"/>
                  <a:pt x="178481" y="36110"/>
                  <a:pt x="175930" y="37986"/>
                </a:cubicBezTo>
                <a:cubicBezTo>
                  <a:pt x="173378" y="39863"/>
                  <a:pt x="171491" y="43184"/>
                  <a:pt x="170268" y="47949"/>
                </a:cubicBezTo>
                <a:lnTo>
                  <a:pt x="159135" y="46431"/>
                </a:lnTo>
                <a:cubicBezTo>
                  <a:pt x="160147" y="41651"/>
                  <a:pt x="161813" y="37791"/>
                  <a:pt x="164132" y="34851"/>
                </a:cubicBezTo>
                <a:cubicBezTo>
                  <a:pt x="166452" y="31911"/>
                  <a:pt x="169804" y="29648"/>
                  <a:pt x="174190" y="28063"/>
                </a:cubicBezTo>
                <a:cubicBezTo>
                  <a:pt x="178576" y="26476"/>
                  <a:pt x="183658" y="25683"/>
                  <a:pt x="189435" y="25683"/>
                </a:cubicBezTo>
                <a:cubicBezTo>
                  <a:pt x="195171" y="25683"/>
                  <a:pt x="199831" y="26360"/>
                  <a:pt x="203415" y="27715"/>
                </a:cubicBezTo>
                <a:cubicBezTo>
                  <a:pt x="207000" y="29068"/>
                  <a:pt x="209635" y="30772"/>
                  <a:pt x="211322" y="32825"/>
                </a:cubicBezTo>
                <a:cubicBezTo>
                  <a:pt x="213009" y="34877"/>
                  <a:pt x="214190" y="37469"/>
                  <a:pt x="214865" y="40602"/>
                </a:cubicBezTo>
                <a:cubicBezTo>
                  <a:pt x="215244" y="42548"/>
                  <a:pt x="215434" y="46044"/>
                  <a:pt x="215434" y="51091"/>
                </a:cubicBezTo>
                <a:lnTo>
                  <a:pt x="215434" y="66229"/>
                </a:lnTo>
                <a:cubicBezTo>
                  <a:pt x="215434" y="76784"/>
                  <a:pt x="215677" y="83469"/>
                  <a:pt x="216162" y="86284"/>
                </a:cubicBezTo>
                <a:cubicBezTo>
                  <a:pt x="216647" y="89099"/>
                  <a:pt x="217606" y="91798"/>
                  <a:pt x="219040" y="94381"/>
                </a:cubicBezTo>
                <a:lnTo>
                  <a:pt x="207147" y="94381"/>
                </a:lnTo>
                <a:cubicBezTo>
                  <a:pt x="205967" y="91965"/>
                  <a:pt x="205207" y="89139"/>
                  <a:pt x="204870" y="85904"/>
                </a:cubicBezTo>
                <a:moveTo>
                  <a:pt x="203921" y="60727"/>
                </a:moveTo>
                <a:cubicBezTo>
                  <a:pt x="199788" y="62406"/>
                  <a:pt x="193589" y="63834"/>
                  <a:pt x="185323" y="65009"/>
                </a:cubicBezTo>
                <a:cubicBezTo>
                  <a:pt x="180642" y="65680"/>
                  <a:pt x="177332" y="66435"/>
                  <a:pt x="175392" y="67275"/>
                </a:cubicBezTo>
                <a:cubicBezTo>
                  <a:pt x="173452" y="68114"/>
                  <a:pt x="171955" y="69342"/>
                  <a:pt x="170901" y="70957"/>
                </a:cubicBezTo>
                <a:cubicBezTo>
                  <a:pt x="169846" y="72573"/>
                  <a:pt x="169319" y="74367"/>
                  <a:pt x="169319" y="76340"/>
                </a:cubicBezTo>
                <a:cubicBezTo>
                  <a:pt x="169319" y="79362"/>
                  <a:pt x="170468" y="81881"/>
                  <a:pt x="172767" y="83896"/>
                </a:cubicBezTo>
                <a:cubicBezTo>
                  <a:pt x="175065" y="85909"/>
                  <a:pt x="178428" y="86916"/>
                  <a:pt x="182856" y="86916"/>
                </a:cubicBezTo>
                <a:cubicBezTo>
                  <a:pt x="187242" y="86916"/>
                  <a:pt x="191143" y="85960"/>
                  <a:pt x="194559" y="84048"/>
                </a:cubicBezTo>
                <a:cubicBezTo>
                  <a:pt x="197975" y="82134"/>
                  <a:pt x="200484" y="79520"/>
                  <a:pt x="202087" y="76206"/>
                </a:cubicBezTo>
                <a:cubicBezTo>
                  <a:pt x="203310" y="73648"/>
                  <a:pt x="203921" y="69873"/>
                  <a:pt x="203921" y="64881"/>
                </a:cubicBezTo>
                <a:lnTo>
                  <a:pt x="203921" y="60727"/>
                </a:lnTo>
                <a:close/>
                <a:moveTo>
                  <a:pt x="232937" y="94381"/>
                </a:moveTo>
                <a:lnTo>
                  <a:pt x="232937" y="27201"/>
                </a:lnTo>
                <a:lnTo>
                  <a:pt x="243184" y="27201"/>
                </a:lnTo>
                <a:lnTo>
                  <a:pt x="243184" y="37385"/>
                </a:lnTo>
                <a:cubicBezTo>
                  <a:pt x="245799" y="32620"/>
                  <a:pt x="248213" y="29478"/>
                  <a:pt x="250427" y="27960"/>
                </a:cubicBezTo>
                <a:cubicBezTo>
                  <a:pt x="252641" y="26442"/>
                  <a:pt x="255077" y="25683"/>
                  <a:pt x="257734" y="25683"/>
                </a:cubicBezTo>
                <a:cubicBezTo>
                  <a:pt x="261571" y="25683"/>
                  <a:pt x="265472" y="26906"/>
                  <a:pt x="269436" y="29352"/>
                </a:cubicBezTo>
                <a:lnTo>
                  <a:pt x="265514" y="39908"/>
                </a:lnTo>
                <a:cubicBezTo>
                  <a:pt x="262731" y="38268"/>
                  <a:pt x="259948" y="37449"/>
                  <a:pt x="257164" y="37449"/>
                </a:cubicBezTo>
                <a:cubicBezTo>
                  <a:pt x="254676" y="37449"/>
                  <a:pt x="252441" y="38197"/>
                  <a:pt x="250459" y="39694"/>
                </a:cubicBezTo>
                <a:cubicBezTo>
                  <a:pt x="248477" y="41191"/>
                  <a:pt x="247064" y="43268"/>
                  <a:pt x="246221" y="45925"/>
                </a:cubicBezTo>
                <a:cubicBezTo>
                  <a:pt x="244956" y="49974"/>
                  <a:pt x="244323" y="54402"/>
                  <a:pt x="244323" y="59209"/>
                </a:cubicBezTo>
                <a:lnTo>
                  <a:pt x="244323" y="94381"/>
                </a:lnTo>
                <a:lnTo>
                  <a:pt x="232937" y="94381"/>
                </a:lnTo>
                <a:close/>
                <a:moveTo>
                  <a:pt x="320042" y="69710"/>
                </a:moveTo>
                <a:lnTo>
                  <a:pt x="331239" y="71228"/>
                </a:lnTo>
                <a:cubicBezTo>
                  <a:pt x="330016" y="78946"/>
                  <a:pt x="326884" y="84987"/>
                  <a:pt x="321845" y="89352"/>
                </a:cubicBezTo>
                <a:cubicBezTo>
                  <a:pt x="316805" y="93716"/>
                  <a:pt x="310616" y="95899"/>
                  <a:pt x="303279" y="95899"/>
                </a:cubicBezTo>
                <a:cubicBezTo>
                  <a:pt x="294085" y="95899"/>
                  <a:pt x="286695" y="92894"/>
                  <a:pt x="281107" y="86885"/>
                </a:cubicBezTo>
                <a:cubicBezTo>
                  <a:pt x="275519" y="80875"/>
                  <a:pt x="272725" y="72261"/>
                  <a:pt x="272725" y="61044"/>
                </a:cubicBezTo>
                <a:cubicBezTo>
                  <a:pt x="272725" y="53790"/>
                  <a:pt x="273927" y="47443"/>
                  <a:pt x="276331" y="42003"/>
                </a:cubicBezTo>
                <a:cubicBezTo>
                  <a:pt x="278735" y="36563"/>
                  <a:pt x="282393" y="32483"/>
                  <a:pt x="287306" y="29763"/>
                </a:cubicBezTo>
                <a:cubicBezTo>
                  <a:pt x="292219" y="27043"/>
                  <a:pt x="297564" y="25683"/>
                  <a:pt x="303342" y="25683"/>
                </a:cubicBezTo>
                <a:cubicBezTo>
                  <a:pt x="310638" y="25683"/>
                  <a:pt x="316605" y="27517"/>
                  <a:pt x="321244" y="31186"/>
                </a:cubicBezTo>
                <a:cubicBezTo>
                  <a:pt x="325883" y="34854"/>
                  <a:pt x="328856" y="40062"/>
                  <a:pt x="330163" y="46811"/>
                </a:cubicBezTo>
                <a:lnTo>
                  <a:pt x="319093" y="48582"/>
                </a:lnTo>
                <a:cubicBezTo>
                  <a:pt x="318039" y="44091"/>
                  <a:pt x="316173" y="40712"/>
                  <a:pt x="313495" y="38445"/>
                </a:cubicBezTo>
                <a:cubicBezTo>
                  <a:pt x="310817" y="36178"/>
                  <a:pt x="307580" y="35045"/>
                  <a:pt x="303785" y="35045"/>
                </a:cubicBezTo>
                <a:cubicBezTo>
                  <a:pt x="298049" y="35045"/>
                  <a:pt x="293389" y="37101"/>
                  <a:pt x="289805" y="41212"/>
                </a:cubicBezTo>
                <a:cubicBezTo>
                  <a:pt x="286220" y="45324"/>
                  <a:pt x="284428" y="51829"/>
                  <a:pt x="284428" y="60727"/>
                </a:cubicBezTo>
                <a:cubicBezTo>
                  <a:pt x="284428" y="69752"/>
                  <a:pt x="286157" y="76310"/>
                  <a:pt x="289615" y="80401"/>
                </a:cubicBezTo>
                <a:cubicBezTo>
                  <a:pt x="293073" y="84491"/>
                  <a:pt x="297585" y="86537"/>
                  <a:pt x="303152" y="86537"/>
                </a:cubicBezTo>
                <a:cubicBezTo>
                  <a:pt x="307622" y="86537"/>
                  <a:pt x="311354" y="85161"/>
                  <a:pt x="314349" y="82409"/>
                </a:cubicBezTo>
                <a:cubicBezTo>
                  <a:pt x="317343" y="79657"/>
                  <a:pt x="319241" y="75424"/>
                  <a:pt x="320042" y="69710"/>
                </a:cubicBezTo>
                <a:close/>
                <a:moveTo>
                  <a:pt x="340980" y="94381"/>
                </a:moveTo>
                <a:lnTo>
                  <a:pt x="340980" y="1645"/>
                </a:lnTo>
                <a:lnTo>
                  <a:pt x="352366" y="1645"/>
                </a:lnTo>
                <a:lnTo>
                  <a:pt x="352366" y="34978"/>
                </a:lnTo>
                <a:cubicBezTo>
                  <a:pt x="357680" y="28781"/>
                  <a:pt x="364385" y="25683"/>
                  <a:pt x="372482" y="25683"/>
                </a:cubicBezTo>
                <a:cubicBezTo>
                  <a:pt x="377459" y="25683"/>
                  <a:pt x="381781" y="26663"/>
                  <a:pt x="385450" y="28624"/>
                </a:cubicBezTo>
                <a:cubicBezTo>
                  <a:pt x="389119" y="30585"/>
                  <a:pt x="391744" y="33295"/>
                  <a:pt x="393326" y="36753"/>
                </a:cubicBezTo>
                <a:cubicBezTo>
                  <a:pt x="394907" y="40211"/>
                  <a:pt x="395698" y="45229"/>
                  <a:pt x="395698" y="51808"/>
                </a:cubicBezTo>
                <a:lnTo>
                  <a:pt x="395698" y="94381"/>
                </a:lnTo>
                <a:lnTo>
                  <a:pt x="384312" y="94381"/>
                </a:lnTo>
                <a:lnTo>
                  <a:pt x="384312" y="51854"/>
                </a:lnTo>
                <a:cubicBezTo>
                  <a:pt x="384312" y="46167"/>
                  <a:pt x="383078" y="42028"/>
                  <a:pt x="380611" y="39437"/>
                </a:cubicBezTo>
                <a:cubicBezTo>
                  <a:pt x="378144" y="36846"/>
                  <a:pt x="374654" y="35551"/>
                  <a:pt x="370142" y="35551"/>
                </a:cubicBezTo>
                <a:cubicBezTo>
                  <a:pt x="366768" y="35551"/>
                  <a:pt x="363595" y="36425"/>
                  <a:pt x="360622" y="38174"/>
                </a:cubicBezTo>
                <a:cubicBezTo>
                  <a:pt x="357648" y="39922"/>
                  <a:pt x="355529" y="42291"/>
                  <a:pt x="354264" y="45283"/>
                </a:cubicBezTo>
                <a:cubicBezTo>
                  <a:pt x="352999" y="48273"/>
                  <a:pt x="352366" y="52401"/>
                  <a:pt x="352366" y="57667"/>
                </a:cubicBezTo>
                <a:lnTo>
                  <a:pt x="352366" y="94381"/>
                </a:lnTo>
                <a:lnTo>
                  <a:pt x="340980" y="94381"/>
                </a:lnTo>
                <a:close/>
                <a:moveTo>
                  <a:pt x="450541" y="94381"/>
                </a:moveTo>
                <a:lnTo>
                  <a:pt x="450541" y="1645"/>
                </a:lnTo>
                <a:lnTo>
                  <a:pt x="491659" y="1645"/>
                </a:lnTo>
                <a:cubicBezTo>
                  <a:pt x="499925" y="1645"/>
                  <a:pt x="506208" y="2477"/>
                  <a:pt x="510510" y="4141"/>
                </a:cubicBezTo>
                <a:cubicBezTo>
                  <a:pt x="514811" y="5805"/>
                  <a:pt x="518248" y="8742"/>
                  <a:pt x="520821" y="12954"/>
                </a:cubicBezTo>
                <a:cubicBezTo>
                  <a:pt x="523393" y="17166"/>
                  <a:pt x="524680" y="21820"/>
                  <a:pt x="524680" y="26916"/>
                </a:cubicBezTo>
                <a:cubicBezTo>
                  <a:pt x="524680" y="33487"/>
                  <a:pt x="522550" y="39026"/>
                  <a:pt x="518290" y="43533"/>
                </a:cubicBezTo>
                <a:cubicBezTo>
                  <a:pt x="514031" y="48039"/>
                  <a:pt x="507452" y="50903"/>
                  <a:pt x="498554" y="52124"/>
                </a:cubicBezTo>
                <a:cubicBezTo>
                  <a:pt x="501801" y="53687"/>
                  <a:pt x="504268" y="55229"/>
                  <a:pt x="505955" y="56750"/>
                </a:cubicBezTo>
                <a:cubicBezTo>
                  <a:pt x="509540" y="60046"/>
                  <a:pt x="512935" y="64164"/>
                  <a:pt x="516140" y="69103"/>
                </a:cubicBezTo>
                <a:lnTo>
                  <a:pt x="532270" y="94381"/>
                </a:lnTo>
                <a:lnTo>
                  <a:pt x="516836" y="94381"/>
                </a:lnTo>
                <a:lnTo>
                  <a:pt x="504564" y="75057"/>
                </a:lnTo>
                <a:cubicBezTo>
                  <a:pt x="500979" y="69483"/>
                  <a:pt x="498027" y="65217"/>
                  <a:pt x="495707" y="62261"/>
                </a:cubicBezTo>
                <a:cubicBezTo>
                  <a:pt x="493388" y="59304"/>
                  <a:pt x="491311" y="57234"/>
                  <a:pt x="489477" y="56052"/>
                </a:cubicBezTo>
                <a:cubicBezTo>
                  <a:pt x="487642" y="54869"/>
                  <a:pt x="485776" y="54045"/>
                  <a:pt x="483878" y="53579"/>
                </a:cubicBezTo>
                <a:cubicBezTo>
                  <a:pt x="482487" y="53284"/>
                  <a:pt x="480209" y="53137"/>
                  <a:pt x="477046" y="53137"/>
                </a:cubicBezTo>
                <a:lnTo>
                  <a:pt x="462813" y="53137"/>
                </a:lnTo>
                <a:lnTo>
                  <a:pt x="462813" y="94381"/>
                </a:lnTo>
                <a:lnTo>
                  <a:pt x="450541" y="94381"/>
                </a:lnTo>
                <a:moveTo>
                  <a:pt x="462813" y="42509"/>
                </a:moveTo>
                <a:lnTo>
                  <a:pt x="489192" y="42509"/>
                </a:lnTo>
                <a:cubicBezTo>
                  <a:pt x="494801" y="42509"/>
                  <a:pt x="499187" y="41931"/>
                  <a:pt x="502350" y="40774"/>
                </a:cubicBezTo>
                <a:cubicBezTo>
                  <a:pt x="505512" y="39616"/>
                  <a:pt x="507916" y="37765"/>
                  <a:pt x="509561" y="35219"/>
                </a:cubicBezTo>
                <a:cubicBezTo>
                  <a:pt x="511206" y="32673"/>
                  <a:pt x="512028" y="29905"/>
                  <a:pt x="512028" y="26916"/>
                </a:cubicBezTo>
                <a:cubicBezTo>
                  <a:pt x="512028" y="22540"/>
                  <a:pt x="510436" y="18942"/>
                  <a:pt x="507252" y="16123"/>
                </a:cubicBezTo>
                <a:cubicBezTo>
                  <a:pt x="504068" y="13303"/>
                  <a:pt x="499039" y="11892"/>
                  <a:pt x="492165" y="11892"/>
                </a:cubicBezTo>
                <a:lnTo>
                  <a:pt x="462813" y="11892"/>
                </a:lnTo>
                <a:lnTo>
                  <a:pt x="462813" y="42509"/>
                </a:lnTo>
                <a:close/>
                <a:moveTo>
                  <a:pt x="538195" y="60791"/>
                </a:moveTo>
                <a:cubicBezTo>
                  <a:pt x="538195" y="48350"/>
                  <a:pt x="541653" y="39135"/>
                  <a:pt x="548569" y="33147"/>
                </a:cubicBezTo>
                <a:cubicBezTo>
                  <a:pt x="554347" y="28171"/>
                  <a:pt x="561389" y="25683"/>
                  <a:pt x="569697" y="25683"/>
                </a:cubicBezTo>
                <a:cubicBezTo>
                  <a:pt x="578933" y="25683"/>
                  <a:pt x="586482" y="28708"/>
                  <a:pt x="592344" y="34760"/>
                </a:cubicBezTo>
                <a:cubicBezTo>
                  <a:pt x="598206" y="40812"/>
                  <a:pt x="601136" y="49172"/>
                  <a:pt x="601136" y="59842"/>
                </a:cubicBezTo>
                <a:cubicBezTo>
                  <a:pt x="601136" y="68487"/>
                  <a:pt x="599840" y="75287"/>
                  <a:pt x="597246" y="80242"/>
                </a:cubicBezTo>
                <a:cubicBezTo>
                  <a:pt x="594653" y="85198"/>
                  <a:pt x="590878" y="89046"/>
                  <a:pt x="585923" y="91787"/>
                </a:cubicBezTo>
                <a:cubicBezTo>
                  <a:pt x="580968" y="94528"/>
                  <a:pt x="575559" y="95899"/>
                  <a:pt x="569697" y="95899"/>
                </a:cubicBezTo>
                <a:cubicBezTo>
                  <a:pt x="560293" y="95899"/>
                  <a:pt x="552692" y="92883"/>
                  <a:pt x="546893" y="86853"/>
                </a:cubicBezTo>
                <a:cubicBezTo>
                  <a:pt x="541094" y="80822"/>
                  <a:pt x="538195" y="72135"/>
                  <a:pt x="538195" y="60791"/>
                </a:cubicBezTo>
                <a:moveTo>
                  <a:pt x="549898" y="60822"/>
                </a:moveTo>
                <a:cubicBezTo>
                  <a:pt x="549898" y="69415"/>
                  <a:pt x="551774" y="75849"/>
                  <a:pt x="555528" y="80124"/>
                </a:cubicBezTo>
                <a:cubicBezTo>
                  <a:pt x="559281" y="84399"/>
                  <a:pt x="564004" y="86537"/>
                  <a:pt x="569697" y="86537"/>
                </a:cubicBezTo>
                <a:cubicBezTo>
                  <a:pt x="575348" y="86537"/>
                  <a:pt x="580051" y="84388"/>
                  <a:pt x="583804" y="80092"/>
                </a:cubicBezTo>
                <a:cubicBezTo>
                  <a:pt x="587557" y="75796"/>
                  <a:pt x="589434" y="69246"/>
                  <a:pt x="589434" y="60443"/>
                </a:cubicBezTo>
                <a:cubicBezTo>
                  <a:pt x="589434" y="52145"/>
                  <a:pt x="587547" y="45859"/>
                  <a:pt x="583772" y="41584"/>
                </a:cubicBezTo>
                <a:cubicBezTo>
                  <a:pt x="579998" y="37309"/>
                  <a:pt x="575306" y="35171"/>
                  <a:pt x="569697" y="35171"/>
                </a:cubicBezTo>
                <a:cubicBezTo>
                  <a:pt x="564004" y="35171"/>
                  <a:pt x="559281" y="37298"/>
                  <a:pt x="555528" y="41552"/>
                </a:cubicBezTo>
                <a:cubicBezTo>
                  <a:pt x="551774" y="45807"/>
                  <a:pt x="549898" y="52230"/>
                  <a:pt x="549898" y="60822"/>
                </a:cubicBezTo>
                <a:close/>
                <a:moveTo>
                  <a:pt x="658491" y="94381"/>
                </a:moveTo>
                <a:lnTo>
                  <a:pt x="658491" y="84451"/>
                </a:lnTo>
                <a:cubicBezTo>
                  <a:pt x="653262" y="92083"/>
                  <a:pt x="646156" y="95899"/>
                  <a:pt x="637174" y="95899"/>
                </a:cubicBezTo>
                <a:cubicBezTo>
                  <a:pt x="633209" y="95899"/>
                  <a:pt x="629509" y="95140"/>
                  <a:pt x="626072" y="93621"/>
                </a:cubicBezTo>
                <a:cubicBezTo>
                  <a:pt x="622635" y="92103"/>
                  <a:pt x="620083" y="90195"/>
                  <a:pt x="618418" y="87897"/>
                </a:cubicBezTo>
                <a:cubicBezTo>
                  <a:pt x="616752" y="85598"/>
                  <a:pt x="615582" y="82783"/>
                  <a:pt x="614907" y="79452"/>
                </a:cubicBezTo>
                <a:cubicBezTo>
                  <a:pt x="614443" y="77217"/>
                  <a:pt x="614211" y="73674"/>
                  <a:pt x="614211" y="68824"/>
                </a:cubicBezTo>
                <a:lnTo>
                  <a:pt x="614211" y="27201"/>
                </a:lnTo>
                <a:lnTo>
                  <a:pt x="625597" y="27201"/>
                </a:lnTo>
                <a:lnTo>
                  <a:pt x="625597" y="64420"/>
                </a:lnTo>
                <a:cubicBezTo>
                  <a:pt x="625597" y="70360"/>
                  <a:pt x="625829" y="74361"/>
                  <a:pt x="626293" y="76425"/>
                </a:cubicBezTo>
                <a:cubicBezTo>
                  <a:pt x="627010" y="79417"/>
                  <a:pt x="628528" y="81766"/>
                  <a:pt x="630848" y="83473"/>
                </a:cubicBezTo>
                <a:cubicBezTo>
                  <a:pt x="633167" y="85178"/>
                  <a:pt x="636035" y="86031"/>
                  <a:pt x="639451" y="86031"/>
                </a:cubicBezTo>
                <a:cubicBezTo>
                  <a:pt x="642867" y="86031"/>
                  <a:pt x="646072" y="85157"/>
                  <a:pt x="649066" y="83409"/>
                </a:cubicBezTo>
                <a:cubicBezTo>
                  <a:pt x="652060" y="81661"/>
                  <a:pt x="654179" y="79280"/>
                  <a:pt x="655423" y="76269"/>
                </a:cubicBezTo>
                <a:cubicBezTo>
                  <a:pt x="656667" y="73256"/>
                  <a:pt x="657289" y="68886"/>
                  <a:pt x="657289" y="63157"/>
                </a:cubicBezTo>
                <a:lnTo>
                  <a:pt x="657289" y="27201"/>
                </a:lnTo>
                <a:lnTo>
                  <a:pt x="668676" y="27201"/>
                </a:lnTo>
                <a:lnTo>
                  <a:pt x="668676" y="94381"/>
                </a:lnTo>
                <a:lnTo>
                  <a:pt x="658491" y="94381"/>
                </a:lnTo>
                <a:close/>
                <a:moveTo>
                  <a:pt x="686495" y="94381"/>
                </a:moveTo>
                <a:lnTo>
                  <a:pt x="686495" y="27201"/>
                </a:lnTo>
                <a:lnTo>
                  <a:pt x="696743" y="27201"/>
                </a:lnTo>
                <a:lnTo>
                  <a:pt x="696743" y="36753"/>
                </a:lnTo>
                <a:cubicBezTo>
                  <a:pt x="701677" y="29373"/>
                  <a:pt x="708804" y="25683"/>
                  <a:pt x="718124" y="25683"/>
                </a:cubicBezTo>
                <a:cubicBezTo>
                  <a:pt x="722172" y="25683"/>
                  <a:pt x="725894" y="26410"/>
                  <a:pt x="729289" y="27865"/>
                </a:cubicBezTo>
                <a:cubicBezTo>
                  <a:pt x="732684" y="29320"/>
                  <a:pt x="735225" y="31228"/>
                  <a:pt x="736911" y="33590"/>
                </a:cubicBezTo>
                <a:cubicBezTo>
                  <a:pt x="738598" y="35951"/>
                  <a:pt x="739779" y="38756"/>
                  <a:pt x="740454" y="42003"/>
                </a:cubicBezTo>
                <a:cubicBezTo>
                  <a:pt x="740876" y="44112"/>
                  <a:pt x="741086" y="47802"/>
                  <a:pt x="741086" y="53073"/>
                </a:cubicBezTo>
                <a:lnTo>
                  <a:pt x="741086" y="94381"/>
                </a:lnTo>
                <a:lnTo>
                  <a:pt x="729700" y="94381"/>
                </a:lnTo>
                <a:lnTo>
                  <a:pt x="729700" y="53516"/>
                </a:lnTo>
                <a:cubicBezTo>
                  <a:pt x="729700" y="48877"/>
                  <a:pt x="729257" y="45409"/>
                  <a:pt x="728372" y="43110"/>
                </a:cubicBezTo>
                <a:cubicBezTo>
                  <a:pt x="727486" y="40812"/>
                  <a:pt x="725915" y="38977"/>
                  <a:pt x="723659" y="37607"/>
                </a:cubicBezTo>
                <a:cubicBezTo>
                  <a:pt x="721403" y="36236"/>
                  <a:pt x="718756" y="35551"/>
                  <a:pt x="715720" y="35551"/>
                </a:cubicBezTo>
                <a:cubicBezTo>
                  <a:pt x="710870" y="35551"/>
                  <a:pt x="706685" y="37090"/>
                  <a:pt x="703163" y="40169"/>
                </a:cubicBezTo>
                <a:cubicBezTo>
                  <a:pt x="699642" y="43247"/>
                  <a:pt x="697881" y="49088"/>
                  <a:pt x="697881" y="57691"/>
                </a:cubicBezTo>
                <a:lnTo>
                  <a:pt x="697881" y="94381"/>
                </a:lnTo>
                <a:lnTo>
                  <a:pt x="686495" y="94381"/>
                </a:lnTo>
                <a:close/>
                <a:moveTo>
                  <a:pt x="802111" y="94381"/>
                </a:moveTo>
                <a:lnTo>
                  <a:pt x="802111" y="85904"/>
                </a:lnTo>
                <a:cubicBezTo>
                  <a:pt x="797851" y="92567"/>
                  <a:pt x="791589" y="95899"/>
                  <a:pt x="783323" y="95899"/>
                </a:cubicBezTo>
                <a:cubicBezTo>
                  <a:pt x="777967" y="95899"/>
                  <a:pt x="773044" y="94423"/>
                  <a:pt x="768552" y="91471"/>
                </a:cubicBezTo>
                <a:cubicBezTo>
                  <a:pt x="764061" y="88519"/>
                  <a:pt x="760582" y="84396"/>
                  <a:pt x="758115" y="79104"/>
                </a:cubicBezTo>
                <a:cubicBezTo>
                  <a:pt x="755648" y="73811"/>
                  <a:pt x="754414" y="67728"/>
                  <a:pt x="754414" y="60854"/>
                </a:cubicBezTo>
                <a:cubicBezTo>
                  <a:pt x="754414" y="54149"/>
                  <a:pt x="755532" y="48065"/>
                  <a:pt x="757767" y="42604"/>
                </a:cubicBezTo>
                <a:cubicBezTo>
                  <a:pt x="760002" y="37143"/>
                  <a:pt x="763355" y="32957"/>
                  <a:pt x="767825" y="30047"/>
                </a:cubicBezTo>
                <a:cubicBezTo>
                  <a:pt x="772295" y="27138"/>
                  <a:pt x="777292" y="25683"/>
                  <a:pt x="782817" y="25683"/>
                </a:cubicBezTo>
                <a:cubicBezTo>
                  <a:pt x="786865" y="25683"/>
                  <a:pt x="790471" y="26543"/>
                  <a:pt x="793634" y="28262"/>
                </a:cubicBezTo>
                <a:cubicBezTo>
                  <a:pt x="796797" y="29981"/>
                  <a:pt x="799369" y="32220"/>
                  <a:pt x="801351" y="34980"/>
                </a:cubicBezTo>
                <a:lnTo>
                  <a:pt x="801351" y="1645"/>
                </a:lnTo>
                <a:lnTo>
                  <a:pt x="812675" y="1645"/>
                </a:lnTo>
                <a:lnTo>
                  <a:pt x="812675" y="94381"/>
                </a:lnTo>
                <a:lnTo>
                  <a:pt x="802111" y="94381"/>
                </a:lnTo>
                <a:moveTo>
                  <a:pt x="766117" y="60886"/>
                </a:moveTo>
                <a:cubicBezTo>
                  <a:pt x="766117" y="69478"/>
                  <a:pt x="767930" y="75901"/>
                  <a:pt x="771557" y="80155"/>
                </a:cubicBezTo>
                <a:cubicBezTo>
                  <a:pt x="775184" y="84410"/>
                  <a:pt x="779464" y="86537"/>
                  <a:pt x="784398" y="86537"/>
                </a:cubicBezTo>
                <a:cubicBezTo>
                  <a:pt x="789375" y="86537"/>
                  <a:pt x="793602" y="84504"/>
                  <a:pt x="797082" y="80440"/>
                </a:cubicBezTo>
                <a:cubicBezTo>
                  <a:pt x="800561" y="76376"/>
                  <a:pt x="802300" y="70173"/>
                  <a:pt x="802300" y="61832"/>
                </a:cubicBezTo>
                <a:cubicBezTo>
                  <a:pt x="802300" y="52651"/>
                  <a:pt x="800529" y="45912"/>
                  <a:pt x="796987" y="41616"/>
                </a:cubicBezTo>
                <a:cubicBezTo>
                  <a:pt x="793444" y="37319"/>
                  <a:pt x="789079" y="35171"/>
                  <a:pt x="783892" y="35171"/>
                </a:cubicBezTo>
                <a:cubicBezTo>
                  <a:pt x="778832" y="35171"/>
                  <a:pt x="774604" y="37235"/>
                  <a:pt x="771209" y="41363"/>
                </a:cubicBezTo>
                <a:cubicBezTo>
                  <a:pt x="767814" y="45490"/>
                  <a:pt x="766117" y="51998"/>
                  <a:pt x="766117" y="60886"/>
                </a:cubicBezTo>
                <a:close/>
                <a:moveTo>
                  <a:pt x="865999" y="94381"/>
                </a:moveTo>
                <a:cubicBezTo>
                  <a:pt x="867180" y="88859"/>
                  <a:pt x="868814" y="84233"/>
                  <a:pt x="870901" y="80503"/>
                </a:cubicBezTo>
                <a:cubicBezTo>
                  <a:pt x="872989" y="76773"/>
                  <a:pt x="875762" y="73232"/>
                  <a:pt x="879220" y="69882"/>
                </a:cubicBezTo>
                <a:cubicBezTo>
                  <a:pt x="882678" y="66531"/>
                  <a:pt x="889341" y="60915"/>
                  <a:pt x="899209" y="53036"/>
                </a:cubicBezTo>
                <a:cubicBezTo>
                  <a:pt x="905198" y="48276"/>
                  <a:pt x="909288" y="44758"/>
                  <a:pt x="911481" y="42482"/>
                </a:cubicBezTo>
                <a:cubicBezTo>
                  <a:pt x="914644" y="39195"/>
                  <a:pt x="916943" y="35971"/>
                  <a:pt x="918376" y="32811"/>
                </a:cubicBezTo>
                <a:cubicBezTo>
                  <a:pt x="919346" y="30663"/>
                  <a:pt x="919831" y="28324"/>
                  <a:pt x="919831" y="25795"/>
                </a:cubicBezTo>
                <a:cubicBezTo>
                  <a:pt x="919831" y="21540"/>
                  <a:pt x="918324" y="17927"/>
                  <a:pt x="915308" y="14957"/>
                </a:cubicBezTo>
                <a:cubicBezTo>
                  <a:pt x="912293" y="11986"/>
                  <a:pt x="908593" y="10501"/>
                  <a:pt x="904207" y="10501"/>
                </a:cubicBezTo>
                <a:cubicBezTo>
                  <a:pt x="899863" y="10501"/>
                  <a:pt x="896067" y="12007"/>
                  <a:pt x="892820" y="15020"/>
                </a:cubicBezTo>
                <a:cubicBezTo>
                  <a:pt x="889573" y="18032"/>
                  <a:pt x="887254" y="22868"/>
                  <a:pt x="885862" y="29526"/>
                </a:cubicBezTo>
                <a:lnTo>
                  <a:pt x="874665" y="27881"/>
                </a:lnTo>
                <a:cubicBezTo>
                  <a:pt x="875762" y="19643"/>
                  <a:pt x="878956" y="13148"/>
                  <a:pt x="884249" y="8395"/>
                </a:cubicBezTo>
                <a:cubicBezTo>
                  <a:pt x="889541" y="3642"/>
                  <a:pt x="896131" y="1265"/>
                  <a:pt x="904017" y="1265"/>
                </a:cubicBezTo>
                <a:cubicBezTo>
                  <a:pt x="909288" y="1265"/>
                  <a:pt x="914064" y="2363"/>
                  <a:pt x="918345" y="4559"/>
                </a:cubicBezTo>
                <a:cubicBezTo>
                  <a:pt x="922625" y="6753"/>
                  <a:pt x="925841" y="9833"/>
                  <a:pt x="927992" y="13800"/>
                </a:cubicBezTo>
                <a:cubicBezTo>
                  <a:pt x="930142" y="17767"/>
                  <a:pt x="931218" y="21861"/>
                  <a:pt x="931218" y="26082"/>
                </a:cubicBezTo>
                <a:cubicBezTo>
                  <a:pt x="931218" y="32244"/>
                  <a:pt x="929025" y="38174"/>
                  <a:pt x="924639" y="43871"/>
                </a:cubicBezTo>
                <a:cubicBezTo>
                  <a:pt x="921940" y="47411"/>
                  <a:pt x="914012" y="54385"/>
                  <a:pt x="900854" y="64792"/>
                </a:cubicBezTo>
                <a:cubicBezTo>
                  <a:pt x="895203" y="69258"/>
                  <a:pt x="890996" y="72924"/>
                  <a:pt x="888234" y="75791"/>
                </a:cubicBezTo>
                <a:cubicBezTo>
                  <a:pt x="885472" y="78656"/>
                  <a:pt x="883395" y="81352"/>
                  <a:pt x="882003" y="83880"/>
                </a:cubicBezTo>
                <a:lnTo>
                  <a:pt x="923500" y="83880"/>
                </a:lnTo>
                <a:lnTo>
                  <a:pt x="921286" y="94381"/>
                </a:lnTo>
                <a:lnTo>
                  <a:pt x="865999" y="9438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1" name="Text SearchTargets:[IOBSourcesinRound1]">
            <a:extLst xmlns:a="http://schemas.openxmlformats.org/drawingml/2006/main">
              <a:ext uri="{FF2B5EF4-FFF2-40B4-BE49-F238E27FC236}">
                <a16:creationId xmlns:a16="http://schemas.microsoft.com/office/drawing/2014/main" id="{26744A1D-D113-4F65-B873-BD5B39633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2505" y="2808994"/>
            <a:ext cx="2418408" cy="114807"/>
          </a:xfrm>
          <a:custGeom xmlns:a="http://schemas.openxmlformats.org/drawingml/2006/main">
            <a:pathLst>
              <a:path w="2418408" h="114807">
                <a:moveTo>
                  <a:pt x="0" y="64270"/>
                </a:moveTo>
                <a:lnTo>
                  <a:pt x="18218" y="62499"/>
                </a:lnTo>
                <a:cubicBezTo>
                  <a:pt x="19315" y="68636"/>
                  <a:pt x="21539" y="73144"/>
                  <a:pt x="24892" y="76022"/>
                </a:cubicBezTo>
                <a:cubicBezTo>
                  <a:pt x="28245" y="78899"/>
                  <a:pt x="32768" y="80337"/>
                  <a:pt x="38461" y="80337"/>
                </a:cubicBezTo>
                <a:cubicBezTo>
                  <a:pt x="44491" y="80337"/>
                  <a:pt x="49035" y="79058"/>
                  <a:pt x="52093" y="76498"/>
                </a:cubicBezTo>
                <a:cubicBezTo>
                  <a:pt x="55150" y="73939"/>
                  <a:pt x="56679" y="70946"/>
                  <a:pt x="56679" y="67518"/>
                </a:cubicBezTo>
                <a:cubicBezTo>
                  <a:pt x="56679" y="65318"/>
                  <a:pt x="56036" y="63447"/>
                  <a:pt x="54750" y="61904"/>
                </a:cubicBezTo>
                <a:cubicBezTo>
                  <a:pt x="53463" y="60359"/>
                  <a:pt x="51218" y="59016"/>
                  <a:pt x="48013" y="57873"/>
                </a:cubicBezTo>
                <a:cubicBezTo>
                  <a:pt x="45820" y="57113"/>
                  <a:pt x="40822" y="55760"/>
                  <a:pt x="33021" y="53817"/>
                </a:cubicBezTo>
                <a:cubicBezTo>
                  <a:pt x="22984" y="51323"/>
                  <a:pt x="15941" y="48259"/>
                  <a:pt x="11892" y="44624"/>
                </a:cubicBezTo>
                <a:cubicBezTo>
                  <a:pt x="6199" y="39511"/>
                  <a:pt x="3353" y="33278"/>
                  <a:pt x="3353" y="25926"/>
                </a:cubicBezTo>
                <a:cubicBezTo>
                  <a:pt x="3353" y="21193"/>
                  <a:pt x="4692" y="16767"/>
                  <a:pt x="7370" y="12648"/>
                </a:cubicBezTo>
                <a:cubicBezTo>
                  <a:pt x="10047" y="8527"/>
                  <a:pt x="13906" y="5389"/>
                  <a:pt x="18946" y="3234"/>
                </a:cubicBezTo>
                <a:cubicBezTo>
                  <a:pt x="23985" y="1078"/>
                  <a:pt x="30069" y="0"/>
                  <a:pt x="37196" y="0"/>
                </a:cubicBezTo>
                <a:cubicBezTo>
                  <a:pt x="48835" y="0"/>
                  <a:pt x="57596" y="2563"/>
                  <a:pt x="63479" y="7690"/>
                </a:cubicBezTo>
                <a:cubicBezTo>
                  <a:pt x="69362" y="12815"/>
                  <a:pt x="72451" y="19656"/>
                  <a:pt x="72746" y="28213"/>
                </a:cubicBezTo>
                <a:lnTo>
                  <a:pt x="54022" y="28972"/>
                </a:lnTo>
                <a:cubicBezTo>
                  <a:pt x="53221" y="24207"/>
                  <a:pt x="51502" y="20780"/>
                  <a:pt x="48867" y="18693"/>
                </a:cubicBezTo>
                <a:cubicBezTo>
                  <a:pt x="46231" y="16605"/>
                  <a:pt x="42277" y="15561"/>
                  <a:pt x="37006" y="15561"/>
                </a:cubicBezTo>
                <a:cubicBezTo>
                  <a:pt x="31566" y="15561"/>
                  <a:pt x="27306" y="16680"/>
                  <a:pt x="24228" y="18916"/>
                </a:cubicBezTo>
                <a:cubicBezTo>
                  <a:pt x="22246" y="20350"/>
                  <a:pt x="21255" y="22269"/>
                  <a:pt x="21255" y="24674"/>
                </a:cubicBezTo>
                <a:cubicBezTo>
                  <a:pt x="21255" y="26869"/>
                  <a:pt x="22182" y="28746"/>
                  <a:pt x="24038" y="30306"/>
                </a:cubicBezTo>
                <a:cubicBezTo>
                  <a:pt x="26400" y="32290"/>
                  <a:pt x="32135" y="34359"/>
                  <a:pt x="41244" y="36514"/>
                </a:cubicBezTo>
                <a:cubicBezTo>
                  <a:pt x="50353" y="38668"/>
                  <a:pt x="57090" y="40897"/>
                  <a:pt x="61455" y="43201"/>
                </a:cubicBezTo>
                <a:cubicBezTo>
                  <a:pt x="65820" y="45503"/>
                  <a:pt x="69236" y="48651"/>
                  <a:pt x="71703" y="52644"/>
                </a:cubicBezTo>
                <a:cubicBezTo>
                  <a:pt x="74170" y="56636"/>
                  <a:pt x="75403" y="61569"/>
                  <a:pt x="75403" y="67443"/>
                </a:cubicBezTo>
                <a:cubicBezTo>
                  <a:pt x="75403" y="72766"/>
                  <a:pt x="73927" y="77751"/>
                  <a:pt x="70975" y="82399"/>
                </a:cubicBezTo>
                <a:cubicBezTo>
                  <a:pt x="68023" y="87047"/>
                  <a:pt x="63848" y="90501"/>
                  <a:pt x="58450" y="92762"/>
                </a:cubicBezTo>
                <a:cubicBezTo>
                  <a:pt x="53052" y="95022"/>
                  <a:pt x="46326" y="96152"/>
                  <a:pt x="38271" y="96152"/>
                </a:cubicBezTo>
                <a:cubicBezTo>
                  <a:pt x="26547" y="96152"/>
                  <a:pt x="17543" y="93437"/>
                  <a:pt x="11260" y="88007"/>
                </a:cubicBezTo>
                <a:cubicBezTo>
                  <a:pt x="4976" y="82578"/>
                  <a:pt x="1223" y="74665"/>
                  <a:pt x="0" y="64270"/>
                </a:cubicBezTo>
                <a:close/>
                <a:moveTo>
                  <a:pt x="129803" y="72999"/>
                </a:moveTo>
                <a:lnTo>
                  <a:pt x="147515" y="76036"/>
                </a:lnTo>
                <a:cubicBezTo>
                  <a:pt x="145238" y="82509"/>
                  <a:pt x="141642" y="87438"/>
                  <a:pt x="136729" y="90822"/>
                </a:cubicBezTo>
                <a:cubicBezTo>
                  <a:pt x="131816" y="94207"/>
                  <a:pt x="125670" y="95899"/>
                  <a:pt x="118290" y="95899"/>
                </a:cubicBezTo>
                <a:cubicBezTo>
                  <a:pt x="106608" y="95899"/>
                  <a:pt x="97963" y="92082"/>
                  <a:pt x="92354" y="84449"/>
                </a:cubicBezTo>
                <a:cubicBezTo>
                  <a:pt x="87926" y="78334"/>
                  <a:pt x="85712" y="70617"/>
                  <a:pt x="85712" y="61297"/>
                </a:cubicBezTo>
                <a:cubicBezTo>
                  <a:pt x="85712" y="50163"/>
                  <a:pt x="88622" y="41444"/>
                  <a:pt x="94442" y="35140"/>
                </a:cubicBezTo>
                <a:cubicBezTo>
                  <a:pt x="100261" y="28835"/>
                  <a:pt x="107620" y="25683"/>
                  <a:pt x="116519" y="25683"/>
                </a:cubicBezTo>
                <a:cubicBezTo>
                  <a:pt x="126513" y="25683"/>
                  <a:pt x="134399" y="28983"/>
                  <a:pt x="140177" y="35582"/>
                </a:cubicBezTo>
                <a:cubicBezTo>
                  <a:pt x="145955" y="42182"/>
                  <a:pt x="148717" y="52293"/>
                  <a:pt x="148464" y="65915"/>
                </a:cubicBezTo>
                <a:lnTo>
                  <a:pt x="103930" y="65915"/>
                </a:lnTo>
                <a:cubicBezTo>
                  <a:pt x="104057" y="71186"/>
                  <a:pt x="105491" y="75287"/>
                  <a:pt x="108232" y="78218"/>
                </a:cubicBezTo>
                <a:cubicBezTo>
                  <a:pt x="110973" y="81149"/>
                  <a:pt x="114389" y="82615"/>
                  <a:pt x="118480" y="82615"/>
                </a:cubicBezTo>
                <a:cubicBezTo>
                  <a:pt x="121263" y="82615"/>
                  <a:pt x="123603" y="81856"/>
                  <a:pt x="125501" y="80337"/>
                </a:cubicBezTo>
                <a:cubicBezTo>
                  <a:pt x="127399" y="78819"/>
                  <a:pt x="128833" y="76373"/>
                  <a:pt x="129803" y="72999"/>
                </a:cubicBezTo>
                <a:moveTo>
                  <a:pt x="130815" y="55034"/>
                </a:moveTo>
                <a:cubicBezTo>
                  <a:pt x="130688" y="49910"/>
                  <a:pt x="129360" y="46015"/>
                  <a:pt x="126830" y="43347"/>
                </a:cubicBezTo>
                <a:cubicBezTo>
                  <a:pt x="124299" y="40680"/>
                  <a:pt x="121221" y="39346"/>
                  <a:pt x="117594" y="39346"/>
                </a:cubicBezTo>
                <a:cubicBezTo>
                  <a:pt x="113714" y="39346"/>
                  <a:pt x="110509" y="40753"/>
                  <a:pt x="107979" y="43567"/>
                </a:cubicBezTo>
                <a:cubicBezTo>
                  <a:pt x="105448" y="46382"/>
                  <a:pt x="104204" y="50204"/>
                  <a:pt x="104247" y="55034"/>
                </a:cubicBezTo>
                <a:lnTo>
                  <a:pt x="130815" y="55034"/>
                </a:lnTo>
                <a:close/>
                <a:moveTo>
                  <a:pt x="176214" y="47949"/>
                </a:moveTo>
                <a:lnTo>
                  <a:pt x="160084" y="45040"/>
                </a:lnTo>
                <a:cubicBezTo>
                  <a:pt x="161897" y="38459"/>
                  <a:pt x="165018" y="33589"/>
                  <a:pt x="169446" y="30427"/>
                </a:cubicBezTo>
                <a:cubicBezTo>
                  <a:pt x="173874" y="27264"/>
                  <a:pt x="180453" y="25683"/>
                  <a:pt x="189182" y="25683"/>
                </a:cubicBezTo>
                <a:cubicBezTo>
                  <a:pt x="197110" y="25683"/>
                  <a:pt x="203015" y="26621"/>
                  <a:pt x="206894" y="28498"/>
                </a:cubicBezTo>
                <a:cubicBezTo>
                  <a:pt x="210774" y="30374"/>
                  <a:pt x="213505" y="32757"/>
                  <a:pt x="215086" y="35646"/>
                </a:cubicBezTo>
                <a:cubicBezTo>
                  <a:pt x="216668" y="38535"/>
                  <a:pt x="217458" y="43838"/>
                  <a:pt x="217458" y="51555"/>
                </a:cubicBezTo>
                <a:lnTo>
                  <a:pt x="217269" y="72304"/>
                </a:lnTo>
                <a:cubicBezTo>
                  <a:pt x="217269" y="78208"/>
                  <a:pt x="217553" y="82562"/>
                  <a:pt x="218123" y="85366"/>
                </a:cubicBezTo>
                <a:cubicBezTo>
                  <a:pt x="218692" y="88171"/>
                  <a:pt x="219757" y="91176"/>
                  <a:pt x="221317" y="94381"/>
                </a:cubicBezTo>
                <a:lnTo>
                  <a:pt x="203731" y="94381"/>
                </a:lnTo>
                <a:cubicBezTo>
                  <a:pt x="203268" y="93200"/>
                  <a:pt x="202698" y="91450"/>
                  <a:pt x="202023" y="89130"/>
                </a:cubicBezTo>
                <a:cubicBezTo>
                  <a:pt x="201728" y="88076"/>
                  <a:pt x="201517" y="87380"/>
                  <a:pt x="201391" y="87043"/>
                </a:cubicBezTo>
                <a:cubicBezTo>
                  <a:pt x="198355" y="89995"/>
                  <a:pt x="195107" y="92209"/>
                  <a:pt x="191649" y="93685"/>
                </a:cubicBezTo>
                <a:cubicBezTo>
                  <a:pt x="188191" y="95161"/>
                  <a:pt x="184501" y="95899"/>
                  <a:pt x="180579" y="95899"/>
                </a:cubicBezTo>
                <a:cubicBezTo>
                  <a:pt x="173663" y="95899"/>
                  <a:pt x="168212" y="94030"/>
                  <a:pt x="164227" y="90293"/>
                </a:cubicBezTo>
                <a:cubicBezTo>
                  <a:pt x="160242" y="86555"/>
                  <a:pt x="158249" y="81831"/>
                  <a:pt x="158249" y="76119"/>
                </a:cubicBezTo>
                <a:cubicBezTo>
                  <a:pt x="158249" y="72339"/>
                  <a:pt x="159156" y="68969"/>
                  <a:pt x="160969" y="66009"/>
                </a:cubicBezTo>
                <a:cubicBezTo>
                  <a:pt x="162783" y="63048"/>
                  <a:pt x="165323" y="60780"/>
                  <a:pt x="168592" y="59205"/>
                </a:cubicBezTo>
                <a:cubicBezTo>
                  <a:pt x="171860" y="57630"/>
                  <a:pt x="176573" y="56255"/>
                  <a:pt x="182730" y="55080"/>
                </a:cubicBezTo>
                <a:cubicBezTo>
                  <a:pt x="191038" y="53526"/>
                  <a:pt x="196794" y="52077"/>
                  <a:pt x="199999" y="50733"/>
                </a:cubicBezTo>
                <a:lnTo>
                  <a:pt x="199999" y="48942"/>
                </a:lnTo>
                <a:cubicBezTo>
                  <a:pt x="199999" y="45488"/>
                  <a:pt x="199156" y="43025"/>
                  <a:pt x="197469" y="41554"/>
                </a:cubicBezTo>
                <a:cubicBezTo>
                  <a:pt x="195782" y="40082"/>
                  <a:pt x="192598" y="39346"/>
                  <a:pt x="187917" y="39346"/>
                </a:cubicBezTo>
                <a:cubicBezTo>
                  <a:pt x="184754" y="39346"/>
                  <a:pt x="182287" y="39983"/>
                  <a:pt x="180516" y="41256"/>
                </a:cubicBezTo>
                <a:cubicBezTo>
                  <a:pt x="178745" y="42528"/>
                  <a:pt x="177311" y="44759"/>
                  <a:pt x="176214" y="47949"/>
                </a:cubicBezTo>
                <a:moveTo>
                  <a:pt x="199999" y="62372"/>
                </a:moveTo>
                <a:cubicBezTo>
                  <a:pt x="197722" y="63122"/>
                  <a:pt x="194116" y="64018"/>
                  <a:pt x="189182" y="65061"/>
                </a:cubicBezTo>
                <a:cubicBezTo>
                  <a:pt x="184248" y="66102"/>
                  <a:pt x="181022" y="67122"/>
                  <a:pt x="179504" y="68123"/>
                </a:cubicBezTo>
                <a:cubicBezTo>
                  <a:pt x="177184" y="69748"/>
                  <a:pt x="176025" y="71810"/>
                  <a:pt x="176025" y="74310"/>
                </a:cubicBezTo>
                <a:cubicBezTo>
                  <a:pt x="176025" y="76769"/>
                  <a:pt x="176952" y="78895"/>
                  <a:pt x="178808" y="80687"/>
                </a:cubicBezTo>
                <a:cubicBezTo>
                  <a:pt x="180663" y="82478"/>
                  <a:pt x="183025" y="83374"/>
                  <a:pt x="185893" y="83374"/>
                </a:cubicBezTo>
                <a:cubicBezTo>
                  <a:pt x="189098" y="83374"/>
                  <a:pt x="192155" y="82332"/>
                  <a:pt x="195065" y="80248"/>
                </a:cubicBezTo>
                <a:cubicBezTo>
                  <a:pt x="197216" y="78666"/>
                  <a:pt x="198629" y="76728"/>
                  <a:pt x="199303" y="74435"/>
                </a:cubicBezTo>
                <a:cubicBezTo>
                  <a:pt x="199767" y="72935"/>
                  <a:pt x="199999" y="70081"/>
                  <a:pt x="199999" y="65873"/>
                </a:cubicBezTo>
                <a:lnTo>
                  <a:pt x="199999" y="62372"/>
                </a:lnTo>
                <a:close/>
                <a:moveTo>
                  <a:pt x="251977" y="94381"/>
                </a:moveTo>
                <a:lnTo>
                  <a:pt x="234202" y="94381"/>
                </a:lnTo>
                <a:lnTo>
                  <a:pt x="234202" y="27201"/>
                </a:lnTo>
                <a:lnTo>
                  <a:pt x="250712" y="27201"/>
                </a:lnTo>
                <a:lnTo>
                  <a:pt x="250712" y="36753"/>
                </a:lnTo>
                <a:cubicBezTo>
                  <a:pt x="253538" y="32240"/>
                  <a:pt x="256078" y="29267"/>
                  <a:pt x="258335" y="27833"/>
                </a:cubicBezTo>
                <a:cubicBezTo>
                  <a:pt x="260591" y="26400"/>
                  <a:pt x="263153" y="25683"/>
                  <a:pt x="266020" y="25683"/>
                </a:cubicBezTo>
                <a:cubicBezTo>
                  <a:pt x="270069" y="25683"/>
                  <a:pt x="273970" y="26800"/>
                  <a:pt x="277723" y="29035"/>
                </a:cubicBezTo>
                <a:lnTo>
                  <a:pt x="272220" y="44533"/>
                </a:lnTo>
                <a:cubicBezTo>
                  <a:pt x="269226" y="42594"/>
                  <a:pt x="266442" y="41624"/>
                  <a:pt x="263870" y="41624"/>
                </a:cubicBezTo>
                <a:cubicBezTo>
                  <a:pt x="261382" y="41624"/>
                  <a:pt x="259273" y="42309"/>
                  <a:pt x="257544" y="43679"/>
                </a:cubicBezTo>
                <a:cubicBezTo>
                  <a:pt x="255815" y="45050"/>
                  <a:pt x="254455" y="47528"/>
                  <a:pt x="253464" y="51112"/>
                </a:cubicBezTo>
                <a:cubicBezTo>
                  <a:pt x="252473" y="54697"/>
                  <a:pt x="251977" y="62203"/>
                  <a:pt x="251977" y="73632"/>
                </a:cubicBezTo>
                <a:lnTo>
                  <a:pt x="251977" y="94381"/>
                </a:lnTo>
                <a:close/>
                <a:moveTo>
                  <a:pt x="343933" y="47064"/>
                </a:moveTo>
                <a:lnTo>
                  <a:pt x="326411" y="50227"/>
                </a:lnTo>
                <a:cubicBezTo>
                  <a:pt x="325821" y="46747"/>
                  <a:pt x="324482" y="44128"/>
                  <a:pt x="322394" y="42367"/>
                </a:cubicBezTo>
                <a:cubicBezTo>
                  <a:pt x="320307" y="40606"/>
                  <a:pt x="317597" y="39726"/>
                  <a:pt x="314265" y="39726"/>
                </a:cubicBezTo>
                <a:cubicBezTo>
                  <a:pt x="309837" y="39726"/>
                  <a:pt x="306305" y="41250"/>
                  <a:pt x="303670" y="44298"/>
                </a:cubicBezTo>
                <a:cubicBezTo>
                  <a:pt x="301034" y="47346"/>
                  <a:pt x="299716" y="52444"/>
                  <a:pt x="299716" y="59591"/>
                </a:cubicBezTo>
                <a:cubicBezTo>
                  <a:pt x="299716" y="67538"/>
                  <a:pt x="301055" y="73151"/>
                  <a:pt x="303733" y="76431"/>
                </a:cubicBezTo>
                <a:cubicBezTo>
                  <a:pt x="306411" y="79710"/>
                  <a:pt x="310006" y="81349"/>
                  <a:pt x="314518" y="81349"/>
                </a:cubicBezTo>
                <a:cubicBezTo>
                  <a:pt x="317892" y="81349"/>
                  <a:pt x="320654" y="80390"/>
                  <a:pt x="322805" y="78471"/>
                </a:cubicBezTo>
                <a:cubicBezTo>
                  <a:pt x="324956" y="76552"/>
                  <a:pt x="326474" y="73252"/>
                  <a:pt x="327360" y="68571"/>
                </a:cubicBezTo>
                <a:lnTo>
                  <a:pt x="344819" y="71608"/>
                </a:lnTo>
                <a:cubicBezTo>
                  <a:pt x="343006" y="79620"/>
                  <a:pt x="339526" y="85672"/>
                  <a:pt x="334381" y="89763"/>
                </a:cubicBezTo>
                <a:cubicBezTo>
                  <a:pt x="329236" y="93853"/>
                  <a:pt x="322341" y="95899"/>
                  <a:pt x="313696" y="95899"/>
                </a:cubicBezTo>
                <a:cubicBezTo>
                  <a:pt x="303870" y="95899"/>
                  <a:pt x="296037" y="92799"/>
                  <a:pt x="290196" y="86600"/>
                </a:cubicBezTo>
                <a:cubicBezTo>
                  <a:pt x="284355" y="80401"/>
                  <a:pt x="281435" y="71819"/>
                  <a:pt x="281435" y="60854"/>
                </a:cubicBezTo>
                <a:cubicBezTo>
                  <a:pt x="281435" y="49763"/>
                  <a:pt x="284366" y="41128"/>
                  <a:pt x="290227" y="34950"/>
                </a:cubicBezTo>
                <a:cubicBezTo>
                  <a:pt x="296089" y="28772"/>
                  <a:pt x="304018" y="25683"/>
                  <a:pt x="314012" y="25683"/>
                </a:cubicBezTo>
                <a:cubicBezTo>
                  <a:pt x="322194" y="25683"/>
                  <a:pt x="328699" y="27443"/>
                  <a:pt x="333527" y="30965"/>
                </a:cubicBezTo>
                <a:cubicBezTo>
                  <a:pt x="338356" y="34486"/>
                  <a:pt x="341825" y="39852"/>
                  <a:pt x="343933" y="47064"/>
                </a:cubicBezTo>
                <a:close/>
                <a:moveTo>
                  <a:pt x="375100" y="1645"/>
                </a:moveTo>
                <a:lnTo>
                  <a:pt x="375100" y="35788"/>
                </a:lnTo>
                <a:cubicBezTo>
                  <a:pt x="380835" y="29051"/>
                  <a:pt x="387688" y="25683"/>
                  <a:pt x="395659" y="25683"/>
                </a:cubicBezTo>
                <a:cubicBezTo>
                  <a:pt x="399749" y="25683"/>
                  <a:pt x="403439" y="26442"/>
                  <a:pt x="406729" y="27960"/>
                </a:cubicBezTo>
                <a:cubicBezTo>
                  <a:pt x="410018" y="29478"/>
                  <a:pt x="412496" y="31418"/>
                  <a:pt x="414161" y="33780"/>
                </a:cubicBezTo>
                <a:cubicBezTo>
                  <a:pt x="415827" y="36141"/>
                  <a:pt x="416966" y="38756"/>
                  <a:pt x="417577" y="41624"/>
                </a:cubicBezTo>
                <a:cubicBezTo>
                  <a:pt x="418189" y="44491"/>
                  <a:pt x="418495" y="48940"/>
                  <a:pt x="418495" y="54971"/>
                </a:cubicBezTo>
                <a:lnTo>
                  <a:pt x="418495" y="94381"/>
                </a:lnTo>
                <a:lnTo>
                  <a:pt x="400719" y="94381"/>
                </a:lnTo>
                <a:lnTo>
                  <a:pt x="400719" y="58934"/>
                </a:lnTo>
                <a:cubicBezTo>
                  <a:pt x="400719" y="51900"/>
                  <a:pt x="400382" y="47435"/>
                  <a:pt x="399707" y="45540"/>
                </a:cubicBezTo>
                <a:cubicBezTo>
                  <a:pt x="399032" y="43643"/>
                  <a:pt x="397841" y="42137"/>
                  <a:pt x="396133" y="41021"/>
                </a:cubicBezTo>
                <a:cubicBezTo>
                  <a:pt x="394425" y="39904"/>
                  <a:pt x="392285" y="39346"/>
                  <a:pt x="389712" y="39346"/>
                </a:cubicBezTo>
                <a:cubicBezTo>
                  <a:pt x="386760" y="39346"/>
                  <a:pt x="384125" y="40063"/>
                  <a:pt x="381805" y="41495"/>
                </a:cubicBezTo>
                <a:cubicBezTo>
                  <a:pt x="379486" y="42928"/>
                  <a:pt x="377788" y="45086"/>
                  <a:pt x="376713" y="47971"/>
                </a:cubicBezTo>
                <a:cubicBezTo>
                  <a:pt x="375637" y="50856"/>
                  <a:pt x="375100" y="55121"/>
                  <a:pt x="375100" y="60767"/>
                </a:cubicBezTo>
                <a:lnTo>
                  <a:pt x="375100" y="94381"/>
                </a:lnTo>
                <a:lnTo>
                  <a:pt x="357324" y="94381"/>
                </a:lnTo>
                <a:lnTo>
                  <a:pt x="357324" y="1645"/>
                </a:lnTo>
                <a:lnTo>
                  <a:pt x="375100" y="1645"/>
                </a:lnTo>
                <a:close/>
                <a:moveTo>
                  <a:pt x="493302" y="94381"/>
                </a:moveTo>
                <a:lnTo>
                  <a:pt x="493302" y="17333"/>
                </a:lnTo>
                <a:lnTo>
                  <a:pt x="465785" y="17333"/>
                </a:lnTo>
                <a:lnTo>
                  <a:pt x="465785" y="1645"/>
                </a:lnTo>
                <a:lnTo>
                  <a:pt x="539480" y="1645"/>
                </a:lnTo>
                <a:lnTo>
                  <a:pt x="539480" y="17333"/>
                </a:lnTo>
                <a:lnTo>
                  <a:pt x="512026" y="17333"/>
                </a:lnTo>
                <a:lnTo>
                  <a:pt x="512026" y="94381"/>
                </a:lnTo>
                <a:lnTo>
                  <a:pt x="493302" y="94381"/>
                </a:lnTo>
                <a:close/>
                <a:moveTo>
                  <a:pt x="555024" y="47949"/>
                </a:moveTo>
                <a:lnTo>
                  <a:pt x="538893" y="45040"/>
                </a:lnTo>
                <a:cubicBezTo>
                  <a:pt x="540707" y="38459"/>
                  <a:pt x="543827" y="33589"/>
                  <a:pt x="548255" y="30427"/>
                </a:cubicBezTo>
                <a:cubicBezTo>
                  <a:pt x="552683" y="27264"/>
                  <a:pt x="559262" y="25683"/>
                  <a:pt x="567992" y="25683"/>
                </a:cubicBezTo>
                <a:cubicBezTo>
                  <a:pt x="575920" y="25683"/>
                  <a:pt x="581824" y="26621"/>
                  <a:pt x="585704" y="28498"/>
                </a:cubicBezTo>
                <a:cubicBezTo>
                  <a:pt x="589584" y="30374"/>
                  <a:pt x="592314" y="32757"/>
                  <a:pt x="593896" y="35646"/>
                </a:cubicBezTo>
                <a:cubicBezTo>
                  <a:pt x="595477" y="38535"/>
                  <a:pt x="596268" y="43838"/>
                  <a:pt x="596268" y="51555"/>
                </a:cubicBezTo>
                <a:lnTo>
                  <a:pt x="596078" y="72304"/>
                </a:lnTo>
                <a:cubicBezTo>
                  <a:pt x="596078" y="78208"/>
                  <a:pt x="596363" y="82562"/>
                  <a:pt x="596932" y="85366"/>
                </a:cubicBezTo>
                <a:cubicBezTo>
                  <a:pt x="597502" y="88171"/>
                  <a:pt x="598566" y="91176"/>
                  <a:pt x="600127" y="94381"/>
                </a:cubicBezTo>
                <a:lnTo>
                  <a:pt x="582541" y="94381"/>
                </a:lnTo>
                <a:cubicBezTo>
                  <a:pt x="582077" y="93200"/>
                  <a:pt x="581508" y="91450"/>
                  <a:pt x="580833" y="89130"/>
                </a:cubicBezTo>
                <a:cubicBezTo>
                  <a:pt x="580538" y="88076"/>
                  <a:pt x="580327" y="87380"/>
                  <a:pt x="580201" y="87043"/>
                </a:cubicBezTo>
                <a:cubicBezTo>
                  <a:pt x="577164" y="89995"/>
                  <a:pt x="573917" y="92209"/>
                  <a:pt x="570459" y="93685"/>
                </a:cubicBezTo>
                <a:cubicBezTo>
                  <a:pt x="567001" y="95161"/>
                  <a:pt x="563311" y="95899"/>
                  <a:pt x="559389" y="95899"/>
                </a:cubicBezTo>
                <a:cubicBezTo>
                  <a:pt x="552473" y="95899"/>
                  <a:pt x="547022" y="94030"/>
                  <a:pt x="543037" y="90293"/>
                </a:cubicBezTo>
                <a:cubicBezTo>
                  <a:pt x="539051" y="86555"/>
                  <a:pt x="537059" y="81831"/>
                  <a:pt x="537059" y="76119"/>
                </a:cubicBezTo>
                <a:cubicBezTo>
                  <a:pt x="537059" y="72339"/>
                  <a:pt x="537965" y="68969"/>
                  <a:pt x="539779" y="66009"/>
                </a:cubicBezTo>
                <a:cubicBezTo>
                  <a:pt x="541592" y="63048"/>
                  <a:pt x="544133" y="60780"/>
                  <a:pt x="547401" y="59205"/>
                </a:cubicBezTo>
                <a:cubicBezTo>
                  <a:pt x="550670" y="57630"/>
                  <a:pt x="555382" y="56255"/>
                  <a:pt x="561539" y="55080"/>
                </a:cubicBezTo>
                <a:cubicBezTo>
                  <a:pt x="569847" y="53526"/>
                  <a:pt x="575604" y="52077"/>
                  <a:pt x="578809" y="50733"/>
                </a:cubicBezTo>
                <a:lnTo>
                  <a:pt x="578809" y="48942"/>
                </a:lnTo>
                <a:cubicBezTo>
                  <a:pt x="578809" y="45488"/>
                  <a:pt x="577965" y="43025"/>
                  <a:pt x="576279" y="41554"/>
                </a:cubicBezTo>
                <a:cubicBezTo>
                  <a:pt x="574592" y="40082"/>
                  <a:pt x="571408" y="39346"/>
                  <a:pt x="566727" y="39346"/>
                </a:cubicBezTo>
                <a:cubicBezTo>
                  <a:pt x="563564" y="39346"/>
                  <a:pt x="561097" y="39983"/>
                  <a:pt x="559325" y="41256"/>
                </a:cubicBezTo>
                <a:cubicBezTo>
                  <a:pt x="557554" y="42528"/>
                  <a:pt x="556120" y="44759"/>
                  <a:pt x="555024" y="47949"/>
                </a:cubicBezTo>
                <a:moveTo>
                  <a:pt x="578809" y="62372"/>
                </a:moveTo>
                <a:cubicBezTo>
                  <a:pt x="576532" y="63122"/>
                  <a:pt x="572926" y="64018"/>
                  <a:pt x="567992" y="65061"/>
                </a:cubicBezTo>
                <a:cubicBezTo>
                  <a:pt x="563058" y="66102"/>
                  <a:pt x="559832" y="67122"/>
                  <a:pt x="558313" y="68123"/>
                </a:cubicBezTo>
                <a:cubicBezTo>
                  <a:pt x="555994" y="69748"/>
                  <a:pt x="554834" y="71810"/>
                  <a:pt x="554834" y="74310"/>
                </a:cubicBezTo>
                <a:cubicBezTo>
                  <a:pt x="554834" y="76769"/>
                  <a:pt x="555762" y="78895"/>
                  <a:pt x="557618" y="80687"/>
                </a:cubicBezTo>
                <a:cubicBezTo>
                  <a:pt x="559473" y="82478"/>
                  <a:pt x="561835" y="83374"/>
                  <a:pt x="564702" y="83374"/>
                </a:cubicBezTo>
                <a:cubicBezTo>
                  <a:pt x="567907" y="83374"/>
                  <a:pt x="570965" y="82332"/>
                  <a:pt x="573875" y="80248"/>
                </a:cubicBezTo>
                <a:cubicBezTo>
                  <a:pt x="576026" y="78666"/>
                  <a:pt x="577438" y="76728"/>
                  <a:pt x="578113" y="74435"/>
                </a:cubicBezTo>
                <a:cubicBezTo>
                  <a:pt x="578577" y="72935"/>
                  <a:pt x="578809" y="70081"/>
                  <a:pt x="578809" y="65873"/>
                </a:cubicBezTo>
                <a:lnTo>
                  <a:pt x="578809" y="62372"/>
                </a:lnTo>
                <a:close/>
                <a:moveTo>
                  <a:pt x="630787" y="94381"/>
                </a:moveTo>
                <a:lnTo>
                  <a:pt x="613012" y="94381"/>
                </a:lnTo>
                <a:lnTo>
                  <a:pt x="613012" y="27201"/>
                </a:lnTo>
                <a:lnTo>
                  <a:pt x="629522" y="27201"/>
                </a:lnTo>
                <a:lnTo>
                  <a:pt x="629522" y="36753"/>
                </a:lnTo>
                <a:cubicBezTo>
                  <a:pt x="632348" y="32240"/>
                  <a:pt x="634888" y="29267"/>
                  <a:pt x="637145" y="27833"/>
                </a:cubicBezTo>
                <a:cubicBezTo>
                  <a:pt x="639401" y="26400"/>
                  <a:pt x="641963" y="25683"/>
                  <a:pt x="644830" y="25683"/>
                </a:cubicBezTo>
                <a:cubicBezTo>
                  <a:pt x="648879" y="25683"/>
                  <a:pt x="652780" y="26800"/>
                  <a:pt x="656533" y="29035"/>
                </a:cubicBezTo>
                <a:lnTo>
                  <a:pt x="651030" y="44533"/>
                </a:lnTo>
                <a:cubicBezTo>
                  <a:pt x="648035" y="42594"/>
                  <a:pt x="645252" y="41624"/>
                  <a:pt x="642680" y="41624"/>
                </a:cubicBezTo>
                <a:cubicBezTo>
                  <a:pt x="640191" y="41624"/>
                  <a:pt x="638083" y="42309"/>
                  <a:pt x="636354" y="43679"/>
                </a:cubicBezTo>
                <a:cubicBezTo>
                  <a:pt x="634625" y="45050"/>
                  <a:pt x="633265" y="47528"/>
                  <a:pt x="632274" y="51112"/>
                </a:cubicBezTo>
                <a:cubicBezTo>
                  <a:pt x="631283" y="54697"/>
                  <a:pt x="630787" y="62203"/>
                  <a:pt x="630787" y="73632"/>
                </a:cubicBezTo>
                <a:lnTo>
                  <a:pt x="630787" y="94381"/>
                </a:lnTo>
                <a:close/>
                <a:moveTo>
                  <a:pt x="662507" y="98995"/>
                </a:moveTo>
                <a:lnTo>
                  <a:pt x="662502" y="99097"/>
                </a:lnTo>
                <a:lnTo>
                  <a:pt x="662498" y="99197"/>
                </a:lnTo>
                <a:lnTo>
                  <a:pt x="662494" y="99296"/>
                </a:lnTo>
                <a:lnTo>
                  <a:pt x="662490" y="99393"/>
                </a:lnTo>
                <a:lnTo>
                  <a:pt x="662486" y="99490"/>
                </a:lnTo>
                <a:lnTo>
                  <a:pt x="662483" y="99585"/>
                </a:lnTo>
                <a:lnTo>
                  <a:pt x="662480" y="99678"/>
                </a:lnTo>
                <a:lnTo>
                  <a:pt x="662477" y="99771"/>
                </a:lnTo>
                <a:lnTo>
                  <a:pt x="662474" y="99862"/>
                </a:lnTo>
                <a:lnTo>
                  <a:pt x="662472" y="99951"/>
                </a:lnTo>
                <a:lnTo>
                  <a:pt x="662469" y="100040"/>
                </a:lnTo>
                <a:lnTo>
                  <a:pt x="662467" y="100127"/>
                </a:lnTo>
                <a:lnTo>
                  <a:pt x="662465" y="100213"/>
                </a:lnTo>
                <a:lnTo>
                  <a:pt x="662464" y="100297"/>
                </a:lnTo>
                <a:lnTo>
                  <a:pt x="662462" y="100380"/>
                </a:lnTo>
                <a:lnTo>
                  <a:pt x="662461" y="100462"/>
                </a:lnTo>
                <a:lnTo>
                  <a:pt x="662460" y="100542"/>
                </a:lnTo>
                <a:lnTo>
                  <a:pt x="662459" y="100621"/>
                </a:lnTo>
                <a:lnTo>
                  <a:pt x="662459" y="100699"/>
                </a:lnTo>
                <a:lnTo>
                  <a:pt x="662458" y="100776"/>
                </a:lnTo>
                <a:lnTo>
                  <a:pt x="662458" y="100851"/>
                </a:lnTo>
                <a:lnTo>
                  <a:pt x="662471" y="101600"/>
                </a:lnTo>
                <a:lnTo>
                  <a:pt x="662508" y="102338"/>
                </a:lnTo>
                <a:lnTo>
                  <a:pt x="662570" y="103066"/>
                </a:lnTo>
                <a:lnTo>
                  <a:pt x="662657" y="103782"/>
                </a:lnTo>
                <a:lnTo>
                  <a:pt x="662769" y="104488"/>
                </a:lnTo>
                <a:lnTo>
                  <a:pt x="662905" y="105182"/>
                </a:lnTo>
                <a:lnTo>
                  <a:pt x="663066" y="105866"/>
                </a:lnTo>
                <a:lnTo>
                  <a:pt x="663253" y="106538"/>
                </a:lnTo>
                <a:lnTo>
                  <a:pt x="663463" y="107200"/>
                </a:lnTo>
                <a:lnTo>
                  <a:pt x="663699" y="107850"/>
                </a:lnTo>
                <a:lnTo>
                  <a:pt x="663960" y="108490"/>
                </a:lnTo>
                <a:lnTo>
                  <a:pt x="664245" y="109119"/>
                </a:lnTo>
                <a:lnTo>
                  <a:pt x="664556" y="109736"/>
                </a:lnTo>
                <a:lnTo>
                  <a:pt x="664891" y="110343"/>
                </a:lnTo>
                <a:lnTo>
                  <a:pt x="665251" y="110939"/>
                </a:lnTo>
                <a:lnTo>
                  <a:pt x="665635" y="111524"/>
                </a:lnTo>
                <a:lnTo>
                  <a:pt x="666045" y="112097"/>
                </a:lnTo>
                <a:lnTo>
                  <a:pt x="666479" y="112660"/>
                </a:lnTo>
                <a:lnTo>
                  <a:pt x="666938" y="113212"/>
                </a:lnTo>
                <a:lnTo>
                  <a:pt x="667422" y="113753"/>
                </a:lnTo>
                <a:lnTo>
                  <a:pt x="667931" y="114283"/>
                </a:lnTo>
                <a:lnTo>
                  <a:pt x="668465" y="114802"/>
                </a:lnTo>
                <a:lnTo>
                  <a:pt x="668471" y="114807"/>
                </a:lnTo>
                <a:lnTo>
                  <a:pt x="717978" y="114807"/>
                </a:lnTo>
                <a:lnTo>
                  <a:pt x="718252" y="114554"/>
                </a:lnTo>
                <a:lnTo>
                  <a:pt x="718544" y="114270"/>
                </a:lnTo>
                <a:lnTo>
                  <a:pt x="718831" y="113977"/>
                </a:lnTo>
                <a:lnTo>
                  <a:pt x="719113" y="113676"/>
                </a:lnTo>
                <a:lnTo>
                  <a:pt x="719389" y="113365"/>
                </a:lnTo>
                <a:lnTo>
                  <a:pt x="719659" y="113046"/>
                </a:lnTo>
                <a:lnTo>
                  <a:pt x="719924" y="112718"/>
                </a:lnTo>
                <a:lnTo>
                  <a:pt x="720184" y="112382"/>
                </a:lnTo>
                <a:lnTo>
                  <a:pt x="720438" y="112036"/>
                </a:lnTo>
                <a:lnTo>
                  <a:pt x="720686" y="111682"/>
                </a:lnTo>
                <a:lnTo>
                  <a:pt x="720929" y="111319"/>
                </a:lnTo>
                <a:lnTo>
                  <a:pt x="721167" y="110947"/>
                </a:lnTo>
                <a:lnTo>
                  <a:pt x="721399" y="110566"/>
                </a:lnTo>
                <a:lnTo>
                  <a:pt x="721625" y="110177"/>
                </a:lnTo>
                <a:lnTo>
                  <a:pt x="721846" y="109778"/>
                </a:lnTo>
                <a:lnTo>
                  <a:pt x="722062" y="109371"/>
                </a:lnTo>
                <a:lnTo>
                  <a:pt x="722272" y="108956"/>
                </a:lnTo>
                <a:lnTo>
                  <a:pt x="722477" y="108531"/>
                </a:lnTo>
                <a:lnTo>
                  <a:pt x="722676" y="108098"/>
                </a:lnTo>
                <a:lnTo>
                  <a:pt x="722869" y="107655"/>
                </a:lnTo>
                <a:lnTo>
                  <a:pt x="723057" y="107204"/>
                </a:lnTo>
                <a:lnTo>
                  <a:pt x="723240" y="106744"/>
                </a:lnTo>
                <a:lnTo>
                  <a:pt x="723417" y="106276"/>
                </a:lnTo>
                <a:lnTo>
                  <a:pt x="723589" y="105798"/>
                </a:lnTo>
                <a:lnTo>
                  <a:pt x="723755" y="105312"/>
                </a:lnTo>
                <a:lnTo>
                  <a:pt x="723915" y="104811"/>
                </a:lnTo>
                <a:lnTo>
                  <a:pt x="724068" y="104289"/>
                </a:lnTo>
                <a:lnTo>
                  <a:pt x="724215" y="103747"/>
                </a:lnTo>
                <a:lnTo>
                  <a:pt x="724354" y="103183"/>
                </a:lnTo>
                <a:lnTo>
                  <a:pt x="724487" y="102598"/>
                </a:lnTo>
                <a:lnTo>
                  <a:pt x="724613" y="101993"/>
                </a:lnTo>
                <a:lnTo>
                  <a:pt x="724732" y="101367"/>
                </a:lnTo>
                <a:lnTo>
                  <a:pt x="724845" y="100720"/>
                </a:lnTo>
                <a:lnTo>
                  <a:pt x="724950" y="100051"/>
                </a:lnTo>
                <a:lnTo>
                  <a:pt x="725049" y="99363"/>
                </a:lnTo>
                <a:lnTo>
                  <a:pt x="725141" y="98653"/>
                </a:lnTo>
                <a:lnTo>
                  <a:pt x="725226" y="97922"/>
                </a:lnTo>
                <a:lnTo>
                  <a:pt x="725304" y="97170"/>
                </a:lnTo>
                <a:lnTo>
                  <a:pt x="725376" y="96398"/>
                </a:lnTo>
                <a:lnTo>
                  <a:pt x="725440" y="95605"/>
                </a:lnTo>
                <a:lnTo>
                  <a:pt x="725498" y="94790"/>
                </a:lnTo>
                <a:lnTo>
                  <a:pt x="725549" y="93955"/>
                </a:lnTo>
                <a:lnTo>
                  <a:pt x="725593" y="93099"/>
                </a:lnTo>
                <a:lnTo>
                  <a:pt x="725631" y="92223"/>
                </a:lnTo>
                <a:lnTo>
                  <a:pt x="725662" y="91325"/>
                </a:lnTo>
                <a:lnTo>
                  <a:pt x="725685" y="90406"/>
                </a:lnTo>
                <a:lnTo>
                  <a:pt x="725702" y="89467"/>
                </a:lnTo>
                <a:lnTo>
                  <a:pt x="725713" y="88506"/>
                </a:lnTo>
                <a:lnTo>
                  <a:pt x="725716" y="87525"/>
                </a:lnTo>
                <a:lnTo>
                  <a:pt x="725716" y="27201"/>
                </a:lnTo>
                <a:lnTo>
                  <a:pt x="709079" y="27201"/>
                </a:lnTo>
                <a:lnTo>
                  <a:pt x="709079" y="36678"/>
                </a:lnTo>
                <a:lnTo>
                  <a:pt x="708397" y="35780"/>
                </a:lnTo>
                <a:lnTo>
                  <a:pt x="707699" y="34921"/>
                </a:lnTo>
                <a:lnTo>
                  <a:pt x="706987" y="34101"/>
                </a:lnTo>
                <a:lnTo>
                  <a:pt x="706259" y="33318"/>
                </a:lnTo>
                <a:lnTo>
                  <a:pt x="705516" y="32574"/>
                </a:lnTo>
                <a:lnTo>
                  <a:pt x="704758" y="31867"/>
                </a:lnTo>
                <a:lnTo>
                  <a:pt x="703985" y="31199"/>
                </a:lnTo>
                <a:lnTo>
                  <a:pt x="703196" y="30569"/>
                </a:lnTo>
                <a:lnTo>
                  <a:pt x="702393" y="29978"/>
                </a:lnTo>
                <a:lnTo>
                  <a:pt x="701574" y="29424"/>
                </a:lnTo>
                <a:lnTo>
                  <a:pt x="700740" y="28909"/>
                </a:lnTo>
                <a:lnTo>
                  <a:pt x="699891" y="28431"/>
                </a:lnTo>
                <a:lnTo>
                  <a:pt x="699027" y="27992"/>
                </a:lnTo>
                <a:lnTo>
                  <a:pt x="698148" y="27591"/>
                </a:lnTo>
                <a:lnTo>
                  <a:pt x="697253" y="27229"/>
                </a:lnTo>
                <a:lnTo>
                  <a:pt x="696343" y="26904"/>
                </a:lnTo>
                <a:lnTo>
                  <a:pt x="695419" y="26618"/>
                </a:lnTo>
                <a:lnTo>
                  <a:pt x="694479" y="26370"/>
                </a:lnTo>
                <a:lnTo>
                  <a:pt x="693523" y="26160"/>
                </a:lnTo>
                <a:lnTo>
                  <a:pt x="692553" y="25988"/>
                </a:lnTo>
                <a:lnTo>
                  <a:pt x="691568" y="25854"/>
                </a:lnTo>
                <a:lnTo>
                  <a:pt x="690567" y="25759"/>
                </a:lnTo>
                <a:lnTo>
                  <a:pt x="689551" y="25702"/>
                </a:lnTo>
                <a:lnTo>
                  <a:pt x="688520" y="25683"/>
                </a:lnTo>
                <a:lnTo>
                  <a:pt x="687521" y="25698"/>
                </a:lnTo>
                <a:lnTo>
                  <a:pt x="686534" y="25745"/>
                </a:lnTo>
                <a:lnTo>
                  <a:pt x="685562" y="25822"/>
                </a:lnTo>
                <a:lnTo>
                  <a:pt x="684603" y="25930"/>
                </a:lnTo>
                <a:lnTo>
                  <a:pt x="683658" y="26070"/>
                </a:lnTo>
                <a:lnTo>
                  <a:pt x="682726" y="26240"/>
                </a:lnTo>
                <a:lnTo>
                  <a:pt x="681809" y="26441"/>
                </a:lnTo>
                <a:lnTo>
                  <a:pt x="680905" y="26674"/>
                </a:lnTo>
                <a:lnTo>
                  <a:pt x="680015" y="26937"/>
                </a:lnTo>
                <a:lnTo>
                  <a:pt x="679138" y="27231"/>
                </a:lnTo>
                <a:lnTo>
                  <a:pt x="678276" y="27556"/>
                </a:lnTo>
                <a:lnTo>
                  <a:pt x="677427" y="27912"/>
                </a:lnTo>
                <a:lnTo>
                  <a:pt x="676591" y="28300"/>
                </a:lnTo>
                <a:lnTo>
                  <a:pt x="675770" y="28718"/>
                </a:lnTo>
                <a:lnTo>
                  <a:pt x="674962" y="29167"/>
                </a:lnTo>
                <a:lnTo>
                  <a:pt x="674168" y="29647"/>
                </a:lnTo>
                <a:lnTo>
                  <a:pt x="673388" y="30158"/>
                </a:lnTo>
                <a:lnTo>
                  <a:pt x="672621" y="30700"/>
                </a:lnTo>
                <a:lnTo>
                  <a:pt x="671868" y="31273"/>
                </a:lnTo>
                <a:lnTo>
                  <a:pt x="671129" y="31877"/>
                </a:lnTo>
                <a:lnTo>
                  <a:pt x="670404" y="32512"/>
                </a:lnTo>
                <a:lnTo>
                  <a:pt x="669692" y="33177"/>
                </a:lnTo>
                <a:lnTo>
                  <a:pt x="668994" y="33874"/>
                </a:lnTo>
                <a:lnTo>
                  <a:pt x="668310" y="34602"/>
                </a:lnTo>
                <a:lnTo>
                  <a:pt x="667646" y="35359"/>
                </a:lnTo>
                <a:lnTo>
                  <a:pt x="667011" y="36144"/>
                </a:lnTo>
                <a:lnTo>
                  <a:pt x="666404" y="36956"/>
                </a:lnTo>
                <a:lnTo>
                  <a:pt x="665826" y="37797"/>
                </a:lnTo>
                <a:lnTo>
                  <a:pt x="665276" y="38664"/>
                </a:lnTo>
                <a:lnTo>
                  <a:pt x="664753" y="39560"/>
                </a:lnTo>
                <a:lnTo>
                  <a:pt x="664259" y="40483"/>
                </a:lnTo>
                <a:lnTo>
                  <a:pt x="663794" y="41434"/>
                </a:lnTo>
                <a:lnTo>
                  <a:pt x="663356" y="42412"/>
                </a:lnTo>
                <a:lnTo>
                  <a:pt x="662947" y="43419"/>
                </a:lnTo>
                <a:lnTo>
                  <a:pt x="662566" y="44452"/>
                </a:lnTo>
                <a:lnTo>
                  <a:pt x="662213" y="45514"/>
                </a:lnTo>
                <a:lnTo>
                  <a:pt x="661889" y="46603"/>
                </a:lnTo>
                <a:lnTo>
                  <a:pt x="661592" y="47720"/>
                </a:lnTo>
                <a:lnTo>
                  <a:pt x="661324" y="48865"/>
                </a:lnTo>
                <a:lnTo>
                  <a:pt x="661084" y="50037"/>
                </a:lnTo>
                <a:lnTo>
                  <a:pt x="660873" y="51237"/>
                </a:lnTo>
                <a:lnTo>
                  <a:pt x="660689" y="52464"/>
                </a:lnTo>
                <a:lnTo>
                  <a:pt x="660534" y="53720"/>
                </a:lnTo>
                <a:lnTo>
                  <a:pt x="660407" y="55003"/>
                </a:lnTo>
                <a:lnTo>
                  <a:pt x="660308" y="56313"/>
                </a:lnTo>
                <a:lnTo>
                  <a:pt x="660237" y="57652"/>
                </a:lnTo>
                <a:lnTo>
                  <a:pt x="660195" y="59018"/>
                </a:lnTo>
                <a:lnTo>
                  <a:pt x="660181" y="60411"/>
                </a:lnTo>
                <a:lnTo>
                  <a:pt x="660192" y="61526"/>
                </a:lnTo>
                <a:lnTo>
                  <a:pt x="660224" y="62626"/>
                </a:lnTo>
                <a:lnTo>
                  <a:pt x="660278" y="63710"/>
                </a:lnTo>
                <a:lnTo>
                  <a:pt x="660353" y="64779"/>
                </a:lnTo>
                <a:lnTo>
                  <a:pt x="660450" y="65833"/>
                </a:lnTo>
                <a:lnTo>
                  <a:pt x="660568" y="66871"/>
                </a:lnTo>
                <a:lnTo>
                  <a:pt x="660708" y="67894"/>
                </a:lnTo>
                <a:lnTo>
                  <a:pt x="660870" y="68902"/>
                </a:lnTo>
                <a:lnTo>
                  <a:pt x="661053" y="69894"/>
                </a:lnTo>
                <a:lnTo>
                  <a:pt x="661257" y="70871"/>
                </a:lnTo>
                <a:lnTo>
                  <a:pt x="661483" y="71832"/>
                </a:lnTo>
                <a:lnTo>
                  <a:pt x="661731" y="72778"/>
                </a:lnTo>
                <a:lnTo>
                  <a:pt x="662000" y="73709"/>
                </a:lnTo>
                <a:lnTo>
                  <a:pt x="662290" y="74624"/>
                </a:lnTo>
                <a:lnTo>
                  <a:pt x="662603" y="75524"/>
                </a:lnTo>
                <a:lnTo>
                  <a:pt x="662936" y="76408"/>
                </a:lnTo>
                <a:lnTo>
                  <a:pt x="663291" y="77277"/>
                </a:lnTo>
                <a:lnTo>
                  <a:pt x="663668" y="78131"/>
                </a:lnTo>
                <a:lnTo>
                  <a:pt x="664066" y="78970"/>
                </a:lnTo>
                <a:lnTo>
                  <a:pt x="664486" y="79793"/>
                </a:lnTo>
                <a:lnTo>
                  <a:pt x="664927" y="80600"/>
                </a:lnTo>
                <a:lnTo>
                  <a:pt x="665390" y="81393"/>
                </a:lnTo>
                <a:lnTo>
                  <a:pt x="665874" y="82169"/>
                </a:lnTo>
                <a:lnTo>
                  <a:pt x="666380" y="82931"/>
                </a:lnTo>
                <a:lnTo>
                  <a:pt x="667049" y="83865"/>
                </a:lnTo>
                <a:lnTo>
                  <a:pt x="667737" y="84760"/>
                </a:lnTo>
                <a:lnTo>
                  <a:pt x="668445" y="85614"/>
                </a:lnTo>
                <a:lnTo>
                  <a:pt x="669172" y="86429"/>
                </a:lnTo>
                <a:lnTo>
                  <a:pt x="669919" y="87205"/>
                </a:lnTo>
                <a:lnTo>
                  <a:pt x="670686" y="87940"/>
                </a:lnTo>
                <a:lnTo>
                  <a:pt x="671472" y="88636"/>
                </a:lnTo>
                <a:lnTo>
                  <a:pt x="672277" y="89292"/>
                </a:lnTo>
                <a:lnTo>
                  <a:pt x="673102" y="89908"/>
                </a:lnTo>
                <a:lnTo>
                  <a:pt x="673947" y="90485"/>
                </a:lnTo>
                <a:lnTo>
                  <a:pt x="674811" y="91021"/>
                </a:lnTo>
                <a:lnTo>
                  <a:pt x="675695" y="91518"/>
                </a:lnTo>
                <a:lnTo>
                  <a:pt x="676598" y="91975"/>
                </a:lnTo>
                <a:lnTo>
                  <a:pt x="677521" y="92393"/>
                </a:lnTo>
                <a:lnTo>
                  <a:pt x="678463" y="92770"/>
                </a:lnTo>
                <a:lnTo>
                  <a:pt x="679425" y="93108"/>
                </a:lnTo>
                <a:lnTo>
                  <a:pt x="680407" y="93407"/>
                </a:lnTo>
                <a:lnTo>
                  <a:pt x="681408" y="93665"/>
                </a:lnTo>
                <a:lnTo>
                  <a:pt x="682429" y="93884"/>
                </a:lnTo>
                <a:lnTo>
                  <a:pt x="683469" y="94063"/>
                </a:lnTo>
                <a:lnTo>
                  <a:pt x="684528" y="94202"/>
                </a:lnTo>
                <a:lnTo>
                  <a:pt x="685608" y="94301"/>
                </a:lnTo>
                <a:lnTo>
                  <a:pt x="686706" y="94361"/>
                </a:lnTo>
                <a:lnTo>
                  <a:pt x="687825" y="94381"/>
                </a:lnTo>
                <a:lnTo>
                  <a:pt x="688830" y="94361"/>
                </a:lnTo>
                <a:lnTo>
                  <a:pt x="689820" y="94304"/>
                </a:lnTo>
                <a:lnTo>
                  <a:pt x="690796" y="94208"/>
                </a:lnTo>
                <a:lnTo>
                  <a:pt x="691757" y="94073"/>
                </a:lnTo>
                <a:lnTo>
                  <a:pt x="692704" y="93901"/>
                </a:lnTo>
                <a:lnTo>
                  <a:pt x="693636" y="93690"/>
                </a:lnTo>
                <a:lnTo>
                  <a:pt x="694554" y="93440"/>
                </a:lnTo>
                <a:lnTo>
                  <a:pt x="695458" y="93152"/>
                </a:lnTo>
                <a:lnTo>
                  <a:pt x="696347" y="92826"/>
                </a:lnTo>
                <a:lnTo>
                  <a:pt x="697221" y="92461"/>
                </a:lnTo>
                <a:lnTo>
                  <a:pt x="698081" y="92058"/>
                </a:lnTo>
                <a:lnTo>
                  <a:pt x="698926" y="91617"/>
                </a:lnTo>
                <a:lnTo>
                  <a:pt x="699757" y="91137"/>
                </a:lnTo>
                <a:lnTo>
                  <a:pt x="700574" y="90618"/>
                </a:lnTo>
                <a:lnTo>
                  <a:pt x="701376" y="90062"/>
                </a:lnTo>
                <a:lnTo>
                  <a:pt x="702163" y="89467"/>
                </a:lnTo>
                <a:lnTo>
                  <a:pt x="702936" y="88833"/>
                </a:lnTo>
                <a:lnTo>
                  <a:pt x="703694" y="88161"/>
                </a:lnTo>
                <a:lnTo>
                  <a:pt x="704438" y="87451"/>
                </a:lnTo>
                <a:lnTo>
                  <a:pt x="705168" y="86703"/>
                </a:lnTo>
                <a:lnTo>
                  <a:pt x="705883" y="85916"/>
                </a:lnTo>
                <a:lnTo>
                  <a:pt x="706583" y="85090"/>
                </a:lnTo>
                <a:lnTo>
                  <a:pt x="707269" y="84226"/>
                </a:lnTo>
                <a:lnTo>
                  <a:pt x="707941" y="83324"/>
                </a:lnTo>
                <a:lnTo>
                  <a:pt x="707941" y="93200"/>
                </a:lnTo>
                <a:lnTo>
                  <a:pt x="707939" y="93693"/>
                </a:lnTo>
                <a:lnTo>
                  <a:pt x="707935" y="94172"/>
                </a:lnTo>
                <a:lnTo>
                  <a:pt x="707928" y="94639"/>
                </a:lnTo>
                <a:lnTo>
                  <a:pt x="707918" y="95092"/>
                </a:lnTo>
                <a:lnTo>
                  <a:pt x="707905" y="95532"/>
                </a:lnTo>
                <a:lnTo>
                  <a:pt x="707889" y="95959"/>
                </a:lnTo>
                <a:lnTo>
                  <a:pt x="707871" y="96374"/>
                </a:lnTo>
                <a:lnTo>
                  <a:pt x="707849" y="96775"/>
                </a:lnTo>
                <a:lnTo>
                  <a:pt x="707825" y="97163"/>
                </a:lnTo>
                <a:lnTo>
                  <a:pt x="707798" y="97538"/>
                </a:lnTo>
                <a:lnTo>
                  <a:pt x="707768" y="97900"/>
                </a:lnTo>
                <a:lnTo>
                  <a:pt x="707735" y="98249"/>
                </a:lnTo>
                <a:lnTo>
                  <a:pt x="707699" y="98585"/>
                </a:lnTo>
                <a:lnTo>
                  <a:pt x="707661" y="98907"/>
                </a:lnTo>
                <a:lnTo>
                  <a:pt x="707619" y="99217"/>
                </a:lnTo>
                <a:lnTo>
                  <a:pt x="707575" y="99514"/>
                </a:lnTo>
                <a:lnTo>
                  <a:pt x="707528" y="99798"/>
                </a:lnTo>
                <a:lnTo>
                  <a:pt x="707478" y="100068"/>
                </a:lnTo>
                <a:lnTo>
                  <a:pt x="707425" y="100326"/>
                </a:lnTo>
                <a:lnTo>
                  <a:pt x="707370" y="100570"/>
                </a:lnTo>
                <a:lnTo>
                  <a:pt x="707311" y="100802"/>
                </a:lnTo>
                <a:lnTo>
                  <a:pt x="707250" y="101020"/>
                </a:lnTo>
                <a:lnTo>
                  <a:pt x="707185" y="101226"/>
                </a:lnTo>
                <a:lnTo>
                  <a:pt x="707118" y="101418"/>
                </a:lnTo>
                <a:lnTo>
                  <a:pt x="707016" y="101675"/>
                </a:lnTo>
                <a:lnTo>
                  <a:pt x="706910" y="101926"/>
                </a:lnTo>
                <a:lnTo>
                  <a:pt x="706800" y="102171"/>
                </a:lnTo>
                <a:lnTo>
                  <a:pt x="706686" y="102411"/>
                </a:lnTo>
                <a:lnTo>
                  <a:pt x="706568" y="102644"/>
                </a:lnTo>
                <a:lnTo>
                  <a:pt x="706446" y="102871"/>
                </a:lnTo>
                <a:lnTo>
                  <a:pt x="706320" y="103093"/>
                </a:lnTo>
                <a:lnTo>
                  <a:pt x="706190" y="103308"/>
                </a:lnTo>
                <a:lnTo>
                  <a:pt x="706057" y="103517"/>
                </a:lnTo>
                <a:lnTo>
                  <a:pt x="705919" y="103721"/>
                </a:lnTo>
                <a:lnTo>
                  <a:pt x="705777" y="103918"/>
                </a:lnTo>
                <a:lnTo>
                  <a:pt x="705632" y="104109"/>
                </a:lnTo>
                <a:lnTo>
                  <a:pt x="705482" y="104295"/>
                </a:lnTo>
                <a:lnTo>
                  <a:pt x="705329" y="104474"/>
                </a:lnTo>
                <a:lnTo>
                  <a:pt x="705171" y="104648"/>
                </a:lnTo>
                <a:lnTo>
                  <a:pt x="705010" y="104815"/>
                </a:lnTo>
                <a:lnTo>
                  <a:pt x="704844" y="104977"/>
                </a:lnTo>
                <a:lnTo>
                  <a:pt x="704675" y="105133"/>
                </a:lnTo>
                <a:lnTo>
                  <a:pt x="704502" y="105282"/>
                </a:lnTo>
                <a:lnTo>
                  <a:pt x="704324" y="105426"/>
                </a:lnTo>
                <a:lnTo>
                  <a:pt x="704143" y="105564"/>
                </a:lnTo>
                <a:lnTo>
                  <a:pt x="703958" y="105695"/>
                </a:lnTo>
                <a:lnTo>
                  <a:pt x="703769" y="105821"/>
                </a:lnTo>
                <a:lnTo>
                  <a:pt x="703576" y="105941"/>
                </a:lnTo>
                <a:lnTo>
                  <a:pt x="703280" y="106113"/>
                </a:lnTo>
                <a:lnTo>
                  <a:pt x="702972" y="106277"/>
                </a:lnTo>
                <a:lnTo>
                  <a:pt x="702652" y="106434"/>
                </a:lnTo>
                <a:lnTo>
                  <a:pt x="702319" y="106584"/>
                </a:lnTo>
                <a:lnTo>
                  <a:pt x="701975" y="106726"/>
                </a:lnTo>
                <a:lnTo>
                  <a:pt x="701619" y="106861"/>
                </a:lnTo>
                <a:lnTo>
                  <a:pt x="701250" y="106989"/>
                </a:lnTo>
                <a:lnTo>
                  <a:pt x="700870" y="107109"/>
                </a:lnTo>
                <a:lnTo>
                  <a:pt x="700477" y="107223"/>
                </a:lnTo>
                <a:lnTo>
                  <a:pt x="700073" y="107329"/>
                </a:lnTo>
                <a:lnTo>
                  <a:pt x="699656" y="107427"/>
                </a:lnTo>
                <a:lnTo>
                  <a:pt x="699227" y="107518"/>
                </a:lnTo>
                <a:lnTo>
                  <a:pt x="698786" y="107602"/>
                </a:lnTo>
                <a:lnTo>
                  <a:pt x="698333" y="107679"/>
                </a:lnTo>
                <a:lnTo>
                  <a:pt x="697868" y="107748"/>
                </a:lnTo>
                <a:lnTo>
                  <a:pt x="697391" y="107811"/>
                </a:lnTo>
                <a:lnTo>
                  <a:pt x="696901" y="107865"/>
                </a:lnTo>
                <a:lnTo>
                  <a:pt x="696400" y="107913"/>
                </a:lnTo>
                <a:lnTo>
                  <a:pt x="695887" y="107953"/>
                </a:lnTo>
                <a:lnTo>
                  <a:pt x="695361" y="107986"/>
                </a:lnTo>
                <a:lnTo>
                  <a:pt x="694824" y="108011"/>
                </a:lnTo>
                <a:lnTo>
                  <a:pt x="694274" y="108030"/>
                </a:lnTo>
                <a:lnTo>
                  <a:pt x="693712" y="108041"/>
                </a:lnTo>
                <a:lnTo>
                  <a:pt x="693138" y="108044"/>
                </a:lnTo>
                <a:lnTo>
                  <a:pt x="692690" y="108041"/>
                </a:lnTo>
                <a:lnTo>
                  <a:pt x="692252" y="108031"/>
                </a:lnTo>
                <a:lnTo>
                  <a:pt x="691824" y="108014"/>
                </a:lnTo>
                <a:lnTo>
                  <a:pt x="691406" y="107991"/>
                </a:lnTo>
                <a:lnTo>
                  <a:pt x="690998" y="107961"/>
                </a:lnTo>
                <a:lnTo>
                  <a:pt x="690600" y="107925"/>
                </a:lnTo>
                <a:lnTo>
                  <a:pt x="690212" y="107881"/>
                </a:lnTo>
                <a:lnTo>
                  <a:pt x="689835" y="107831"/>
                </a:lnTo>
                <a:lnTo>
                  <a:pt x="689467" y="107775"/>
                </a:lnTo>
                <a:lnTo>
                  <a:pt x="689110" y="107712"/>
                </a:lnTo>
                <a:lnTo>
                  <a:pt x="688763" y="107642"/>
                </a:lnTo>
                <a:lnTo>
                  <a:pt x="688426" y="107565"/>
                </a:lnTo>
                <a:lnTo>
                  <a:pt x="688099" y="107482"/>
                </a:lnTo>
                <a:lnTo>
                  <a:pt x="687782" y="107392"/>
                </a:lnTo>
                <a:lnTo>
                  <a:pt x="687475" y="107296"/>
                </a:lnTo>
                <a:lnTo>
                  <a:pt x="687178" y="107193"/>
                </a:lnTo>
                <a:lnTo>
                  <a:pt x="686891" y="107083"/>
                </a:lnTo>
                <a:lnTo>
                  <a:pt x="686615" y="106967"/>
                </a:lnTo>
                <a:lnTo>
                  <a:pt x="686348" y="106844"/>
                </a:lnTo>
                <a:lnTo>
                  <a:pt x="686092" y="106714"/>
                </a:lnTo>
                <a:lnTo>
                  <a:pt x="685846" y="106578"/>
                </a:lnTo>
                <a:lnTo>
                  <a:pt x="685610" y="106435"/>
                </a:lnTo>
                <a:lnTo>
                  <a:pt x="685384" y="106285"/>
                </a:lnTo>
                <a:lnTo>
                  <a:pt x="685168" y="106129"/>
                </a:lnTo>
                <a:lnTo>
                  <a:pt x="685017" y="106013"/>
                </a:lnTo>
                <a:lnTo>
                  <a:pt x="684871" y="105890"/>
                </a:lnTo>
                <a:lnTo>
                  <a:pt x="684730" y="105759"/>
                </a:lnTo>
                <a:lnTo>
                  <a:pt x="684593" y="105620"/>
                </a:lnTo>
                <a:lnTo>
                  <a:pt x="684461" y="105473"/>
                </a:lnTo>
                <a:lnTo>
                  <a:pt x="684334" y="105319"/>
                </a:lnTo>
                <a:lnTo>
                  <a:pt x="684211" y="105157"/>
                </a:lnTo>
                <a:lnTo>
                  <a:pt x="684092" y="104987"/>
                </a:lnTo>
                <a:lnTo>
                  <a:pt x="683979" y="104809"/>
                </a:lnTo>
                <a:lnTo>
                  <a:pt x="683870" y="104624"/>
                </a:lnTo>
                <a:lnTo>
                  <a:pt x="683765" y="104430"/>
                </a:lnTo>
                <a:lnTo>
                  <a:pt x="683665" y="104230"/>
                </a:lnTo>
                <a:lnTo>
                  <a:pt x="683570" y="104021"/>
                </a:lnTo>
                <a:lnTo>
                  <a:pt x="683480" y="103804"/>
                </a:lnTo>
                <a:lnTo>
                  <a:pt x="683394" y="103580"/>
                </a:lnTo>
                <a:lnTo>
                  <a:pt x="683312" y="103348"/>
                </a:lnTo>
                <a:lnTo>
                  <a:pt x="683236" y="103108"/>
                </a:lnTo>
                <a:lnTo>
                  <a:pt x="683163" y="102861"/>
                </a:lnTo>
                <a:lnTo>
                  <a:pt x="683096" y="102605"/>
                </a:lnTo>
                <a:lnTo>
                  <a:pt x="683033" y="102342"/>
                </a:lnTo>
                <a:lnTo>
                  <a:pt x="682975" y="102072"/>
                </a:lnTo>
                <a:lnTo>
                  <a:pt x="682921" y="101793"/>
                </a:lnTo>
                <a:lnTo>
                  <a:pt x="682872" y="101507"/>
                </a:lnTo>
                <a:lnTo>
                  <a:pt x="682827" y="101212"/>
                </a:lnTo>
                <a:lnTo>
                  <a:pt x="662522" y="98682"/>
                </a:lnTo>
                <a:lnTo>
                  <a:pt x="662516" y="98788"/>
                </a:lnTo>
                <a:lnTo>
                  <a:pt x="662511" y="98892"/>
                </a:lnTo>
                <a:lnTo>
                  <a:pt x="662507" y="98995"/>
                </a:lnTo>
                <a:close/>
                <a:moveTo>
                  <a:pt x="678428" y="57743"/>
                </a:moveTo>
                <a:lnTo>
                  <a:pt x="678464" y="56942"/>
                </a:lnTo>
                <a:lnTo>
                  <a:pt x="678514" y="56159"/>
                </a:lnTo>
                <a:lnTo>
                  <a:pt x="678579" y="55394"/>
                </a:lnTo>
                <a:lnTo>
                  <a:pt x="678658" y="54648"/>
                </a:lnTo>
                <a:lnTo>
                  <a:pt x="678752" y="53919"/>
                </a:lnTo>
                <a:lnTo>
                  <a:pt x="678860" y="53209"/>
                </a:lnTo>
                <a:lnTo>
                  <a:pt x="678982" y="52516"/>
                </a:lnTo>
                <a:lnTo>
                  <a:pt x="679119" y="51842"/>
                </a:lnTo>
                <a:lnTo>
                  <a:pt x="679270" y="51185"/>
                </a:lnTo>
                <a:lnTo>
                  <a:pt x="679435" y="50547"/>
                </a:lnTo>
                <a:lnTo>
                  <a:pt x="679615" y="49927"/>
                </a:lnTo>
                <a:lnTo>
                  <a:pt x="679809" y="49324"/>
                </a:lnTo>
                <a:lnTo>
                  <a:pt x="680018" y="48740"/>
                </a:lnTo>
                <a:lnTo>
                  <a:pt x="680241" y="48174"/>
                </a:lnTo>
                <a:lnTo>
                  <a:pt x="680478" y="47626"/>
                </a:lnTo>
                <a:lnTo>
                  <a:pt x="680730" y="47096"/>
                </a:lnTo>
                <a:lnTo>
                  <a:pt x="680996" y="46585"/>
                </a:lnTo>
                <a:lnTo>
                  <a:pt x="681277" y="46091"/>
                </a:lnTo>
                <a:lnTo>
                  <a:pt x="681572" y="45615"/>
                </a:lnTo>
                <a:lnTo>
                  <a:pt x="681881" y="45157"/>
                </a:lnTo>
                <a:lnTo>
                  <a:pt x="682205" y="44718"/>
                </a:lnTo>
                <a:lnTo>
                  <a:pt x="682543" y="44296"/>
                </a:lnTo>
                <a:lnTo>
                  <a:pt x="682892" y="43892"/>
                </a:lnTo>
                <a:lnTo>
                  <a:pt x="683249" y="43506"/>
                </a:lnTo>
                <a:lnTo>
                  <a:pt x="683614" y="43136"/>
                </a:lnTo>
                <a:lnTo>
                  <a:pt x="683986" y="42784"/>
                </a:lnTo>
                <a:lnTo>
                  <a:pt x="684367" y="42449"/>
                </a:lnTo>
                <a:lnTo>
                  <a:pt x="684755" y="42131"/>
                </a:lnTo>
                <a:lnTo>
                  <a:pt x="685151" y="41830"/>
                </a:lnTo>
                <a:lnTo>
                  <a:pt x="685554" y="41546"/>
                </a:lnTo>
                <a:lnTo>
                  <a:pt x="685966" y="41280"/>
                </a:lnTo>
                <a:lnTo>
                  <a:pt x="686385" y="41031"/>
                </a:lnTo>
                <a:lnTo>
                  <a:pt x="686812" y="40799"/>
                </a:lnTo>
                <a:lnTo>
                  <a:pt x="687247" y="40584"/>
                </a:lnTo>
                <a:lnTo>
                  <a:pt x="687690" y="40386"/>
                </a:lnTo>
                <a:lnTo>
                  <a:pt x="688141" y="40206"/>
                </a:lnTo>
                <a:lnTo>
                  <a:pt x="688599" y="40042"/>
                </a:lnTo>
                <a:lnTo>
                  <a:pt x="689065" y="39896"/>
                </a:lnTo>
                <a:lnTo>
                  <a:pt x="689539" y="39767"/>
                </a:lnTo>
                <a:lnTo>
                  <a:pt x="690021" y="39656"/>
                </a:lnTo>
                <a:lnTo>
                  <a:pt x="690510" y="39561"/>
                </a:lnTo>
                <a:lnTo>
                  <a:pt x="691008" y="39484"/>
                </a:lnTo>
                <a:lnTo>
                  <a:pt x="691513" y="39424"/>
                </a:lnTo>
                <a:lnTo>
                  <a:pt x="692026" y="39381"/>
                </a:lnTo>
                <a:lnTo>
                  <a:pt x="692547" y="39355"/>
                </a:lnTo>
                <a:lnTo>
                  <a:pt x="693075" y="39346"/>
                </a:lnTo>
                <a:lnTo>
                  <a:pt x="693619" y="39355"/>
                </a:lnTo>
                <a:lnTo>
                  <a:pt x="694156" y="39381"/>
                </a:lnTo>
                <a:lnTo>
                  <a:pt x="694684" y="39425"/>
                </a:lnTo>
                <a:lnTo>
                  <a:pt x="695205" y="39486"/>
                </a:lnTo>
                <a:lnTo>
                  <a:pt x="695717" y="39565"/>
                </a:lnTo>
                <a:lnTo>
                  <a:pt x="696222" y="39662"/>
                </a:lnTo>
                <a:lnTo>
                  <a:pt x="696719" y="39775"/>
                </a:lnTo>
                <a:lnTo>
                  <a:pt x="697208" y="39907"/>
                </a:lnTo>
                <a:lnTo>
                  <a:pt x="697689" y="40056"/>
                </a:lnTo>
                <a:lnTo>
                  <a:pt x="698162" y="40222"/>
                </a:lnTo>
                <a:lnTo>
                  <a:pt x="698627" y="40406"/>
                </a:lnTo>
                <a:lnTo>
                  <a:pt x="699085" y="40608"/>
                </a:lnTo>
                <a:lnTo>
                  <a:pt x="699534" y="40826"/>
                </a:lnTo>
                <a:lnTo>
                  <a:pt x="699975" y="41063"/>
                </a:lnTo>
                <a:lnTo>
                  <a:pt x="700409" y="41317"/>
                </a:lnTo>
                <a:lnTo>
                  <a:pt x="700835" y="41588"/>
                </a:lnTo>
                <a:lnTo>
                  <a:pt x="701252" y="41877"/>
                </a:lnTo>
                <a:lnTo>
                  <a:pt x="701662" y="42184"/>
                </a:lnTo>
                <a:lnTo>
                  <a:pt x="702064" y="42508"/>
                </a:lnTo>
                <a:lnTo>
                  <a:pt x="702458" y="42850"/>
                </a:lnTo>
                <a:lnTo>
                  <a:pt x="702844" y="43209"/>
                </a:lnTo>
                <a:lnTo>
                  <a:pt x="703223" y="43585"/>
                </a:lnTo>
                <a:lnTo>
                  <a:pt x="703593" y="43979"/>
                </a:lnTo>
                <a:lnTo>
                  <a:pt x="703955" y="44391"/>
                </a:lnTo>
                <a:lnTo>
                  <a:pt x="704306" y="44821"/>
                </a:lnTo>
                <a:lnTo>
                  <a:pt x="704642" y="45269"/>
                </a:lnTo>
                <a:lnTo>
                  <a:pt x="704964" y="45736"/>
                </a:lnTo>
                <a:lnTo>
                  <a:pt x="705270" y="46222"/>
                </a:lnTo>
                <a:lnTo>
                  <a:pt x="705561" y="46726"/>
                </a:lnTo>
                <a:lnTo>
                  <a:pt x="705837" y="47249"/>
                </a:lnTo>
                <a:lnTo>
                  <a:pt x="706099" y="47790"/>
                </a:lnTo>
                <a:lnTo>
                  <a:pt x="706345" y="48350"/>
                </a:lnTo>
                <a:lnTo>
                  <a:pt x="706577" y="48929"/>
                </a:lnTo>
                <a:lnTo>
                  <a:pt x="706793" y="49526"/>
                </a:lnTo>
                <a:lnTo>
                  <a:pt x="706995" y="50142"/>
                </a:lnTo>
                <a:lnTo>
                  <a:pt x="707182" y="50776"/>
                </a:lnTo>
                <a:lnTo>
                  <a:pt x="707353" y="51429"/>
                </a:lnTo>
                <a:lnTo>
                  <a:pt x="707510" y="52101"/>
                </a:lnTo>
                <a:lnTo>
                  <a:pt x="707652" y="52791"/>
                </a:lnTo>
                <a:lnTo>
                  <a:pt x="707779" y="53500"/>
                </a:lnTo>
                <a:lnTo>
                  <a:pt x="707891" y="54228"/>
                </a:lnTo>
                <a:lnTo>
                  <a:pt x="707988" y="54974"/>
                </a:lnTo>
                <a:lnTo>
                  <a:pt x="708070" y="55739"/>
                </a:lnTo>
                <a:lnTo>
                  <a:pt x="708137" y="56522"/>
                </a:lnTo>
                <a:lnTo>
                  <a:pt x="708190" y="57324"/>
                </a:lnTo>
                <a:lnTo>
                  <a:pt x="708227" y="58145"/>
                </a:lnTo>
                <a:lnTo>
                  <a:pt x="708249" y="58984"/>
                </a:lnTo>
                <a:lnTo>
                  <a:pt x="708257" y="59842"/>
                </a:lnTo>
                <a:lnTo>
                  <a:pt x="708249" y="60664"/>
                </a:lnTo>
                <a:lnTo>
                  <a:pt x="708226" y="61468"/>
                </a:lnTo>
                <a:lnTo>
                  <a:pt x="708187" y="62256"/>
                </a:lnTo>
                <a:lnTo>
                  <a:pt x="708132" y="63027"/>
                </a:lnTo>
                <a:lnTo>
                  <a:pt x="708062" y="63781"/>
                </a:lnTo>
                <a:lnTo>
                  <a:pt x="707976" y="64518"/>
                </a:lnTo>
                <a:lnTo>
                  <a:pt x="707875" y="65238"/>
                </a:lnTo>
                <a:lnTo>
                  <a:pt x="707758" y="65941"/>
                </a:lnTo>
                <a:lnTo>
                  <a:pt x="707625" y="66627"/>
                </a:lnTo>
                <a:lnTo>
                  <a:pt x="707477" y="67296"/>
                </a:lnTo>
                <a:lnTo>
                  <a:pt x="707313" y="67948"/>
                </a:lnTo>
                <a:lnTo>
                  <a:pt x="707134" y="68583"/>
                </a:lnTo>
                <a:lnTo>
                  <a:pt x="706939" y="69201"/>
                </a:lnTo>
                <a:lnTo>
                  <a:pt x="706729" y="69803"/>
                </a:lnTo>
                <a:lnTo>
                  <a:pt x="706502" y="70387"/>
                </a:lnTo>
                <a:lnTo>
                  <a:pt x="706261" y="70954"/>
                </a:lnTo>
                <a:lnTo>
                  <a:pt x="706003" y="71504"/>
                </a:lnTo>
                <a:lnTo>
                  <a:pt x="705731" y="72038"/>
                </a:lnTo>
                <a:lnTo>
                  <a:pt x="705442" y="72554"/>
                </a:lnTo>
                <a:lnTo>
                  <a:pt x="705138" y="73053"/>
                </a:lnTo>
                <a:lnTo>
                  <a:pt x="704818" y="73536"/>
                </a:lnTo>
                <a:lnTo>
                  <a:pt x="704483" y="74001"/>
                </a:lnTo>
                <a:lnTo>
                  <a:pt x="704132" y="74450"/>
                </a:lnTo>
                <a:lnTo>
                  <a:pt x="703766" y="74881"/>
                </a:lnTo>
                <a:lnTo>
                  <a:pt x="703388" y="75296"/>
                </a:lnTo>
                <a:lnTo>
                  <a:pt x="703003" y="75692"/>
                </a:lnTo>
                <a:lnTo>
                  <a:pt x="702611" y="76071"/>
                </a:lnTo>
                <a:lnTo>
                  <a:pt x="702212" y="76433"/>
                </a:lnTo>
                <a:lnTo>
                  <a:pt x="701806" y="76776"/>
                </a:lnTo>
                <a:lnTo>
                  <a:pt x="701393" y="77102"/>
                </a:lnTo>
                <a:lnTo>
                  <a:pt x="700973" y="77411"/>
                </a:lnTo>
                <a:lnTo>
                  <a:pt x="700546" y="77702"/>
                </a:lnTo>
                <a:lnTo>
                  <a:pt x="700112" y="77975"/>
                </a:lnTo>
                <a:lnTo>
                  <a:pt x="699671" y="78230"/>
                </a:lnTo>
                <a:lnTo>
                  <a:pt x="699223" y="78468"/>
                </a:lnTo>
                <a:lnTo>
                  <a:pt x="698768" y="78689"/>
                </a:lnTo>
                <a:lnTo>
                  <a:pt x="698306" y="78891"/>
                </a:lnTo>
                <a:lnTo>
                  <a:pt x="697837" y="79076"/>
                </a:lnTo>
                <a:lnTo>
                  <a:pt x="697361" y="79244"/>
                </a:lnTo>
                <a:lnTo>
                  <a:pt x="696878" y="79394"/>
                </a:lnTo>
                <a:lnTo>
                  <a:pt x="696387" y="79526"/>
                </a:lnTo>
                <a:lnTo>
                  <a:pt x="695890" y="79641"/>
                </a:lnTo>
                <a:lnTo>
                  <a:pt x="695386" y="79737"/>
                </a:lnTo>
                <a:lnTo>
                  <a:pt x="694874" y="79817"/>
                </a:lnTo>
                <a:lnTo>
                  <a:pt x="694356" y="79878"/>
                </a:lnTo>
                <a:lnTo>
                  <a:pt x="693831" y="79923"/>
                </a:lnTo>
                <a:lnTo>
                  <a:pt x="693298" y="79949"/>
                </a:lnTo>
                <a:lnTo>
                  <a:pt x="692759" y="79958"/>
                </a:lnTo>
                <a:lnTo>
                  <a:pt x="692256" y="79949"/>
                </a:lnTo>
                <a:lnTo>
                  <a:pt x="691760" y="79923"/>
                </a:lnTo>
                <a:lnTo>
                  <a:pt x="691271" y="79880"/>
                </a:lnTo>
                <a:lnTo>
                  <a:pt x="690788" y="79820"/>
                </a:lnTo>
                <a:lnTo>
                  <a:pt x="690312" y="79743"/>
                </a:lnTo>
                <a:lnTo>
                  <a:pt x="689843" y="79648"/>
                </a:lnTo>
                <a:lnTo>
                  <a:pt x="689380" y="79537"/>
                </a:lnTo>
                <a:lnTo>
                  <a:pt x="688925" y="79408"/>
                </a:lnTo>
                <a:lnTo>
                  <a:pt x="688476" y="79262"/>
                </a:lnTo>
                <a:lnTo>
                  <a:pt x="688033" y="79098"/>
                </a:lnTo>
                <a:lnTo>
                  <a:pt x="687597" y="78918"/>
                </a:lnTo>
                <a:lnTo>
                  <a:pt x="687168" y="78720"/>
                </a:lnTo>
                <a:lnTo>
                  <a:pt x="686746" y="78505"/>
                </a:lnTo>
                <a:lnTo>
                  <a:pt x="686330" y="78273"/>
                </a:lnTo>
                <a:lnTo>
                  <a:pt x="685921" y="78024"/>
                </a:lnTo>
                <a:lnTo>
                  <a:pt x="685519" y="77758"/>
                </a:lnTo>
                <a:lnTo>
                  <a:pt x="685124" y="77474"/>
                </a:lnTo>
                <a:lnTo>
                  <a:pt x="684735" y="77173"/>
                </a:lnTo>
                <a:lnTo>
                  <a:pt x="684353" y="76856"/>
                </a:lnTo>
                <a:lnTo>
                  <a:pt x="683977" y="76520"/>
                </a:lnTo>
                <a:lnTo>
                  <a:pt x="683609" y="76168"/>
                </a:lnTo>
                <a:lnTo>
                  <a:pt x="683247" y="75799"/>
                </a:lnTo>
                <a:lnTo>
                  <a:pt x="682891" y="75412"/>
                </a:lnTo>
                <a:lnTo>
                  <a:pt x="682543" y="75008"/>
                </a:lnTo>
                <a:lnTo>
                  <a:pt x="682205" y="74585"/>
                </a:lnTo>
                <a:lnTo>
                  <a:pt x="681881" y="74143"/>
                </a:lnTo>
                <a:lnTo>
                  <a:pt x="681572" y="73681"/>
                </a:lnTo>
                <a:lnTo>
                  <a:pt x="681277" y="73199"/>
                </a:lnTo>
                <a:lnTo>
                  <a:pt x="680996" y="72698"/>
                </a:lnTo>
                <a:lnTo>
                  <a:pt x="680730" y="72176"/>
                </a:lnTo>
                <a:lnTo>
                  <a:pt x="680478" y="71635"/>
                </a:lnTo>
                <a:lnTo>
                  <a:pt x="680241" y="71074"/>
                </a:lnTo>
                <a:lnTo>
                  <a:pt x="680018" y="70493"/>
                </a:lnTo>
                <a:lnTo>
                  <a:pt x="679809" y="69892"/>
                </a:lnTo>
                <a:lnTo>
                  <a:pt x="679615" y="69271"/>
                </a:lnTo>
                <a:lnTo>
                  <a:pt x="679435" y="68631"/>
                </a:lnTo>
                <a:lnTo>
                  <a:pt x="679270" y="67970"/>
                </a:lnTo>
                <a:lnTo>
                  <a:pt x="679119" y="67290"/>
                </a:lnTo>
                <a:lnTo>
                  <a:pt x="678982" y="66590"/>
                </a:lnTo>
                <a:lnTo>
                  <a:pt x="678860" y="65871"/>
                </a:lnTo>
                <a:lnTo>
                  <a:pt x="678752" y="65131"/>
                </a:lnTo>
                <a:lnTo>
                  <a:pt x="678658" y="64372"/>
                </a:lnTo>
                <a:lnTo>
                  <a:pt x="678579" y="63592"/>
                </a:lnTo>
                <a:lnTo>
                  <a:pt x="678514" y="62793"/>
                </a:lnTo>
                <a:lnTo>
                  <a:pt x="678464" y="61975"/>
                </a:lnTo>
                <a:lnTo>
                  <a:pt x="678428" y="61136"/>
                </a:lnTo>
                <a:lnTo>
                  <a:pt x="678406" y="60277"/>
                </a:lnTo>
                <a:lnTo>
                  <a:pt x="678399" y="59399"/>
                </a:lnTo>
                <a:lnTo>
                  <a:pt x="678406" y="58562"/>
                </a:lnTo>
                <a:lnTo>
                  <a:pt x="678428" y="57743"/>
                </a:lnTo>
                <a:close/>
                <a:moveTo>
                  <a:pt x="782097" y="72999"/>
                </a:moveTo>
                <a:lnTo>
                  <a:pt x="799809" y="76036"/>
                </a:lnTo>
                <a:cubicBezTo>
                  <a:pt x="797532" y="82509"/>
                  <a:pt x="793937" y="87438"/>
                  <a:pt x="789024" y="90822"/>
                </a:cubicBezTo>
                <a:cubicBezTo>
                  <a:pt x="784111" y="94207"/>
                  <a:pt x="777964" y="95899"/>
                  <a:pt x="770584" y="95899"/>
                </a:cubicBezTo>
                <a:cubicBezTo>
                  <a:pt x="758902" y="95899"/>
                  <a:pt x="750257" y="92082"/>
                  <a:pt x="744648" y="84449"/>
                </a:cubicBezTo>
                <a:cubicBezTo>
                  <a:pt x="740220" y="78334"/>
                  <a:pt x="738006" y="70617"/>
                  <a:pt x="738006" y="61297"/>
                </a:cubicBezTo>
                <a:cubicBezTo>
                  <a:pt x="738006" y="50163"/>
                  <a:pt x="740916" y="41444"/>
                  <a:pt x="746736" y="35140"/>
                </a:cubicBezTo>
                <a:cubicBezTo>
                  <a:pt x="752555" y="28835"/>
                  <a:pt x="759914" y="25683"/>
                  <a:pt x="768813" y="25683"/>
                </a:cubicBezTo>
                <a:cubicBezTo>
                  <a:pt x="778807" y="25683"/>
                  <a:pt x="786694" y="28983"/>
                  <a:pt x="792471" y="35582"/>
                </a:cubicBezTo>
                <a:cubicBezTo>
                  <a:pt x="798249" y="42182"/>
                  <a:pt x="801011" y="52293"/>
                  <a:pt x="800758" y="65915"/>
                </a:cubicBezTo>
                <a:lnTo>
                  <a:pt x="756224" y="65915"/>
                </a:lnTo>
                <a:cubicBezTo>
                  <a:pt x="756351" y="71186"/>
                  <a:pt x="757785" y="75287"/>
                  <a:pt x="760526" y="78218"/>
                </a:cubicBezTo>
                <a:cubicBezTo>
                  <a:pt x="763267" y="81149"/>
                  <a:pt x="766683" y="82615"/>
                  <a:pt x="770774" y="82615"/>
                </a:cubicBezTo>
                <a:cubicBezTo>
                  <a:pt x="773557" y="82615"/>
                  <a:pt x="775898" y="81856"/>
                  <a:pt x="777795" y="80337"/>
                </a:cubicBezTo>
                <a:cubicBezTo>
                  <a:pt x="779693" y="78819"/>
                  <a:pt x="781127" y="76373"/>
                  <a:pt x="782097" y="72999"/>
                </a:cubicBezTo>
                <a:moveTo>
                  <a:pt x="783109" y="55034"/>
                </a:moveTo>
                <a:cubicBezTo>
                  <a:pt x="782982" y="49910"/>
                  <a:pt x="781654" y="46015"/>
                  <a:pt x="779124" y="43347"/>
                </a:cubicBezTo>
                <a:cubicBezTo>
                  <a:pt x="776593" y="40680"/>
                  <a:pt x="773515" y="39346"/>
                  <a:pt x="769888" y="39346"/>
                </a:cubicBezTo>
                <a:cubicBezTo>
                  <a:pt x="766008" y="39346"/>
                  <a:pt x="762803" y="40753"/>
                  <a:pt x="760273" y="43567"/>
                </a:cubicBezTo>
                <a:cubicBezTo>
                  <a:pt x="757743" y="46382"/>
                  <a:pt x="756498" y="50204"/>
                  <a:pt x="756541" y="55034"/>
                </a:cubicBezTo>
                <a:lnTo>
                  <a:pt x="783109" y="55034"/>
                </a:lnTo>
                <a:close/>
                <a:moveTo>
                  <a:pt x="846031" y="27201"/>
                </a:moveTo>
                <a:lnTo>
                  <a:pt x="846031" y="41371"/>
                </a:lnTo>
                <a:lnTo>
                  <a:pt x="833885" y="41371"/>
                </a:lnTo>
                <a:lnTo>
                  <a:pt x="833885" y="68401"/>
                </a:lnTo>
                <a:cubicBezTo>
                  <a:pt x="833885" y="73876"/>
                  <a:pt x="834001" y="77066"/>
                  <a:pt x="834233" y="77971"/>
                </a:cubicBezTo>
                <a:cubicBezTo>
                  <a:pt x="834465" y="78875"/>
                  <a:pt x="834992" y="79622"/>
                  <a:pt x="835814" y="80213"/>
                </a:cubicBezTo>
                <a:cubicBezTo>
                  <a:pt x="836637" y="80802"/>
                  <a:pt x="837638" y="81096"/>
                  <a:pt x="838819" y="81096"/>
                </a:cubicBezTo>
                <a:cubicBezTo>
                  <a:pt x="840464" y="81096"/>
                  <a:pt x="842847" y="80527"/>
                  <a:pt x="845967" y="79388"/>
                </a:cubicBezTo>
                <a:lnTo>
                  <a:pt x="847485" y="93230"/>
                </a:lnTo>
                <a:cubicBezTo>
                  <a:pt x="843353" y="95009"/>
                  <a:pt x="838672" y="95899"/>
                  <a:pt x="833442" y="95899"/>
                </a:cubicBezTo>
                <a:cubicBezTo>
                  <a:pt x="830237" y="95899"/>
                  <a:pt x="827348" y="95361"/>
                  <a:pt x="824776" y="94286"/>
                </a:cubicBezTo>
                <a:cubicBezTo>
                  <a:pt x="822203" y="93210"/>
                  <a:pt x="820316" y="91819"/>
                  <a:pt x="819114" y="90111"/>
                </a:cubicBezTo>
                <a:cubicBezTo>
                  <a:pt x="817912" y="88403"/>
                  <a:pt x="817080" y="86094"/>
                  <a:pt x="816616" y="83184"/>
                </a:cubicBezTo>
                <a:cubicBezTo>
                  <a:pt x="816236" y="81118"/>
                  <a:pt x="816046" y="76943"/>
                  <a:pt x="816046" y="70659"/>
                </a:cubicBezTo>
                <a:lnTo>
                  <a:pt x="816046" y="41371"/>
                </a:lnTo>
                <a:lnTo>
                  <a:pt x="807886" y="41371"/>
                </a:lnTo>
                <a:lnTo>
                  <a:pt x="807886" y="27201"/>
                </a:lnTo>
                <a:lnTo>
                  <a:pt x="816046" y="27201"/>
                </a:lnTo>
                <a:lnTo>
                  <a:pt x="816046" y="13790"/>
                </a:lnTo>
                <a:lnTo>
                  <a:pt x="833885" y="3289"/>
                </a:lnTo>
                <a:lnTo>
                  <a:pt x="833885" y="27201"/>
                </a:lnTo>
                <a:lnTo>
                  <a:pt x="846031" y="27201"/>
                </a:lnTo>
                <a:close/>
                <a:moveTo>
                  <a:pt x="852102" y="75277"/>
                </a:moveTo>
                <a:lnTo>
                  <a:pt x="869941" y="72493"/>
                </a:lnTo>
                <a:cubicBezTo>
                  <a:pt x="870700" y="75930"/>
                  <a:pt x="872239" y="78540"/>
                  <a:pt x="874559" y="80322"/>
                </a:cubicBezTo>
                <a:cubicBezTo>
                  <a:pt x="876878" y="82103"/>
                  <a:pt x="880125" y="82994"/>
                  <a:pt x="884300" y="82994"/>
                </a:cubicBezTo>
                <a:cubicBezTo>
                  <a:pt x="888897" y="82994"/>
                  <a:pt x="892355" y="82152"/>
                  <a:pt x="894675" y="80468"/>
                </a:cubicBezTo>
                <a:cubicBezTo>
                  <a:pt x="896235" y="79288"/>
                  <a:pt x="897015" y="77709"/>
                  <a:pt x="897015" y="75729"/>
                </a:cubicBezTo>
                <a:cubicBezTo>
                  <a:pt x="897015" y="74381"/>
                  <a:pt x="896594" y="73265"/>
                  <a:pt x="895750" y="72381"/>
                </a:cubicBezTo>
                <a:cubicBezTo>
                  <a:pt x="894865" y="71539"/>
                  <a:pt x="892882" y="70760"/>
                  <a:pt x="889804" y="70044"/>
                </a:cubicBezTo>
                <a:cubicBezTo>
                  <a:pt x="875465" y="66887"/>
                  <a:pt x="866377" y="64002"/>
                  <a:pt x="862540" y="61390"/>
                </a:cubicBezTo>
                <a:cubicBezTo>
                  <a:pt x="857226" y="57766"/>
                  <a:pt x="854569" y="52731"/>
                  <a:pt x="854569" y="46285"/>
                </a:cubicBezTo>
                <a:cubicBezTo>
                  <a:pt x="854569" y="40470"/>
                  <a:pt x="856868" y="35583"/>
                  <a:pt x="861464" y="31623"/>
                </a:cubicBezTo>
                <a:cubicBezTo>
                  <a:pt x="866061" y="27663"/>
                  <a:pt x="873188" y="25683"/>
                  <a:pt x="882846" y="25683"/>
                </a:cubicBezTo>
                <a:cubicBezTo>
                  <a:pt x="892039" y="25683"/>
                  <a:pt x="898871" y="27174"/>
                  <a:pt x="903341" y="30158"/>
                </a:cubicBezTo>
                <a:cubicBezTo>
                  <a:pt x="907811" y="33142"/>
                  <a:pt x="910890" y="37554"/>
                  <a:pt x="912577" y="43395"/>
                </a:cubicBezTo>
                <a:lnTo>
                  <a:pt x="895813" y="46558"/>
                </a:lnTo>
                <a:cubicBezTo>
                  <a:pt x="895096" y="43943"/>
                  <a:pt x="893736" y="41940"/>
                  <a:pt x="891733" y="40548"/>
                </a:cubicBezTo>
                <a:cubicBezTo>
                  <a:pt x="889730" y="39157"/>
                  <a:pt x="886873" y="38461"/>
                  <a:pt x="883162" y="38461"/>
                </a:cubicBezTo>
                <a:cubicBezTo>
                  <a:pt x="878481" y="38461"/>
                  <a:pt x="875128" y="39114"/>
                  <a:pt x="873104" y="40420"/>
                </a:cubicBezTo>
                <a:cubicBezTo>
                  <a:pt x="871754" y="41345"/>
                  <a:pt x="871080" y="42545"/>
                  <a:pt x="871080" y="44019"/>
                </a:cubicBezTo>
                <a:cubicBezTo>
                  <a:pt x="871080" y="45282"/>
                  <a:pt x="871670" y="46355"/>
                  <a:pt x="872851" y="47240"/>
                </a:cubicBezTo>
                <a:cubicBezTo>
                  <a:pt x="874453" y="48419"/>
                  <a:pt x="879988" y="50083"/>
                  <a:pt x="889456" y="52231"/>
                </a:cubicBezTo>
                <a:cubicBezTo>
                  <a:pt x="898924" y="54379"/>
                  <a:pt x="905534" y="57014"/>
                  <a:pt x="909287" y="60136"/>
                </a:cubicBezTo>
                <a:cubicBezTo>
                  <a:pt x="912998" y="63302"/>
                  <a:pt x="914854" y="67712"/>
                  <a:pt x="914854" y="73365"/>
                </a:cubicBezTo>
                <a:cubicBezTo>
                  <a:pt x="914854" y="79526"/>
                  <a:pt x="912282" y="84822"/>
                  <a:pt x="907137" y="89253"/>
                </a:cubicBezTo>
                <a:cubicBezTo>
                  <a:pt x="901992" y="93683"/>
                  <a:pt x="894380" y="95899"/>
                  <a:pt x="884300" y="95899"/>
                </a:cubicBezTo>
                <a:cubicBezTo>
                  <a:pt x="875149" y="95899"/>
                  <a:pt x="867906" y="94049"/>
                  <a:pt x="862571" y="90350"/>
                </a:cubicBezTo>
                <a:cubicBezTo>
                  <a:pt x="857237" y="86649"/>
                  <a:pt x="853747" y="81625"/>
                  <a:pt x="852102" y="75277"/>
                </a:cubicBezTo>
                <a:close/>
                <a:moveTo>
                  <a:pt x="933495" y="40232"/>
                </a:moveTo>
                <a:lnTo>
                  <a:pt x="933495" y="27201"/>
                </a:lnTo>
                <a:lnTo>
                  <a:pt x="946463" y="27201"/>
                </a:lnTo>
                <a:lnTo>
                  <a:pt x="946463" y="40232"/>
                </a:lnTo>
                <a:lnTo>
                  <a:pt x="933495" y="40232"/>
                </a:lnTo>
                <a:moveTo>
                  <a:pt x="933495" y="94381"/>
                </a:moveTo>
                <a:lnTo>
                  <a:pt x="933495" y="81349"/>
                </a:lnTo>
                <a:lnTo>
                  <a:pt x="946463" y="81349"/>
                </a:lnTo>
                <a:lnTo>
                  <a:pt x="946463" y="94381"/>
                </a:lnTo>
                <a:lnTo>
                  <a:pt x="933495" y="94381"/>
                </a:lnTo>
                <a:close/>
                <a:moveTo>
                  <a:pt x="991584" y="110701"/>
                </a:moveTo>
                <a:lnTo>
                  <a:pt x="977857" y="110701"/>
                </a:lnTo>
                <a:lnTo>
                  <a:pt x="977857" y="11133"/>
                </a:lnTo>
                <a:lnTo>
                  <a:pt x="991584" y="11133"/>
                </a:lnTo>
                <a:lnTo>
                  <a:pt x="991584" y="1645"/>
                </a:lnTo>
                <a:lnTo>
                  <a:pt x="966471" y="1645"/>
                </a:lnTo>
                <a:lnTo>
                  <a:pt x="966471" y="114807"/>
                </a:lnTo>
                <a:lnTo>
                  <a:pt x="991584" y="114807"/>
                </a:lnTo>
                <a:lnTo>
                  <a:pt x="991584" y="110701"/>
                </a:lnTo>
                <a:close/>
                <a:moveTo>
                  <a:pt x="1005646" y="94381"/>
                </a:moveTo>
                <a:lnTo>
                  <a:pt x="1005646" y="1645"/>
                </a:lnTo>
                <a:lnTo>
                  <a:pt x="1017918" y="1645"/>
                </a:lnTo>
                <a:lnTo>
                  <a:pt x="1017918" y="94381"/>
                </a:lnTo>
                <a:lnTo>
                  <a:pt x="1005646" y="94381"/>
                </a:lnTo>
                <a:close/>
                <a:moveTo>
                  <a:pt x="1035712" y="49183"/>
                </a:moveTo>
                <a:cubicBezTo>
                  <a:pt x="1035712" y="33799"/>
                  <a:pt x="1039845" y="21757"/>
                  <a:pt x="1048110" y="13055"/>
                </a:cubicBezTo>
                <a:cubicBezTo>
                  <a:pt x="1056376" y="4352"/>
                  <a:pt x="1067046" y="0"/>
                  <a:pt x="1080119" y="0"/>
                </a:cubicBezTo>
                <a:cubicBezTo>
                  <a:pt x="1088680" y="0"/>
                  <a:pt x="1096397" y="2044"/>
                  <a:pt x="1103271" y="6132"/>
                </a:cubicBezTo>
                <a:cubicBezTo>
                  <a:pt x="1110145" y="10220"/>
                  <a:pt x="1115385" y="15921"/>
                  <a:pt x="1118991" y="23233"/>
                </a:cubicBezTo>
                <a:cubicBezTo>
                  <a:pt x="1122596" y="30545"/>
                  <a:pt x="1124399" y="38836"/>
                  <a:pt x="1124399" y="48108"/>
                </a:cubicBezTo>
                <a:cubicBezTo>
                  <a:pt x="1124399" y="57505"/>
                  <a:pt x="1122501" y="65913"/>
                  <a:pt x="1118706" y="73332"/>
                </a:cubicBezTo>
                <a:cubicBezTo>
                  <a:pt x="1114911" y="80749"/>
                  <a:pt x="1109534" y="86364"/>
                  <a:pt x="1102575" y="90178"/>
                </a:cubicBezTo>
                <a:cubicBezTo>
                  <a:pt x="1095617" y="93992"/>
                  <a:pt x="1088110" y="95899"/>
                  <a:pt x="1080056" y="95899"/>
                </a:cubicBezTo>
                <a:cubicBezTo>
                  <a:pt x="1071326" y="95899"/>
                  <a:pt x="1063524" y="93791"/>
                  <a:pt x="1056650" y="89577"/>
                </a:cubicBezTo>
                <a:cubicBezTo>
                  <a:pt x="1049776" y="85362"/>
                  <a:pt x="1044568" y="79610"/>
                  <a:pt x="1041025" y="72319"/>
                </a:cubicBezTo>
                <a:cubicBezTo>
                  <a:pt x="1037483" y="65029"/>
                  <a:pt x="1035712" y="57317"/>
                  <a:pt x="1035712" y="49183"/>
                </a:cubicBezTo>
                <a:moveTo>
                  <a:pt x="1048363" y="49402"/>
                </a:moveTo>
                <a:cubicBezTo>
                  <a:pt x="1048363" y="60558"/>
                  <a:pt x="1051368" y="69346"/>
                  <a:pt x="1057378" y="75767"/>
                </a:cubicBezTo>
                <a:cubicBezTo>
                  <a:pt x="1063387" y="82188"/>
                  <a:pt x="1070925" y="85398"/>
                  <a:pt x="1079992" y="85398"/>
                </a:cubicBezTo>
                <a:cubicBezTo>
                  <a:pt x="1089228" y="85398"/>
                  <a:pt x="1096829" y="82157"/>
                  <a:pt x="1102797" y="75674"/>
                </a:cubicBezTo>
                <a:cubicBezTo>
                  <a:pt x="1108764" y="69190"/>
                  <a:pt x="1111748" y="59991"/>
                  <a:pt x="1111748" y="48076"/>
                </a:cubicBezTo>
                <a:cubicBezTo>
                  <a:pt x="1111748" y="40540"/>
                  <a:pt x="1110472" y="33962"/>
                  <a:pt x="1107921" y="28341"/>
                </a:cubicBezTo>
                <a:cubicBezTo>
                  <a:pt x="1105369" y="22721"/>
                  <a:pt x="1101637" y="18363"/>
                  <a:pt x="1096724" y="15269"/>
                </a:cubicBezTo>
                <a:cubicBezTo>
                  <a:pt x="1091811" y="12174"/>
                  <a:pt x="1086297" y="10627"/>
                  <a:pt x="1080182" y="10627"/>
                </a:cubicBezTo>
                <a:cubicBezTo>
                  <a:pt x="1071495" y="10627"/>
                  <a:pt x="1064020" y="13606"/>
                  <a:pt x="1057757" y="19564"/>
                </a:cubicBezTo>
                <a:cubicBezTo>
                  <a:pt x="1051495" y="25521"/>
                  <a:pt x="1048363" y="35467"/>
                  <a:pt x="1048363" y="49402"/>
                </a:cubicBezTo>
                <a:close/>
                <a:moveTo>
                  <a:pt x="1139600" y="94381"/>
                </a:moveTo>
                <a:lnTo>
                  <a:pt x="1139600" y="1645"/>
                </a:lnTo>
                <a:lnTo>
                  <a:pt x="1174392" y="1645"/>
                </a:lnTo>
                <a:cubicBezTo>
                  <a:pt x="1181477" y="1645"/>
                  <a:pt x="1187159" y="2580"/>
                  <a:pt x="1191440" y="4452"/>
                </a:cubicBezTo>
                <a:cubicBezTo>
                  <a:pt x="1195720" y="6323"/>
                  <a:pt x="1199073" y="9203"/>
                  <a:pt x="1201498" y="13092"/>
                </a:cubicBezTo>
                <a:cubicBezTo>
                  <a:pt x="1203923" y="16981"/>
                  <a:pt x="1205135" y="21050"/>
                  <a:pt x="1205135" y="25297"/>
                </a:cubicBezTo>
                <a:cubicBezTo>
                  <a:pt x="1205135" y="29249"/>
                  <a:pt x="1204060" y="32971"/>
                  <a:pt x="1201909" y="36462"/>
                </a:cubicBezTo>
                <a:cubicBezTo>
                  <a:pt x="1199758" y="39952"/>
                  <a:pt x="1196511" y="42769"/>
                  <a:pt x="1192167" y="44913"/>
                </a:cubicBezTo>
                <a:cubicBezTo>
                  <a:pt x="1197776" y="46562"/>
                  <a:pt x="1202088" y="49373"/>
                  <a:pt x="1205103" y="53348"/>
                </a:cubicBezTo>
                <a:cubicBezTo>
                  <a:pt x="1208119" y="57323"/>
                  <a:pt x="1209626" y="62016"/>
                  <a:pt x="1209626" y="67427"/>
                </a:cubicBezTo>
                <a:cubicBezTo>
                  <a:pt x="1209626" y="71782"/>
                  <a:pt x="1208709" y="75831"/>
                  <a:pt x="1206875" y="79572"/>
                </a:cubicBezTo>
                <a:cubicBezTo>
                  <a:pt x="1205040" y="83314"/>
                  <a:pt x="1202773" y="86199"/>
                  <a:pt x="1200074" y="88229"/>
                </a:cubicBezTo>
                <a:cubicBezTo>
                  <a:pt x="1197375" y="90258"/>
                  <a:pt x="1193991" y="91791"/>
                  <a:pt x="1189922" y="92827"/>
                </a:cubicBezTo>
                <a:cubicBezTo>
                  <a:pt x="1185852" y="93863"/>
                  <a:pt x="1180865" y="94381"/>
                  <a:pt x="1174961" y="94381"/>
                </a:cubicBezTo>
                <a:lnTo>
                  <a:pt x="1139600" y="94381"/>
                </a:lnTo>
                <a:moveTo>
                  <a:pt x="1151872" y="40485"/>
                </a:moveTo>
                <a:lnTo>
                  <a:pt x="1171925" y="40485"/>
                </a:lnTo>
                <a:cubicBezTo>
                  <a:pt x="1177365" y="40485"/>
                  <a:pt x="1181266" y="40128"/>
                  <a:pt x="1183627" y="39416"/>
                </a:cubicBezTo>
                <a:cubicBezTo>
                  <a:pt x="1186748" y="38494"/>
                  <a:pt x="1189099" y="36966"/>
                  <a:pt x="1190681" y="34829"/>
                </a:cubicBezTo>
                <a:cubicBezTo>
                  <a:pt x="1192262" y="32693"/>
                  <a:pt x="1193053" y="30013"/>
                  <a:pt x="1193053" y="26788"/>
                </a:cubicBezTo>
                <a:cubicBezTo>
                  <a:pt x="1193053" y="23730"/>
                  <a:pt x="1192315" y="21039"/>
                  <a:pt x="1190839" y="18714"/>
                </a:cubicBezTo>
                <a:cubicBezTo>
                  <a:pt x="1189363" y="16390"/>
                  <a:pt x="1187254" y="14798"/>
                  <a:pt x="1184513" y="13940"/>
                </a:cubicBezTo>
                <a:cubicBezTo>
                  <a:pt x="1181772" y="13081"/>
                  <a:pt x="1177070" y="12652"/>
                  <a:pt x="1170407" y="12652"/>
                </a:cubicBezTo>
                <a:lnTo>
                  <a:pt x="1151872" y="12652"/>
                </a:lnTo>
                <a:lnTo>
                  <a:pt x="1151872" y="40485"/>
                </a:lnTo>
                <a:moveTo>
                  <a:pt x="1151872" y="83374"/>
                </a:moveTo>
                <a:lnTo>
                  <a:pt x="1174961" y="83374"/>
                </a:lnTo>
                <a:cubicBezTo>
                  <a:pt x="1178925" y="83374"/>
                  <a:pt x="1181709" y="83226"/>
                  <a:pt x="1183311" y="82931"/>
                </a:cubicBezTo>
                <a:cubicBezTo>
                  <a:pt x="1186137" y="82425"/>
                  <a:pt x="1188498" y="81581"/>
                  <a:pt x="1190396" y="80401"/>
                </a:cubicBezTo>
                <a:cubicBezTo>
                  <a:pt x="1192294" y="79220"/>
                  <a:pt x="1193854" y="77501"/>
                  <a:pt x="1195077" y="75245"/>
                </a:cubicBezTo>
                <a:cubicBezTo>
                  <a:pt x="1196300" y="72989"/>
                  <a:pt x="1196912" y="70385"/>
                  <a:pt x="1196912" y="67433"/>
                </a:cubicBezTo>
                <a:cubicBezTo>
                  <a:pt x="1196912" y="63975"/>
                  <a:pt x="1196026" y="60970"/>
                  <a:pt x="1194255" y="58419"/>
                </a:cubicBezTo>
                <a:cubicBezTo>
                  <a:pt x="1192483" y="55867"/>
                  <a:pt x="1190027" y="54075"/>
                  <a:pt x="1186885" y="53042"/>
                </a:cubicBezTo>
                <a:cubicBezTo>
                  <a:pt x="1183743" y="52008"/>
                  <a:pt x="1179220" y="51492"/>
                  <a:pt x="1173316" y="51492"/>
                </a:cubicBezTo>
                <a:lnTo>
                  <a:pt x="1151872" y="51492"/>
                </a:lnTo>
                <a:lnTo>
                  <a:pt x="1151872" y="83374"/>
                </a:lnTo>
                <a:close/>
                <a:moveTo>
                  <a:pt x="1258099" y="64523"/>
                </a:moveTo>
                <a:lnTo>
                  <a:pt x="1269675" y="63511"/>
                </a:lnTo>
                <a:cubicBezTo>
                  <a:pt x="1270223" y="68150"/>
                  <a:pt x="1271499" y="71956"/>
                  <a:pt x="1273502" y="74929"/>
                </a:cubicBezTo>
                <a:cubicBezTo>
                  <a:pt x="1275505" y="77902"/>
                  <a:pt x="1278615" y="80306"/>
                  <a:pt x="1282832" y="82140"/>
                </a:cubicBezTo>
                <a:cubicBezTo>
                  <a:pt x="1287050" y="83975"/>
                  <a:pt x="1291794" y="84892"/>
                  <a:pt x="1297065" y="84892"/>
                </a:cubicBezTo>
                <a:cubicBezTo>
                  <a:pt x="1301746" y="84892"/>
                  <a:pt x="1305879" y="84196"/>
                  <a:pt x="1309464" y="82804"/>
                </a:cubicBezTo>
                <a:cubicBezTo>
                  <a:pt x="1313049" y="81413"/>
                  <a:pt x="1315716" y="79504"/>
                  <a:pt x="1317466" y="77080"/>
                </a:cubicBezTo>
                <a:cubicBezTo>
                  <a:pt x="1319216" y="74655"/>
                  <a:pt x="1320091" y="72015"/>
                  <a:pt x="1320091" y="69161"/>
                </a:cubicBezTo>
                <a:cubicBezTo>
                  <a:pt x="1320091" y="66264"/>
                  <a:pt x="1319248" y="63735"/>
                  <a:pt x="1317561" y="61574"/>
                </a:cubicBezTo>
                <a:cubicBezTo>
                  <a:pt x="1315874" y="59411"/>
                  <a:pt x="1313091" y="57593"/>
                  <a:pt x="1309211" y="56120"/>
                </a:cubicBezTo>
                <a:cubicBezTo>
                  <a:pt x="1306723" y="55152"/>
                  <a:pt x="1301219" y="53649"/>
                  <a:pt x="1292701" y="51608"/>
                </a:cubicBezTo>
                <a:cubicBezTo>
                  <a:pt x="1284182" y="49568"/>
                  <a:pt x="1278215" y="47640"/>
                  <a:pt x="1274799" y="45822"/>
                </a:cubicBezTo>
                <a:cubicBezTo>
                  <a:pt x="1270371" y="43499"/>
                  <a:pt x="1267071" y="40615"/>
                  <a:pt x="1264899" y="37172"/>
                </a:cubicBezTo>
                <a:cubicBezTo>
                  <a:pt x="1262727" y="33728"/>
                  <a:pt x="1261641" y="29873"/>
                  <a:pt x="1261641" y="25606"/>
                </a:cubicBezTo>
                <a:cubicBezTo>
                  <a:pt x="1261641" y="20915"/>
                  <a:pt x="1262969" y="16531"/>
                  <a:pt x="1265626" y="12454"/>
                </a:cubicBezTo>
                <a:cubicBezTo>
                  <a:pt x="1268283" y="8376"/>
                  <a:pt x="1272163" y="5281"/>
                  <a:pt x="1277266" y="3169"/>
                </a:cubicBezTo>
                <a:cubicBezTo>
                  <a:pt x="1282368" y="1056"/>
                  <a:pt x="1288041" y="0"/>
                  <a:pt x="1294282" y="0"/>
                </a:cubicBezTo>
                <a:cubicBezTo>
                  <a:pt x="1301156" y="0"/>
                  <a:pt x="1307218" y="1107"/>
                  <a:pt x="1312469" y="3321"/>
                </a:cubicBezTo>
                <a:cubicBezTo>
                  <a:pt x="1317719" y="5535"/>
                  <a:pt x="1321757" y="8793"/>
                  <a:pt x="1324583" y="13094"/>
                </a:cubicBezTo>
                <a:cubicBezTo>
                  <a:pt x="1327408" y="17396"/>
                  <a:pt x="1328926" y="22267"/>
                  <a:pt x="1329137" y="27707"/>
                </a:cubicBezTo>
                <a:lnTo>
                  <a:pt x="1317371" y="28593"/>
                </a:lnTo>
                <a:cubicBezTo>
                  <a:pt x="1316739" y="22793"/>
                  <a:pt x="1314598" y="18412"/>
                  <a:pt x="1310950" y="15451"/>
                </a:cubicBezTo>
                <a:cubicBezTo>
                  <a:pt x="1307303" y="12488"/>
                  <a:pt x="1301915" y="11007"/>
                  <a:pt x="1294788" y="11007"/>
                </a:cubicBezTo>
                <a:cubicBezTo>
                  <a:pt x="1287366" y="11007"/>
                  <a:pt x="1281957" y="12364"/>
                  <a:pt x="1278562" y="15077"/>
                </a:cubicBezTo>
                <a:cubicBezTo>
                  <a:pt x="1275168" y="17789"/>
                  <a:pt x="1273470" y="21060"/>
                  <a:pt x="1273470" y="24888"/>
                </a:cubicBezTo>
                <a:cubicBezTo>
                  <a:pt x="1273470" y="28210"/>
                  <a:pt x="1274672" y="30944"/>
                  <a:pt x="1277076" y="33090"/>
                </a:cubicBezTo>
                <a:cubicBezTo>
                  <a:pt x="1279438" y="35235"/>
                  <a:pt x="1285605" y="37433"/>
                  <a:pt x="1295579" y="39684"/>
                </a:cubicBezTo>
                <a:cubicBezTo>
                  <a:pt x="1305552" y="41934"/>
                  <a:pt x="1312395" y="43900"/>
                  <a:pt x="1316106" y="45583"/>
                </a:cubicBezTo>
                <a:cubicBezTo>
                  <a:pt x="1321504" y="48067"/>
                  <a:pt x="1325489" y="51214"/>
                  <a:pt x="1328062" y="55022"/>
                </a:cubicBezTo>
                <a:cubicBezTo>
                  <a:pt x="1330634" y="58831"/>
                  <a:pt x="1331920" y="63218"/>
                  <a:pt x="1331920" y="68184"/>
                </a:cubicBezTo>
                <a:cubicBezTo>
                  <a:pt x="1331920" y="73109"/>
                  <a:pt x="1330508" y="77749"/>
                  <a:pt x="1327682" y="82105"/>
                </a:cubicBezTo>
                <a:cubicBezTo>
                  <a:pt x="1324857" y="86460"/>
                  <a:pt x="1320798" y="89848"/>
                  <a:pt x="1315505" y="92269"/>
                </a:cubicBezTo>
                <a:cubicBezTo>
                  <a:pt x="1310212" y="94689"/>
                  <a:pt x="1304256" y="95899"/>
                  <a:pt x="1297635" y="95899"/>
                </a:cubicBezTo>
                <a:cubicBezTo>
                  <a:pt x="1289243" y="95899"/>
                  <a:pt x="1282210" y="94676"/>
                  <a:pt x="1276538" y="92230"/>
                </a:cubicBezTo>
                <a:cubicBezTo>
                  <a:pt x="1270866" y="89784"/>
                  <a:pt x="1266417" y="86104"/>
                  <a:pt x="1263191" y="81191"/>
                </a:cubicBezTo>
                <a:cubicBezTo>
                  <a:pt x="1259965" y="76278"/>
                  <a:pt x="1258267" y="70722"/>
                  <a:pt x="1258099" y="64523"/>
                </a:cubicBezTo>
                <a:close/>
                <a:moveTo>
                  <a:pt x="1342862" y="60791"/>
                </a:moveTo>
                <a:cubicBezTo>
                  <a:pt x="1342862" y="48350"/>
                  <a:pt x="1346320" y="39135"/>
                  <a:pt x="1353236" y="33147"/>
                </a:cubicBezTo>
                <a:cubicBezTo>
                  <a:pt x="1359014" y="28171"/>
                  <a:pt x="1366057" y="25683"/>
                  <a:pt x="1374364" y="25683"/>
                </a:cubicBezTo>
                <a:cubicBezTo>
                  <a:pt x="1383600" y="25683"/>
                  <a:pt x="1391149" y="28708"/>
                  <a:pt x="1397011" y="34760"/>
                </a:cubicBezTo>
                <a:cubicBezTo>
                  <a:pt x="1402873" y="40812"/>
                  <a:pt x="1405804" y="49172"/>
                  <a:pt x="1405804" y="59842"/>
                </a:cubicBezTo>
                <a:cubicBezTo>
                  <a:pt x="1405804" y="68487"/>
                  <a:pt x="1404507" y="75287"/>
                  <a:pt x="1401913" y="80242"/>
                </a:cubicBezTo>
                <a:cubicBezTo>
                  <a:pt x="1399320" y="85198"/>
                  <a:pt x="1395545" y="89046"/>
                  <a:pt x="1390590" y="91787"/>
                </a:cubicBezTo>
                <a:cubicBezTo>
                  <a:pt x="1385635" y="94528"/>
                  <a:pt x="1380226" y="95899"/>
                  <a:pt x="1374364" y="95899"/>
                </a:cubicBezTo>
                <a:cubicBezTo>
                  <a:pt x="1364960" y="95899"/>
                  <a:pt x="1357359" y="92883"/>
                  <a:pt x="1351560" y="86853"/>
                </a:cubicBezTo>
                <a:cubicBezTo>
                  <a:pt x="1345761" y="80822"/>
                  <a:pt x="1342862" y="72135"/>
                  <a:pt x="1342862" y="60791"/>
                </a:cubicBezTo>
                <a:moveTo>
                  <a:pt x="1354565" y="60822"/>
                </a:moveTo>
                <a:cubicBezTo>
                  <a:pt x="1354565" y="69415"/>
                  <a:pt x="1356441" y="75849"/>
                  <a:pt x="1360195" y="80124"/>
                </a:cubicBezTo>
                <a:cubicBezTo>
                  <a:pt x="1363948" y="84399"/>
                  <a:pt x="1368671" y="86537"/>
                  <a:pt x="1374364" y="86537"/>
                </a:cubicBezTo>
                <a:cubicBezTo>
                  <a:pt x="1380015" y="86537"/>
                  <a:pt x="1384718" y="84388"/>
                  <a:pt x="1388471" y="80092"/>
                </a:cubicBezTo>
                <a:cubicBezTo>
                  <a:pt x="1392224" y="75796"/>
                  <a:pt x="1394101" y="69246"/>
                  <a:pt x="1394101" y="60443"/>
                </a:cubicBezTo>
                <a:cubicBezTo>
                  <a:pt x="1394101" y="52145"/>
                  <a:pt x="1392214" y="45859"/>
                  <a:pt x="1388439" y="41584"/>
                </a:cubicBezTo>
                <a:cubicBezTo>
                  <a:pt x="1384665" y="37309"/>
                  <a:pt x="1379973" y="35171"/>
                  <a:pt x="1374364" y="35171"/>
                </a:cubicBezTo>
                <a:cubicBezTo>
                  <a:pt x="1368671" y="35171"/>
                  <a:pt x="1363948" y="37298"/>
                  <a:pt x="1360195" y="41552"/>
                </a:cubicBezTo>
                <a:cubicBezTo>
                  <a:pt x="1356441" y="45807"/>
                  <a:pt x="1354565" y="52230"/>
                  <a:pt x="1354565" y="60822"/>
                </a:cubicBezTo>
                <a:close/>
                <a:moveTo>
                  <a:pt x="1463158" y="94381"/>
                </a:moveTo>
                <a:lnTo>
                  <a:pt x="1463158" y="84451"/>
                </a:lnTo>
                <a:cubicBezTo>
                  <a:pt x="1457929" y="92083"/>
                  <a:pt x="1450823" y="95899"/>
                  <a:pt x="1441841" y="95899"/>
                </a:cubicBezTo>
                <a:cubicBezTo>
                  <a:pt x="1437876" y="95899"/>
                  <a:pt x="1434176" y="95140"/>
                  <a:pt x="1430739" y="93621"/>
                </a:cubicBezTo>
                <a:cubicBezTo>
                  <a:pt x="1427302" y="92103"/>
                  <a:pt x="1424750" y="90195"/>
                  <a:pt x="1423085" y="87897"/>
                </a:cubicBezTo>
                <a:cubicBezTo>
                  <a:pt x="1421419" y="85598"/>
                  <a:pt x="1420249" y="82783"/>
                  <a:pt x="1419574" y="79452"/>
                </a:cubicBezTo>
                <a:cubicBezTo>
                  <a:pt x="1419110" y="77217"/>
                  <a:pt x="1418878" y="73674"/>
                  <a:pt x="1418878" y="68824"/>
                </a:cubicBezTo>
                <a:lnTo>
                  <a:pt x="1418878" y="27201"/>
                </a:lnTo>
                <a:lnTo>
                  <a:pt x="1430264" y="27201"/>
                </a:lnTo>
                <a:lnTo>
                  <a:pt x="1430264" y="64420"/>
                </a:lnTo>
                <a:cubicBezTo>
                  <a:pt x="1430264" y="70360"/>
                  <a:pt x="1430496" y="74361"/>
                  <a:pt x="1430960" y="76425"/>
                </a:cubicBezTo>
                <a:cubicBezTo>
                  <a:pt x="1431677" y="79417"/>
                  <a:pt x="1433195" y="81766"/>
                  <a:pt x="1435515" y="83473"/>
                </a:cubicBezTo>
                <a:cubicBezTo>
                  <a:pt x="1437834" y="85178"/>
                  <a:pt x="1440702" y="86031"/>
                  <a:pt x="1444118" y="86031"/>
                </a:cubicBezTo>
                <a:cubicBezTo>
                  <a:pt x="1447534" y="86031"/>
                  <a:pt x="1450739" y="85157"/>
                  <a:pt x="1453733" y="83409"/>
                </a:cubicBezTo>
                <a:cubicBezTo>
                  <a:pt x="1456727" y="81661"/>
                  <a:pt x="1458846" y="79280"/>
                  <a:pt x="1460090" y="76269"/>
                </a:cubicBezTo>
                <a:cubicBezTo>
                  <a:pt x="1461335" y="73256"/>
                  <a:pt x="1461957" y="68886"/>
                  <a:pt x="1461957" y="63157"/>
                </a:cubicBezTo>
                <a:lnTo>
                  <a:pt x="1461957" y="27201"/>
                </a:lnTo>
                <a:lnTo>
                  <a:pt x="1473343" y="27201"/>
                </a:lnTo>
                <a:lnTo>
                  <a:pt x="1473343" y="94381"/>
                </a:lnTo>
                <a:lnTo>
                  <a:pt x="1463158" y="94381"/>
                </a:lnTo>
                <a:close/>
                <a:moveTo>
                  <a:pt x="1491035" y="94381"/>
                </a:moveTo>
                <a:lnTo>
                  <a:pt x="1491035" y="27201"/>
                </a:lnTo>
                <a:lnTo>
                  <a:pt x="1501283" y="27201"/>
                </a:lnTo>
                <a:lnTo>
                  <a:pt x="1501283" y="37385"/>
                </a:lnTo>
                <a:cubicBezTo>
                  <a:pt x="1503898" y="32620"/>
                  <a:pt x="1506312" y="29478"/>
                  <a:pt x="1508526" y="27960"/>
                </a:cubicBezTo>
                <a:cubicBezTo>
                  <a:pt x="1510740" y="26442"/>
                  <a:pt x="1513175" y="25683"/>
                  <a:pt x="1515832" y="25683"/>
                </a:cubicBezTo>
                <a:cubicBezTo>
                  <a:pt x="1519670" y="25683"/>
                  <a:pt x="1523571" y="26906"/>
                  <a:pt x="1527535" y="29352"/>
                </a:cubicBezTo>
                <a:lnTo>
                  <a:pt x="1523613" y="39908"/>
                </a:lnTo>
                <a:cubicBezTo>
                  <a:pt x="1520830" y="38268"/>
                  <a:pt x="1518046" y="37449"/>
                  <a:pt x="1515263" y="37449"/>
                </a:cubicBezTo>
                <a:cubicBezTo>
                  <a:pt x="1512775" y="37449"/>
                  <a:pt x="1510540" y="38197"/>
                  <a:pt x="1508558" y="39694"/>
                </a:cubicBezTo>
                <a:cubicBezTo>
                  <a:pt x="1506576" y="41191"/>
                  <a:pt x="1505163" y="43268"/>
                  <a:pt x="1504319" y="45925"/>
                </a:cubicBezTo>
                <a:cubicBezTo>
                  <a:pt x="1503054" y="49974"/>
                  <a:pt x="1502422" y="54402"/>
                  <a:pt x="1502422" y="59209"/>
                </a:cubicBezTo>
                <a:lnTo>
                  <a:pt x="1502422" y="94381"/>
                </a:lnTo>
                <a:lnTo>
                  <a:pt x="1491035" y="94381"/>
                </a:lnTo>
                <a:close/>
                <a:moveTo>
                  <a:pt x="1578140" y="69710"/>
                </a:moveTo>
                <a:lnTo>
                  <a:pt x="1589337" y="71228"/>
                </a:lnTo>
                <a:cubicBezTo>
                  <a:pt x="1588114" y="78946"/>
                  <a:pt x="1584983" y="84987"/>
                  <a:pt x="1579943" y="89352"/>
                </a:cubicBezTo>
                <a:cubicBezTo>
                  <a:pt x="1574904" y="93716"/>
                  <a:pt x="1568715" y="95899"/>
                  <a:pt x="1561377" y="95899"/>
                </a:cubicBezTo>
                <a:cubicBezTo>
                  <a:pt x="1552183" y="95899"/>
                  <a:pt x="1544793" y="92894"/>
                  <a:pt x="1539205" y="86885"/>
                </a:cubicBezTo>
                <a:cubicBezTo>
                  <a:pt x="1533617" y="80875"/>
                  <a:pt x="1530823" y="72261"/>
                  <a:pt x="1530823" y="61044"/>
                </a:cubicBezTo>
                <a:cubicBezTo>
                  <a:pt x="1530823" y="53790"/>
                  <a:pt x="1532025" y="47443"/>
                  <a:pt x="1534429" y="42003"/>
                </a:cubicBezTo>
                <a:cubicBezTo>
                  <a:pt x="1536833" y="36563"/>
                  <a:pt x="1540491" y="32483"/>
                  <a:pt x="1545404" y="29763"/>
                </a:cubicBezTo>
                <a:cubicBezTo>
                  <a:pt x="1550317" y="27043"/>
                  <a:pt x="1555663" y="25683"/>
                  <a:pt x="1561440" y="25683"/>
                </a:cubicBezTo>
                <a:cubicBezTo>
                  <a:pt x="1568736" y="25683"/>
                  <a:pt x="1574703" y="27517"/>
                  <a:pt x="1579342" y="31186"/>
                </a:cubicBezTo>
                <a:cubicBezTo>
                  <a:pt x="1583981" y="34854"/>
                  <a:pt x="1586954" y="40062"/>
                  <a:pt x="1588261" y="46811"/>
                </a:cubicBezTo>
                <a:lnTo>
                  <a:pt x="1577191" y="48582"/>
                </a:lnTo>
                <a:cubicBezTo>
                  <a:pt x="1576137" y="44091"/>
                  <a:pt x="1574271" y="40712"/>
                  <a:pt x="1571593" y="38445"/>
                </a:cubicBezTo>
                <a:cubicBezTo>
                  <a:pt x="1568915" y="36178"/>
                  <a:pt x="1565678" y="35045"/>
                  <a:pt x="1561883" y="35045"/>
                </a:cubicBezTo>
                <a:cubicBezTo>
                  <a:pt x="1556148" y="35045"/>
                  <a:pt x="1551488" y="37101"/>
                  <a:pt x="1547903" y="41212"/>
                </a:cubicBezTo>
                <a:cubicBezTo>
                  <a:pt x="1544318" y="45324"/>
                  <a:pt x="1542526" y="51829"/>
                  <a:pt x="1542526" y="60727"/>
                </a:cubicBezTo>
                <a:cubicBezTo>
                  <a:pt x="1542526" y="69752"/>
                  <a:pt x="1544255" y="76310"/>
                  <a:pt x="1547713" y="80401"/>
                </a:cubicBezTo>
                <a:cubicBezTo>
                  <a:pt x="1551171" y="84491"/>
                  <a:pt x="1555684" y="86537"/>
                  <a:pt x="1561250" y="86537"/>
                </a:cubicBezTo>
                <a:cubicBezTo>
                  <a:pt x="1565721" y="86537"/>
                  <a:pt x="1569453" y="85161"/>
                  <a:pt x="1572447" y="82409"/>
                </a:cubicBezTo>
                <a:cubicBezTo>
                  <a:pt x="1575441" y="79657"/>
                  <a:pt x="1577339" y="75424"/>
                  <a:pt x="1578140" y="69710"/>
                </a:cubicBezTo>
                <a:close/>
                <a:moveTo>
                  <a:pt x="1645067" y="72620"/>
                </a:moveTo>
                <a:lnTo>
                  <a:pt x="1656833" y="74138"/>
                </a:lnTo>
                <a:cubicBezTo>
                  <a:pt x="1654977" y="81032"/>
                  <a:pt x="1651540" y="86382"/>
                  <a:pt x="1646522" y="90190"/>
                </a:cubicBezTo>
                <a:cubicBezTo>
                  <a:pt x="1641503" y="93996"/>
                  <a:pt x="1635093" y="95899"/>
                  <a:pt x="1627291" y="95899"/>
                </a:cubicBezTo>
                <a:cubicBezTo>
                  <a:pt x="1617465" y="95899"/>
                  <a:pt x="1609674" y="92873"/>
                  <a:pt x="1603918" y="86821"/>
                </a:cubicBezTo>
                <a:cubicBezTo>
                  <a:pt x="1598161" y="80770"/>
                  <a:pt x="1595283" y="72283"/>
                  <a:pt x="1595283" y="61360"/>
                </a:cubicBezTo>
                <a:cubicBezTo>
                  <a:pt x="1595283" y="50058"/>
                  <a:pt x="1598193" y="41286"/>
                  <a:pt x="1604012" y="35045"/>
                </a:cubicBezTo>
                <a:cubicBezTo>
                  <a:pt x="1609832" y="28803"/>
                  <a:pt x="1617381" y="25683"/>
                  <a:pt x="1626659" y="25683"/>
                </a:cubicBezTo>
                <a:cubicBezTo>
                  <a:pt x="1635641" y="25683"/>
                  <a:pt x="1642979" y="28735"/>
                  <a:pt x="1648672" y="34841"/>
                </a:cubicBezTo>
                <a:cubicBezTo>
                  <a:pt x="1654366" y="40946"/>
                  <a:pt x="1657212" y="49534"/>
                  <a:pt x="1657212" y="60607"/>
                </a:cubicBezTo>
                <a:cubicBezTo>
                  <a:pt x="1657212" y="61280"/>
                  <a:pt x="1657191" y="62290"/>
                  <a:pt x="1657149" y="63637"/>
                </a:cubicBezTo>
                <a:lnTo>
                  <a:pt x="1607049" y="63637"/>
                </a:lnTo>
                <a:cubicBezTo>
                  <a:pt x="1607471" y="71038"/>
                  <a:pt x="1609558" y="76705"/>
                  <a:pt x="1613311" y="80638"/>
                </a:cubicBezTo>
                <a:cubicBezTo>
                  <a:pt x="1617065" y="84570"/>
                  <a:pt x="1621746" y="86537"/>
                  <a:pt x="1627355" y="86537"/>
                </a:cubicBezTo>
                <a:cubicBezTo>
                  <a:pt x="1631530" y="86537"/>
                  <a:pt x="1635093" y="85430"/>
                  <a:pt x="1638045" y="83218"/>
                </a:cubicBezTo>
                <a:cubicBezTo>
                  <a:pt x="1640997" y="81004"/>
                  <a:pt x="1643338" y="77471"/>
                  <a:pt x="1645067" y="72620"/>
                </a:cubicBezTo>
                <a:moveTo>
                  <a:pt x="1607681" y="54275"/>
                </a:moveTo>
                <a:lnTo>
                  <a:pt x="1645193" y="54275"/>
                </a:lnTo>
                <a:cubicBezTo>
                  <a:pt x="1644687" y="48643"/>
                  <a:pt x="1643253" y="44418"/>
                  <a:pt x="1640892" y="41602"/>
                </a:cubicBezTo>
                <a:cubicBezTo>
                  <a:pt x="1637265" y="37230"/>
                  <a:pt x="1632563" y="35045"/>
                  <a:pt x="1626785" y="35045"/>
                </a:cubicBezTo>
                <a:cubicBezTo>
                  <a:pt x="1621556" y="35045"/>
                  <a:pt x="1617160" y="36790"/>
                  <a:pt x="1613596" y="40279"/>
                </a:cubicBezTo>
                <a:cubicBezTo>
                  <a:pt x="1610033" y="43768"/>
                  <a:pt x="1608061" y="48433"/>
                  <a:pt x="1607681" y="54275"/>
                </a:cubicBezTo>
                <a:close/>
                <a:moveTo>
                  <a:pt x="1666555" y="74265"/>
                </a:moveTo>
                <a:lnTo>
                  <a:pt x="1677815" y="72493"/>
                </a:lnTo>
                <a:cubicBezTo>
                  <a:pt x="1678448" y="77026"/>
                  <a:pt x="1680209" y="80499"/>
                  <a:pt x="1683097" y="82915"/>
                </a:cubicBezTo>
                <a:cubicBezTo>
                  <a:pt x="1685986" y="85329"/>
                  <a:pt x="1690024" y="86537"/>
                  <a:pt x="1695211" y="86537"/>
                </a:cubicBezTo>
                <a:cubicBezTo>
                  <a:pt x="1700440" y="86537"/>
                  <a:pt x="1704320" y="85472"/>
                  <a:pt x="1706851" y="83342"/>
                </a:cubicBezTo>
                <a:cubicBezTo>
                  <a:pt x="1709381" y="81212"/>
                  <a:pt x="1710646" y="78714"/>
                  <a:pt x="1710646" y="75846"/>
                </a:cubicBezTo>
                <a:cubicBezTo>
                  <a:pt x="1710646" y="73274"/>
                  <a:pt x="1709529" y="71249"/>
                  <a:pt x="1707293" y="69773"/>
                </a:cubicBezTo>
                <a:cubicBezTo>
                  <a:pt x="1705733" y="68761"/>
                  <a:pt x="1701853" y="67475"/>
                  <a:pt x="1695654" y="65915"/>
                </a:cubicBezTo>
                <a:cubicBezTo>
                  <a:pt x="1687304" y="63806"/>
                  <a:pt x="1681516" y="61982"/>
                  <a:pt x="1678290" y="60443"/>
                </a:cubicBezTo>
                <a:cubicBezTo>
                  <a:pt x="1675064" y="58904"/>
                  <a:pt x="1672618" y="56774"/>
                  <a:pt x="1670952" y="54054"/>
                </a:cubicBezTo>
                <a:cubicBezTo>
                  <a:pt x="1669286" y="51334"/>
                  <a:pt x="1668453" y="48329"/>
                  <a:pt x="1668453" y="45040"/>
                </a:cubicBezTo>
                <a:cubicBezTo>
                  <a:pt x="1668453" y="42045"/>
                  <a:pt x="1669138" y="39273"/>
                  <a:pt x="1670509" y="36721"/>
                </a:cubicBezTo>
                <a:cubicBezTo>
                  <a:pt x="1671880" y="34170"/>
                  <a:pt x="1673746" y="32051"/>
                  <a:pt x="1676107" y="30364"/>
                </a:cubicBezTo>
                <a:cubicBezTo>
                  <a:pt x="1677879" y="29056"/>
                  <a:pt x="1680293" y="27949"/>
                  <a:pt x="1683350" y="27043"/>
                </a:cubicBezTo>
                <a:cubicBezTo>
                  <a:pt x="1686408" y="26136"/>
                  <a:pt x="1689687" y="25683"/>
                  <a:pt x="1693187" y="25683"/>
                </a:cubicBezTo>
                <a:cubicBezTo>
                  <a:pt x="1698458" y="25683"/>
                  <a:pt x="1703087" y="26442"/>
                  <a:pt x="1707072" y="27960"/>
                </a:cubicBezTo>
                <a:cubicBezTo>
                  <a:pt x="1711057" y="29478"/>
                  <a:pt x="1713999" y="31534"/>
                  <a:pt x="1715896" y="34128"/>
                </a:cubicBezTo>
                <a:cubicBezTo>
                  <a:pt x="1717794" y="36721"/>
                  <a:pt x="1719102" y="40190"/>
                  <a:pt x="1719818" y="44533"/>
                </a:cubicBezTo>
                <a:lnTo>
                  <a:pt x="1708685" y="46052"/>
                </a:lnTo>
                <a:cubicBezTo>
                  <a:pt x="1708179" y="42594"/>
                  <a:pt x="1706714" y="39895"/>
                  <a:pt x="1704289" y="37955"/>
                </a:cubicBezTo>
                <a:cubicBezTo>
                  <a:pt x="1701864" y="36015"/>
                  <a:pt x="1698437" y="35045"/>
                  <a:pt x="1694009" y="35045"/>
                </a:cubicBezTo>
                <a:cubicBezTo>
                  <a:pt x="1688780" y="35045"/>
                  <a:pt x="1685048" y="35909"/>
                  <a:pt x="1682813" y="37638"/>
                </a:cubicBezTo>
                <a:cubicBezTo>
                  <a:pt x="1680578" y="39367"/>
                  <a:pt x="1679460" y="41392"/>
                  <a:pt x="1679460" y="43711"/>
                </a:cubicBezTo>
                <a:cubicBezTo>
                  <a:pt x="1679460" y="45187"/>
                  <a:pt x="1679924" y="46516"/>
                  <a:pt x="1680852" y="47696"/>
                </a:cubicBezTo>
                <a:cubicBezTo>
                  <a:pt x="1681779" y="48919"/>
                  <a:pt x="1683234" y="49931"/>
                  <a:pt x="1685216" y="50733"/>
                </a:cubicBezTo>
                <a:cubicBezTo>
                  <a:pt x="1686355" y="51154"/>
                  <a:pt x="1689708" y="52124"/>
                  <a:pt x="1695274" y="53643"/>
                </a:cubicBezTo>
                <a:cubicBezTo>
                  <a:pt x="1703329" y="55793"/>
                  <a:pt x="1708949" y="57554"/>
                  <a:pt x="1712133" y="58925"/>
                </a:cubicBezTo>
                <a:cubicBezTo>
                  <a:pt x="1715317" y="60295"/>
                  <a:pt x="1717815" y="62288"/>
                  <a:pt x="1719629" y="64902"/>
                </a:cubicBezTo>
                <a:cubicBezTo>
                  <a:pt x="1721442" y="67517"/>
                  <a:pt x="1722349" y="70764"/>
                  <a:pt x="1722349" y="74644"/>
                </a:cubicBezTo>
                <a:cubicBezTo>
                  <a:pt x="1722349" y="78440"/>
                  <a:pt x="1721242" y="82014"/>
                  <a:pt x="1719028" y="85366"/>
                </a:cubicBezTo>
                <a:cubicBezTo>
                  <a:pt x="1716814" y="88719"/>
                  <a:pt x="1713619" y="91313"/>
                  <a:pt x="1709444" y="93147"/>
                </a:cubicBezTo>
                <a:cubicBezTo>
                  <a:pt x="1705269" y="94982"/>
                  <a:pt x="1700546" y="95899"/>
                  <a:pt x="1695274" y="95899"/>
                </a:cubicBezTo>
                <a:cubicBezTo>
                  <a:pt x="1686545" y="95899"/>
                  <a:pt x="1679892" y="94080"/>
                  <a:pt x="1675317" y="90443"/>
                </a:cubicBezTo>
                <a:cubicBezTo>
                  <a:pt x="1670741" y="86805"/>
                  <a:pt x="1667821" y="81413"/>
                  <a:pt x="1666555" y="74265"/>
                </a:cubicBezTo>
                <a:close/>
                <a:moveTo>
                  <a:pt x="1771834" y="14676"/>
                </a:moveTo>
                <a:lnTo>
                  <a:pt x="1771834" y="1645"/>
                </a:lnTo>
                <a:lnTo>
                  <a:pt x="1783221" y="1645"/>
                </a:lnTo>
                <a:lnTo>
                  <a:pt x="1783221" y="14676"/>
                </a:lnTo>
                <a:lnTo>
                  <a:pt x="1771834" y="14676"/>
                </a:lnTo>
                <a:moveTo>
                  <a:pt x="1771834" y="94381"/>
                </a:moveTo>
                <a:lnTo>
                  <a:pt x="1771834" y="27201"/>
                </a:lnTo>
                <a:lnTo>
                  <a:pt x="1783221" y="27201"/>
                </a:lnTo>
                <a:lnTo>
                  <a:pt x="1783221" y="94381"/>
                </a:lnTo>
                <a:lnTo>
                  <a:pt x="1771834" y="94381"/>
                </a:lnTo>
                <a:close/>
                <a:moveTo>
                  <a:pt x="1800532" y="94381"/>
                </a:moveTo>
                <a:lnTo>
                  <a:pt x="1800532" y="27201"/>
                </a:lnTo>
                <a:lnTo>
                  <a:pt x="1810780" y="27201"/>
                </a:lnTo>
                <a:lnTo>
                  <a:pt x="1810780" y="36753"/>
                </a:lnTo>
                <a:cubicBezTo>
                  <a:pt x="1815714" y="29373"/>
                  <a:pt x="1822841" y="25683"/>
                  <a:pt x="1832161" y="25683"/>
                </a:cubicBezTo>
                <a:cubicBezTo>
                  <a:pt x="1836209" y="25683"/>
                  <a:pt x="1839931" y="26410"/>
                  <a:pt x="1843326" y="27865"/>
                </a:cubicBezTo>
                <a:cubicBezTo>
                  <a:pt x="1846721" y="29320"/>
                  <a:pt x="1849261" y="31228"/>
                  <a:pt x="1850948" y="33590"/>
                </a:cubicBezTo>
                <a:cubicBezTo>
                  <a:pt x="1852635" y="35951"/>
                  <a:pt x="1853816" y="38756"/>
                  <a:pt x="1854491" y="42003"/>
                </a:cubicBezTo>
                <a:cubicBezTo>
                  <a:pt x="1854912" y="44112"/>
                  <a:pt x="1855123" y="47802"/>
                  <a:pt x="1855123" y="53073"/>
                </a:cubicBezTo>
                <a:lnTo>
                  <a:pt x="1855123" y="94381"/>
                </a:lnTo>
                <a:lnTo>
                  <a:pt x="1843737" y="94381"/>
                </a:lnTo>
                <a:lnTo>
                  <a:pt x="1843737" y="53516"/>
                </a:lnTo>
                <a:cubicBezTo>
                  <a:pt x="1843737" y="48877"/>
                  <a:pt x="1843294" y="45409"/>
                  <a:pt x="1842408" y="43110"/>
                </a:cubicBezTo>
                <a:cubicBezTo>
                  <a:pt x="1841523" y="40812"/>
                  <a:pt x="1839952" y="38977"/>
                  <a:pt x="1837696" y="37607"/>
                </a:cubicBezTo>
                <a:cubicBezTo>
                  <a:pt x="1835440" y="36236"/>
                  <a:pt x="1832793" y="35551"/>
                  <a:pt x="1829757" y="35551"/>
                </a:cubicBezTo>
                <a:cubicBezTo>
                  <a:pt x="1824907" y="35551"/>
                  <a:pt x="1820722" y="37090"/>
                  <a:pt x="1817200" y="40169"/>
                </a:cubicBezTo>
                <a:cubicBezTo>
                  <a:pt x="1813679" y="43247"/>
                  <a:pt x="1811918" y="49088"/>
                  <a:pt x="1811918" y="57691"/>
                </a:cubicBezTo>
                <a:lnTo>
                  <a:pt x="1811918" y="94381"/>
                </a:lnTo>
                <a:lnTo>
                  <a:pt x="1800532" y="94381"/>
                </a:lnTo>
                <a:close/>
                <a:moveTo>
                  <a:pt x="1910093" y="94381"/>
                </a:moveTo>
                <a:lnTo>
                  <a:pt x="1910093" y="1645"/>
                </a:lnTo>
                <a:lnTo>
                  <a:pt x="1951211" y="1645"/>
                </a:lnTo>
                <a:cubicBezTo>
                  <a:pt x="1959477" y="1645"/>
                  <a:pt x="1965760" y="2477"/>
                  <a:pt x="1970062" y="4141"/>
                </a:cubicBezTo>
                <a:cubicBezTo>
                  <a:pt x="1974363" y="5805"/>
                  <a:pt x="1977800" y="8742"/>
                  <a:pt x="1980373" y="12954"/>
                </a:cubicBezTo>
                <a:cubicBezTo>
                  <a:pt x="1982945" y="17166"/>
                  <a:pt x="1984232" y="21820"/>
                  <a:pt x="1984232" y="26916"/>
                </a:cubicBezTo>
                <a:cubicBezTo>
                  <a:pt x="1984232" y="33487"/>
                  <a:pt x="1982102" y="39026"/>
                  <a:pt x="1977843" y="43533"/>
                </a:cubicBezTo>
                <a:cubicBezTo>
                  <a:pt x="1973583" y="48039"/>
                  <a:pt x="1967004" y="50903"/>
                  <a:pt x="1958106" y="52124"/>
                </a:cubicBezTo>
                <a:cubicBezTo>
                  <a:pt x="1961353" y="53687"/>
                  <a:pt x="1963820" y="55229"/>
                  <a:pt x="1965507" y="56750"/>
                </a:cubicBezTo>
                <a:cubicBezTo>
                  <a:pt x="1969092" y="60046"/>
                  <a:pt x="1972487" y="64164"/>
                  <a:pt x="1975692" y="69103"/>
                </a:cubicBezTo>
                <a:lnTo>
                  <a:pt x="1991823" y="94381"/>
                </a:lnTo>
                <a:lnTo>
                  <a:pt x="1976388" y="94381"/>
                </a:lnTo>
                <a:lnTo>
                  <a:pt x="1964116" y="75057"/>
                </a:lnTo>
                <a:cubicBezTo>
                  <a:pt x="1960531" y="69483"/>
                  <a:pt x="1957579" y="65217"/>
                  <a:pt x="1955260" y="62261"/>
                </a:cubicBezTo>
                <a:cubicBezTo>
                  <a:pt x="1952940" y="59304"/>
                  <a:pt x="1950863" y="57234"/>
                  <a:pt x="1949029" y="56052"/>
                </a:cubicBezTo>
                <a:cubicBezTo>
                  <a:pt x="1947194" y="54869"/>
                  <a:pt x="1945328" y="54045"/>
                  <a:pt x="1943430" y="53579"/>
                </a:cubicBezTo>
                <a:cubicBezTo>
                  <a:pt x="1942039" y="53284"/>
                  <a:pt x="1939761" y="53137"/>
                  <a:pt x="1936598" y="53137"/>
                </a:cubicBezTo>
                <a:lnTo>
                  <a:pt x="1922365" y="53137"/>
                </a:lnTo>
                <a:lnTo>
                  <a:pt x="1922365" y="94381"/>
                </a:lnTo>
                <a:lnTo>
                  <a:pt x="1910093" y="94381"/>
                </a:lnTo>
                <a:moveTo>
                  <a:pt x="1922365" y="42509"/>
                </a:moveTo>
                <a:lnTo>
                  <a:pt x="1948744" y="42509"/>
                </a:lnTo>
                <a:cubicBezTo>
                  <a:pt x="1954353" y="42509"/>
                  <a:pt x="1958739" y="41931"/>
                  <a:pt x="1961902" y="40774"/>
                </a:cubicBezTo>
                <a:cubicBezTo>
                  <a:pt x="1965064" y="39616"/>
                  <a:pt x="1967468" y="37765"/>
                  <a:pt x="1969113" y="35219"/>
                </a:cubicBezTo>
                <a:cubicBezTo>
                  <a:pt x="1970758" y="32673"/>
                  <a:pt x="1971580" y="29905"/>
                  <a:pt x="1971580" y="26916"/>
                </a:cubicBezTo>
                <a:cubicBezTo>
                  <a:pt x="1971580" y="22540"/>
                  <a:pt x="1969988" y="18942"/>
                  <a:pt x="1966804" y="16123"/>
                </a:cubicBezTo>
                <a:cubicBezTo>
                  <a:pt x="1963620" y="13303"/>
                  <a:pt x="1958591" y="11892"/>
                  <a:pt x="1951717" y="11892"/>
                </a:cubicBezTo>
                <a:lnTo>
                  <a:pt x="1922365" y="11892"/>
                </a:lnTo>
                <a:lnTo>
                  <a:pt x="1922365" y="42509"/>
                </a:lnTo>
                <a:close/>
                <a:moveTo>
                  <a:pt x="1997747" y="60791"/>
                </a:moveTo>
                <a:cubicBezTo>
                  <a:pt x="1997747" y="48350"/>
                  <a:pt x="2001205" y="39135"/>
                  <a:pt x="2008122" y="33147"/>
                </a:cubicBezTo>
                <a:cubicBezTo>
                  <a:pt x="2013899" y="28171"/>
                  <a:pt x="2020942" y="25683"/>
                  <a:pt x="2029250" y="25683"/>
                </a:cubicBezTo>
                <a:cubicBezTo>
                  <a:pt x="2038485" y="25683"/>
                  <a:pt x="2046034" y="28708"/>
                  <a:pt x="2051896" y="34760"/>
                </a:cubicBezTo>
                <a:cubicBezTo>
                  <a:pt x="2057758" y="40812"/>
                  <a:pt x="2060689" y="49172"/>
                  <a:pt x="2060689" y="59842"/>
                </a:cubicBezTo>
                <a:cubicBezTo>
                  <a:pt x="2060689" y="68487"/>
                  <a:pt x="2059392" y="75287"/>
                  <a:pt x="2056798" y="80242"/>
                </a:cubicBezTo>
                <a:cubicBezTo>
                  <a:pt x="2054205" y="85198"/>
                  <a:pt x="2050431" y="89046"/>
                  <a:pt x="2045475" y="91787"/>
                </a:cubicBezTo>
                <a:cubicBezTo>
                  <a:pt x="2040520" y="94528"/>
                  <a:pt x="2035112" y="95899"/>
                  <a:pt x="2029250" y="95899"/>
                </a:cubicBezTo>
                <a:cubicBezTo>
                  <a:pt x="2019845" y="95899"/>
                  <a:pt x="2012244" y="92883"/>
                  <a:pt x="2006445" y="86853"/>
                </a:cubicBezTo>
                <a:cubicBezTo>
                  <a:pt x="2000647" y="80822"/>
                  <a:pt x="1997747" y="72135"/>
                  <a:pt x="1997747" y="60791"/>
                </a:cubicBezTo>
                <a:moveTo>
                  <a:pt x="2009450" y="60822"/>
                </a:moveTo>
                <a:cubicBezTo>
                  <a:pt x="2009450" y="69415"/>
                  <a:pt x="2011327" y="75849"/>
                  <a:pt x="2015080" y="80124"/>
                </a:cubicBezTo>
                <a:cubicBezTo>
                  <a:pt x="2018833" y="84399"/>
                  <a:pt x="2023557" y="86537"/>
                  <a:pt x="2029250" y="86537"/>
                </a:cubicBezTo>
                <a:cubicBezTo>
                  <a:pt x="2034901" y="86537"/>
                  <a:pt x="2039603" y="84388"/>
                  <a:pt x="2043356" y="80092"/>
                </a:cubicBezTo>
                <a:cubicBezTo>
                  <a:pt x="2047109" y="75796"/>
                  <a:pt x="2048986" y="69246"/>
                  <a:pt x="2048986" y="60443"/>
                </a:cubicBezTo>
                <a:cubicBezTo>
                  <a:pt x="2048986" y="52145"/>
                  <a:pt x="2047099" y="45859"/>
                  <a:pt x="2043325" y="41584"/>
                </a:cubicBezTo>
                <a:cubicBezTo>
                  <a:pt x="2039550" y="37309"/>
                  <a:pt x="2034859" y="35171"/>
                  <a:pt x="2029250" y="35171"/>
                </a:cubicBezTo>
                <a:cubicBezTo>
                  <a:pt x="2023557" y="35171"/>
                  <a:pt x="2018833" y="37298"/>
                  <a:pt x="2015080" y="41552"/>
                </a:cubicBezTo>
                <a:cubicBezTo>
                  <a:pt x="2011327" y="45807"/>
                  <a:pt x="2009450" y="52230"/>
                  <a:pt x="2009450" y="60822"/>
                </a:cubicBezTo>
                <a:close/>
                <a:moveTo>
                  <a:pt x="2118043" y="94381"/>
                </a:moveTo>
                <a:lnTo>
                  <a:pt x="2118043" y="84451"/>
                </a:lnTo>
                <a:cubicBezTo>
                  <a:pt x="2112814" y="92083"/>
                  <a:pt x="2105708" y="95899"/>
                  <a:pt x="2096725" y="95899"/>
                </a:cubicBezTo>
                <a:cubicBezTo>
                  <a:pt x="2092761" y="95899"/>
                  <a:pt x="2089061" y="95140"/>
                  <a:pt x="2085624" y="93621"/>
                </a:cubicBezTo>
                <a:cubicBezTo>
                  <a:pt x="2082187" y="92103"/>
                  <a:pt x="2079635" y="90195"/>
                  <a:pt x="2077969" y="87897"/>
                </a:cubicBezTo>
                <a:cubicBezTo>
                  <a:pt x="2076304" y="85598"/>
                  <a:pt x="2075133" y="82783"/>
                  <a:pt x="2074459" y="79452"/>
                </a:cubicBezTo>
                <a:cubicBezTo>
                  <a:pt x="2073995" y="77217"/>
                  <a:pt x="2073763" y="73674"/>
                  <a:pt x="2073763" y="68824"/>
                </a:cubicBezTo>
                <a:lnTo>
                  <a:pt x="2073763" y="27201"/>
                </a:lnTo>
                <a:lnTo>
                  <a:pt x="2085149" y="27201"/>
                </a:lnTo>
                <a:lnTo>
                  <a:pt x="2085149" y="64420"/>
                </a:lnTo>
                <a:cubicBezTo>
                  <a:pt x="2085149" y="70360"/>
                  <a:pt x="2085381" y="74361"/>
                  <a:pt x="2085845" y="76425"/>
                </a:cubicBezTo>
                <a:cubicBezTo>
                  <a:pt x="2086562" y="79417"/>
                  <a:pt x="2088080" y="81766"/>
                  <a:pt x="2090400" y="83473"/>
                </a:cubicBezTo>
                <a:cubicBezTo>
                  <a:pt x="2092719" y="85178"/>
                  <a:pt x="2095587" y="86031"/>
                  <a:pt x="2099003" y="86031"/>
                </a:cubicBezTo>
                <a:cubicBezTo>
                  <a:pt x="2102418" y="86031"/>
                  <a:pt x="2105624" y="85157"/>
                  <a:pt x="2108618" y="83409"/>
                </a:cubicBezTo>
                <a:cubicBezTo>
                  <a:pt x="2111612" y="81661"/>
                  <a:pt x="2113731" y="79280"/>
                  <a:pt x="2114975" y="76269"/>
                </a:cubicBezTo>
                <a:cubicBezTo>
                  <a:pt x="2116219" y="73256"/>
                  <a:pt x="2116841" y="68886"/>
                  <a:pt x="2116841" y="63157"/>
                </a:cubicBezTo>
                <a:lnTo>
                  <a:pt x="2116841" y="27201"/>
                </a:lnTo>
                <a:lnTo>
                  <a:pt x="2128228" y="27201"/>
                </a:lnTo>
                <a:lnTo>
                  <a:pt x="2128228" y="94381"/>
                </a:lnTo>
                <a:lnTo>
                  <a:pt x="2118043" y="94381"/>
                </a:lnTo>
                <a:close/>
                <a:moveTo>
                  <a:pt x="2146047" y="94381"/>
                </a:moveTo>
                <a:lnTo>
                  <a:pt x="2146047" y="27201"/>
                </a:lnTo>
                <a:lnTo>
                  <a:pt x="2156295" y="27201"/>
                </a:lnTo>
                <a:lnTo>
                  <a:pt x="2156295" y="36753"/>
                </a:lnTo>
                <a:cubicBezTo>
                  <a:pt x="2161229" y="29373"/>
                  <a:pt x="2168356" y="25683"/>
                  <a:pt x="2177676" y="25683"/>
                </a:cubicBezTo>
                <a:cubicBezTo>
                  <a:pt x="2181725" y="25683"/>
                  <a:pt x="2185446" y="26410"/>
                  <a:pt x="2188841" y="27865"/>
                </a:cubicBezTo>
                <a:cubicBezTo>
                  <a:pt x="2192236" y="29320"/>
                  <a:pt x="2194777" y="31228"/>
                  <a:pt x="2196464" y="33590"/>
                </a:cubicBezTo>
                <a:cubicBezTo>
                  <a:pt x="2198151" y="35951"/>
                  <a:pt x="2199331" y="38756"/>
                  <a:pt x="2200006" y="42003"/>
                </a:cubicBezTo>
                <a:cubicBezTo>
                  <a:pt x="2200428" y="44112"/>
                  <a:pt x="2200639" y="47802"/>
                  <a:pt x="2200639" y="53073"/>
                </a:cubicBezTo>
                <a:lnTo>
                  <a:pt x="2200639" y="94381"/>
                </a:lnTo>
                <a:lnTo>
                  <a:pt x="2189252" y="94381"/>
                </a:lnTo>
                <a:lnTo>
                  <a:pt x="2189252" y="53516"/>
                </a:lnTo>
                <a:cubicBezTo>
                  <a:pt x="2189252" y="48877"/>
                  <a:pt x="2188810" y="45409"/>
                  <a:pt x="2187924" y="43110"/>
                </a:cubicBezTo>
                <a:cubicBezTo>
                  <a:pt x="2187038" y="40812"/>
                  <a:pt x="2185467" y="38977"/>
                  <a:pt x="2183211" y="37607"/>
                </a:cubicBezTo>
                <a:cubicBezTo>
                  <a:pt x="2180955" y="36236"/>
                  <a:pt x="2178309" y="35551"/>
                  <a:pt x="2175272" y="35551"/>
                </a:cubicBezTo>
                <a:cubicBezTo>
                  <a:pt x="2170423" y="35551"/>
                  <a:pt x="2166237" y="37090"/>
                  <a:pt x="2162716" y="40169"/>
                </a:cubicBezTo>
                <a:cubicBezTo>
                  <a:pt x="2159194" y="43247"/>
                  <a:pt x="2157434" y="49088"/>
                  <a:pt x="2157434" y="57691"/>
                </a:cubicBezTo>
                <a:lnTo>
                  <a:pt x="2157434" y="94381"/>
                </a:lnTo>
                <a:lnTo>
                  <a:pt x="2146047" y="94381"/>
                </a:lnTo>
                <a:close/>
                <a:moveTo>
                  <a:pt x="2261662" y="94381"/>
                </a:moveTo>
                <a:lnTo>
                  <a:pt x="2261662" y="85904"/>
                </a:lnTo>
                <a:cubicBezTo>
                  <a:pt x="2257403" y="92567"/>
                  <a:pt x="2251140" y="95899"/>
                  <a:pt x="2242875" y="95899"/>
                </a:cubicBezTo>
                <a:cubicBezTo>
                  <a:pt x="2237519" y="95899"/>
                  <a:pt x="2232595" y="94423"/>
                  <a:pt x="2228104" y="91471"/>
                </a:cubicBezTo>
                <a:cubicBezTo>
                  <a:pt x="2223613" y="88519"/>
                  <a:pt x="2220134" y="84396"/>
                  <a:pt x="2217667" y="79104"/>
                </a:cubicBezTo>
                <a:cubicBezTo>
                  <a:pt x="2215200" y="73811"/>
                  <a:pt x="2213966" y="67728"/>
                  <a:pt x="2213966" y="60854"/>
                </a:cubicBezTo>
                <a:cubicBezTo>
                  <a:pt x="2213966" y="54149"/>
                  <a:pt x="2215084" y="48065"/>
                  <a:pt x="2217319" y="42604"/>
                </a:cubicBezTo>
                <a:cubicBezTo>
                  <a:pt x="2219554" y="37143"/>
                  <a:pt x="2222906" y="32957"/>
                  <a:pt x="2227377" y="30047"/>
                </a:cubicBezTo>
                <a:cubicBezTo>
                  <a:pt x="2231847" y="27138"/>
                  <a:pt x="2236844" y="25683"/>
                  <a:pt x="2242369" y="25683"/>
                </a:cubicBezTo>
                <a:cubicBezTo>
                  <a:pt x="2246417" y="25683"/>
                  <a:pt x="2250023" y="26543"/>
                  <a:pt x="2253186" y="28262"/>
                </a:cubicBezTo>
                <a:cubicBezTo>
                  <a:pt x="2256349" y="29981"/>
                  <a:pt x="2258921" y="32220"/>
                  <a:pt x="2260903" y="34980"/>
                </a:cubicBezTo>
                <a:lnTo>
                  <a:pt x="2260903" y="1645"/>
                </a:lnTo>
                <a:lnTo>
                  <a:pt x="2272226" y="1645"/>
                </a:lnTo>
                <a:lnTo>
                  <a:pt x="2272226" y="94381"/>
                </a:lnTo>
                <a:lnTo>
                  <a:pt x="2261662" y="94381"/>
                </a:lnTo>
                <a:moveTo>
                  <a:pt x="2225669" y="60886"/>
                </a:moveTo>
                <a:cubicBezTo>
                  <a:pt x="2225669" y="69478"/>
                  <a:pt x="2227482" y="75901"/>
                  <a:pt x="2231109" y="80155"/>
                </a:cubicBezTo>
                <a:cubicBezTo>
                  <a:pt x="2234736" y="84410"/>
                  <a:pt x="2239016" y="86537"/>
                  <a:pt x="2243950" y="86537"/>
                </a:cubicBezTo>
                <a:cubicBezTo>
                  <a:pt x="2248926" y="86537"/>
                  <a:pt x="2253154" y="84504"/>
                  <a:pt x="2256633" y="80440"/>
                </a:cubicBezTo>
                <a:cubicBezTo>
                  <a:pt x="2260113" y="76376"/>
                  <a:pt x="2261852" y="70173"/>
                  <a:pt x="2261852" y="61832"/>
                </a:cubicBezTo>
                <a:cubicBezTo>
                  <a:pt x="2261852" y="52651"/>
                  <a:pt x="2260081" y="45912"/>
                  <a:pt x="2256538" y="41616"/>
                </a:cubicBezTo>
                <a:cubicBezTo>
                  <a:pt x="2252996" y="37319"/>
                  <a:pt x="2248631" y="35171"/>
                  <a:pt x="2243444" y="35171"/>
                </a:cubicBezTo>
                <a:cubicBezTo>
                  <a:pt x="2238383" y="35171"/>
                  <a:pt x="2234156" y="37235"/>
                  <a:pt x="2230761" y="41363"/>
                </a:cubicBezTo>
                <a:cubicBezTo>
                  <a:pt x="2227366" y="45490"/>
                  <a:pt x="2225669" y="51998"/>
                  <a:pt x="2225669" y="60886"/>
                </a:cubicBezTo>
                <a:close/>
                <a:moveTo>
                  <a:pt x="2349962" y="94381"/>
                </a:moveTo>
                <a:lnTo>
                  <a:pt x="2364638" y="24354"/>
                </a:lnTo>
                <a:cubicBezTo>
                  <a:pt x="2358312" y="29331"/>
                  <a:pt x="2349414" y="33316"/>
                  <a:pt x="2337943" y="36310"/>
                </a:cubicBezTo>
                <a:lnTo>
                  <a:pt x="2340094" y="25936"/>
                </a:lnTo>
                <a:cubicBezTo>
                  <a:pt x="2345787" y="23658"/>
                  <a:pt x="2351407" y="20685"/>
                  <a:pt x="2356952" y="17016"/>
                </a:cubicBezTo>
                <a:cubicBezTo>
                  <a:pt x="2362498" y="13347"/>
                  <a:pt x="2366662" y="10142"/>
                  <a:pt x="2369446" y="7401"/>
                </a:cubicBezTo>
                <a:cubicBezTo>
                  <a:pt x="2371133" y="5714"/>
                  <a:pt x="2372735" y="3669"/>
                  <a:pt x="2374253" y="1265"/>
                </a:cubicBezTo>
                <a:lnTo>
                  <a:pt x="2380895" y="1265"/>
                </a:lnTo>
                <a:lnTo>
                  <a:pt x="2361475" y="94381"/>
                </a:lnTo>
                <a:lnTo>
                  <a:pt x="2349962" y="94381"/>
                </a:lnTo>
                <a:close/>
                <a:moveTo>
                  <a:pt x="2393294" y="1645"/>
                </a:moveTo>
                <a:lnTo>
                  <a:pt x="2393294" y="11133"/>
                </a:lnTo>
                <a:lnTo>
                  <a:pt x="2407021" y="11133"/>
                </a:lnTo>
                <a:lnTo>
                  <a:pt x="2407021" y="110701"/>
                </a:lnTo>
                <a:lnTo>
                  <a:pt x="2393294" y="110701"/>
                </a:lnTo>
                <a:lnTo>
                  <a:pt x="2393294" y="114807"/>
                </a:lnTo>
                <a:lnTo>
                  <a:pt x="2418408" y="114807"/>
                </a:lnTo>
                <a:lnTo>
                  <a:pt x="2418408" y="1645"/>
                </a:lnTo>
                <a:lnTo>
                  <a:pt x="2393294" y="164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0D48026-F795-4AD8-AEC7-F92E52DDF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1880" y="509736"/>
            <a:ext cx="274745" cy="830356"/>
          </a:xfrm>
          <a:custGeom xmlns:a="http://schemas.openxmlformats.org/drawingml/2006/main">
            <a:pathLst>
              <a:path w="274745" h="830356">
                <a:moveTo>
                  <a:pt x="274745" y="0"/>
                </a:moveTo>
                <a:lnTo>
                  <a:pt x="274745" y="830356"/>
                </a:lnTo>
                <a:lnTo>
                  <a:pt x="0" y="830356"/>
                </a:lnTo>
                <a:lnTo>
                  <a:pt x="0" y="0"/>
                </a:lnTo>
                <a:lnTo>
                  <a:pt x="274745" y="0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73" name="Text …">
            <a:extLst xmlns:a="http://schemas.openxmlformats.org/drawingml/2006/main">
              <a:ext uri="{FF2B5EF4-FFF2-40B4-BE49-F238E27FC236}">
                <a16:creationId xmlns:a16="http://schemas.microsoft.com/office/drawing/2014/main" id="{56F74D8D-BFAC-4F83-9401-D2F580FEA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9816" y="849743"/>
            <a:ext cx="25767" cy="150490"/>
          </a:xfrm>
          <a:custGeom xmlns:a="http://schemas.openxmlformats.org/drawingml/2006/main">
            <a:pathLst>
              <a:path w="25767" h="150490">
                <a:moveTo>
                  <a:pt x="0" y="124723"/>
                </a:moveTo>
                <a:lnTo>
                  <a:pt x="25767" y="124723"/>
                </a:lnTo>
                <a:lnTo>
                  <a:pt x="25767" y="150490"/>
                </a:lnTo>
                <a:lnTo>
                  <a:pt x="0" y="150490"/>
                </a:lnTo>
                <a:lnTo>
                  <a:pt x="0" y="124723"/>
                </a:lnTo>
                <a:moveTo>
                  <a:pt x="0" y="62407"/>
                </a:moveTo>
                <a:lnTo>
                  <a:pt x="25767" y="62407"/>
                </a:lnTo>
                <a:lnTo>
                  <a:pt x="25767" y="88083"/>
                </a:lnTo>
                <a:lnTo>
                  <a:pt x="0" y="88083"/>
                </a:lnTo>
                <a:lnTo>
                  <a:pt x="0" y="62407"/>
                </a:lnTo>
                <a:moveTo>
                  <a:pt x="0" y="0"/>
                </a:moveTo>
                <a:lnTo>
                  <a:pt x="25767" y="0"/>
                </a:lnTo>
                <a:lnTo>
                  <a:pt x="25767" y="25676"/>
                </a:lnTo>
                <a:lnTo>
                  <a:pt x="0" y="25676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6C1D5F9-115D-4E73-B840-0ACEA20A5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9686" y="1980944"/>
            <a:ext cx="274745" cy="830356"/>
          </a:xfrm>
          <a:custGeom xmlns:a="http://schemas.openxmlformats.org/drawingml/2006/main">
            <a:pathLst>
              <a:path w="274745" h="830356">
                <a:moveTo>
                  <a:pt x="274745" y="0"/>
                </a:moveTo>
                <a:lnTo>
                  <a:pt x="274745" y="830356"/>
                </a:lnTo>
                <a:lnTo>
                  <a:pt x="0" y="830356"/>
                </a:lnTo>
                <a:lnTo>
                  <a:pt x="0" y="0"/>
                </a:lnTo>
                <a:lnTo>
                  <a:pt x="274745" y="0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75" name="Text …">
            <a:extLst xmlns:a="http://schemas.openxmlformats.org/drawingml/2006/main">
              <a:ext uri="{FF2B5EF4-FFF2-40B4-BE49-F238E27FC236}">
                <a16:creationId xmlns:a16="http://schemas.microsoft.com/office/drawing/2014/main" id="{737EF79D-D5C9-4464-863E-E0D8E1215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7621" y="2320950"/>
            <a:ext cx="25767" cy="150490"/>
          </a:xfrm>
          <a:custGeom xmlns:a="http://schemas.openxmlformats.org/drawingml/2006/main">
            <a:pathLst>
              <a:path w="25767" h="150490">
                <a:moveTo>
                  <a:pt x="0" y="124723"/>
                </a:moveTo>
                <a:lnTo>
                  <a:pt x="25767" y="124723"/>
                </a:lnTo>
                <a:lnTo>
                  <a:pt x="25767" y="150490"/>
                </a:lnTo>
                <a:lnTo>
                  <a:pt x="0" y="150490"/>
                </a:lnTo>
                <a:lnTo>
                  <a:pt x="0" y="124723"/>
                </a:lnTo>
                <a:moveTo>
                  <a:pt x="0" y="62407"/>
                </a:moveTo>
                <a:lnTo>
                  <a:pt x="25767" y="62407"/>
                </a:lnTo>
                <a:lnTo>
                  <a:pt x="25767" y="88083"/>
                </a:lnTo>
                <a:lnTo>
                  <a:pt x="0" y="88083"/>
                </a:lnTo>
                <a:lnTo>
                  <a:pt x="0" y="62407"/>
                </a:lnTo>
                <a:moveTo>
                  <a:pt x="0" y="0"/>
                </a:moveTo>
                <a:lnTo>
                  <a:pt x="25767" y="0"/>
                </a:lnTo>
                <a:lnTo>
                  <a:pt x="25767" y="25676"/>
                </a:lnTo>
                <a:lnTo>
                  <a:pt x="0" y="25676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D3F7B39-58D3-472E-8D02-5D964ADF6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94140" y="1125513"/>
            <a:ext cx="365874" cy="1530821"/>
          </a:xfrm>
          <a:custGeom xmlns:a="http://schemas.openxmlformats.org/drawingml/2006/main">
            <a:pathLst>
              <a:path w="365874" h="1530821">
                <a:moveTo>
                  <a:pt x="365874" y="0"/>
                </a:moveTo>
                <a:lnTo>
                  <a:pt x="365874" y="1530821"/>
                </a:lnTo>
                <a:lnTo>
                  <a:pt x="0" y="1530821"/>
                </a:lnTo>
                <a:lnTo>
                  <a:pt x="0" y="0"/>
                </a:lnTo>
                <a:lnTo>
                  <a:pt x="365874" y="0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77" name="Text …">
            <a:extLst xmlns:a="http://schemas.openxmlformats.org/drawingml/2006/main">
              <a:ext uri="{FF2B5EF4-FFF2-40B4-BE49-F238E27FC236}">
                <a16:creationId xmlns:a16="http://schemas.microsoft.com/office/drawing/2014/main" id="{EEB18656-5A2B-4EDC-AE2E-C440D6EDC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5566" y="1480275"/>
            <a:ext cx="29731" cy="173643"/>
          </a:xfrm>
          <a:custGeom xmlns:a="http://schemas.openxmlformats.org/drawingml/2006/main">
            <a:pathLst>
              <a:path w="29731" h="173643">
                <a:moveTo>
                  <a:pt x="0" y="143911"/>
                </a:moveTo>
                <a:lnTo>
                  <a:pt x="29731" y="143911"/>
                </a:lnTo>
                <a:lnTo>
                  <a:pt x="29731" y="173643"/>
                </a:lnTo>
                <a:lnTo>
                  <a:pt x="0" y="173643"/>
                </a:lnTo>
                <a:lnTo>
                  <a:pt x="0" y="143911"/>
                </a:lnTo>
                <a:moveTo>
                  <a:pt x="0" y="72008"/>
                </a:moveTo>
                <a:lnTo>
                  <a:pt x="29731" y="72008"/>
                </a:lnTo>
                <a:lnTo>
                  <a:pt x="29731" y="101634"/>
                </a:lnTo>
                <a:lnTo>
                  <a:pt x="0" y="101634"/>
                </a:lnTo>
                <a:lnTo>
                  <a:pt x="0" y="72008"/>
                </a:lnTo>
                <a:moveTo>
                  <a:pt x="0" y="0"/>
                </a:moveTo>
                <a:lnTo>
                  <a:pt x="29731" y="0"/>
                </a:lnTo>
                <a:lnTo>
                  <a:pt x="29731" y="29626"/>
                </a:lnTo>
                <a:lnTo>
                  <a:pt x="0" y="29626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8" name="Text …">
            <a:extLst xmlns:a="http://schemas.openxmlformats.org/drawingml/2006/main">
              <a:ext uri="{FF2B5EF4-FFF2-40B4-BE49-F238E27FC236}">
                <a16:creationId xmlns:a16="http://schemas.microsoft.com/office/drawing/2014/main" id="{C088BB5E-BD35-4D40-9CA3-1DAB190D5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5566" y="1696195"/>
            <a:ext cx="29731" cy="173643"/>
          </a:xfrm>
          <a:custGeom xmlns:a="http://schemas.openxmlformats.org/drawingml/2006/main">
            <a:pathLst>
              <a:path w="29731" h="173643">
                <a:moveTo>
                  <a:pt x="0" y="143911"/>
                </a:moveTo>
                <a:lnTo>
                  <a:pt x="29731" y="143911"/>
                </a:lnTo>
                <a:lnTo>
                  <a:pt x="29731" y="173643"/>
                </a:lnTo>
                <a:lnTo>
                  <a:pt x="0" y="173643"/>
                </a:lnTo>
                <a:lnTo>
                  <a:pt x="0" y="143911"/>
                </a:lnTo>
                <a:moveTo>
                  <a:pt x="0" y="72008"/>
                </a:moveTo>
                <a:lnTo>
                  <a:pt x="29731" y="72008"/>
                </a:lnTo>
                <a:lnTo>
                  <a:pt x="29731" y="101634"/>
                </a:lnTo>
                <a:lnTo>
                  <a:pt x="0" y="101634"/>
                </a:lnTo>
                <a:lnTo>
                  <a:pt x="0" y="72008"/>
                </a:lnTo>
                <a:moveTo>
                  <a:pt x="0" y="0"/>
                </a:moveTo>
                <a:lnTo>
                  <a:pt x="29731" y="0"/>
                </a:lnTo>
                <a:lnTo>
                  <a:pt x="29731" y="29626"/>
                </a:lnTo>
                <a:lnTo>
                  <a:pt x="0" y="29626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9" name="Text …">
            <a:extLst xmlns:a="http://schemas.openxmlformats.org/drawingml/2006/main">
              <a:ext uri="{FF2B5EF4-FFF2-40B4-BE49-F238E27FC236}">
                <a16:creationId xmlns:a16="http://schemas.microsoft.com/office/drawing/2014/main" id="{59FD16F5-374D-4E12-88DC-5EE7C66D7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5566" y="1912114"/>
            <a:ext cx="29731" cy="173643"/>
          </a:xfrm>
          <a:custGeom xmlns:a="http://schemas.openxmlformats.org/drawingml/2006/main">
            <a:pathLst>
              <a:path w="29731" h="173643">
                <a:moveTo>
                  <a:pt x="0" y="143911"/>
                </a:moveTo>
                <a:lnTo>
                  <a:pt x="29731" y="143911"/>
                </a:lnTo>
                <a:lnTo>
                  <a:pt x="29731" y="173643"/>
                </a:lnTo>
                <a:lnTo>
                  <a:pt x="0" y="173643"/>
                </a:lnTo>
                <a:lnTo>
                  <a:pt x="0" y="143911"/>
                </a:lnTo>
                <a:moveTo>
                  <a:pt x="0" y="72008"/>
                </a:moveTo>
                <a:lnTo>
                  <a:pt x="29731" y="72008"/>
                </a:lnTo>
                <a:lnTo>
                  <a:pt x="29731" y="101634"/>
                </a:lnTo>
                <a:lnTo>
                  <a:pt x="0" y="101634"/>
                </a:lnTo>
                <a:lnTo>
                  <a:pt x="0" y="72008"/>
                </a:lnTo>
                <a:moveTo>
                  <a:pt x="0" y="0"/>
                </a:moveTo>
                <a:lnTo>
                  <a:pt x="29731" y="0"/>
                </a:lnTo>
                <a:lnTo>
                  <a:pt x="29731" y="29626"/>
                </a:lnTo>
                <a:lnTo>
                  <a:pt x="0" y="29626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0" name="Text …">
            <a:extLst xmlns:a="http://schemas.openxmlformats.org/drawingml/2006/main">
              <a:ext uri="{FF2B5EF4-FFF2-40B4-BE49-F238E27FC236}">
                <a16:creationId xmlns:a16="http://schemas.microsoft.com/office/drawing/2014/main" id="{D9841AB8-C4D2-4E66-A73C-E1A2A66A3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5566" y="2128034"/>
            <a:ext cx="29731" cy="173643"/>
          </a:xfrm>
          <a:custGeom xmlns:a="http://schemas.openxmlformats.org/drawingml/2006/main">
            <a:pathLst>
              <a:path w="29731" h="173643">
                <a:moveTo>
                  <a:pt x="0" y="143911"/>
                </a:moveTo>
                <a:lnTo>
                  <a:pt x="29731" y="143911"/>
                </a:lnTo>
                <a:lnTo>
                  <a:pt x="29731" y="173643"/>
                </a:lnTo>
                <a:lnTo>
                  <a:pt x="0" y="173643"/>
                </a:lnTo>
                <a:lnTo>
                  <a:pt x="0" y="143911"/>
                </a:lnTo>
                <a:moveTo>
                  <a:pt x="0" y="72008"/>
                </a:moveTo>
                <a:lnTo>
                  <a:pt x="29731" y="72008"/>
                </a:lnTo>
                <a:lnTo>
                  <a:pt x="29731" y="101634"/>
                </a:lnTo>
                <a:lnTo>
                  <a:pt x="0" y="101634"/>
                </a:lnTo>
                <a:lnTo>
                  <a:pt x="0" y="72008"/>
                </a:lnTo>
                <a:moveTo>
                  <a:pt x="0" y="0"/>
                </a:moveTo>
                <a:lnTo>
                  <a:pt x="29731" y="0"/>
                </a:lnTo>
                <a:lnTo>
                  <a:pt x="29731" y="29626"/>
                </a:lnTo>
                <a:lnTo>
                  <a:pt x="0" y="29626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1" name="Text …">
            <a:extLst xmlns:a="http://schemas.openxmlformats.org/drawingml/2006/main">
              <a:ext uri="{FF2B5EF4-FFF2-40B4-BE49-F238E27FC236}">
                <a16:creationId xmlns:a16="http://schemas.microsoft.com/office/drawing/2014/main" id="{CEB1E5F7-D882-4887-A9E9-1BFB694A4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63" y="1480275"/>
            <a:ext cx="29731" cy="173643"/>
          </a:xfrm>
          <a:custGeom xmlns:a="http://schemas.openxmlformats.org/drawingml/2006/main">
            <a:pathLst>
              <a:path w="29731" h="173643">
                <a:moveTo>
                  <a:pt x="0" y="143911"/>
                </a:moveTo>
                <a:lnTo>
                  <a:pt x="29731" y="143911"/>
                </a:lnTo>
                <a:lnTo>
                  <a:pt x="29731" y="173643"/>
                </a:lnTo>
                <a:lnTo>
                  <a:pt x="0" y="173643"/>
                </a:lnTo>
                <a:lnTo>
                  <a:pt x="0" y="143911"/>
                </a:lnTo>
                <a:moveTo>
                  <a:pt x="0" y="72008"/>
                </a:moveTo>
                <a:lnTo>
                  <a:pt x="29731" y="72008"/>
                </a:lnTo>
                <a:lnTo>
                  <a:pt x="29731" y="101634"/>
                </a:lnTo>
                <a:lnTo>
                  <a:pt x="0" y="101634"/>
                </a:lnTo>
                <a:lnTo>
                  <a:pt x="0" y="72008"/>
                </a:lnTo>
                <a:moveTo>
                  <a:pt x="0" y="0"/>
                </a:moveTo>
                <a:lnTo>
                  <a:pt x="29731" y="0"/>
                </a:lnTo>
                <a:lnTo>
                  <a:pt x="29731" y="29626"/>
                </a:lnTo>
                <a:lnTo>
                  <a:pt x="0" y="29626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2" name="Text …">
            <a:extLst xmlns:a="http://schemas.openxmlformats.org/drawingml/2006/main">
              <a:ext uri="{FF2B5EF4-FFF2-40B4-BE49-F238E27FC236}">
                <a16:creationId xmlns:a16="http://schemas.microsoft.com/office/drawing/2014/main" id="{EA7049F1-1A69-4AA0-9C7E-0D6A02304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63" y="1696195"/>
            <a:ext cx="29731" cy="173643"/>
          </a:xfrm>
          <a:custGeom xmlns:a="http://schemas.openxmlformats.org/drawingml/2006/main">
            <a:pathLst>
              <a:path w="29731" h="173643">
                <a:moveTo>
                  <a:pt x="0" y="143911"/>
                </a:moveTo>
                <a:lnTo>
                  <a:pt x="29731" y="143911"/>
                </a:lnTo>
                <a:lnTo>
                  <a:pt x="29731" y="173643"/>
                </a:lnTo>
                <a:lnTo>
                  <a:pt x="0" y="173643"/>
                </a:lnTo>
                <a:lnTo>
                  <a:pt x="0" y="143911"/>
                </a:lnTo>
                <a:moveTo>
                  <a:pt x="0" y="72008"/>
                </a:moveTo>
                <a:lnTo>
                  <a:pt x="29731" y="72008"/>
                </a:lnTo>
                <a:lnTo>
                  <a:pt x="29731" y="101634"/>
                </a:lnTo>
                <a:lnTo>
                  <a:pt x="0" y="101634"/>
                </a:lnTo>
                <a:lnTo>
                  <a:pt x="0" y="72008"/>
                </a:lnTo>
                <a:moveTo>
                  <a:pt x="0" y="0"/>
                </a:moveTo>
                <a:lnTo>
                  <a:pt x="29731" y="0"/>
                </a:lnTo>
                <a:lnTo>
                  <a:pt x="29731" y="29626"/>
                </a:lnTo>
                <a:lnTo>
                  <a:pt x="0" y="29626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3" name="Text …">
            <a:extLst xmlns:a="http://schemas.openxmlformats.org/drawingml/2006/main">
              <a:ext uri="{FF2B5EF4-FFF2-40B4-BE49-F238E27FC236}">
                <a16:creationId xmlns:a16="http://schemas.microsoft.com/office/drawing/2014/main" id="{3CB14CD0-494F-4F73-A48D-5F4ED69F0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63" y="1912114"/>
            <a:ext cx="29731" cy="173643"/>
          </a:xfrm>
          <a:custGeom xmlns:a="http://schemas.openxmlformats.org/drawingml/2006/main">
            <a:pathLst>
              <a:path w="29731" h="173643">
                <a:moveTo>
                  <a:pt x="0" y="143911"/>
                </a:moveTo>
                <a:lnTo>
                  <a:pt x="29731" y="143911"/>
                </a:lnTo>
                <a:lnTo>
                  <a:pt x="29731" y="173643"/>
                </a:lnTo>
                <a:lnTo>
                  <a:pt x="0" y="173643"/>
                </a:lnTo>
                <a:lnTo>
                  <a:pt x="0" y="143911"/>
                </a:lnTo>
                <a:moveTo>
                  <a:pt x="0" y="72008"/>
                </a:moveTo>
                <a:lnTo>
                  <a:pt x="29731" y="72008"/>
                </a:lnTo>
                <a:lnTo>
                  <a:pt x="29731" y="101634"/>
                </a:lnTo>
                <a:lnTo>
                  <a:pt x="0" y="101634"/>
                </a:lnTo>
                <a:lnTo>
                  <a:pt x="0" y="72008"/>
                </a:lnTo>
                <a:moveTo>
                  <a:pt x="0" y="0"/>
                </a:moveTo>
                <a:lnTo>
                  <a:pt x="29731" y="0"/>
                </a:lnTo>
                <a:lnTo>
                  <a:pt x="29731" y="29626"/>
                </a:lnTo>
                <a:lnTo>
                  <a:pt x="0" y="29626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4" name="Text …">
            <a:extLst xmlns:a="http://schemas.openxmlformats.org/drawingml/2006/main">
              <a:ext uri="{FF2B5EF4-FFF2-40B4-BE49-F238E27FC236}">
                <a16:creationId xmlns:a16="http://schemas.microsoft.com/office/drawing/2014/main" id="{3E99EAA4-3827-4A2C-AA90-DC71C5665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63" y="2128034"/>
            <a:ext cx="29731" cy="173643"/>
          </a:xfrm>
          <a:custGeom xmlns:a="http://schemas.openxmlformats.org/drawingml/2006/main">
            <a:pathLst>
              <a:path w="29731" h="173643">
                <a:moveTo>
                  <a:pt x="0" y="143911"/>
                </a:moveTo>
                <a:lnTo>
                  <a:pt x="29731" y="143911"/>
                </a:lnTo>
                <a:lnTo>
                  <a:pt x="29731" y="173643"/>
                </a:lnTo>
                <a:lnTo>
                  <a:pt x="0" y="173643"/>
                </a:lnTo>
                <a:lnTo>
                  <a:pt x="0" y="143911"/>
                </a:lnTo>
                <a:moveTo>
                  <a:pt x="0" y="72008"/>
                </a:moveTo>
                <a:lnTo>
                  <a:pt x="29731" y="72008"/>
                </a:lnTo>
                <a:lnTo>
                  <a:pt x="29731" y="101634"/>
                </a:lnTo>
                <a:lnTo>
                  <a:pt x="0" y="101634"/>
                </a:lnTo>
                <a:lnTo>
                  <a:pt x="0" y="72008"/>
                </a:lnTo>
                <a:moveTo>
                  <a:pt x="0" y="0"/>
                </a:moveTo>
                <a:lnTo>
                  <a:pt x="29731" y="0"/>
                </a:lnTo>
                <a:lnTo>
                  <a:pt x="29731" y="29626"/>
                </a:lnTo>
                <a:lnTo>
                  <a:pt x="0" y="29626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FE2564D-1FC5-4310-BACA-4E06A3771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2177" y="1754550"/>
            <a:ext cx="1544762" cy="461423"/>
          </a:xfrm>
          <a:custGeom xmlns:a="http://schemas.openxmlformats.org/drawingml/2006/main">
            <a:pathLst>
              <a:path w="1544762" h="461423">
                <a:moveTo>
                  <a:pt x="0" y="76905"/>
                </a:moveTo>
                <a:lnTo>
                  <a:pt x="0" y="76905"/>
                </a:lnTo>
                <a:cubicBezTo>
                  <a:pt x="0" y="34432"/>
                  <a:pt x="34432" y="0"/>
                  <a:pt x="76906" y="0"/>
                </a:cubicBezTo>
                <a:lnTo>
                  <a:pt x="1467857" y="0"/>
                </a:lnTo>
                <a:cubicBezTo>
                  <a:pt x="1488253" y="0"/>
                  <a:pt x="1507815" y="8102"/>
                  <a:pt x="1522237" y="22525"/>
                </a:cubicBezTo>
                <a:cubicBezTo>
                  <a:pt x="1536660" y="36948"/>
                  <a:pt x="1544762" y="56509"/>
                  <a:pt x="1544762" y="76905"/>
                </a:cubicBezTo>
                <a:lnTo>
                  <a:pt x="1544762" y="384517"/>
                </a:lnTo>
                <a:cubicBezTo>
                  <a:pt x="1544762" y="426991"/>
                  <a:pt x="1510331" y="461423"/>
                  <a:pt x="1467857" y="461423"/>
                </a:cubicBezTo>
                <a:lnTo>
                  <a:pt x="76906" y="461423"/>
                </a:lnTo>
                <a:cubicBezTo>
                  <a:pt x="34432" y="461423"/>
                  <a:pt x="0" y="426991"/>
                  <a:pt x="0" y="384517"/>
                </a:cubicBezTo>
                <a:lnTo>
                  <a:pt x="0" y="76905"/>
                </a:lnTo>
                <a:close/>
              </a:path>
            </a:pathLst>
          </a:custGeom>
          <a:solidFill xmlns:a="http://schemas.openxmlformats.org/drawingml/2006/main">
            <a:srgbClr val="CCFFC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FBB0690-92D2-4A48-8F81-B36FFDB43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2177" y="1754550"/>
            <a:ext cx="1544762" cy="461423"/>
          </a:xfrm>
          <a:custGeom xmlns:a="http://schemas.openxmlformats.org/drawingml/2006/main">
            <a:pathLst>
              <a:path w="1544762" h="461423" fill="none">
                <a:moveTo>
                  <a:pt x="0" y="76905"/>
                </a:moveTo>
                <a:lnTo>
                  <a:pt x="0" y="76905"/>
                </a:lnTo>
                <a:cubicBezTo>
                  <a:pt x="0" y="34432"/>
                  <a:pt x="34432" y="0"/>
                  <a:pt x="76906" y="0"/>
                </a:cubicBezTo>
                <a:lnTo>
                  <a:pt x="1467857" y="0"/>
                </a:lnTo>
                <a:cubicBezTo>
                  <a:pt x="1488253" y="0"/>
                  <a:pt x="1507815" y="8102"/>
                  <a:pt x="1522237" y="22525"/>
                </a:cubicBezTo>
                <a:cubicBezTo>
                  <a:pt x="1536660" y="36948"/>
                  <a:pt x="1544762" y="56509"/>
                  <a:pt x="1544762" y="76905"/>
                </a:cubicBezTo>
                <a:lnTo>
                  <a:pt x="1544762" y="384517"/>
                </a:lnTo>
                <a:cubicBezTo>
                  <a:pt x="1544762" y="426991"/>
                  <a:pt x="1510331" y="461423"/>
                  <a:pt x="1467857" y="461423"/>
                </a:cubicBezTo>
                <a:lnTo>
                  <a:pt x="76906" y="461423"/>
                </a:lnTo>
                <a:cubicBezTo>
                  <a:pt x="34432" y="461423"/>
                  <a:pt x="0" y="426991"/>
                  <a:pt x="0" y="384517"/>
                </a:cubicBezTo>
                <a:lnTo>
                  <a:pt x="0" y="76905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0796" cap="flat">
            <a:solidFill>
              <a:srgbClr val="595959"/>
            </a:solidFill>
            <a:round/>
          </a:ln>
        </p:spPr>
      </p:sp>
      <p:sp>
        <p:nvSpPr>
          <p:cNvPr id="87" name="Text IOBExtractor&amp;">
            <a:extLst xmlns:a="http://schemas.openxmlformats.org/drawingml/2006/main">
              <a:ext uri="{FF2B5EF4-FFF2-40B4-BE49-F238E27FC236}">
                <a16:creationId xmlns:a16="http://schemas.microsoft.com/office/drawing/2014/main" id="{87595DCB-8CFB-4B97-813E-6FFD5CA68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8230" y="1845846"/>
            <a:ext cx="982116" cy="107257"/>
          </a:xfrm>
          <a:custGeom xmlns:a="http://schemas.openxmlformats.org/drawingml/2006/main">
            <a:pathLst>
              <a:path w="982116" h="107257">
                <a:moveTo>
                  <a:pt x="0" y="104867"/>
                </a:moveTo>
                <a:lnTo>
                  <a:pt x="0" y="1827"/>
                </a:lnTo>
                <a:lnTo>
                  <a:pt x="13636" y="1827"/>
                </a:lnTo>
                <a:lnTo>
                  <a:pt x="13636" y="104867"/>
                </a:lnTo>
                <a:lnTo>
                  <a:pt x="0" y="104867"/>
                </a:lnTo>
                <a:close/>
                <a:moveTo>
                  <a:pt x="33407" y="54648"/>
                </a:moveTo>
                <a:cubicBezTo>
                  <a:pt x="33407" y="37555"/>
                  <a:pt x="37999" y="24174"/>
                  <a:pt x="47183" y="14505"/>
                </a:cubicBezTo>
                <a:cubicBezTo>
                  <a:pt x="56367" y="4835"/>
                  <a:pt x="68222" y="0"/>
                  <a:pt x="82748" y="0"/>
                </a:cubicBezTo>
                <a:cubicBezTo>
                  <a:pt x="92260" y="0"/>
                  <a:pt x="100835" y="2271"/>
                  <a:pt x="108473" y="6813"/>
                </a:cubicBezTo>
                <a:cubicBezTo>
                  <a:pt x="116110" y="11356"/>
                  <a:pt x="121932" y="17689"/>
                  <a:pt x="125939" y="25815"/>
                </a:cubicBezTo>
                <a:cubicBezTo>
                  <a:pt x="129945" y="33939"/>
                  <a:pt x="131948" y="43151"/>
                  <a:pt x="131948" y="53453"/>
                </a:cubicBezTo>
                <a:cubicBezTo>
                  <a:pt x="131948" y="63895"/>
                  <a:pt x="129840" y="73237"/>
                  <a:pt x="125622" y="81480"/>
                </a:cubicBezTo>
                <a:cubicBezTo>
                  <a:pt x="121405" y="89721"/>
                  <a:pt x="115431" y="95960"/>
                  <a:pt x="107699" y="100198"/>
                </a:cubicBezTo>
                <a:cubicBezTo>
                  <a:pt x="99968" y="104435"/>
                  <a:pt x="91627" y="106554"/>
                  <a:pt x="82677" y="106554"/>
                </a:cubicBezTo>
                <a:cubicBezTo>
                  <a:pt x="72978" y="106554"/>
                  <a:pt x="64309" y="104213"/>
                  <a:pt x="56671" y="99530"/>
                </a:cubicBezTo>
                <a:cubicBezTo>
                  <a:pt x="49034" y="94847"/>
                  <a:pt x="43247" y="88455"/>
                  <a:pt x="39311" y="80355"/>
                </a:cubicBezTo>
                <a:cubicBezTo>
                  <a:pt x="35375" y="72254"/>
                  <a:pt x="33407" y="63685"/>
                  <a:pt x="33407" y="54648"/>
                </a:cubicBezTo>
                <a:moveTo>
                  <a:pt x="47464" y="54891"/>
                </a:moveTo>
                <a:cubicBezTo>
                  <a:pt x="47464" y="67287"/>
                  <a:pt x="50803" y="77051"/>
                  <a:pt x="57480" y="84186"/>
                </a:cubicBezTo>
                <a:cubicBezTo>
                  <a:pt x="64157" y="91320"/>
                  <a:pt x="72533" y="94887"/>
                  <a:pt x="82607" y="94887"/>
                </a:cubicBezTo>
                <a:cubicBezTo>
                  <a:pt x="92869" y="94887"/>
                  <a:pt x="101315" y="91285"/>
                  <a:pt x="107945" y="84082"/>
                </a:cubicBezTo>
                <a:cubicBezTo>
                  <a:pt x="114576" y="76878"/>
                  <a:pt x="117891" y="66656"/>
                  <a:pt x="117891" y="53418"/>
                </a:cubicBezTo>
                <a:cubicBezTo>
                  <a:pt x="117891" y="45045"/>
                  <a:pt x="116473" y="37736"/>
                  <a:pt x="113639" y="31490"/>
                </a:cubicBezTo>
                <a:cubicBezTo>
                  <a:pt x="110804" y="25245"/>
                  <a:pt x="106657" y="20404"/>
                  <a:pt x="101198" y="16965"/>
                </a:cubicBezTo>
                <a:cubicBezTo>
                  <a:pt x="95739" y="13527"/>
                  <a:pt x="89612" y="11808"/>
                  <a:pt x="82818" y="11808"/>
                </a:cubicBezTo>
                <a:cubicBezTo>
                  <a:pt x="73165" y="11808"/>
                  <a:pt x="64860" y="15118"/>
                  <a:pt x="57901" y="21738"/>
                </a:cubicBezTo>
                <a:cubicBezTo>
                  <a:pt x="50943" y="28357"/>
                  <a:pt x="47464" y="39408"/>
                  <a:pt x="47464" y="54891"/>
                </a:cubicBezTo>
                <a:close/>
                <a:moveTo>
                  <a:pt x="148838" y="104867"/>
                </a:moveTo>
                <a:lnTo>
                  <a:pt x="148838" y="1827"/>
                </a:lnTo>
                <a:lnTo>
                  <a:pt x="187496" y="1827"/>
                </a:lnTo>
                <a:cubicBezTo>
                  <a:pt x="195368" y="1827"/>
                  <a:pt x="201682" y="2867"/>
                  <a:pt x="206438" y="4946"/>
                </a:cubicBezTo>
                <a:cubicBezTo>
                  <a:pt x="211194" y="7026"/>
                  <a:pt x="214919" y="10226"/>
                  <a:pt x="217614" y="14547"/>
                </a:cubicBezTo>
                <a:cubicBezTo>
                  <a:pt x="220308" y="18868"/>
                  <a:pt x="221655" y="23389"/>
                  <a:pt x="221655" y="28108"/>
                </a:cubicBezTo>
                <a:cubicBezTo>
                  <a:pt x="221655" y="32499"/>
                  <a:pt x="220460" y="36635"/>
                  <a:pt x="218070" y="40514"/>
                </a:cubicBezTo>
                <a:cubicBezTo>
                  <a:pt x="215681" y="44391"/>
                  <a:pt x="212073" y="47521"/>
                  <a:pt x="207246" y="49903"/>
                </a:cubicBezTo>
                <a:cubicBezTo>
                  <a:pt x="213478" y="51735"/>
                  <a:pt x="218270" y="54859"/>
                  <a:pt x="221620" y="59276"/>
                </a:cubicBezTo>
                <a:cubicBezTo>
                  <a:pt x="224970" y="63692"/>
                  <a:pt x="226645" y="68906"/>
                  <a:pt x="226645" y="74919"/>
                </a:cubicBezTo>
                <a:cubicBezTo>
                  <a:pt x="226645" y="79758"/>
                  <a:pt x="225626" y="84257"/>
                  <a:pt x="223588" y="88414"/>
                </a:cubicBezTo>
                <a:cubicBezTo>
                  <a:pt x="221550" y="92571"/>
                  <a:pt x="219031" y="95777"/>
                  <a:pt x="216032" y="98032"/>
                </a:cubicBezTo>
                <a:cubicBezTo>
                  <a:pt x="213033" y="100287"/>
                  <a:pt x="209273" y="101990"/>
                  <a:pt x="204751" y="103141"/>
                </a:cubicBezTo>
                <a:cubicBezTo>
                  <a:pt x="200229" y="104292"/>
                  <a:pt x="194689" y="104867"/>
                  <a:pt x="188128" y="104867"/>
                </a:cubicBezTo>
                <a:lnTo>
                  <a:pt x="148838" y="104867"/>
                </a:lnTo>
                <a:moveTo>
                  <a:pt x="162474" y="44983"/>
                </a:moveTo>
                <a:lnTo>
                  <a:pt x="184755" y="44983"/>
                </a:lnTo>
                <a:cubicBezTo>
                  <a:pt x="190799" y="44983"/>
                  <a:pt x="195134" y="44587"/>
                  <a:pt x="197758" y="43795"/>
                </a:cubicBezTo>
                <a:cubicBezTo>
                  <a:pt x="201225" y="42771"/>
                  <a:pt x="203837" y="41073"/>
                  <a:pt x="205595" y="38699"/>
                </a:cubicBezTo>
                <a:cubicBezTo>
                  <a:pt x="207352" y="36326"/>
                  <a:pt x="208230" y="33347"/>
                  <a:pt x="208230" y="29764"/>
                </a:cubicBezTo>
                <a:cubicBezTo>
                  <a:pt x="208230" y="26367"/>
                  <a:pt x="207410" y="23377"/>
                  <a:pt x="205770" y="20794"/>
                </a:cubicBezTo>
                <a:cubicBezTo>
                  <a:pt x="204130" y="18211"/>
                  <a:pt x="201787" y="16443"/>
                  <a:pt x="198742" y="15489"/>
                </a:cubicBezTo>
                <a:cubicBezTo>
                  <a:pt x="195696" y="14535"/>
                  <a:pt x="190471" y="14057"/>
                  <a:pt x="183068" y="14057"/>
                </a:cubicBezTo>
                <a:lnTo>
                  <a:pt x="162474" y="14057"/>
                </a:lnTo>
                <a:lnTo>
                  <a:pt x="162474" y="44983"/>
                </a:lnTo>
                <a:moveTo>
                  <a:pt x="162474" y="92637"/>
                </a:moveTo>
                <a:lnTo>
                  <a:pt x="188128" y="92637"/>
                </a:lnTo>
                <a:cubicBezTo>
                  <a:pt x="192533" y="92637"/>
                  <a:pt x="195626" y="92473"/>
                  <a:pt x="197406" y="92145"/>
                </a:cubicBezTo>
                <a:cubicBezTo>
                  <a:pt x="200546" y="91583"/>
                  <a:pt x="203170" y="90646"/>
                  <a:pt x="205278" y="89334"/>
                </a:cubicBezTo>
                <a:cubicBezTo>
                  <a:pt x="207387" y="88022"/>
                  <a:pt x="209121" y="86113"/>
                  <a:pt x="210480" y="83606"/>
                </a:cubicBezTo>
                <a:cubicBezTo>
                  <a:pt x="211838" y="81099"/>
                  <a:pt x="212518" y="78205"/>
                  <a:pt x="212518" y="74925"/>
                </a:cubicBezTo>
                <a:cubicBezTo>
                  <a:pt x="212518" y="71083"/>
                  <a:pt x="211534" y="67744"/>
                  <a:pt x="209566" y="64909"/>
                </a:cubicBezTo>
                <a:cubicBezTo>
                  <a:pt x="207598" y="62075"/>
                  <a:pt x="204868" y="60083"/>
                  <a:pt x="201377" y="58935"/>
                </a:cubicBezTo>
                <a:cubicBezTo>
                  <a:pt x="197887" y="57787"/>
                  <a:pt x="192861" y="57213"/>
                  <a:pt x="186301" y="57213"/>
                </a:cubicBezTo>
                <a:lnTo>
                  <a:pt x="162474" y="57213"/>
                </a:lnTo>
                <a:lnTo>
                  <a:pt x="162474" y="92637"/>
                </a:lnTo>
                <a:close/>
                <a:moveTo>
                  <a:pt x="285423" y="104867"/>
                </a:moveTo>
                <a:lnTo>
                  <a:pt x="285423" y="1827"/>
                </a:lnTo>
                <a:lnTo>
                  <a:pt x="359927" y="1827"/>
                </a:lnTo>
                <a:lnTo>
                  <a:pt x="359927" y="14057"/>
                </a:lnTo>
                <a:lnTo>
                  <a:pt x="299059" y="14057"/>
                </a:lnTo>
                <a:lnTo>
                  <a:pt x="299059" y="45405"/>
                </a:lnTo>
                <a:lnTo>
                  <a:pt x="356061" y="45405"/>
                </a:lnTo>
                <a:lnTo>
                  <a:pt x="356061" y="57635"/>
                </a:lnTo>
                <a:lnTo>
                  <a:pt x="299059" y="57635"/>
                </a:lnTo>
                <a:lnTo>
                  <a:pt x="299059" y="92637"/>
                </a:lnTo>
                <a:lnTo>
                  <a:pt x="362317" y="92637"/>
                </a:lnTo>
                <a:lnTo>
                  <a:pt x="362317" y="104867"/>
                </a:lnTo>
                <a:lnTo>
                  <a:pt x="285423" y="104867"/>
                </a:lnTo>
                <a:close/>
                <a:moveTo>
                  <a:pt x="370960" y="104867"/>
                </a:moveTo>
                <a:lnTo>
                  <a:pt x="398253" y="66271"/>
                </a:lnTo>
                <a:lnTo>
                  <a:pt x="372998" y="30223"/>
                </a:lnTo>
                <a:lnTo>
                  <a:pt x="388813" y="30223"/>
                </a:lnTo>
                <a:lnTo>
                  <a:pt x="400269" y="47619"/>
                </a:lnTo>
                <a:cubicBezTo>
                  <a:pt x="402425" y="50977"/>
                  <a:pt x="404158" y="53778"/>
                  <a:pt x="405470" y="56023"/>
                </a:cubicBezTo>
                <a:cubicBezTo>
                  <a:pt x="407532" y="53028"/>
                  <a:pt x="409430" y="50326"/>
                  <a:pt x="411164" y="47916"/>
                </a:cubicBezTo>
                <a:lnTo>
                  <a:pt x="423745" y="30223"/>
                </a:lnTo>
                <a:lnTo>
                  <a:pt x="438856" y="30223"/>
                </a:lnTo>
                <a:lnTo>
                  <a:pt x="413701" y="65940"/>
                </a:lnTo>
                <a:lnTo>
                  <a:pt x="440824" y="104867"/>
                </a:lnTo>
                <a:lnTo>
                  <a:pt x="425291" y="104867"/>
                </a:lnTo>
                <a:lnTo>
                  <a:pt x="409969" y="81704"/>
                </a:lnTo>
                <a:lnTo>
                  <a:pt x="405892" y="75850"/>
                </a:lnTo>
                <a:lnTo>
                  <a:pt x="386282" y="104867"/>
                </a:lnTo>
                <a:lnTo>
                  <a:pt x="370960" y="104867"/>
                </a:lnTo>
                <a:close/>
                <a:moveTo>
                  <a:pt x="478990" y="93551"/>
                </a:moveTo>
                <a:lnTo>
                  <a:pt x="480817" y="104727"/>
                </a:lnTo>
                <a:cubicBezTo>
                  <a:pt x="477256" y="105476"/>
                  <a:pt x="474070" y="105851"/>
                  <a:pt x="471258" y="105851"/>
                </a:cubicBezTo>
                <a:cubicBezTo>
                  <a:pt x="466666" y="105851"/>
                  <a:pt x="463105" y="105125"/>
                  <a:pt x="460575" y="103672"/>
                </a:cubicBezTo>
                <a:cubicBezTo>
                  <a:pt x="458044" y="102220"/>
                  <a:pt x="456264" y="100310"/>
                  <a:pt x="455233" y="97944"/>
                </a:cubicBezTo>
                <a:cubicBezTo>
                  <a:pt x="454202" y="95578"/>
                  <a:pt x="453687" y="90599"/>
                  <a:pt x="453687" y="83008"/>
                </a:cubicBezTo>
                <a:lnTo>
                  <a:pt x="453687" y="40063"/>
                </a:lnTo>
                <a:lnTo>
                  <a:pt x="444409" y="40063"/>
                </a:lnTo>
                <a:lnTo>
                  <a:pt x="444409" y="30223"/>
                </a:lnTo>
                <a:lnTo>
                  <a:pt x="453687" y="30223"/>
                </a:lnTo>
                <a:lnTo>
                  <a:pt x="453687" y="11738"/>
                </a:lnTo>
                <a:lnTo>
                  <a:pt x="466268" y="4147"/>
                </a:lnTo>
                <a:lnTo>
                  <a:pt x="466268" y="30223"/>
                </a:lnTo>
                <a:lnTo>
                  <a:pt x="478990" y="30223"/>
                </a:lnTo>
                <a:lnTo>
                  <a:pt x="478990" y="40063"/>
                </a:lnTo>
                <a:lnTo>
                  <a:pt x="466268" y="40063"/>
                </a:lnTo>
                <a:lnTo>
                  <a:pt x="466268" y="83711"/>
                </a:lnTo>
                <a:cubicBezTo>
                  <a:pt x="466268" y="87319"/>
                  <a:pt x="466490" y="89639"/>
                  <a:pt x="466936" y="90669"/>
                </a:cubicBezTo>
                <a:cubicBezTo>
                  <a:pt x="467381" y="91700"/>
                  <a:pt x="468107" y="92520"/>
                  <a:pt x="469114" y="93129"/>
                </a:cubicBezTo>
                <a:cubicBezTo>
                  <a:pt x="470122" y="93739"/>
                  <a:pt x="471563" y="94043"/>
                  <a:pt x="473437" y="94043"/>
                </a:cubicBezTo>
                <a:cubicBezTo>
                  <a:pt x="474843" y="94043"/>
                  <a:pt x="476694" y="93879"/>
                  <a:pt x="478990" y="93551"/>
                </a:cubicBezTo>
                <a:close/>
                <a:moveTo>
                  <a:pt x="491100" y="104867"/>
                </a:moveTo>
                <a:lnTo>
                  <a:pt x="491100" y="30223"/>
                </a:lnTo>
                <a:lnTo>
                  <a:pt x="502486" y="30223"/>
                </a:lnTo>
                <a:lnTo>
                  <a:pt x="502486" y="41539"/>
                </a:lnTo>
                <a:cubicBezTo>
                  <a:pt x="505391" y="36244"/>
                  <a:pt x="508074" y="32753"/>
                  <a:pt x="510534" y="31067"/>
                </a:cubicBezTo>
                <a:cubicBezTo>
                  <a:pt x="512994" y="29380"/>
                  <a:pt x="515700" y="28536"/>
                  <a:pt x="518652" y="28536"/>
                </a:cubicBezTo>
                <a:cubicBezTo>
                  <a:pt x="522916" y="28536"/>
                  <a:pt x="527250" y="29895"/>
                  <a:pt x="531655" y="32613"/>
                </a:cubicBezTo>
                <a:lnTo>
                  <a:pt x="527297" y="44342"/>
                </a:lnTo>
                <a:cubicBezTo>
                  <a:pt x="524205" y="42520"/>
                  <a:pt x="521112" y="41610"/>
                  <a:pt x="518020" y="41610"/>
                </a:cubicBezTo>
                <a:cubicBezTo>
                  <a:pt x="515255" y="41610"/>
                  <a:pt x="512771" y="42441"/>
                  <a:pt x="510569" y="44105"/>
                </a:cubicBezTo>
                <a:cubicBezTo>
                  <a:pt x="508367" y="45768"/>
                  <a:pt x="506797" y="48076"/>
                  <a:pt x="505860" y="51028"/>
                </a:cubicBezTo>
                <a:cubicBezTo>
                  <a:pt x="504454" y="55526"/>
                  <a:pt x="503751" y="60446"/>
                  <a:pt x="503751" y="65788"/>
                </a:cubicBezTo>
                <a:lnTo>
                  <a:pt x="503751" y="104867"/>
                </a:lnTo>
                <a:lnTo>
                  <a:pt x="491100" y="104867"/>
                </a:lnTo>
                <a:close/>
                <a:moveTo>
                  <a:pt x="587883" y="95449"/>
                </a:moveTo>
                <a:cubicBezTo>
                  <a:pt x="583197" y="99509"/>
                  <a:pt x="578687" y="102376"/>
                  <a:pt x="574353" y="104048"/>
                </a:cubicBezTo>
                <a:cubicBezTo>
                  <a:pt x="570019" y="105719"/>
                  <a:pt x="565368" y="106554"/>
                  <a:pt x="560401" y="106554"/>
                </a:cubicBezTo>
                <a:cubicBezTo>
                  <a:pt x="552201" y="106554"/>
                  <a:pt x="545899" y="104551"/>
                  <a:pt x="541494" y="100545"/>
                </a:cubicBezTo>
                <a:cubicBezTo>
                  <a:pt x="537090" y="96538"/>
                  <a:pt x="534887" y="91419"/>
                  <a:pt x="534887" y="85187"/>
                </a:cubicBezTo>
                <a:cubicBezTo>
                  <a:pt x="534887" y="81532"/>
                  <a:pt x="535719" y="78194"/>
                  <a:pt x="537382" y="75171"/>
                </a:cubicBezTo>
                <a:cubicBezTo>
                  <a:pt x="539046" y="72149"/>
                  <a:pt x="541225" y="69724"/>
                  <a:pt x="543919" y="67897"/>
                </a:cubicBezTo>
                <a:cubicBezTo>
                  <a:pt x="546613" y="66069"/>
                  <a:pt x="549647" y="64687"/>
                  <a:pt x="553021" y="63750"/>
                </a:cubicBezTo>
                <a:cubicBezTo>
                  <a:pt x="555505" y="63094"/>
                  <a:pt x="559253" y="62461"/>
                  <a:pt x="564267" y="61852"/>
                </a:cubicBezTo>
                <a:cubicBezTo>
                  <a:pt x="574482" y="60634"/>
                  <a:pt x="582003" y="59181"/>
                  <a:pt x="586829" y="57494"/>
                </a:cubicBezTo>
                <a:cubicBezTo>
                  <a:pt x="586876" y="55768"/>
                  <a:pt x="586899" y="54671"/>
                  <a:pt x="586899" y="54204"/>
                </a:cubicBezTo>
                <a:cubicBezTo>
                  <a:pt x="586899" y="49069"/>
                  <a:pt x="585704" y="45451"/>
                  <a:pt x="583315" y="43351"/>
                </a:cubicBezTo>
                <a:cubicBezTo>
                  <a:pt x="580081" y="40503"/>
                  <a:pt x="575278" y="39079"/>
                  <a:pt x="568906" y="39079"/>
                </a:cubicBezTo>
                <a:cubicBezTo>
                  <a:pt x="562955" y="39079"/>
                  <a:pt x="558562" y="40122"/>
                  <a:pt x="555727" y="42207"/>
                </a:cubicBezTo>
                <a:cubicBezTo>
                  <a:pt x="552892" y="44292"/>
                  <a:pt x="550795" y="47982"/>
                  <a:pt x="549437" y="53277"/>
                </a:cubicBezTo>
                <a:lnTo>
                  <a:pt x="537066" y="51590"/>
                </a:lnTo>
                <a:cubicBezTo>
                  <a:pt x="538191" y="46279"/>
                  <a:pt x="540042" y="41990"/>
                  <a:pt x="542619" y="38723"/>
                </a:cubicBezTo>
                <a:cubicBezTo>
                  <a:pt x="545196" y="35457"/>
                  <a:pt x="548921" y="32942"/>
                  <a:pt x="553794" y="31181"/>
                </a:cubicBezTo>
                <a:cubicBezTo>
                  <a:pt x="558667" y="29418"/>
                  <a:pt x="564314" y="28536"/>
                  <a:pt x="570733" y="28536"/>
                </a:cubicBezTo>
                <a:cubicBezTo>
                  <a:pt x="577106" y="28536"/>
                  <a:pt x="582284" y="29289"/>
                  <a:pt x="586267" y="30794"/>
                </a:cubicBezTo>
                <a:cubicBezTo>
                  <a:pt x="590249" y="32298"/>
                  <a:pt x="593178" y="34191"/>
                  <a:pt x="595052" y="36472"/>
                </a:cubicBezTo>
                <a:cubicBezTo>
                  <a:pt x="596927" y="38752"/>
                  <a:pt x="598239" y="41632"/>
                  <a:pt x="598988" y="45113"/>
                </a:cubicBezTo>
                <a:cubicBezTo>
                  <a:pt x="599410" y="47276"/>
                  <a:pt x="599621" y="51160"/>
                  <a:pt x="599621" y="56767"/>
                </a:cubicBezTo>
                <a:lnTo>
                  <a:pt x="599621" y="73588"/>
                </a:lnTo>
                <a:cubicBezTo>
                  <a:pt x="599621" y="85315"/>
                  <a:pt x="599890" y="92743"/>
                  <a:pt x="600429" y="95871"/>
                </a:cubicBezTo>
                <a:cubicBezTo>
                  <a:pt x="600968" y="98998"/>
                  <a:pt x="602034" y="101997"/>
                  <a:pt x="603627" y="104867"/>
                </a:cubicBezTo>
                <a:lnTo>
                  <a:pt x="590413" y="104867"/>
                </a:lnTo>
                <a:cubicBezTo>
                  <a:pt x="589101" y="102183"/>
                  <a:pt x="588258" y="99044"/>
                  <a:pt x="587883" y="95449"/>
                </a:cubicBezTo>
                <a:moveTo>
                  <a:pt x="586829" y="67475"/>
                </a:moveTo>
                <a:cubicBezTo>
                  <a:pt x="582237" y="69340"/>
                  <a:pt x="575349" y="70926"/>
                  <a:pt x="566165" y="72232"/>
                </a:cubicBezTo>
                <a:cubicBezTo>
                  <a:pt x="560963" y="72978"/>
                  <a:pt x="557285" y="73817"/>
                  <a:pt x="555130" y="74750"/>
                </a:cubicBezTo>
                <a:cubicBezTo>
                  <a:pt x="552974" y="75682"/>
                  <a:pt x="551311" y="77046"/>
                  <a:pt x="550139" y="78842"/>
                </a:cubicBezTo>
                <a:cubicBezTo>
                  <a:pt x="548968" y="80637"/>
                  <a:pt x="548382" y="82630"/>
                  <a:pt x="548382" y="84823"/>
                </a:cubicBezTo>
                <a:cubicBezTo>
                  <a:pt x="548382" y="88180"/>
                  <a:pt x="549659" y="90978"/>
                  <a:pt x="552213" y="93217"/>
                </a:cubicBezTo>
                <a:cubicBezTo>
                  <a:pt x="554767" y="95455"/>
                  <a:pt x="558503" y="96574"/>
                  <a:pt x="563424" y="96574"/>
                </a:cubicBezTo>
                <a:cubicBezTo>
                  <a:pt x="568297" y="96574"/>
                  <a:pt x="572631" y="95511"/>
                  <a:pt x="576426" y="93386"/>
                </a:cubicBezTo>
                <a:cubicBezTo>
                  <a:pt x="580222" y="91260"/>
                  <a:pt x="583010" y="88356"/>
                  <a:pt x="584791" y="84673"/>
                </a:cubicBezTo>
                <a:cubicBezTo>
                  <a:pt x="586149" y="81831"/>
                  <a:pt x="586829" y="77636"/>
                  <a:pt x="586829" y="72090"/>
                </a:cubicBezTo>
                <a:lnTo>
                  <a:pt x="586829" y="67475"/>
                </a:lnTo>
                <a:close/>
                <a:moveTo>
                  <a:pt x="667917" y="77456"/>
                </a:moveTo>
                <a:lnTo>
                  <a:pt x="680358" y="79142"/>
                </a:lnTo>
                <a:cubicBezTo>
                  <a:pt x="678999" y="87717"/>
                  <a:pt x="675520" y="94430"/>
                  <a:pt x="669920" y="99280"/>
                </a:cubicBezTo>
                <a:cubicBezTo>
                  <a:pt x="664321" y="104129"/>
                  <a:pt x="657445" y="106554"/>
                  <a:pt x="649291" y="106554"/>
                </a:cubicBezTo>
                <a:cubicBezTo>
                  <a:pt x="639076" y="106554"/>
                  <a:pt x="630865" y="103216"/>
                  <a:pt x="624656" y="96538"/>
                </a:cubicBezTo>
                <a:cubicBezTo>
                  <a:pt x="618447" y="89861"/>
                  <a:pt x="615343" y="80291"/>
                  <a:pt x="615343" y="67826"/>
                </a:cubicBezTo>
                <a:cubicBezTo>
                  <a:pt x="615343" y="59767"/>
                  <a:pt x="616678" y="52715"/>
                  <a:pt x="619349" y="46670"/>
                </a:cubicBezTo>
                <a:cubicBezTo>
                  <a:pt x="622020" y="40626"/>
                  <a:pt x="626085" y="36092"/>
                  <a:pt x="631544" y="33070"/>
                </a:cubicBezTo>
                <a:cubicBezTo>
                  <a:pt x="637003" y="30047"/>
                  <a:pt x="642942" y="28536"/>
                  <a:pt x="649362" y="28536"/>
                </a:cubicBezTo>
                <a:cubicBezTo>
                  <a:pt x="657468" y="28536"/>
                  <a:pt x="664098" y="30575"/>
                  <a:pt x="669253" y="34651"/>
                </a:cubicBezTo>
                <a:cubicBezTo>
                  <a:pt x="674407" y="38726"/>
                  <a:pt x="677710" y="44513"/>
                  <a:pt x="679163" y="52012"/>
                </a:cubicBezTo>
                <a:lnTo>
                  <a:pt x="666863" y="53980"/>
                </a:lnTo>
                <a:cubicBezTo>
                  <a:pt x="665691" y="48990"/>
                  <a:pt x="663618" y="45235"/>
                  <a:pt x="660643" y="42717"/>
                </a:cubicBezTo>
                <a:cubicBezTo>
                  <a:pt x="657667" y="40198"/>
                  <a:pt x="654071" y="38939"/>
                  <a:pt x="649854" y="38939"/>
                </a:cubicBezTo>
                <a:cubicBezTo>
                  <a:pt x="643481" y="38939"/>
                  <a:pt x="638303" y="41223"/>
                  <a:pt x="634320" y="45792"/>
                </a:cubicBezTo>
                <a:cubicBezTo>
                  <a:pt x="630337" y="50360"/>
                  <a:pt x="628346" y="57588"/>
                  <a:pt x="628346" y="67475"/>
                </a:cubicBezTo>
                <a:cubicBezTo>
                  <a:pt x="628346" y="77502"/>
                  <a:pt x="630267" y="84789"/>
                  <a:pt x="634109" y="89334"/>
                </a:cubicBezTo>
                <a:cubicBezTo>
                  <a:pt x="637952" y="93879"/>
                  <a:pt x="642966" y="96152"/>
                  <a:pt x="649151" y="96152"/>
                </a:cubicBezTo>
                <a:cubicBezTo>
                  <a:pt x="654118" y="96152"/>
                  <a:pt x="658265" y="94623"/>
                  <a:pt x="661591" y="91566"/>
                </a:cubicBezTo>
                <a:cubicBezTo>
                  <a:pt x="664918" y="88508"/>
                  <a:pt x="667027" y="83805"/>
                  <a:pt x="667917" y="77456"/>
                </a:cubicBezTo>
                <a:close/>
                <a:moveTo>
                  <a:pt x="718805" y="93551"/>
                </a:moveTo>
                <a:lnTo>
                  <a:pt x="720633" y="104727"/>
                </a:lnTo>
                <a:cubicBezTo>
                  <a:pt x="717071" y="105476"/>
                  <a:pt x="713885" y="105851"/>
                  <a:pt x="711074" y="105851"/>
                </a:cubicBezTo>
                <a:cubicBezTo>
                  <a:pt x="706482" y="105851"/>
                  <a:pt x="702920" y="105125"/>
                  <a:pt x="700390" y="103672"/>
                </a:cubicBezTo>
                <a:cubicBezTo>
                  <a:pt x="697860" y="102220"/>
                  <a:pt x="696079" y="100310"/>
                  <a:pt x="695048" y="97944"/>
                </a:cubicBezTo>
                <a:cubicBezTo>
                  <a:pt x="694017" y="95578"/>
                  <a:pt x="693502" y="90599"/>
                  <a:pt x="693502" y="83008"/>
                </a:cubicBezTo>
                <a:lnTo>
                  <a:pt x="693502" y="40063"/>
                </a:lnTo>
                <a:lnTo>
                  <a:pt x="684224" y="40063"/>
                </a:lnTo>
                <a:lnTo>
                  <a:pt x="684224" y="30223"/>
                </a:lnTo>
                <a:lnTo>
                  <a:pt x="693502" y="30223"/>
                </a:lnTo>
                <a:lnTo>
                  <a:pt x="693502" y="11738"/>
                </a:lnTo>
                <a:lnTo>
                  <a:pt x="706083" y="4147"/>
                </a:lnTo>
                <a:lnTo>
                  <a:pt x="706083" y="30223"/>
                </a:lnTo>
                <a:lnTo>
                  <a:pt x="718805" y="30223"/>
                </a:lnTo>
                <a:lnTo>
                  <a:pt x="718805" y="40063"/>
                </a:lnTo>
                <a:lnTo>
                  <a:pt x="706083" y="40063"/>
                </a:lnTo>
                <a:lnTo>
                  <a:pt x="706083" y="83711"/>
                </a:lnTo>
                <a:cubicBezTo>
                  <a:pt x="706083" y="87319"/>
                  <a:pt x="706306" y="89639"/>
                  <a:pt x="706751" y="90669"/>
                </a:cubicBezTo>
                <a:cubicBezTo>
                  <a:pt x="707196" y="91700"/>
                  <a:pt x="707922" y="92520"/>
                  <a:pt x="708930" y="93129"/>
                </a:cubicBezTo>
                <a:cubicBezTo>
                  <a:pt x="709937" y="93739"/>
                  <a:pt x="711378" y="94043"/>
                  <a:pt x="713252" y="94043"/>
                </a:cubicBezTo>
                <a:cubicBezTo>
                  <a:pt x="714658" y="94043"/>
                  <a:pt x="716509" y="93879"/>
                  <a:pt x="718805" y="93551"/>
                </a:cubicBezTo>
                <a:close/>
                <a:moveTo>
                  <a:pt x="726346" y="67545"/>
                </a:moveTo>
                <a:cubicBezTo>
                  <a:pt x="726346" y="53722"/>
                  <a:pt x="730189" y="43484"/>
                  <a:pt x="737873" y="36830"/>
                </a:cubicBezTo>
                <a:cubicBezTo>
                  <a:pt x="744293" y="31301"/>
                  <a:pt x="752118" y="28536"/>
                  <a:pt x="761349" y="28536"/>
                </a:cubicBezTo>
                <a:cubicBezTo>
                  <a:pt x="771611" y="28536"/>
                  <a:pt x="779998" y="31898"/>
                  <a:pt x="786512" y="38622"/>
                </a:cubicBezTo>
                <a:cubicBezTo>
                  <a:pt x="793025" y="45346"/>
                  <a:pt x="796281" y="54636"/>
                  <a:pt x="796281" y="66491"/>
                </a:cubicBezTo>
                <a:cubicBezTo>
                  <a:pt x="796281" y="76097"/>
                  <a:pt x="794840" y="83653"/>
                  <a:pt x="791959" y="89158"/>
                </a:cubicBezTo>
                <a:cubicBezTo>
                  <a:pt x="789077" y="94664"/>
                  <a:pt x="784883" y="98940"/>
                  <a:pt x="779377" y="101986"/>
                </a:cubicBezTo>
                <a:cubicBezTo>
                  <a:pt x="773872" y="105031"/>
                  <a:pt x="767862" y="106554"/>
                  <a:pt x="761349" y="106554"/>
                </a:cubicBezTo>
                <a:cubicBezTo>
                  <a:pt x="750900" y="106554"/>
                  <a:pt x="742454" y="103204"/>
                  <a:pt x="736011" y="96503"/>
                </a:cubicBezTo>
                <a:cubicBezTo>
                  <a:pt x="729568" y="89803"/>
                  <a:pt x="726346" y="80150"/>
                  <a:pt x="726346" y="67545"/>
                </a:cubicBezTo>
                <a:moveTo>
                  <a:pt x="739349" y="67580"/>
                </a:moveTo>
                <a:cubicBezTo>
                  <a:pt x="739349" y="77128"/>
                  <a:pt x="741434" y="84276"/>
                  <a:pt x="745605" y="89027"/>
                </a:cubicBezTo>
                <a:cubicBezTo>
                  <a:pt x="749775" y="93777"/>
                  <a:pt x="755023" y="96152"/>
                  <a:pt x="761349" y="96152"/>
                </a:cubicBezTo>
                <a:cubicBezTo>
                  <a:pt x="767628" y="96152"/>
                  <a:pt x="772853" y="93765"/>
                  <a:pt x="777023" y="88991"/>
                </a:cubicBezTo>
                <a:cubicBezTo>
                  <a:pt x="781193" y="84218"/>
                  <a:pt x="783278" y="76940"/>
                  <a:pt x="783278" y="67159"/>
                </a:cubicBezTo>
                <a:cubicBezTo>
                  <a:pt x="783278" y="57939"/>
                  <a:pt x="781181" y="50955"/>
                  <a:pt x="776988" y="46205"/>
                </a:cubicBezTo>
                <a:cubicBezTo>
                  <a:pt x="772794" y="41454"/>
                  <a:pt x="767581" y="39079"/>
                  <a:pt x="761349" y="39079"/>
                </a:cubicBezTo>
                <a:cubicBezTo>
                  <a:pt x="755023" y="39079"/>
                  <a:pt x="749775" y="41443"/>
                  <a:pt x="745605" y="46169"/>
                </a:cubicBezTo>
                <a:cubicBezTo>
                  <a:pt x="741434" y="50896"/>
                  <a:pt x="739349" y="58033"/>
                  <a:pt x="739349" y="67580"/>
                </a:cubicBezTo>
                <a:close/>
                <a:moveTo>
                  <a:pt x="810949" y="104867"/>
                </a:moveTo>
                <a:lnTo>
                  <a:pt x="810949" y="30223"/>
                </a:lnTo>
                <a:lnTo>
                  <a:pt x="822336" y="30223"/>
                </a:lnTo>
                <a:lnTo>
                  <a:pt x="822336" y="41539"/>
                </a:lnTo>
                <a:cubicBezTo>
                  <a:pt x="825241" y="36244"/>
                  <a:pt x="827923" y="32753"/>
                  <a:pt x="830383" y="31067"/>
                </a:cubicBezTo>
                <a:cubicBezTo>
                  <a:pt x="832843" y="29380"/>
                  <a:pt x="835549" y="28536"/>
                  <a:pt x="838502" y="28536"/>
                </a:cubicBezTo>
                <a:cubicBezTo>
                  <a:pt x="842766" y="28536"/>
                  <a:pt x="847100" y="29895"/>
                  <a:pt x="851505" y="32613"/>
                </a:cubicBezTo>
                <a:lnTo>
                  <a:pt x="847147" y="44342"/>
                </a:lnTo>
                <a:cubicBezTo>
                  <a:pt x="844054" y="42520"/>
                  <a:pt x="840962" y="41610"/>
                  <a:pt x="837869" y="41610"/>
                </a:cubicBezTo>
                <a:cubicBezTo>
                  <a:pt x="835104" y="41610"/>
                  <a:pt x="832621" y="42441"/>
                  <a:pt x="830419" y="44105"/>
                </a:cubicBezTo>
                <a:cubicBezTo>
                  <a:pt x="828216" y="45768"/>
                  <a:pt x="826647" y="48076"/>
                  <a:pt x="825709" y="51028"/>
                </a:cubicBezTo>
                <a:cubicBezTo>
                  <a:pt x="824304" y="55526"/>
                  <a:pt x="823601" y="60446"/>
                  <a:pt x="823601" y="65788"/>
                </a:cubicBezTo>
                <a:lnTo>
                  <a:pt x="823601" y="104867"/>
                </a:lnTo>
                <a:lnTo>
                  <a:pt x="810949" y="104867"/>
                </a:lnTo>
                <a:close/>
                <a:moveTo>
                  <a:pt x="957797" y="92736"/>
                </a:moveTo>
                <a:cubicBezTo>
                  <a:pt x="953627" y="97343"/>
                  <a:pt x="949082" y="100798"/>
                  <a:pt x="944162" y="103101"/>
                </a:cubicBezTo>
                <a:cubicBezTo>
                  <a:pt x="939241" y="105403"/>
                  <a:pt x="933923" y="106554"/>
                  <a:pt x="928207" y="106554"/>
                </a:cubicBezTo>
                <a:cubicBezTo>
                  <a:pt x="917664" y="106554"/>
                  <a:pt x="909299" y="102997"/>
                  <a:pt x="903114" y="95884"/>
                </a:cubicBezTo>
                <a:cubicBezTo>
                  <a:pt x="898101" y="90079"/>
                  <a:pt x="895594" y="83597"/>
                  <a:pt x="895594" y="76436"/>
                </a:cubicBezTo>
                <a:cubicBezTo>
                  <a:pt x="895594" y="70071"/>
                  <a:pt x="897644" y="64326"/>
                  <a:pt x="901744" y="59201"/>
                </a:cubicBezTo>
                <a:cubicBezTo>
                  <a:pt x="905844" y="54076"/>
                  <a:pt x="911970" y="49571"/>
                  <a:pt x="920124" y="45686"/>
                </a:cubicBezTo>
                <a:cubicBezTo>
                  <a:pt x="915485" y="40353"/>
                  <a:pt x="912392" y="36026"/>
                  <a:pt x="910846" y="32705"/>
                </a:cubicBezTo>
                <a:cubicBezTo>
                  <a:pt x="909299" y="29383"/>
                  <a:pt x="908526" y="26177"/>
                  <a:pt x="908526" y="23089"/>
                </a:cubicBezTo>
                <a:cubicBezTo>
                  <a:pt x="908526" y="16913"/>
                  <a:pt x="910951" y="11544"/>
                  <a:pt x="915801" y="6983"/>
                </a:cubicBezTo>
                <a:cubicBezTo>
                  <a:pt x="920651" y="2421"/>
                  <a:pt x="926754" y="141"/>
                  <a:pt x="934111" y="141"/>
                </a:cubicBezTo>
                <a:cubicBezTo>
                  <a:pt x="941139" y="141"/>
                  <a:pt x="946891" y="2297"/>
                  <a:pt x="951366" y="6609"/>
                </a:cubicBezTo>
                <a:cubicBezTo>
                  <a:pt x="955841" y="10920"/>
                  <a:pt x="958078" y="16099"/>
                  <a:pt x="958078" y="22145"/>
                </a:cubicBezTo>
                <a:cubicBezTo>
                  <a:pt x="958078" y="31941"/>
                  <a:pt x="951588" y="40307"/>
                  <a:pt x="938609" y="47243"/>
                </a:cubicBezTo>
                <a:lnTo>
                  <a:pt x="957094" y="70721"/>
                </a:lnTo>
                <a:cubicBezTo>
                  <a:pt x="959203" y="66598"/>
                  <a:pt x="960843" y="61818"/>
                  <a:pt x="962014" y="56383"/>
                </a:cubicBezTo>
                <a:lnTo>
                  <a:pt x="975158" y="59194"/>
                </a:lnTo>
                <a:cubicBezTo>
                  <a:pt x="972909" y="68190"/>
                  <a:pt x="969863" y="75589"/>
                  <a:pt x="966021" y="81394"/>
                </a:cubicBezTo>
                <a:cubicBezTo>
                  <a:pt x="970753" y="87673"/>
                  <a:pt x="976118" y="92944"/>
                  <a:pt x="982116" y="97206"/>
                </a:cubicBezTo>
                <a:lnTo>
                  <a:pt x="973612" y="107257"/>
                </a:lnTo>
                <a:cubicBezTo>
                  <a:pt x="968504" y="103983"/>
                  <a:pt x="963233" y="99143"/>
                  <a:pt x="957797" y="92736"/>
                </a:cubicBezTo>
                <a:moveTo>
                  <a:pt x="932072" y="39119"/>
                </a:moveTo>
                <a:cubicBezTo>
                  <a:pt x="937555" y="35881"/>
                  <a:pt x="941104" y="33043"/>
                  <a:pt x="942721" y="30603"/>
                </a:cubicBezTo>
                <a:cubicBezTo>
                  <a:pt x="944337" y="28162"/>
                  <a:pt x="945146" y="25464"/>
                  <a:pt x="945146" y="22509"/>
                </a:cubicBezTo>
                <a:cubicBezTo>
                  <a:pt x="945146" y="18989"/>
                  <a:pt x="944033" y="16115"/>
                  <a:pt x="941807" y="13886"/>
                </a:cubicBezTo>
                <a:cubicBezTo>
                  <a:pt x="939581" y="11657"/>
                  <a:pt x="936805" y="10543"/>
                  <a:pt x="933478" y="10543"/>
                </a:cubicBezTo>
                <a:cubicBezTo>
                  <a:pt x="930057" y="10543"/>
                  <a:pt x="927211" y="11646"/>
                  <a:pt x="924938" y="13851"/>
                </a:cubicBezTo>
                <a:cubicBezTo>
                  <a:pt x="922666" y="16056"/>
                  <a:pt x="921529" y="18754"/>
                  <a:pt x="921529" y="21945"/>
                </a:cubicBezTo>
                <a:cubicBezTo>
                  <a:pt x="921529" y="23541"/>
                  <a:pt x="921939" y="25219"/>
                  <a:pt x="922759" y="26979"/>
                </a:cubicBezTo>
                <a:cubicBezTo>
                  <a:pt x="923579" y="28738"/>
                  <a:pt x="924809" y="30602"/>
                  <a:pt x="926449" y="32573"/>
                </a:cubicBezTo>
                <a:lnTo>
                  <a:pt x="932072" y="39119"/>
                </a:lnTo>
                <a:moveTo>
                  <a:pt x="949855" y="82753"/>
                </a:moveTo>
                <a:lnTo>
                  <a:pt x="926660" y="53927"/>
                </a:lnTo>
                <a:cubicBezTo>
                  <a:pt x="919819" y="57995"/>
                  <a:pt x="915204" y="61771"/>
                  <a:pt x="912814" y="65254"/>
                </a:cubicBezTo>
                <a:cubicBezTo>
                  <a:pt x="910424" y="68738"/>
                  <a:pt x="909229" y="72186"/>
                  <a:pt x="909229" y="75600"/>
                </a:cubicBezTo>
                <a:cubicBezTo>
                  <a:pt x="909229" y="79761"/>
                  <a:pt x="910893" y="84087"/>
                  <a:pt x="914220" y="88576"/>
                </a:cubicBezTo>
                <a:cubicBezTo>
                  <a:pt x="917546" y="93064"/>
                  <a:pt x="922256" y="95308"/>
                  <a:pt x="928347" y="95308"/>
                </a:cubicBezTo>
                <a:cubicBezTo>
                  <a:pt x="932143" y="95308"/>
                  <a:pt x="936067" y="94141"/>
                  <a:pt x="940120" y="91805"/>
                </a:cubicBezTo>
                <a:cubicBezTo>
                  <a:pt x="944173" y="89469"/>
                  <a:pt x="947418" y="86452"/>
                  <a:pt x="949855" y="82753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8" name="Text RootofTrustCheck">
            <a:extLst xmlns:a="http://schemas.openxmlformats.org/drawingml/2006/main">
              <a:ext uri="{FF2B5EF4-FFF2-40B4-BE49-F238E27FC236}">
                <a16:creationId xmlns:a16="http://schemas.microsoft.com/office/drawing/2014/main" id="{E248D2AF-36CF-42E7-8D00-5CB589393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0102" y="2018582"/>
            <a:ext cx="1259169" cy="106554"/>
          </a:xfrm>
          <a:custGeom xmlns:a="http://schemas.openxmlformats.org/drawingml/2006/main">
            <a:pathLst>
              <a:path w="1259169" h="106554">
                <a:moveTo>
                  <a:pt x="0" y="104867"/>
                </a:moveTo>
                <a:lnTo>
                  <a:pt x="0" y="1827"/>
                </a:lnTo>
                <a:lnTo>
                  <a:pt x="45686" y="1827"/>
                </a:lnTo>
                <a:cubicBezTo>
                  <a:pt x="54870" y="1827"/>
                  <a:pt x="61852" y="2752"/>
                  <a:pt x="66632" y="4602"/>
                </a:cubicBezTo>
                <a:cubicBezTo>
                  <a:pt x="71411" y="6449"/>
                  <a:pt x="75230" y="9713"/>
                  <a:pt x="78088" y="14393"/>
                </a:cubicBezTo>
                <a:cubicBezTo>
                  <a:pt x="80947" y="19073"/>
                  <a:pt x="82376" y="24244"/>
                  <a:pt x="82376" y="29907"/>
                </a:cubicBezTo>
                <a:cubicBezTo>
                  <a:pt x="82376" y="37208"/>
                  <a:pt x="80009" y="43362"/>
                  <a:pt x="75277" y="48370"/>
                </a:cubicBezTo>
                <a:cubicBezTo>
                  <a:pt x="70544" y="53377"/>
                  <a:pt x="63234" y="56559"/>
                  <a:pt x="53347" y="57916"/>
                </a:cubicBezTo>
                <a:cubicBezTo>
                  <a:pt x="56955" y="59653"/>
                  <a:pt x="59697" y="61366"/>
                  <a:pt x="61571" y="63056"/>
                </a:cubicBezTo>
                <a:cubicBezTo>
                  <a:pt x="65554" y="66718"/>
                  <a:pt x="69326" y="71293"/>
                  <a:pt x="72887" y="76781"/>
                </a:cubicBezTo>
                <a:lnTo>
                  <a:pt x="90810" y="104867"/>
                </a:lnTo>
                <a:lnTo>
                  <a:pt x="73660" y="104867"/>
                </a:lnTo>
                <a:lnTo>
                  <a:pt x="60025" y="83397"/>
                </a:lnTo>
                <a:cubicBezTo>
                  <a:pt x="56042" y="77203"/>
                  <a:pt x="52762" y="72464"/>
                  <a:pt x="50184" y="69179"/>
                </a:cubicBezTo>
                <a:cubicBezTo>
                  <a:pt x="47607" y="65894"/>
                  <a:pt x="45300" y="63594"/>
                  <a:pt x="43261" y="62280"/>
                </a:cubicBezTo>
                <a:cubicBezTo>
                  <a:pt x="41223" y="60965"/>
                  <a:pt x="39150" y="60049"/>
                  <a:pt x="37041" y="59533"/>
                </a:cubicBezTo>
                <a:cubicBezTo>
                  <a:pt x="35495" y="59205"/>
                  <a:pt x="32964" y="59041"/>
                  <a:pt x="29450" y="59041"/>
                </a:cubicBezTo>
                <a:lnTo>
                  <a:pt x="13636" y="59041"/>
                </a:lnTo>
                <a:lnTo>
                  <a:pt x="13636" y="104867"/>
                </a:lnTo>
                <a:lnTo>
                  <a:pt x="0" y="104867"/>
                </a:lnTo>
                <a:moveTo>
                  <a:pt x="13636" y="47232"/>
                </a:moveTo>
                <a:lnTo>
                  <a:pt x="42945" y="47232"/>
                </a:lnTo>
                <a:cubicBezTo>
                  <a:pt x="49177" y="47232"/>
                  <a:pt x="54050" y="46590"/>
                  <a:pt x="57565" y="45304"/>
                </a:cubicBezTo>
                <a:cubicBezTo>
                  <a:pt x="61079" y="44018"/>
                  <a:pt x="63750" y="41961"/>
                  <a:pt x="65577" y="39132"/>
                </a:cubicBezTo>
                <a:cubicBezTo>
                  <a:pt x="67405" y="36303"/>
                  <a:pt x="68318" y="33228"/>
                  <a:pt x="68318" y="29907"/>
                </a:cubicBezTo>
                <a:cubicBezTo>
                  <a:pt x="68318" y="25044"/>
                  <a:pt x="66550" y="21046"/>
                  <a:pt x="63012" y="17914"/>
                </a:cubicBezTo>
                <a:cubicBezTo>
                  <a:pt x="59474" y="14781"/>
                  <a:pt x="53886" y="13214"/>
                  <a:pt x="46248" y="13214"/>
                </a:cubicBezTo>
                <a:lnTo>
                  <a:pt x="13636" y="13214"/>
                </a:lnTo>
                <a:lnTo>
                  <a:pt x="13636" y="47232"/>
                </a:lnTo>
                <a:close/>
                <a:moveTo>
                  <a:pt x="97393" y="67545"/>
                </a:moveTo>
                <a:cubicBezTo>
                  <a:pt x="97393" y="53722"/>
                  <a:pt x="101235" y="43484"/>
                  <a:pt x="108920" y="36830"/>
                </a:cubicBezTo>
                <a:cubicBezTo>
                  <a:pt x="115339" y="31301"/>
                  <a:pt x="123165" y="28536"/>
                  <a:pt x="132396" y="28536"/>
                </a:cubicBezTo>
                <a:cubicBezTo>
                  <a:pt x="142657" y="28536"/>
                  <a:pt x="151045" y="31898"/>
                  <a:pt x="157558" y="38622"/>
                </a:cubicBezTo>
                <a:cubicBezTo>
                  <a:pt x="164071" y="45346"/>
                  <a:pt x="167328" y="54636"/>
                  <a:pt x="167328" y="66491"/>
                </a:cubicBezTo>
                <a:cubicBezTo>
                  <a:pt x="167328" y="76097"/>
                  <a:pt x="165887" y="83653"/>
                  <a:pt x="163005" y="89158"/>
                </a:cubicBezTo>
                <a:cubicBezTo>
                  <a:pt x="160124" y="94664"/>
                  <a:pt x="155930" y="98940"/>
                  <a:pt x="150424" y="101986"/>
                </a:cubicBezTo>
                <a:cubicBezTo>
                  <a:pt x="144918" y="105031"/>
                  <a:pt x="138909" y="106554"/>
                  <a:pt x="132396" y="106554"/>
                </a:cubicBezTo>
                <a:cubicBezTo>
                  <a:pt x="121946" y="106554"/>
                  <a:pt x="113500" y="103204"/>
                  <a:pt x="107057" y="96503"/>
                </a:cubicBezTo>
                <a:cubicBezTo>
                  <a:pt x="100614" y="89803"/>
                  <a:pt x="97393" y="80150"/>
                  <a:pt x="97393" y="67545"/>
                </a:cubicBezTo>
                <a:moveTo>
                  <a:pt x="110396" y="67580"/>
                </a:moveTo>
                <a:cubicBezTo>
                  <a:pt x="110396" y="77128"/>
                  <a:pt x="112481" y="84276"/>
                  <a:pt x="116651" y="89027"/>
                </a:cubicBezTo>
                <a:cubicBezTo>
                  <a:pt x="120822" y="93777"/>
                  <a:pt x="126070" y="96152"/>
                  <a:pt x="132396" y="96152"/>
                </a:cubicBezTo>
                <a:cubicBezTo>
                  <a:pt x="138674" y="96152"/>
                  <a:pt x="143899" y="93765"/>
                  <a:pt x="148069" y="88991"/>
                </a:cubicBezTo>
                <a:cubicBezTo>
                  <a:pt x="152240" y="84218"/>
                  <a:pt x="154325" y="76940"/>
                  <a:pt x="154325" y="67159"/>
                </a:cubicBezTo>
                <a:cubicBezTo>
                  <a:pt x="154325" y="57939"/>
                  <a:pt x="152228" y="50955"/>
                  <a:pt x="148034" y="46205"/>
                </a:cubicBezTo>
                <a:cubicBezTo>
                  <a:pt x="143841" y="41454"/>
                  <a:pt x="138628" y="39079"/>
                  <a:pt x="132396" y="39079"/>
                </a:cubicBezTo>
                <a:cubicBezTo>
                  <a:pt x="126070" y="39079"/>
                  <a:pt x="120822" y="41443"/>
                  <a:pt x="116651" y="46169"/>
                </a:cubicBezTo>
                <a:cubicBezTo>
                  <a:pt x="112481" y="50896"/>
                  <a:pt x="110396" y="58033"/>
                  <a:pt x="110396" y="67580"/>
                </a:cubicBezTo>
                <a:close/>
                <a:moveTo>
                  <a:pt x="177427" y="67545"/>
                </a:moveTo>
                <a:cubicBezTo>
                  <a:pt x="177427" y="53722"/>
                  <a:pt x="181269" y="43484"/>
                  <a:pt x="188954" y="36830"/>
                </a:cubicBezTo>
                <a:cubicBezTo>
                  <a:pt x="195373" y="31301"/>
                  <a:pt x="203199" y="28536"/>
                  <a:pt x="212430" y="28536"/>
                </a:cubicBezTo>
                <a:cubicBezTo>
                  <a:pt x="222691" y="28536"/>
                  <a:pt x="231079" y="31898"/>
                  <a:pt x="237592" y="38622"/>
                </a:cubicBezTo>
                <a:cubicBezTo>
                  <a:pt x="244105" y="45346"/>
                  <a:pt x="247362" y="54636"/>
                  <a:pt x="247362" y="66491"/>
                </a:cubicBezTo>
                <a:cubicBezTo>
                  <a:pt x="247362" y="76097"/>
                  <a:pt x="245921" y="83653"/>
                  <a:pt x="243039" y="89158"/>
                </a:cubicBezTo>
                <a:cubicBezTo>
                  <a:pt x="240158" y="94664"/>
                  <a:pt x="235964" y="98940"/>
                  <a:pt x="230458" y="101986"/>
                </a:cubicBezTo>
                <a:cubicBezTo>
                  <a:pt x="224952" y="105031"/>
                  <a:pt x="218943" y="106554"/>
                  <a:pt x="212430" y="106554"/>
                </a:cubicBezTo>
                <a:cubicBezTo>
                  <a:pt x="201980" y="106554"/>
                  <a:pt x="193534" y="103204"/>
                  <a:pt x="187091" y="96503"/>
                </a:cubicBezTo>
                <a:cubicBezTo>
                  <a:pt x="180648" y="89803"/>
                  <a:pt x="177427" y="80150"/>
                  <a:pt x="177427" y="67545"/>
                </a:cubicBezTo>
                <a:moveTo>
                  <a:pt x="190430" y="67580"/>
                </a:moveTo>
                <a:cubicBezTo>
                  <a:pt x="190430" y="77128"/>
                  <a:pt x="192515" y="84276"/>
                  <a:pt x="196685" y="89027"/>
                </a:cubicBezTo>
                <a:cubicBezTo>
                  <a:pt x="200856" y="93777"/>
                  <a:pt x="206104" y="96152"/>
                  <a:pt x="212430" y="96152"/>
                </a:cubicBezTo>
                <a:cubicBezTo>
                  <a:pt x="218708" y="96152"/>
                  <a:pt x="223933" y="93765"/>
                  <a:pt x="228103" y="88991"/>
                </a:cubicBezTo>
                <a:cubicBezTo>
                  <a:pt x="232274" y="84218"/>
                  <a:pt x="234359" y="76940"/>
                  <a:pt x="234359" y="67159"/>
                </a:cubicBezTo>
                <a:cubicBezTo>
                  <a:pt x="234359" y="57939"/>
                  <a:pt x="232262" y="50955"/>
                  <a:pt x="228068" y="46205"/>
                </a:cubicBezTo>
                <a:cubicBezTo>
                  <a:pt x="223875" y="41454"/>
                  <a:pt x="218662" y="39079"/>
                  <a:pt x="212430" y="39079"/>
                </a:cubicBezTo>
                <a:cubicBezTo>
                  <a:pt x="206104" y="39079"/>
                  <a:pt x="200856" y="41443"/>
                  <a:pt x="196685" y="46169"/>
                </a:cubicBezTo>
                <a:cubicBezTo>
                  <a:pt x="192515" y="50896"/>
                  <a:pt x="190430" y="58033"/>
                  <a:pt x="190430" y="67580"/>
                </a:cubicBezTo>
                <a:close/>
                <a:moveTo>
                  <a:pt x="289792" y="93551"/>
                </a:moveTo>
                <a:lnTo>
                  <a:pt x="291620" y="104727"/>
                </a:lnTo>
                <a:cubicBezTo>
                  <a:pt x="288059" y="105476"/>
                  <a:pt x="284872" y="105851"/>
                  <a:pt x="282061" y="105851"/>
                </a:cubicBezTo>
                <a:cubicBezTo>
                  <a:pt x="277469" y="105851"/>
                  <a:pt x="273908" y="105125"/>
                  <a:pt x="271377" y="103672"/>
                </a:cubicBezTo>
                <a:cubicBezTo>
                  <a:pt x="268847" y="102220"/>
                  <a:pt x="267066" y="100310"/>
                  <a:pt x="266036" y="97944"/>
                </a:cubicBezTo>
                <a:cubicBezTo>
                  <a:pt x="265005" y="95578"/>
                  <a:pt x="264489" y="90599"/>
                  <a:pt x="264489" y="83008"/>
                </a:cubicBezTo>
                <a:lnTo>
                  <a:pt x="264489" y="40063"/>
                </a:lnTo>
                <a:lnTo>
                  <a:pt x="255211" y="40063"/>
                </a:lnTo>
                <a:lnTo>
                  <a:pt x="255211" y="30223"/>
                </a:lnTo>
                <a:lnTo>
                  <a:pt x="264489" y="30223"/>
                </a:lnTo>
                <a:lnTo>
                  <a:pt x="264489" y="11738"/>
                </a:lnTo>
                <a:lnTo>
                  <a:pt x="277071" y="4147"/>
                </a:lnTo>
                <a:lnTo>
                  <a:pt x="277071" y="30223"/>
                </a:lnTo>
                <a:lnTo>
                  <a:pt x="289792" y="30223"/>
                </a:lnTo>
                <a:lnTo>
                  <a:pt x="289792" y="40063"/>
                </a:lnTo>
                <a:lnTo>
                  <a:pt x="277071" y="40063"/>
                </a:lnTo>
                <a:lnTo>
                  <a:pt x="277071" y="83711"/>
                </a:lnTo>
                <a:cubicBezTo>
                  <a:pt x="277071" y="87319"/>
                  <a:pt x="277293" y="89639"/>
                  <a:pt x="277738" y="90669"/>
                </a:cubicBezTo>
                <a:cubicBezTo>
                  <a:pt x="278183" y="91700"/>
                  <a:pt x="278910" y="92520"/>
                  <a:pt x="279917" y="93129"/>
                </a:cubicBezTo>
                <a:cubicBezTo>
                  <a:pt x="280925" y="93739"/>
                  <a:pt x="282365" y="94043"/>
                  <a:pt x="284240" y="94043"/>
                </a:cubicBezTo>
                <a:cubicBezTo>
                  <a:pt x="285645" y="94043"/>
                  <a:pt x="287496" y="93879"/>
                  <a:pt x="289792" y="93551"/>
                </a:cubicBezTo>
                <a:close/>
                <a:moveTo>
                  <a:pt x="337208" y="67545"/>
                </a:moveTo>
                <a:cubicBezTo>
                  <a:pt x="337208" y="53722"/>
                  <a:pt x="341050" y="43484"/>
                  <a:pt x="348735" y="36830"/>
                </a:cubicBezTo>
                <a:cubicBezTo>
                  <a:pt x="355154" y="31301"/>
                  <a:pt x="362979" y="28536"/>
                  <a:pt x="372210" y="28536"/>
                </a:cubicBezTo>
                <a:cubicBezTo>
                  <a:pt x="382472" y="28536"/>
                  <a:pt x="390860" y="31898"/>
                  <a:pt x="397373" y="38622"/>
                </a:cubicBezTo>
                <a:cubicBezTo>
                  <a:pt x="403886" y="45346"/>
                  <a:pt x="407143" y="54636"/>
                  <a:pt x="407143" y="66491"/>
                </a:cubicBezTo>
                <a:cubicBezTo>
                  <a:pt x="407143" y="76097"/>
                  <a:pt x="405702" y="83653"/>
                  <a:pt x="402820" y="89158"/>
                </a:cubicBezTo>
                <a:cubicBezTo>
                  <a:pt x="399938" y="94664"/>
                  <a:pt x="395745" y="98940"/>
                  <a:pt x="390239" y="101986"/>
                </a:cubicBezTo>
                <a:cubicBezTo>
                  <a:pt x="384733" y="105031"/>
                  <a:pt x="378724" y="106554"/>
                  <a:pt x="372210" y="106554"/>
                </a:cubicBezTo>
                <a:cubicBezTo>
                  <a:pt x="361761" y="106554"/>
                  <a:pt x="353315" y="103204"/>
                  <a:pt x="346872" y="96503"/>
                </a:cubicBezTo>
                <a:cubicBezTo>
                  <a:pt x="340429" y="89803"/>
                  <a:pt x="337208" y="80150"/>
                  <a:pt x="337208" y="67545"/>
                </a:cubicBezTo>
                <a:moveTo>
                  <a:pt x="350211" y="67580"/>
                </a:moveTo>
                <a:cubicBezTo>
                  <a:pt x="350211" y="77128"/>
                  <a:pt x="352296" y="84276"/>
                  <a:pt x="356466" y="89027"/>
                </a:cubicBezTo>
                <a:cubicBezTo>
                  <a:pt x="360637" y="93777"/>
                  <a:pt x="365885" y="96152"/>
                  <a:pt x="372210" y="96152"/>
                </a:cubicBezTo>
                <a:cubicBezTo>
                  <a:pt x="378489" y="96152"/>
                  <a:pt x="383714" y="93765"/>
                  <a:pt x="387884" y="88991"/>
                </a:cubicBezTo>
                <a:cubicBezTo>
                  <a:pt x="392055" y="84218"/>
                  <a:pt x="394140" y="76940"/>
                  <a:pt x="394140" y="67159"/>
                </a:cubicBezTo>
                <a:cubicBezTo>
                  <a:pt x="394140" y="57939"/>
                  <a:pt x="392043" y="50955"/>
                  <a:pt x="387849" y="46205"/>
                </a:cubicBezTo>
                <a:cubicBezTo>
                  <a:pt x="383655" y="41454"/>
                  <a:pt x="378442" y="39079"/>
                  <a:pt x="372210" y="39079"/>
                </a:cubicBezTo>
                <a:cubicBezTo>
                  <a:pt x="365885" y="39079"/>
                  <a:pt x="360637" y="41443"/>
                  <a:pt x="356466" y="46169"/>
                </a:cubicBezTo>
                <a:cubicBezTo>
                  <a:pt x="352296" y="50896"/>
                  <a:pt x="350211" y="58033"/>
                  <a:pt x="350211" y="67580"/>
                </a:cubicBezTo>
                <a:close/>
                <a:moveTo>
                  <a:pt x="424974" y="104867"/>
                </a:moveTo>
                <a:lnTo>
                  <a:pt x="424974" y="40063"/>
                </a:lnTo>
                <a:lnTo>
                  <a:pt x="413798" y="40063"/>
                </a:lnTo>
                <a:lnTo>
                  <a:pt x="413798" y="30223"/>
                </a:lnTo>
                <a:lnTo>
                  <a:pt x="424974" y="30223"/>
                </a:lnTo>
                <a:lnTo>
                  <a:pt x="424974" y="22298"/>
                </a:lnTo>
                <a:cubicBezTo>
                  <a:pt x="424974" y="17296"/>
                  <a:pt x="425419" y="13580"/>
                  <a:pt x="426309" y="11149"/>
                </a:cubicBezTo>
                <a:cubicBezTo>
                  <a:pt x="427528" y="7878"/>
                  <a:pt x="429671" y="5225"/>
                  <a:pt x="432740" y="3191"/>
                </a:cubicBezTo>
                <a:cubicBezTo>
                  <a:pt x="435810" y="1158"/>
                  <a:pt x="440109" y="141"/>
                  <a:pt x="445638" y="141"/>
                </a:cubicBezTo>
                <a:cubicBezTo>
                  <a:pt x="449199" y="141"/>
                  <a:pt x="453135" y="564"/>
                  <a:pt x="457446" y="1412"/>
                </a:cubicBezTo>
                <a:lnTo>
                  <a:pt x="455548" y="12507"/>
                </a:lnTo>
                <a:cubicBezTo>
                  <a:pt x="452924" y="12041"/>
                  <a:pt x="450441" y="11808"/>
                  <a:pt x="448098" y="11808"/>
                </a:cubicBezTo>
                <a:cubicBezTo>
                  <a:pt x="444256" y="11808"/>
                  <a:pt x="441538" y="12622"/>
                  <a:pt x="439945" y="14251"/>
                </a:cubicBezTo>
                <a:cubicBezTo>
                  <a:pt x="438352" y="15877"/>
                  <a:pt x="437555" y="18923"/>
                  <a:pt x="437555" y="23388"/>
                </a:cubicBezTo>
                <a:lnTo>
                  <a:pt x="437555" y="30223"/>
                </a:lnTo>
                <a:lnTo>
                  <a:pt x="452104" y="30223"/>
                </a:lnTo>
                <a:lnTo>
                  <a:pt x="452104" y="40063"/>
                </a:lnTo>
                <a:lnTo>
                  <a:pt x="437555" y="40063"/>
                </a:lnTo>
                <a:lnTo>
                  <a:pt x="437555" y="104867"/>
                </a:lnTo>
                <a:lnTo>
                  <a:pt x="424974" y="104867"/>
                </a:lnTo>
                <a:close/>
                <a:moveTo>
                  <a:pt x="526940" y="104867"/>
                </a:moveTo>
                <a:lnTo>
                  <a:pt x="526940" y="14057"/>
                </a:lnTo>
                <a:lnTo>
                  <a:pt x="492992" y="14057"/>
                </a:lnTo>
                <a:lnTo>
                  <a:pt x="492992" y="1827"/>
                </a:lnTo>
                <a:lnTo>
                  <a:pt x="574665" y="1827"/>
                </a:lnTo>
                <a:lnTo>
                  <a:pt x="574665" y="14057"/>
                </a:lnTo>
                <a:lnTo>
                  <a:pt x="540576" y="14057"/>
                </a:lnTo>
                <a:lnTo>
                  <a:pt x="540576" y="104867"/>
                </a:lnTo>
                <a:lnTo>
                  <a:pt x="526940" y="104867"/>
                </a:lnTo>
                <a:close/>
                <a:moveTo>
                  <a:pt x="581447" y="104867"/>
                </a:moveTo>
                <a:lnTo>
                  <a:pt x="581447" y="30223"/>
                </a:lnTo>
                <a:lnTo>
                  <a:pt x="592834" y="30223"/>
                </a:lnTo>
                <a:lnTo>
                  <a:pt x="592834" y="41539"/>
                </a:lnTo>
                <a:cubicBezTo>
                  <a:pt x="595739" y="36244"/>
                  <a:pt x="598422" y="32753"/>
                  <a:pt x="600882" y="31067"/>
                </a:cubicBezTo>
                <a:cubicBezTo>
                  <a:pt x="603342" y="29380"/>
                  <a:pt x="606048" y="28536"/>
                  <a:pt x="609000" y="28536"/>
                </a:cubicBezTo>
                <a:cubicBezTo>
                  <a:pt x="613264" y="28536"/>
                  <a:pt x="617598" y="29895"/>
                  <a:pt x="622003" y="32613"/>
                </a:cubicBezTo>
                <a:lnTo>
                  <a:pt x="617645" y="44342"/>
                </a:lnTo>
                <a:cubicBezTo>
                  <a:pt x="614552" y="42520"/>
                  <a:pt x="611460" y="41610"/>
                  <a:pt x="608367" y="41610"/>
                </a:cubicBezTo>
                <a:cubicBezTo>
                  <a:pt x="605603" y="41610"/>
                  <a:pt x="603119" y="42441"/>
                  <a:pt x="600917" y="44105"/>
                </a:cubicBezTo>
                <a:cubicBezTo>
                  <a:pt x="598714" y="45768"/>
                  <a:pt x="597145" y="48076"/>
                  <a:pt x="596208" y="51028"/>
                </a:cubicBezTo>
                <a:cubicBezTo>
                  <a:pt x="594802" y="55526"/>
                  <a:pt x="594099" y="60446"/>
                  <a:pt x="594099" y="65788"/>
                </a:cubicBezTo>
                <a:lnTo>
                  <a:pt x="594099" y="104867"/>
                </a:lnTo>
                <a:lnTo>
                  <a:pt x="581447" y="104867"/>
                </a:lnTo>
                <a:close/>
                <a:moveTo>
                  <a:pt x="678442" y="104867"/>
                </a:moveTo>
                <a:lnTo>
                  <a:pt x="678442" y="93835"/>
                </a:lnTo>
                <a:cubicBezTo>
                  <a:pt x="672631" y="102314"/>
                  <a:pt x="664736" y="106554"/>
                  <a:pt x="654755" y="106554"/>
                </a:cubicBezTo>
                <a:cubicBezTo>
                  <a:pt x="650351" y="106554"/>
                  <a:pt x="646239" y="105711"/>
                  <a:pt x="642420" y="104024"/>
                </a:cubicBezTo>
                <a:cubicBezTo>
                  <a:pt x="638601" y="102337"/>
                  <a:pt x="635766" y="100217"/>
                  <a:pt x="633915" y="97663"/>
                </a:cubicBezTo>
                <a:cubicBezTo>
                  <a:pt x="632064" y="95109"/>
                  <a:pt x="630764" y="91981"/>
                  <a:pt x="630014" y="88280"/>
                </a:cubicBezTo>
                <a:cubicBezTo>
                  <a:pt x="629499" y="85796"/>
                  <a:pt x="629241" y="81860"/>
                  <a:pt x="629241" y="76472"/>
                </a:cubicBezTo>
                <a:lnTo>
                  <a:pt x="629241" y="30223"/>
                </a:lnTo>
                <a:lnTo>
                  <a:pt x="641893" y="30223"/>
                </a:lnTo>
                <a:lnTo>
                  <a:pt x="641893" y="71578"/>
                </a:lnTo>
                <a:cubicBezTo>
                  <a:pt x="641893" y="78178"/>
                  <a:pt x="642150" y="82624"/>
                  <a:pt x="642666" y="84917"/>
                </a:cubicBezTo>
                <a:cubicBezTo>
                  <a:pt x="643462" y="88241"/>
                  <a:pt x="645149" y="90851"/>
                  <a:pt x="647726" y="92747"/>
                </a:cubicBezTo>
                <a:cubicBezTo>
                  <a:pt x="650304" y="94642"/>
                  <a:pt x="653490" y="95590"/>
                  <a:pt x="657285" y="95590"/>
                </a:cubicBezTo>
                <a:cubicBezTo>
                  <a:pt x="661081" y="95590"/>
                  <a:pt x="664642" y="94619"/>
                  <a:pt x="667969" y="92677"/>
                </a:cubicBezTo>
                <a:cubicBezTo>
                  <a:pt x="671296" y="90734"/>
                  <a:pt x="673650" y="88089"/>
                  <a:pt x="675033" y="84743"/>
                </a:cubicBezTo>
                <a:cubicBezTo>
                  <a:pt x="676415" y="81396"/>
                  <a:pt x="677106" y="76540"/>
                  <a:pt x="677106" y="70174"/>
                </a:cubicBezTo>
                <a:lnTo>
                  <a:pt x="677106" y="30223"/>
                </a:lnTo>
                <a:lnTo>
                  <a:pt x="689758" y="30223"/>
                </a:lnTo>
                <a:lnTo>
                  <a:pt x="689758" y="104867"/>
                </a:lnTo>
                <a:lnTo>
                  <a:pt x="678442" y="104867"/>
                </a:lnTo>
                <a:close/>
                <a:moveTo>
                  <a:pt x="704496" y="82516"/>
                </a:moveTo>
                <a:lnTo>
                  <a:pt x="717007" y="80548"/>
                </a:lnTo>
                <a:cubicBezTo>
                  <a:pt x="717710" y="85584"/>
                  <a:pt x="719666" y="89444"/>
                  <a:pt x="722876" y="92128"/>
                </a:cubicBezTo>
                <a:cubicBezTo>
                  <a:pt x="726085" y="94811"/>
                  <a:pt x="730572" y="96152"/>
                  <a:pt x="736335" y="96152"/>
                </a:cubicBezTo>
                <a:cubicBezTo>
                  <a:pt x="742146" y="96152"/>
                  <a:pt x="746457" y="94969"/>
                  <a:pt x="749268" y="92602"/>
                </a:cubicBezTo>
                <a:cubicBezTo>
                  <a:pt x="752080" y="90236"/>
                  <a:pt x="753485" y="87460"/>
                  <a:pt x="753485" y="84273"/>
                </a:cubicBezTo>
                <a:cubicBezTo>
                  <a:pt x="753485" y="81415"/>
                  <a:pt x="752244" y="79166"/>
                  <a:pt x="749760" y="77526"/>
                </a:cubicBezTo>
                <a:cubicBezTo>
                  <a:pt x="748026" y="76401"/>
                  <a:pt x="743716" y="74972"/>
                  <a:pt x="736827" y="73238"/>
                </a:cubicBezTo>
                <a:cubicBezTo>
                  <a:pt x="727550" y="70896"/>
                  <a:pt x="721118" y="68869"/>
                  <a:pt x="717534" y="67159"/>
                </a:cubicBezTo>
                <a:cubicBezTo>
                  <a:pt x="713949" y="65448"/>
                  <a:pt x="711231" y="63082"/>
                  <a:pt x="709381" y="60060"/>
                </a:cubicBezTo>
                <a:cubicBezTo>
                  <a:pt x="707530" y="57037"/>
                  <a:pt x="706604" y="53699"/>
                  <a:pt x="706604" y="50044"/>
                </a:cubicBezTo>
                <a:cubicBezTo>
                  <a:pt x="706604" y="46717"/>
                  <a:pt x="707366" y="43636"/>
                  <a:pt x="708889" y="40801"/>
                </a:cubicBezTo>
                <a:cubicBezTo>
                  <a:pt x="710411" y="37966"/>
                  <a:pt x="712485" y="35612"/>
                  <a:pt x="715109" y="33737"/>
                </a:cubicBezTo>
                <a:cubicBezTo>
                  <a:pt x="717077" y="32285"/>
                  <a:pt x="719760" y="31055"/>
                  <a:pt x="723157" y="30047"/>
                </a:cubicBezTo>
                <a:cubicBezTo>
                  <a:pt x="726554" y="29040"/>
                  <a:pt x="730197" y="28536"/>
                  <a:pt x="734086" y="28536"/>
                </a:cubicBezTo>
                <a:cubicBezTo>
                  <a:pt x="739943" y="28536"/>
                  <a:pt x="745086" y="29380"/>
                  <a:pt x="749514" y="31067"/>
                </a:cubicBezTo>
                <a:cubicBezTo>
                  <a:pt x="753942" y="32753"/>
                  <a:pt x="757211" y="35038"/>
                  <a:pt x="759319" y="37920"/>
                </a:cubicBezTo>
                <a:cubicBezTo>
                  <a:pt x="761428" y="40801"/>
                  <a:pt x="762880" y="44655"/>
                  <a:pt x="763677" y="49482"/>
                </a:cubicBezTo>
                <a:lnTo>
                  <a:pt x="751306" y="51169"/>
                </a:lnTo>
                <a:cubicBezTo>
                  <a:pt x="750744" y="47326"/>
                  <a:pt x="749116" y="44327"/>
                  <a:pt x="746422" y="42172"/>
                </a:cubicBezTo>
                <a:cubicBezTo>
                  <a:pt x="743727" y="40016"/>
                  <a:pt x="739920" y="38939"/>
                  <a:pt x="735000" y="38939"/>
                </a:cubicBezTo>
                <a:cubicBezTo>
                  <a:pt x="729190" y="38939"/>
                  <a:pt x="725043" y="39899"/>
                  <a:pt x="722559" y="41820"/>
                </a:cubicBezTo>
                <a:cubicBezTo>
                  <a:pt x="720076" y="43742"/>
                  <a:pt x="718834" y="45991"/>
                  <a:pt x="718834" y="48568"/>
                </a:cubicBezTo>
                <a:cubicBezTo>
                  <a:pt x="718834" y="50208"/>
                  <a:pt x="719350" y="51684"/>
                  <a:pt x="720380" y="52996"/>
                </a:cubicBezTo>
                <a:cubicBezTo>
                  <a:pt x="721411" y="54355"/>
                  <a:pt x="723028" y="55479"/>
                  <a:pt x="725230" y="56370"/>
                </a:cubicBezTo>
                <a:cubicBezTo>
                  <a:pt x="726495" y="56838"/>
                  <a:pt x="730221" y="57916"/>
                  <a:pt x="736406" y="59603"/>
                </a:cubicBezTo>
                <a:cubicBezTo>
                  <a:pt x="745356" y="61993"/>
                  <a:pt x="751599" y="63949"/>
                  <a:pt x="755137" y="65472"/>
                </a:cubicBezTo>
                <a:cubicBezTo>
                  <a:pt x="758675" y="66995"/>
                  <a:pt x="761451" y="69209"/>
                  <a:pt x="763466" y="72114"/>
                </a:cubicBezTo>
                <a:cubicBezTo>
                  <a:pt x="765481" y="75019"/>
                  <a:pt x="766488" y="78627"/>
                  <a:pt x="766488" y="82938"/>
                </a:cubicBezTo>
                <a:cubicBezTo>
                  <a:pt x="766488" y="87155"/>
                  <a:pt x="765258" y="91126"/>
                  <a:pt x="762798" y="94852"/>
                </a:cubicBezTo>
                <a:cubicBezTo>
                  <a:pt x="760338" y="98577"/>
                  <a:pt x="756789" y="101458"/>
                  <a:pt x="752150" y="103497"/>
                </a:cubicBezTo>
                <a:cubicBezTo>
                  <a:pt x="747511" y="105535"/>
                  <a:pt x="742263" y="106554"/>
                  <a:pt x="736406" y="106554"/>
                </a:cubicBezTo>
                <a:cubicBezTo>
                  <a:pt x="726706" y="106554"/>
                  <a:pt x="719314" y="104533"/>
                  <a:pt x="714230" y="100492"/>
                </a:cubicBezTo>
                <a:cubicBezTo>
                  <a:pt x="709146" y="96451"/>
                  <a:pt x="705901" y="90459"/>
                  <a:pt x="704496" y="82516"/>
                </a:cubicBezTo>
                <a:close/>
                <a:moveTo>
                  <a:pt x="809153" y="93551"/>
                </a:moveTo>
                <a:lnTo>
                  <a:pt x="810980" y="104727"/>
                </a:lnTo>
                <a:cubicBezTo>
                  <a:pt x="807419" y="105476"/>
                  <a:pt x="804233" y="105851"/>
                  <a:pt x="801421" y="105851"/>
                </a:cubicBezTo>
                <a:cubicBezTo>
                  <a:pt x="796829" y="105851"/>
                  <a:pt x="793268" y="105125"/>
                  <a:pt x="790738" y="103672"/>
                </a:cubicBezTo>
                <a:cubicBezTo>
                  <a:pt x="788207" y="102220"/>
                  <a:pt x="786427" y="100310"/>
                  <a:pt x="785396" y="97944"/>
                </a:cubicBezTo>
                <a:cubicBezTo>
                  <a:pt x="784365" y="95578"/>
                  <a:pt x="783850" y="90599"/>
                  <a:pt x="783850" y="83008"/>
                </a:cubicBezTo>
                <a:lnTo>
                  <a:pt x="783850" y="40063"/>
                </a:lnTo>
                <a:lnTo>
                  <a:pt x="774572" y="40063"/>
                </a:lnTo>
                <a:lnTo>
                  <a:pt x="774572" y="30223"/>
                </a:lnTo>
                <a:lnTo>
                  <a:pt x="783850" y="30223"/>
                </a:lnTo>
                <a:lnTo>
                  <a:pt x="783850" y="11738"/>
                </a:lnTo>
                <a:lnTo>
                  <a:pt x="796431" y="4147"/>
                </a:lnTo>
                <a:lnTo>
                  <a:pt x="796431" y="30223"/>
                </a:lnTo>
                <a:lnTo>
                  <a:pt x="809153" y="30223"/>
                </a:lnTo>
                <a:lnTo>
                  <a:pt x="809153" y="40063"/>
                </a:lnTo>
                <a:lnTo>
                  <a:pt x="796431" y="40063"/>
                </a:lnTo>
                <a:lnTo>
                  <a:pt x="796431" y="83711"/>
                </a:lnTo>
                <a:cubicBezTo>
                  <a:pt x="796431" y="87319"/>
                  <a:pt x="796653" y="89639"/>
                  <a:pt x="797099" y="90669"/>
                </a:cubicBezTo>
                <a:cubicBezTo>
                  <a:pt x="797544" y="91700"/>
                  <a:pt x="798270" y="92520"/>
                  <a:pt x="799277" y="93129"/>
                </a:cubicBezTo>
                <a:cubicBezTo>
                  <a:pt x="800285" y="93739"/>
                  <a:pt x="801726" y="94043"/>
                  <a:pt x="803600" y="94043"/>
                </a:cubicBezTo>
                <a:cubicBezTo>
                  <a:pt x="805006" y="94043"/>
                  <a:pt x="806857" y="93879"/>
                  <a:pt x="809153" y="93551"/>
                </a:cubicBezTo>
                <a:close/>
                <a:moveTo>
                  <a:pt x="936412" y="68670"/>
                </a:moveTo>
                <a:lnTo>
                  <a:pt x="950048" y="72114"/>
                </a:lnTo>
                <a:cubicBezTo>
                  <a:pt x="947190" y="83313"/>
                  <a:pt x="942047" y="91853"/>
                  <a:pt x="934620" y="97733"/>
                </a:cubicBezTo>
                <a:cubicBezTo>
                  <a:pt x="927193" y="103614"/>
                  <a:pt x="918114" y="106554"/>
                  <a:pt x="907384" y="106554"/>
                </a:cubicBezTo>
                <a:cubicBezTo>
                  <a:pt x="896279" y="106554"/>
                  <a:pt x="887247" y="104293"/>
                  <a:pt x="880289" y="99772"/>
                </a:cubicBezTo>
                <a:cubicBezTo>
                  <a:pt x="873330" y="95250"/>
                  <a:pt x="868035" y="88701"/>
                  <a:pt x="864404" y="80127"/>
                </a:cubicBezTo>
                <a:cubicBezTo>
                  <a:pt x="860772" y="71552"/>
                  <a:pt x="858957" y="62344"/>
                  <a:pt x="858957" y="52504"/>
                </a:cubicBezTo>
                <a:cubicBezTo>
                  <a:pt x="858957" y="41774"/>
                  <a:pt x="861007" y="32414"/>
                  <a:pt x="865107" y="24425"/>
                </a:cubicBezTo>
                <a:cubicBezTo>
                  <a:pt x="869207" y="16435"/>
                  <a:pt x="875041" y="10367"/>
                  <a:pt x="882608" y="6220"/>
                </a:cubicBezTo>
                <a:cubicBezTo>
                  <a:pt x="890176" y="2073"/>
                  <a:pt x="898505" y="0"/>
                  <a:pt x="907595" y="0"/>
                </a:cubicBezTo>
                <a:cubicBezTo>
                  <a:pt x="917904" y="0"/>
                  <a:pt x="926572" y="2624"/>
                  <a:pt x="933601" y="7872"/>
                </a:cubicBezTo>
                <a:cubicBezTo>
                  <a:pt x="940629" y="13120"/>
                  <a:pt x="945526" y="20500"/>
                  <a:pt x="948291" y="30012"/>
                </a:cubicBezTo>
                <a:lnTo>
                  <a:pt x="934866" y="33175"/>
                </a:lnTo>
                <a:cubicBezTo>
                  <a:pt x="932476" y="25678"/>
                  <a:pt x="929009" y="20219"/>
                  <a:pt x="924464" y="16798"/>
                </a:cubicBezTo>
                <a:cubicBezTo>
                  <a:pt x="919918" y="13378"/>
                  <a:pt x="914202" y="11668"/>
                  <a:pt x="907314" y="11668"/>
                </a:cubicBezTo>
                <a:cubicBezTo>
                  <a:pt x="899395" y="11668"/>
                  <a:pt x="892776" y="13565"/>
                  <a:pt x="887458" y="17361"/>
                </a:cubicBezTo>
                <a:cubicBezTo>
                  <a:pt x="882139" y="21156"/>
                  <a:pt x="878403" y="26252"/>
                  <a:pt x="876247" y="32648"/>
                </a:cubicBezTo>
                <a:cubicBezTo>
                  <a:pt x="874092" y="39044"/>
                  <a:pt x="873014" y="45639"/>
                  <a:pt x="873014" y="52434"/>
                </a:cubicBezTo>
                <a:cubicBezTo>
                  <a:pt x="873014" y="61196"/>
                  <a:pt x="874291" y="68846"/>
                  <a:pt x="876845" y="75382"/>
                </a:cubicBezTo>
                <a:cubicBezTo>
                  <a:pt x="879398" y="81919"/>
                  <a:pt x="883370" y="86804"/>
                  <a:pt x="888758" y="90037"/>
                </a:cubicBezTo>
                <a:cubicBezTo>
                  <a:pt x="894147" y="93270"/>
                  <a:pt x="899981" y="94887"/>
                  <a:pt x="906259" y="94887"/>
                </a:cubicBezTo>
                <a:cubicBezTo>
                  <a:pt x="913897" y="94887"/>
                  <a:pt x="920364" y="92684"/>
                  <a:pt x="925658" y="88280"/>
                </a:cubicBezTo>
                <a:cubicBezTo>
                  <a:pt x="930953" y="83875"/>
                  <a:pt x="934538" y="77338"/>
                  <a:pt x="936412" y="68670"/>
                </a:cubicBezTo>
                <a:close/>
                <a:moveTo>
                  <a:pt x="965206" y="104867"/>
                </a:moveTo>
                <a:lnTo>
                  <a:pt x="965206" y="1827"/>
                </a:lnTo>
                <a:lnTo>
                  <a:pt x="977858" y="1827"/>
                </a:lnTo>
                <a:lnTo>
                  <a:pt x="977858" y="38864"/>
                </a:lnTo>
                <a:cubicBezTo>
                  <a:pt x="983762" y="31979"/>
                  <a:pt x="991212" y="28536"/>
                  <a:pt x="1000209" y="28536"/>
                </a:cubicBezTo>
                <a:cubicBezTo>
                  <a:pt x="1005738" y="28536"/>
                  <a:pt x="1010541" y="29626"/>
                  <a:pt x="1014618" y="31805"/>
                </a:cubicBezTo>
                <a:cubicBezTo>
                  <a:pt x="1018694" y="33983"/>
                  <a:pt x="1021611" y="36994"/>
                  <a:pt x="1023368" y="40836"/>
                </a:cubicBezTo>
                <a:cubicBezTo>
                  <a:pt x="1025125" y="44679"/>
                  <a:pt x="1026004" y="50255"/>
                  <a:pt x="1026004" y="57565"/>
                </a:cubicBezTo>
                <a:lnTo>
                  <a:pt x="1026004" y="104867"/>
                </a:lnTo>
                <a:lnTo>
                  <a:pt x="1013352" y="104867"/>
                </a:lnTo>
                <a:lnTo>
                  <a:pt x="1013352" y="57615"/>
                </a:lnTo>
                <a:cubicBezTo>
                  <a:pt x="1013352" y="51297"/>
                  <a:pt x="1011982" y="46698"/>
                  <a:pt x="1009241" y="43819"/>
                </a:cubicBezTo>
                <a:cubicBezTo>
                  <a:pt x="1006500" y="40940"/>
                  <a:pt x="1002622" y="39501"/>
                  <a:pt x="997608" y="39501"/>
                </a:cubicBezTo>
                <a:cubicBezTo>
                  <a:pt x="993860" y="39501"/>
                  <a:pt x="990334" y="40473"/>
                  <a:pt x="987030" y="42416"/>
                </a:cubicBezTo>
                <a:cubicBezTo>
                  <a:pt x="983727" y="44357"/>
                  <a:pt x="981372" y="46990"/>
                  <a:pt x="979966" y="50314"/>
                </a:cubicBezTo>
                <a:cubicBezTo>
                  <a:pt x="978561" y="53637"/>
                  <a:pt x="977858" y="58223"/>
                  <a:pt x="977858" y="64075"/>
                </a:cubicBezTo>
                <a:lnTo>
                  <a:pt x="977858" y="104867"/>
                </a:lnTo>
                <a:lnTo>
                  <a:pt x="965206" y="104867"/>
                </a:lnTo>
                <a:close/>
                <a:moveTo>
                  <a:pt x="1096338" y="80689"/>
                </a:moveTo>
                <a:lnTo>
                  <a:pt x="1109412" y="82376"/>
                </a:lnTo>
                <a:cubicBezTo>
                  <a:pt x="1107350" y="90035"/>
                  <a:pt x="1103531" y="95980"/>
                  <a:pt x="1097955" y="100211"/>
                </a:cubicBezTo>
                <a:cubicBezTo>
                  <a:pt x="1092379" y="104440"/>
                  <a:pt x="1085257" y="106554"/>
                  <a:pt x="1076588" y="106554"/>
                </a:cubicBezTo>
                <a:cubicBezTo>
                  <a:pt x="1065670" y="106554"/>
                  <a:pt x="1057013" y="103192"/>
                  <a:pt x="1050617" y="96468"/>
                </a:cubicBezTo>
                <a:cubicBezTo>
                  <a:pt x="1044221" y="89744"/>
                  <a:pt x="1041023" y="80314"/>
                  <a:pt x="1041023" y="68178"/>
                </a:cubicBezTo>
                <a:cubicBezTo>
                  <a:pt x="1041023" y="55620"/>
                  <a:pt x="1044256" y="45874"/>
                  <a:pt x="1050723" y="38939"/>
                </a:cubicBezTo>
                <a:cubicBezTo>
                  <a:pt x="1057189" y="32004"/>
                  <a:pt x="1065576" y="28536"/>
                  <a:pt x="1075885" y="28536"/>
                </a:cubicBezTo>
                <a:cubicBezTo>
                  <a:pt x="1085866" y="28536"/>
                  <a:pt x="1094019" y="31928"/>
                  <a:pt x="1100345" y="38712"/>
                </a:cubicBezTo>
                <a:cubicBezTo>
                  <a:pt x="1106671" y="45495"/>
                  <a:pt x="1109833" y="55038"/>
                  <a:pt x="1109833" y="67341"/>
                </a:cubicBezTo>
                <a:cubicBezTo>
                  <a:pt x="1109833" y="68089"/>
                  <a:pt x="1109810" y="69212"/>
                  <a:pt x="1109763" y="70708"/>
                </a:cubicBezTo>
                <a:lnTo>
                  <a:pt x="1054096" y="70708"/>
                </a:lnTo>
                <a:cubicBezTo>
                  <a:pt x="1054565" y="78932"/>
                  <a:pt x="1056884" y="85228"/>
                  <a:pt x="1061055" y="89598"/>
                </a:cubicBezTo>
                <a:cubicBezTo>
                  <a:pt x="1065225" y="93967"/>
                  <a:pt x="1070426" y="96152"/>
                  <a:pt x="1076658" y="96152"/>
                </a:cubicBezTo>
                <a:cubicBezTo>
                  <a:pt x="1081297" y="96152"/>
                  <a:pt x="1085257" y="94923"/>
                  <a:pt x="1088537" y="92464"/>
                </a:cubicBezTo>
                <a:cubicBezTo>
                  <a:pt x="1091817" y="90004"/>
                  <a:pt x="1094417" y="86079"/>
                  <a:pt x="1096338" y="80689"/>
                </a:cubicBezTo>
                <a:moveTo>
                  <a:pt x="1054799" y="60306"/>
                </a:moveTo>
                <a:lnTo>
                  <a:pt x="1096479" y="60306"/>
                </a:lnTo>
                <a:cubicBezTo>
                  <a:pt x="1095917" y="54047"/>
                  <a:pt x="1094324" y="49353"/>
                  <a:pt x="1091700" y="46224"/>
                </a:cubicBezTo>
                <a:cubicBezTo>
                  <a:pt x="1087670" y="41367"/>
                  <a:pt x="1082445" y="38939"/>
                  <a:pt x="1076026" y="38939"/>
                </a:cubicBezTo>
                <a:cubicBezTo>
                  <a:pt x="1070215" y="38939"/>
                  <a:pt x="1065330" y="40877"/>
                  <a:pt x="1061371" y="44755"/>
                </a:cubicBezTo>
                <a:cubicBezTo>
                  <a:pt x="1057412" y="48631"/>
                  <a:pt x="1055221" y="53814"/>
                  <a:pt x="1054799" y="60306"/>
                </a:cubicBezTo>
                <a:close/>
                <a:moveTo>
                  <a:pt x="1173983" y="77456"/>
                </a:moveTo>
                <a:lnTo>
                  <a:pt x="1186423" y="79142"/>
                </a:lnTo>
                <a:cubicBezTo>
                  <a:pt x="1185065" y="87717"/>
                  <a:pt x="1181585" y="94430"/>
                  <a:pt x="1175986" y="99280"/>
                </a:cubicBezTo>
                <a:cubicBezTo>
                  <a:pt x="1170386" y="104129"/>
                  <a:pt x="1163510" y="106554"/>
                  <a:pt x="1155357" y="106554"/>
                </a:cubicBezTo>
                <a:cubicBezTo>
                  <a:pt x="1145142" y="106554"/>
                  <a:pt x="1136930" y="103216"/>
                  <a:pt x="1130721" y="96538"/>
                </a:cubicBezTo>
                <a:cubicBezTo>
                  <a:pt x="1124513" y="89861"/>
                  <a:pt x="1121409" y="80291"/>
                  <a:pt x="1121409" y="67826"/>
                </a:cubicBezTo>
                <a:cubicBezTo>
                  <a:pt x="1121409" y="59767"/>
                  <a:pt x="1122744" y="52715"/>
                  <a:pt x="1125415" y="46670"/>
                </a:cubicBezTo>
                <a:cubicBezTo>
                  <a:pt x="1128086" y="40626"/>
                  <a:pt x="1132151" y="36092"/>
                  <a:pt x="1137610" y="33070"/>
                </a:cubicBezTo>
                <a:cubicBezTo>
                  <a:pt x="1143068" y="30047"/>
                  <a:pt x="1149008" y="28536"/>
                  <a:pt x="1155427" y="28536"/>
                </a:cubicBezTo>
                <a:cubicBezTo>
                  <a:pt x="1163534" y="28536"/>
                  <a:pt x="1170164" y="30575"/>
                  <a:pt x="1175318" y="34651"/>
                </a:cubicBezTo>
                <a:cubicBezTo>
                  <a:pt x="1180473" y="38726"/>
                  <a:pt x="1183776" y="44513"/>
                  <a:pt x="1185229" y="52012"/>
                </a:cubicBezTo>
                <a:lnTo>
                  <a:pt x="1172928" y="53980"/>
                </a:lnTo>
                <a:cubicBezTo>
                  <a:pt x="1171757" y="48990"/>
                  <a:pt x="1169684" y="45235"/>
                  <a:pt x="1166708" y="42717"/>
                </a:cubicBezTo>
                <a:cubicBezTo>
                  <a:pt x="1163733" y="40198"/>
                  <a:pt x="1160136" y="38939"/>
                  <a:pt x="1155919" y="38939"/>
                </a:cubicBezTo>
                <a:cubicBezTo>
                  <a:pt x="1149547" y="38939"/>
                  <a:pt x="1144369" y="41223"/>
                  <a:pt x="1140386" y="45792"/>
                </a:cubicBezTo>
                <a:cubicBezTo>
                  <a:pt x="1136403" y="50360"/>
                  <a:pt x="1134412" y="57588"/>
                  <a:pt x="1134412" y="67475"/>
                </a:cubicBezTo>
                <a:cubicBezTo>
                  <a:pt x="1134412" y="77502"/>
                  <a:pt x="1136333" y="84789"/>
                  <a:pt x="1140175" y="89334"/>
                </a:cubicBezTo>
                <a:cubicBezTo>
                  <a:pt x="1144017" y="93879"/>
                  <a:pt x="1149031" y="96152"/>
                  <a:pt x="1155216" y="96152"/>
                </a:cubicBezTo>
                <a:cubicBezTo>
                  <a:pt x="1160183" y="96152"/>
                  <a:pt x="1164330" y="94623"/>
                  <a:pt x="1167657" y="91566"/>
                </a:cubicBezTo>
                <a:cubicBezTo>
                  <a:pt x="1170984" y="88508"/>
                  <a:pt x="1173092" y="83805"/>
                  <a:pt x="1173983" y="77456"/>
                </a:cubicBezTo>
                <a:close/>
                <a:moveTo>
                  <a:pt x="1197317" y="104867"/>
                </a:moveTo>
                <a:lnTo>
                  <a:pt x="1197317" y="1827"/>
                </a:lnTo>
                <a:lnTo>
                  <a:pt x="1209969" y="1827"/>
                </a:lnTo>
                <a:lnTo>
                  <a:pt x="1209969" y="60523"/>
                </a:lnTo>
                <a:lnTo>
                  <a:pt x="1239911" y="30223"/>
                </a:lnTo>
                <a:lnTo>
                  <a:pt x="1256287" y="30223"/>
                </a:lnTo>
                <a:lnTo>
                  <a:pt x="1227751" y="57956"/>
                </a:lnTo>
                <a:lnTo>
                  <a:pt x="1259169" y="104867"/>
                </a:lnTo>
                <a:lnTo>
                  <a:pt x="1243565" y="104867"/>
                </a:lnTo>
                <a:lnTo>
                  <a:pt x="1218895" y="66638"/>
                </a:lnTo>
                <a:lnTo>
                  <a:pt x="1209969" y="75277"/>
                </a:lnTo>
                <a:lnTo>
                  <a:pt x="1209969" y="104867"/>
                </a:lnTo>
                <a:lnTo>
                  <a:pt x="1197317" y="10486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3BF5A06-7B69-4907-A1AB-1CF3E638E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4158" y="1636896"/>
            <a:ext cx="228161" cy="348532"/>
          </a:xfrm>
          <a:custGeom xmlns:a="http://schemas.openxmlformats.org/drawingml/2006/main">
            <a:pathLst>
              <a:path w="228161" h="348532">
                <a:moveTo>
                  <a:pt x="228161" y="348532"/>
                </a:moveTo>
                <a:cubicBezTo>
                  <a:pt x="171086" y="348532"/>
                  <a:pt x="142530" y="261399"/>
                  <a:pt x="114010" y="174266"/>
                </a:cubicBezTo>
                <a:cubicBezTo>
                  <a:pt x="85490" y="87133"/>
                  <a:pt x="57005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9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9FC31B0-6796-4044-B871-8F9DEEB47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4158" y="1636896"/>
            <a:ext cx="141288" cy="252424"/>
          </a:xfrm>
          <a:custGeom xmlns:a="http://schemas.openxmlformats.org/drawingml/2006/main">
            <a:pathLst>
              <a:path w="141288" h="252424" fill="none">
                <a:moveTo>
                  <a:pt x="0" y="0"/>
                </a:moveTo>
                <a:cubicBezTo>
                  <a:pt x="57005" y="0"/>
                  <a:pt x="85490" y="87133"/>
                  <a:pt x="114010" y="174266"/>
                </a:cubicBezTo>
                <a:cubicBezTo>
                  <a:pt x="121140" y="196049"/>
                  <a:pt x="128271" y="217833"/>
                  <a:pt x="135851" y="238254"/>
                </a:cubicBezTo>
                <a:cubicBezTo>
                  <a:pt x="136799" y="240807"/>
                  <a:pt x="137754" y="243339"/>
                  <a:pt x="138716" y="245846"/>
                </a:cubicBezTo>
                <a:lnTo>
                  <a:pt x="141288" y="252424"/>
                </a:lnTo>
              </a:path>
            </a:pathLst>
          </a:custGeom>
          <a:noFill xmlns:a="http://schemas.openxmlformats.org/drawingml/2006/main"/>
          <a:ln xmlns:a="http://schemas.openxmlformats.org/drawingml/2006/main" w="21592" cap="flat">
            <a:solidFill>
              <a:srgbClr val="A61C00"/>
            </a:solidFill>
            <a:round/>
          </a:ln>
        </p:spPr>
      </p:sp>
      <p:sp>
        <p:nvSpPr>
          <p:cNvPr id="9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3F98FCE-434E-4D1C-BD4E-1FF96044F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8988" y="1865406"/>
            <a:ext cx="92164" cy="96606"/>
          </a:xfrm>
          <a:custGeom xmlns:a="http://schemas.openxmlformats.org/drawingml/2006/main">
            <a:pathLst>
              <a:path w="92164" h="96606">
                <a:moveTo>
                  <a:pt x="0" y="47830"/>
                </a:moveTo>
                <a:lnTo>
                  <a:pt x="52915" y="0"/>
                </a:lnTo>
                <a:lnTo>
                  <a:pt x="92164" y="96606"/>
                </a:lnTo>
                <a:lnTo>
                  <a:pt x="0" y="47830"/>
                </a:lnTo>
                <a:close/>
              </a:path>
            </a:pathLst>
          </a:custGeom>
          <a:solidFill xmlns:a="http://schemas.openxmlformats.org/drawingml/2006/main">
            <a:srgbClr val="A61C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DA626A5-86A9-4DD5-B098-FEE99F78D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8988" y="1865406"/>
            <a:ext cx="92164" cy="96606"/>
          </a:xfrm>
          <a:custGeom xmlns:a="http://schemas.openxmlformats.org/drawingml/2006/main">
            <a:pathLst>
              <a:path w="92164" h="96606" fill="none">
                <a:moveTo>
                  <a:pt x="0" y="47830"/>
                </a:moveTo>
                <a:lnTo>
                  <a:pt x="92164" y="96606"/>
                </a:lnTo>
                <a:lnTo>
                  <a:pt x="52915" y="0"/>
                </a:lnTo>
                <a:lnTo>
                  <a:pt x="0" y="4783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1592" cap="flat">
            <a:solidFill>
              <a:srgbClr val="A61C00"/>
            </a:solidFill>
            <a:miter/>
          </a:ln>
        </p:spPr>
      </p:sp>
      <p:sp>
        <p:nvSpPr>
          <p:cNvPr id="9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5B67266-EDAB-40C8-AF98-122378335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4016" y="1137956"/>
            <a:ext cx="316569" cy="498826"/>
          </a:xfrm>
          <a:custGeom xmlns:a="http://schemas.openxmlformats.org/drawingml/2006/main">
            <a:pathLst>
              <a:path w="316569" h="498826">
                <a:moveTo>
                  <a:pt x="316569" y="0"/>
                </a:moveTo>
                <a:cubicBezTo>
                  <a:pt x="237462" y="0"/>
                  <a:pt x="197926" y="124706"/>
                  <a:pt x="158355" y="249413"/>
                </a:cubicBezTo>
                <a:cubicBezTo>
                  <a:pt x="118784" y="374119"/>
                  <a:pt x="79177" y="498826"/>
                  <a:pt x="0" y="498826"/>
                </a:cubicBezTo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9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85A5C1D-C761-412D-BF80-4BA1D633D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1716" y="1137956"/>
            <a:ext cx="218870" cy="413747"/>
          </a:xfrm>
          <a:custGeom xmlns:a="http://schemas.openxmlformats.org/drawingml/2006/main">
            <a:pathLst>
              <a:path w="218870" h="413747" fill="none">
                <a:moveTo>
                  <a:pt x="218870" y="0"/>
                </a:moveTo>
                <a:cubicBezTo>
                  <a:pt x="139762" y="0"/>
                  <a:pt x="100226" y="124706"/>
                  <a:pt x="60655" y="249413"/>
                </a:cubicBezTo>
                <a:cubicBezTo>
                  <a:pt x="50762" y="280590"/>
                  <a:pt x="40867" y="311766"/>
                  <a:pt x="30353" y="340994"/>
                </a:cubicBezTo>
                <a:cubicBezTo>
                  <a:pt x="25095" y="355608"/>
                  <a:pt x="19682" y="369735"/>
                  <a:pt x="14038" y="383131"/>
                </a:cubicBezTo>
                <a:cubicBezTo>
                  <a:pt x="11215" y="389829"/>
                  <a:pt x="8336" y="396345"/>
                  <a:pt x="5387" y="402647"/>
                </a:cubicBezTo>
                <a:cubicBezTo>
                  <a:pt x="3913" y="405798"/>
                  <a:pt x="2422" y="408896"/>
                  <a:pt x="914" y="411937"/>
                </a:cubicBezTo>
                <a:lnTo>
                  <a:pt x="0" y="413747"/>
                </a:lnTo>
              </a:path>
            </a:pathLst>
          </a:custGeom>
          <a:noFill xmlns:a="http://schemas.openxmlformats.org/drawingml/2006/main"/>
          <a:ln xmlns:a="http://schemas.openxmlformats.org/drawingml/2006/main" w="21592" cap="flat">
            <a:solidFill>
              <a:srgbClr val="3C78D8"/>
            </a:solidFill>
            <a:custDash>
              <a:ds d="400000" sp="300000"/>
              <a:ds d="100000" sp="300000"/>
            </a:custDash>
            <a:round/>
          </a:ln>
        </p:spPr>
      </p:sp>
      <p:sp>
        <p:nvSpPr>
          <p:cNvPr id="9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84B55E3-E84A-4127-815B-E7C3D624A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7821" y="1524807"/>
            <a:ext cx="97316" cy="91245"/>
          </a:xfrm>
          <a:custGeom xmlns:a="http://schemas.openxmlformats.org/drawingml/2006/main">
            <a:pathLst>
              <a:path w="97316" h="91245">
                <a:moveTo>
                  <a:pt x="50473" y="0"/>
                </a:moveTo>
                <a:lnTo>
                  <a:pt x="97316" y="53791"/>
                </a:lnTo>
                <a:lnTo>
                  <a:pt x="0" y="91245"/>
                </a:lnTo>
                <a:lnTo>
                  <a:pt x="50473" y="0"/>
                </a:lnTo>
                <a:close/>
              </a:path>
            </a:pathLst>
          </a:custGeom>
          <a:solidFill xmlns:a="http://schemas.openxmlformats.org/drawingml/2006/main">
            <a:srgbClr val="3C78D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FA9FAC0-F8A5-4CFA-83D9-2061441E6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7821" y="1524807"/>
            <a:ext cx="97316" cy="91245"/>
          </a:xfrm>
          <a:custGeom xmlns:a="http://schemas.openxmlformats.org/drawingml/2006/main">
            <a:pathLst>
              <a:path w="97316" h="91245" fill="none">
                <a:moveTo>
                  <a:pt x="50473" y="0"/>
                </a:moveTo>
                <a:lnTo>
                  <a:pt x="0" y="91245"/>
                </a:lnTo>
                <a:lnTo>
                  <a:pt x="97316" y="53791"/>
                </a:lnTo>
                <a:lnTo>
                  <a:pt x="50473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1592" cap="flat">
            <a:solidFill>
              <a:srgbClr val="3C78D8"/>
            </a:solidFill>
            <a:miter/>
          </a:ln>
        </p:spPr>
      </p:sp>
      <p:sp>
        <p:nvSpPr>
          <p:cNvPr id="9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CED3DE3-486A-4673-9027-1ABBE562D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0586" y="940907"/>
            <a:ext cx="1157466" cy="394096"/>
          </a:xfrm>
          <a:custGeom xmlns:a="http://schemas.openxmlformats.org/drawingml/2006/main">
            <a:pathLst>
              <a:path w="1157466" h="394096">
                <a:moveTo>
                  <a:pt x="0" y="65684"/>
                </a:moveTo>
                <a:lnTo>
                  <a:pt x="0" y="65684"/>
                </a:lnTo>
                <a:cubicBezTo>
                  <a:pt x="0" y="29408"/>
                  <a:pt x="29407" y="0"/>
                  <a:pt x="65684" y="0"/>
                </a:cubicBezTo>
                <a:lnTo>
                  <a:pt x="1091783" y="0"/>
                </a:lnTo>
                <a:cubicBezTo>
                  <a:pt x="1109204" y="0"/>
                  <a:pt x="1125910" y="6920"/>
                  <a:pt x="1138228" y="19238"/>
                </a:cubicBezTo>
                <a:cubicBezTo>
                  <a:pt x="1150547" y="31556"/>
                  <a:pt x="1157466" y="48263"/>
                  <a:pt x="1157466" y="65684"/>
                </a:cubicBezTo>
                <a:lnTo>
                  <a:pt x="1157466" y="328412"/>
                </a:lnTo>
                <a:cubicBezTo>
                  <a:pt x="1157466" y="364688"/>
                  <a:pt x="1128059" y="394096"/>
                  <a:pt x="1091783" y="394096"/>
                </a:cubicBezTo>
                <a:lnTo>
                  <a:pt x="65684" y="394096"/>
                </a:lnTo>
                <a:cubicBezTo>
                  <a:pt x="29407" y="394096"/>
                  <a:pt x="0" y="364688"/>
                  <a:pt x="0" y="328412"/>
                </a:cubicBezTo>
                <a:lnTo>
                  <a:pt x="0" y="65684"/>
                </a:lnTo>
                <a:close/>
              </a:path>
            </a:pathLst>
          </a:custGeom>
          <a:solidFill xmlns:a="http://schemas.openxmlformats.org/drawingml/2006/main">
            <a:srgbClr val="FFE6C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DBC9707-64A3-478D-B28C-C331FE68D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0586" y="940907"/>
            <a:ext cx="1157466" cy="394096"/>
          </a:xfrm>
          <a:custGeom xmlns:a="http://schemas.openxmlformats.org/drawingml/2006/main">
            <a:pathLst>
              <a:path w="1157466" h="394096" fill="none">
                <a:moveTo>
                  <a:pt x="0" y="65684"/>
                </a:moveTo>
                <a:lnTo>
                  <a:pt x="0" y="65684"/>
                </a:lnTo>
                <a:cubicBezTo>
                  <a:pt x="0" y="29408"/>
                  <a:pt x="29407" y="0"/>
                  <a:pt x="65684" y="0"/>
                </a:cubicBezTo>
                <a:lnTo>
                  <a:pt x="1091783" y="0"/>
                </a:lnTo>
                <a:cubicBezTo>
                  <a:pt x="1109204" y="0"/>
                  <a:pt x="1125910" y="6920"/>
                  <a:pt x="1138228" y="19238"/>
                </a:cubicBezTo>
                <a:cubicBezTo>
                  <a:pt x="1150547" y="31556"/>
                  <a:pt x="1157466" y="48263"/>
                  <a:pt x="1157466" y="65684"/>
                </a:cubicBezTo>
                <a:lnTo>
                  <a:pt x="1157466" y="328412"/>
                </a:lnTo>
                <a:cubicBezTo>
                  <a:pt x="1157466" y="364688"/>
                  <a:pt x="1128059" y="394096"/>
                  <a:pt x="1091783" y="394096"/>
                </a:cubicBezTo>
                <a:lnTo>
                  <a:pt x="65684" y="394096"/>
                </a:lnTo>
                <a:cubicBezTo>
                  <a:pt x="29407" y="394096"/>
                  <a:pt x="0" y="364688"/>
                  <a:pt x="0" y="328412"/>
                </a:cubicBezTo>
                <a:lnTo>
                  <a:pt x="0" y="6568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0796" cap="flat">
            <a:solidFill>
              <a:srgbClr val="595959"/>
            </a:solidFill>
            <a:round/>
          </a:ln>
        </p:spPr>
      </p:sp>
      <p:sp>
        <p:nvSpPr>
          <p:cNvPr id="99" name="Text TrustTransit">
            <a:extLst xmlns:a="http://schemas.openxmlformats.org/drawingml/2006/main">
              <a:ext uri="{FF2B5EF4-FFF2-40B4-BE49-F238E27FC236}">
                <a16:creationId xmlns:a16="http://schemas.microsoft.com/office/drawing/2014/main" id="{37B3407D-4EB4-4A09-BE43-0D480492B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5592" y="1000368"/>
            <a:ext cx="789556" cy="104727"/>
          </a:xfrm>
          <a:custGeom xmlns:a="http://schemas.openxmlformats.org/drawingml/2006/main">
            <a:pathLst>
              <a:path w="789556" h="104727">
                <a:moveTo>
                  <a:pt x="33948" y="103040"/>
                </a:moveTo>
                <a:lnTo>
                  <a:pt x="33948" y="12230"/>
                </a:lnTo>
                <a:lnTo>
                  <a:pt x="0" y="12230"/>
                </a:lnTo>
                <a:lnTo>
                  <a:pt x="0" y="0"/>
                </a:lnTo>
                <a:lnTo>
                  <a:pt x="81673" y="0"/>
                </a:lnTo>
                <a:lnTo>
                  <a:pt x="81673" y="12230"/>
                </a:lnTo>
                <a:lnTo>
                  <a:pt x="47584" y="12230"/>
                </a:lnTo>
                <a:lnTo>
                  <a:pt x="47584" y="103040"/>
                </a:lnTo>
                <a:lnTo>
                  <a:pt x="33948" y="103040"/>
                </a:lnTo>
                <a:close/>
                <a:moveTo>
                  <a:pt x="88456" y="103040"/>
                </a:moveTo>
                <a:lnTo>
                  <a:pt x="88456" y="28396"/>
                </a:lnTo>
                <a:lnTo>
                  <a:pt x="99842" y="28396"/>
                </a:lnTo>
                <a:lnTo>
                  <a:pt x="99842" y="39712"/>
                </a:lnTo>
                <a:cubicBezTo>
                  <a:pt x="102747" y="34417"/>
                  <a:pt x="105430" y="30926"/>
                  <a:pt x="107890" y="29239"/>
                </a:cubicBezTo>
                <a:cubicBezTo>
                  <a:pt x="110350" y="27552"/>
                  <a:pt x="113056" y="26709"/>
                  <a:pt x="116008" y="26709"/>
                </a:cubicBezTo>
                <a:cubicBezTo>
                  <a:pt x="120272" y="26709"/>
                  <a:pt x="124606" y="28068"/>
                  <a:pt x="129011" y="30785"/>
                </a:cubicBezTo>
                <a:lnTo>
                  <a:pt x="124653" y="42514"/>
                </a:lnTo>
                <a:cubicBezTo>
                  <a:pt x="121560" y="40693"/>
                  <a:pt x="118468" y="39782"/>
                  <a:pt x="115375" y="39782"/>
                </a:cubicBezTo>
                <a:cubicBezTo>
                  <a:pt x="112611" y="39782"/>
                  <a:pt x="110127" y="40614"/>
                  <a:pt x="107925" y="42277"/>
                </a:cubicBezTo>
                <a:cubicBezTo>
                  <a:pt x="105723" y="43941"/>
                  <a:pt x="104153" y="46248"/>
                  <a:pt x="103216" y="49200"/>
                </a:cubicBezTo>
                <a:cubicBezTo>
                  <a:pt x="101810" y="53699"/>
                  <a:pt x="101107" y="58619"/>
                  <a:pt x="101107" y="63961"/>
                </a:cubicBezTo>
                <a:lnTo>
                  <a:pt x="101107" y="103040"/>
                </a:lnTo>
                <a:lnTo>
                  <a:pt x="88456" y="103040"/>
                </a:lnTo>
                <a:close/>
                <a:moveTo>
                  <a:pt x="185450" y="103040"/>
                </a:moveTo>
                <a:lnTo>
                  <a:pt x="185450" y="92007"/>
                </a:lnTo>
                <a:cubicBezTo>
                  <a:pt x="179639" y="100487"/>
                  <a:pt x="171744" y="104727"/>
                  <a:pt x="161763" y="104727"/>
                </a:cubicBezTo>
                <a:cubicBezTo>
                  <a:pt x="157359" y="104727"/>
                  <a:pt x="153247" y="103883"/>
                  <a:pt x="149428" y="102196"/>
                </a:cubicBezTo>
                <a:cubicBezTo>
                  <a:pt x="145609" y="100510"/>
                  <a:pt x="142774" y="98389"/>
                  <a:pt x="140923" y="95836"/>
                </a:cubicBezTo>
                <a:cubicBezTo>
                  <a:pt x="139072" y="93282"/>
                  <a:pt x="137772" y="90154"/>
                  <a:pt x="137022" y="86452"/>
                </a:cubicBezTo>
                <a:cubicBezTo>
                  <a:pt x="136507" y="83969"/>
                  <a:pt x="136249" y="80033"/>
                  <a:pt x="136249" y="74644"/>
                </a:cubicBezTo>
                <a:lnTo>
                  <a:pt x="136249" y="28396"/>
                </a:lnTo>
                <a:lnTo>
                  <a:pt x="148901" y="28396"/>
                </a:lnTo>
                <a:lnTo>
                  <a:pt x="148901" y="69750"/>
                </a:lnTo>
                <a:cubicBezTo>
                  <a:pt x="148901" y="76350"/>
                  <a:pt x="149158" y="80796"/>
                  <a:pt x="149674" y="83090"/>
                </a:cubicBezTo>
                <a:cubicBezTo>
                  <a:pt x="150470" y="86413"/>
                  <a:pt x="152157" y="89024"/>
                  <a:pt x="154735" y="90920"/>
                </a:cubicBezTo>
                <a:cubicBezTo>
                  <a:pt x="157312" y="92815"/>
                  <a:pt x="160498" y="93762"/>
                  <a:pt x="164293" y="93762"/>
                </a:cubicBezTo>
                <a:cubicBezTo>
                  <a:pt x="168089" y="93762"/>
                  <a:pt x="171650" y="92791"/>
                  <a:pt x="174977" y="90850"/>
                </a:cubicBezTo>
                <a:cubicBezTo>
                  <a:pt x="178304" y="88906"/>
                  <a:pt x="180659" y="86262"/>
                  <a:pt x="182041" y="82916"/>
                </a:cubicBezTo>
                <a:cubicBezTo>
                  <a:pt x="183423" y="79569"/>
                  <a:pt x="184114" y="74712"/>
                  <a:pt x="184114" y="68347"/>
                </a:cubicBezTo>
                <a:lnTo>
                  <a:pt x="184114" y="28396"/>
                </a:lnTo>
                <a:lnTo>
                  <a:pt x="196766" y="28396"/>
                </a:lnTo>
                <a:lnTo>
                  <a:pt x="196766" y="103040"/>
                </a:lnTo>
                <a:lnTo>
                  <a:pt x="185450" y="103040"/>
                </a:lnTo>
                <a:close/>
                <a:moveTo>
                  <a:pt x="211503" y="80689"/>
                </a:moveTo>
                <a:lnTo>
                  <a:pt x="224014" y="78721"/>
                </a:lnTo>
                <a:cubicBezTo>
                  <a:pt x="224717" y="83757"/>
                  <a:pt x="226674" y="87616"/>
                  <a:pt x="229883" y="90300"/>
                </a:cubicBezTo>
                <a:cubicBezTo>
                  <a:pt x="233093" y="92983"/>
                  <a:pt x="237580" y="94324"/>
                  <a:pt x="243343" y="94324"/>
                </a:cubicBezTo>
                <a:cubicBezTo>
                  <a:pt x="249154" y="94324"/>
                  <a:pt x="253464" y="93141"/>
                  <a:pt x="256276" y="90775"/>
                </a:cubicBezTo>
                <a:cubicBezTo>
                  <a:pt x="259087" y="88409"/>
                  <a:pt x="260493" y="85632"/>
                  <a:pt x="260493" y="82446"/>
                </a:cubicBezTo>
                <a:cubicBezTo>
                  <a:pt x="260493" y="79588"/>
                  <a:pt x="259251" y="77338"/>
                  <a:pt x="256768" y="75698"/>
                </a:cubicBezTo>
                <a:cubicBezTo>
                  <a:pt x="255034" y="74574"/>
                  <a:pt x="250723" y="73145"/>
                  <a:pt x="243835" y="71411"/>
                </a:cubicBezTo>
                <a:cubicBezTo>
                  <a:pt x="234557" y="69068"/>
                  <a:pt x="228126" y="67042"/>
                  <a:pt x="224542" y="65331"/>
                </a:cubicBezTo>
                <a:cubicBezTo>
                  <a:pt x="220957" y="63621"/>
                  <a:pt x="218239" y="61255"/>
                  <a:pt x="216388" y="58232"/>
                </a:cubicBezTo>
                <a:cubicBezTo>
                  <a:pt x="214537" y="55210"/>
                  <a:pt x="213612" y="51871"/>
                  <a:pt x="213612" y="48216"/>
                </a:cubicBezTo>
                <a:cubicBezTo>
                  <a:pt x="213612" y="44890"/>
                  <a:pt x="214373" y="41809"/>
                  <a:pt x="215896" y="38974"/>
                </a:cubicBezTo>
                <a:cubicBezTo>
                  <a:pt x="217419" y="36139"/>
                  <a:pt x="219493" y="33784"/>
                  <a:pt x="222117" y="31910"/>
                </a:cubicBezTo>
                <a:cubicBezTo>
                  <a:pt x="224085" y="30457"/>
                  <a:pt x="226767" y="29227"/>
                  <a:pt x="230164" y="28220"/>
                </a:cubicBezTo>
                <a:cubicBezTo>
                  <a:pt x="233562" y="27213"/>
                  <a:pt x="237205" y="26709"/>
                  <a:pt x="241094" y="26709"/>
                </a:cubicBezTo>
                <a:cubicBezTo>
                  <a:pt x="246951" y="26709"/>
                  <a:pt x="252094" y="27552"/>
                  <a:pt x="256522" y="29239"/>
                </a:cubicBezTo>
                <a:cubicBezTo>
                  <a:pt x="260950" y="30926"/>
                  <a:pt x="264218" y="33210"/>
                  <a:pt x="266327" y="36092"/>
                </a:cubicBezTo>
                <a:cubicBezTo>
                  <a:pt x="268435" y="38974"/>
                  <a:pt x="269888" y="42828"/>
                  <a:pt x="270685" y="47654"/>
                </a:cubicBezTo>
                <a:lnTo>
                  <a:pt x="258314" y="49341"/>
                </a:lnTo>
                <a:cubicBezTo>
                  <a:pt x="257752" y="45499"/>
                  <a:pt x="256124" y="42500"/>
                  <a:pt x="253429" y="40344"/>
                </a:cubicBezTo>
                <a:cubicBezTo>
                  <a:pt x="250735" y="38189"/>
                  <a:pt x="246928" y="37111"/>
                  <a:pt x="242008" y="37111"/>
                </a:cubicBezTo>
                <a:cubicBezTo>
                  <a:pt x="236197" y="37111"/>
                  <a:pt x="232051" y="38072"/>
                  <a:pt x="229567" y="39993"/>
                </a:cubicBezTo>
                <a:cubicBezTo>
                  <a:pt x="227084" y="41914"/>
                  <a:pt x="225842" y="44163"/>
                  <a:pt x="225842" y="46740"/>
                </a:cubicBezTo>
                <a:cubicBezTo>
                  <a:pt x="225842" y="48380"/>
                  <a:pt x="226357" y="49856"/>
                  <a:pt x="227388" y="51169"/>
                </a:cubicBezTo>
                <a:cubicBezTo>
                  <a:pt x="228419" y="52527"/>
                  <a:pt x="230036" y="53652"/>
                  <a:pt x="232238" y="54542"/>
                </a:cubicBezTo>
                <a:cubicBezTo>
                  <a:pt x="233503" y="55011"/>
                  <a:pt x="237228" y="56089"/>
                  <a:pt x="243413" y="57775"/>
                </a:cubicBezTo>
                <a:cubicBezTo>
                  <a:pt x="252363" y="60165"/>
                  <a:pt x="258607" y="62121"/>
                  <a:pt x="262145" y="63644"/>
                </a:cubicBezTo>
                <a:cubicBezTo>
                  <a:pt x="265683" y="65167"/>
                  <a:pt x="268459" y="67381"/>
                  <a:pt x="270474" y="70286"/>
                </a:cubicBezTo>
                <a:cubicBezTo>
                  <a:pt x="272489" y="73192"/>
                  <a:pt x="273496" y="76800"/>
                  <a:pt x="273496" y="81111"/>
                </a:cubicBezTo>
                <a:cubicBezTo>
                  <a:pt x="273496" y="85328"/>
                  <a:pt x="272266" y="89299"/>
                  <a:pt x="269806" y="93024"/>
                </a:cubicBezTo>
                <a:cubicBezTo>
                  <a:pt x="267346" y="96749"/>
                  <a:pt x="263797" y="99631"/>
                  <a:pt x="259158" y="101669"/>
                </a:cubicBezTo>
                <a:cubicBezTo>
                  <a:pt x="254519" y="103708"/>
                  <a:pt x="249271" y="104727"/>
                  <a:pt x="243413" y="104727"/>
                </a:cubicBezTo>
                <a:cubicBezTo>
                  <a:pt x="233714" y="104727"/>
                  <a:pt x="226322" y="102706"/>
                  <a:pt x="221238" y="98665"/>
                </a:cubicBezTo>
                <a:cubicBezTo>
                  <a:pt x="216154" y="94623"/>
                  <a:pt x="212909" y="88631"/>
                  <a:pt x="211503" y="80689"/>
                </a:cubicBezTo>
                <a:close/>
                <a:moveTo>
                  <a:pt x="316161" y="91724"/>
                </a:moveTo>
                <a:lnTo>
                  <a:pt x="317988" y="102899"/>
                </a:lnTo>
                <a:cubicBezTo>
                  <a:pt x="314427" y="103649"/>
                  <a:pt x="311241" y="104024"/>
                  <a:pt x="308429" y="104024"/>
                </a:cubicBezTo>
                <a:cubicBezTo>
                  <a:pt x="303837" y="104024"/>
                  <a:pt x="300276" y="103298"/>
                  <a:pt x="297746" y="101845"/>
                </a:cubicBezTo>
                <a:cubicBezTo>
                  <a:pt x="295215" y="100392"/>
                  <a:pt x="293435" y="98483"/>
                  <a:pt x="292404" y="96117"/>
                </a:cubicBezTo>
                <a:cubicBezTo>
                  <a:pt x="291373" y="93750"/>
                  <a:pt x="290858" y="88772"/>
                  <a:pt x="290858" y="81181"/>
                </a:cubicBezTo>
                <a:lnTo>
                  <a:pt x="290858" y="38236"/>
                </a:lnTo>
                <a:lnTo>
                  <a:pt x="281580" y="38236"/>
                </a:lnTo>
                <a:lnTo>
                  <a:pt x="281580" y="28396"/>
                </a:lnTo>
                <a:lnTo>
                  <a:pt x="290858" y="28396"/>
                </a:lnTo>
                <a:lnTo>
                  <a:pt x="290858" y="9910"/>
                </a:lnTo>
                <a:lnTo>
                  <a:pt x="303439" y="2319"/>
                </a:lnTo>
                <a:lnTo>
                  <a:pt x="303439" y="28396"/>
                </a:lnTo>
                <a:lnTo>
                  <a:pt x="316161" y="28396"/>
                </a:lnTo>
                <a:lnTo>
                  <a:pt x="316161" y="38236"/>
                </a:lnTo>
                <a:lnTo>
                  <a:pt x="303439" y="38236"/>
                </a:lnTo>
                <a:lnTo>
                  <a:pt x="303439" y="81884"/>
                </a:lnTo>
                <a:cubicBezTo>
                  <a:pt x="303439" y="85492"/>
                  <a:pt x="303662" y="87811"/>
                  <a:pt x="304107" y="88842"/>
                </a:cubicBezTo>
                <a:cubicBezTo>
                  <a:pt x="304552" y="89873"/>
                  <a:pt x="305278" y="90693"/>
                  <a:pt x="306286" y="91302"/>
                </a:cubicBezTo>
                <a:cubicBezTo>
                  <a:pt x="307293" y="91911"/>
                  <a:pt x="308734" y="92216"/>
                  <a:pt x="310608" y="92216"/>
                </a:cubicBezTo>
                <a:cubicBezTo>
                  <a:pt x="312014" y="92216"/>
                  <a:pt x="313865" y="92052"/>
                  <a:pt x="316161" y="91724"/>
                </a:cubicBezTo>
                <a:close/>
                <a:moveTo>
                  <a:pt x="393527" y="103040"/>
                </a:moveTo>
                <a:lnTo>
                  <a:pt x="393527" y="12230"/>
                </a:lnTo>
                <a:lnTo>
                  <a:pt x="359579" y="12230"/>
                </a:lnTo>
                <a:lnTo>
                  <a:pt x="359579" y="0"/>
                </a:lnTo>
                <a:lnTo>
                  <a:pt x="441251" y="0"/>
                </a:lnTo>
                <a:lnTo>
                  <a:pt x="441251" y="12230"/>
                </a:lnTo>
                <a:lnTo>
                  <a:pt x="407163" y="12230"/>
                </a:lnTo>
                <a:lnTo>
                  <a:pt x="407163" y="103040"/>
                </a:lnTo>
                <a:lnTo>
                  <a:pt x="393527" y="103040"/>
                </a:lnTo>
                <a:close/>
                <a:moveTo>
                  <a:pt x="448034" y="103040"/>
                </a:moveTo>
                <a:lnTo>
                  <a:pt x="448034" y="28396"/>
                </a:lnTo>
                <a:lnTo>
                  <a:pt x="459421" y="28396"/>
                </a:lnTo>
                <a:lnTo>
                  <a:pt x="459421" y="39712"/>
                </a:lnTo>
                <a:cubicBezTo>
                  <a:pt x="462326" y="34417"/>
                  <a:pt x="465008" y="30926"/>
                  <a:pt x="467468" y="29239"/>
                </a:cubicBezTo>
                <a:cubicBezTo>
                  <a:pt x="469928" y="27552"/>
                  <a:pt x="472634" y="26709"/>
                  <a:pt x="475586" y="26709"/>
                </a:cubicBezTo>
                <a:cubicBezTo>
                  <a:pt x="479850" y="26709"/>
                  <a:pt x="484185" y="28068"/>
                  <a:pt x="488589" y="30785"/>
                </a:cubicBezTo>
                <a:lnTo>
                  <a:pt x="484232" y="42514"/>
                </a:lnTo>
                <a:cubicBezTo>
                  <a:pt x="481139" y="40693"/>
                  <a:pt x="478046" y="39782"/>
                  <a:pt x="474954" y="39782"/>
                </a:cubicBezTo>
                <a:cubicBezTo>
                  <a:pt x="472189" y="39782"/>
                  <a:pt x="469706" y="40614"/>
                  <a:pt x="467504" y="42277"/>
                </a:cubicBezTo>
                <a:cubicBezTo>
                  <a:pt x="465301" y="43941"/>
                  <a:pt x="463731" y="46248"/>
                  <a:pt x="462794" y="49200"/>
                </a:cubicBezTo>
                <a:cubicBezTo>
                  <a:pt x="461389" y="53699"/>
                  <a:pt x="460686" y="58619"/>
                  <a:pt x="460686" y="63961"/>
                </a:cubicBezTo>
                <a:lnTo>
                  <a:pt x="460686" y="103040"/>
                </a:lnTo>
                <a:lnTo>
                  <a:pt x="448034" y="103040"/>
                </a:lnTo>
                <a:close/>
                <a:moveTo>
                  <a:pt x="544817" y="93621"/>
                </a:moveTo>
                <a:cubicBezTo>
                  <a:pt x="540132" y="97682"/>
                  <a:pt x="535622" y="100548"/>
                  <a:pt x="531287" y="102221"/>
                </a:cubicBezTo>
                <a:cubicBezTo>
                  <a:pt x="526953" y="103891"/>
                  <a:pt x="522302" y="104727"/>
                  <a:pt x="517336" y="104727"/>
                </a:cubicBezTo>
                <a:cubicBezTo>
                  <a:pt x="509135" y="104727"/>
                  <a:pt x="502833" y="102724"/>
                  <a:pt x="498428" y="98717"/>
                </a:cubicBezTo>
                <a:cubicBezTo>
                  <a:pt x="494024" y="94711"/>
                  <a:pt x="491822" y="89592"/>
                  <a:pt x="491822" y="83360"/>
                </a:cubicBezTo>
                <a:cubicBezTo>
                  <a:pt x="491822" y="79705"/>
                  <a:pt x="492653" y="76366"/>
                  <a:pt x="494317" y="73344"/>
                </a:cubicBezTo>
                <a:cubicBezTo>
                  <a:pt x="495980" y="70322"/>
                  <a:pt x="498159" y="67897"/>
                  <a:pt x="500853" y="66069"/>
                </a:cubicBezTo>
                <a:cubicBezTo>
                  <a:pt x="503548" y="64242"/>
                  <a:pt x="506582" y="62859"/>
                  <a:pt x="509955" y="61922"/>
                </a:cubicBezTo>
                <a:cubicBezTo>
                  <a:pt x="512439" y="61266"/>
                  <a:pt x="516187" y="60634"/>
                  <a:pt x="521201" y="60025"/>
                </a:cubicBezTo>
                <a:cubicBezTo>
                  <a:pt x="531416" y="58806"/>
                  <a:pt x="538937" y="57354"/>
                  <a:pt x="543763" y="55667"/>
                </a:cubicBezTo>
                <a:cubicBezTo>
                  <a:pt x="543810" y="53940"/>
                  <a:pt x="543833" y="52844"/>
                  <a:pt x="543833" y="52377"/>
                </a:cubicBezTo>
                <a:cubicBezTo>
                  <a:pt x="543833" y="47241"/>
                  <a:pt x="542639" y="43624"/>
                  <a:pt x="540249" y="41524"/>
                </a:cubicBezTo>
                <a:cubicBezTo>
                  <a:pt x="537016" y="38676"/>
                  <a:pt x="532213" y="37252"/>
                  <a:pt x="525840" y="37252"/>
                </a:cubicBezTo>
                <a:cubicBezTo>
                  <a:pt x="519889" y="37252"/>
                  <a:pt x="515496" y="38294"/>
                  <a:pt x="512661" y="40380"/>
                </a:cubicBezTo>
                <a:cubicBezTo>
                  <a:pt x="509827" y="42465"/>
                  <a:pt x="507730" y="46155"/>
                  <a:pt x="506371" y="51450"/>
                </a:cubicBezTo>
                <a:lnTo>
                  <a:pt x="494000" y="49763"/>
                </a:lnTo>
                <a:cubicBezTo>
                  <a:pt x="495125" y="44452"/>
                  <a:pt x="496976" y="40163"/>
                  <a:pt x="499553" y="36896"/>
                </a:cubicBezTo>
                <a:cubicBezTo>
                  <a:pt x="502130" y="33629"/>
                  <a:pt x="505855" y="31115"/>
                  <a:pt x="510729" y="29353"/>
                </a:cubicBezTo>
                <a:cubicBezTo>
                  <a:pt x="515602" y="27590"/>
                  <a:pt x="521248" y="26709"/>
                  <a:pt x="527668" y="26709"/>
                </a:cubicBezTo>
                <a:cubicBezTo>
                  <a:pt x="534040" y="26709"/>
                  <a:pt x="539218" y="27461"/>
                  <a:pt x="543201" y="28967"/>
                </a:cubicBezTo>
                <a:cubicBezTo>
                  <a:pt x="547184" y="30471"/>
                  <a:pt x="550112" y="32363"/>
                  <a:pt x="551987" y="34645"/>
                </a:cubicBezTo>
                <a:cubicBezTo>
                  <a:pt x="553861" y="36925"/>
                  <a:pt x="555173" y="39805"/>
                  <a:pt x="555923" y="43285"/>
                </a:cubicBezTo>
                <a:cubicBezTo>
                  <a:pt x="556344" y="45448"/>
                  <a:pt x="556555" y="49333"/>
                  <a:pt x="556555" y="54940"/>
                </a:cubicBezTo>
                <a:lnTo>
                  <a:pt x="556555" y="71760"/>
                </a:lnTo>
                <a:cubicBezTo>
                  <a:pt x="556555" y="83488"/>
                  <a:pt x="556825" y="90915"/>
                  <a:pt x="557364" y="94043"/>
                </a:cubicBezTo>
                <a:cubicBezTo>
                  <a:pt x="557902" y="97171"/>
                  <a:pt x="558968" y="100170"/>
                  <a:pt x="560562" y="103040"/>
                </a:cubicBezTo>
                <a:lnTo>
                  <a:pt x="547348" y="103040"/>
                </a:lnTo>
                <a:cubicBezTo>
                  <a:pt x="546036" y="100356"/>
                  <a:pt x="545192" y="97216"/>
                  <a:pt x="544817" y="93621"/>
                </a:cubicBezTo>
                <a:moveTo>
                  <a:pt x="543763" y="65648"/>
                </a:moveTo>
                <a:cubicBezTo>
                  <a:pt x="539171" y="67513"/>
                  <a:pt x="532283" y="69099"/>
                  <a:pt x="523099" y="70405"/>
                </a:cubicBezTo>
                <a:cubicBezTo>
                  <a:pt x="517898" y="71150"/>
                  <a:pt x="514219" y="71989"/>
                  <a:pt x="512064" y="72922"/>
                </a:cubicBezTo>
                <a:cubicBezTo>
                  <a:pt x="509909" y="73855"/>
                  <a:pt x="508245" y="75219"/>
                  <a:pt x="507074" y="77014"/>
                </a:cubicBezTo>
                <a:cubicBezTo>
                  <a:pt x="505902" y="78809"/>
                  <a:pt x="505317" y="80803"/>
                  <a:pt x="505317" y="82995"/>
                </a:cubicBezTo>
                <a:cubicBezTo>
                  <a:pt x="505317" y="86353"/>
                  <a:pt x="506593" y="89151"/>
                  <a:pt x="509147" y="91390"/>
                </a:cubicBezTo>
                <a:cubicBezTo>
                  <a:pt x="511701" y="93627"/>
                  <a:pt x="515438" y="94746"/>
                  <a:pt x="520358" y="94746"/>
                </a:cubicBezTo>
                <a:cubicBezTo>
                  <a:pt x="525231" y="94746"/>
                  <a:pt x="529565" y="93684"/>
                  <a:pt x="533361" y="91559"/>
                </a:cubicBezTo>
                <a:cubicBezTo>
                  <a:pt x="537156" y="89433"/>
                  <a:pt x="539944" y="86528"/>
                  <a:pt x="541725" y="82846"/>
                </a:cubicBezTo>
                <a:cubicBezTo>
                  <a:pt x="543084" y="80004"/>
                  <a:pt x="543763" y="75809"/>
                  <a:pt x="543763" y="70262"/>
                </a:cubicBezTo>
                <a:lnTo>
                  <a:pt x="543763" y="65648"/>
                </a:lnTo>
                <a:close/>
                <a:moveTo>
                  <a:pt x="576143" y="103040"/>
                </a:moveTo>
                <a:lnTo>
                  <a:pt x="576143" y="28396"/>
                </a:lnTo>
                <a:lnTo>
                  <a:pt x="587529" y="28396"/>
                </a:lnTo>
                <a:lnTo>
                  <a:pt x="587529" y="39009"/>
                </a:lnTo>
                <a:cubicBezTo>
                  <a:pt x="593012" y="30809"/>
                  <a:pt x="600931" y="26709"/>
                  <a:pt x="611286" y="26709"/>
                </a:cubicBezTo>
                <a:cubicBezTo>
                  <a:pt x="615785" y="26709"/>
                  <a:pt x="619920" y="27517"/>
                  <a:pt x="623692" y="29134"/>
                </a:cubicBezTo>
                <a:cubicBezTo>
                  <a:pt x="627464" y="30750"/>
                  <a:pt x="630287" y="32871"/>
                  <a:pt x="632161" y="35495"/>
                </a:cubicBezTo>
                <a:cubicBezTo>
                  <a:pt x="634036" y="38119"/>
                  <a:pt x="635348" y="41235"/>
                  <a:pt x="636097" y="44843"/>
                </a:cubicBezTo>
                <a:cubicBezTo>
                  <a:pt x="636566" y="47186"/>
                  <a:pt x="636800" y="51286"/>
                  <a:pt x="636800" y="57143"/>
                </a:cubicBezTo>
                <a:lnTo>
                  <a:pt x="636800" y="103040"/>
                </a:lnTo>
                <a:lnTo>
                  <a:pt x="624149" y="103040"/>
                </a:lnTo>
                <a:lnTo>
                  <a:pt x="624149" y="57635"/>
                </a:lnTo>
                <a:cubicBezTo>
                  <a:pt x="624149" y="52481"/>
                  <a:pt x="623657" y="48626"/>
                  <a:pt x="622673" y="46073"/>
                </a:cubicBezTo>
                <a:cubicBezTo>
                  <a:pt x="621689" y="43519"/>
                  <a:pt x="619943" y="41481"/>
                  <a:pt x="617436" y="39958"/>
                </a:cubicBezTo>
                <a:cubicBezTo>
                  <a:pt x="614929" y="38435"/>
                  <a:pt x="611989" y="37674"/>
                  <a:pt x="608615" y="37674"/>
                </a:cubicBezTo>
                <a:cubicBezTo>
                  <a:pt x="603227" y="37674"/>
                  <a:pt x="598576" y="39384"/>
                  <a:pt x="594663" y="42804"/>
                </a:cubicBezTo>
                <a:cubicBezTo>
                  <a:pt x="590751" y="46225"/>
                  <a:pt x="588795" y="52715"/>
                  <a:pt x="588795" y="62274"/>
                </a:cubicBezTo>
                <a:lnTo>
                  <a:pt x="588795" y="103040"/>
                </a:lnTo>
                <a:lnTo>
                  <a:pt x="576143" y="103040"/>
                </a:lnTo>
                <a:close/>
                <a:moveTo>
                  <a:pt x="651117" y="80689"/>
                </a:moveTo>
                <a:lnTo>
                  <a:pt x="663628" y="78721"/>
                </a:lnTo>
                <a:cubicBezTo>
                  <a:pt x="664331" y="83757"/>
                  <a:pt x="666287" y="87616"/>
                  <a:pt x="669497" y="90300"/>
                </a:cubicBezTo>
                <a:cubicBezTo>
                  <a:pt x="672707" y="92983"/>
                  <a:pt x="677194" y="94324"/>
                  <a:pt x="682957" y="94324"/>
                </a:cubicBezTo>
                <a:cubicBezTo>
                  <a:pt x="688767" y="94324"/>
                  <a:pt x="693078" y="93141"/>
                  <a:pt x="695890" y="90775"/>
                </a:cubicBezTo>
                <a:cubicBezTo>
                  <a:pt x="698701" y="88409"/>
                  <a:pt x="700107" y="85632"/>
                  <a:pt x="700107" y="82446"/>
                </a:cubicBezTo>
                <a:cubicBezTo>
                  <a:pt x="700107" y="79588"/>
                  <a:pt x="698865" y="77338"/>
                  <a:pt x="696382" y="75698"/>
                </a:cubicBezTo>
                <a:cubicBezTo>
                  <a:pt x="694648" y="74574"/>
                  <a:pt x="690337" y="73145"/>
                  <a:pt x="683449" y="71411"/>
                </a:cubicBezTo>
                <a:cubicBezTo>
                  <a:pt x="674171" y="69068"/>
                  <a:pt x="667740" y="67042"/>
                  <a:pt x="664155" y="65331"/>
                </a:cubicBezTo>
                <a:cubicBezTo>
                  <a:pt x="660571" y="63621"/>
                  <a:pt x="657853" y="61255"/>
                  <a:pt x="656002" y="58232"/>
                </a:cubicBezTo>
                <a:cubicBezTo>
                  <a:pt x="654151" y="55210"/>
                  <a:pt x="653226" y="51871"/>
                  <a:pt x="653226" y="48216"/>
                </a:cubicBezTo>
                <a:cubicBezTo>
                  <a:pt x="653226" y="44890"/>
                  <a:pt x="653987" y="41809"/>
                  <a:pt x="655510" y="38974"/>
                </a:cubicBezTo>
                <a:cubicBezTo>
                  <a:pt x="657033" y="36139"/>
                  <a:pt x="659106" y="33784"/>
                  <a:pt x="661731" y="31910"/>
                </a:cubicBezTo>
                <a:cubicBezTo>
                  <a:pt x="663699" y="30457"/>
                  <a:pt x="666381" y="29227"/>
                  <a:pt x="669778" y="28220"/>
                </a:cubicBezTo>
                <a:cubicBezTo>
                  <a:pt x="673175" y="27213"/>
                  <a:pt x="676819" y="26709"/>
                  <a:pt x="680708" y="26709"/>
                </a:cubicBezTo>
                <a:cubicBezTo>
                  <a:pt x="686565" y="26709"/>
                  <a:pt x="691708" y="27552"/>
                  <a:pt x="696136" y="29239"/>
                </a:cubicBezTo>
                <a:cubicBezTo>
                  <a:pt x="700564" y="30926"/>
                  <a:pt x="703832" y="33210"/>
                  <a:pt x="705941" y="36092"/>
                </a:cubicBezTo>
                <a:cubicBezTo>
                  <a:pt x="708049" y="38974"/>
                  <a:pt x="709502" y="42828"/>
                  <a:pt x="710298" y="47654"/>
                </a:cubicBezTo>
                <a:lnTo>
                  <a:pt x="697928" y="49341"/>
                </a:lnTo>
                <a:cubicBezTo>
                  <a:pt x="697366" y="45499"/>
                  <a:pt x="695737" y="42500"/>
                  <a:pt x="693043" y="40344"/>
                </a:cubicBezTo>
                <a:cubicBezTo>
                  <a:pt x="690349" y="38189"/>
                  <a:pt x="686542" y="37111"/>
                  <a:pt x="681622" y="37111"/>
                </a:cubicBezTo>
                <a:cubicBezTo>
                  <a:pt x="675811" y="37111"/>
                  <a:pt x="671664" y="38072"/>
                  <a:pt x="669181" y="39993"/>
                </a:cubicBezTo>
                <a:cubicBezTo>
                  <a:pt x="666697" y="41914"/>
                  <a:pt x="665456" y="44163"/>
                  <a:pt x="665456" y="46740"/>
                </a:cubicBezTo>
                <a:cubicBezTo>
                  <a:pt x="665456" y="48380"/>
                  <a:pt x="665971" y="49856"/>
                  <a:pt x="667002" y="51169"/>
                </a:cubicBezTo>
                <a:cubicBezTo>
                  <a:pt x="668033" y="52527"/>
                  <a:pt x="669649" y="53652"/>
                  <a:pt x="671852" y="54542"/>
                </a:cubicBezTo>
                <a:cubicBezTo>
                  <a:pt x="673117" y="55011"/>
                  <a:pt x="676842" y="56089"/>
                  <a:pt x="683027" y="57775"/>
                </a:cubicBezTo>
                <a:cubicBezTo>
                  <a:pt x="691977" y="60165"/>
                  <a:pt x="698221" y="62121"/>
                  <a:pt x="701759" y="63644"/>
                </a:cubicBezTo>
                <a:cubicBezTo>
                  <a:pt x="705296" y="65167"/>
                  <a:pt x="708073" y="67381"/>
                  <a:pt x="710088" y="70286"/>
                </a:cubicBezTo>
                <a:cubicBezTo>
                  <a:pt x="712102" y="73192"/>
                  <a:pt x="713110" y="76800"/>
                  <a:pt x="713110" y="81111"/>
                </a:cubicBezTo>
                <a:cubicBezTo>
                  <a:pt x="713110" y="85328"/>
                  <a:pt x="711880" y="89299"/>
                  <a:pt x="709420" y="93024"/>
                </a:cubicBezTo>
                <a:cubicBezTo>
                  <a:pt x="706960" y="96749"/>
                  <a:pt x="703410" y="99631"/>
                  <a:pt x="698771" y="101669"/>
                </a:cubicBezTo>
                <a:cubicBezTo>
                  <a:pt x="694133" y="103708"/>
                  <a:pt x="688884" y="104727"/>
                  <a:pt x="683027" y="104727"/>
                </a:cubicBezTo>
                <a:cubicBezTo>
                  <a:pt x="673328" y="104727"/>
                  <a:pt x="665936" y="102706"/>
                  <a:pt x="660852" y="98665"/>
                </a:cubicBezTo>
                <a:cubicBezTo>
                  <a:pt x="655768" y="94623"/>
                  <a:pt x="652523" y="88631"/>
                  <a:pt x="651117" y="80689"/>
                </a:cubicBezTo>
                <a:close/>
                <a:moveTo>
                  <a:pt x="728221" y="14479"/>
                </a:moveTo>
                <a:lnTo>
                  <a:pt x="728221" y="0"/>
                </a:lnTo>
                <a:lnTo>
                  <a:pt x="740873" y="0"/>
                </a:lnTo>
                <a:lnTo>
                  <a:pt x="740873" y="14479"/>
                </a:lnTo>
                <a:lnTo>
                  <a:pt x="728221" y="14479"/>
                </a:lnTo>
                <a:moveTo>
                  <a:pt x="728221" y="103040"/>
                </a:moveTo>
                <a:lnTo>
                  <a:pt x="728221" y="28396"/>
                </a:lnTo>
                <a:lnTo>
                  <a:pt x="740873" y="28396"/>
                </a:lnTo>
                <a:lnTo>
                  <a:pt x="740873" y="103040"/>
                </a:lnTo>
                <a:lnTo>
                  <a:pt x="728221" y="103040"/>
                </a:lnTo>
                <a:close/>
                <a:moveTo>
                  <a:pt x="787729" y="91724"/>
                </a:moveTo>
                <a:lnTo>
                  <a:pt x="789556" y="102899"/>
                </a:lnTo>
                <a:cubicBezTo>
                  <a:pt x="785995" y="103649"/>
                  <a:pt x="782809" y="104024"/>
                  <a:pt x="779997" y="104024"/>
                </a:cubicBezTo>
                <a:cubicBezTo>
                  <a:pt x="775405" y="104024"/>
                  <a:pt x="771844" y="103298"/>
                  <a:pt x="769314" y="101845"/>
                </a:cubicBezTo>
                <a:cubicBezTo>
                  <a:pt x="766784" y="100392"/>
                  <a:pt x="765003" y="98483"/>
                  <a:pt x="763972" y="96117"/>
                </a:cubicBezTo>
                <a:cubicBezTo>
                  <a:pt x="762941" y="93750"/>
                  <a:pt x="762426" y="88772"/>
                  <a:pt x="762426" y="81181"/>
                </a:cubicBezTo>
                <a:lnTo>
                  <a:pt x="762426" y="38236"/>
                </a:lnTo>
                <a:lnTo>
                  <a:pt x="753148" y="38236"/>
                </a:lnTo>
                <a:lnTo>
                  <a:pt x="753148" y="28396"/>
                </a:lnTo>
                <a:lnTo>
                  <a:pt x="762426" y="28396"/>
                </a:lnTo>
                <a:lnTo>
                  <a:pt x="762426" y="9910"/>
                </a:lnTo>
                <a:lnTo>
                  <a:pt x="775007" y="2319"/>
                </a:lnTo>
                <a:lnTo>
                  <a:pt x="775007" y="28396"/>
                </a:lnTo>
                <a:lnTo>
                  <a:pt x="787729" y="28396"/>
                </a:lnTo>
                <a:lnTo>
                  <a:pt x="787729" y="38236"/>
                </a:lnTo>
                <a:lnTo>
                  <a:pt x="775007" y="38236"/>
                </a:lnTo>
                <a:lnTo>
                  <a:pt x="775007" y="81884"/>
                </a:lnTo>
                <a:cubicBezTo>
                  <a:pt x="775007" y="85492"/>
                  <a:pt x="775230" y="87811"/>
                  <a:pt x="775675" y="88842"/>
                </a:cubicBezTo>
                <a:cubicBezTo>
                  <a:pt x="776120" y="89873"/>
                  <a:pt x="776846" y="90693"/>
                  <a:pt x="777854" y="91302"/>
                </a:cubicBezTo>
                <a:cubicBezTo>
                  <a:pt x="778861" y="91911"/>
                  <a:pt x="780302" y="92216"/>
                  <a:pt x="782176" y="92216"/>
                </a:cubicBezTo>
                <a:cubicBezTo>
                  <a:pt x="783582" y="92216"/>
                  <a:pt x="785433" y="92052"/>
                  <a:pt x="787729" y="91724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0" name="Text Policy">
            <a:extLst xmlns:a="http://schemas.openxmlformats.org/drawingml/2006/main">
              <a:ext uri="{FF2B5EF4-FFF2-40B4-BE49-F238E27FC236}">
                <a16:creationId xmlns:a16="http://schemas.microsoft.com/office/drawing/2014/main" id="{C1F43138-0C13-4DF5-84B7-635842830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8512" y="1173104"/>
            <a:ext cx="371390" cy="133404"/>
          </a:xfrm>
          <a:custGeom xmlns:a="http://schemas.openxmlformats.org/drawingml/2006/main">
            <a:pathLst>
              <a:path w="371390" h="133404">
                <a:moveTo>
                  <a:pt x="0" y="103040"/>
                </a:moveTo>
                <a:lnTo>
                  <a:pt x="0" y="0"/>
                </a:lnTo>
                <a:lnTo>
                  <a:pt x="38868" y="0"/>
                </a:lnTo>
                <a:cubicBezTo>
                  <a:pt x="45710" y="0"/>
                  <a:pt x="50934" y="328"/>
                  <a:pt x="54542" y="984"/>
                </a:cubicBezTo>
                <a:cubicBezTo>
                  <a:pt x="59603" y="1827"/>
                  <a:pt x="63843" y="3432"/>
                  <a:pt x="67264" y="5799"/>
                </a:cubicBezTo>
                <a:cubicBezTo>
                  <a:pt x="70685" y="8165"/>
                  <a:pt x="73438" y="11480"/>
                  <a:pt x="75523" y="15744"/>
                </a:cubicBezTo>
                <a:cubicBezTo>
                  <a:pt x="77608" y="20008"/>
                  <a:pt x="78650" y="24694"/>
                  <a:pt x="78650" y="29801"/>
                </a:cubicBezTo>
                <a:cubicBezTo>
                  <a:pt x="78650" y="38564"/>
                  <a:pt x="75862" y="45979"/>
                  <a:pt x="70286" y="52047"/>
                </a:cubicBezTo>
                <a:cubicBezTo>
                  <a:pt x="64710" y="58115"/>
                  <a:pt x="54636" y="61149"/>
                  <a:pt x="40063" y="61149"/>
                </a:cubicBezTo>
                <a:lnTo>
                  <a:pt x="13636" y="61149"/>
                </a:lnTo>
                <a:lnTo>
                  <a:pt x="13636" y="103040"/>
                </a:lnTo>
                <a:lnTo>
                  <a:pt x="0" y="103040"/>
                </a:lnTo>
                <a:moveTo>
                  <a:pt x="13636" y="48919"/>
                </a:moveTo>
                <a:lnTo>
                  <a:pt x="40274" y="48919"/>
                </a:lnTo>
                <a:cubicBezTo>
                  <a:pt x="49083" y="48919"/>
                  <a:pt x="55339" y="47286"/>
                  <a:pt x="59041" y="44019"/>
                </a:cubicBezTo>
                <a:cubicBezTo>
                  <a:pt x="62742" y="40751"/>
                  <a:pt x="64593" y="36153"/>
                  <a:pt x="64593" y="30225"/>
                </a:cubicBezTo>
                <a:cubicBezTo>
                  <a:pt x="64593" y="25931"/>
                  <a:pt x="63504" y="22254"/>
                  <a:pt x="61325" y="19197"/>
                </a:cubicBezTo>
                <a:cubicBezTo>
                  <a:pt x="59146" y="16140"/>
                  <a:pt x="56276" y="14120"/>
                  <a:pt x="52715" y="13139"/>
                </a:cubicBezTo>
                <a:cubicBezTo>
                  <a:pt x="50419" y="12533"/>
                  <a:pt x="46178" y="12230"/>
                  <a:pt x="39993" y="12230"/>
                </a:cubicBezTo>
                <a:lnTo>
                  <a:pt x="13636" y="12230"/>
                </a:lnTo>
                <a:lnTo>
                  <a:pt x="13636" y="48919"/>
                </a:lnTo>
                <a:close/>
                <a:moveTo>
                  <a:pt x="89543" y="65718"/>
                </a:moveTo>
                <a:cubicBezTo>
                  <a:pt x="89543" y="51895"/>
                  <a:pt x="93385" y="41656"/>
                  <a:pt x="101070" y="35003"/>
                </a:cubicBezTo>
                <a:cubicBezTo>
                  <a:pt x="107489" y="29473"/>
                  <a:pt x="115314" y="26709"/>
                  <a:pt x="124545" y="26709"/>
                </a:cubicBezTo>
                <a:cubicBezTo>
                  <a:pt x="134807" y="26709"/>
                  <a:pt x="143195" y="30071"/>
                  <a:pt x="149708" y="36795"/>
                </a:cubicBezTo>
                <a:cubicBezTo>
                  <a:pt x="156221" y="43519"/>
                  <a:pt x="159478" y="52809"/>
                  <a:pt x="159478" y="64663"/>
                </a:cubicBezTo>
                <a:cubicBezTo>
                  <a:pt x="159478" y="74269"/>
                  <a:pt x="158037" y="81825"/>
                  <a:pt x="155155" y="87331"/>
                </a:cubicBezTo>
                <a:cubicBezTo>
                  <a:pt x="152273" y="92837"/>
                  <a:pt x="148080" y="97112"/>
                  <a:pt x="142574" y="100158"/>
                </a:cubicBezTo>
                <a:cubicBezTo>
                  <a:pt x="137068" y="103204"/>
                  <a:pt x="131059" y="104727"/>
                  <a:pt x="124545" y="104727"/>
                </a:cubicBezTo>
                <a:cubicBezTo>
                  <a:pt x="114096" y="104727"/>
                  <a:pt x="105650" y="101376"/>
                  <a:pt x="99207" y="94676"/>
                </a:cubicBezTo>
                <a:cubicBezTo>
                  <a:pt x="92764" y="87975"/>
                  <a:pt x="89543" y="78322"/>
                  <a:pt x="89543" y="65718"/>
                </a:cubicBezTo>
                <a:moveTo>
                  <a:pt x="102546" y="65753"/>
                </a:moveTo>
                <a:cubicBezTo>
                  <a:pt x="102546" y="75300"/>
                  <a:pt x="104631" y="82449"/>
                  <a:pt x="108801" y="87199"/>
                </a:cubicBezTo>
                <a:cubicBezTo>
                  <a:pt x="112972" y="91949"/>
                  <a:pt x="118220" y="94324"/>
                  <a:pt x="124545" y="94324"/>
                </a:cubicBezTo>
                <a:cubicBezTo>
                  <a:pt x="130824" y="94324"/>
                  <a:pt x="136049" y="91938"/>
                  <a:pt x="140219" y="87164"/>
                </a:cubicBezTo>
                <a:cubicBezTo>
                  <a:pt x="144390" y="82390"/>
                  <a:pt x="146475" y="75113"/>
                  <a:pt x="146475" y="65331"/>
                </a:cubicBezTo>
                <a:cubicBezTo>
                  <a:pt x="146475" y="56112"/>
                  <a:pt x="144378" y="49127"/>
                  <a:pt x="140184" y="44377"/>
                </a:cubicBezTo>
                <a:cubicBezTo>
                  <a:pt x="135990" y="39627"/>
                  <a:pt x="130777" y="37252"/>
                  <a:pt x="124545" y="37252"/>
                </a:cubicBezTo>
                <a:cubicBezTo>
                  <a:pt x="118220" y="37252"/>
                  <a:pt x="112972" y="39615"/>
                  <a:pt x="108801" y="44342"/>
                </a:cubicBezTo>
                <a:cubicBezTo>
                  <a:pt x="104631" y="49069"/>
                  <a:pt x="102546" y="56206"/>
                  <a:pt x="102546" y="65753"/>
                </a:cubicBezTo>
                <a:close/>
                <a:moveTo>
                  <a:pt x="174004" y="103040"/>
                </a:moveTo>
                <a:lnTo>
                  <a:pt x="174004" y="0"/>
                </a:lnTo>
                <a:lnTo>
                  <a:pt x="186656" y="0"/>
                </a:lnTo>
                <a:lnTo>
                  <a:pt x="186656" y="103040"/>
                </a:lnTo>
                <a:lnTo>
                  <a:pt x="174004" y="103040"/>
                </a:lnTo>
                <a:close/>
                <a:moveTo>
                  <a:pt x="206313" y="14479"/>
                </a:moveTo>
                <a:lnTo>
                  <a:pt x="206313" y="0"/>
                </a:lnTo>
                <a:lnTo>
                  <a:pt x="218965" y="0"/>
                </a:lnTo>
                <a:lnTo>
                  <a:pt x="218965" y="14479"/>
                </a:lnTo>
                <a:lnTo>
                  <a:pt x="206313" y="14479"/>
                </a:lnTo>
                <a:moveTo>
                  <a:pt x="206313" y="103040"/>
                </a:moveTo>
                <a:lnTo>
                  <a:pt x="206313" y="28396"/>
                </a:lnTo>
                <a:lnTo>
                  <a:pt x="218965" y="28396"/>
                </a:lnTo>
                <a:lnTo>
                  <a:pt x="218965" y="103040"/>
                </a:lnTo>
                <a:lnTo>
                  <a:pt x="206313" y="103040"/>
                </a:lnTo>
                <a:close/>
                <a:moveTo>
                  <a:pt x="286907" y="75628"/>
                </a:moveTo>
                <a:lnTo>
                  <a:pt x="299348" y="77315"/>
                </a:lnTo>
                <a:cubicBezTo>
                  <a:pt x="297989" y="85890"/>
                  <a:pt x="294510" y="92602"/>
                  <a:pt x="288910" y="97452"/>
                </a:cubicBezTo>
                <a:cubicBezTo>
                  <a:pt x="283311" y="102302"/>
                  <a:pt x="276434" y="104727"/>
                  <a:pt x="268281" y="104727"/>
                </a:cubicBezTo>
                <a:cubicBezTo>
                  <a:pt x="258066" y="104727"/>
                  <a:pt x="249854" y="101388"/>
                  <a:pt x="243646" y="94711"/>
                </a:cubicBezTo>
                <a:cubicBezTo>
                  <a:pt x="237437" y="88034"/>
                  <a:pt x="234333" y="78463"/>
                  <a:pt x="234333" y="65999"/>
                </a:cubicBezTo>
                <a:cubicBezTo>
                  <a:pt x="234333" y="57939"/>
                  <a:pt x="235668" y="50887"/>
                  <a:pt x="238339" y="44843"/>
                </a:cubicBezTo>
                <a:cubicBezTo>
                  <a:pt x="241010" y="38798"/>
                  <a:pt x="245075" y="34265"/>
                  <a:pt x="250534" y="31242"/>
                </a:cubicBezTo>
                <a:cubicBezTo>
                  <a:pt x="255993" y="28220"/>
                  <a:pt x="261932" y="26709"/>
                  <a:pt x="268351" y="26709"/>
                </a:cubicBezTo>
                <a:cubicBezTo>
                  <a:pt x="276458" y="26709"/>
                  <a:pt x="283088" y="28747"/>
                  <a:pt x="288242" y="32824"/>
                </a:cubicBezTo>
                <a:cubicBezTo>
                  <a:pt x="293397" y="36899"/>
                  <a:pt x="296700" y="42686"/>
                  <a:pt x="298153" y="50184"/>
                </a:cubicBezTo>
                <a:lnTo>
                  <a:pt x="285853" y="52153"/>
                </a:lnTo>
                <a:cubicBezTo>
                  <a:pt x="284681" y="47162"/>
                  <a:pt x="282608" y="43408"/>
                  <a:pt x="279632" y="40889"/>
                </a:cubicBezTo>
                <a:cubicBezTo>
                  <a:pt x="276657" y="38371"/>
                  <a:pt x="273061" y="37111"/>
                  <a:pt x="268843" y="37111"/>
                </a:cubicBezTo>
                <a:cubicBezTo>
                  <a:pt x="262471" y="37111"/>
                  <a:pt x="257293" y="39396"/>
                  <a:pt x="253310" y="43964"/>
                </a:cubicBezTo>
                <a:cubicBezTo>
                  <a:pt x="249327" y="48533"/>
                  <a:pt x="247336" y="55761"/>
                  <a:pt x="247336" y="65648"/>
                </a:cubicBezTo>
                <a:cubicBezTo>
                  <a:pt x="247336" y="75675"/>
                  <a:pt x="249257" y="82961"/>
                  <a:pt x="253099" y="87507"/>
                </a:cubicBezTo>
                <a:cubicBezTo>
                  <a:pt x="256942" y="92052"/>
                  <a:pt x="261955" y="94324"/>
                  <a:pt x="268141" y="94324"/>
                </a:cubicBezTo>
                <a:cubicBezTo>
                  <a:pt x="273107" y="94324"/>
                  <a:pt x="277254" y="92796"/>
                  <a:pt x="280581" y="89738"/>
                </a:cubicBezTo>
                <a:cubicBezTo>
                  <a:pt x="283908" y="86681"/>
                  <a:pt x="286017" y="81977"/>
                  <a:pt x="286907" y="75628"/>
                </a:cubicBezTo>
                <a:close/>
                <a:moveTo>
                  <a:pt x="309609" y="131866"/>
                </a:moveTo>
                <a:lnTo>
                  <a:pt x="308203" y="120049"/>
                </a:lnTo>
                <a:cubicBezTo>
                  <a:pt x="310968" y="120799"/>
                  <a:pt x="313381" y="121174"/>
                  <a:pt x="315442" y="121174"/>
                </a:cubicBezTo>
                <a:cubicBezTo>
                  <a:pt x="318254" y="121174"/>
                  <a:pt x="320503" y="120704"/>
                  <a:pt x="322190" y="119766"/>
                </a:cubicBezTo>
                <a:cubicBezTo>
                  <a:pt x="323877" y="118827"/>
                  <a:pt x="325259" y="117513"/>
                  <a:pt x="326337" y="115823"/>
                </a:cubicBezTo>
                <a:cubicBezTo>
                  <a:pt x="327133" y="114557"/>
                  <a:pt x="328422" y="111413"/>
                  <a:pt x="330203" y="106392"/>
                </a:cubicBezTo>
                <a:cubicBezTo>
                  <a:pt x="330437" y="105687"/>
                  <a:pt x="330812" y="104655"/>
                  <a:pt x="331327" y="103295"/>
                </a:cubicBezTo>
                <a:lnTo>
                  <a:pt x="303002" y="28396"/>
                </a:lnTo>
                <a:lnTo>
                  <a:pt x="316637" y="28396"/>
                </a:lnTo>
                <a:lnTo>
                  <a:pt x="332171" y="71635"/>
                </a:lnTo>
                <a:cubicBezTo>
                  <a:pt x="334185" y="77119"/>
                  <a:pt x="335989" y="82884"/>
                  <a:pt x="337583" y="88930"/>
                </a:cubicBezTo>
                <a:cubicBezTo>
                  <a:pt x="339035" y="83106"/>
                  <a:pt x="340769" y="77431"/>
                  <a:pt x="342784" y="71905"/>
                </a:cubicBezTo>
                <a:lnTo>
                  <a:pt x="358739" y="28396"/>
                </a:lnTo>
                <a:lnTo>
                  <a:pt x="371390" y="28396"/>
                </a:lnTo>
                <a:lnTo>
                  <a:pt x="342995" y="104296"/>
                </a:lnTo>
                <a:cubicBezTo>
                  <a:pt x="339949" y="112518"/>
                  <a:pt x="337583" y="118180"/>
                  <a:pt x="335896" y="121281"/>
                </a:cubicBezTo>
                <a:cubicBezTo>
                  <a:pt x="333647" y="125463"/>
                  <a:pt x="331069" y="128529"/>
                  <a:pt x="328164" y="130478"/>
                </a:cubicBezTo>
                <a:cubicBezTo>
                  <a:pt x="325259" y="132428"/>
                  <a:pt x="321792" y="133404"/>
                  <a:pt x="317762" y="133404"/>
                </a:cubicBezTo>
                <a:cubicBezTo>
                  <a:pt x="315325" y="133404"/>
                  <a:pt x="312608" y="132891"/>
                  <a:pt x="309609" y="13186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C083234-9EA5-4072-AB53-E68BBD460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8096" y="2059895"/>
            <a:ext cx="418238" cy="731067"/>
          </a:xfrm>
          <a:custGeom xmlns:a="http://schemas.openxmlformats.org/drawingml/2006/main">
            <a:pathLst>
              <a:path w="418238" h="731067">
                <a:moveTo>
                  <a:pt x="418238" y="731067"/>
                </a:moveTo>
                <a:cubicBezTo>
                  <a:pt x="418238" y="548300"/>
                  <a:pt x="313679" y="456917"/>
                  <a:pt x="209119" y="365534"/>
                </a:cubicBezTo>
                <a:cubicBezTo>
                  <a:pt x="104560" y="274150"/>
                  <a:pt x="0" y="182767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0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103F1CD-6DEC-4582-A713-79CD5BFE2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8096" y="2059895"/>
            <a:ext cx="398079" cy="603094"/>
          </a:xfrm>
          <a:custGeom xmlns:a="http://schemas.openxmlformats.org/drawingml/2006/main">
            <a:pathLst>
              <a:path w="398079" h="603094" fill="none">
                <a:moveTo>
                  <a:pt x="0" y="0"/>
                </a:moveTo>
                <a:cubicBezTo>
                  <a:pt x="0" y="182767"/>
                  <a:pt x="104560" y="274150"/>
                  <a:pt x="209119" y="365534"/>
                </a:cubicBezTo>
                <a:cubicBezTo>
                  <a:pt x="261399" y="411225"/>
                  <a:pt x="313679" y="456917"/>
                  <a:pt x="352889" y="514032"/>
                </a:cubicBezTo>
                <a:cubicBezTo>
                  <a:pt x="362691" y="528310"/>
                  <a:pt x="371677" y="543303"/>
                  <a:pt x="379642" y="559188"/>
                </a:cubicBezTo>
                <a:cubicBezTo>
                  <a:pt x="383623" y="567130"/>
                  <a:pt x="387351" y="575296"/>
                  <a:pt x="390797" y="583707"/>
                </a:cubicBezTo>
                <a:cubicBezTo>
                  <a:pt x="392520" y="587913"/>
                  <a:pt x="394173" y="592179"/>
                  <a:pt x="395752" y="596511"/>
                </a:cubicBezTo>
                <a:cubicBezTo>
                  <a:pt x="396542" y="598676"/>
                  <a:pt x="397313" y="600857"/>
                  <a:pt x="398066" y="603055"/>
                </a:cubicBezTo>
                <a:lnTo>
                  <a:pt x="398079" y="603094"/>
                </a:lnTo>
              </a:path>
            </a:pathLst>
          </a:custGeom>
          <a:noFill xmlns:a="http://schemas.openxmlformats.org/drawingml/2006/main"/>
          <a:ln xmlns:a="http://schemas.openxmlformats.org/drawingml/2006/main" w="21592" cap="flat">
            <a:solidFill>
              <a:srgbClr val="CC4125"/>
            </a:solidFill>
            <a:round/>
          </a:ln>
        </p:spPr>
      </p:sp>
      <p:sp>
        <p:nvSpPr>
          <p:cNvPr id="10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7DC9845-B70E-4686-B807-34C08F1C2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0945" y="2657439"/>
            <a:ext cx="70460" cy="102342"/>
          </a:xfrm>
          <a:custGeom xmlns:a="http://schemas.openxmlformats.org/drawingml/2006/main">
            <a:pathLst>
              <a:path w="70460" h="102342">
                <a:moveTo>
                  <a:pt x="0" y="11099"/>
                </a:moveTo>
                <a:lnTo>
                  <a:pt x="70460" y="0"/>
                </a:lnTo>
                <a:lnTo>
                  <a:pt x="50478" y="102342"/>
                </a:lnTo>
                <a:lnTo>
                  <a:pt x="0" y="11099"/>
                </a:lnTo>
                <a:close/>
              </a:path>
            </a:pathLst>
          </a:custGeom>
          <a:solidFill xmlns:a="http://schemas.openxmlformats.org/drawingml/2006/main">
            <a:srgbClr val="CC412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004804C-DC4C-438C-AF03-9E34A6B53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0945" y="2657439"/>
            <a:ext cx="70460" cy="102342"/>
          </a:xfrm>
          <a:custGeom xmlns:a="http://schemas.openxmlformats.org/drawingml/2006/main">
            <a:pathLst>
              <a:path w="70460" h="102342" fill="none">
                <a:moveTo>
                  <a:pt x="0" y="11099"/>
                </a:moveTo>
                <a:lnTo>
                  <a:pt x="50478" y="102342"/>
                </a:lnTo>
                <a:lnTo>
                  <a:pt x="70460" y="0"/>
                </a:lnTo>
                <a:lnTo>
                  <a:pt x="0" y="11099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1592" cap="flat">
            <a:solidFill>
              <a:srgbClr val="CC4125"/>
            </a:solidFill>
            <a:miter/>
          </a:ln>
        </p:spPr>
      </p:sp>
      <p:sp>
        <p:nvSpPr>
          <p:cNvPr id="10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6500F52-B36B-463F-85F4-E53364EF1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8052" y="1137956"/>
            <a:ext cx="669522" cy="457342"/>
          </a:xfrm>
          <a:custGeom xmlns:a="http://schemas.openxmlformats.org/drawingml/2006/main">
            <a:pathLst>
              <a:path w="669522" h="457342">
                <a:moveTo>
                  <a:pt x="0" y="0"/>
                </a:moveTo>
                <a:cubicBezTo>
                  <a:pt x="167380" y="0"/>
                  <a:pt x="251071" y="114336"/>
                  <a:pt x="334761" y="228671"/>
                </a:cubicBezTo>
                <a:cubicBezTo>
                  <a:pt x="418451" y="343007"/>
                  <a:pt x="502141" y="457342"/>
                  <a:pt x="669522" y="457342"/>
                </a:cubicBez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0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4E5E599-45E2-4498-AB39-05B045DDF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4923" y="1164178"/>
            <a:ext cx="542651" cy="431119"/>
          </a:xfrm>
          <a:custGeom xmlns:a="http://schemas.openxmlformats.org/drawingml/2006/main">
            <a:pathLst>
              <a:path w="542651" h="431119" fill="none">
                <a:moveTo>
                  <a:pt x="542651" y="431119"/>
                </a:moveTo>
                <a:cubicBezTo>
                  <a:pt x="375270" y="431119"/>
                  <a:pt x="291580" y="316784"/>
                  <a:pt x="207890" y="202448"/>
                </a:cubicBezTo>
                <a:cubicBezTo>
                  <a:pt x="166045" y="145280"/>
                  <a:pt x="124200" y="88113"/>
                  <a:pt x="71893" y="45237"/>
                </a:cubicBezTo>
                <a:cubicBezTo>
                  <a:pt x="58816" y="34518"/>
                  <a:pt x="45087" y="24692"/>
                  <a:pt x="30539" y="15983"/>
                </a:cubicBezTo>
                <a:cubicBezTo>
                  <a:pt x="23264" y="11628"/>
                  <a:pt x="15786" y="7553"/>
                  <a:pt x="8084" y="3785"/>
                </a:cubicBezTo>
                <a:cubicBezTo>
                  <a:pt x="6158" y="2842"/>
                  <a:pt x="4218" y="1919"/>
                  <a:pt x="2264" y="1016"/>
                </a:cubicBez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1592" cap="flat">
            <a:solidFill>
              <a:srgbClr val="3C78D8"/>
            </a:solidFill>
            <a:custDash>
              <a:ds d="400000" sp="300000"/>
              <a:ds d="100000" sp="300000"/>
            </a:custDash>
            <a:round/>
          </a:ln>
        </p:spPr>
      </p:sp>
      <p:sp>
        <p:nvSpPr>
          <p:cNvPr id="10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40041FD-D030-4184-A774-306ED9A19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8964" y="1129252"/>
            <a:ext cx="103178" cy="69852"/>
          </a:xfrm>
          <a:custGeom xmlns:a="http://schemas.openxmlformats.org/drawingml/2006/main">
            <a:pathLst>
              <a:path w="103178" h="69852">
                <a:moveTo>
                  <a:pt x="103178" y="0"/>
                </a:moveTo>
                <a:lnTo>
                  <a:pt x="88740" y="69852"/>
                </a:lnTo>
                <a:lnTo>
                  <a:pt x="0" y="15092"/>
                </a:lnTo>
                <a:lnTo>
                  <a:pt x="103178" y="0"/>
                </a:lnTo>
                <a:close/>
              </a:path>
            </a:pathLst>
          </a:custGeom>
          <a:solidFill xmlns:a="http://schemas.openxmlformats.org/drawingml/2006/main">
            <a:srgbClr val="3C78D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E4F9FE6-CA28-4B4E-9076-E2099E79D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8964" y="1129252"/>
            <a:ext cx="103178" cy="69852"/>
          </a:xfrm>
          <a:custGeom xmlns:a="http://schemas.openxmlformats.org/drawingml/2006/main">
            <a:pathLst>
              <a:path w="103178" h="69852" fill="none">
                <a:moveTo>
                  <a:pt x="103178" y="0"/>
                </a:moveTo>
                <a:lnTo>
                  <a:pt x="0" y="15092"/>
                </a:lnTo>
                <a:lnTo>
                  <a:pt x="88740" y="69852"/>
                </a:lnTo>
                <a:lnTo>
                  <a:pt x="103178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1592" cap="flat">
            <a:solidFill>
              <a:srgbClr val="3C78D8"/>
            </a:solidFill>
            <a:miter/>
          </a:ln>
        </p:spPr>
      </p:sp>
      <p:sp>
        <p:nvSpPr>
          <p:cNvPr id="10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426CF40-9866-44BC-9390-D0D4917C1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8238" y="1985261"/>
            <a:ext cx="305348" cy="777652"/>
          </a:xfrm>
          <a:custGeom xmlns:a="http://schemas.openxmlformats.org/drawingml/2006/main">
            <a:pathLst>
              <a:path w="305348" h="777652">
                <a:moveTo>
                  <a:pt x="18702" y="0"/>
                </a:moveTo>
                <a:cubicBezTo>
                  <a:pt x="153652" y="0"/>
                  <a:pt x="271855" y="143564"/>
                  <a:pt x="288602" y="252091"/>
                </a:cubicBezTo>
                <a:cubicBezTo>
                  <a:pt x="305348" y="360618"/>
                  <a:pt x="220638" y="434108"/>
                  <a:pt x="144301" y="504182"/>
                </a:cubicBezTo>
                <a:cubicBezTo>
                  <a:pt x="67964" y="574257"/>
                  <a:pt x="0" y="640917"/>
                  <a:pt x="0" y="777652"/>
                </a:cubicBezTo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93E8FCF-DB8E-4C57-B755-3439E8919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6939" y="1985261"/>
            <a:ext cx="286646" cy="650549"/>
          </a:xfrm>
          <a:custGeom xmlns:a="http://schemas.openxmlformats.org/drawingml/2006/main">
            <a:pathLst>
              <a:path w="286646" h="650549" fill="none">
                <a:moveTo>
                  <a:pt x="0" y="0"/>
                </a:moveTo>
                <a:cubicBezTo>
                  <a:pt x="134950" y="0"/>
                  <a:pt x="253153" y="143564"/>
                  <a:pt x="269900" y="252091"/>
                </a:cubicBezTo>
                <a:cubicBezTo>
                  <a:pt x="286646" y="360618"/>
                  <a:pt x="201936" y="434108"/>
                  <a:pt x="125599" y="504182"/>
                </a:cubicBezTo>
                <a:cubicBezTo>
                  <a:pt x="87431" y="539220"/>
                  <a:pt x="51356" y="573403"/>
                  <a:pt x="24822" y="615920"/>
                </a:cubicBezTo>
                <a:cubicBezTo>
                  <a:pt x="18189" y="626548"/>
                  <a:pt x="12153" y="637698"/>
                  <a:pt x="6828" y="649512"/>
                </a:cubicBezTo>
                <a:lnTo>
                  <a:pt x="6372" y="650549"/>
                </a:lnTo>
              </a:path>
            </a:pathLst>
          </a:custGeom>
          <a:noFill xmlns:a="http://schemas.openxmlformats.org/drawingml/2006/main"/>
          <a:ln xmlns:a="http://schemas.openxmlformats.org/drawingml/2006/main" w="21592" cap="flat">
            <a:solidFill>
              <a:srgbClr val="CC4125"/>
            </a:solidFill>
            <a:round/>
          </a:ln>
        </p:spPr>
      </p:sp>
      <p:sp>
        <p:nvSpPr>
          <p:cNvPr id="1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A7EFC3C-2EBE-4CF0-B754-601E27AD5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8322" y="2628908"/>
            <a:ext cx="69979" cy="103036"/>
          </a:xfrm>
          <a:custGeom xmlns:a="http://schemas.openxmlformats.org/drawingml/2006/main">
            <a:pathLst>
              <a:path w="69979" h="103036">
                <a:moveTo>
                  <a:pt x="0" y="0"/>
                </a:moveTo>
                <a:lnTo>
                  <a:pt x="69979" y="13805"/>
                </a:lnTo>
                <a:lnTo>
                  <a:pt x="16025" y="103036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CC412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0FF0280-9672-44D2-828A-1A697A1C1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8322" y="2628908"/>
            <a:ext cx="69979" cy="103036"/>
          </a:xfrm>
          <a:custGeom xmlns:a="http://schemas.openxmlformats.org/drawingml/2006/main">
            <a:pathLst>
              <a:path w="69979" h="103036" fill="none">
                <a:moveTo>
                  <a:pt x="0" y="0"/>
                </a:moveTo>
                <a:lnTo>
                  <a:pt x="16025" y="103036"/>
                </a:lnTo>
                <a:lnTo>
                  <a:pt x="69979" y="13805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1592" cap="flat">
            <a:solidFill>
              <a:srgbClr val="CC4125"/>
            </a:solidFill>
            <a:miter/>
          </a:ln>
        </p:spPr>
      </p:sp>
      <p:sp>
        <p:nvSpPr>
          <p:cNvPr id="1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D5FE250-959E-484E-AA63-F57C42273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7965" y="122950"/>
            <a:ext cx="447821" cy="10"/>
          </a:xfrm>
          <a:custGeom xmlns:a="http://schemas.openxmlformats.org/drawingml/2006/main">
            <a:pathLst>
              <a:path w="447821" h="1">
                <a:moveTo>
                  <a:pt x="0" y="0"/>
                </a:moveTo>
                <a:lnTo>
                  <a:pt x="447821" y="0"/>
                </a:lnTo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BD7177C-9F8E-48A5-AD29-327419AD4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7965" y="122950"/>
            <a:ext cx="318269" cy="10"/>
          </a:xfrm>
          <a:custGeom xmlns:a="http://schemas.openxmlformats.org/drawingml/2006/main">
            <a:pathLst>
              <a:path w="318269" h="1" fill="none">
                <a:moveTo>
                  <a:pt x="0" y="0"/>
                </a:moveTo>
                <a:lnTo>
                  <a:pt x="318269" y="0"/>
                </a:lnTo>
              </a:path>
            </a:pathLst>
          </a:custGeom>
          <a:noFill xmlns:a="http://schemas.openxmlformats.org/drawingml/2006/main"/>
          <a:ln xmlns:a="http://schemas.openxmlformats.org/drawingml/2006/main" w="21592" cap="flat">
            <a:solidFill>
              <a:srgbClr val="CC4125"/>
            </a:solidFill>
            <a:round/>
          </a:ln>
        </p:spPr>
      </p:sp>
      <p:sp>
        <p:nvSpPr>
          <p:cNvPr id="1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245FC3E-2896-4623-A42E-5DB260DAB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6234" y="87286"/>
            <a:ext cx="97987" cy="71328"/>
          </a:xfrm>
          <a:custGeom xmlns:a="http://schemas.openxmlformats.org/drawingml/2006/main">
            <a:pathLst>
              <a:path w="97987" h="71328">
                <a:moveTo>
                  <a:pt x="0" y="71328"/>
                </a:moveTo>
                <a:lnTo>
                  <a:pt x="0" y="0"/>
                </a:lnTo>
                <a:lnTo>
                  <a:pt x="97987" y="35664"/>
                </a:lnTo>
                <a:lnTo>
                  <a:pt x="0" y="71328"/>
                </a:lnTo>
                <a:close/>
              </a:path>
            </a:pathLst>
          </a:custGeom>
          <a:solidFill xmlns:a="http://schemas.openxmlformats.org/drawingml/2006/main">
            <a:srgbClr val="CC412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3C42174-DBA5-45C8-BE2A-AEC1BD200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6234" y="87286"/>
            <a:ext cx="97987" cy="71328"/>
          </a:xfrm>
          <a:custGeom xmlns:a="http://schemas.openxmlformats.org/drawingml/2006/main">
            <a:pathLst>
              <a:path w="97987" h="71328" fill="none">
                <a:moveTo>
                  <a:pt x="0" y="71328"/>
                </a:moveTo>
                <a:lnTo>
                  <a:pt x="97987" y="35664"/>
                </a:lnTo>
                <a:lnTo>
                  <a:pt x="0" y="0"/>
                </a:lnTo>
                <a:lnTo>
                  <a:pt x="0" y="7132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1592" cap="flat">
            <a:solidFill>
              <a:srgbClr val="CC4125"/>
            </a:solidFill>
            <a:miter/>
          </a:ln>
        </p:spPr>
      </p:sp>
      <p:sp>
        <p:nvSpPr>
          <p:cNvPr id="1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34A259C-A2E3-4DB1-9EA8-E2C294AA7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7241" y="72645"/>
            <a:ext cx="970109" cy="233256"/>
          </a:xfrm>
          <a:custGeom xmlns:a="http://schemas.openxmlformats.org/drawingml/2006/main">
            <a:pathLst>
              <a:path w="970109" h="233256">
                <a:moveTo>
                  <a:pt x="970109" y="233256"/>
                </a:moveTo>
                <a:lnTo>
                  <a:pt x="0" y="233256"/>
                </a:lnTo>
                <a:lnTo>
                  <a:pt x="0" y="0"/>
                </a:lnTo>
                <a:lnTo>
                  <a:pt x="970109" y="0"/>
                </a:lnTo>
                <a:lnTo>
                  <a:pt x="970109" y="233256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18" name="Text DataFlow">
            <a:extLst xmlns:a="http://schemas.openxmlformats.org/drawingml/2006/main">
              <a:ext uri="{FF2B5EF4-FFF2-40B4-BE49-F238E27FC236}">
                <a16:creationId xmlns:a16="http://schemas.microsoft.com/office/drawing/2014/main" id="{EEC63081-A8E5-40CF-B50A-11BFAB2FA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704" y="72645"/>
            <a:ext cx="571739" cy="90434"/>
          </a:xfrm>
          <a:custGeom xmlns:a="http://schemas.openxmlformats.org/drawingml/2006/main">
            <a:pathLst>
              <a:path w="571739" h="90434">
                <a:moveTo>
                  <a:pt x="34852" y="88905"/>
                </a:moveTo>
                <a:lnTo>
                  <a:pt x="35537" y="88892"/>
                </a:lnTo>
                <a:lnTo>
                  <a:pt x="36214" y="88872"/>
                </a:lnTo>
                <a:lnTo>
                  <a:pt x="36885" y="88848"/>
                </a:lnTo>
                <a:lnTo>
                  <a:pt x="37549" y="88817"/>
                </a:lnTo>
                <a:lnTo>
                  <a:pt x="38207" y="88782"/>
                </a:lnTo>
                <a:lnTo>
                  <a:pt x="38858" y="88741"/>
                </a:lnTo>
                <a:lnTo>
                  <a:pt x="39502" y="88694"/>
                </a:lnTo>
                <a:lnTo>
                  <a:pt x="40139" y="88642"/>
                </a:lnTo>
                <a:lnTo>
                  <a:pt x="40770" y="88584"/>
                </a:lnTo>
                <a:lnTo>
                  <a:pt x="41394" y="88521"/>
                </a:lnTo>
                <a:lnTo>
                  <a:pt x="42012" y="88452"/>
                </a:lnTo>
                <a:lnTo>
                  <a:pt x="42622" y="88378"/>
                </a:lnTo>
                <a:lnTo>
                  <a:pt x="43226" y="88299"/>
                </a:lnTo>
                <a:lnTo>
                  <a:pt x="43824" y="88213"/>
                </a:lnTo>
                <a:lnTo>
                  <a:pt x="44414" y="88123"/>
                </a:lnTo>
                <a:lnTo>
                  <a:pt x="44998" y="88027"/>
                </a:lnTo>
                <a:lnTo>
                  <a:pt x="45575" y="87925"/>
                </a:lnTo>
                <a:lnTo>
                  <a:pt x="46146" y="87818"/>
                </a:lnTo>
                <a:lnTo>
                  <a:pt x="46709" y="87705"/>
                </a:lnTo>
                <a:lnTo>
                  <a:pt x="47267" y="87587"/>
                </a:lnTo>
                <a:lnTo>
                  <a:pt x="47817" y="87464"/>
                </a:lnTo>
                <a:lnTo>
                  <a:pt x="48361" y="87335"/>
                </a:lnTo>
                <a:lnTo>
                  <a:pt x="48898" y="87200"/>
                </a:lnTo>
                <a:lnTo>
                  <a:pt x="49428" y="87061"/>
                </a:lnTo>
                <a:lnTo>
                  <a:pt x="49952" y="86916"/>
                </a:lnTo>
                <a:lnTo>
                  <a:pt x="50469" y="86766"/>
                </a:lnTo>
                <a:lnTo>
                  <a:pt x="50980" y="86611"/>
                </a:lnTo>
                <a:lnTo>
                  <a:pt x="51484" y="86451"/>
                </a:lnTo>
                <a:lnTo>
                  <a:pt x="51981" y="86286"/>
                </a:lnTo>
                <a:lnTo>
                  <a:pt x="52472" y="86115"/>
                </a:lnTo>
                <a:lnTo>
                  <a:pt x="52957" y="85940"/>
                </a:lnTo>
                <a:lnTo>
                  <a:pt x="53434" y="85759"/>
                </a:lnTo>
                <a:lnTo>
                  <a:pt x="53906" y="85573"/>
                </a:lnTo>
                <a:lnTo>
                  <a:pt x="54370" y="85382"/>
                </a:lnTo>
                <a:lnTo>
                  <a:pt x="54828" y="85185"/>
                </a:lnTo>
                <a:lnTo>
                  <a:pt x="55279" y="84984"/>
                </a:lnTo>
                <a:lnTo>
                  <a:pt x="55724" y="84777"/>
                </a:lnTo>
                <a:lnTo>
                  <a:pt x="56162" y="84566"/>
                </a:lnTo>
                <a:lnTo>
                  <a:pt x="56594" y="84349"/>
                </a:lnTo>
                <a:lnTo>
                  <a:pt x="57019" y="84126"/>
                </a:lnTo>
                <a:lnTo>
                  <a:pt x="57437" y="83899"/>
                </a:lnTo>
                <a:lnTo>
                  <a:pt x="57849" y="83667"/>
                </a:lnTo>
                <a:lnTo>
                  <a:pt x="58254" y="83429"/>
                </a:lnTo>
                <a:lnTo>
                  <a:pt x="58653" y="83186"/>
                </a:lnTo>
                <a:lnTo>
                  <a:pt x="59045" y="82938"/>
                </a:lnTo>
                <a:lnTo>
                  <a:pt x="59431" y="82685"/>
                </a:lnTo>
                <a:lnTo>
                  <a:pt x="59812" y="82426"/>
                </a:lnTo>
                <a:lnTo>
                  <a:pt x="60190" y="82158"/>
                </a:lnTo>
                <a:lnTo>
                  <a:pt x="60566" y="81883"/>
                </a:lnTo>
                <a:lnTo>
                  <a:pt x="60939" y="81599"/>
                </a:lnTo>
                <a:lnTo>
                  <a:pt x="61310" y="81308"/>
                </a:lnTo>
                <a:lnTo>
                  <a:pt x="61678" y="81009"/>
                </a:lnTo>
                <a:lnTo>
                  <a:pt x="62044" y="80702"/>
                </a:lnTo>
                <a:lnTo>
                  <a:pt x="62407" y="80387"/>
                </a:lnTo>
                <a:lnTo>
                  <a:pt x="62768" y="80064"/>
                </a:lnTo>
                <a:lnTo>
                  <a:pt x="63126" y="79733"/>
                </a:lnTo>
                <a:lnTo>
                  <a:pt x="63482" y="79395"/>
                </a:lnTo>
                <a:lnTo>
                  <a:pt x="63835" y="79048"/>
                </a:lnTo>
                <a:lnTo>
                  <a:pt x="64186" y="78694"/>
                </a:lnTo>
                <a:lnTo>
                  <a:pt x="64534" y="78331"/>
                </a:lnTo>
                <a:lnTo>
                  <a:pt x="64879" y="77961"/>
                </a:lnTo>
                <a:lnTo>
                  <a:pt x="65222" y="77583"/>
                </a:lnTo>
                <a:lnTo>
                  <a:pt x="65563" y="77196"/>
                </a:lnTo>
                <a:lnTo>
                  <a:pt x="65901" y="76802"/>
                </a:lnTo>
                <a:lnTo>
                  <a:pt x="66236" y="76400"/>
                </a:lnTo>
                <a:lnTo>
                  <a:pt x="66569" y="75991"/>
                </a:lnTo>
                <a:lnTo>
                  <a:pt x="66900" y="75573"/>
                </a:lnTo>
                <a:lnTo>
                  <a:pt x="67227" y="75147"/>
                </a:lnTo>
                <a:lnTo>
                  <a:pt x="67553" y="74714"/>
                </a:lnTo>
                <a:lnTo>
                  <a:pt x="67876" y="74272"/>
                </a:lnTo>
                <a:lnTo>
                  <a:pt x="68195" y="73822"/>
                </a:lnTo>
                <a:lnTo>
                  <a:pt x="68509" y="73362"/>
                </a:lnTo>
                <a:lnTo>
                  <a:pt x="68819" y="72892"/>
                </a:lnTo>
                <a:lnTo>
                  <a:pt x="69123" y="72412"/>
                </a:lnTo>
                <a:lnTo>
                  <a:pt x="69423" y="71923"/>
                </a:lnTo>
                <a:lnTo>
                  <a:pt x="69718" y="71424"/>
                </a:lnTo>
                <a:lnTo>
                  <a:pt x="70008" y="70915"/>
                </a:lnTo>
                <a:lnTo>
                  <a:pt x="70293" y="70396"/>
                </a:lnTo>
                <a:lnTo>
                  <a:pt x="70574" y="69867"/>
                </a:lnTo>
                <a:lnTo>
                  <a:pt x="70850" y="69329"/>
                </a:lnTo>
                <a:lnTo>
                  <a:pt x="71120" y="68781"/>
                </a:lnTo>
                <a:lnTo>
                  <a:pt x="71386" y="68223"/>
                </a:lnTo>
                <a:lnTo>
                  <a:pt x="71648" y="67655"/>
                </a:lnTo>
                <a:lnTo>
                  <a:pt x="71904" y="67078"/>
                </a:lnTo>
                <a:lnTo>
                  <a:pt x="72155" y="66491"/>
                </a:lnTo>
                <a:lnTo>
                  <a:pt x="72402" y="65894"/>
                </a:lnTo>
                <a:lnTo>
                  <a:pt x="72644" y="65287"/>
                </a:lnTo>
                <a:lnTo>
                  <a:pt x="72881" y="64671"/>
                </a:lnTo>
                <a:lnTo>
                  <a:pt x="73113" y="64044"/>
                </a:lnTo>
                <a:lnTo>
                  <a:pt x="73340" y="63408"/>
                </a:lnTo>
                <a:lnTo>
                  <a:pt x="73563" y="62763"/>
                </a:lnTo>
                <a:lnTo>
                  <a:pt x="73781" y="62107"/>
                </a:lnTo>
                <a:lnTo>
                  <a:pt x="73993" y="61442"/>
                </a:lnTo>
                <a:lnTo>
                  <a:pt x="74201" y="60767"/>
                </a:lnTo>
                <a:lnTo>
                  <a:pt x="74403" y="60082"/>
                </a:lnTo>
                <a:lnTo>
                  <a:pt x="74595" y="59390"/>
                </a:lnTo>
                <a:lnTo>
                  <a:pt x="74780" y="58689"/>
                </a:lnTo>
                <a:lnTo>
                  <a:pt x="74955" y="57980"/>
                </a:lnTo>
                <a:lnTo>
                  <a:pt x="75122" y="57262"/>
                </a:lnTo>
                <a:lnTo>
                  <a:pt x="75281" y="56536"/>
                </a:lnTo>
                <a:lnTo>
                  <a:pt x="75431" y="55802"/>
                </a:lnTo>
                <a:lnTo>
                  <a:pt x="75572" y="55059"/>
                </a:lnTo>
                <a:lnTo>
                  <a:pt x="75705" y="54308"/>
                </a:lnTo>
                <a:lnTo>
                  <a:pt x="75829" y="53549"/>
                </a:lnTo>
                <a:lnTo>
                  <a:pt x="75945" y="52781"/>
                </a:lnTo>
                <a:lnTo>
                  <a:pt x="76052" y="52005"/>
                </a:lnTo>
                <a:lnTo>
                  <a:pt x="76150" y="51221"/>
                </a:lnTo>
                <a:lnTo>
                  <a:pt x="76240" y="50428"/>
                </a:lnTo>
                <a:lnTo>
                  <a:pt x="76321" y="49627"/>
                </a:lnTo>
                <a:lnTo>
                  <a:pt x="76394" y="48818"/>
                </a:lnTo>
                <a:lnTo>
                  <a:pt x="76459" y="48000"/>
                </a:lnTo>
                <a:lnTo>
                  <a:pt x="76514" y="47174"/>
                </a:lnTo>
                <a:lnTo>
                  <a:pt x="76561" y="46340"/>
                </a:lnTo>
                <a:lnTo>
                  <a:pt x="76600" y="45497"/>
                </a:lnTo>
                <a:lnTo>
                  <a:pt x="76630" y="44646"/>
                </a:lnTo>
                <a:lnTo>
                  <a:pt x="76651" y="43786"/>
                </a:lnTo>
                <a:lnTo>
                  <a:pt x="76664" y="42918"/>
                </a:lnTo>
                <a:lnTo>
                  <a:pt x="76668" y="42042"/>
                </a:lnTo>
                <a:lnTo>
                  <a:pt x="76662" y="41014"/>
                </a:lnTo>
                <a:lnTo>
                  <a:pt x="76643" y="39995"/>
                </a:lnTo>
                <a:lnTo>
                  <a:pt x="76612" y="38986"/>
                </a:lnTo>
                <a:lnTo>
                  <a:pt x="76567" y="37986"/>
                </a:lnTo>
                <a:lnTo>
                  <a:pt x="76511" y="36996"/>
                </a:lnTo>
                <a:lnTo>
                  <a:pt x="76441" y="36015"/>
                </a:lnTo>
                <a:lnTo>
                  <a:pt x="76359" y="35044"/>
                </a:lnTo>
                <a:lnTo>
                  <a:pt x="76264" y="34082"/>
                </a:lnTo>
                <a:lnTo>
                  <a:pt x="76157" y="33130"/>
                </a:lnTo>
                <a:lnTo>
                  <a:pt x="76037" y="32188"/>
                </a:lnTo>
                <a:lnTo>
                  <a:pt x="75904" y="31255"/>
                </a:lnTo>
                <a:lnTo>
                  <a:pt x="75759" y="30332"/>
                </a:lnTo>
                <a:lnTo>
                  <a:pt x="75601" y="29418"/>
                </a:lnTo>
                <a:lnTo>
                  <a:pt x="75431" y="28514"/>
                </a:lnTo>
                <a:lnTo>
                  <a:pt x="75248" y="27619"/>
                </a:lnTo>
                <a:lnTo>
                  <a:pt x="75052" y="26734"/>
                </a:lnTo>
                <a:lnTo>
                  <a:pt x="74843" y="25858"/>
                </a:lnTo>
                <a:lnTo>
                  <a:pt x="74622" y="24992"/>
                </a:lnTo>
                <a:lnTo>
                  <a:pt x="74389" y="24136"/>
                </a:lnTo>
                <a:lnTo>
                  <a:pt x="74142" y="23289"/>
                </a:lnTo>
                <a:lnTo>
                  <a:pt x="73884" y="22452"/>
                </a:lnTo>
                <a:lnTo>
                  <a:pt x="73612" y="21624"/>
                </a:lnTo>
                <a:lnTo>
                  <a:pt x="73328" y="20806"/>
                </a:lnTo>
                <a:lnTo>
                  <a:pt x="73031" y="19997"/>
                </a:lnTo>
                <a:lnTo>
                  <a:pt x="72722" y="19199"/>
                </a:lnTo>
                <a:lnTo>
                  <a:pt x="72399" y="18413"/>
                </a:lnTo>
                <a:lnTo>
                  <a:pt x="72064" y="17639"/>
                </a:lnTo>
                <a:lnTo>
                  <a:pt x="71716" y="16877"/>
                </a:lnTo>
                <a:lnTo>
                  <a:pt x="71355" y="16127"/>
                </a:lnTo>
                <a:lnTo>
                  <a:pt x="70981" y="15389"/>
                </a:lnTo>
                <a:lnTo>
                  <a:pt x="70595" y="14663"/>
                </a:lnTo>
                <a:lnTo>
                  <a:pt x="70195" y="13949"/>
                </a:lnTo>
                <a:lnTo>
                  <a:pt x="69783" y="13247"/>
                </a:lnTo>
                <a:lnTo>
                  <a:pt x="69358" y="12556"/>
                </a:lnTo>
                <a:lnTo>
                  <a:pt x="68920" y="11878"/>
                </a:lnTo>
                <a:lnTo>
                  <a:pt x="68469" y="11212"/>
                </a:lnTo>
                <a:lnTo>
                  <a:pt x="68005" y="10558"/>
                </a:lnTo>
                <a:lnTo>
                  <a:pt x="67528" y="9915"/>
                </a:lnTo>
                <a:lnTo>
                  <a:pt x="67039" y="9285"/>
                </a:lnTo>
                <a:lnTo>
                  <a:pt x="66537" y="8667"/>
                </a:lnTo>
                <a:lnTo>
                  <a:pt x="66022" y="8060"/>
                </a:lnTo>
                <a:lnTo>
                  <a:pt x="65494" y="7466"/>
                </a:lnTo>
                <a:lnTo>
                  <a:pt x="64953" y="6884"/>
                </a:lnTo>
                <a:lnTo>
                  <a:pt x="64399" y="6313"/>
                </a:lnTo>
                <a:lnTo>
                  <a:pt x="63833" y="5755"/>
                </a:lnTo>
                <a:lnTo>
                  <a:pt x="63253" y="5208"/>
                </a:lnTo>
                <a:lnTo>
                  <a:pt x="62661" y="4673"/>
                </a:lnTo>
                <a:lnTo>
                  <a:pt x="62056" y="4151"/>
                </a:lnTo>
                <a:lnTo>
                  <a:pt x="61583" y="3755"/>
                </a:lnTo>
                <a:lnTo>
                  <a:pt x="61101" y="3370"/>
                </a:lnTo>
                <a:lnTo>
                  <a:pt x="60612" y="2995"/>
                </a:lnTo>
                <a:lnTo>
                  <a:pt x="60114" y="2631"/>
                </a:lnTo>
                <a:lnTo>
                  <a:pt x="59608" y="2277"/>
                </a:lnTo>
                <a:lnTo>
                  <a:pt x="59095" y="1933"/>
                </a:lnTo>
                <a:lnTo>
                  <a:pt x="58573" y="1599"/>
                </a:lnTo>
                <a:lnTo>
                  <a:pt x="58043" y="1276"/>
                </a:lnTo>
                <a:lnTo>
                  <a:pt x="57504" y="963"/>
                </a:lnTo>
                <a:lnTo>
                  <a:pt x="56958" y="661"/>
                </a:lnTo>
                <a:lnTo>
                  <a:pt x="56403" y="368"/>
                </a:lnTo>
                <a:lnTo>
                  <a:pt x="55841" y="87"/>
                </a:lnTo>
                <a:lnTo>
                  <a:pt x="55659" y="0"/>
                </a:lnTo>
                <a:lnTo>
                  <a:pt x="0" y="0"/>
                </a:lnTo>
                <a:lnTo>
                  <a:pt x="0" y="88916"/>
                </a:lnTo>
                <a:lnTo>
                  <a:pt x="33463" y="88916"/>
                </a:lnTo>
                <a:lnTo>
                  <a:pt x="34161" y="88914"/>
                </a:lnTo>
                <a:lnTo>
                  <a:pt x="34852" y="88905"/>
                </a:lnTo>
                <a:close/>
                <a:moveTo>
                  <a:pt x="31755" y="7187"/>
                </a:moveTo>
                <a:lnTo>
                  <a:pt x="32657" y="7191"/>
                </a:lnTo>
                <a:lnTo>
                  <a:pt x="33538" y="7200"/>
                </a:lnTo>
                <a:lnTo>
                  <a:pt x="34397" y="7217"/>
                </a:lnTo>
                <a:lnTo>
                  <a:pt x="35236" y="7240"/>
                </a:lnTo>
                <a:lnTo>
                  <a:pt x="36054" y="7269"/>
                </a:lnTo>
                <a:lnTo>
                  <a:pt x="36852" y="7306"/>
                </a:lnTo>
                <a:lnTo>
                  <a:pt x="37628" y="7348"/>
                </a:lnTo>
                <a:lnTo>
                  <a:pt x="38383" y="7398"/>
                </a:lnTo>
                <a:lnTo>
                  <a:pt x="39118" y="7454"/>
                </a:lnTo>
                <a:lnTo>
                  <a:pt x="39832" y="7516"/>
                </a:lnTo>
                <a:lnTo>
                  <a:pt x="40525" y="7585"/>
                </a:lnTo>
                <a:lnTo>
                  <a:pt x="41197" y="7661"/>
                </a:lnTo>
                <a:lnTo>
                  <a:pt x="41848" y="7743"/>
                </a:lnTo>
                <a:lnTo>
                  <a:pt x="42478" y="7832"/>
                </a:lnTo>
                <a:lnTo>
                  <a:pt x="43087" y="7927"/>
                </a:lnTo>
                <a:lnTo>
                  <a:pt x="43676" y="8029"/>
                </a:lnTo>
                <a:lnTo>
                  <a:pt x="44244" y="8137"/>
                </a:lnTo>
                <a:lnTo>
                  <a:pt x="44790" y="8252"/>
                </a:lnTo>
                <a:lnTo>
                  <a:pt x="45316" y="8374"/>
                </a:lnTo>
                <a:lnTo>
                  <a:pt x="45821" y="8502"/>
                </a:lnTo>
                <a:lnTo>
                  <a:pt x="46306" y="8637"/>
                </a:lnTo>
                <a:lnTo>
                  <a:pt x="46769" y="8779"/>
                </a:lnTo>
                <a:lnTo>
                  <a:pt x="47211" y="8926"/>
                </a:lnTo>
                <a:lnTo>
                  <a:pt x="47633" y="9081"/>
                </a:lnTo>
                <a:lnTo>
                  <a:pt x="48199" y="9311"/>
                </a:lnTo>
                <a:lnTo>
                  <a:pt x="48757" y="9559"/>
                </a:lnTo>
                <a:lnTo>
                  <a:pt x="49309" y="9825"/>
                </a:lnTo>
                <a:lnTo>
                  <a:pt x="49853" y="10108"/>
                </a:lnTo>
                <a:lnTo>
                  <a:pt x="50390" y="10410"/>
                </a:lnTo>
                <a:lnTo>
                  <a:pt x="50921" y="10729"/>
                </a:lnTo>
                <a:lnTo>
                  <a:pt x="51443" y="11066"/>
                </a:lnTo>
                <a:lnTo>
                  <a:pt x="51959" y="11421"/>
                </a:lnTo>
                <a:lnTo>
                  <a:pt x="52468" y="11794"/>
                </a:lnTo>
                <a:lnTo>
                  <a:pt x="52969" y="12185"/>
                </a:lnTo>
                <a:lnTo>
                  <a:pt x="53464" y="12594"/>
                </a:lnTo>
                <a:lnTo>
                  <a:pt x="53951" y="13020"/>
                </a:lnTo>
                <a:lnTo>
                  <a:pt x="54431" y="13465"/>
                </a:lnTo>
                <a:lnTo>
                  <a:pt x="54904" y="13927"/>
                </a:lnTo>
                <a:lnTo>
                  <a:pt x="55370" y="14407"/>
                </a:lnTo>
                <a:lnTo>
                  <a:pt x="55828" y="14905"/>
                </a:lnTo>
                <a:lnTo>
                  <a:pt x="56280" y="15421"/>
                </a:lnTo>
                <a:lnTo>
                  <a:pt x="56724" y="15955"/>
                </a:lnTo>
                <a:lnTo>
                  <a:pt x="57162" y="16506"/>
                </a:lnTo>
                <a:lnTo>
                  <a:pt x="57592" y="17076"/>
                </a:lnTo>
                <a:lnTo>
                  <a:pt x="58015" y="17663"/>
                </a:lnTo>
                <a:lnTo>
                  <a:pt x="58431" y="18268"/>
                </a:lnTo>
                <a:lnTo>
                  <a:pt x="58839" y="18891"/>
                </a:lnTo>
                <a:lnTo>
                  <a:pt x="59241" y="19532"/>
                </a:lnTo>
                <a:lnTo>
                  <a:pt x="59631" y="20194"/>
                </a:lnTo>
                <a:lnTo>
                  <a:pt x="60004" y="20879"/>
                </a:lnTo>
                <a:lnTo>
                  <a:pt x="60360" y="21587"/>
                </a:lnTo>
                <a:lnTo>
                  <a:pt x="60700" y="22319"/>
                </a:lnTo>
                <a:lnTo>
                  <a:pt x="61024" y="23074"/>
                </a:lnTo>
                <a:lnTo>
                  <a:pt x="61330" y="23852"/>
                </a:lnTo>
                <a:lnTo>
                  <a:pt x="61621" y="24654"/>
                </a:lnTo>
                <a:lnTo>
                  <a:pt x="61894" y="25479"/>
                </a:lnTo>
                <a:lnTo>
                  <a:pt x="62151" y="26327"/>
                </a:lnTo>
                <a:lnTo>
                  <a:pt x="62392" y="27199"/>
                </a:lnTo>
                <a:lnTo>
                  <a:pt x="62616" y="28094"/>
                </a:lnTo>
                <a:lnTo>
                  <a:pt x="62823" y="29012"/>
                </a:lnTo>
                <a:lnTo>
                  <a:pt x="63014" y="29954"/>
                </a:lnTo>
                <a:lnTo>
                  <a:pt x="63188" y="30919"/>
                </a:lnTo>
                <a:lnTo>
                  <a:pt x="63345" y="31907"/>
                </a:lnTo>
                <a:lnTo>
                  <a:pt x="63486" y="32919"/>
                </a:lnTo>
                <a:lnTo>
                  <a:pt x="63611" y="33954"/>
                </a:lnTo>
                <a:lnTo>
                  <a:pt x="63718" y="35013"/>
                </a:lnTo>
                <a:lnTo>
                  <a:pt x="63810" y="36095"/>
                </a:lnTo>
                <a:lnTo>
                  <a:pt x="63884" y="37200"/>
                </a:lnTo>
                <a:lnTo>
                  <a:pt x="63942" y="38329"/>
                </a:lnTo>
                <a:lnTo>
                  <a:pt x="63984" y="39481"/>
                </a:lnTo>
                <a:lnTo>
                  <a:pt x="64009" y="40656"/>
                </a:lnTo>
                <a:lnTo>
                  <a:pt x="64017" y="41854"/>
                </a:lnTo>
                <a:lnTo>
                  <a:pt x="64013" y="42722"/>
                </a:lnTo>
                <a:lnTo>
                  <a:pt x="64000" y="43580"/>
                </a:lnTo>
                <a:lnTo>
                  <a:pt x="63979" y="44426"/>
                </a:lnTo>
                <a:lnTo>
                  <a:pt x="63949" y="45261"/>
                </a:lnTo>
                <a:lnTo>
                  <a:pt x="63911" y="46086"/>
                </a:lnTo>
                <a:lnTo>
                  <a:pt x="63865" y="46900"/>
                </a:lnTo>
                <a:lnTo>
                  <a:pt x="63810" y="47703"/>
                </a:lnTo>
                <a:lnTo>
                  <a:pt x="63746" y="48495"/>
                </a:lnTo>
                <a:lnTo>
                  <a:pt x="63674" y="49276"/>
                </a:lnTo>
                <a:lnTo>
                  <a:pt x="63594" y="50046"/>
                </a:lnTo>
                <a:lnTo>
                  <a:pt x="63505" y="50806"/>
                </a:lnTo>
                <a:lnTo>
                  <a:pt x="63408" y="51555"/>
                </a:lnTo>
                <a:lnTo>
                  <a:pt x="63302" y="52292"/>
                </a:lnTo>
                <a:lnTo>
                  <a:pt x="63188" y="53020"/>
                </a:lnTo>
                <a:lnTo>
                  <a:pt x="63066" y="53736"/>
                </a:lnTo>
                <a:lnTo>
                  <a:pt x="62934" y="54441"/>
                </a:lnTo>
                <a:lnTo>
                  <a:pt x="62795" y="55135"/>
                </a:lnTo>
                <a:lnTo>
                  <a:pt x="62647" y="55819"/>
                </a:lnTo>
                <a:lnTo>
                  <a:pt x="62490" y="56492"/>
                </a:lnTo>
                <a:lnTo>
                  <a:pt x="62326" y="57154"/>
                </a:lnTo>
                <a:lnTo>
                  <a:pt x="62152" y="57805"/>
                </a:lnTo>
                <a:lnTo>
                  <a:pt x="61970" y="58445"/>
                </a:lnTo>
                <a:lnTo>
                  <a:pt x="61780" y="59075"/>
                </a:lnTo>
                <a:lnTo>
                  <a:pt x="61581" y="59693"/>
                </a:lnTo>
                <a:lnTo>
                  <a:pt x="61375" y="60301"/>
                </a:lnTo>
                <a:lnTo>
                  <a:pt x="61162" y="60898"/>
                </a:lnTo>
                <a:lnTo>
                  <a:pt x="60942" y="61485"/>
                </a:lnTo>
                <a:lnTo>
                  <a:pt x="60716" y="62062"/>
                </a:lnTo>
                <a:lnTo>
                  <a:pt x="60483" y="62628"/>
                </a:lnTo>
                <a:lnTo>
                  <a:pt x="60243" y="63184"/>
                </a:lnTo>
                <a:lnTo>
                  <a:pt x="59997" y="63729"/>
                </a:lnTo>
                <a:lnTo>
                  <a:pt x="59743" y="64264"/>
                </a:lnTo>
                <a:lnTo>
                  <a:pt x="59484" y="64788"/>
                </a:lnTo>
                <a:lnTo>
                  <a:pt x="59217" y="65302"/>
                </a:lnTo>
                <a:lnTo>
                  <a:pt x="58944" y="65806"/>
                </a:lnTo>
                <a:lnTo>
                  <a:pt x="58664" y="66299"/>
                </a:lnTo>
                <a:lnTo>
                  <a:pt x="58377" y="66782"/>
                </a:lnTo>
                <a:lnTo>
                  <a:pt x="58084" y="67254"/>
                </a:lnTo>
                <a:lnTo>
                  <a:pt x="57784" y="67716"/>
                </a:lnTo>
                <a:lnTo>
                  <a:pt x="57477" y="68168"/>
                </a:lnTo>
                <a:lnTo>
                  <a:pt x="57163" y="68609"/>
                </a:lnTo>
                <a:lnTo>
                  <a:pt x="56843" y="69040"/>
                </a:lnTo>
                <a:lnTo>
                  <a:pt x="56516" y="69460"/>
                </a:lnTo>
                <a:lnTo>
                  <a:pt x="56183" y="69870"/>
                </a:lnTo>
                <a:lnTo>
                  <a:pt x="55842" y="70270"/>
                </a:lnTo>
                <a:lnTo>
                  <a:pt x="55495" y="70659"/>
                </a:lnTo>
                <a:lnTo>
                  <a:pt x="55142" y="71037"/>
                </a:lnTo>
                <a:lnTo>
                  <a:pt x="54781" y="71406"/>
                </a:lnTo>
                <a:lnTo>
                  <a:pt x="54519" y="71661"/>
                </a:lnTo>
                <a:lnTo>
                  <a:pt x="54250" y="71912"/>
                </a:lnTo>
                <a:lnTo>
                  <a:pt x="53973" y="72157"/>
                </a:lnTo>
                <a:lnTo>
                  <a:pt x="53689" y="72398"/>
                </a:lnTo>
                <a:lnTo>
                  <a:pt x="53398" y="72635"/>
                </a:lnTo>
                <a:lnTo>
                  <a:pt x="53099" y="72866"/>
                </a:lnTo>
                <a:lnTo>
                  <a:pt x="52793" y="73092"/>
                </a:lnTo>
                <a:lnTo>
                  <a:pt x="52479" y="73314"/>
                </a:lnTo>
                <a:lnTo>
                  <a:pt x="52158" y="73531"/>
                </a:lnTo>
                <a:lnTo>
                  <a:pt x="51830" y="73743"/>
                </a:lnTo>
                <a:lnTo>
                  <a:pt x="51495" y="73950"/>
                </a:lnTo>
                <a:lnTo>
                  <a:pt x="51152" y="74152"/>
                </a:lnTo>
                <a:lnTo>
                  <a:pt x="50802" y="74350"/>
                </a:lnTo>
                <a:lnTo>
                  <a:pt x="50444" y="74543"/>
                </a:lnTo>
                <a:lnTo>
                  <a:pt x="50079" y="74731"/>
                </a:lnTo>
                <a:lnTo>
                  <a:pt x="49707" y="74914"/>
                </a:lnTo>
                <a:lnTo>
                  <a:pt x="49327" y="75092"/>
                </a:lnTo>
                <a:lnTo>
                  <a:pt x="48940" y="75266"/>
                </a:lnTo>
                <a:lnTo>
                  <a:pt x="48545" y="75434"/>
                </a:lnTo>
                <a:lnTo>
                  <a:pt x="48144" y="75598"/>
                </a:lnTo>
                <a:lnTo>
                  <a:pt x="47734" y="75757"/>
                </a:lnTo>
                <a:lnTo>
                  <a:pt x="47318" y="75911"/>
                </a:lnTo>
                <a:lnTo>
                  <a:pt x="46894" y="76061"/>
                </a:lnTo>
                <a:lnTo>
                  <a:pt x="46463" y="76205"/>
                </a:lnTo>
                <a:lnTo>
                  <a:pt x="46021" y="76344"/>
                </a:lnTo>
                <a:lnTo>
                  <a:pt x="45566" y="76478"/>
                </a:lnTo>
                <a:lnTo>
                  <a:pt x="45096" y="76605"/>
                </a:lnTo>
                <a:lnTo>
                  <a:pt x="44613" y="76726"/>
                </a:lnTo>
                <a:lnTo>
                  <a:pt x="44117" y="76841"/>
                </a:lnTo>
                <a:lnTo>
                  <a:pt x="43606" y="76951"/>
                </a:lnTo>
                <a:lnTo>
                  <a:pt x="43082" y="77054"/>
                </a:lnTo>
                <a:lnTo>
                  <a:pt x="42544" y="77152"/>
                </a:lnTo>
                <a:lnTo>
                  <a:pt x="41993" y="77244"/>
                </a:lnTo>
                <a:lnTo>
                  <a:pt x="41427" y="77330"/>
                </a:lnTo>
                <a:lnTo>
                  <a:pt x="40848" y="77409"/>
                </a:lnTo>
                <a:lnTo>
                  <a:pt x="40256" y="77483"/>
                </a:lnTo>
                <a:lnTo>
                  <a:pt x="39649" y="77551"/>
                </a:lnTo>
                <a:lnTo>
                  <a:pt x="39029" y="77614"/>
                </a:lnTo>
                <a:lnTo>
                  <a:pt x="38395" y="77670"/>
                </a:lnTo>
                <a:lnTo>
                  <a:pt x="37747" y="77720"/>
                </a:lnTo>
                <a:lnTo>
                  <a:pt x="37086" y="77764"/>
                </a:lnTo>
                <a:lnTo>
                  <a:pt x="36411" y="77803"/>
                </a:lnTo>
                <a:lnTo>
                  <a:pt x="35722" y="77835"/>
                </a:lnTo>
                <a:lnTo>
                  <a:pt x="35019" y="77862"/>
                </a:lnTo>
                <a:lnTo>
                  <a:pt x="34303" y="77883"/>
                </a:lnTo>
                <a:lnTo>
                  <a:pt x="33573" y="77898"/>
                </a:lnTo>
                <a:lnTo>
                  <a:pt x="32829" y="77906"/>
                </a:lnTo>
                <a:lnTo>
                  <a:pt x="32072" y="77909"/>
                </a:lnTo>
                <a:lnTo>
                  <a:pt x="12272" y="77909"/>
                </a:lnTo>
                <a:lnTo>
                  <a:pt x="12272" y="7187"/>
                </a:lnTo>
                <a:lnTo>
                  <a:pt x="31755" y="7187"/>
                </a:lnTo>
                <a:close/>
                <a:moveTo>
                  <a:pt x="135919" y="80440"/>
                </a:moveTo>
                <a:cubicBezTo>
                  <a:pt x="131702" y="84094"/>
                  <a:pt x="127643" y="86674"/>
                  <a:pt x="123742" y="88179"/>
                </a:cubicBezTo>
                <a:cubicBezTo>
                  <a:pt x="119841" y="89683"/>
                  <a:pt x="115655" y="90434"/>
                  <a:pt x="111185" y="90434"/>
                </a:cubicBezTo>
                <a:cubicBezTo>
                  <a:pt x="103805" y="90434"/>
                  <a:pt x="98133" y="88632"/>
                  <a:pt x="94169" y="85026"/>
                </a:cubicBezTo>
                <a:cubicBezTo>
                  <a:pt x="90205" y="81420"/>
                  <a:pt x="88223" y="76813"/>
                  <a:pt x="88223" y="71204"/>
                </a:cubicBezTo>
                <a:cubicBezTo>
                  <a:pt x="88223" y="67915"/>
                  <a:pt x="88971" y="64910"/>
                  <a:pt x="90468" y="62190"/>
                </a:cubicBezTo>
                <a:cubicBezTo>
                  <a:pt x="91965" y="59470"/>
                  <a:pt x="93926" y="57287"/>
                  <a:pt x="96351" y="55643"/>
                </a:cubicBezTo>
                <a:cubicBezTo>
                  <a:pt x="98776" y="53998"/>
                  <a:pt x="101507" y="52754"/>
                  <a:pt x="104543" y="51910"/>
                </a:cubicBezTo>
                <a:cubicBezTo>
                  <a:pt x="106778" y="51320"/>
                  <a:pt x="110152" y="50751"/>
                  <a:pt x="114664" y="50203"/>
                </a:cubicBezTo>
                <a:cubicBezTo>
                  <a:pt x="123858" y="49106"/>
                  <a:pt x="130626" y="47799"/>
                  <a:pt x="134970" y="46281"/>
                </a:cubicBezTo>
                <a:cubicBezTo>
                  <a:pt x="135012" y="44727"/>
                  <a:pt x="135033" y="43740"/>
                  <a:pt x="135033" y="43319"/>
                </a:cubicBezTo>
                <a:cubicBezTo>
                  <a:pt x="135033" y="38697"/>
                  <a:pt x="133958" y="35442"/>
                  <a:pt x="131807" y="33552"/>
                </a:cubicBezTo>
                <a:cubicBezTo>
                  <a:pt x="128897" y="30989"/>
                  <a:pt x="124575" y="29707"/>
                  <a:pt x="118839" y="29707"/>
                </a:cubicBezTo>
                <a:cubicBezTo>
                  <a:pt x="113484" y="29707"/>
                  <a:pt x="109530" y="30645"/>
                  <a:pt x="106979" y="32522"/>
                </a:cubicBezTo>
                <a:cubicBezTo>
                  <a:pt x="104427" y="34399"/>
                  <a:pt x="102540" y="37720"/>
                  <a:pt x="101317" y="42485"/>
                </a:cubicBezTo>
                <a:lnTo>
                  <a:pt x="90184" y="40967"/>
                </a:lnTo>
                <a:cubicBezTo>
                  <a:pt x="91196" y="36187"/>
                  <a:pt x="92862" y="32327"/>
                  <a:pt x="95181" y="29387"/>
                </a:cubicBezTo>
                <a:cubicBezTo>
                  <a:pt x="97500" y="26447"/>
                  <a:pt x="100853" y="24184"/>
                  <a:pt x="105239" y="22598"/>
                </a:cubicBezTo>
                <a:cubicBezTo>
                  <a:pt x="109625" y="21012"/>
                  <a:pt x="114707" y="20218"/>
                  <a:pt x="120484" y="20218"/>
                </a:cubicBezTo>
                <a:cubicBezTo>
                  <a:pt x="126219" y="20218"/>
                  <a:pt x="130879" y="20896"/>
                  <a:pt x="134464" y="22250"/>
                </a:cubicBezTo>
                <a:cubicBezTo>
                  <a:pt x="138049" y="23604"/>
                  <a:pt x="140684" y="25307"/>
                  <a:pt x="142371" y="27361"/>
                </a:cubicBezTo>
                <a:cubicBezTo>
                  <a:pt x="144058" y="29412"/>
                  <a:pt x="145239" y="32005"/>
                  <a:pt x="145914" y="35137"/>
                </a:cubicBezTo>
                <a:cubicBezTo>
                  <a:pt x="146293" y="37084"/>
                  <a:pt x="146483" y="40580"/>
                  <a:pt x="146483" y="45626"/>
                </a:cubicBezTo>
                <a:lnTo>
                  <a:pt x="146483" y="60765"/>
                </a:lnTo>
                <a:cubicBezTo>
                  <a:pt x="146483" y="71319"/>
                  <a:pt x="146726" y="78004"/>
                  <a:pt x="147210" y="80819"/>
                </a:cubicBezTo>
                <a:cubicBezTo>
                  <a:pt x="147695" y="83634"/>
                  <a:pt x="148655" y="86333"/>
                  <a:pt x="150089" y="88916"/>
                </a:cubicBezTo>
                <a:lnTo>
                  <a:pt x="138196" y="88916"/>
                </a:lnTo>
                <a:cubicBezTo>
                  <a:pt x="137015" y="86501"/>
                  <a:pt x="136256" y="83675"/>
                  <a:pt x="135919" y="80440"/>
                </a:cubicBezTo>
                <a:moveTo>
                  <a:pt x="134970" y="55263"/>
                </a:moveTo>
                <a:cubicBezTo>
                  <a:pt x="130837" y="56942"/>
                  <a:pt x="124638" y="58369"/>
                  <a:pt x="116372" y="59545"/>
                </a:cubicBezTo>
                <a:cubicBezTo>
                  <a:pt x="111691" y="60216"/>
                  <a:pt x="108381" y="60971"/>
                  <a:pt x="106441" y="61810"/>
                </a:cubicBezTo>
                <a:cubicBezTo>
                  <a:pt x="104501" y="62650"/>
                  <a:pt x="103004" y="63877"/>
                  <a:pt x="101950" y="65493"/>
                </a:cubicBezTo>
                <a:cubicBezTo>
                  <a:pt x="100895" y="67109"/>
                  <a:pt x="100368" y="68903"/>
                  <a:pt x="100368" y="70876"/>
                </a:cubicBezTo>
                <a:cubicBezTo>
                  <a:pt x="100368" y="73898"/>
                  <a:pt x="101517" y="76416"/>
                  <a:pt x="103816" y="78431"/>
                </a:cubicBezTo>
                <a:cubicBezTo>
                  <a:pt x="106114" y="80445"/>
                  <a:pt x="109477" y="81452"/>
                  <a:pt x="113905" y="81452"/>
                </a:cubicBezTo>
                <a:cubicBezTo>
                  <a:pt x="118291" y="81452"/>
                  <a:pt x="122192" y="80496"/>
                  <a:pt x="125608" y="78583"/>
                </a:cubicBezTo>
                <a:cubicBezTo>
                  <a:pt x="129024" y="76670"/>
                  <a:pt x="131533" y="74056"/>
                  <a:pt x="133136" y="70742"/>
                </a:cubicBezTo>
                <a:cubicBezTo>
                  <a:pt x="134359" y="68184"/>
                  <a:pt x="134970" y="64408"/>
                  <a:pt x="134970" y="59416"/>
                </a:cubicBezTo>
                <a:lnTo>
                  <a:pt x="134970" y="55263"/>
                </a:lnTo>
                <a:close/>
                <a:moveTo>
                  <a:pt x="188464" y="78802"/>
                </a:moveTo>
                <a:lnTo>
                  <a:pt x="188217" y="78836"/>
                </a:lnTo>
                <a:lnTo>
                  <a:pt x="187973" y="78867"/>
                </a:lnTo>
                <a:lnTo>
                  <a:pt x="187733" y="78897"/>
                </a:lnTo>
                <a:lnTo>
                  <a:pt x="187498" y="78925"/>
                </a:lnTo>
                <a:lnTo>
                  <a:pt x="187267" y="78952"/>
                </a:lnTo>
                <a:lnTo>
                  <a:pt x="187040" y="78978"/>
                </a:lnTo>
                <a:lnTo>
                  <a:pt x="186817" y="79002"/>
                </a:lnTo>
                <a:lnTo>
                  <a:pt x="186598" y="79024"/>
                </a:lnTo>
                <a:lnTo>
                  <a:pt x="186384" y="79045"/>
                </a:lnTo>
                <a:lnTo>
                  <a:pt x="186173" y="79064"/>
                </a:lnTo>
                <a:lnTo>
                  <a:pt x="185967" y="79082"/>
                </a:lnTo>
                <a:lnTo>
                  <a:pt x="185765" y="79098"/>
                </a:lnTo>
                <a:lnTo>
                  <a:pt x="185568" y="79112"/>
                </a:lnTo>
                <a:lnTo>
                  <a:pt x="185374" y="79125"/>
                </a:lnTo>
                <a:lnTo>
                  <a:pt x="185185" y="79137"/>
                </a:lnTo>
                <a:lnTo>
                  <a:pt x="184999" y="79147"/>
                </a:lnTo>
                <a:lnTo>
                  <a:pt x="184818" y="79155"/>
                </a:lnTo>
                <a:lnTo>
                  <a:pt x="184641" y="79162"/>
                </a:lnTo>
                <a:lnTo>
                  <a:pt x="184468" y="79168"/>
                </a:lnTo>
                <a:lnTo>
                  <a:pt x="184300" y="79171"/>
                </a:lnTo>
                <a:lnTo>
                  <a:pt x="184136" y="79174"/>
                </a:lnTo>
                <a:lnTo>
                  <a:pt x="183975" y="79175"/>
                </a:lnTo>
                <a:lnTo>
                  <a:pt x="183766" y="79173"/>
                </a:lnTo>
                <a:lnTo>
                  <a:pt x="183562" y="79169"/>
                </a:lnTo>
                <a:lnTo>
                  <a:pt x="183361" y="79162"/>
                </a:lnTo>
                <a:lnTo>
                  <a:pt x="183164" y="79152"/>
                </a:lnTo>
                <a:lnTo>
                  <a:pt x="182972" y="79139"/>
                </a:lnTo>
                <a:lnTo>
                  <a:pt x="182783" y="79123"/>
                </a:lnTo>
                <a:lnTo>
                  <a:pt x="182599" y="79105"/>
                </a:lnTo>
                <a:lnTo>
                  <a:pt x="182418" y="79083"/>
                </a:lnTo>
                <a:lnTo>
                  <a:pt x="182242" y="79059"/>
                </a:lnTo>
                <a:lnTo>
                  <a:pt x="182070" y="79032"/>
                </a:lnTo>
                <a:lnTo>
                  <a:pt x="181902" y="79002"/>
                </a:lnTo>
                <a:lnTo>
                  <a:pt x="181738" y="78969"/>
                </a:lnTo>
                <a:lnTo>
                  <a:pt x="181577" y="78933"/>
                </a:lnTo>
                <a:lnTo>
                  <a:pt x="181421" y="78895"/>
                </a:lnTo>
                <a:lnTo>
                  <a:pt x="181270" y="78853"/>
                </a:lnTo>
                <a:lnTo>
                  <a:pt x="181122" y="78809"/>
                </a:lnTo>
                <a:lnTo>
                  <a:pt x="180978" y="78762"/>
                </a:lnTo>
                <a:lnTo>
                  <a:pt x="180838" y="78712"/>
                </a:lnTo>
                <a:lnTo>
                  <a:pt x="180702" y="78659"/>
                </a:lnTo>
                <a:lnTo>
                  <a:pt x="180571" y="78603"/>
                </a:lnTo>
                <a:lnTo>
                  <a:pt x="180443" y="78545"/>
                </a:lnTo>
                <a:lnTo>
                  <a:pt x="180320" y="78484"/>
                </a:lnTo>
                <a:lnTo>
                  <a:pt x="180200" y="78419"/>
                </a:lnTo>
                <a:lnTo>
                  <a:pt x="180085" y="78352"/>
                </a:lnTo>
                <a:lnTo>
                  <a:pt x="179973" y="78283"/>
                </a:lnTo>
                <a:lnTo>
                  <a:pt x="179864" y="78211"/>
                </a:lnTo>
                <a:lnTo>
                  <a:pt x="179757" y="78138"/>
                </a:lnTo>
                <a:lnTo>
                  <a:pt x="179653" y="78062"/>
                </a:lnTo>
                <a:lnTo>
                  <a:pt x="179551" y="77985"/>
                </a:lnTo>
                <a:lnTo>
                  <a:pt x="179452" y="77905"/>
                </a:lnTo>
                <a:lnTo>
                  <a:pt x="179356" y="77824"/>
                </a:lnTo>
                <a:lnTo>
                  <a:pt x="179263" y="77741"/>
                </a:lnTo>
                <a:lnTo>
                  <a:pt x="179172" y="77655"/>
                </a:lnTo>
                <a:lnTo>
                  <a:pt x="179083" y="77568"/>
                </a:lnTo>
                <a:lnTo>
                  <a:pt x="178998" y="77479"/>
                </a:lnTo>
                <a:lnTo>
                  <a:pt x="178915" y="77388"/>
                </a:lnTo>
                <a:lnTo>
                  <a:pt x="178834" y="77294"/>
                </a:lnTo>
                <a:lnTo>
                  <a:pt x="178757" y="77199"/>
                </a:lnTo>
                <a:lnTo>
                  <a:pt x="178681" y="77102"/>
                </a:lnTo>
                <a:lnTo>
                  <a:pt x="178609" y="77003"/>
                </a:lnTo>
                <a:lnTo>
                  <a:pt x="178539" y="76902"/>
                </a:lnTo>
                <a:lnTo>
                  <a:pt x="178472" y="76798"/>
                </a:lnTo>
                <a:lnTo>
                  <a:pt x="178407" y="76693"/>
                </a:lnTo>
                <a:lnTo>
                  <a:pt x="178345" y="76586"/>
                </a:lnTo>
                <a:lnTo>
                  <a:pt x="178286" y="76477"/>
                </a:lnTo>
                <a:lnTo>
                  <a:pt x="178229" y="76366"/>
                </a:lnTo>
                <a:lnTo>
                  <a:pt x="178175" y="76253"/>
                </a:lnTo>
                <a:lnTo>
                  <a:pt x="178124" y="76138"/>
                </a:lnTo>
                <a:lnTo>
                  <a:pt x="178075" y="76016"/>
                </a:lnTo>
                <a:lnTo>
                  <a:pt x="178028" y="75882"/>
                </a:lnTo>
                <a:lnTo>
                  <a:pt x="177983" y="75736"/>
                </a:lnTo>
                <a:lnTo>
                  <a:pt x="177940" y="75578"/>
                </a:lnTo>
                <a:lnTo>
                  <a:pt x="177900" y="75407"/>
                </a:lnTo>
                <a:lnTo>
                  <a:pt x="177861" y="75225"/>
                </a:lnTo>
                <a:lnTo>
                  <a:pt x="177825" y="75030"/>
                </a:lnTo>
                <a:lnTo>
                  <a:pt x="177790" y="74824"/>
                </a:lnTo>
                <a:lnTo>
                  <a:pt x="177758" y="74605"/>
                </a:lnTo>
                <a:lnTo>
                  <a:pt x="177727" y="74374"/>
                </a:lnTo>
                <a:lnTo>
                  <a:pt x="177699" y="74132"/>
                </a:lnTo>
                <a:lnTo>
                  <a:pt x="177673" y="73877"/>
                </a:lnTo>
                <a:lnTo>
                  <a:pt x="177649" y="73610"/>
                </a:lnTo>
                <a:lnTo>
                  <a:pt x="177627" y="73331"/>
                </a:lnTo>
                <a:lnTo>
                  <a:pt x="177607" y="73040"/>
                </a:lnTo>
                <a:lnTo>
                  <a:pt x="177590" y="72736"/>
                </a:lnTo>
                <a:lnTo>
                  <a:pt x="177574" y="72421"/>
                </a:lnTo>
                <a:lnTo>
                  <a:pt x="177561" y="72094"/>
                </a:lnTo>
                <a:lnTo>
                  <a:pt x="177549" y="71754"/>
                </a:lnTo>
                <a:lnTo>
                  <a:pt x="177540" y="71403"/>
                </a:lnTo>
                <a:lnTo>
                  <a:pt x="177532" y="71039"/>
                </a:lnTo>
                <a:lnTo>
                  <a:pt x="177527" y="70663"/>
                </a:lnTo>
                <a:lnTo>
                  <a:pt x="177524" y="70276"/>
                </a:lnTo>
                <a:lnTo>
                  <a:pt x="177523" y="69876"/>
                </a:lnTo>
                <a:lnTo>
                  <a:pt x="177523" y="30593"/>
                </a:lnTo>
                <a:lnTo>
                  <a:pt x="188973" y="30593"/>
                </a:lnTo>
                <a:lnTo>
                  <a:pt x="188973" y="21737"/>
                </a:lnTo>
                <a:lnTo>
                  <a:pt x="177523" y="21737"/>
                </a:lnTo>
                <a:lnTo>
                  <a:pt x="177523" y="0"/>
                </a:lnTo>
                <a:lnTo>
                  <a:pt x="174652" y="0"/>
                </a:lnTo>
                <a:lnTo>
                  <a:pt x="166200" y="5100"/>
                </a:lnTo>
                <a:lnTo>
                  <a:pt x="166200" y="21737"/>
                </a:lnTo>
                <a:lnTo>
                  <a:pt x="157850" y="21737"/>
                </a:lnTo>
                <a:lnTo>
                  <a:pt x="157850" y="30593"/>
                </a:lnTo>
                <a:lnTo>
                  <a:pt x="166200" y="30593"/>
                </a:lnTo>
                <a:lnTo>
                  <a:pt x="166200" y="69243"/>
                </a:lnTo>
                <a:lnTo>
                  <a:pt x="166202" y="70085"/>
                </a:lnTo>
                <a:lnTo>
                  <a:pt x="166210" y="70902"/>
                </a:lnTo>
                <a:lnTo>
                  <a:pt x="166222" y="71695"/>
                </a:lnTo>
                <a:lnTo>
                  <a:pt x="166238" y="72463"/>
                </a:lnTo>
                <a:lnTo>
                  <a:pt x="166260" y="73207"/>
                </a:lnTo>
                <a:lnTo>
                  <a:pt x="166287" y="73926"/>
                </a:lnTo>
                <a:lnTo>
                  <a:pt x="166318" y="74621"/>
                </a:lnTo>
                <a:lnTo>
                  <a:pt x="166354" y="75291"/>
                </a:lnTo>
                <a:lnTo>
                  <a:pt x="166396" y="75937"/>
                </a:lnTo>
                <a:lnTo>
                  <a:pt x="166441" y="76558"/>
                </a:lnTo>
                <a:lnTo>
                  <a:pt x="166492" y="77155"/>
                </a:lnTo>
                <a:lnTo>
                  <a:pt x="166548" y="77728"/>
                </a:lnTo>
                <a:lnTo>
                  <a:pt x="166608" y="78275"/>
                </a:lnTo>
                <a:lnTo>
                  <a:pt x="166673" y="78799"/>
                </a:lnTo>
                <a:lnTo>
                  <a:pt x="166743" y="79298"/>
                </a:lnTo>
                <a:lnTo>
                  <a:pt x="166818" y="79772"/>
                </a:lnTo>
                <a:lnTo>
                  <a:pt x="166898" y="80222"/>
                </a:lnTo>
                <a:lnTo>
                  <a:pt x="166983" y="80647"/>
                </a:lnTo>
                <a:lnTo>
                  <a:pt x="167072" y="81048"/>
                </a:lnTo>
                <a:lnTo>
                  <a:pt x="167166" y="81425"/>
                </a:lnTo>
                <a:lnTo>
                  <a:pt x="167265" y="81777"/>
                </a:lnTo>
                <a:lnTo>
                  <a:pt x="167369" y="82104"/>
                </a:lnTo>
                <a:lnTo>
                  <a:pt x="167478" y="82407"/>
                </a:lnTo>
                <a:lnTo>
                  <a:pt x="167592" y="82685"/>
                </a:lnTo>
                <a:lnTo>
                  <a:pt x="167711" y="82949"/>
                </a:lnTo>
                <a:lnTo>
                  <a:pt x="167838" y="83209"/>
                </a:lnTo>
                <a:lnTo>
                  <a:pt x="167971" y="83465"/>
                </a:lnTo>
                <a:lnTo>
                  <a:pt x="168112" y="83716"/>
                </a:lnTo>
                <a:lnTo>
                  <a:pt x="168259" y="83963"/>
                </a:lnTo>
                <a:lnTo>
                  <a:pt x="168414" y="84206"/>
                </a:lnTo>
                <a:lnTo>
                  <a:pt x="168576" y="84444"/>
                </a:lnTo>
                <a:lnTo>
                  <a:pt x="168744" y="84678"/>
                </a:lnTo>
                <a:lnTo>
                  <a:pt x="168920" y="84908"/>
                </a:lnTo>
                <a:lnTo>
                  <a:pt x="169103" y="85133"/>
                </a:lnTo>
                <a:lnTo>
                  <a:pt x="169292" y="85355"/>
                </a:lnTo>
                <a:lnTo>
                  <a:pt x="169489" y="85572"/>
                </a:lnTo>
                <a:lnTo>
                  <a:pt x="169693" y="85784"/>
                </a:lnTo>
                <a:lnTo>
                  <a:pt x="169904" y="85993"/>
                </a:lnTo>
                <a:lnTo>
                  <a:pt x="170122" y="86197"/>
                </a:lnTo>
                <a:lnTo>
                  <a:pt x="170347" y="86396"/>
                </a:lnTo>
                <a:lnTo>
                  <a:pt x="170579" y="86592"/>
                </a:lnTo>
                <a:lnTo>
                  <a:pt x="170818" y="86783"/>
                </a:lnTo>
                <a:lnTo>
                  <a:pt x="171064" y="86970"/>
                </a:lnTo>
                <a:lnTo>
                  <a:pt x="171317" y="87153"/>
                </a:lnTo>
                <a:lnTo>
                  <a:pt x="171577" y="87331"/>
                </a:lnTo>
                <a:lnTo>
                  <a:pt x="171844" y="87505"/>
                </a:lnTo>
                <a:lnTo>
                  <a:pt x="172118" y="87675"/>
                </a:lnTo>
                <a:lnTo>
                  <a:pt x="172399" y="87841"/>
                </a:lnTo>
                <a:lnTo>
                  <a:pt x="172689" y="88001"/>
                </a:lnTo>
                <a:lnTo>
                  <a:pt x="172988" y="88154"/>
                </a:lnTo>
                <a:lnTo>
                  <a:pt x="173297" y="88300"/>
                </a:lnTo>
                <a:lnTo>
                  <a:pt x="173615" y="88440"/>
                </a:lnTo>
                <a:lnTo>
                  <a:pt x="173943" y="88573"/>
                </a:lnTo>
                <a:lnTo>
                  <a:pt x="174281" y="88699"/>
                </a:lnTo>
                <a:lnTo>
                  <a:pt x="174629" y="88818"/>
                </a:lnTo>
                <a:lnTo>
                  <a:pt x="174986" y="88930"/>
                </a:lnTo>
                <a:lnTo>
                  <a:pt x="175352" y="89036"/>
                </a:lnTo>
                <a:lnTo>
                  <a:pt x="175729" y="89135"/>
                </a:lnTo>
                <a:lnTo>
                  <a:pt x="176115" y="89227"/>
                </a:lnTo>
                <a:lnTo>
                  <a:pt x="176511" y="89312"/>
                </a:lnTo>
                <a:lnTo>
                  <a:pt x="176916" y="89390"/>
                </a:lnTo>
                <a:lnTo>
                  <a:pt x="177331" y="89461"/>
                </a:lnTo>
                <a:lnTo>
                  <a:pt x="177756" y="89526"/>
                </a:lnTo>
                <a:lnTo>
                  <a:pt x="178191" y="89584"/>
                </a:lnTo>
                <a:lnTo>
                  <a:pt x="178635" y="89635"/>
                </a:lnTo>
                <a:lnTo>
                  <a:pt x="179089" y="89679"/>
                </a:lnTo>
                <a:lnTo>
                  <a:pt x="179552" y="89717"/>
                </a:lnTo>
                <a:lnTo>
                  <a:pt x="180025" y="89747"/>
                </a:lnTo>
                <a:lnTo>
                  <a:pt x="180508" y="89771"/>
                </a:lnTo>
                <a:lnTo>
                  <a:pt x="181000" y="89788"/>
                </a:lnTo>
                <a:lnTo>
                  <a:pt x="181503" y="89798"/>
                </a:lnTo>
                <a:lnTo>
                  <a:pt x="182014" y="89802"/>
                </a:lnTo>
                <a:lnTo>
                  <a:pt x="182332" y="89800"/>
                </a:lnTo>
                <a:lnTo>
                  <a:pt x="182654" y="89795"/>
                </a:lnTo>
                <a:lnTo>
                  <a:pt x="182979" y="89786"/>
                </a:lnTo>
                <a:lnTo>
                  <a:pt x="183308" y="89774"/>
                </a:lnTo>
                <a:lnTo>
                  <a:pt x="183640" y="89758"/>
                </a:lnTo>
                <a:lnTo>
                  <a:pt x="183975" y="89739"/>
                </a:lnTo>
                <a:lnTo>
                  <a:pt x="184314" y="89716"/>
                </a:lnTo>
                <a:lnTo>
                  <a:pt x="184657" y="89689"/>
                </a:lnTo>
                <a:lnTo>
                  <a:pt x="185003" y="89660"/>
                </a:lnTo>
                <a:lnTo>
                  <a:pt x="185353" y="89626"/>
                </a:lnTo>
                <a:lnTo>
                  <a:pt x="185706" y="89589"/>
                </a:lnTo>
                <a:lnTo>
                  <a:pt x="186063" y="89549"/>
                </a:lnTo>
                <a:lnTo>
                  <a:pt x="186423" y="89505"/>
                </a:lnTo>
                <a:lnTo>
                  <a:pt x="186787" y="89457"/>
                </a:lnTo>
                <a:lnTo>
                  <a:pt x="187154" y="89407"/>
                </a:lnTo>
                <a:lnTo>
                  <a:pt x="187525" y="89352"/>
                </a:lnTo>
                <a:lnTo>
                  <a:pt x="187899" y="89294"/>
                </a:lnTo>
                <a:lnTo>
                  <a:pt x="188277" y="89233"/>
                </a:lnTo>
                <a:lnTo>
                  <a:pt x="188658" y="89168"/>
                </a:lnTo>
                <a:lnTo>
                  <a:pt x="189043" y="89099"/>
                </a:lnTo>
                <a:lnTo>
                  <a:pt x="189431" y="89027"/>
                </a:lnTo>
                <a:lnTo>
                  <a:pt x="189823" y="88951"/>
                </a:lnTo>
                <a:lnTo>
                  <a:pt x="190218" y="88872"/>
                </a:lnTo>
                <a:lnTo>
                  <a:pt x="190617" y="88790"/>
                </a:lnTo>
                <a:lnTo>
                  <a:pt x="188973" y="78732"/>
                </a:lnTo>
                <a:lnTo>
                  <a:pt x="188716" y="78768"/>
                </a:lnTo>
                <a:lnTo>
                  <a:pt x="188464" y="78802"/>
                </a:lnTo>
                <a:close/>
                <a:moveTo>
                  <a:pt x="243836" y="80440"/>
                </a:moveTo>
                <a:cubicBezTo>
                  <a:pt x="239618" y="84094"/>
                  <a:pt x="235559" y="86674"/>
                  <a:pt x="231658" y="88179"/>
                </a:cubicBezTo>
                <a:cubicBezTo>
                  <a:pt x="227758" y="89683"/>
                  <a:pt x="223572" y="90434"/>
                  <a:pt x="219102" y="90434"/>
                </a:cubicBezTo>
                <a:cubicBezTo>
                  <a:pt x="211722" y="90434"/>
                  <a:pt x="206050" y="88632"/>
                  <a:pt x="202085" y="85026"/>
                </a:cubicBezTo>
                <a:cubicBezTo>
                  <a:pt x="198121" y="81420"/>
                  <a:pt x="196139" y="76813"/>
                  <a:pt x="196139" y="71204"/>
                </a:cubicBezTo>
                <a:cubicBezTo>
                  <a:pt x="196139" y="67915"/>
                  <a:pt x="196888" y="64910"/>
                  <a:pt x="198385" y="62190"/>
                </a:cubicBezTo>
                <a:cubicBezTo>
                  <a:pt x="199882" y="59470"/>
                  <a:pt x="201843" y="57287"/>
                  <a:pt x="204268" y="55643"/>
                </a:cubicBezTo>
                <a:cubicBezTo>
                  <a:pt x="206693" y="53998"/>
                  <a:pt x="209423" y="52754"/>
                  <a:pt x="212460" y="51910"/>
                </a:cubicBezTo>
                <a:cubicBezTo>
                  <a:pt x="214695" y="51320"/>
                  <a:pt x="218069" y="50751"/>
                  <a:pt x="222581" y="50203"/>
                </a:cubicBezTo>
                <a:cubicBezTo>
                  <a:pt x="231774" y="49106"/>
                  <a:pt x="238543" y="47799"/>
                  <a:pt x="242887" y="46281"/>
                </a:cubicBezTo>
                <a:cubicBezTo>
                  <a:pt x="242929" y="44727"/>
                  <a:pt x="242950" y="43740"/>
                  <a:pt x="242950" y="43319"/>
                </a:cubicBezTo>
                <a:cubicBezTo>
                  <a:pt x="242950" y="38697"/>
                  <a:pt x="241875" y="35442"/>
                  <a:pt x="239724" y="33552"/>
                </a:cubicBezTo>
                <a:cubicBezTo>
                  <a:pt x="236814" y="30989"/>
                  <a:pt x="232491" y="29707"/>
                  <a:pt x="226756" y="29707"/>
                </a:cubicBezTo>
                <a:cubicBezTo>
                  <a:pt x="221400" y="29707"/>
                  <a:pt x="217447" y="30645"/>
                  <a:pt x="214895" y="32522"/>
                </a:cubicBezTo>
                <a:cubicBezTo>
                  <a:pt x="212344" y="34399"/>
                  <a:pt x="210457" y="37720"/>
                  <a:pt x="209234" y="42485"/>
                </a:cubicBezTo>
                <a:lnTo>
                  <a:pt x="198100" y="40967"/>
                </a:lnTo>
                <a:cubicBezTo>
                  <a:pt x="199112" y="36187"/>
                  <a:pt x="200778" y="32327"/>
                  <a:pt x="203098" y="29387"/>
                </a:cubicBezTo>
                <a:cubicBezTo>
                  <a:pt x="205417" y="26447"/>
                  <a:pt x="208770" y="24184"/>
                  <a:pt x="213156" y="22598"/>
                </a:cubicBezTo>
                <a:cubicBezTo>
                  <a:pt x="217541" y="21012"/>
                  <a:pt x="222623" y="20218"/>
                  <a:pt x="228401" y="20218"/>
                </a:cubicBezTo>
                <a:cubicBezTo>
                  <a:pt x="234136" y="20218"/>
                  <a:pt x="238796" y="20896"/>
                  <a:pt x="242381" y="22250"/>
                </a:cubicBezTo>
                <a:cubicBezTo>
                  <a:pt x="245965" y="23604"/>
                  <a:pt x="248601" y="25307"/>
                  <a:pt x="250288" y="27361"/>
                </a:cubicBezTo>
                <a:cubicBezTo>
                  <a:pt x="251975" y="29412"/>
                  <a:pt x="253156" y="32005"/>
                  <a:pt x="253830" y="35137"/>
                </a:cubicBezTo>
                <a:cubicBezTo>
                  <a:pt x="254210" y="37084"/>
                  <a:pt x="254400" y="40580"/>
                  <a:pt x="254400" y="45626"/>
                </a:cubicBezTo>
                <a:lnTo>
                  <a:pt x="254400" y="60765"/>
                </a:lnTo>
                <a:cubicBezTo>
                  <a:pt x="254400" y="71319"/>
                  <a:pt x="254642" y="78004"/>
                  <a:pt x="255127" y="80819"/>
                </a:cubicBezTo>
                <a:cubicBezTo>
                  <a:pt x="255612" y="83634"/>
                  <a:pt x="256571" y="86333"/>
                  <a:pt x="258005" y="88916"/>
                </a:cubicBezTo>
                <a:lnTo>
                  <a:pt x="246113" y="88916"/>
                </a:lnTo>
                <a:cubicBezTo>
                  <a:pt x="244932" y="86501"/>
                  <a:pt x="244173" y="83675"/>
                  <a:pt x="243836" y="80440"/>
                </a:cubicBezTo>
                <a:moveTo>
                  <a:pt x="242887" y="55263"/>
                </a:moveTo>
                <a:cubicBezTo>
                  <a:pt x="238754" y="56942"/>
                  <a:pt x="232555" y="58369"/>
                  <a:pt x="224289" y="59545"/>
                </a:cubicBezTo>
                <a:cubicBezTo>
                  <a:pt x="219608" y="60216"/>
                  <a:pt x="216297" y="60971"/>
                  <a:pt x="214357" y="61810"/>
                </a:cubicBezTo>
                <a:cubicBezTo>
                  <a:pt x="212418" y="62650"/>
                  <a:pt x="210920" y="63877"/>
                  <a:pt x="209866" y="65493"/>
                </a:cubicBezTo>
                <a:cubicBezTo>
                  <a:pt x="208812" y="67109"/>
                  <a:pt x="208285" y="68903"/>
                  <a:pt x="208285" y="70876"/>
                </a:cubicBezTo>
                <a:cubicBezTo>
                  <a:pt x="208285" y="73898"/>
                  <a:pt x="209434" y="76416"/>
                  <a:pt x="211732" y="78431"/>
                </a:cubicBezTo>
                <a:cubicBezTo>
                  <a:pt x="214031" y="80445"/>
                  <a:pt x="217394" y="81452"/>
                  <a:pt x="221822" y="81452"/>
                </a:cubicBezTo>
                <a:cubicBezTo>
                  <a:pt x="226208" y="81452"/>
                  <a:pt x="230109" y="80496"/>
                  <a:pt x="233525" y="78583"/>
                </a:cubicBezTo>
                <a:cubicBezTo>
                  <a:pt x="236941" y="76670"/>
                  <a:pt x="239450" y="74056"/>
                  <a:pt x="241052" y="70742"/>
                </a:cubicBezTo>
                <a:cubicBezTo>
                  <a:pt x="242275" y="68184"/>
                  <a:pt x="242887" y="64408"/>
                  <a:pt x="242887" y="59416"/>
                </a:cubicBezTo>
                <a:lnTo>
                  <a:pt x="242887" y="55263"/>
                </a:lnTo>
                <a:close/>
                <a:moveTo>
                  <a:pt x="322274" y="46787"/>
                </a:moveTo>
                <a:lnTo>
                  <a:pt x="365795" y="46787"/>
                </a:lnTo>
                <a:lnTo>
                  <a:pt x="365795" y="35780"/>
                </a:lnTo>
                <a:lnTo>
                  <a:pt x="322274" y="35780"/>
                </a:lnTo>
                <a:lnTo>
                  <a:pt x="322274" y="7187"/>
                </a:lnTo>
                <a:lnTo>
                  <a:pt x="372564" y="7187"/>
                </a:lnTo>
                <a:lnTo>
                  <a:pt x="372564" y="0"/>
                </a:lnTo>
                <a:lnTo>
                  <a:pt x="310002" y="0"/>
                </a:lnTo>
                <a:lnTo>
                  <a:pt x="310002" y="88916"/>
                </a:lnTo>
                <a:lnTo>
                  <a:pt x="322274" y="88916"/>
                </a:lnTo>
                <a:lnTo>
                  <a:pt x="322274" y="46787"/>
                </a:lnTo>
                <a:close/>
                <a:moveTo>
                  <a:pt x="398075" y="0"/>
                </a:moveTo>
                <a:lnTo>
                  <a:pt x="386689" y="0"/>
                </a:lnTo>
                <a:lnTo>
                  <a:pt x="386689" y="88916"/>
                </a:lnTo>
                <a:lnTo>
                  <a:pt x="398075" y="88916"/>
                </a:lnTo>
                <a:lnTo>
                  <a:pt x="398075" y="0"/>
                </a:lnTo>
                <a:close/>
                <a:moveTo>
                  <a:pt x="411464" y="55326"/>
                </a:moveTo>
                <a:cubicBezTo>
                  <a:pt x="411464" y="42886"/>
                  <a:pt x="414922" y="33671"/>
                  <a:pt x="421838" y="27683"/>
                </a:cubicBezTo>
                <a:cubicBezTo>
                  <a:pt x="427615" y="22706"/>
                  <a:pt x="434658" y="20218"/>
                  <a:pt x="442966" y="20218"/>
                </a:cubicBezTo>
                <a:cubicBezTo>
                  <a:pt x="452202" y="20218"/>
                  <a:pt x="459750" y="23244"/>
                  <a:pt x="465612" y="29296"/>
                </a:cubicBezTo>
                <a:cubicBezTo>
                  <a:pt x="471474" y="35347"/>
                  <a:pt x="474405" y="43708"/>
                  <a:pt x="474405" y="54378"/>
                </a:cubicBezTo>
                <a:cubicBezTo>
                  <a:pt x="474405" y="63023"/>
                  <a:pt x="473108" y="69823"/>
                  <a:pt x="470515" y="74778"/>
                </a:cubicBezTo>
                <a:cubicBezTo>
                  <a:pt x="467921" y="79733"/>
                  <a:pt x="464147" y="83582"/>
                  <a:pt x="459191" y="86323"/>
                </a:cubicBezTo>
                <a:cubicBezTo>
                  <a:pt x="454236" y="89064"/>
                  <a:pt x="448828" y="90434"/>
                  <a:pt x="442966" y="90434"/>
                </a:cubicBezTo>
                <a:cubicBezTo>
                  <a:pt x="433562" y="90434"/>
                  <a:pt x="425960" y="87419"/>
                  <a:pt x="420161" y="81389"/>
                </a:cubicBezTo>
                <a:cubicBezTo>
                  <a:pt x="414363" y="75358"/>
                  <a:pt x="411464" y="66671"/>
                  <a:pt x="411464" y="55326"/>
                </a:cubicBezTo>
                <a:moveTo>
                  <a:pt x="423166" y="55358"/>
                </a:moveTo>
                <a:cubicBezTo>
                  <a:pt x="423166" y="63951"/>
                  <a:pt x="425043" y="70384"/>
                  <a:pt x="428796" y="74660"/>
                </a:cubicBezTo>
                <a:cubicBezTo>
                  <a:pt x="432549" y="78935"/>
                  <a:pt x="437273" y="81072"/>
                  <a:pt x="442966" y="81072"/>
                </a:cubicBezTo>
                <a:cubicBezTo>
                  <a:pt x="448617" y="81072"/>
                  <a:pt x="453319" y="78924"/>
                  <a:pt x="457072" y="74628"/>
                </a:cubicBezTo>
                <a:cubicBezTo>
                  <a:pt x="460826" y="70332"/>
                  <a:pt x="462702" y="63782"/>
                  <a:pt x="462702" y="54978"/>
                </a:cubicBezTo>
                <a:cubicBezTo>
                  <a:pt x="462702" y="46681"/>
                  <a:pt x="460815" y="40395"/>
                  <a:pt x="457041" y="36120"/>
                </a:cubicBezTo>
                <a:cubicBezTo>
                  <a:pt x="453266" y="31845"/>
                  <a:pt x="448575" y="29707"/>
                  <a:pt x="442966" y="29707"/>
                </a:cubicBezTo>
                <a:cubicBezTo>
                  <a:pt x="437273" y="29707"/>
                  <a:pt x="432549" y="31834"/>
                  <a:pt x="428796" y="36088"/>
                </a:cubicBezTo>
                <a:cubicBezTo>
                  <a:pt x="425043" y="40342"/>
                  <a:pt x="423166" y="46765"/>
                  <a:pt x="423166" y="55358"/>
                </a:cubicBezTo>
                <a:close/>
                <a:moveTo>
                  <a:pt x="500131" y="88916"/>
                </a:moveTo>
                <a:lnTo>
                  <a:pt x="479573" y="21737"/>
                </a:lnTo>
                <a:lnTo>
                  <a:pt x="491338" y="21737"/>
                </a:lnTo>
                <a:lnTo>
                  <a:pt x="502029" y="60508"/>
                </a:lnTo>
                <a:lnTo>
                  <a:pt x="506014" y="74936"/>
                </a:lnTo>
                <a:cubicBezTo>
                  <a:pt x="506183" y="74221"/>
                  <a:pt x="507343" y="69607"/>
                  <a:pt x="509493" y="61097"/>
                </a:cubicBezTo>
                <a:lnTo>
                  <a:pt x="520184" y="21737"/>
                </a:lnTo>
                <a:lnTo>
                  <a:pt x="531887" y="21737"/>
                </a:lnTo>
                <a:lnTo>
                  <a:pt x="541945" y="60695"/>
                </a:lnTo>
                <a:lnTo>
                  <a:pt x="545297" y="73545"/>
                </a:lnTo>
                <a:lnTo>
                  <a:pt x="549156" y="60575"/>
                </a:lnTo>
                <a:lnTo>
                  <a:pt x="560669" y="21737"/>
                </a:lnTo>
                <a:lnTo>
                  <a:pt x="571739" y="21737"/>
                </a:lnTo>
                <a:lnTo>
                  <a:pt x="550738" y="88916"/>
                </a:lnTo>
                <a:lnTo>
                  <a:pt x="538908" y="88916"/>
                </a:lnTo>
                <a:lnTo>
                  <a:pt x="528218" y="48663"/>
                </a:lnTo>
                <a:lnTo>
                  <a:pt x="525624" y="37235"/>
                </a:lnTo>
                <a:lnTo>
                  <a:pt x="512024" y="88916"/>
                </a:lnTo>
                <a:lnTo>
                  <a:pt x="500131" y="8891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7F81AAA-CBE7-4285-A204-5D5295CF7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7965" y="382054"/>
            <a:ext cx="447821" cy="10"/>
          </a:xfrm>
          <a:custGeom xmlns:a="http://schemas.openxmlformats.org/drawingml/2006/main">
            <a:pathLst>
              <a:path w="447821" h="1">
                <a:moveTo>
                  <a:pt x="0" y="0"/>
                </a:moveTo>
                <a:lnTo>
                  <a:pt x="447821" y="0"/>
                </a:lnTo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D337149-E6DC-4E2A-86FD-164DE388B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7965" y="382054"/>
            <a:ext cx="318269" cy="10"/>
          </a:xfrm>
          <a:custGeom xmlns:a="http://schemas.openxmlformats.org/drawingml/2006/main">
            <a:pathLst>
              <a:path w="318269" h="1" fill="none">
                <a:moveTo>
                  <a:pt x="0" y="0"/>
                </a:moveTo>
                <a:lnTo>
                  <a:pt x="318269" y="0"/>
                </a:lnTo>
              </a:path>
            </a:pathLst>
          </a:custGeom>
          <a:noFill xmlns:a="http://schemas.openxmlformats.org/drawingml/2006/main"/>
          <a:ln xmlns:a="http://schemas.openxmlformats.org/drawingml/2006/main" w="21592" cap="flat">
            <a:solidFill>
              <a:srgbClr val="3C78D8"/>
            </a:solidFill>
            <a:custDash>
              <a:ds d="400000" sp="300000"/>
              <a:ds d="100000" sp="300000"/>
            </a:custDash>
            <a:round/>
          </a:ln>
        </p:spPr>
      </p:sp>
      <p:sp>
        <p:nvSpPr>
          <p:cNvPr id="1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A2E9FBD-641A-406D-A2E3-AA00DA49F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6234" y="346389"/>
            <a:ext cx="97987" cy="71328"/>
          </a:xfrm>
          <a:custGeom xmlns:a="http://schemas.openxmlformats.org/drawingml/2006/main">
            <a:pathLst>
              <a:path w="97987" h="71328">
                <a:moveTo>
                  <a:pt x="0" y="71328"/>
                </a:moveTo>
                <a:lnTo>
                  <a:pt x="0" y="0"/>
                </a:lnTo>
                <a:lnTo>
                  <a:pt x="97987" y="35664"/>
                </a:lnTo>
                <a:lnTo>
                  <a:pt x="0" y="71328"/>
                </a:lnTo>
                <a:close/>
              </a:path>
            </a:pathLst>
          </a:custGeom>
          <a:solidFill xmlns:a="http://schemas.openxmlformats.org/drawingml/2006/main">
            <a:srgbClr val="3C78D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CE74C46-D713-4C54-A47C-D190D1A25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6234" y="346389"/>
            <a:ext cx="97987" cy="71328"/>
          </a:xfrm>
          <a:custGeom xmlns:a="http://schemas.openxmlformats.org/drawingml/2006/main">
            <a:pathLst>
              <a:path w="97987" h="71328" fill="none">
                <a:moveTo>
                  <a:pt x="0" y="71328"/>
                </a:moveTo>
                <a:lnTo>
                  <a:pt x="97987" y="35664"/>
                </a:lnTo>
                <a:lnTo>
                  <a:pt x="0" y="0"/>
                </a:lnTo>
                <a:lnTo>
                  <a:pt x="0" y="7132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1592" cap="flat">
            <a:solidFill>
              <a:srgbClr val="3C78D8"/>
            </a:solidFill>
            <a:miter/>
          </a:ln>
        </p:spPr>
      </p:sp>
      <p:sp>
        <p:nvSpPr>
          <p:cNvPr id="1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F730A32-5760-43E4-91E6-FC48890CD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5781" y="199131"/>
            <a:ext cx="1372366" cy="365874"/>
          </a:xfrm>
          <a:custGeom xmlns:a="http://schemas.openxmlformats.org/drawingml/2006/main">
            <a:pathLst>
              <a:path w="1372366" h="365874">
                <a:moveTo>
                  <a:pt x="0" y="0"/>
                </a:moveTo>
                <a:lnTo>
                  <a:pt x="1372366" y="0"/>
                </a:lnTo>
                <a:lnTo>
                  <a:pt x="1372366" y="365874"/>
                </a:lnTo>
                <a:lnTo>
                  <a:pt x="0" y="365874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24" name="Text TrustTransitFlow">
            <a:extLst xmlns:a="http://schemas.openxmlformats.org/drawingml/2006/main">
              <a:ext uri="{FF2B5EF4-FFF2-40B4-BE49-F238E27FC236}">
                <a16:creationId xmlns:a16="http://schemas.microsoft.com/office/drawing/2014/main" id="{C7AA670E-0231-4900-B25D-8A0B285AA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2707" y="327929"/>
            <a:ext cx="1019692" cy="94254"/>
          </a:xfrm>
          <a:custGeom xmlns:a="http://schemas.openxmlformats.org/drawingml/2006/main">
            <a:pathLst>
              <a:path w="1019692" h="94254">
                <a:moveTo>
                  <a:pt x="30554" y="92736"/>
                </a:moveTo>
                <a:lnTo>
                  <a:pt x="30554" y="11007"/>
                </a:lnTo>
                <a:lnTo>
                  <a:pt x="0" y="11007"/>
                </a:lnTo>
                <a:lnTo>
                  <a:pt x="0" y="0"/>
                </a:lnTo>
                <a:lnTo>
                  <a:pt x="73506" y="0"/>
                </a:lnTo>
                <a:lnTo>
                  <a:pt x="73506" y="11007"/>
                </a:lnTo>
                <a:lnTo>
                  <a:pt x="42826" y="11007"/>
                </a:lnTo>
                <a:lnTo>
                  <a:pt x="42826" y="92736"/>
                </a:lnTo>
                <a:lnTo>
                  <a:pt x="30554" y="92736"/>
                </a:lnTo>
                <a:close/>
                <a:moveTo>
                  <a:pt x="79610" y="92736"/>
                </a:moveTo>
                <a:lnTo>
                  <a:pt x="79610" y="25556"/>
                </a:lnTo>
                <a:lnTo>
                  <a:pt x="89858" y="25556"/>
                </a:lnTo>
                <a:lnTo>
                  <a:pt x="89858" y="35741"/>
                </a:lnTo>
                <a:cubicBezTo>
                  <a:pt x="92472" y="30975"/>
                  <a:pt x="94887" y="27833"/>
                  <a:pt x="97101" y="26315"/>
                </a:cubicBezTo>
                <a:cubicBezTo>
                  <a:pt x="99315" y="24797"/>
                  <a:pt x="101750" y="24038"/>
                  <a:pt x="104407" y="24038"/>
                </a:cubicBezTo>
                <a:cubicBezTo>
                  <a:pt x="108245" y="24038"/>
                  <a:pt x="112145" y="25261"/>
                  <a:pt x="116110" y="27707"/>
                </a:cubicBezTo>
                <a:lnTo>
                  <a:pt x="112188" y="38263"/>
                </a:lnTo>
                <a:cubicBezTo>
                  <a:pt x="109404" y="36624"/>
                  <a:pt x="106621" y="35804"/>
                  <a:pt x="103838" y="35804"/>
                </a:cubicBezTo>
                <a:cubicBezTo>
                  <a:pt x="101349" y="35804"/>
                  <a:pt x="99114" y="36552"/>
                  <a:pt x="97132" y="38050"/>
                </a:cubicBezTo>
                <a:cubicBezTo>
                  <a:pt x="95150" y="39547"/>
                  <a:pt x="93737" y="41624"/>
                  <a:pt x="92894" y="44280"/>
                </a:cubicBezTo>
                <a:cubicBezTo>
                  <a:pt x="91629" y="48329"/>
                  <a:pt x="90996" y="52757"/>
                  <a:pt x="90996" y="57565"/>
                </a:cubicBezTo>
                <a:lnTo>
                  <a:pt x="90996" y="92736"/>
                </a:lnTo>
                <a:lnTo>
                  <a:pt x="79610" y="92736"/>
                </a:lnTo>
                <a:close/>
                <a:moveTo>
                  <a:pt x="166905" y="92736"/>
                </a:moveTo>
                <a:lnTo>
                  <a:pt x="166905" y="82806"/>
                </a:lnTo>
                <a:cubicBezTo>
                  <a:pt x="161676" y="90438"/>
                  <a:pt x="154570" y="94254"/>
                  <a:pt x="145587" y="94254"/>
                </a:cubicBezTo>
                <a:cubicBezTo>
                  <a:pt x="141623" y="94254"/>
                  <a:pt x="137922" y="93495"/>
                  <a:pt x="134485" y="91977"/>
                </a:cubicBezTo>
                <a:cubicBezTo>
                  <a:pt x="131048" y="90459"/>
                  <a:pt x="128497" y="88550"/>
                  <a:pt x="126831" y="86252"/>
                </a:cubicBezTo>
                <a:cubicBezTo>
                  <a:pt x="125165" y="83954"/>
                  <a:pt x="123995" y="81139"/>
                  <a:pt x="123320" y="77807"/>
                </a:cubicBezTo>
                <a:cubicBezTo>
                  <a:pt x="122856" y="75572"/>
                  <a:pt x="122624" y="72030"/>
                  <a:pt x="122624" y="67180"/>
                </a:cubicBezTo>
                <a:lnTo>
                  <a:pt x="122624" y="25556"/>
                </a:lnTo>
                <a:lnTo>
                  <a:pt x="134011" y="25556"/>
                </a:lnTo>
                <a:lnTo>
                  <a:pt x="134011" y="62775"/>
                </a:lnTo>
                <a:cubicBezTo>
                  <a:pt x="134011" y="68715"/>
                  <a:pt x="134243" y="72717"/>
                  <a:pt x="134707" y="74781"/>
                </a:cubicBezTo>
                <a:cubicBezTo>
                  <a:pt x="135424" y="77772"/>
                  <a:pt x="136942" y="80121"/>
                  <a:pt x="139261" y="81828"/>
                </a:cubicBezTo>
                <a:cubicBezTo>
                  <a:pt x="141581" y="83533"/>
                  <a:pt x="144448" y="84386"/>
                  <a:pt x="147864" y="84386"/>
                </a:cubicBezTo>
                <a:cubicBezTo>
                  <a:pt x="151280" y="84386"/>
                  <a:pt x="154485" y="83512"/>
                  <a:pt x="157480" y="81765"/>
                </a:cubicBezTo>
                <a:cubicBezTo>
                  <a:pt x="160474" y="80016"/>
                  <a:pt x="162593" y="77636"/>
                  <a:pt x="163837" y="74624"/>
                </a:cubicBezTo>
                <a:cubicBezTo>
                  <a:pt x="165081" y="71612"/>
                  <a:pt x="165703" y="67241"/>
                  <a:pt x="165703" y="61512"/>
                </a:cubicBezTo>
                <a:lnTo>
                  <a:pt x="165703" y="25556"/>
                </a:lnTo>
                <a:lnTo>
                  <a:pt x="177089" y="25556"/>
                </a:lnTo>
                <a:lnTo>
                  <a:pt x="177089" y="92736"/>
                </a:lnTo>
                <a:lnTo>
                  <a:pt x="166905" y="92736"/>
                </a:lnTo>
                <a:close/>
                <a:moveTo>
                  <a:pt x="190354" y="72620"/>
                </a:moveTo>
                <a:lnTo>
                  <a:pt x="201614" y="70849"/>
                </a:lnTo>
                <a:cubicBezTo>
                  <a:pt x="202246" y="75381"/>
                  <a:pt x="204007" y="78855"/>
                  <a:pt x="206896" y="81270"/>
                </a:cubicBezTo>
                <a:cubicBezTo>
                  <a:pt x="209784" y="83685"/>
                  <a:pt x="213822" y="84892"/>
                  <a:pt x="219009" y="84892"/>
                </a:cubicBezTo>
                <a:cubicBezTo>
                  <a:pt x="224239" y="84892"/>
                  <a:pt x="228119" y="83827"/>
                  <a:pt x="230649" y="81697"/>
                </a:cubicBezTo>
                <a:cubicBezTo>
                  <a:pt x="233179" y="79568"/>
                  <a:pt x="234444" y="77069"/>
                  <a:pt x="234444" y="74201"/>
                </a:cubicBezTo>
                <a:cubicBezTo>
                  <a:pt x="234444" y="71629"/>
                  <a:pt x="233327" y="69605"/>
                  <a:pt x="231092" y="68129"/>
                </a:cubicBezTo>
                <a:cubicBezTo>
                  <a:pt x="229531" y="67116"/>
                  <a:pt x="225652" y="65830"/>
                  <a:pt x="219452" y="64270"/>
                </a:cubicBezTo>
                <a:cubicBezTo>
                  <a:pt x="211102" y="62161"/>
                  <a:pt x="205314" y="60337"/>
                  <a:pt x="202088" y="58798"/>
                </a:cubicBezTo>
                <a:cubicBezTo>
                  <a:pt x="198862" y="57259"/>
                  <a:pt x="196416" y="55129"/>
                  <a:pt x="194750" y="52409"/>
                </a:cubicBezTo>
                <a:cubicBezTo>
                  <a:pt x="193084" y="49689"/>
                  <a:pt x="192251" y="46684"/>
                  <a:pt x="192251" y="43395"/>
                </a:cubicBezTo>
                <a:cubicBezTo>
                  <a:pt x="192251" y="40401"/>
                  <a:pt x="192937" y="37628"/>
                  <a:pt x="194307" y="35076"/>
                </a:cubicBezTo>
                <a:cubicBezTo>
                  <a:pt x="195678" y="32525"/>
                  <a:pt x="197544" y="30406"/>
                  <a:pt x="199906" y="28719"/>
                </a:cubicBezTo>
                <a:cubicBezTo>
                  <a:pt x="201677" y="27412"/>
                  <a:pt x="204091" y="26305"/>
                  <a:pt x="207149" y="25398"/>
                </a:cubicBezTo>
                <a:cubicBezTo>
                  <a:pt x="210206" y="24491"/>
                  <a:pt x="213485" y="24038"/>
                  <a:pt x="216985" y="24038"/>
                </a:cubicBezTo>
                <a:cubicBezTo>
                  <a:pt x="222257" y="24038"/>
                  <a:pt x="226885" y="24797"/>
                  <a:pt x="230870" y="26315"/>
                </a:cubicBezTo>
                <a:cubicBezTo>
                  <a:pt x="234856" y="27833"/>
                  <a:pt x="237797" y="29889"/>
                  <a:pt x="239695" y="32483"/>
                </a:cubicBezTo>
                <a:cubicBezTo>
                  <a:pt x="241592" y="35076"/>
                  <a:pt x="242900" y="38545"/>
                  <a:pt x="243617" y="42889"/>
                </a:cubicBezTo>
                <a:lnTo>
                  <a:pt x="232483" y="44407"/>
                </a:lnTo>
                <a:cubicBezTo>
                  <a:pt x="231977" y="40949"/>
                  <a:pt x="230512" y="38250"/>
                  <a:pt x="228087" y="36310"/>
                </a:cubicBezTo>
                <a:cubicBezTo>
                  <a:pt x="225662" y="34370"/>
                  <a:pt x="222236" y="33400"/>
                  <a:pt x="217808" y="33400"/>
                </a:cubicBezTo>
                <a:cubicBezTo>
                  <a:pt x="212578" y="33400"/>
                  <a:pt x="208846" y="34265"/>
                  <a:pt x="206611" y="35994"/>
                </a:cubicBezTo>
                <a:cubicBezTo>
                  <a:pt x="204376" y="37723"/>
                  <a:pt x="203258" y="39747"/>
                  <a:pt x="203258" y="42066"/>
                </a:cubicBezTo>
                <a:cubicBezTo>
                  <a:pt x="203258" y="43542"/>
                  <a:pt x="203722" y="44871"/>
                  <a:pt x="204650" y="46052"/>
                </a:cubicBezTo>
                <a:cubicBezTo>
                  <a:pt x="205578" y="47275"/>
                  <a:pt x="207033" y="48287"/>
                  <a:pt x="209015" y="49088"/>
                </a:cubicBezTo>
                <a:cubicBezTo>
                  <a:pt x="210153" y="49510"/>
                  <a:pt x="213506" y="50480"/>
                  <a:pt x="219073" y="51998"/>
                </a:cubicBezTo>
                <a:cubicBezTo>
                  <a:pt x="227128" y="54149"/>
                  <a:pt x="232747" y="55909"/>
                  <a:pt x="235931" y="57280"/>
                </a:cubicBezTo>
                <a:cubicBezTo>
                  <a:pt x="239115" y="58650"/>
                  <a:pt x="241614" y="60643"/>
                  <a:pt x="243427" y="63258"/>
                </a:cubicBezTo>
                <a:cubicBezTo>
                  <a:pt x="245240" y="65872"/>
                  <a:pt x="246147" y="69120"/>
                  <a:pt x="246147" y="72999"/>
                </a:cubicBezTo>
                <a:cubicBezTo>
                  <a:pt x="246147" y="76795"/>
                  <a:pt x="245040" y="80369"/>
                  <a:pt x="242826" y="83722"/>
                </a:cubicBezTo>
                <a:cubicBezTo>
                  <a:pt x="240612" y="87074"/>
                  <a:pt x="237417" y="89668"/>
                  <a:pt x="233242" y="91502"/>
                </a:cubicBezTo>
                <a:cubicBezTo>
                  <a:pt x="229067" y="93337"/>
                  <a:pt x="224344" y="94254"/>
                  <a:pt x="219073" y="94254"/>
                </a:cubicBezTo>
                <a:cubicBezTo>
                  <a:pt x="210343" y="94254"/>
                  <a:pt x="203691" y="92435"/>
                  <a:pt x="199115" y="88798"/>
                </a:cubicBezTo>
                <a:cubicBezTo>
                  <a:pt x="194539" y="85161"/>
                  <a:pt x="191619" y="79768"/>
                  <a:pt x="190354" y="72620"/>
                </a:cubicBezTo>
                <a:close/>
                <a:moveTo>
                  <a:pt x="284545" y="82551"/>
                </a:moveTo>
                <a:lnTo>
                  <a:pt x="286189" y="92609"/>
                </a:lnTo>
                <a:cubicBezTo>
                  <a:pt x="282984" y="93284"/>
                  <a:pt x="280117" y="93621"/>
                  <a:pt x="277586" y="93621"/>
                </a:cubicBezTo>
                <a:cubicBezTo>
                  <a:pt x="273453" y="93621"/>
                  <a:pt x="270248" y="92968"/>
                  <a:pt x="267971" y="91661"/>
                </a:cubicBezTo>
                <a:cubicBezTo>
                  <a:pt x="265694" y="90353"/>
                  <a:pt x="264091" y="88635"/>
                  <a:pt x="263164" y="86505"/>
                </a:cubicBezTo>
                <a:cubicBezTo>
                  <a:pt x="262236" y="84375"/>
                  <a:pt x="261772" y="79895"/>
                  <a:pt x="261772" y="73063"/>
                </a:cubicBezTo>
                <a:lnTo>
                  <a:pt x="261772" y="34412"/>
                </a:lnTo>
                <a:lnTo>
                  <a:pt x="253422" y="34412"/>
                </a:lnTo>
                <a:lnTo>
                  <a:pt x="253422" y="25556"/>
                </a:lnTo>
                <a:lnTo>
                  <a:pt x="261772" y="25556"/>
                </a:lnTo>
                <a:lnTo>
                  <a:pt x="261772" y="8919"/>
                </a:lnTo>
                <a:lnTo>
                  <a:pt x="273095" y="2088"/>
                </a:lnTo>
                <a:lnTo>
                  <a:pt x="273095" y="25556"/>
                </a:lnTo>
                <a:lnTo>
                  <a:pt x="284545" y="25556"/>
                </a:lnTo>
                <a:lnTo>
                  <a:pt x="284545" y="34412"/>
                </a:lnTo>
                <a:lnTo>
                  <a:pt x="273095" y="34412"/>
                </a:lnTo>
                <a:lnTo>
                  <a:pt x="273095" y="73695"/>
                </a:lnTo>
                <a:cubicBezTo>
                  <a:pt x="273095" y="76943"/>
                  <a:pt x="273295" y="79030"/>
                  <a:pt x="273696" y="79958"/>
                </a:cubicBezTo>
                <a:cubicBezTo>
                  <a:pt x="274097" y="80886"/>
                  <a:pt x="274750" y="81624"/>
                  <a:pt x="275657" y="82172"/>
                </a:cubicBezTo>
                <a:cubicBezTo>
                  <a:pt x="276564" y="82720"/>
                  <a:pt x="277860" y="82994"/>
                  <a:pt x="279547" y="82994"/>
                </a:cubicBezTo>
                <a:cubicBezTo>
                  <a:pt x="280812" y="82994"/>
                  <a:pt x="282478" y="82847"/>
                  <a:pt x="284545" y="82551"/>
                </a:cubicBezTo>
                <a:close/>
                <a:moveTo>
                  <a:pt x="354175" y="92736"/>
                </a:moveTo>
                <a:lnTo>
                  <a:pt x="354175" y="11007"/>
                </a:lnTo>
                <a:lnTo>
                  <a:pt x="323621" y="11007"/>
                </a:lnTo>
                <a:lnTo>
                  <a:pt x="323621" y="0"/>
                </a:lnTo>
                <a:lnTo>
                  <a:pt x="397127" y="0"/>
                </a:lnTo>
                <a:lnTo>
                  <a:pt x="397127" y="11007"/>
                </a:lnTo>
                <a:lnTo>
                  <a:pt x="366447" y="11007"/>
                </a:lnTo>
                <a:lnTo>
                  <a:pt x="366447" y="92736"/>
                </a:lnTo>
                <a:lnTo>
                  <a:pt x="354175" y="92736"/>
                </a:lnTo>
                <a:close/>
                <a:moveTo>
                  <a:pt x="403231" y="92736"/>
                </a:moveTo>
                <a:lnTo>
                  <a:pt x="403231" y="25556"/>
                </a:lnTo>
                <a:lnTo>
                  <a:pt x="413479" y="25556"/>
                </a:lnTo>
                <a:lnTo>
                  <a:pt x="413479" y="35741"/>
                </a:lnTo>
                <a:cubicBezTo>
                  <a:pt x="416094" y="30975"/>
                  <a:pt x="418508" y="27833"/>
                  <a:pt x="420722" y="26315"/>
                </a:cubicBezTo>
                <a:cubicBezTo>
                  <a:pt x="422936" y="24797"/>
                  <a:pt x="425371" y="24038"/>
                  <a:pt x="428028" y="24038"/>
                </a:cubicBezTo>
                <a:cubicBezTo>
                  <a:pt x="431866" y="24038"/>
                  <a:pt x="435767" y="25261"/>
                  <a:pt x="439731" y="27707"/>
                </a:cubicBezTo>
                <a:lnTo>
                  <a:pt x="435809" y="38263"/>
                </a:lnTo>
                <a:cubicBezTo>
                  <a:pt x="433026" y="36624"/>
                  <a:pt x="430242" y="35804"/>
                  <a:pt x="427459" y="35804"/>
                </a:cubicBezTo>
                <a:cubicBezTo>
                  <a:pt x="424971" y="35804"/>
                  <a:pt x="422736" y="36552"/>
                  <a:pt x="420754" y="38050"/>
                </a:cubicBezTo>
                <a:cubicBezTo>
                  <a:pt x="418772" y="39547"/>
                  <a:pt x="417359" y="41624"/>
                  <a:pt x="416515" y="44280"/>
                </a:cubicBezTo>
                <a:cubicBezTo>
                  <a:pt x="415250" y="48329"/>
                  <a:pt x="414618" y="52757"/>
                  <a:pt x="414618" y="57565"/>
                </a:cubicBezTo>
                <a:lnTo>
                  <a:pt x="414618" y="92736"/>
                </a:lnTo>
                <a:lnTo>
                  <a:pt x="403231" y="92736"/>
                </a:lnTo>
                <a:close/>
                <a:moveTo>
                  <a:pt x="490336" y="84259"/>
                </a:moveTo>
                <a:cubicBezTo>
                  <a:pt x="486119" y="87914"/>
                  <a:pt x="482060" y="90494"/>
                  <a:pt x="478159" y="91999"/>
                </a:cubicBezTo>
                <a:cubicBezTo>
                  <a:pt x="474258" y="93502"/>
                  <a:pt x="470072" y="94254"/>
                  <a:pt x="465602" y="94254"/>
                </a:cubicBezTo>
                <a:cubicBezTo>
                  <a:pt x="458222" y="94254"/>
                  <a:pt x="452550" y="92451"/>
                  <a:pt x="448586" y="88846"/>
                </a:cubicBezTo>
                <a:cubicBezTo>
                  <a:pt x="444622" y="85240"/>
                  <a:pt x="442640" y="80633"/>
                  <a:pt x="442640" y="75024"/>
                </a:cubicBezTo>
                <a:cubicBezTo>
                  <a:pt x="442640" y="71734"/>
                  <a:pt x="443388" y="68730"/>
                  <a:pt x="444885" y="66009"/>
                </a:cubicBezTo>
                <a:cubicBezTo>
                  <a:pt x="446382" y="63289"/>
                  <a:pt x="448343" y="61107"/>
                  <a:pt x="450768" y="59462"/>
                </a:cubicBezTo>
                <a:cubicBezTo>
                  <a:pt x="453193" y="57818"/>
                  <a:pt x="455924" y="56574"/>
                  <a:pt x="458960" y="55730"/>
                </a:cubicBezTo>
                <a:cubicBezTo>
                  <a:pt x="461195" y="55140"/>
                  <a:pt x="464569" y="54570"/>
                  <a:pt x="469081" y="54022"/>
                </a:cubicBezTo>
                <a:cubicBezTo>
                  <a:pt x="478275" y="52926"/>
                  <a:pt x="485043" y="51618"/>
                  <a:pt x="489387" y="50100"/>
                </a:cubicBezTo>
                <a:cubicBezTo>
                  <a:pt x="489429" y="48546"/>
                  <a:pt x="489450" y="47559"/>
                  <a:pt x="489450" y="47139"/>
                </a:cubicBezTo>
                <a:cubicBezTo>
                  <a:pt x="489450" y="42517"/>
                  <a:pt x="488375" y="39261"/>
                  <a:pt x="486224" y="37372"/>
                </a:cubicBezTo>
                <a:cubicBezTo>
                  <a:pt x="483314" y="34808"/>
                  <a:pt x="478992" y="33527"/>
                  <a:pt x="473256" y="33527"/>
                </a:cubicBezTo>
                <a:cubicBezTo>
                  <a:pt x="467900" y="33527"/>
                  <a:pt x="463947" y="34465"/>
                  <a:pt x="461395" y="36342"/>
                </a:cubicBezTo>
                <a:cubicBezTo>
                  <a:pt x="458844" y="38218"/>
                  <a:pt x="456957" y="41539"/>
                  <a:pt x="455734" y="46305"/>
                </a:cubicBezTo>
                <a:lnTo>
                  <a:pt x="444601" y="44786"/>
                </a:lnTo>
                <a:cubicBezTo>
                  <a:pt x="445613" y="40007"/>
                  <a:pt x="447278" y="36147"/>
                  <a:pt x="449598" y="33206"/>
                </a:cubicBezTo>
                <a:cubicBezTo>
                  <a:pt x="451917" y="30266"/>
                  <a:pt x="455270" y="28003"/>
                  <a:pt x="459656" y="26418"/>
                </a:cubicBezTo>
                <a:cubicBezTo>
                  <a:pt x="464042" y="24831"/>
                  <a:pt x="469123" y="24038"/>
                  <a:pt x="474901" y="24038"/>
                </a:cubicBezTo>
                <a:cubicBezTo>
                  <a:pt x="480636" y="24038"/>
                  <a:pt x="485296" y="24715"/>
                  <a:pt x="488881" y="26070"/>
                </a:cubicBezTo>
                <a:cubicBezTo>
                  <a:pt x="492466" y="27424"/>
                  <a:pt x="495101" y="29127"/>
                  <a:pt x="496788" y="31180"/>
                </a:cubicBezTo>
                <a:cubicBezTo>
                  <a:pt x="498475" y="33232"/>
                  <a:pt x="499656" y="35824"/>
                  <a:pt x="500331" y="38957"/>
                </a:cubicBezTo>
                <a:cubicBezTo>
                  <a:pt x="500710" y="40903"/>
                  <a:pt x="500900" y="44400"/>
                  <a:pt x="500900" y="49446"/>
                </a:cubicBezTo>
                <a:lnTo>
                  <a:pt x="500900" y="64584"/>
                </a:lnTo>
                <a:cubicBezTo>
                  <a:pt x="500900" y="75139"/>
                  <a:pt x="501142" y="81824"/>
                  <a:pt x="501627" y="84639"/>
                </a:cubicBezTo>
                <a:cubicBezTo>
                  <a:pt x="502112" y="87454"/>
                  <a:pt x="503072" y="90153"/>
                  <a:pt x="504506" y="92736"/>
                </a:cubicBezTo>
                <a:lnTo>
                  <a:pt x="492613" y="92736"/>
                </a:lnTo>
                <a:cubicBezTo>
                  <a:pt x="491432" y="90320"/>
                  <a:pt x="490673" y="87495"/>
                  <a:pt x="490336" y="84259"/>
                </a:cubicBezTo>
                <a:moveTo>
                  <a:pt x="489387" y="59083"/>
                </a:moveTo>
                <a:cubicBezTo>
                  <a:pt x="485254" y="60762"/>
                  <a:pt x="479055" y="62189"/>
                  <a:pt x="470789" y="63365"/>
                </a:cubicBezTo>
                <a:cubicBezTo>
                  <a:pt x="466108" y="64035"/>
                  <a:pt x="462798" y="64790"/>
                  <a:pt x="460858" y="65630"/>
                </a:cubicBezTo>
                <a:cubicBezTo>
                  <a:pt x="458918" y="66469"/>
                  <a:pt x="457421" y="67697"/>
                  <a:pt x="456366" y="69313"/>
                </a:cubicBezTo>
                <a:cubicBezTo>
                  <a:pt x="455312" y="70928"/>
                  <a:pt x="454785" y="72723"/>
                  <a:pt x="454785" y="74696"/>
                </a:cubicBezTo>
                <a:cubicBezTo>
                  <a:pt x="454785" y="77717"/>
                  <a:pt x="455934" y="80236"/>
                  <a:pt x="458233" y="82251"/>
                </a:cubicBezTo>
                <a:cubicBezTo>
                  <a:pt x="460531" y="84265"/>
                  <a:pt x="463894" y="85271"/>
                  <a:pt x="468322" y="85271"/>
                </a:cubicBezTo>
                <a:cubicBezTo>
                  <a:pt x="472708" y="85271"/>
                  <a:pt x="476609" y="84315"/>
                  <a:pt x="480025" y="82403"/>
                </a:cubicBezTo>
                <a:cubicBezTo>
                  <a:pt x="483441" y="80490"/>
                  <a:pt x="485950" y="77876"/>
                  <a:pt x="487553" y="74561"/>
                </a:cubicBezTo>
                <a:cubicBezTo>
                  <a:pt x="488776" y="72003"/>
                  <a:pt x="489387" y="68228"/>
                  <a:pt x="489387" y="63236"/>
                </a:cubicBezTo>
                <a:lnTo>
                  <a:pt x="489387" y="59083"/>
                </a:lnTo>
                <a:close/>
                <a:moveTo>
                  <a:pt x="518529" y="92736"/>
                </a:moveTo>
                <a:lnTo>
                  <a:pt x="518529" y="25556"/>
                </a:lnTo>
                <a:lnTo>
                  <a:pt x="528777" y="25556"/>
                </a:lnTo>
                <a:lnTo>
                  <a:pt x="528777" y="35108"/>
                </a:lnTo>
                <a:cubicBezTo>
                  <a:pt x="533711" y="27728"/>
                  <a:pt x="540838" y="24038"/>
                  <a:pt x="550158" y="24038"/>
                </a:cubicBezTo>
                <a:cubicBezTo>
                  <a:pt x="554207" y="24038"/>
                  <a:pt x="557928" y="24765"/>
                  <a:pt x="561323" y="26220"/>
                </a:cubicBezTo>
                <a:cubicBezTo>
                  <a:pt x="564718" y="27675"/>
                  <a:pt x="567259" y="29584"/>
                  <a:pt x="568946" y="31945"/>
                </a:cubicBezTo>
                <a:cubicBezTo>
                  <a:pt x="570633" y="34307"/>
                  <a:pt x="571813" y="37111"/>
                  <a:pt x="572488" y="40358"/>
                </a:cubicBezTo>
                <a:cubicBezTo>
                  <a:pt x="572910" y="42467"/>
                  <a:pt x="573121" y="46157"/>
                  <a:pt x="573121" y="51429"/>
                </a:cubicBezTo>
                <a:lnTo>
                  <a:pt x="573121" y="92736"/>
                </a:lnTo>
                <a:lnTo>
                  <a:pt x="561734" y="92736"/>
                </a:lnTo>
                <a:lnTo>
                  <a:pt x="561734" y="51871"/>
                </a:lnTo>
                <a:cubicBezTo>
                  <a:pt x="561734" y="47232"/>
                  <a:pt x="561292" y="43764"/>
                  <a:pt x="560406" y="41465"/>
                </a:cubicBezTo>
                <a:cubicBezTo>
                  <a:pt x="559520" y="39167"/>
                  <a:pt x="557949" y="37333"/>
                  <a:pt x="555693" y="35962"/>
                </a:cubicBezTo>
                <a:cubicBezTo>
                  <a:pt x="553437" y="34591"/>
                  <a:pt x="550791" y="33906"/>
                  <a:pt x="547754" y="33906"/>
                </a:cubicBezTo>
                <a:cubicBezTo>
                  <a:pt x="542905" y="33906"/>
                  <a:pt x="538719" y="35445"/>
                  <a:pt x="535198" y="38524"/>
                </a:cubicBezTo>
                <a:cubicBezTo>
                  <a:pt x="531676" y="41603"/>
                  <a:pt x="529916" y="47443"/>
                  <a:pt x="529916" y="56046"/>
                </a:cubicBezTo>
                <a:lnTo>
                  <a:pt x="529916" y="92736"/>
                </a:lnTo>
                <a:lnTo>
                  <a:pt x="518529" y="92736"/>
                </a:lnTo>
                <a:close/>
                <a:moveTo>
                  <a:pt x="586006" y="72620"/>
                </a:moveTo>
                <a:lnTo>
                  <a:pt x="597266" y="70849"/>
                </a:lnTo>
                <a:cubicBezTo>
                  <a:pt x="597898" y="75381"/>
                  <a:pt x="599659" y="78855"/>
                  <a:pt x="602548" y="81270"/>
                </a:cubicBezTo>
                <a:cubicBezTo>
                  <a:pt x="605436" y="83685"/>
                  <a:pt x="609474" y="84892"/>
                  <a:pt x="614661" y="84892"/>
                </a:cubicBezTo>
                <a:cubicBezTo>
                  <a:pt x="619891" y="84892"/>
                  <a:pt x="623771" y="83827"/>
                  <a:pt x="626301" y="81697"/>
                </a:cubicBezTo>
                <a:cubicBezTo>
                  <a:pt x="628831" y="79568"/>
                  <a:pt x="630096" y="77069"/>
                  <a:pt x="630096" y="74201"/>
                </a:cubicBezTo>
                <a:cubicBezTo>
                  <a:pt x="630096" y="71629"/>
                  <a:pt x="628979" y="69605"/>
                  <a:pt x="626744" y="68129"/>
                </a:cubicBezTo>
                <a:cubicBezTo>
                  <a:pt x="625183" y="67116"/>
                  <a:pt x="621304" y="65830"/>
                  <a:pt x="615104" y="64270"/>
                </a:cubicBezTo>
                <a:cubicBezTo>
                  <a:pt x="606754" y="62161"/>
                  <a:pt x="600966" y="60337"/>
                  <a:pt x="597740" y="58798"/>
                </a:cubicBezTo>
                <a:cubicBezTo>
                  <a:pt x="594514" y="57259"/>
                  <a:pt x="592068" y="55129"/>
                  <a:pt x="590402" y="52409"/>
                </a:cubicBezTo>
                <a:cubicBezTo>
                  <a:pt x="588736" y="49689"/>
                  <a:pt x="587903" y="46684"/>
                  <a:pt x="587903" y="43395"/>
                </a:cubicBezTo>
                <a:cubicBezTo>
                  <a:pt x="587903" y="40401"/>
                  <a:pt x="588589" y="37628"/>
                  <a:pt x="589959" y="35076"/>
                </a:cubicBezTo>
                <a:cubicBezTo>
                  <a:pt x="591330" y="32525"/>
                  <a:pt x="593196" y="30406"/>
                  <a:pt x="595558" y="28719"/>
                </a:cubicBezTo>
                <a:cubicBezTo>
                  <a:pt x="597329" y="27412"/>
                  <a:pt x="599743" y="26305"/>
                  <a:pt x="602801" y="25398"/>
                </a:cubicBezTo>
                <a:cubicBezTo>
                  <a:pt x="605858" y="24491"/>
                  <a:pt x="609137" y="24038"/>
                  <a:pt x="612637" y="24038"/>
                </a:cubicBezTo>
                <a:cubicBezTo>
                  <a:pt x="617909" y="24038"/>
                  <a:pt x="622537" y="24797"/>
                  <a:pt x="626522" y="26315"/>
                </a:cubicBezTo>
                <a:cubicBezTo>
                  <a:pt x="630508" y="27833"/>
                  <a:pt x="633449" y="29889"/>
                  <a:pt x="635347" y="32483"/>
                </a:cubicBezTo>
                <a:cubicBezTo>
                  <a:pt x="637244" y="35076"/>
                  <a:pt x="638552" y="38545"/>
                  <a:pt x="639269" y="42889"/>
                </a:cubicBezTo>
                <a:lnTo>
                  <a:pt x="628135" y="44407"/>
                </a:lnTo>
                <a:cubicBezTo>
                  <a:pt x="627629" y="40949"/>
                  <a:pt x="626164" y="38250"/>
                  <a:pt x="623739" y="36310"/>
                </a:cubicBezTo>
                <a:cubicBezTo>
                  <a:pt x="621314" y="34370"/>
                  <a:pt x="617888" y="33400"/>
                  <a:pt x="613460" y="33400"/>
                </a:cubicBezTo>
                <a:cubicBezTo>
                  <a:pt x="608230" y="33400"/>
                  <a:pt x="604498" y="34265"/>
                  <a:pt x="602263" y="35994"/>
                </a:cubicBezTo>
                <a:cubicBezTo>
                  <a:pt x="600028" y="37723"/>
                  <a:pt x="598910" y="39747"/>
                  <a:pt x="598910" y="42066"/>
                </a:cubicBezTo>
                <a:cubicBezTo>
                  <a:pt x="598910" y="43542"/>
                  <a:pt x="599374" y="44871"/>
                  <a:pt x="600302" y="46052"/>
                </a:cubicBezTo>
                <a:cubicBezTo>
                  <a:pt x="601230" y="47275"/>
                  <a:pt x="602685" y="48287"/>
                  <a:pt x="604667" y="49088"/>
                </a:cubicBezTo>
                <a:cubicBezTo>
                  <a:pt x="605805" y="49510"/>
                  <a:pt x="609158" y="50480"/>
                  <a:pt x="614725" y="51998"/>
                </a:cubicBezTo>
                <a:cubicBezTo>
                  <a:pt x="622780" y="54149"/>
                  <a:pt x="628399" y="55909"/>
                  <a:pt x="631583" y="57280"/>
                </a:cubicBezTo>
                <a:cubicBezTo>
                  <a:pt x="634767" y="58650"/>
                  <a:pt x="637266" y="60643"/>
                  <a:pt x="639079" y="63258"/>
                </a:cubicBezTo>
                <a:cubicBezTo>
                  <a:pt x="640892" y="65872"/>
                  <a:pt x="641799" y="69120"/>
                  <a:pt x="641799" y="72999"/>
                </a:cubicBezTo>
                <a:cubicBezTo>
                  <a:pt x="641799" y="76795"/>
                  <a:pt x="640692" y="80369"/>
                  <a:pt x="638478" y="83722"/>
                </a:cubicBezTo>
                <a:cubicBezTo>
                  <a:pt x="636264" y="87074"/>
                  <a:pt x="633069" y="89668"/>
                  <a:pt x="628894" y="91502"/>
                </a:cubicBezTo>
                <a:cubicBezTo>
                  <a:pt x="624719" y="93337"/>
                  <a:pt x="619996" y="94254"/>
                  <a:pt x="614725" y="94254"/>
                </a:cubicBezTo>
                <a:cubicBezTo>
                  <a:pt x="605995" y="94254"/>
                  <a:pt x="599343" y="92435"/>
                  <a:pt x="594767" y="88798"/>
                </a:cubicBezTo>
                <a:cubicBezTo>
                  <a:pt x="590191" y="85161"/>
                  <a:pt x="587271" y="79768"/>
                  <a:pt x="586006" y="72620"/>
                </a:cubicBezTo>
                <a:close/>
                <a:moveTo>
                  <a:pt x="655399" y="13031"/>
                </a:moveTo>
                <a:lnTo>
                  <a:pt x="655399" y="0"/>
                </a:lnTo>
                <a:lnTo>
                  <a:pt x="666786" y="0"/>
                </a:lnTo>
                <a:lnTo>
                  <a:pt x="666786" y="13031"/>
                </a:lnTo>
                <a:lnTo>
                  <a:pt x="655399" y="13031"/>
                </a:lnTo>
                <a:moveTo>
                  <a:pt x="655399" y="92736"/>
                </a:moveTo>
                <a:lnTo>
                  <a:pt x="655399" y="25556"/>
                </a:lnTo>
                <a:lnTo>
                  <a:pt x="666786" y="25556"/>
                </a:lnTo>
                <a:lnTo>
                  <a:pt x="666786" y="92736"/>
                </a:lnTo>
                <a:lnTo>
                  <a:pt x="655399" y="92736"/>
                </a:lnTo>
                <a:close/>
                <a:moveTo>
                  <a:pt x="708957" y="82551"/>
                </a:moveTo>
                <a:lnTo>
                  <a:pt x="710602" y="92609"/>
                </a:lnTo>
                <a:cubicBezTo>
                  <a:pt x="707396" y="93284"/>
                  <a:pt x="704529" y="93621"/>
                  <a:pt x="701998" y="93621"/>
                </a:cubicBezTo>
                <a:cubicBezTo>
                  <a:pt x="697866" y="93621"/>
                  <a:pt x="694661" y="92968"/>
                  <a:pt x="692383" y="91661"/>
                </a:cubicBezTo>
                <a:cubicBezTo>
                  <a:pt x="690106" y="90353"/>
                  <a:pt x="688503" y="88635"/>
                  <a:pt x="687576" y="86505"/>
                </a:cubicBezTo>
                <a:cubicBezTo>
                  <a:pt x="686648" y="84375"/>
                  <a:pt x="686184" y="79895"/>
                  <a:pt x="686184" y="73063"/>
                </a:cubicBezTo>
                <a:lnTo>
                  <a:pt x="686184" y="34412"/>
                </a:lnTo>
                <a:lnTo>
                  <a:pt x="677834" y="34412"/>
                </a:lnTo>
                <a:lnTo>
                  <a:pt x="677834" y="25556"/>
                </a:lnTo>
                <a:lnTo>
                  <a:pt x="686184" y="25556"/>
                </a:lnTo>
                <a:lnTo>
                  <a:pt x="686184" y="8919"/>
                </a:lnTo>
                <a:lnTo>
                  <a:pt x="697507" y="2088"/>
                </a:lnTo>
                <a:lnTo>
                  <a:pt x="697507" y="25556"/>
                </a:lnTo>
                <a:lnTo>
                  <a:pt x="708957" y="25556"/>
                </a:lnTo>
                <a:lnTo>
                  <a:pt x="708957" y="34412"/>
                </a:lnTo>
                <a:lnTo>
                  <a:pt x="697507" y="34412"/>
                </a:lnTo>
                <a:lnTo>
                  <a:pt x="697507" y="73695"/>
                </a:lnTo>
                <a:cubicBezTo>
                  <a:pt x="697507" y="76943"/>
                  <a:pt x="697707" y="79030"/>
                  <a:pt x="698108" y="79958"/>
                </a:cubicBezTo>
                <a:cubicBezTo>
                  <a:pt x="698509" y="80886"/>
                  <a:pt x="699162" y="81624"/>
                  <a:pt x="700069" y="82172"/>
                </a:cubicBezTo>
                <a:cubicBezTo>
                  <a:pt x="700976" y="82720"/>
                  <a:pt x="702273" y="82994"/>
                  <a:pt x="703959" y="82994"/>
                </a:cubicBezTo>
                <a:cubicBezTo>
                  <a:pt x="705225" y="82994"/>
                  <a:pt x="706890" y="82847"/>
                  <a:pt x="708957" y="82551"/>
                </a:cubicBezTo>
                <a:close/>
                <a:moveTo>
                  <a:pt x="757956" y="92736"/>
                </a:moveTo>
                <a:lnTo>
                  <a:pt x="757956" y="0"/>
                </a:lnTo>
                <a:lnTo>
                  <a:pt x="820518" y="0"/>
                </a:lnTo>
                <a:lnTo>
                  <a:pt x="820518" y="11007"/>
                </a:lnTo>
                <a:lnTo>
                  <a:pt x="770228" y="11007"/>
                </a:lnTo>
                <a:lnTo>
                  <a:pt x="770228" y="39599"/>
                </a:lnTo>
                <a:lnTo>
                  <a:pt x="813749" y="39599"/>
                </a:lnTo>
                <a:lnTo>
                  <a:pt x="813749" y="50606"/>
                </a:lnTo>
                <a:lnTo>
                  <a:pt x="770228" y="50606"/>
                </a:lnTo>
                <a:lnTo>
                  <a:pt x="770228" y="92736"/>
                </a:lnTo>
                <a:lnTo>
                  <a:pt x="757956" y="92736"/>
                </a:lnTo>
                <a:close/>
                <a:moveTo>
                  <a:pt x="834642" y="92736"/>
                </a:moveTo>
                <a:lnTo>
                  <a:pt x="834642" y="0"/>
                </a:lnTo>
                <a:lnTo>
                  <a:pt x="846028" y="0"/>
                </a:lnTo>
                <a:lnTo>
                  <a:pt x="846028" y="92736"/>
                </a:lnTo>
                <a:lnTo>
                  <a:pt x="834642" y="92736"/>
                </a:lnTo>
                <a:close/>
                <a:moveTo>
                  <a:pt x="859417" y="59146"/>
                </a:moveTo>
                <a:cubicBezTo>
                  <a:pt x="859417" y="46705"/>
                  <a:pt x="862875" y="37491"/>
                  <a:pt x="869791" y="31502"/>
                </a:cubicBezTo>
                <a:cubicBezTo>
                  <a:pt x="875569" y="26526"/>
                  <a:pt x="882611" y="24038"/>
                  <a:pt x="890919" y="24038"/>
                </a:cubicBezTo>
                <a:cubicBezTo>
                  <a:pt x="900155" y="24038"/>
                  <a:pt x="907704" y="27064"/>
                  <a:pt x="913566" y="33115"/>
                </a:cubicBezTo>
                <a:cubicBezTo>
                  <a:pt x="919428" y="39167"/>
                  <a:pt x="922358" y="47528"/>
                  <a:pt x="922358" y="58197"/>
                </a:cubicBezTo>
                <a:cubicBezTo>
                  <a:pt x="922358" y="66842"/>
                  <a:pt x="921062" y="73643"/>
                  <a:pt x="918468" y="78598"/>
                </a:cubicBezTo>
                <a:cubicBezTo>
                  <a:pt x="915875" y="83553"/>
                  <a:pt x="912100" y="87401"/>
                  <a:pt x="907145" y="90142"/>
                </a:cubicBezTo>
                <a:cubicBezTo>
                  <a:pt x="902190" y="92883"/>
                  <a:pt x="896781" y="94254"/>
                  <a:pt x="890919" y="94254"/>
                </a:cubicBezTo>
                <a:cubicBezTo>
                  <a:pt x="881515" y="94254"/>
                  <a:pt x="873914" y="91239"/>
                  <a:pt x="868115" y="85208"/>
                </a:cubicBezTo>
                <a:cubicBezTo>
                  <a:pt x="862316" y="79178"/>
                  <a:pt x="859417" y="70490"/>
                  <a:pt x="859417" y="59146"/>
                </a:cubicBezTo>
                <a:moveTo>
                  <a:pt x="871120" y="59178"/>
                </a:moveTo>
                <a:cubicBezTo>
                  <a:pt x="871120" y="67770"/>
                  <a:pt x="872996" y="74204"/>
                  <a:pt x="876750" y="78479"/>
                </a:cubicBezTo>
                <a:cubicBezTo>
                  <a:pt x="880503" y="82754"/>
                  <a:pt x="885226" y="84892"/>
                  <a:pt x="890919" y="84892"/>
                </a:cubicBezTo>
                <a:cubicBezTo>
                  <a:pt x="896570" y="84892"/>
                  <a:pt x="901273" y="82744"/>
                  <a:pt x="905026" y="78448"/>
                </a:cubicBezTo>
                <a:cubicBezTo>
                  <a:pt x="908779" y="74151"/>
                  <a:pt x="910656" y="67601"/>
                  <a:pt x="910656" y="58798"/>
                </a:cubicBezTo>
                <a:cubicBezTo>
                  <a:pt x="910656" y="50501"/>
                  <a:pt x="908769" y="44215"/>
                  <a:pt x="904994" y="39939"/>
                </a:cubicBezTo>
                <a:cubicBezTo>
                  <a:pt x="901220" y="35664"/>
                  <a:pt x="896528" y="33527"/>
                  <a:pt x="890919" y="33527"/>
                </a:cubicBezTo>
                <a:cubicBezTo>
                  <a:pt x="885226" y="33527"/>
                  <a:pt x="880503" y="35654"/>
                  <a:pt x="876750" y="39908"/>
                </a:cubicBezTo>
                <a:cubicBezTo>
                  <a:pt x="872996" y="44162"/>
                  <a:pt x="871120" y="50585"/>
                  <a:pt x="871120" y="59178"/>
                </a:cubicBezTo>
                <a:close/>
                <a:moveTo>
                  <a:pt x="948084" y="92736"/>
                </a:moveTo>
                <a:lnTo>
                  <a:pt x="927526" y="25556"/>
                </a:lnTo>
                <a:lnTo>
                  <a:pt x="939292" y="25556"/>
                </a:lnTo>
                <a:lnTo>
                  <a:pt x="949982" y="64327"/>
                </a:lnTo>
                <a:lnTo>
                  <a:pt x="953967" y="78756"/>
                </a:lnTo>
                <a:cubicBezTo>
                  <a:pt x="954136" y="78040"/>
                  <a:pt x="955296" y="73427"/>
                  <a:pt x="957447" y="64916"/>
                </a:cubicBezTo>
                <a:lnTo>
                  <a:pt x="968137" y="25556"/>
                </a:lnTo>
                <a:lnTo>
                  <a:pt x="979840" y="25556"/>
                </a:lnTo>
                <a:lnTo>
                  <a:pt x="989898" y="64515"/>
                </a:lnTo>
                <a:lnTo>
                  <a:pt x="993251" y="77364"/>
                </a:lnTo>
                <a:lnTo>
                  <a:pt x="997109" y="64394"/>
                </a:lnTo>
                <a:lnTo>
                  <a:pt x="1008622" y="25556"/>
                </a:lnTo>
                <a:lnTo>
                  <a:pt x="1019692" y="25556"/>
                </a:lnTo>
                <a:lnTo>
                  <a:pt x="998691" y="92736"/>
                </a:lnTo>
                <a:lnTo>
                  <a:pt x="986862" y="92736"/>
                </a:lnTo>
                <a:lnTo>
                  <a:pt x="976171" y="52482"/>
                </a:lnTo>
                <a:lnTo>
                  <a:pt x="973577" y="41054"/>
                </a:lnTo>
                <a:lnTo>
                  <a:pt x="959977" y="92736"/>
                </a:lnTo>
                <a:lnTo>
                  <a:pt x="948084" y="9273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0428F8D-8B60-4E08-ACEA-8D0A5121C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5504" y="1158501"/>
            <a:ext cx="1177528" cy="874900"/>
          </a:xfrm>
          <a:custGeom xmlns:a="http://schemas.openxmlformats.org/drawingml/2006/main">
            <a:pathLst>
              <a:path w="1177528" h="874900">
                <a:moveTo>
                  <a:pt x="0" y="145820"/>
                </a:moveTo>
                <a:lnTo>
                  <a:pt x="0" y="145820"/>
                </a:lnTo>
                <a:cubicBezTo>
                  <a:pt x="0" y="65286"/>
                  <a:pt x="65285" y="0"/>
                  <a:pt x="145819" y="0"/>
                </a:cubicBezTo>
                <a:lnTo>
                  <a:pt x="1031708" y="0"/>
                </a:lnTo>
                <a:cubicBezTo>
                  <a:pt x="1070382" y="0"/>
                  <a:pt x="1107472" y="15363"/>
                  <a:pt x="1134818" y="42710"/>
                </a:cubicBezTo>
                <a:cubicBezTo>
                  <a:pt x="1162165" y="70056"/>
                  <a:pt x="1177528" y="107146"/>
                  <a:pt x="1177528" y="145820"/>
                </a:cubicBezTo>
                <a:lnTo>
                  <a:pt x="1177528" y="729081"/>
                </a:lnTo>
                <a:cubicBezTo>
                  <a:pt x="1177528" y="809615"/>
                  <a:pt x="1112243" y="874900"/>
                  <a:pt x="1031708" y="874900"/>
                </a:cubicBezTo>
                <a:lnTo>
                  <a:pt x="145819" y="874900"/>
                </a:lnTo>
                <a:cubicBezTo>
                  <a:pt x="65285" y="874900"/>
                  <a:pt x="0" y="809615"/>
                  <a:pt x="0" y="729081"/>
                </a:cubicBezTo>
                <a:lnTo>
                  <a:pt x="0" y="145820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D966F8B-1A46-470C-AEB0-B0BE05D95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5504" y="1158501"/>
            <a:ext cx="1177528" cy="874900"/>
          </a:xfrm>
          <a:custGeom xmlns:a="http://schemas.openxmlformats.org/drawingml/2006/main">
            <a:pathLst>
              <a:path w="1177528" h="874900" fill="none">
                <a:moveTo>
                  <a:pt x="0" y="145820"/>
                </a:moveTo>
                <a:lnTo>
                  <a:pt x="0" y="145820"/>
                </a:lnTo>
                <a:cubicBezTo>
                  <a:pt x="0" y="65286"/>
                  <a:pt x="65285" y="0"/>
                  <a:pt x="145819" y="0"/>
                </a:cubicBezTo>
                <a:lnTo>
                  <a:pt x="1031708" y="0"/>
                </a:lnTo>
                <a:cubicBezTo>
                  <a:pt x="1070382" y="0"/>
                  <a:pt x="1107472" y="15363"/>
                  <a:pt x="1134818" y="42710"/>
                </a:cubicBezTo>
                <a:cubicBezTo>
                  <a:pt x="1162165" y="70056"/>
                  <a:pt x="1177528" y="107146"/>
                  <a:pt x="1177528" y="145820"/>
                </a:cubicBezTo>
                <a:lnTo>
                  <a:pt x="1177528" y="729081"/>
                </a:lnTo>
                <a:cubicBezTo>
                  <a:pt x="1177528" y="809615"/>
                  <a:pt x="1112243" y="874900"/>
                  <a:pt x="1031708" y="874900"/>
                </a:cubicBezTo>
                <a:lnTo>
                  <a:pt x="145819" y="874900"/>
                </a:lnTo>
                <a:cubicBezTo>
                  <a:pt x="65285" y="874900"/>
                  <a:pt x="0" y="809615"/>
                  <a:pt x="0" y="729081"/>
                </a:cubicBezTo>
                <a:lnTo>
                  <a:pt x="0" y="14582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1592" cap="flat">
            <a:solidFill>
              <a:srgbClr val="595959"/>
            </a:solidFill>
            <a:custDash>
              <a:ds d="400000" sp="300000"/>
            </a:custDash>
            <a:round/>
          </a:ln>
        </p:spPr>
      </p:sp>
      <p:sp>
        <p:nvSpPr>
          <p:cNvPr id="1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9D39F9B-8C85-4435-88EA-8E66837EB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5774" y="1217831"/>
            <a:ext cx="604377" cy="459382"/>
          </a:xfrm>
          <a:custGeom xmlns:a="http://schemas.openxmlformats.org/drawingml/2006/main">
            <a:pathLst>
              <a:path w="604377" h="459382">
                <a:moveTo>
                  <a:pt x="0" y="0"/>
                </a:moveTo>
                <a:lnTo>
                  <a:pt x="604377" y="0"/>
                </a:lnTo>
                <a:lnTo>
                  <a:pt x="604377" y="459382"/>
                </a:lnTo>
                <a:lnTo>
                  <a:pt x="0" y="45938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pic>
        <p:nvPicPr>
          <p:cNvPr id="26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3dc550e7f044bb0"/>
          <a:stretch xmlns:a="http://schemas.openxmlformats.org/drawingml/2006/main"/>
        </p:blipFill>
        <p:spPr>
          <a:xfrm xmlns:a="http://schemas.openxmlformats.org/drawingml/2006/main">
            <a:off x="6485774" y="1217966"/>
            <a:ext cx="604377" cy="459111"/>
          </a:xfrm>
          <a:prstGeom xmlns:a="http://schemas.openxmlformats.org/drawingml/2006/main" prst="rect">
            <a:avLst/>
          </a:prstGeom>
        </p:spPr>
      </p:pic>
      <p:sp>
        <p:nvSpPr>
          <p:cNvPr id="1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64AF867-BDDB-4B0E-B980-F3BACD01E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5504" y="1581556"/>
            <a:ext cx="1212551" cy="365874"/>
          </a:xfrm>
          <a:custGeom xmlns:a="http://schemas.openxmlformats.org/drawingml/2006/main">
            <a:pathLst>
              <a:path w="1212551" h="365874">
                <a:moveTo>
                  <a:pt x="0" y="0"/>
                </a:moveTo>
                <a:lnTo>
                  <a:pt x="1212551" y="0"/>
                </a:lnTo>
                <a:lnTo>
                  <a:pt x="1212551" y="365874"/>
                </a:lnTo>
                <a:lnTo>
                  <a:pt x="0" y="365874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30" name="Text Webcontent">
            <a:extLst xmlns:a="http://schemas.openxmlformats.org/drawingml/2006/main">
              <a:ext uri="{FF2B5EF4-FFF2-40B4-BE49-F238E27FC236}">
                <a16:creationId xmlns:a16="http://schemas.microsoft.com/office/drawing/2014/main" id="{C16CD01B-C649-4EEA-8F72-AB46AA768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0862" y="1710354"/>
            <a:ext cx="722032" cy="94254"/>
          </a:xfrm>
          <a:custGeom xmlns:a="http://schemas.openxmlformats.org/drawingml/2006/main">
            <a:pathLst>
              <a:path w="722032" h="94254">
                <a:moveTo>
                  <a:pt x="24607" y="92736"/>
                </a:moveTo>
                <a:lnTo>
                  <a:pt x="0" y="0"/>
                </a:lnTo>
                <a:lnTo>
                  <a:pt x="12588" y="0"/>
                </a:lnTo>
                <a:lnTo>
                  <a:pt x="26695" y="60787"/>
                </a:lnTo>
                <a:cubicBezTo>
                  <a:pt x="28213" y="67171"/>
                  <a:pt x="29520" y="73498"/>
                  <a:pt x="30617" y="79768"/>
                </a:cubicBezTo>
                <a:cubicBezTo>
                  <a:pt x="32978" y="69858"/>
                  <a:pt x="34370" y="64143"/>
                  <a:pt x="34792" y="62623"/>
                </a:cubicBezTo>
                <a:lnTo>
                  <a:pt x="52441" y="0"/>
                </a:lnTo>
                <a:lnTo>
                  <a:pt x="67243" y="0"/>
                </a:lnTo>
                <a:lnTo>
                  <a:pt x="80527" y="46949"/>
                </a:lnTo>
                <a:cubicBezTo>
                  <a:pt x="83859" y="58586"/>
                  <a:pt x="86263" y="69526"/>
                  <a:pt x="87739" y="79768"/>
                </a:cubicBezTo>
                <a:cubicBezTo>
                  <a:pt x="88919" y="73919"/>
                  <a:pt x="90459" y="67191"/>
                  <a:pt x="92356" y="59583"/>
                </a:cubicBezTo>
                <a:lnTo>
                  <a:pt x="106906" y="0"/>
                </a:lnTo>
                <a:lnTo>
                  <a:pt x="119241" y="0"/>
                </a:lnTo>
                <a:lnTo>
                  <a:pt x="93811" y="92736"/>
                </a:lnTo>
                <a:lnTo>
                  <a:pt x="81982" y="92736"/>
                </a:lnTo>
                <a:lnTo>
                  <a:pt x="62435" y="22055"/>
                </a:lnTo>
                <a:cubicBezTo>
                  <a:pt x="60791" y="16168"/>
                  <a:pt x="59821" y="12549"/>
                  <a:pt x="59526" y="11197"/>
                </a:cubicBezTo>
                <a:cubicBezTo>
                  <a:pt x="58556" y="15449"/>
                  <a:pt x="57649" y="19076"/>
                  <a:pt x="56805" y="22075"/>
                </a:cubicBezTo>
                <a:lnTo>
                  <a:pt x="37132" y="92736"/>
                </a:lnTo>
                <a:lnTo>
                  <a:pt x="24607" y="92736"/>
                </a:lnTo>
                <a:close/>
                <a:moveTo>
                  <a:pt x="172783" y="70975"/>
                </a:moveTo>
                <a:lnTo>
                  <a:pt x="184549" y="72493"/>
                </a:lnTo>
                <a:cubicBezTo>
                  <a:pt x="182693" y="79387"/>
                  <a:pt x="179256" y="84738"/>
                  <a:pt x="174238" y="88545"/>
                </a:cubicBezTo>
                <a:cubicBezTo>
                  <a:pt x="169219" y="92351"/>
                  <a:pt x="162809" y="94254"/>
                  <a:pt x="155007" y="94254"/>
                </a:cubicBezTo>
                <a:cubicBezTo>
                  <a:pt x="145181" y="94254"/>
                  <a:pt x="137390" y="91228"/>
                  <a:pt x="131633" y="85177"/>
                </a:cubicBezTo>
                <a:cubicBezTo>
                  <a:pt x="125877" y="79125"/>
                  <a:pt x="122999" y="70638"/>
                  <a:pt x="122999" y="59715"/>
                </a:cubicBezTo>
                <a:cubicBezTo>
                  <a:pt x="122999" y="48413"/>
                  <a:pt x="125909" y="39642"/>
                  <a:pt x="131728" y="33400"/>
                </a:cubicBezTo>
                <a:cubicBezTo>
                  <a:pt x="137548" y="27159"/>
                  <a:pt x="145097" y="24038"/>
                  <a:pt x="154375" y="24038"/>
                </a:cubicBezTo>
                <a:cubicBezTo>
                  <a:pt x="163357" y="24038"/>
                  <a:pt x="170695" y="27091"/>
                  <a:pt x="176388" y="33196"/>
                </a:cubicBezTo>
                <a:cubicBezTo>
                  <a:pt x="182081" y="39301"/>
                  <a:pt x="184928" y="47889"/>
                  <a:pt x="184928" y="58962"/>
                </a:cubicBezTo>
                <a:cubicBezTo>
                  <a:pt x="184928" y="59636"/>
                  <a:pt x="184907" y="60646"/>
                  <a:pt x="184865" y="61993"/>
                </a:cubicBezTo>
                <a:lnTo>
                  <a:pt x="134765" y="61993"/>
                </a:lnTo>
                <a:cubicBezTo>
                  <a:pt x="135186" y="69394"/>
                  <a:pt x="137274" y="75061"/>
                  <a:pt x="141027" y="78993"/>
                </a:cubicBezTo>
                <a:cubicBezTo>
                  <a:pt x="144780" y="82926"/>
                  <a:pt x="149462" y="84892"/>
                  <a:pt x="155070" y="84892"/>
                </a:cubicBezTo>
                <a:cubicBezTo>
                  <a:pt x="159245" y="84892"/>
                  <a:pt x="162809" y="83786"/>
                  <a:pt x="165761" y="81573"/>
                </a:cubicBezTo>
                <a:cubicBezTo>
                  <a:pt x="168713" y="79359"/>
                  <a:pt x="171054" y="75826"/>
                  <a:pt x="172783" y="70975"/>
                </a:cubicBezTo>
                <a:moveTo>
                  <a:pt x="135397" y="52630"/>
                </a:moveTo>
                <a:lnTo>
                  <a:pt x="172909" y="52630"/>
                </a:lnTo>
                <a:cubicBezTo>
                  <a:pt x="172403" y="46998"/>
                  <a:pt x="170969" y="42773"/>
                  <a:pt x="168608" y="39957"/>
                </a:cubicBezTo>
                <a:cubicBezTo>
                  <a:pt x="164981" y="35586"/>
                  <a:pt x="160279" y="33400"/>
                  <a:pt x="154501" y="33400"/>
                </a:cubicBezTo>
                <a:cubicBezTo>
                  <a:pt x="149272" y="33400"/>
                  <a:pt x="144875" y="35145"/>
                  <a:pt x="141312" y="38635"/>
                </a:cubicBezTo>
                <a:cubicBezTo>
                  <a:pt x="137748" y="42123"/>
                  <a:pt x="135777" y="46788"/>
                  <a:pt x="135397" y="52630"/>
                </a:cubicBezTo>
                <a:close/>
                <a:moveTo>
                  <a:pt x="209326" y="92736"/>
                </a:moveTo>
                <a:lnTo>
                  <a:pt x="198762" y="92736"/>
                </a:lnTo>
                <a:lnTo>
                  <a:pt x="198762" y="0"/>
                </a:lnTo>
                <a:lnTo>
                  <a:pt x="210148" y="0"/>
                </a:lnTo>
                <a:lnTo>
                  <a:pt x="210148" y="33084"/>
                </a:lnTo>
                <a:cubicBezTo>
                  <a:pt x="214956" y="27053"/>
                  <a:pt x="221092" y="24038"/>
                  <a:pt x="228556" y="24038"/>
                </a:cubicBezTo>
                <a:cubicBezTo>
                  <a:pt x="232689" y="24038"/>
                  <a:pt x="236601" y="24871"/>
                  <a:pt x="240291" y="26537"/>
                </a:cubicBezTo>
                <a:cubicBezTo>
                  <a:pt x="243981" y="28202"/>
                  <a:pt x="247017" y="30543"/>
                  <a:pt x="249400" y="33558"/>
                </a:cubicBezTo>
                <a:cubicBezTo>
                  <a:pt x="251782" y="36574"/>
                  <a:pt x="253649" y="40211"/>
                  <a:pt x="254998" y="44470"/>
                </a:cubicBezTo>
                <a:cubicBezTo>
                  <a:pt x="256348" y="48730"/>
                  <a:pt x="257022" y="53284"/>
                  <a:pt x="257022" y="58134"/>
                </a:cubicBezTo>
                <a:cubicBezTo>
                  <a:pt x="257022" y="69647"/>
                  <a:pt x="254176" y="78545"/>
                  <a:pt x="248483" y="84829"/>
                </a:cubicBezTo>
                <a:cubicBezTo>
                  <a:pt x="242789" y="91112"/>
                  <a:pt x="235958" y="94254"/>
                  <a:pt x="227987" y="94254"/>
                </a:cubicBezTo>
                <a:cubicBezTo>
                  <a:pt x="220059" y="94254"/>
                  <a:pt x="213838" y="90944"/>
                  <a:pt x="209326" y="84323"/>
                </a:cubicBezTo>
                <a:lnTo>
                  <a:pt x="209326" y="92736"/>
                </a:lnTo>
                <a:moveTo>
                  <a:pt x="209199" y="58640"/>
                </a:moveTo>
                <a:cubicBezTo>
                  <a:pt x="209199" y="66695"/>
                  <a:pt x="210296" y="72514"/>
                  <a:pt x="212489" y="76099"/>
                </a:cubicBezTo>
                <a:cubicBezTo>
                  <a:pt x="216073" y="81961"/>
                  <a:pt x="220923" y="84892"/>
                  <a:pt x="227038" y="84892"/>
                </a:cubicBezTo>
                <a:cubicBezTo>
                  <a:pt x="232014" y="84892"/>
                  <a:pt x="236316" y="82731"/>
                  <a:pt x="239943" y="78408"/>
                </a:cubicBezTo>
                <a:cubicBezTo>
                  <a:pt x="243570" y="74085"/>
                  <a:pt x="245383" y="67644"/>
                  <a:pt x="245383" y="59083"/>
                </a:cubicBezTo>
                <a:cubicBezTo>
                  <a:pt x="245383" y="50311"/>
                  <a:pt x="243643" y="43838"/>
                  <a:pt x="240164" y="39663"/>
                </a:cubicBezTo>
                <a:cubicBezTo>
                  <a:pt x="236685" y="35488"/>
                  <a:pt x="232478" y="33400"/>
                  <a:pt x="227544" y="33400"/>
                </a:cubicBezTo>
                <a:cubicBezTo>
                  <a:pt x="222568" y="33400"/>
                  <a:pt x="218266" y="35561"/>
                  <a:pt x="214640" y="39884"/>
                </a:cubicBezTo>
                <a:cubicBezTo>
                  <a:pt x="211013" y="44207"/>
                  <a:pt x="209199" y="50459"/>
                  <a:pt x="209199" y="58640"/>
                </a:cubicBezTo>
                <a:close/>
                <a:moveTo>
                  <a:pt x="350579" y="68065"/>
                </a:moveTo>
                <a:lnTo>
                  <a:pt x="361776" y="69584"/>
                </a:lnTo>
                <a:cubicBezTo>
                  <a:pt x="360553" y="77301"/>
                  <a:pt x="357422" y="83342"/>
                  <a:pt x="352382" y="87707"/>
                </a:cubicBezTo>
                <a:cubicBezTo>
                  <a:pt x="347343" y="92072"/>
                  <a:pt x="341154" y="94254"/>
                  <a:pt x="333816" y="94254"/>
                </a:cubicBezTo>
                <a:cubicBezTo>
                  <a:pt x="324623" y="94254"/>
                  <a:pt x="317232" y="91249"/>
                  <a:pt x="311644" y="85240"/>
                </a:cubicBezTo>
                <a:cubicBezTo>
                  <a:pt x="306057" y="79230"/>
                  <a:pt x="303263" y="70617"/>
                  <a:pt x="303263" y="59399"/>
                </a:cubicBezTo>
                <a:cubicBezTo>
                  <a:pt x="303263" y="52145"/>
                  <a:pt x="304465" y="45799"/>
                  <a:pt x="306868" y="40358"/>
                </a:cubicBezTo>
                <a:cubicBezTo>
                  <a:pt x="309272" y="34918"/>
                  <a:pt x="312931" y="30838"/>
                  <a:pt x="317844" y="28118"/>
                </a:cubicBezTo>
                <a:cubicBezTo>
                  <a:pt x="322757" y="25398"/>
                  <a:pt x="328102" y="24038"/>
                  <a:pt x="333879" y="24038"/>
                </a:cubicBezTo>
                <a:cubicBezTo>
                  <a:pt x="341175" y="24038"/>
                  <a:pt x="347142" y="25872"/>
                  <a:pt x="351781" y="29541"/>
                </a:cubicBezTo>
                <a:cubicBezTo>
                  <a:pt x="356420" y="33209"/>
                  <a:pt x="359393" y="38417"/>
                  <a:pt x="360701" y="45166"/>
                </a:cubicBezTo>
                <a:lnTo>
                  <a:pt x="349631" y="46937"/>
                </a:lnTo>
                <a:cubicBezTo>
                  <a:pt x="348576" y="42446"/>
                  <a:pt x="346710" y="39067"/>
                  <a:pt x="344032" y="36800"/>
                </a:cubicBezTo>
                <a:cubicBezTo>
                  <a:pt x="341354" y="34533"/>
                  <a:pt x="338118" y="33400"/>
                  <a:pt x="334322" y="33400"/>
                </a:cubicBezTo>
                <a:cubicBezTo>
                  <a:pt x="328587" y="33400"/>
                  <a:pt x="323927" y="35456"/>
                  <a:pt x="320342" y="39568"/>
                </a:cubicBezTo>
                <a:cubicBezTo>
                  <a:pt x="316758" y="43679"/>
                  <a:pt x="314965" y="50184"/>
                  <a:pt x="314965" y="59083"/>
                </a:cubicBezTo>
                <a:cubicBezTo>
                  <a:pt x="314965" y="68108"/>
                  <a:pt x="316694" y="74665"/>
                  <a:pt x="320152" y="78756"/>
                </a:cubicBezTo>
                <a:cubicBezTo>
                  <a:pt x="323611" y="82847"/>
                  <a:pt x="328123" y="84892"/>
                  <a:pt x="333690" y="84892"/>
                </a:cubicBezTo>
                <a:cubicBezTo>
                  <a:pt x="338160" y="84892"/>
                  <a:pt x="341892" y="83516"/>
                  <a:pt x="344886" y="80764"/>
                </a:cubicBezTo>
                <a:cubicBezTo>
                  <a:pt x="347880" y="78013"/>
                  <a:pt x="349778" y="73780"/>
                  <a:pt x="350579" y="68065"/>
                </a:cubicBezTo>
                <a:close/>
                <a:moveTo>
                  <a:pt x="367280" y="59146"/>
                </a:moveTo>
                <a:cubicBezTo>
                  <a:pt x="367280" y="46705"/>
                  <a:pt x="370738" y="37491"/>
                  <a:pt x="377654" y="31502"/>
                </a:cubicBezTo>
                <a:cubicBezTo>
                  <a:pt x="383431" y="26526"/>
                  <a:pt x="390474" y="24038"/>
                  <a:pt x="398782" y="24038"/>
                </a:cubicBezTo>
                <a:cubicBezTo>
                  <a:pt x="408018" y="24038"/>
                  <a:pt x="415566" y="27064"/>
                  <a:pt x="421428" y="33115"/>
                </a:cubicBezTo>
                <a:cubicBezTo>
                  <a:pt x="427290" y="39167"/>
                  <a:pt x="430221" y="47528"/>
                  <a:pt x="430221" y="58197"/>
                </a:cubicBezTo>
                <a:cubicBezTo>
                  <a:pt x="430221" y="66842"/>
                  <a:pt x="428924" y="73643"/>
                  <a:pt x="426331" y="78598"/>
                </a:cubicBezTo>
                <a:cubicBezTo>
                  <a:pt x="423737" y="83553"/>
                  <a:pt x="419963" y="87401"/>
                  <a:pt x="415008" y="90142"/>
                </a:cubicBezTo>
                <a:cubicBezTo>
                  <a:pt x="410052" y="92883"/>
                  <a:pt x="404644" y="94254"/>
                  <a:pt x="398782" y="94254"/>
                </a:cubicBezTo>
                <a:cubicBezTo>
                  <a:pt x="389378" y="94254"/>
                  <a:pt x="381776" y="91239"/>
                  <a:pt x="375978" y="85208"/>
                </a:cubicBezTo>
                <a:cubicBezTo>
                  <a:pt x="370179" y="79178"/>
                  <a:pt x="367280" y="70490"/>
                  <a:pt x="367280" y="59146"/>
                </a:cubicBezTo>
                <a:moveTo>
                  <a:pt x="378982" y="59178"/>
                </a:moveTo>
                <a:cubicBezTo>
                  <a:pt x="378982" y="67770"/>
                  <a:pt x="380859" y="74204"/>
                  <a:pt x="384612" y="78479"/>
                </a:cubicBezTo>
                <a:cubicBezTo>
                  <a:pt x="388366" y="82754"/>
                  <a:pt x="393089" y="84892"/>
                  <a:pt x="398782" y="84892"/>
                </a:cubicBezTo>
                <a:cubicBezTo>
                  <a:pt x="404433" y="84892"/>
                  <a:pt x="409135" y="82744"/>
                  <a:pt x="412888" y="78448"/>
                </a:cubicBezTo>
                <a:cubicBezTo>
                  <a:pt x="416642" y="74151"/>
                  <a:pt x="418518" y="67601"/>
                  <a:pt x="418518" y="58798"/>
                </a:cubicBezTo>
                <a:cubicBezTo>
                  <a:pt x="418518" y="50501"/>
                  <a:pt x="416631" y="44215"/>
                  <a:pt x="412857" y="39939"/>
                </a:cubicBezTo>
                <a:cubicBezTo>
                  <a:pt x="409082" y="35664"/>
                  <a:pt x="404391" y="33527"/>
                  <a:pt x="398782" y="33527"/>
                </a:cubicBezTo>
                <a:cubicBezTo>
                  <a:pt x="393089" y="33527"/>
                  <a:pt x="388366" y="35654"/>
                  <a:pt x="384612" y="39908"/>
                </a:cubicBezTo>
                <a:cubicBezTo>
                  <a:pt x="380859" y="44162"/>
                  <a:pt x="378982" y="50585"/>
                  <a:pt x="378982" y="59178"/>
                </a:cubicBezTo>
                <a:close/>
                <a:moveTo>
                  <a:pt x="443549" y="92736"/>
                </a:moveTo>
                <a:lnTo>
                  <a:pt x="443549" y="25556"/>
                </a:lnTo>
                <a:lnTo>
                  <a:pt x="453796" y="25556"/>
                </a:lnTo>
                <a:lnTo>
                  <a:pt x="453796" y="35108"/>
                </a:lnTo>
                <a:cubicBezTo>
                  <a:pt x="458730" y="27728"/>
                  <a:pt x="465858" y="24038"/>
                  <a:pt x="475178" y="24038"/>
                </a:cubicBezTo>
                <a:cubicBezTo>
                  <a:pt x="479226" y="24038"/>
                  <a:pt x="482948" y="24765"/>
                  <a:pt x="486343" y="26220"/>
                </a:cubicBezTo>
                <a:cubicBezTo>
                  <a:pt x="489737" y="27675"/>
                  <a:pt x="492278" y="29584"/>
                  <a:pt x="493965" y="31945"/>
                </a:cubicBezTo>
                <a:cubicBezTo>
                  <a:pt x="495652" y="34307"/>
                  <a:pt x="496833" y="37111"/>
                  <a:pt x="497508" y="40358"/>
                </a:cubicBezTo>
                <a:cubicBezTo>
                  <a:pt x="497929" y="42467"/>
                  <a:pt x="498140" y="46157"/>
                  <a:pt x="498140" y="51429"/>
                </a:cubicBezTo>
                <a:lnTo>
                  <a:pt x="498140" y="92736"/>
                </a:lnTo>
                <a:lnTo>
                  <a:pt x="486754" y="92736"/>
                </a:lnTo>
                <a:lnTo>
                  <a:pt x="486754" y="51871"/>
                </a:lnTo>
                <a:cubicBezTo>
                  <a:pt x="486754" y="47232"/>
                  <a:pt x="486311" y="43764"/>
                  <a:pt x="485425" y="41465"/>
                </a:cubicBezTo>
                <a:cubicBezTo>
                  <a:pt x="484540" y="39167"/>
                  <a:pt x="482969" y="37333"/>
                  <a:pt x="480713" y="35962"/>
                </a:cubicBezTo>
                <a:cubicBezTo>
                  <a:pt x="478456" y="34591"/>
                  <a:pt x="475810" y="33906"/>
                  <a:pt x="472774" y="33906"/>
                </a:cubicBezTo>
                <a:cubicBezTo>
                  <a:pt x="467924" y="33906"/>
                  <a:pt x="463738" y="35445"/>
                  <a:pt x="460217" y="38524"/>
                </a:cubicBezTo>
                <a:cubicBezTo>
                  <a:pt x="456696" y="41603"/>
                  <a:pt x="454935" y="47443"/>
                  <a:pt x="454935" y="56046"/>
                </a:cubicBezTo>
                <a:lnTo>
                  <a:pt x="454935" y="92736"/>
                </a:lnTo>
                <a:lnTo>
                  <a:pt x="443549" y="92736"/>
                </a:lnTo>
                <a:close/>
                <a:moveTo>
                  <a:pt x="540440" y="82551"/>
                </a:moveTo>
                <a:lnTo>
                  <a:pt x="542085" y="92609"/>
                </a:lnTo>
                <a:cubicBezTo>
                  <a:pt x="538880" y="93284"/>
                  <a:pt x="536012" y="93621"/>
                  <a:pt x="533482" y="93621"/>
                </a:cubicBezTo>
                <a:cubicBezTo>
                  <a:pt x="529349" y="93621"/>
                  <a:pt x="526144" y="92968"/>
                  <a:pt x="523866" y="91661"/>
                </a:cubicBezTo>
                <a:cubicBezTo>
                  <a:pt x="521589" y="90353"/>
                  <a:pt x="519987" y="88635"/>
                  <a:pt x="519059" y="86505"/>
                </a:cubicBezTo>
                <a:cubicBezTo>
                  <a:pt x="518131" y="84375"/>
                  <a:pt x="517667" y="79895"/>
                  <a:pt x="517667" y="73063"/>
                </a:cubicBezTo>
                <a:lnTo>
                  <a:pt x="517667" y="34412"/>
                </a:lnTo>
                <a:lnTo>
                  <a:pt x="509317" y="34412"/>
                </a:lnTo>
                <a:lnTo>
                  <a:pt x="509317" y="25556"/>
                </a:lnTo>
                <a:lnTo>
                  <a:pt x="517667" y="25556"/>
                </a:lnTo>
                <a:lnTo>
                  <a:pt x="517667" y="8919"/>
                </a:lnTo>
                <a:lnTo>
                  <a:pt x="528990" y="2088"/>
                </a:lnTo>
                <a:lnTo>
                  <a:pt x="528990" y="25556"/>
                </a:lnTo>
                <a:lnTo>
                  <a:pt x="540440" y="25556"/>
                </a:lnTo>
                <a:lnTo>
                  <a:pt x="540440" y="34412"/>
                </a:lnTo>
                <a:lnTo>
                  <a:pt x="528990" y="34412"/>
                </a:lnTo>
                <a:lnTo>
                  <a:pt x="528990" y="73695"/>
                </a:lnTo>
                <a:cubicBezTo>
                  <a:pt x="528990" y="76943"/>
                  <a:pt x="529191" y="79030"/>
                  <a:pt x="529591" y="79958"/>
                </a:cubicBezTo>
                <a:cubicBezTo>
                  <a:pt x="529992" y="80886"/>
                  <a:pt x="530646" y="81624"/>
                  <a:pt x="531552" y="82172"/>
                </a:cubicBezTo>
                <a:cubicBezTo>
                  <a:pt x="532459" y="82720"/>
                  <a:pt x="533756" y="82994"/>
                  <a:pt x="535443" y="82994"/>
                </a:cubicBezTo>
                <a:cubicBezTo>
                  <a:pt x="536708" y="82994"/>
                  <a:pt x="538374" y="82847"/>
                  <a:pt x="540440" y="82551"/>
                </a:cubicBezTo>
                <a:close/>
                <a:moveTo>
                  <a:pt x="597454" y="70975"/>
                </a:moveTo>
                <a:lnTo>
                  <a:pt x="609220" y="72493"/>
                </a:lnTo>
                <a:cubicBezTo>
                  <a:pt x="607364" y="79387"/>
                  <a:pt x="603927" y="84738"/>
                  <a:pt x="598909" y="88545"/>
                </a:cubicBezTo>
                <a:cubicBezTo>
                  <a:pt x="593890" y="92351"/>
                  <a:pt x="587480" y="94254"/>
                  <a:pt x="579679" y="94254"/>
                </a:cubicBezTo>
                <a:cubicBezTo>
                  <a:pt x="569852" y="94254"/>
                  <a:pt x="562061" y="91228"/>
                  <a:pt x="556305" y="85177"/>
                </a:cubicBezTo>
                <a:cubicBezTo>
                  <a:pt x="550548" y="79125"/>
                  <a:pt x="547670" y="70638"/>
                  <a:pt x="547670" y="59715"/>
                </a:cubicBezTo>
                <a:cubicBezTo>
                  <a:pt x="547670" y="48413"/>
                  <a:pt x="550580" y="39642"/>
                  <a:pt x="556400" y="33400"/>
                </a:cubicBezTo>
                <a:cubicBezTo>
                  <a:pt x="562219" y="27159"/>
                  <a:pt x="569768" y="24038"/>
                  <a:pt x="579046" y="24038"/>
                </a:cubicBezTo>
                <a:cubicBezTo>
                  <a:pt x="588029" y="24038"/>
                  <a:pt x="595366" y="27091"/>
                  <a:pt x="601060" y="33196"/>
                </a:cubicBezTo>
                <a:cubicBezTo>
                  <a:pt x="606753" y="39301"/>
                  <a:pt x="609599" y="47889"/>
                  <a:pt x="609599" y="58962"/>
                </a:cubicBezTo>
                <a:cubicBezTo>
                  <a:pt x="609599" y="59636"/>
                  <a:pt x="609578" y="60646"/>
                  <a:pt x="609536" y="61993"/>
                </a:cubicBezTo>
                <a:lnTo>
                  <a:pt x="559436" y="61993"/>
                </a:lnTo>
                <a:cubicBezTo>
                  <a:pt x="559858" y="69394"/>
                  <a:pt x="561945" y="75061"/>
                  <a:pt x="565699" y="78993"/>
                </a:cubicBezTo>
                <a:cubicBezTo>
                  <a:pt x="569452" y="82926"/>
                  <a:pt x="574133" y="84892"/>
                  <a:pt x="579742" y="84892"/>
                </a:cubicBezTo>
                <a:cubicBezTo>
                  <a:pt x="583917" y="84892"/>
                  <a:pt x="587480" y="83786"/>
                  <a:pt x="590432" y="81573"/>
                </a:cubicBezTo>
                <a:cubicBezTo>
                  <a:pt x="593384" y="79359"/>
                  <a:pt x="595725" y="75826"/>
                  <a:pt x="597454" y="70975"/>
                </a:cubicBezTo>
                <a:moveTo>
                  <a:pt x="560069" y="52630"/>
                </a:moveTo>
                <a:lnTo>
                  <a:pt x="597580" y="52630"/>
                </a:lnTo>
                <a:cubicBezTo>
                  <a:pt x="597074" y="46998"/>
                  <a:pt x="595641" y="42773"/>
                  <a:pt x="593279" y="39957"/>
                </a:cubicBezTo>
                <a:cubicBezTo>
                  <a:pt x="589652" y="35586"/>
                  <a:pt x="584950" y="33400"/>
                  <a:pt x="579172" y="33400"/>
                </a:cubicBezTo>
                <a:cubicBezTo>
                  <a:pt x="573943" y="33400"/>
                  <a:pt x="569547" y="35145"/>
                  <a:pt x="565983" y="38635"/>
                </a:cubicBezTo>
                <a:cubicBezTo>
                  <a:pt x="562420" y="42123"/>
                  <a:pt x="560448" y="46788"/>
                  <a:pt x="560069" y="52630"/>
                </a:cubicBezTo>
                <a:close/>
                <a:moveTo>
                  <a:pt x="623496" y="92736"/>
                </a:moveTo>
                <a:lnTo>
                  <a:pt x="623496" y="25556"/>
                </a:lnTo>
                <a:lnTo>
                  <a:pt x="633744" y="25556"/>
                </a:lnTo>
                <a:lnTo>
                  <a:pt x="633744" y="35108"/>
                </a:lnTo>
                <a:cubicBezTo>
                  <a:pt x="638678" y="27728"/>
                  <a:pt x="645805" y="24038"/>
                  <a:pt x="655125" y="24038"/>
                </a:cubicBezTo>
                <a:cubicBezTo>
                  <a:pt x="659174" y="24038"/>
                  <a:pt x="662895" y="24765"/>
                  <a:pt x="666290" y="26220"/>
                </a:cubicBezTo>
                <a:cubicBezTo>
                  <a:pt x="669685" y="27675"/>
                  <a:pt x="672226" y="29584"/>
                  <a:pt x="673913" y="31945"/>
                </a:cubicBezTo>
                <a:cubicBezTo>
                  <a:pt x="675600" y="34307"/>
                  <a:pt x="676780" y="37111"/>
                  <a:pt x="677455" y="40358"/>
                </a:cubicBezTo>
                <a:cubicBezTo>
                  <a:pt x="677877" y="42467"/>
                  <a:pt x="678088" y="46157"/>
                  <a:pt x="678088" y="51429"/>
                </a:cubicBezTo>
                <a:lnTo>
                  <a:pt x="678088" y="92736"/>
                </a:lnTo>
                <a:lnTo>
                  <a:pt x="666701" y="92736"/>
                </a:lnTo>
                <a:lnTo>
                  <a:pt x="666701" y="51871"/>
                </a:lnTo>
                <a:cubicBezTo>
                  <a:pt x="666701" y="47232"/>
                  <a:pt x="666259" y="43764"/>
                  <a:pt x="665373" y="41465"/>
                </a:cubicBezTo>
                <a:cubicBezTo>
                  <a:pt x="664487" y="39167"/>
                  <a:pt x="662916" y="37333"/>
                  <a:pt x="660660" y="35962"/>
                </a:cubicBezTo>
                <a:cubicBezTo>
                  <a:pt x="658404" y="34591"/>
                  <a:pt x="655758" y="33906"/>
                  <a:pt x="652721" y="33906"/>
                </a:cubicBezTo>
                <a:cubicBezTo>
                  <a:pt x="647872" y="33906"/>
                  <a:pt x="643686" y="35445"/>
                  <a:pt x="640165" y="38524"/>
                </a:cubicBezTo>
                <a:cubicBezTo>
                  <a:pt x="636643" y="41603"/>
                  <a:pt x="634883" y="47443"/>
                  <a:pt x="634883" y="56046"/>
                </a:cubicBezTo>
                <a:lnTo>
                  <a:pt x="634883" y="92736"/>
                </a:lnTo>
                <a:lnTo>
                  <a:pt x="623496" y="92736"/>
                </a:lnTo>
                <a:close/>
                <a:moveTo>
                  <a:pt x="720388" y="82551"/>
                </a:moveTo>
                <a:lnTo>
                  <a:pt x="722032" y="92609"/>
                </a:lnTo>
                <a:cubicBezTo>
                  <a:pt x="718827" y="93284"/>
                  <a:pt x="715960" y="93621"/>
                  <a:pt x="713429" y="93621"/>
                </a:cubicBezTo>
                <a:cubicBezTo>
                  <a:pt x="709296" y="93621"/>
                  <a:pt x="706091" y="92968"/>
                  <a:pt x="703814" y="91661"/>
                </a:cubicBezTo>
                <a:cubicBezTo>
                  <a:pt x="701537" y="90353"/>
                  <a:pt x="699934" y="88635"/>
                  <a:pt x="699006" y="86505"/>
                </a:cubicBezTo>
                <a:cubicBezTo>
                  <a:pt x="698079" y="84375"/>
                  <a:pt x="697615" y="79895"/>
                  <a:pt x="697615" y="73063"/>
                </a:cubicBezTo>
                <a:lnTo>
                  <a:pt x="697615" y="34412"/>
                </a:lnTo>
                <a:lnTo>
                  <a:pt x="689265" y="34412"/>
                </a:lnTo>
                <a:lnTo>
                  <a:pt x="689265" y="25556"/>
                </a:lnTo>
                <a:lnTo>
                  <a:pt x="697615" y="25556"/>
                </a:lnTo>
                <a:lnTo>
                  <a:pt x="697615" y="8919"/>
                </a:lnTo>
                <a:lnTo>
                  <a:pt x="708938" y="2088"/>
                </a:lnTo>
                <a:lnTo>
                  <a:pt x="708938" y="25556"/>
                </a:lnTo>
                <a:lnTo>
                  <a:pt x="720388" y="25556"/>
                </a:lnTo>
                <a:lnTo>
                  <a:pt x="720388" y="34412"/>
                </a:lnTo>
                <a:lnTo>
                  <a:pt x="708938" y="34412"/>
                </a:lnTo>
                <a:lnTo>
                  <a:pt x="708938" y="73695"/>
                </a:lnTo>
                <a:cubicBezTo>
                  <a:pt x="708938" y="76943"/>
                  <a:pt x="709138" y="79030"/>
                  <a:pt x="709539" y="79958"/>
                </a:cubicBezTo>
                <a:cubicBezTo>
                  <a:pt x="709940" y="80886"/>
                  <a:pt x="710593" y="81624"/>
                  <a:pt x="711500" y="82172"/>
                </a:cubicBezTo>
                <a:cubicBezTo>
                  <a:pt x="712407" y="82720"/>
                  <a:pt x="713703" y="82994"/>
                  <a:pt x="715390" y="82994"/>
                </a:cubicBezTo>
                <a:cubicBezTo>
                  <a:pt x="716655" y="82994"/>
                  <a:pt x="718321" y="82847"/>
                  <a:pt x="720388" y="8255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1" name="Text hostedonURL2">
            <a:extLst xmlns:a="http://schemas.openxmlformats.org/drawingml/2006/main">
              <a:ext uri="{FF2B5EF4-FFF2-40B4-BE49-F238E27FC236}">
                <a16:creationId xmlns:a16="http://schemas.microsoft.com/office/drawing/2014/main" id="{71F63A24-F227-4A6B-A11D-7031D562D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6993" y="1861119"/>
            <a:ext cx="959684" cy="94634"/>
          </a:xfrm>
          <a:custGeom xmlns:a="http://schemas.openxmlformats.org/drawingml/2006/main">
            <a:pathLst>
              <a:path w="959684" h="94634">
                <a:moveTo>
                  <a:pt x="0" y="93115"/>
                </a:moveTo>
                <a:lnTo>
                  <a:pt x="0" y="380"/>
                </a:lnTo>
                <a:lnTo>
                  <a:pt x="11386" y="380"/>
                </a:lnTo>
                <a:lnTo>
                  <a:pt x="11386" y="33712"/>
                </a:lnTo>
                <a:cubicBezTo>
                  <a:pt x="16700" y="27516"/>
                  <a:pt x="23405" y="24417"/>
                  <a:pt x="31502" y="24417"/>
                </a:cubicBezTo>
                <a:cubicBezTo>
                  <a:pt x="36479" y="24417"/>
                  <a:pt x="40801" y="25398"/>
                  <a:pt x="44470" y="27359"/>
                </a:cubicBezTo>
                <a:cubicBezTo>
                  <a:pt x="48139" y="29320"/>
                  <a:pt x="50764" y="32030"/>
                  <a:pt x="52346" y="35488"/>
                </a:cubicBezTo>
                <a:cubicBezTo>
                  <a:pt x="53927" y="38946"/>
                  <a:pt x="54718" y="43964"/>
                  <a:pt x="54718" y="50543"/>
                </a:cubicBezTo>
                <a:lnTo>
                  <a:pt x="54718" y="93115"/>
                </a:lnTo>
                <a:lnTo>
                  <a:pt x="43332" y="93115"/>
                </a:lnTo>
                <a:lnTo>
                  <a:pt x="43332" y="50588"/>
                </a:lnTo>
                <a:cubicBezTo>
                  <a:pt x="43332" y="44902"/>
                  <a:pt x="42098" y="40763"/>
                  <a:pt x="39631" y="38172"/>
                </a:cubicBezTo>
                <a:cubicBezTo>
                  <a:pt x="37164" y="35581"/>
                  <a:pt x="33674" y="34286"/>
                  <a:pt x="29162" y="34286"/>
                </a:cubicBezTo>
                <a:cubicBezTo>
                  <a:pt x="25788" y="34286"/>
                  <a:pt x="22615" y="35160"/>
                  <a:pt x="19642" y="36909"/>
                </a:cubicBezTo>
                <a:cubicBezTo>
                  <a:pt x="16668" y="38656"/>
                  <a:pt x="14549" y="41026"/>
                  <a:pt x="13284" y="44018"/>
                </a:cubicBezTo>
                <a:cubicBezTo>
                  <a:pt x="12019" y="47008"/>
                  <a:pt x="11386" y="51136"/>
                  <a:pt x="11386" y="56402"/>
                </a:cubicBezTo>
                <a:lnTo>
                  <a:pt x="11386" y="93115"/>
                </a:lnTo>
                <a:lnTo>
                  <a:pt x="0" y="93115"/>
                </a:lnTo>
                <a:close/>
                <a:moveTo>
                  <a:pt x="67793" y="59526"/>
                </a:moveTo>
                <a:cubicBezTo>
                  <a:pt x="67793" y="47085"/>
                  <a:pt x="71251" y="37870"/>
                  <a:pt x="78167" y="31882"/>
                </a:cubicBezTo>
                <a:cubicBezTo>
                  <a:pt x="83945" y="26906"/>
                  <a:pt x="90987" y="24417"/>
                  <a:pt x="99295" y="24417"/>
                </a:cubicBezTo>
                <a:cubicBezTo>
                  <a:pt x="108531" y="24417"/>
                  <a:pt x="116079" y="27443"/>
                  <a:pt x="121941" y="33495"/>
                </a:cubicBezTo>
                <a:cubicBezTo>
                  <a:pt x="127803" y="39547"/>
                  <a:pt x="130734" y="47907"/>
                  <a:pt x="130734" y="58577"/>
                </a:cubicBezTo>
                <a:cubicBezTo>
                  <a:pt x="130734" y="67222"/>
                  <a:pt x="129437" y="74022"/>
                  <a:pt x="126844" y="78977"/>
                </a:cubicBezTo>
                <a:cubicBezTo>
                  <a:pt x="124250" y="83933"/>
                  <a:pt x="120476" y="87781"/>
                  <a:pt x="115521" y="90522"/>
                </a:cubicBezTo>
                <a:cubicBezTo>
                  <a:pt x="110566" y="93263"/>
                  <a:pt x="105157" y="94634"/>
                  <a:pt x="99295" y="94634"/>
                </a:cubicBezTo>
                <a:cubicBezTo>
                  <a:pt x="89891" y="94634"/>
                  <a:pt x="82289" y="91618"/>
                  <a:pt x="76491" y="85588"/>
                </a:cubicBezTo>
                <a:cubicBezTo>
                  <a:pt x="70692" y="79557"/>
                  <a:pt x="67793" y="70870"/>
                  <a:pt x="67793" y="59526"/>
                </a:cubicBezTo>
                <a:moveTo>
                  <a:pt x="79495" y="59557"/>
                </a:moveTo>
                <a:cubicBezTo>
                  <a:pt x="79495" y="68150"/>
                  <a:pt x="81372" y="74584"/>
                  <a:pt x="85125" y="78859"/>
                </a:cubicBezTo>
                <a:cubicBezTo>
                  <a:pt x="88879" y="83134"/>
                  <a:pt x="93602" y="85271"/>
                  <a:pt x="99295" y="85271"/>
                </a:cubicBezTo>
                <a:cubicBezTo>
                  <a:pt x="104946" y="85271"/>
                  <a:pt x="109648" y="83123"/>
                  <a:pt x="113402" y="78827"/>
                </a:cubicBezTo>
                <a:cubicBezTo>
                  <a:pt x="117155" y="74531"/>
                  <a:pt x="119032" y="67981"/>
                  <a:pt x="119032" y="59178"/>
                </a:cubicBezTo>
                <a:cubicBezTo>
                  <a:pt x="119032" y="50880"/>
                  <a:pt x="117144" y="44594"/>
                  <a:pt x="113370" y="40319"/>
                </a:cubicBezTo>
                <a:cubicBezTo>
                  <a:pt x="109596" y="36044"/>
                  <a:pt x="104904" y="33906"/>
                  <a:pt x="99295" y="33906"/>
                </a:cubicBezTo>
                <a:cubicBezTo>
                  <a:pt x="93602" y="33906"/>
                  <a:pt x="88879" y="36033"/>
                  <a:pt x="85125" y="40287"/>
                </a:cubicBezTo>
                <a:cubicBezTo>
                  <a:pt x="81372" y="44541"/>
                  <a:pt x="79495" y="50965"/>
                  <a:pt x="79495" y="59557"/>
                </a:cubicBezTo>
                <a:close/>
                <a:moveTo>
                  <a:pt x="139507" y="72999"/>
                </a:moveTo>
                <a:lnTo>
                  <a:pt x="150767" y="71228"/>
                </a:lnTo>
                <a:cubicBezTo>
                  <a:pt x="151399" y="75760"/>
                  <a:pt x="153160" y="79234"/>
                  <a:pt x="156049" y="81650"/>
                </a:cubicBezTo>
                <a:cubicBezTo>
                  <a:pt x="158938" y="84064"/>
                  <a:pt x="162976" y="85271"/>
                  <a:pt x="168163" y="85271"/>
                </a:cubicBezTo>
                <a:cubicBezTo>
                  <a:pt x="173392" y="85271"/>
                  <a:pt x="177272" y="84207"/>
                  <a:pt x="179802" y="82077"/>
                </a:cubicBezTo>
                <a:cubicBezTo>
                  <a:pt x="182332" y="79947"/>
                  <a:pt x="183598" y="77449"/>
                  <a:pt x="183598" y="74581"/>
                </a:cubicBezTo>
                <a:cubicBezTo>
                  <a:pt x="183598" y="72008"/>
                  <a:pt x="182480" y="69984"/>
                  <a:pt x="180245" y="68508"/>
                </a:cubicBezTo>
                <a:cubicBezTo>
                  <a:pt x="178685" y="67496"/>
                  <a:pt x="174805" y="66210"/>
                  <a:pt x="168605" y="64649"/>
                </a:cubicBezTo>
                <a:cubicBezTo>
                  <a:pt x="160255" y="62541"/>
                  <a:pt x="154467" y="60717"/>
                  <a:pt x="151241" y="59178"/>
                </a:cubicBezTo>
                <a:cubicBezTo>
                  <a:pt x="148015" y="57638"/>
                  <a:pt x="145569" y="55509"/>
                  <a:pt x="143903" y="52789"/>
                </a:cubicBezTo>
                <a:cubicBezTo>
                  <a:pt x="142238" y="50069"/>
                  <a:pt x="141405" y="47064"/>
                  <a:pt x="141405" y="43774"/>
                </a:cubicBezTo>
                <a:cubicBezTo>
                  <a:pt x="141405" y="40780"/>
                  <a:pt x="142090" y="38007"/>
                  <a:pt x="143460" y="35456"/>
                </a:cubicBezTo>
                <a:cubicBezTo>
                  <a:pt x="144831" y="32905"/>
                  <a:pt x="146697" y="30785"/>
                  <a:pt x="149059" y="29099"/>
                </a:cubicBezTo>
                <a:cubicBezTo>
                  <a:pt x="150830" y="27791"/>
                  <a:pt x="153244" y="26684"/>
                  <a:pt x="156302" y="25778"/>
                </a:cubicBezTo>
                <a:cubicBezTo>
                  <a:pt x="159359" y="24871"/>
                  <a:pt x="162638" y="24417"/>
                  <a:pt x="166138" y="24417"/>
                </a:cubicBezTo>
                <a:cubicBezTo>
                  <a:pt x="171410" y="24417"/>
                  <a:pt x="176038" y="25177"/>
                  <a:pt x="180023" y="26695"/>
                </a:cubicBezTo>
                <a:cubicBezTo>
                  <a:pt x="184009" y="28213"/>
                  <a:pt x="186950" y="30269"/>
                  <a:pt x="188848" y="32862"/>
                </a:cubicBezTo>
                <a:cubicBezTo>
                  <a:pt x="190746" y="35456"/>
                  <a:pt x="192053" y="38925"/>
                  <a:pt x="192770" y="43268"/>
                </a:cubicBezTo>
                <a:lnTo>
                  <a:pt x="181637" y="44786"/>
                </a:lnTo>
                <a:cubicBezTo>
                  <a:pt x="181130" y="41328"/>
                  <a:pt x="179665" y="38629"/>
                  <a:pt x="177240" y="36690"/>
                </a:cubicBezTo>
                <a:cubicBezTo>
                  <a:pt x="174815" y="34750"/>
                  <a:pt x="171389" y="33780"/>
                  <a:pt x="166961" y="33780"/>
                </a:cubicBezTo>
                <a:cubicBezTo>
                  <a:pt x="161731" y="33780"/>
                  <a:pt x="157999" y="34644"/>
                  <a:pt x="155764" y="36373"/>
                </a:cubicBezTo>
                <a:cubicBezTo>
                  <a:pt x="153529" y="38102"/>
                  <a:pt x="152411" y="40127"/>
                  <a:pt x="152411" y="42446"/>
                </a:cubicBezTo>
                <a:cubicBezTo>
                  <a:pt x="152411" y="43922"/>
                  <a:pt x="152875" y="45250"/>
                  <a:pt x="153803" y="46431"/>
                </a:cubicBezTo>
                <a:cubicBezTo>
                  <a:pt x="154731" y="47654"/>
                  <a:pt x="156186" y="48666"/>
                  <a:pt x="158168" y="49468"/>
                </a:cubicBezTo>
                <a:cubicBezTo>
                  <a:pt x="159307" y="49889"/>
                  <a:pt x="162659" y="50859"/>
                  <a:pt x="168226" y="52377"/>
                </a:cubicBezTo>
                <a:cubicBezTo>
                  <a:pt x="176281" y="54528"/>
                  <a:pt x="181900" y="56289"/>
                  <a:pt x="185084" y="57659"/>
                </a:cubicBezTo>
                <a:cubicBezTo>
                  <a:pt x="188268" y="59030"/>
                  <a:pt x="190767" y="61023"/>
                  <a:pt x="192580" y="63637"/>
                </a:cubicBezTo>
                <a:cubicBezTo>
                  <a:pt x="194394" y="66252"/>
                  <a:pt x="195300" y="69499"/>
                  <a:pt x="195300" y="73379"/>
                </a:cubicBezTo>
                <a:cubicBezTo>
                  <a:pt x="195300" y="77174"/>
                  <a:pt x="194193" y="80749"/>
                  <a:pt x="191979" y="84101"/>
                </a:cubicBezTo>
                <a:cubicBezTo>
                  <a:pt x="189765" y="87454"/>
                  <a:pt x="186571" y="90047"/>
                  <a:pt x="182396" y="91882"/>
                </a:cubicBezTo>
                <a:cubicBezTo>
                  <a:pt x="178221" y="93716"/>
                  <a:pt x="173497" y="94634"/>
                  <a:pt x="168226" y="94634"/>
                </a:cubicBezTo>
                <a:cubicBezTo>
                  <a:pt x="159496" y="94634"/>
                  <a:pt x="152844" y="92815"/>
                  <a:pt x="148268" y="89178"/>
                </a:cubicBezTo>
                <a:cubicBezTo>
                  <a:pt x="143692" y="85540"/>
                  <a:pt x="140772" y="80148"/>
                  <a:pt x="139507" y="72999"/>
                </a:cubicBezTo>
                <a:close/>
                <a:moveTo>
                  <a:pt x="233698" y="82931"/>
                </a:moveTo>
                <a:lnTo>
                  <a:pt x="235343" y="92989"/>
                </a:lnTo>
                <a:cubicBezTo>
                  <a:pt x="232137" y="93664"/>
                  <a:pt x="229270" y="94001"/>
                  <a:pt x="226739" y="94001"/>
                </a:cubicBezTo>
                <a:cubicBezTo>
                  <a:pt x="222607" y="94001"/>
                  <a:pt x="219402" y="93347"/>
                  <a:pt x="217124" y="92040"/>
                </a:cubicBezTo>
                <a:cubicBezTo>
                  <a:pt x="214847" y="90733"/>
                  <a:pt x="213244" y="89014"/>
                  <a:pt x="212317" y="86885"/>
                </a:cubicBezTo>
                <a:cubicBezTo>
                  <a:pt x="211389" y="84755"/>
                  <a:pt x="210925" y="80274"/>
                  <a:pt x="210925" y="73442"/>
                </a:cubicBezTo>
                <a:lnTo>
                  <a:pt x="210925" y="34792"/>
                </a:lnTo>
                <a:lnTo>
                  <a:pt x="202575" y="34792"/>
                </a:lnTo>
                <a:lnTo>
                  <a:pt x="202575" y="25936"/>
                </a:lnTo>
                <a:lnTo>
                  <a:pt x="210925" y="25936"/>
                </a:lnTo>
                <a:lnTo>
                  <a:pt x="210925" y="9299"/>
                </a:lnTo>
                <a:lnTo>
                  <a:pt x="222248" y="2467"/>
                </a:lnTo>
                <a:lnTo>
                  <a:pt x="222248" y="25936"/>
                </a:lnTo>
                <a:lnTo>
                  <a:pt x="233698" y="25936"/>
                </a:lnTo>
                <a:lnTo>
                  <a:pt x="233698" y="34792"/>
                </a:lnTo>
                <a:lnTo>
                  <a:pt x="222248" y="34792"/>
                </a:lnTo>
                <a:lnTo>
                  <a:pt x="222248" y="74075"/>
                </a:lnTo>
                <a:cubicBezTo>
                  <a:pt x="222248" y="77322"/>
                  <a:pt x="222448" y="79410"/>
                  <a:pt x="222849" y="80337"/>
                </a:cubicBezTo>
                <a:cubicBezTo>
                  <a:pt x="223250" y="81265"/>
                  <a:pt x="223903" y="82003"/>
                  <a:pt x="224810" y="82551"/>
                </a:cubicBezTo>
                <a:cubicBezTo>
                  <a:pt x="225717" y="83100"/>
                  <a:pt x="227014" y="83374"/>
                  <a:pt x="228700" y="83374"/>
                </a:cubicBezTo>
                <a:cubicBezTo>
                  <a:pt x="229966" y="83374"/>
                  <a:pt x="231631" y="83226"/>
                  <a:pt x="233698" y="82931"/>
                </a:cubicBezTo>
                <a:close/>
                <a:moveTo>
                  <a:pt x="290712" y="71355"/>
                </a:moveTo>
                <a:lnTo>
                  <a:pt x="302478" y="72873"/>
                </a:lnTo>
                <a:cubicBezTo>
                  <a:pt x="300623" y="79767"/>
                  <a:pt x="297186" y="85117"/>
                  <a:pt x="292167" y="88925"/>
                </a:cubicBezTo>
                <a:cubicBezTo>
                  <a:pt x="287149" y="92731"/>
                  <a:pt x="280738" y="94634"/>
                  <a:pt x="272937" y="94634"/>
                </a:cubicBezTo>
                <a:cubicBezTo>
                  <a:pt x="263111" y="94634"/>
                  <a:pt x="255319" y="91608"/>
                  <a:pt x="249563" y="85556"/>
                </a:cubicBezTo>
                <a:cubicBezTo>
                  <a:pt x="243806" y="79504"/>
                  <a:pt x="240928" y="71017"/>
                  <a:pt x="240928" y="60095"/>
                </a:cubicBezTo>
                <a:cubicBezTo>
                  <a:pt x="240928" y="48793"/>
                  <a:pt x="243838" y="40021"/>
                  <a:pt x="249658" y="33780"/>
                </a:cubicBezTo>
                <a:cubicBezTo>
                  <a:pt x="255478" y="27538"/>
                  <a:pt x="263026" y="24417"/>
                  <a:pt x="272304" y="24417"/>
                </a:cubicBezTo>
                <a:cubicBezTo>
                  <a:pt x="281287" y="24417"/>
                  <a:pt x="288625" y="27470"/>
                  <a:pt x="294318" y="33576"/>
                </a:cubicBezTo>
                <a:cubicBezTo>
                  <a:pt x="300011" y="39680"/>
                  <a:pt x="302858" y="48269"/>
                  <a:pt x="302858" y="59342"/>
                </a:cubicBezTo>
                <a:cubicBezTo>
                  <a:pt x="302858" y="60015"/>
                  <a:pt x="302837" y="61025"/>
                  <a:pt x="302794" y="62372"/>
                </a:cubicBezTo>
                <a:lnTo>
                  <a:pt x="252694" y="62372"/>
                </a:lnTo>
                <a:cubicBezTo>
                  <a:pt x="253116" y="69773"/>
                  <a:pt x="255203" y="75440"/>
                  <a:pt x="258957" y="79373"/>
                </a:cubicBezTo>
                <a:cubicBezTo>
                  <a:pt x="262710" y="83305"/>
                  <a:pt x="267391" y="85271"/>
                  <a:pt x="273000" y="85271"/>
                </a:cubicBezTo>
                <a:cubicBezTo>
                  <a:pt x="277175" y="85271"/>
                  <a:pt x="280738" y="84165"/>
                  <a:pt x="283691" y="81952"/>
                </a:cubicBezTo>
                <a:cubicBezTo>
                  <a:pt x="286643" y="79738"/>
                  <a:pt x="288983" y="76206"/>
                  <a:pt x="290712" y="71355"/>
                </a:cubicBezTo>
                <a:moveTo>
                  <a:pt x="253327" y="53010"/>
                </a:moveTo>
                <a:lnTo>
                  <a:pt x="290839" y="53010"/>
                </a:lnTo>
                <a:cubicBezTo>
                  <a:pt x="290333" y="47377"/>
                  <a:pt x="288899" y="43153"/>
                  <a:pt x="286537" y="40337"/>
                </a:cubicBezTo>
                <a:cubicBezTo>
                  <a:pt x="282910" y="35965"/>
                  <a:pt x="278208" y="33780"/>
                  <a:pt x="272431" y="33780"/>
                </a:cubicBezTo>
                <a:cubicBezTo>
                  <a:pt x="267201" y="33780"/>
                  <a:pt x="262805" y="35525"/>
                  <a:pt x="259241" y="39014"/>
                </a:cubicBezTo>
                <a:cubicBezTo>
                  <a:pt x="255678" y="42503"/>
                  <a:pt x="253706" y="47168"/>
                  <a:pt x="253327" y="53010"/>
                </a:cubicBezTo>
                <a:close/>
                <a:moveTo>
                  <a:pt x="360339" y="93115"/>
                </a:moveTo>
                <a:lnTo>
                  <a:pt x="360339" y="84639"/>
                </a:lnTo>
                <a:cubicBezTo>
                  <a:pt x="356080" y="91302"/>
                  <a:pt x="349817" y="94634"/>
                  <a:pt x="341551" y="94634"/>
                </a:cubicBezTo>
                <a:cubicBezTo>
                  <a:pt x="336196" y="94634"/>
                  <a:pt x="331272" y="93158"/>
                  <a:pt x="326781" y="90206"/>
                </a:cubicBezTo>
                <a:cubicBezTo>
                  <a:pt x="322290" y="87254"/>
                  <a:pt x="318810" y="83131"/>
                  <a:pt x="316343" y="77839"/>
                </a:cubicBezTo>
                <a:cubicBezTo>
                  <a:pt x="313876" y="72546"/>
                  <a:pt x="312643" y="66463"/>
                  <a:pt x="312643" y="59589"/>
                </a:cubicBezTo>
                <a:cubicBezTo>
                  <a:pt x="312643" y="52883"/>
                  <a:pt x="313760" y="46800"/>
                  <a:pt x="315995" y="41339"/>
                </a:cubicBezTo>
                <a:cubicBezTo>
                  <a:pt x="318230" y="35878"/>
                  <a:pt x="321583" y="31692"/>
                  <a:pt x="326053" y="28782"/>
                </a:cubicBezTo>
                <a:cubicBezTo>
                  <a:pt x="330524" y="25872"/>
                  <a:pt x="335521" y="24417"/>
                  <a:pt x="341045" y="24417"/>
                </a:cubicBezTo>
                <a:cubicBezTo>
                  <a:pt x="345094" y="24417"/>
                  <a:pt x="348700" y="25277"/>
                  <a:pt x="351863" y="26997"/>
                </a:cubicBezTo>
                <a:cubicBezTo>
                  <a:pt x="355025" y="28716"/>
                  <a:pt x="357598" y="30955"/>
                  <a:pt x="359580" y="33714"/>
                </a:cubicBezTo>
                <a:lnTo>
                  <a:pt x="359580" y="380"/>
                </a:lnTo>
                <a:lnTo>
                  <a:pt x="370903" y="380"/>
                </a:lnTo>
                <a:lnTo>
                  <a:pt x="370903" y="93115"/>
                </a:lnTo>
                <a:lnTo>
                  <a:pt x="360339" y="93115"/>
                </a:lnTo>
                <a:moveTo>
                  <a:pt x="324345" y="59620"/>
                </a:moveTo>
                <a:cubicBezTo>
                  <a:pt x="324345" y="68213"/>
                  <a:pt x="326159" y="74636"/>
                  <a:pt x="329786" y="78890"/>
                </a:cubicBezTo>
                <a:cubicBezTo>
                  <a:pt x="333412" y="83144"/>
                  <a:pt x="337693" y="85271"/>
                  <a:pt x="342627" y="85271"/>
                </a:cubicBezTo>
                <a:cubicBezTo>
                  <a:pt x="347603" y="85271"/>
                  <a:pt x="351831" y="83239"/>
                  <a:pt x="355310" y="79175"/>
                </a:cubicBezTo>
                <a:cubicBezTo>
                  <a:pt x="358789" y="75111"/>
                  <a:pt x="360529" y="68908"/>
                  <a:pt x="360529" y="60567"/>
                </a:cubicBezTo>
                <a:cubicBezTo>
                  <a:pt x="360529" y="51386"/>
                  <a:pt x="358758" y="44647"/>
                  <a:pt x="355215" y="40351"/>
                </a:cubicBezTo>
                <a:cubicBezTo>
                  <a:pt x="351673" y="36054"/>
                  <a:pt x="347308" y="33906"/>
                  <a:pt x="342121" y="33906"/>
                </a:cubicBezTo>
                <a:cubicBezTo>
                  <a:pt x="337060" y="33906"/>
                  <a:pt x="332832" y="35970"/>
                  <a:pt x="329438" y="40098"/>
                </a:cubicBezTo>
                <a:cubicBezTo>
                  <a:pt x="326043" y="44225"/>
                  <a:pt x="324345" y="50733"/>
                  <a:pt x="324345" y="59620"/>
                </a:cubicBezTo>
                <a:close/>
                <a:moveTo>
                  <a:pt x="420433" y="59526"/>
                </a:moveTo>
                <a:cubicBezTo>
                  <a:pt x="420433" y="47085"/>
                  <a:pt x="423891" y="37870"/>
                  <a:pt x="430807" y="31882"/>
                </a:cubicBezTo>
                <a:cubicBezTo>
                  <a:pt x="436585" y="26906"/>
                  <a:pt x="443628" y="24417"/>
                  <a:pt x="451935" y="24417"/>
                </a:cubicBezTo>
                <a:cubicBezTo>
                  <a:pt x="461171" y="24417"/>
                  <a:pt x="468720" y="27443"/>
                  <a:pt x="474582" y="33495"/>
                </a:cubicBezTo>
                <a:cubicBezTo>
                  <a:pt x="480444" y="39547"/>
                  <a:pt x="483375" y="47907"/>
                  <a:pt x="483375" y="58577"/>
                </a:cubicBezTo>
                <a:cubicBezTo>
                  <a:pt x="483375" y="67222"/>
                  <a:pt x="482078" y="74022"/>
                  <a:pt x="479484" y="78977"/>
                </a:cubicBezTo>
                <a:cubicBezTo>
                  <a:pt x="476891" y="83933"/>
                  <a:pt x="473116" y="87781"/>
                  <a:pt x="468161" y="90522"/>
                </a:cubicBezTo>
                <a:cubicBezTo>
                  <a:pt x="463206" y="93263"/>
                  <a:pt x="457797" y="94634"/>
                  <a:pt x="451935" y="94634"/>
                </a:cubicBezTo>
                <a:cubicBezTo>
                  <a:pt x="442531" y="94634"/>
                  <a:pt x="434930" y="91618"/>
                  <a:pt x="429131" y="85588"/>
                </a:cubicBezTo>
                <a:cubicBezTo>
                  <a:pt x="423332" y="79557"/>
                  <a:pt x="420433" y="70870"/>
                  <a:pt x="420433" y="59526"/>
                </a:cubicBezTo>
                <a:moveTo>
                  <a:pt x="432136" y="59557"/>
                </a:moveTo>
                <a:cubicBezTo>
                  <a:pt x="432136" y="68150"/>
                  <a:pt x="434012" y="74584"/>
                  <a:pt x="437766" y="78859"/>
                </a:cubicBezTo>
                <a:cubicBezTo>
                  <a:pt x="441519" y="83134"/>
                  <a:pt x="446242" y="85271"/>
                  <a:pt x="451935" y="85271"/>
                </a:cubicBezTo>
                <a:cubicBezTo>
                  <a:pt x="457586" y="85271"/>
                  <a:pt x="462289" y="83123"/>
                  <a:pt x="466042" y="78827"/>
                </a:cubicBezTo>
                <a:cubicBezTo>
                  <a:pt x="469795" y="74531"/>
                  <a:pt x="471672" y="67981"/>
                  <a:pt x="471672" y="59178"/>
                </a:cubicBezTo>
                <a:cubicBezTo>
                  <a:pt x="471672" y="50880"/>
                  <a:pt x="469785" y="44594"/>
                  <a:pt x="466010" y="40319"/>
                </a:cubicBezTo>
                <a:cubicBezTo>
                  <a:pt x="462236" y="36044"/>
                  <a:pt x="457544" y="33906"/>
                  <a:pt x="451935" y="33906"/>
                </a:cubicBezTo>
                <a:cubicBezTo>
                  <a:pt x="446242" y="33906"/>
                  <a:pt x="441519" y="36033"/>
                  <a:pt x="437766" y="40287"/>
                </a:cubicBezTo>
                <a:cubicBezTo>
                  <a:pt x="434012" y="44541"/>
                  <a:pt x="432136" y="50965"/>
                  <a:pt x="432136" y="59557"/>
                </a:cubicBezTo>
                <a:close/>
                <a:moveTo>
                  <a:pt x="496702" y="93115"/>
                </a:moveTo>
                <a:lnTo>
                  <a:pt x="496702" y="25936"/>
                </a:lnTo>
                <a:lnTo>
                  <a:pt x="506950" y="25936"/>
                </a:lnTo>
                <a:lnTo>
                  <a:pt x="506950" y="35488"/>
                </a:lnTo>
                <a:cubicBezTo>
                  <a:pt x="511884" y="28108"/>
                  <a:pt x="519011" y="24417"/>
                  <a:pt x="528331" y="24417"/>
                </a:cubicBezTo>
                <a:cubicBezTo>
                  <a:pt x="532379" y="24417"/>
                  <a:pt x="536101" y="25145"/>
                  <a:pt x="539496" y="26600"/>
                </a:cubicBezTo>
                <a:cubicBezTo>
                  <a:pt x="542891" y="28055"/>
                  <a:pt x="545432" y="29963"/>
                  <a:pt x="547119" y="32325"/>
                </a:cubicBezTo>
                <a:cubicBezTo>
                  <a:pt x="548805" y="34686"/>
                  <a:pt x="549986" y="37491"/>
                  <a:pt x="550661" y="40738"/>
                </a:cubicBezTo>
                <a:cubicBezTo>
                  <a:pt x="551083" y="42847"/>
                  <a:pt x="551294" y="46537"/>
                  <a:pt x="551294" y="51808"/>
                </a:cubicBezTo>
                <a:lnTo>
                  <a:pt x="551294" y="93115"/>
                </a:lnTo>
                <a:lnTo>
                  <a:pt x="539907" y="93115"/>
                </a:lnTo>
                <a:lnTo>
                  <a:pt x="539907" y="52251"/>
                </a:lnTo>
                <a:cubicBezTo>
                  <a:pt x="539907" y="47612"/>
                  <a:pt x="539464" y="44143"/>
                  <a:pt x="538579" y="41845"/>
                </a:cubicBezTo>
                <a:cubicBezTo>
                  <a:pt x="537693" y="39547"/>
                  <a:pt x="536122" y="37712"/>
                  <a:pt x="533866" y="36342"/>
                </a:cubicBezTo>
                <a:cubicBezTo>
                  <a:pt x="531610" y="34971"/>
                  <a:pt x="528964" y="34286"/>
                  <a:pt x="525927" y="34286"/>
                </a:cubicBezTo>
                <a:cubicBezTo>
                  <a:pt x="521077" y="34286"/>
                  <a:pt x="516892" y="35825"/>
                  <a:pt x="513371" y="38904"/>
                </a:cubicBezTo>
                <a:cubicBezTo>
                  <a:pt x="509849" y="41982"/>
                  <a:pt x="508088" y="47823"/>
                  <a:pt x="508088" y="56426"/>
                </a:cubicBezTo>
                <a:lnTo>
                  <a:pt x="508088" y="93115"/>
                </a:lnTo>
                <a:lnTo>
                  <a:pt x="496702" y="93115"/>
                </a:lnTo>
                <a:close/>
                <a:moveTo>
                  <a:pt x="666928" y="380"/>
                </a:moveTo>
                <a:lnTo>
                  <a:pt x="679200" y="380"/>
                </a:lnTo>
                <a:lnTo>
                  <a:pt x="679200" y="53923"/>
                </a:lnTo>
                <a:cubicBezTo>
                  <a:pt x="679200" y="63237"/>
                  <a:pt x="678145" y="70633"/>
                  <a:pt x="676037" y="76111"/>
                </a:cubicBezTo>
                <a:cubicBezTo>
                  <a:pt x="673928" y="81589"/>
                  <a:pt x="670122" y="86046"/>
                  <a:pt x="664619" y="89482"/>
                </a:cubicBezTo>
                <a:cubicBezTo>
                  <a:pt x="659115" y="92916"/>
                  <a:pt x="651893" y="94634"/>
                  <a:pt x="642953" y="94634"/>
                </a:cubicBezTo>
                <a:cubicBezTo>
                  <a:pt x="634266" y="94634"/>
                  <a:pt x="627160" y="93138"/>
                  <a:pt x="621635" y="90146"/>
                </a:cubicBezTo>
                <a:cubicBezTo>
                  <a:pt x="616111" y="87153"/>
                  <a:pt x="612167" y="82823"/>
                  <a:pt x="609806" y="77155"/>
                </a:cubicBezTo>
                <a:cubicBezTo>
                  <a:pt x="607444" y="71487"/>
                  <a:pt x="606263" y="63743"/>
                  <a:pt x="606263" y="53923"/>
                </a:cubicBezTo>
                <a:lnTo>
                  <a:pt x="606263" y="380"/>
                </a:lnTo>
                <a:lnTo>
                  <a:pt x="618535" y="380"/>
                </a:lnTo>
                <a:lnTo>
                  <a:pt x="618535" y="53815"/>
                </a:lnTo>
                <a:cubicBezTo>
                  <a:pt x="618535" y="61858"/>
                  <a:pt x="619284" y="67785"/>
                  <a:pt x="620781" y="71596"/>
                </a:cubicBezTo>
                <a:cubicBezTo>
                  <a:pt x="622278" y="75406"/>
                  <a:pt x="624851" y="78343"/>
                  <a:pt x="628499" y="80407"/>
                </a:cubicBezTo>
                <a:cubicBezTo>
                  <a:pt x="632146" y="82469"/>
                  <a:pt x="636606" y="83500"/>
                  <a:pt x="641878" y="83500"/>
                </a:cubicBezTo>
                <a:cubicBezTo>
                  <a:pt x="650902" y="83500"/>
                  <a:pt x="657334" y="81458"/>
                  <a:pt x="661171" y="77374"/>
                </a:cubicBezTo>
                <a:cubicBezTo>
                  <a:pt x="665009" y="73289"/>
                  <a:pt x="666928" y="65436"/>
                  <a:pt x="666928" y="53815"/>
                </a:cubicBezTo>
                <a:lnTo>
                  <a:pt x="666928" y="380"/>
                </a:lnTo>
                <a:close/>
                <a:moveTo>
                  <a:pt x="699800" y="93115"/>
                </a:moveTo>
                <a:lnTo>
                  <a:pt x="699800" y="380"/>
                </a:lnTo>
                <a:lnTo>
                  <a:pt x="740918" y="380"/>
                </a:lnTo>
                <a:cubicBezTo>
                  <a:pt x="749183" y="380"/>
                  <a:pt x="755467" y="1212"/>
                  <a:pt x="759768" y="2876"/>
                </a:cubicBezTo>
                <a:cubicBezTo>
                  <a:pt x="764070" y="4539"/>
                  <a:pt x="767507" y="7477"/>
                  <a:pt x="770079" y="11689"/>
                </a:cubicBezTo>
                <a:cubicBezTo>
                  <a:pt x="772652" y="15901"/>
                  <a:pt x="773938" y="20555"/>
                  <a:pt x="773938" y="25651"/>
                </a:cubicBezTo>
                <a:cubicBezTo>
                  <a:pt x="773938" y="32222"/>
                  <a:pt x="771808" y="37761"/>
                  <a:pt x="767549" y="42268"/>
                </a:cubicBezTo>
                <a:cubicBezTo>
                  <a:pt x="763290" y="46774"/>
                  <a:pt x="756711" y="49638"/>
                  <a:pt x="747813" y="50859"/>
                </a:cubicBezTo>
                <a:cubicBezTo>
                  <a:pt x="751060" y="52422"/>
                  <a:pt x="753527" y="53964"/>
                  <a:pt x="755214" y="55485"/>
                </a:cubicBezTo>
                <a:cubicBezTo>
                  <a:pt x="758798" y="58781"/>
                  <a:pt x="762193" y="62899"/>
                  <a:pt x="765398" y="67838"/>
                </a:cubicBezTo>
                <a:lnTo>
                  <a:pt x="781529" y="93115"/>
                </a:lnTo>
                <a:lnTo>
                  <a:pt x="766094" y="93115"/>
                </a:lnTo>
                <a:lnTo>
                  <a:pt x="753822" y="73792"/>
                </a:lnTo>
                <a:cubicBezTo>
                  <a:pt x="750237" y="68218"/>
                  <a:pt x="747285" y="63952"/>
                  <a:pt x="744966" y="60996"/>
                </a:cubicBezTo>
                <a:cubicBezTo>
                  <a:pt x="742647" y="58039"/>
                  <a:pt x="740570" y="55969"/>
                  <a:pt x="738735" y="54787"/>
                </a:cubicBezTo>
                <a:cubicBezTo>
                  <a:pt x="736901" y="53604"/>
                  <a:pt x="735035" y="52779"/>
                  <a:pt x="733137" y="52314"/>
                </a:cubicBezTo>
                <a:cubicBezTo>
                  <a:pt x="731745" y="52019"/>
                  <a:pt x="729468" y="51871"/>
                  <a:pt x="726305" y="51871"/>
                </a:cubicBezTo>
                <a:lnTo>
                  <a:pt x="712072" y="51871"/>
                </a:lnTo>
                <a:lnTo>
                  <a:pt x="712072" y="93115"/>
                </a:lnTo>
                <a:lnTo>
                  <a:pt x="699800" y="93115"/>
                </a:lnTo>
                <a:moveTo>
                  <a:pt x="712072" y="41244"/>
                </a:moveTo>
                <a:lnTo>
                  <a:pt x="738450" y="41244"/>
                </a:lnTo>
                <a:cubicBezTo>
                  <a:pt x="744059" y="41244"/>
                  <a:pt x="748445" y="40666"/>
                  <a:pt x="751608" y="39508"/>
                </a:cubicBezTo>
                <a:cubicBezTo>
                  <a:pt x="754771" y="38351"/>
                  <a:pt x="757175" y="36500"/>
                  <a:pt x="758819" y="33954"/>
                </a:cubicBezTo>
                <a:cubicBezTo>
                  <a:pt x="760464" y="31407"/>
                  <a:pt x="761287" y="28640"/>
                  <a:pt x="761287" y="25651"/>
                </a:cubicBezTo>
                <a:cubicBezTo>
                  <a:pt x="761287" y="21274"/>
                  <a:pt x="759695" y="17677"/>
                  <a:pt x="756511" y="14858"/>
                </a:cubicBezTo>
                <a:cubicBezTo>
                  <a:pt x="753327" y="12037"/>
                  <a:pt x="748298" y="10627"/>
                  <a:pt x="741424" y="10627"/>
                </a:cubicBezTo>
                <a:lnTo>
                  <a:pt x="712072" y="10627"/>
                </a:lnTo>
                <a:lnTo>
                  <a:pt x="712072" y="41244"/>
                </a:lnTo>
                <a:close/>
                <a:moveTo>
                  <a:pt x="792641" y="93115"/>
                </a:moveTo>
                <a:lnTo>
                  <a:pt x="792641" y="380"/>
                </a:lnTo>
                <a:lnTo>
                  <a:pt x="804913" y="380"/>
                </a:lnTo>
                <a:lnTo>
                  <a:pt x="804913" y="82109"/>
                </a:lnTo>
                <a:lnTo>
                  <a:pt x="850585" y="82109"/>
                </a:lnTo>
                <a:lnTo>
                  <a:pt x="850585" y="93115"/>
                </a:lnTo>
                <a:lnTo>
                  <a:pt x="792641" y="93115"/>
                </a:lnTo>
                <a:close/>
                <a:moveTo>
                  <a:pt x="894465" y="93115"/>
                </a:moveTo>
                <a:cubicBezTo>
                  <a:pt x="895646" y="87594"/>
                  <a:pt x="897280" y="82968"/>
                  <a:pt x="899367" y="79238"/>
                </a:cubicBezTo>
                <a:cubicBezTo>
                  <a:pt x="901455" y="75507"/>
                  <a:pt x="904228" y="71967"/>
                  <a:pt x="907686" y="68617"/>
                </a:cubicBezTo>
                <a:cubicBezTo>
                  <a:pt x="911144" y="65266"/>
                  <a:pt x="917807" y="59650"/>
                  <a:pt x="927675" y="51771"/>
                </a:cubicBezTo>
                <a:cubicBezTo>
                  <a:pt x="933663" y="47010"/>
                  <a:pt x="937754" y="43492"/>
                  <a:pt x="939947" y="41216"/>
                </a:cubicBezTo>
                <a:cubicBezTo>
                  <a:pt x="943110" y="37930"/>
                  <a:pt x="945408" y="34706"/>
                  <a:pt x="946842" y="31546"/>
                </a:cubicBezTo>
                <a:cubicBezTo>
                  <a:pt x="947812" y="29398"/>
                  <a:pt x="948297" y="27059"/>
                  <a:pt x="948297" y="24530"/>
                </a:cubicBezTo>
                <a:cubicBezTo>
                  <a:pt x="948297" y="20275"/>
                  <a:pt x="946789" y="16662"/>
                  <a:pt x="943774" y="13691"/>
                </a:cubicBezTo>
                <a:cubicBezTo>
                  <a:pt x="940759" y="10721"/>
                  <a:pt x="937058" y="9236"/>
                  <a:pt x="932672" y="9236"/>
                </a:cubicBezTo>
                <a:cubicBezTo>
                  <a:pt x="928329" y="9236"/>
                  <a:pt x="924533" y="10742"/>
                  <a:pt x="921286" y="13755"/>
                </a:cubicBezTo>
                <a:cubicBezTo>
                  <a:pt x="918039" y="16767"/>
                  <a:pt x="915719" y="21603"/>
                  <a:pt x="914328" y="28260"/>
                </a:cubicBezTo>
                <a:lnTo>
                  <a:pt x="903131" y="26616"/>
                </a:lnTo>
                <a:cubicBezTo>
                  <a:pt x="904228" y="18378"/>
                  <a:pt x="907422" y="11883"/>
                  <a:pt x="912715" y="7130"/>
                </a:cubicBezTo>
                <a:cubicBezTo>
                  <a:pt x="918007" y="2377"/>
                  <a:pt x="924597" y="0"/>
                  <a:pt x="932483" y="0"/>
                </a:cubicBezTo>
                <a:cubicBezTo>
                  <a:pt x="937754" y="0"/>
                  <a:pt x="942530" y="1098"/>
                  <a:pt x="946811" y="3293"/>
                </a:cubicBezTo>
                <a:cubicBezTo>
                  <a:pt x="951091" y="5488"/>
                  <a:pt x="954307" y="8568"/>
                  <a:pt x="956457" y="12535"/>
                </a:cubicBezTo>
                <a:cubicBezTo>
                  <a:pt x="958608" y="16502"/>
                  <a:pt x="959684" y="20596"/>
                  <a:pt x="959684" y="24817"/>
                </a:cubicBezTo>
                <a:cubicBezTo>
                  <a:pt x="959684" y="30979"/>
                  <a:pt x="957491" y="36909"/>
                  <a:pt x="953105" y="42606"/>
                </a:cubicBezTo>
                <a:cubicBezTo>
                  <a:pt x="950406" y="46146"/>
                  <a:pt x="942477" y="53119"/>
                  <a:pt x="929320" y="63527"/>
                </a:cubicBezTo>
                <a:cubicBezTo>
                  <a:pt x="923669" y="67993"/>
                  <a:pt x="919462" y="71659"/>
                  <a:pt x="916700" y="74526"/>
                </a:cubicBezTo>
                <a:cubicBezTo>
                  <a:pt x="913938" y="77391"/>
                  <a:pt x="911861" y="80087"/>
                  <a:pt x="910469" y="82615"/>
                </a:cubicBezTo>
                <a:lnTo>
                  <a:pt x="951966" y="82615"/>
                </a:lnTo>
                <a:lnTo>
                  <a:pt x="949752" y="93115"/>
                </a:lnTo>
                <a:lnTo>
                  <a:pt x="894465" y="9311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2" name="Text j">
            <a:extLst xmlns:a="http://schemas.openxmlformats.org/drawingml/2006/main">
              <a:ext uri="{FF2B5EF4-FFF2-40B4-BE49-F238E27FC236}">
                <a16:creationId xmlns:a16="http://schemas.microsoft.com/office/drawing/2014/main" id="{64E0C2CE-3B97-4320-9F26-CAFC0AC7C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5459" y="1940992"/>
            <a:ext cx="33527" cy="79789"/>
          </a:xfrm>
          <a:custGeom xmlns:a="http://schemas.openxmlformats.org/drawingml/2006/main">
            <a:pathLst>
              <a:path w="33527" h="79789">
                <a:moveTo>
                  <a:pt x="24164" y="8687"/>
                </a:moveTo>
                <a:lnTo>
                  <a:pt x="25978" y="0"/>
                </a:lnTo>
                <a:lnTo>
                  <a:pt x="33527" y="0"/>
                </a:lnTo>
                <a:lnTo>
                  <a:pt x="31713" y="8687"/>
                </a:lnTo>
                <a:lnTo>
                  <a:pt x="24164" y="8687"/>
                </a:lnTo>
                <a:moveTo>
                  <a:pt x="0" y="78686"/>
                </a:moveTo>
                <a:lnTo>
                  <a:pt x="1349" y="72192"/>
                </a:lnTo>
                <a:cubicBezTo>
                  <a:pt x="3093" y="72646"/>
                  <a:pt x="4639" y="72873"/>
                  <a:pt x="5988" y="72873"/>
                </a:cubicBezTo>
                <a:cubicBezTo>
                  <a:pt x="7619" y="72873"/>
                  <a:pt x="8919" y="72332"/>
                  <a:pt x="9889" y="71249"/>
                </a:cubicBezTo>
                <a:cubicBezTo>
                  <a:pt x="10859" y="70167"/>
                  <a:pt x="11864" y="67166"/>
                  <a:pt x="12905" y="62246"/>
                </a:cubicBezTo>
                <a:lnTo>
                  <a:pt x="22309" y="17037"/>
                </a:lnTo>
                <a:lnTo>
                  <a:pt x="29942" y="17037"/>
                </a:lnTo>
                <a:lnTo>
                  <a:pt x="20242" y="63645"/>
                </a:lnTo>
                <a:cubicBezTo>
                  <a:pt x="19034" y="69477"/>
                  <a:pt x="17642" y="73450"/>
                  <a:pt x="16067" y="75563"/>
                </a:cubicBezTo>
                <a:cubicBezTo>
                  <a:pt x="13959" y="78380"/>
                  <a:pt x="11021" y="79789"/>
                  <a:pt x="7254" y="79789"/>
                </a:cubicBezTo>
                <a:cubicBezTo>
                  <a:pt x="5257" y="79789"/>
                  <a:pt x="2840" y="79421"/>
                  <a:pt x="0" y="7868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634584B-B627-49C9-99E5-4A8683793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4974" y="1972729"/>
            <a:ext cx="1094561" cy="366214"/>
          </a:xfrm>
          <a:custGeom xmlns:a="http://schemas.openxmlformats.org/drawingml/2006/main">
            <a:pathLst>
              <a:path w="1094561" h="366214">
                <a:moveTo>
                  <a:pt x="0" y="0"/>
                </a:moveTo>
                <a:lnTo>
                  <a:pt x="1094561" y="0"/>
                </a:lnTo>
                <a:lnTo>
                  <a:pt x="1094561" y="366214"/>
                </a:lnTo>
                <a:lnTo>
                  <a:pt x="0" y="366214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34" name="Text IoBSource2">
            <a:extLst xmlns:a="http://schemas.openxmlformats.org/drawingml/2006/main">
              <a:ext uri="{FF2B5EF4-FFF2-40B4-BE49-F238E27FC236}">
                <a16:creationId xmlns:a16="http://schemas.microsoft.com/office/drawing/2014/main" id="{05F4E468-64A5-4982-874C-E8159A1E8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5554" y="2099882"/>
            <a:ext cx="783827" cy="96152"/>
          </a:xfrm>
          <a:custGeom xmlns:a="http://schemas.openxmlformats.org/drawingml/2006/main">
            <a:pathLst>
              <a:path w="783827" h="96152">
                <a:moveTo>
                  <a:pt x="0" y="94381"/>
                </a:moveTo>
                <a:lnTo>
                  <a:pt x="0" y="1645"/>
                </a:lnTo>
                <a:lnTo>
                  <a:pt x="18724" y="1645"/>
                </a:lnTo>
                <a:lnTo>
                  <a:pt x="18724" y="94381"/>
                </a:lnTo>
                <a:lnTo>
                  <a:pt x="0" y="94381"/>
                </a:lnTo>
                <a:close/>
                <a:moveTo>
                  <a:pt x="32217" y="59842"/>
                </a:moveTo>
                <a:cubicBezTo>
                  <a:pt x="32217" y="53938"/>
                  <a:pt x="33672" y="48223"/>
                  <a:pt x="36582" y="42699"/>
                </a:cubicBezTo>
                <a:cubicBezTo>
                  <a:pt x="39492" y="37174"/>
                  <a:pt x="43614" y="32957"/>
                  <a:pt x="48949" y="30047"/>
                </a:cubicBezTo>
                <a:cubicBezTo>
                  <a:pt x="54283" y="27138"/>
                  <a:pt x="60240" y="25683"/>
                  <a:pt x="66819" y="25683"/>
                </a:cubicBezTo>
                <a:cubicBezTo>
                  <a:pt x="76982" y="25683"/>
                  <a:pt x="85311" y="28983"/>
                  <a:pt x="91806" y="35582"/>
                </a:cubicBezTo>
                <a:cubicBezTo>
                  <a:pt x="98300" y="42182"/>
                  <a:pt x="101547" y="50522"/>
                  <a:pt x="101547" y="60601"/>
                </a:cubicBezTo>
                <a:cubicBezTo>
                  <a:pt x="101547" y="70764"/>
                  <a:pt x="98269" y="79188"/>
                  <a:pt x="91711" y="85872"/>
                </a:cubicBezTo>
                <a:cubicBezTo>
                  <a:pt x="85153" y="92557"/>
                  <a:pt x="76898" y="95899"/>
                  <a:pt x="66945" y="95899"/>
                </a:cubicBezTo>
                <a:cubicBezTo>
                  <a:pt x="60788" y="95899"/>
                  <a:pt x="54916" y="94507"/>
                  <a:pt x="49328" y="91724"/>
                </a:cubicBezTo>
                <a:cubicBezTo>
                  <a:pt x="43740" y="88940"/>
                  <a:pt x="39492" y="84860"/>
                  <a:pt x="36582" y="79483"/>
                </a:cubicBezTo>
                <a:cubicBezTo>
                  <a:pt x="33672" y="74106"/>
                  <a:pt x="32217" y="67559"/>
                  <a:pt x="32217" y="59842"/>
                </a:cubicBezTo>
                <a:moveTo>
                  <a:pt x="50435" y="60791"/>
                </a:moveTo>
                <a:cubicBezTo>
                  <a:pt x="50435" y="67433"/>
                  <a:pt x="52017" y="72520"/>
                  <a:pt x="55180" y="76052"/>
                </a:cubicBezTo>
                <a:cubicBezTo>
                  <a:pt x="58342" y="79584"/>
                  <a:pt x="62243" y="81349"/>
                  <a:pt x="66882" y="81349"/>
                </a:cubicBezTo>
                <a:cubicBezTo>
                  <a:pt x="71521" y="81349"/>
                  <a:pt x="75411" y="79584"/>
                  <a:pt x="78553" y="76052"/>
                </a:cubicBezTo>
                <a:cubicBezTo>
                  <a:pt x="81695" y="72520"/>
                  <a:pt x="83266" y="67391"/>
                  <a:pt x="83266" y="60664"/>
                </a:cubicBezTo>
                <a:cubicBezTo>
                  <a:pt x="83266" y="54106"/>
                  <a:pt x="81695" y="49062"/>
                  <a:pt x="78553" y="45530"/>
                </a:cubicBezTo>
                <a:cubicBezTo>
                  <a:pt x="75411" y="41998"/>
                  <a:pt x="71521" y="40232"/>
                  <a:pt x="66882" y="40232"/>
                </a:cubicBezTo>
                <a:cubicBezTo>
                  <a:pt x="62243" y="40232"/>
                  <a:pt x="58342" y="41998"/>
                  <a:pt x="55180" y="45530"/>
                </a:cubicBezTo>
                <a:cubicBezTo>
                  <a:pt x="52017" y="49062"/>
                  <a:pt x="50435" y="54149"/>
                  <a:pt x="50435" y="60791"/>
                </a:cubicBezTo>
                <a:close/>
                <a:moveTo>
                  <a:pt x="115545" y="1645"/>
                </a:moveTo>
                <a:lnTo>
                  <a:pt x="152614" y="1645"/>
                </a:lnTo>
                <a:cubicBezTo>
                  <a:pt x="159952" y="1645"/>
                  <a:pt x="165423" y="1950"/>
                  <a:pt x="169029" y="2562"/>
                </a:cubicBezTo>
                <a:cubicBezTo>
                  <a:pt x="172635" y="3172"/>
                  <a:pt x="175861" y="4446"/>
                  <a:pt x="178708" y="6383"/>
                </a:cubicBezTo>
                <a:cubicBezTo>
                  <a:pt x="181554" y="8319"/>
                  <a:pt x="183926" y="10898"/>
                  <a:pt x="185824" y="14120"/>
                </a:cubicBezTo>
                <a:cubicBezTo>
                  <a:pt x="187722" y="17341"/>
                  <a:pt x="188671" y="20952"/>
                  <a:pt x="188671" y="24953"/>
                </a:cubicBezTo>
                <a:cubicBezTo>
                  <a:pt x="188671" y="29290"/>
                  <a:pt x="187500" y="33270"/>
                  <a:pt x="185160" y="36891"/>
                </a:cubicBezTo>
                <a:cubicBezTo>
                  <a:pt x="182819" y="40513"/>
                  <a:pt x="179646" y="43229"/>
                  <a:pt x="175640" y="45040"/>
                </a:cubicBezTo>
                <a:cubicBezTo>
                  <a:pt x="181291" y="46687"/>
                  <a:pt x="185634" y="49495"/>
                  <a:pt x="188671" y="53465"/>
                </a:cubicBezTo>
                <a:cubicBezTo>
                  <a:pt x="191707" y="57433"/>
                  <a:pt x="193225" y="62099"/>
                  <a:pt x="193225" y="67462"/>
                </a:cubicBezTo>
                <a:cubicBezTo>
                  <a:pt x="193225" y="71685"/>
                  <a:pt x="192245" y="75791"/>
                  <a:pt x="190284" y="79782"/>
                </a:cubicBezTo>
                <a:cubicBezTo>
                  <a:pt x="188323" y="83771"/>
                  <a:pt x="185645" y="86959"/>
                  <a:pt x="182250" y="89346"/>
                </a:cubicBezTo>
                <a:cubicBezTo>
                  <a:pt x="178855" y="91731"/>
                  <a:pt x="174670" y="93198"/>
                  <a:pt x="169693" y="93748"/>
                </a:cubicBezTo>
                <a:cubicBezTo>
                  <a:pt x="166573" y="94085"/>
                  <a:pt x="159045" y="94296"/>
                  <a:pt x="147110" y="94381"/>
                </a:cubicBezTo>
                <a:lnTo>
                  <a:pt x="115545" y="94381"/>
                </a:lnTo>
                <a:lnTo>
                  <a:pt x="115545" y="1645"/>
                </a:lnTo>
                <a:moveTo>
                  <a:pt x="134269" y="17080"/>
                </a:moveTo>
                <a:lnTo>
                  <a:pt x="134269" y="38461"/>
                </a:lnTo>
                <a:lnTo>
                  <a:pt x="146541" y="38461"/>
                </a:lnTo>
                <a:cubicBezTo>
                  <a:pt x="153837" y="38461"/>
                  <a:pt x="158370" y="38355"/>
                  <a:pt x="160141" y="38144"/>
                </a:cubicBezTo>
                <a:cubicBezTo>
                  <a:pt x="163346" y="37766"/>
                  <a:pt x="165866" y="36663"/>
                  <a:pt x="167701" y="34835"/>
                </a:cubicBezTo>
                <a:cubicBezTo>
                  <a:pt x="169535" y="33006"/>
                  <a:pt x="170452" y="30598"/>
                  <a:pt x="170452" y="27612"/>
                </a:cubicBezTo>
                <a:cubicBezTo>
                  <a:pt x="170452" y="24754"/>
                  <a:pt x="169662" y="22431"/>
                  <a:pt x="168080" y="20644"/>
                </a:cubicBezTo>
                <a:cubicBezTo>
                  <a:pt x="166499" y="18857"/>
                  <a:pt x="164148" y="17774"/>
                  <a:pt x="161027" y="17396"/>
                </a:cubicBezTo>
                <a:cubicBezTo>
                  <a:pt x="159171" y="17185"/>
                  <a:pt x="153837" y="17080"/>
                  <a:pt x="145023" y="17080"/>
                </a:cubicBezTo>
                <a:lnTo>
                  <a:pt x="134269" y="17080"/>
                </a:lnTo>
                <a:moveTo>
                  <a:pt x="134269" y="53896"/>
                </a:moveTo>
                <a:lnTo>
                  <a:pt x="134269" y="78693"/>
                </a:lnTo>
                <a:lnTo>
                  <a:pt x="151602" y="78693"/>
                </a:lnTo>
                <a:cubicBezTo>
                  <a:pt x="158349" y="78693"/>
                  <a:pt x="162630" y="78503"/>
                  <a:pt x="164443" y="78123"/>
                </a:cubicBezTo>
                <a:cubicBezTo>
                  <a:pt x="167226" y="77617"/>
                  <a:pt x="169493" y="76384"/>
                  <a:pt x="171243" y="74423"/>
                </a:cubicBezTo>
                <a:cubicBezTo>
                  <a:pt x="172993" y="72462"/>
                  <a:pt x="173868" y="69837"/>
                  <a:pt x="173868" y="66547"/>
                </a:cubicBezTo>
                <a:cubicBezTo>
                  <a:pt x="173868" y="63764"/>
                  <a:pt x="173194" y="61402"/>
                  <a:pt x="171844" y="59462"/>
                </a:cubicBezTo>
                <a:cubicBezTo>
                  <a:pt x="170495" y="57522"/>
                  <a:pt x="168544" y="56110"/>
                  <a:pt x="165993" y="55224"/>
                </a:cubicBezTo>
                <a:cubicBezTo>
                  <a:pt x="163441" y="54338"/>
                  <a:pt x="157906" y="53896"/>
                  <a:pt x="149388" y="53896"/>
                </a:cubicBezTo>
                <a:lnTo>
                  <a:pt x="134269" y="53896"/>
                </a:lnTo>
                <a:close/>
                <a:moveTo>
                  <a:pt x="240160" y="64270"/>
                </a:moveTo>
                <a:lnTo>
                  <a:pt x="258378" y="62499"/>
                </a:lnTo>
                <a:cubicBezTo>
                  <a:pt x="259475" y="68636"/>
                  <a:pt x="261699" y="73144"/>
                  <a:pt x="265052" y="76022"/>
                </a:cubicBezTo>
                <a:cubicBezTo>
                  <a:pt x="268404" y="78899"/>
                  <a:pt x="272927" y="80337"/>
                  <a:pt x="278621" y="80337"/>
                </a:cubicBezTo>
                <a:cubicBezTo>
                  <a:pt x="284651" y="80337"/>
                  <a:pt x="289195" y="79058"/>
                  <a:pt x="292253" y="76498"/>
                </a:cubicBezTo>
                <a:cubicBezTo>
                  <a:pt x="295310" y="73939"/>
                  <a:pt x="296839" y="70946"/>
                  <a:pt x="296839" y="67518"/>
                </a:cubicBezTo>
                <a:cubicBezTo>
                  <a:pt x="296839" y="65318"/>
                  <a:pt x="296196" y="63447"/>
                  <a:pt x="294909" y="61904"/>
                </a:cubicBezTo>
                <a:cubicBezTo>
                  <a:pt x="293623" y="60359"/>
                  <a:pt x="291378" y="59016"/>
                  <a:pt x="288172" y="57873"/>
                </a:cubicBezTo>
                <a:cubicBezTo>
                  <a:pt x="285980" y="57113"/>
                  <a:pt x="280982" y="55760"/>
                  <a:pt x="273180" y="53817"/>
                </a:cubicBezTo>
                <a:cubicBezTo>
                  <a:pt x="263143" y="51323"/>
                  <a:pt x="256101" y="48259"/>
                  <a:pt x="252052" y="44624"/>
                </a:cubicBezTo>
                <a:cubicBezTo>
                  <a:pt x="246359" y="39511"/>
                  <a:pt x="243512" y="33278"/>
                  <a:pt x="243512" y="25926"/>
                </a:cubicBezTo>
                <a:cubicBezTo>
                  <a:pt x="243512" y="21193"/>
                  <a:pt x="244851" y="16767"/>
                  <a:pt x="247529" y="12648"/>
                </a:cubicBezTo>
                <a:cubicBezTo>
                  <a:pt x="250207" y="8527"/>
                  <a:pt x="254066" y="5389"/>
                  <a:pt x="259106" y="3234"/>
                </a:cubicBezTo>
                <a:cubicBezTo>
                  <a:pt x="264145" y="1078"/>
                  <a:pt x="270228" y="0"/>
                  <a:pt x="277355" y="0"/>
                </a:cubicBezTo>
                <a:cubicBezTo>
                  <a:pt x="288995" y="0"/>
                  <a:pt x="297756" y="2563"/>
                  <a:pt x="303639" y="7690"/>
                </a:cubicBezTo>
                <a:cubicBezTo>
                  <a:pt x="309522" y="12815"/>
                  <a:pt x="312611" y="19656"/>
                  <a:pt x="312906" y="28213"/>
                </a:cubicBezTo>
                <a:lnTo>
                  <a:pt x="294182" y="28972"/>
                </a:lnTo>
                <a:cubicBezTo>
                  <a:pt x="293381" y="24207"/>
                  <a:pt x="291662" y="20780"/>
                  <a:pt x="289026" y="18693"/>
                </a:cubicBezTo>
                <a:cubicBezTo>
                  <a:pt x="286391" y="16605"/>
                  <a:pt x="282437" y="15561"/>
                  <a:pt x="277166" y="15561"/>
                </a:cubicBezTo>
                <a:cubicBezTo>
                  <a:pt x="271725" y="15561"/>
                  <a:pt x="267466" y="16680"/>
                  <a:pt x="264388" y="18916"/>
                </a:cubicBezTo>
                <a:cubicBezTo>
                  <a:pt x="262405" y="20350"/>
                  <a:pt x="261414" y="22269"/>
                  <a:pt x="261414" y="24674"/>
                </a:cubicBezTo>
                <a:cubicBezTo>
                  <a:pt x="261414" y="26869"/>
                  <a:pt x="262342" y="28746"/>
                  <a:pt x="264198" y="30306"/>
                </a:cubicBezTo>
                <a:cubicBezTo>
                  <a:pt x="266559" y="32290"/>
                  <a:pt x="272295" y="34359"/>
                  <a:pt x="281404" y="36514"/>
                </a:cubicBezTo>
                <a:cubicBezTo>
                  <a:pt x="290513" y="38668"/>
                  <a:pt x="297250" y="40897"/>
                  <a:pt x="301615" y="43201"/>
                </a:cubicBezTo>
                <a:cubicBezTo>
                  <a:pt x="305980" y="45503"/>
                  <a:pt x="309395" y="48651"/>
                  <a:pt x="311862" y="52644"/>
                </a:cubicBezTo>
                <a:cubicBezTo>
                  <a:pt x="314330" y="56636"/>
                  <a:pt x="315563" y="61569"/>
                  <a:pt x="315563" y="67443"/>
                </a:cubicBezTo>
                <a:cubicBezTo>
                  <a:pt x="315563" y="72766"/>
                  <a:pt x="314087" y="77751"/>
                  <a:pt x="311135" y="82399"/>
                </a:cubicBezTo>
                <a:cubicBezTo>
                  <a:pt x="308183" y="87047"/>
                  <a:pt x="304008" y="90501"/>
                  <a:pt x="298610" y="92762"/>
                </a:cubicBezTo>
                <a:cubicBezTo>
                  <a:pt x="293212" y="95022"/>
                  <a:pt x="286486" y="96152"/>
                  <a:pt x="278431" y="96152"/>
                </a:cubicBezTo>
                <a:cubicBezTo>
                  <a:pt x="266707" y="96152"/>
                  <a:pt x="257703" y="93437"/>
                  <a:pt x="251420" y="88007"/>
                </a:cubicBezTo>
                <a:cubicBezTo>
                  <a:pt x="245136" y="82578"/>
                  <a:pt x="241383" y="74665"/>
                  <a:pt x="240160" y="64270"/>
                </a:cubicBezTo>
                <a:close/>
                <a:moveTo>
                  <a:pt x="326948" y="59842"/>
                </a:moveTo>
                <a:cubicBezTo>
                  <a:pt x="326948" y="53938"/>
                  <a:pt x="328402" y="48223"/>
                  <a:pt x="331312" y="42699"/>
                </a:cubicBezTo>
                <a:cubicBezTo>
                  <a:pt x="334222" y="37174"/>
                  <a:pt x="338344" y="32957"/>
                  <a:pt x="343679" y="30047"/>
                </a:cubicBezTo>
                <a:cubicBezTo>
                  <a:pt x="349014" y="27138"/>
                  <a:pt x="354971" y="25683"/>
                  <a:pt x="361550" y="25683"/>
                </a:cubicBezTo>
                <a:cubicBezTo>
                  <a:pt x="371713" y="25683"/>
                  <a:pt x="380042" y="28983"/>
                  <a:pt x="386536" y="35582"/>
                </a:cubicBezTo>
                <a:cubicBezTo>
                  <a:pt x="393031" y="42182"/>
                  <a:pt x="396278" y="50522"/>
                  <a:pt x="396278" y="60601"/>
                </a:cubicBezTo>
                <a:cubicBezTo>
                  <a:pt x="396278" y="70764"/>
                  <a:pt x="392999" y="79188"/>
                  <a:pt x="386441" y="85872"/>
                </a:cubicBezTo>
                <a:cubicBezTo>
                  <a:pt x="379884" y="92557"/>
                  <a:pt x="371629" y="95899"/>
                  <a:pt x="361676" y="95899"/>
                </a:cubicBezTo>
                <a:cubicBezTo>
                  <a:pt x="355519" y="95899"/>
                  <a:pt x="349647" y="94507"/>
                  <a:pt x="344059" y="91724"/>
                </a:cubicBezTo>
                <a:cubicBezTo>
                  <a:pt x="338471" y="88940"/>
                  <a:pt x="334222" y="84860"/>
                  <a:pt x="331312" y="79483"/>
                </a:cubicBezTo>
                <a:cubicBezTo>
                  <a:pt x="328402" y="74106"/>
                  <a:pt x="326948" y="67559"/>
                  <a:pt x="326948" y="59842"/>
                </a:cubicBezTo>
                <a:moveTo>
                  <a:pt x="345166" y="60791"/>
                </a:moveTo>
                <a:cubicBezTo>
                  <a:pt x="345166" y="67433"/>
                  <a:pt x="346747" y="72520"/>
                  <a:pt x="349910" y="76052"/>
                </a:cubicBezTo>
                <a:cubicBezTo>
                  <a:pt x="353073" y="79584"/>
                  <a:pt x="356974" y="81349"/>
                  <a:pt x="361613" y="81349"/>
                </a:cubicBezTo>
                <a:cubicBezTo>
                  <a:pt x="366252" y="81349"/>
                  <a:pt x="370142" y="79584"/>
                  <a:pt x="373284" y="76052"/>
                </a:cubicBezTo>
                <a:cubicBezTo>
                  <a:pt x="376426" y="72520"/>
                  <a:pt x="377997" y="67391"/>
                  <a:pt x="377997" y="60664"/>
                </a:cubicBezTo>
                <a:cubicBezTo>
                  <a:pt x="377997" y="54106"/>
                  <a:pt x="376426" y="49062"/>
                  <a:pt x="373284" y="45530"/>
                </a:cubicBezTo>
                <a:cubicBezTo>
                  <a:pt x="370142" y="41998"/>
                  <a:pt x="366252" y="40232"/>
                  <a:pt x="361613" y="40232"/>
                </a:cubicBezTo>
                <a:cubicBezTo>
                  <a:pt x="356974" y="40232"/>
                  <a:pt x="353073" y="41998"/>
                  <a:pt x="349910" y="45530"/>
                </a:cubicBezTo>
                <a:cubicBezTo>
                  <a:pt x="346747" y="49062"/>
                  <a:pt x="345166" y="54149"/>
                  <a:pt x="345166" y="60791"/>
                </a:cubicBezTo>
                <a:close/>
                <a:moveTo>
                  <a:pt x="454303" y="94381"/>
                </a:moveTo>
                <a:lnTo>
                  <a:pt x="454303" y="84323"/>
                </a:lnTo>
                <a:cubicBezTo>
                  <a:pt x="451857" y="87907"/>
                  <a:pt x="448641" y="90733"/>
                  <a:pt x="444656" y="92799"/>
                </a:cubicBezTo>
                <a:cubicBezTo>
                  <a:pt x="440671" y="94866"/>
                  <a:pt x="436464" y="95899"/>
                  <a:pt x="432036" y="95899"/>
                </a:cubicBezTo>
                <a:cubicBezTo>
                  <a:pt x="427524" y="95899"/>
                  <a:pt x="423475" y="94908"/>
                  <a:pt x="419891" y="92926"/>
                </a:cubicBezTo>
                <a:cubicBezTo>
                  <a:pt x="416306" y="90944"/>
                  <a:pt x="413712" y="88160"/>
                  <a:pt x="412110" y="84576"/>
                </a:cubicBezTo>
                <a:cubicBezTo>
                  <a:pt x="410507" y="80991"/>
                  <a:pt x="409706" y="76036"/>
                  <a:pt x="409706" y="69710"/>
                </a:cubicBezTo>
                <a:lnTo>
                  <a:pt x="409706" y="27201"/>
                </a:lnTo>
                <a:lnTo>
                  <a:pt x="427482" y="27201"/>
                </a:lnTo>
                <a:lnTo>
                  <a:pt x="427482" y="57999"/>
                </a:lnTo>
                <a:cubicBezTo>
                  <a:pt x="427482" y="67425"/>
                  <a:pt x="427808" y="73200"/>
                  <a:pt x="428462" y="75324"/>
                </a:cubicBezTo>
                <a:cubicBezTo>
                  <a:pt x="429116" y="77449"/>
                  <a:pt x="430307" y="79132"/>
                  <a:pt x="432036" y="80373"/>
                </a:cubicBezTo>
                <a:cubicBezTo>
                  <a:pt x="433765" y="81614"/>
                  <a:pt x="435958" y="82235"/>
                  <a:pt x="438615" y="82235"/>
                </a:cubicBezTo>
                <a:cubicBezTo>
                  <a:pt x="441651" y="82235"/>
                  <a:pt x="444371" y="81404"/>
                  <a:pt x="446775" y="79742"/>
                </a:cubicBezTo>
                <a:cubicBezTo>
                  <a:pt x="449179" y="78081"/>
                  <a:pt x="450824" y="76019"/>
                  <a:pt x="451709" y="73557"/>
                </a:cubicBezTo>
                <a:cubicBezTo>
                  <a:pt x="452595" y="71095"/>
                  <a:pt x="453038" y="65068"/>
                  <a:pt x="453038" y="55475"/>
                </a:cubicBezTo>
                <a:lnTo>
                  <a:pt x="453038" y="27201"/>
                </a:lnTo>
                <a:lnTo>
                  <a:pt x="470813" y="27201"/>
                </a:lnTo>
                <a:lnTo>
                  <a:pt x="470813" y="94381"/>
                </a:lnTo>
                <a:lnTo>
                  <a:pt x="454303" y="94381"/>
                </a:lnTo>
                <a:close/>
                <a:moveTo>
                  <a:pt x="506129" y="94381"/>
                </a:moveTo>
                <a:lnTo>
                  <a:pt x="488354" y="94381"/>
                </a:lnTo>
                <a:lnTo>
                  <a:pt x="488354" y="27201"/>
                </a:lnTo>
                <a:lnTo>
                  <a:pt x="504864" y="27201"/>
                </a:lnTo>
                <a:lnTo>
                  <a:pt x="504864" y="36753"/>
                </a:lnTo>
                <a:cubicBezTo>
                  <a:pt x="507689" y="32240"/>
                  <a:pt x="510230" y="29267"/>
                  <a:pt x="512486" y="27833"/>
                </a:cubicBezTo>
                <a:cubicBezTo>
                  <a:pt x="514743" y="26400"/>
                  <a:pt x="517305" y="25683"/>
                  <a:pt x="520172" y="25683"/>
                </a:cubicBezTo>
                <a:cubicBezTo>
                  <a:pt x="524221" y="25683"/>
                  <a:pt x="528122" y="26800"/>
                  <a:pt x="531875" y="29035"/>
                </a:cubicBezTo>
                <a:lnTo>
                  <a:pt x="526372" y="44533"/>
                </a:lnTo>
                <a:cubicBezTo>
                  <a:pt x="523377" y="42594"/>
                  <a:pt x="520594" y="41624"/>
                  <a:pt x="518022" y="41624"/>
                </a:cubicBezTo>
                <a:cubicBezTo>
                  <a:pt x="515533" y="41624"/>
                  <a:pt x="513425" y="42309"/>
                  <a:pt x="511696" y="43679"/>
                </a:cubicBezTo>
                <a:cubicBezTo>
                  <a:pt x="509967" y="45050"/>
                  <a:pt x="508607" y="47528"/>
                  <a:pt x="507616" y="51112"/>
                </a:cubicBezTo>
                <a:cubicBezTo>
                  <a:pt x="506625" y="54697"/>
                  <a:pt x="506129" y="62203"/>
                  <a:pt x="506129" y="73632"/>
                </a:cubicBezTo>
                <a:lnTo>
                  <a:pt x="506129" y="94381"/>
                </a:lnTo>
                <a:close/>
                <a:moveTo>
                  <a:pt x="598085" y="47064"/>
                </a:moveTo>
                <a:lnTo>
                  <a:pt x="580562" y="50227"/>
                </a:lnTo>
                <a:cubicBezTo>
                  <a:pt x="579972" y="46747"/>
                  <a:pt x="578633" y="44128"/>
                  <a:pt x="576546" y="42367"/>
                </a:cubicBezTo>
                <a:cubicBezTo>
                  <a:pt x="574458" y="40606"/>
                  <a:pt x="571749" y="39726"/>
                  <a:pt x="568417" y="39726"/>
                </a:cubicBezTo>
                <a:cubicBezTo>
                  <a:pt x="563989" y="39726"/>
                  <a:pt x="560457" y="41250"/>
                  <a:pt x="557821" y="44298"/>
                </a:cubicBezTo>
                <a:cubicBezTo>
                  <a:pt x="555186" y="47346"/>
                  <a:pt x="553868" y="52444"/>
                  <a:pt x="553868" y="59591"/>
                </a:cubicBezTo>
                <a:cubicBezTo>
                  <a:pt x="553868" y="67538"/>
                  <a:pt x="555207" y="73151"/>
                  <a:pt x="557885" y="76431"/>
                </a:cubicBezTo>
                <a:cubicBezTo>
                  <a:pt x="560562" y="79710"/>
                  <a:pt x="564158" y="81349"/>
                  <a:pt x="568670" y="81349"/>
                </a:cubicBezTo>
                <a:cubicBezTo>
                  <a:pt x="572044" y="81349"/>
                  <a:pt x="574806" y="80390"/>
                  <a:pt x="576957" y="78471"/>
                </a:cubicBezTo>
                <a:cubicBezTo>
                  <a:pt x="579108" y="76552"/>
                  <a:pt x="580626" y="73252"/>
                  <a:pt x="581511" y="68571"/>
                </a:cubicBezTo>
                <a:lnTo>
                  <a:pt x="598970" y="71608"/>
                </a:lnTo>
                <a:cubicBezTo>
                  <a:pt x="597157" y="79620"/>
                  <a:pt x="593678" y="85672"/>
                  <a:pt x="588533" y="89763"/>
                </a:cubicBezTo>
                <a:cubicBezTo>
                  <a:pt x="583388" y="93853"/>
                  <a:pt x="576493" y="95899"/>
                  <a:pt x="567848" y="95899"/>
                </a:cubicBezTo>
                <a:cubicBezTo>
                  <a:pt x="558022" y="95899"/>
                  <a:pt x="550188" y="92799"/>
                  <a:pt x="544347" y="86600"/>
                </a:cubicBezTo>
                <a:cubicBezTo>
                  <a:pt x="538507" y="80401"/>
                  <a:pt x="535586" y="71819"/>
                  <a:pt x="535586" y="60854"/>
                </a:cubicBezTo>
                <a:cubicBezTo>
                  <a:pt x="535586" y="49763"/>
                  <a:pt x="538517" y="41128"/>
                  <a:pt x="544379" y="34950"/>
                </a:cubicBezTo>
                <a:cubicBezTo>
                  <a:pt x="550241" y="28772"/>
                  <a:pt x="558169" y="25683"/>
                  <a:pt x="568164" y="25683"/>
                </a:cubicBezTo>
                <a:cubicBezTo>
                  <a:pt x="576345" y="25683"/>
                  <a:pt x="582850" y="27443"/>
                  <a:pt x="587679" y="30965"/>
                </a:cubicBezTo>
                <a:cubicBezTo>
                  <a:pt x="592508" y="34486"/>
                  <a:pt x="595976" y="39852"/>
                  <a:pt x="598085" y="47064"/>
                </a:cubicBezTo>
                <a:close/>
                <a:moveTo>
                  <a:pt x="650443" y="72999"/>
                </a:moveTo>
                <a:lnTo>
                  <a:pt x="668155" y="76036"/>
                </a:lnTo>
                <a:cubicBezTo>
                  <a:pt x="665878" y="82509"/>
                  <a:pt x="662282" y="87438"/>
                  <a:pt x="657369" y="90822"/>
                </a:cubicBezTo>
                <a:cubicBezTo>
                  <a:pt x="652456" y="94207"/>
                  <a:pt x="646310" y="95899"/>
                  <a:pt x="638930" y="95899"/>
                </a:cubicBezTo>
                <a:cubicBezTo>
                  <a:pt x="627248" y="95899"/>
                  <a:pt x="618603" y="92082"/>
                  <a:pt x="612994" y="84449"/>
                </a:cubicBezTo>
                <a:cubicBezTo>
                  <a:pt x="608566" y="78334"/>
                  <a:pt x="606352" y="70617"/>
                  <a:pt x="606352" y="61297"/>
                </a:cubicBezTo>
                <a:cubicBezTo>
                  <a:pt x="606352" y="50163"/>
                  <a:pt x="609262" y="41444"/>
                  <a:pt x="615082" y="35140"/>
                </a:cubicBezTo>
                <a:cubicBezTo>
                  <a:pt x="620901" y="28835"/>
                  <a:pt x="628260" y="25683"/>
                  <a:pt x="637159" y="25683"/>
                </a:cubicBezTo>
                <a:cubicBezTo>
                  <a:pt x="647153" y="25683"/>
                  <a:pt x="655039" y="28983"/>
                  <a:pt x="660817" y="35582"/>
                </a:cubicBezTo>
                <a:cubicBezTo>
                  <a:pt x="666595" y="42182"/>
                  <a:pt x="669357" y="52293"/>
                  <a:pt x="669104" y="65915"/>
                </a:cubicBezTo>
                <a:lnTo>
                  <a:pt x="624570" y="65915"/>
                </a:lnTo>
                <a:cubicBezTo>
                  <a:pt x="624697" y="71186"/>
                  <a:pt x="626131" y="75287"/>
                  <a:pt x="628872" y="78218"/>
                </a:cubicBezTo>
                <a:cubicBezTo>
                  <a:pt x="631613" y="81149"/>
                  <a:pt x="635029" y="82615"/>
                  <a:pt x="639120" y="82615"/>
                </a:cubicBezTo>
                <a:cubicBezTo>
                  <a:pt x="641903" y="82615"/>
                  <a:pt x="644243" y="81856"/>
                  <a:pt x="646141" y="80337"/>
                </a:cubicBezTo>
                <a:cubicBezTo>
                  <a:pt x="648039" y="78819"/>
                  <a:pt x="649473" y="76373"/>
                  <a:pt x="650443" y="72999"/>
                </a:cubicBezTo>
                <a:moveTo>
                  <a:pt x="651455" y="55034"/>
                </a:moveTo>
                <a:cubicBezTo>
                  <a:pt x="651328" y="49910"/>
                  <a:pt x="650000" y="46015"/>
                  <a:pt x="647470" y="43347"/>
                </a:cubicBezTo>
                <a:cubicBezTo>
                  <a:pt x="644939" y="40680"/>
                  <a:pt x="641861" y="39346"/>
                  <a:pt x="638234" y="39346"/>
                </a:cubicBezTo>
                <a:cubicBezTo>
                  <a:pt x="634354" y="39346"/>
                  <a:pt x="631149" y="40753"/>
                  <a:pt x="628619" y="43567"/>
                </a:cubicBezTo>
                <a:cubicBezTo>
                  <a:pt x="626088" y="46382"/>
                  <a:pt x="624844" y="50204"/>
                  <a:pt x="624887" y="55034"/>
                </a:cubicBezTo>
                <a:lnTo>
                  <a:pt x="651455" y="55034"/>
                </a:lnTo>
                <a:close/>
                <a:moveTo>
                  <a:pt x="718608" y="94381"/>
                </a:moveTo>
                <a:cubicBezTo>
                  <a:pt x="719789" y="88859"/>
                  <a:pt x="721423" y="84233"/>
                  <a:pt x="723511" y="80503"/>
                </a:cubicBezTo>
                <a:cubicBezTo>
                  <a:pt x="725598" y="76773"/>
                  <a:pt x="728371" y="73232"/>
                  <a:pt x="731829" y="69882"/>
                </a:cubicBezTo>
                <a:cubicBezTo>
                  <a:pt x="735287" y="66531"/>
                  <a:pt x="741950" y="60915"/>
                  <a:pt x="751819" y="53036"/>
                </a:cubicBezTo>
                <a:cubicBezTo>
                  <a:pt x="757807" y="48276"/>
                  <a:pt x="761898" y="44758"/>
                  <a:pt x="764091" y="42482"/>
                </a:cubicBezTo>
                <a:cubicBezTo>
                  <a:pt x="767253" y="39195"/>
                  <a:pt x="769552" y="35971"/>
                  <a:pt x="770986" y="32811"/>
                </a:cubicBezTo>
                <a:cubicBezTo>
                  <a:pt x="771956" y="30663"/>
                  <a:pt x="772441" y="28324"/>
                  <a:pt x="772441" y="25795"/>
                </a:cubicBezTo>
                <a:cubicBezTo>
                  <a:pt x="772441" y="21540"/>
                  <a:pt x="770933" y="17927"/>
                  <a:pt x="767918" y="14957"/>
                </a:cubicBezTo>
                <a:cubicBezTo>
                  <a:pt x="764902" y="11986"/>
                  <a:pt x="761202" y="10501"/>
                  <a:pt x="756816" y="10501"/>
                </a:cubicBezTo>
                <a:cubicBezTo>
                  <a:pt x="752472" y="10501"/>
                  <a:pt x="748677" y="12007"/>
                  <a:pt x="745430" y="15020"/>
                </a:cubicBezTo>
                <a:cubicBezTo>
                  <a:pt x="742182" y="18032"/>
                  <a:pt x="739863" y="22868"/>
                  <a:pt x="738471" y="29526"/>
                </a:cubicBezTo>
                <a:lnTo>
                  <a:pt x="727275" y="27881"/>
                </a:lnTo>
                <a:cubicBezTo>
                  <a:pt x="728371" y="19643"/>
                  <a:pt x="731566" y="13148"/>
                  <a:pt x="736858" y="8395"/>
                </a:cubicBezTo>
                <a:cubicBezTo>
                  <a:pt x="742151" y="3642"/>
                  <a:pt x="748740" y="1265"/>
                  <a:pt x="756626" y="1265"/>
                </a:cubicBezTo>
                <a:cubicBezTo>
                  <a:pt x="761898" y="1265"/>
                  <a:pt x="766674" y="2363"/>
                  <a:pt x="770954" y="4559"/>
                </a:cubicBezTo>
                <a:cubicBezTo>
                  <a:pt x="775234" y="6753"/>
                  <a:pt x="778450" y="9833"/>
                  <a:pt x="780601" y="13800"/>
                </a:cubicBezTo>
                <a:cubicBezTo>
                  <a:pt x="782752" y="17767"/>
                  <a:pt x="783827" y="21861"/>
                  <a:pt x="783827" y="26082"/>
                </a:cubicBezTo>
                <a:cubicBezTo>
                  <a:pt x="783827" y="32244"/>
                  <a:pt x="781634" y="38174"/>
                  <a:pt x="777248" y="43871"/>
                </a:cubicBezTo>
                <a:cubicBezTo>
                  <a:pt x="774549" y="47411"/>
                  <a:pt x="766621" y="54385"/>
                  <a:pt x="753463" y="64792"/>
                </a:cubicBezTo>
                <a:cubicBezTo>
                  <a:pt x="747812" y="69258"/>
                  <a:pt x="743606" y="72924"/>
                  <a:pt x="740843" y="75791"/>
                </a:cubicBezTo>
                <a:cubicBezTo>
                  <a:pt x="738081" y="78656"/>
                  <a:pt x="736004" y="81352"/>
                  <a:pt x="734612" y="83880"/>
                </a:cubicBezTo>
                <a:lnTo>
                  <a:pt x="776110" y="83880"/>
                </a:lnTo>
                <a:lnTo>
                  <a:pt x="773896" y="94381"/>
                </a:lnTo>
                <a:lnTo>
                  <a:pt x="718608" y="9438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5" name="Text j">
            <a:extLst xmlns:a="http://schemas.openxmlformats.org/drawingml/2006/main">
              <a:ext uri="{FF2B5EF4-FFF2-40B4-BE49-F238E27FC236}">
                <a16:creationId xmlns:a16="http://schemas.microsoft.com/office/drawing/2014/main" id="{5127D024-7513-48B3-9740-0B7A94BBA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8163" y="2181021"/>
            <a:ext cx="33527" cy="79789"/>
          </a:xfrm>
          <a:custGeom xmlns:a="http://schemas.openxmlformats.org/drawingml/2006/main">
            <a:pathLst>
              <a:path w="33527" h="79789">
                <a:moveTo>
                  <a:pt x="24164" y="8687"/>
                </a:moveTo>
                <a:lnTo>
                  <a:pt x="25978" y="0"/>
                </a:lnTo>
                <a:lnTo>
                  <a:pt x="33527" y="0"/>
                </a:lnTo>
                <a:lnTo>
                  <a:pt x="31713" y="8687"/>
                </a:lnTo>
                <a:lnTo>
                  <a:pt x="24164" y="8687"/>
                </a:lnTo>
                <a:moveTo>
                  <a:pt x="0" y="78686"/>
                </a:moveTo>
                <a:lnTo>
                  <a:pt x="1349" y="72192"/>
                </a:lnTo>
                <a:cubicBezTo>
                  <a:pt x="3093" y="72646"/>
                  <a:pt x="4639" y="72873"/>
                  <a:pt x="5988" y="72873"/>
                </a:cubicBezTo>
                <a:cubicBezTo>
                  <a:pt x="7619" y="72873"/>
                  <a:pt x="8919" y="72332"/>
                  <a:pt x="9889" y="71249"/>
                </a:cubicBezTo>
                <a:cubicBezTo>
                  <a:pt x="10859" y="70167"/>
                  <a:pt x="11864" y="67166"/>
                  <a:pt x="12905" y="62246"/>
                </a:cubicBezTo>
                <a:lnTo>
                  <a:pt x="22309" y="17037"/>
                </a:lnTo>
                <a:lnTo>
                  <a:pt x="29942" y="17037"/>
                </a:lnTo>
                <a:lnTo>
                  <a:pt x="20242" y="63645"/>
                </a:lnTo>
                <a:cubicBezTo>
                  <a:pt x="19034" y="69477"/>
                  <a:pt x="17642" y="73450"/>
                  <a:pt x="16067" y="75563"/>
                </a:cubicBezTo>
                <a:cubicBezTo>
                  <a:pt x="13959" y="78380"/>
                  <a:pt x="11021" y="79789"/>
                  <a:pt x="7254" y="79789"/>
                </a:cubicBezTo>
                <a:cubicBezTo>
                  <a:pt x="5257" y="79789"/>
                  <a:pt x="2840" y="79421"/>
                  <a:pt x="0" y="7868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253C3D6-36C2-4B68-B11D-2FC0C2445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9015" y="2521428"/>
            <a:ext cx="1382827" cy="365874"/>
          </a:xfrm>
          <a:custGeom xmlns:a="http://schemas.openxmlformats.org/drawingml/2006/main">
            <a:pathLst>
              <a:path w="1382827" h="365874">
                <a:moveTo>
                  <a:pt x="1382827" y="365874"/>
                </a:moveTo>
                <a:lnTo>
                  <a:pt x="0" y="365874"/>
                </a:lnTo>
                <a:lnTo>
                  <a:pt x="0" y="0"/>
                </a:lnTo>
                <a:lnTo>
                  <a:pt x="1382827" y="0"/>
                </a:lnTo>
                <a:lnTo>
                  <a:pt x="1382827" y="365874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37" name="Text SearchRoundn">
            <a:extLst xmlns:a="http://schemas.openxmlformats.org/drawingml/2006/main">
              <a:ext uri="{FF2B5EF4-FFF2-40B4-BE49-F238E27FC236}">
                <a16:creationId xmlns:a16="http://schemas.microsoft.com/office/drawing/2014/main" id="{B4F78B77-8124-4836-B366-D6133CBCF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9510" y="2648582"/>
            <a:ext cx="926789" cy="95899"/>
          </a:xfrm>
          <a:custGeom xmlns:a="http://schemas.openxmlformats.org/drawingml/2006/main">
            <a:pathLst>
              <a:path w="926789" h="95899">
                <a:moveTo>
                  <a:pt x="0" y="64523"/>
                </a:moveTo>
                <a:lnTo>
                  <a:pt x="11576" y="63511"/>
                </a:lnTo>
                <a:cubicBezTo>
                  <a:pt x="12124" y="68150"/>
                  <a:pt x="13400" y="71956"/>
                  <a:pt x="15403" y="74929"/>
                </a:cubicBezTo>
                <a:cubicBezTo>
                  <a:pt x="17406" y="77902"/>
                  <a:pt x="20517" y="80306"/>
                  <a:pt x="24734" y="82140"/>
                </a:cubicBezTo>
                <a:cubicBezTo>
                  <a:pt x="28951" y="83975"/>
                  <a:pt x="33695" y="84892"/>
                  <a:pt x="38967" y="84892"/>
                </a:cubicBezTo>
                <a:cubicBezTo>
                  <a:pt x="43648" y="84892"/>
                  <a:pt x="47781" y="84196"/>
                  <a:pt x="51365" y="82804"/>
                </a:cubicBezTo>
                <a:cubicBezTo>
                  <a:pt x="54950" y="81413"/>
                  <a:pt x="57617" y="79504"/>
                  <a:pt x="59367" y="77080"/>
                </a:cubicBezTo>
                <a:cubicBezTo>
                  <a:pt x="61118" y="74655"/>
                  <a:pt x="61993" y="72015"/>
                  <a:pt x="61993" y="69161"/>
                </a:cubicBezTo>
                <a:cubicBezTo>
                  <a:pt x="61993" y="66264"/>
                  <a:pt x="61149" y="63735"/>
                  <a:pt x="59462" y="61574"/>
                </a:cubicBezTo>
                <a:cubicBezTo>
                  <a:pt x="57775" y="59411"/>
                  <a:pt x="54992" y="57593"/>
                  <a:pt x="51112" y="56120"/>
                </a:cubicBezTo>
                <a:cubicBezTo>
                  <a:pt x="48624" y="55152"/>
                  <a:pt x="43121" y="53649"/>
                  <a:pt x="34602" y="51608"/>
                </a:cubicBezTo>
                <a:cubicBezTo>
                  <a:pt x="26083" y="49568"/>
                  <a:pt x="20116" y="47640"/>
                  <a:pt x="16700" y="45822"/>
                </a:cubicBezTo>
                <a:cubicBezTo>
                  <a:pt x="12272" y="43499"/>
                  <a:pt x="8972" y="40615"/>
                  <a:pt x="6800" y="37172"/>
                </a:cubicBezTo>
                <a:cubicBezTo>
                  <a:pt x="4628" y="33728"/>
                  <a:pt x="3542" y="29873"/>
                  <a:pt x="3542" y="25606"/>
                </a:cubicBezTo>
                <a:cubicBezTo>
                  <a:pt x="3542" y="20915"/>
                  <a:pt x="4871" y="16531"/>
                  <a:pt x="7528" y="12454"/>
                </a:cubicBezTo>
                <a:cubicBezTo>
                  <a:pt x="10185" y="8376"/>
                  <a:pt x="14064" y="5281"/>
                  <a:pt x="19167" y="3169"/>
                </a:cubicBezTo>
                <a:cubicBezTo>
                  <a:pt x="24270" y="1056"/>
                  <a:pt x="29942" y="0"/>
                  <a:pt x="36183" y="0"/>
                </a:cubicBezTo>
                <a:cubicBezTo>
                  <a:pt x="43057" y="0"/>
                  <a:pt x="49120" y="1107"/>
                  <a:pt x="54370" y="3321"/>
                </a:cubicBezTo>
                <a:cubicBezTo>
                  <a:pt x="59620" y="5535"/>
                  <a:pt x="63658" y="8793"/>
                  <a:pt x="66484" y="13094"/>
                </a:cubicBezTo>
                <a:cubicBezTo>
                  <a:pt x="69309" y="17396"/>
                  <a:pt x="70828" y="22267"/>
                  <a:pt x="71038" y="27707"/>
                </a:cubicBezTo>
                <a:lnTo>
                  <a:pt x="59273" y="28593"/>
                </a:lnTo>
                <a:cubicBezTo>
                  <a:pt x="58640" y="22793"/>
                  <a:pt x="56500" y="18412"/>
                  <a:pt x="52852" y="15451"/>
                </a:cubicBezTo>
                <a:cubicBezTo>
                  <a:pt x="49204" y="12488"/>
                  <a:pt x="43817" y="11007"/>
                  <a:pt x="36690" y="11007"/>
                </a:cubicBezTo>
                <a:cubicBezTo>
                  <a:pt x="29267" y="11007"/>
                  <a:pt x="23859" y="12364"/>
                  <a:pt x="20464" y="15077"/>
                </a:cubicBezTo>
                <a:cubicBezTo>
                  <a:pt x="17069" y="17789"/>
                  <a:pt x="15372" y="21060"/>
                  <a:pt x="15372" y="24888"/>
                </a:cubicBezTo>
                <a:cubicBezTo>
                  <a:pt x="15372" y="28210"/>
                  <a:pt x="16574" y="30944"/>
                  <a:pt x="18977" y="33090"/>
                </a:cubicBezTo>
                <a:cubicBezTo>
                  <a:pt x="21339" y="35235"/>
                  <a:pt x="27507" y="37433"/>
                  <a:pt x="37480" y="39684"/>
                </a:cubicBezTo>
                <a:cubicBezTo>
                  <a:pt x="47454" y="41934"/>
                  <a:pt x="54296" y="43900"/>
                  <a:pt x="58007" y="45583"/>
                </a:cubicBezTo>
                <a:cubicBezTo>
                  <a:pt x="63405" y="48067"/>
                  <a:pt x="67391" y="51214"/>
                  <a:pt x="69963" y="55022"/>
                </a:cubicBezTo>
                <a:cubicBezTo>
                  <a:pt x="72536" y="58831"/>
                  <a:pt x="73822" y="63218"/>
                  <a:pt x="73822" y="68184"/>
                </a:cubicBezTo>
                <a:cubicBezTo>
                  <a:pt x="73822" y="73109"/>
                  <a:pt x="72409" y="77749"/>
                  <a:pt x="69584" y="82105"/>
                </a:cubicBezTo>
                <a:cubicBezTo>
                  <a:pt x="66758" y="86460"/>
                  <a:pt x="62699" y="89848"/>
                  <a:pt x="57406" y="92269"/>
                </a:cubicBezTo>
                <a:cubicBezTo>
                  <a:pt x="52114" y="94689"/>
                  <a:pt x="46157" y="95899"/>
                  <a:pt x="39536" y="95899"/>
                </a:cubicBezTo>
                <a:cubicBezTo>
                  <a:pt x="31144" y="95899"/>
                  <a:pt x="24112" y="94676"/>
                  <a:pt x="18440" y="92230"/>
                </a:cubicBezTo>
                <a:cubicBezTo>
                  <a:pt x="12768" y="89784"/>
                  <a:pt x="8318" y="86104"/>
                  <a:pt x="5092" y="81191"/>
                </a:cubicBezTo>
                <a:cubicBezTo>
                  <a:pt x="1866" y="76278"/>
                  <a:pt x="169" y="70722"/>
                  <a:pt x="0" y="64523"/>
                </a:cubicBezTo>
                <a:close/>
                <a:moveTo>
                  <a:pt x="134990" y="72620"/>
                </a:moveTo>
                <a:lnTo>
                  <a:pt x="146756" y="74138"/>
                </a:lnTo>
                <a:cubicBezTo>
                  <a:pt x="144901" y="81032"/>
                  <a:pt x="141463" y="86382"/>
                  <a:pt x="136445" y="90190"/>
                </a:cubicBezTo>
                <a:cubicBezTo>
                  <a:pt x="131427" y="93996"/>
                  <a:pt x="125016" y="95899"/>
                  <a:pt x="117215" y="95899"/>
                </a:cubicBezTo>
                <a:cubicBezTo>
                  <a:pt x="107389" y="95899"/>
                  <a:pt x="99597" y="92873"/>
                  <a:pt x="93841" y="86821"/>
                </a:cubicBezTo>
                <a:cubicBezTo>
                  <a:pt x="88084" y="80770"/>
                  <a:pt x="85206" y="72283"/>
                  <a:pt x="85206" y="61360"/>
                </a:cubicBezTo>
                <a:cubicBezTo>
                  <a:pt x="85206" y="50058"/>
                  <a:pt x="88116" y="41286"/>
                  <a:pt x="93936" y="35045"/>
                </a:cubicBezTo>
                <a:cubicBezTo>
                  <a:pt x="99756" y="28803"/>
                  <a:pt x="107304" y="25683"/>
                  <a:pt x="116582" y="25683"/>
                </a:cubicBezTo>
                <a:cubicBezTo>
                  <a:pt x="125565" y="25683"/>
                  <a:pt x="132903" y="28735"/>
                  <a:pt x="138596" y="34841"/>
                </a:cubicBezTo>
                <a:cubicBezTo>
                  <a:pt x="144289" y="40946"/>
                  <a:pt x="147136" y="49534"/>
                  <a:pt x="147136" y="60607"/>
                </a:cubicBezTo>
                <a:cubicBezTo>
                  <a:pt x="147136" y="61280"/>
                  <a:pt x="147115" y="62290"/>
                  <a:pt x="147072" y="63637"/>
                </a:cubicBezTo>
                <a:lnTo>
                  <a:pt x="96972" y="63637"/>
                </a:lnTo>
                <a:cubicBezTo>
                  <a:pt x="97394" y="71038"/>
                  <a:pt x="99481" y="76705"/>
                  <a:pt x="103235" y="80638"/>
                </a:cubicBezTo>
                <a:cubicBezTo>
                  <a:pt x="106988" y="84570"/>
                  <a:pt x="111669" y="86537"/>
                  <a:pt x="117278" y="86537"/>
                </a:cubicBezTo>
                <a:cubicBezTo>
                  <a:pt x="121453" y="86537"/>
                  <a:pt x="125016" y="85430"/>
                  <a:pt x="127969" y="83218"/>
                </a:cubicBezTo>
                <a:cubicBezTo>
                  <a:pt x="130921" y="81004"/>
                  <a:pt x="133261" y="77471"/>
                  <a:pt x="134990" y="72620"/>
                </a:cubicBezTo>
                <a:moveTo>
                  <a:pt x="97605" y="54275"/>
                </a:moveTo>
                <a:lnTo>
                  <a:pt x="135117" y="54275"/>
                </a:lnTo>
                <a:cubicBezTo>
                  <a:pt x="134611" y="48643"/>
                  <a:pt x="133177" y="44418"/>
                  <a:pt x="130815" y="41602"/>
                </a:cubicBezTo>
                <a:cubicBezTo>
                  <a:pt x="127188" y="37230"/>
                  <a:pt x="122486" y="35045"/>
                  <a:pt x="116709" y="35045"/>
                </a:cubicBezTo>
                <a:cubicBezTo>
                  <a:pt x="111479" y="35045"/>
                  <a:pt x="107083" y="36790"/>
                  <a:pt x="103519" y="40279"/>
                </a:cubicBezTo>
                <a:cubicBezTo>
                  <a:pt x="99956" y="43768"/>
                  <a:pt x="97984" y="48433"/>
                  <a:pt x="97605" y="54275"/>
                </a:cubicBezTo>
                <a:close/>
                <a:moveTo>
                  <a:pt x="204870" y="85904"/>
                </a:moveTo>
                <a:cubicBezTo>
                  <a:pt x="200653" y="89558"/>
                  <a:pt x="196594" y="92138"/>
                  <a:pt x="192693" y="93643"/>
                </a:cubicBezTo>
                <a:cubicBezTo>
                  <a:pt x="188792" y="95147"/>
                  <a:pt x="184606" y="95899"/>
                  <a:pt x="180136" y="95899"/>
                </a:cubicBezTo>
                <a:cubicBezTo>
                  <a:pt x="172756" y="95899"/>
                  <a:pt x="167084" y="94096"/>
                  <a:pt x="163120" y="90490"/>
                </a:cubicBezTo>
                <a:cubicBezTo>
                  <a:pt x="159156" y="86885"/>
                  <a:pt x="157173" y="82277"/>
                  <a:pt x="157173" y="76668"/>
                </a:cubicBezTo>
                <a:cubicBezTo>
                  <a:pt x="157173" y="73379"/>
                  <a:pt x="157922" y="70374"/>
                  <a:pt x="159419" y="67654"/>
                </a:cubicBezTo>
                <a:cubicBezTo>
                  <a:pt x="160916" y="64934"/>
                  <a:pt x="162877" y="62752"/>
                  <a:pt x="165302" y="61107"/>
                </a:cubicBezTo>
                <a:cubicBezTo>
                  <a:pt x="167727" y="59462"/>
                  <a:pt x="170458" y="58218"/>
                  <a:pt x="173494" y="57375"/>
                </a:cubicBezTo>
                <a:cubicBezTo>
                  <a:pt x="175729" y="56784"/>
                  <a:pt x="179103" y="56215"/>
                  <a:pt x="183615" y="55667"/>
                </a:cubicBezTo>
                <a:cubicBezTo>
                  <a:pt x="192809" y="54570"/>
                  <a:pt x="199577" y="53263"/>
                  <a:pt x="203921" y="51745"/>
                </a:cubicBezTo>
                <a:cubicBezTo>
                  <a:pt x="203963" y="50191"/>
                  <a:pt x="203984" y="49204"/>
                  <a:pt x="203984" y="48784"/>
                </a:cubicBezTo>
                <a:cubicBezTo>
                  <a:pt x="203984" y="44162"/>
                  <a:pt x="202909" y="40906"/>
                  <a:pt x="200758" y="39016"/>
                </a:cubicBezTo>
                <a:cubicBezTo>
                  <a:pt x="197848" y="36453"/>
                  <a:pt x="193526" y="35171"/>
                  <a:pt x="187790" y="35171"/>
                </a:cubicBezTo>
                <a:cubicBezTo>
                  <a:pt x="182434" y="35171"/>
                  <a:pt x="178481" y="36110"/>
                  <a:pt x="175929" y="37986"/>
                </a:cubicBezTo>
                <a:cubicBezTo>
                  <a:pt x="173378" y="39863"/>
                  <a:pt x="171491" y="43184"/>
                  <a:pt x="170268" y="47949"/>
                </a:cubicBezTo>
                <a:lnTo>
                  <a:pt x="159134" y="46431"/>
                </a:lnTo>
                <a:cubicBezTo>
                  <a:pt x="160147" y="41651"/>
                  <a:pt x="161812" y="37791"/>
                  <a:pt x="164132" y="34851"/>
                </a:cubicBezTo>
                <a:cubicBezTo>
                  <a:pt x="166451" y="31911"/>
                  <a:pt x="169804" y="29648"/>
                  <a:pt x="174190" y="28063"/>
                </a:cubicBezTo>
                <a:cubicBezTo>
                  <a:pt x="178576" y="26476"/>
                  <a:pt x="183657" y="25683"/>
                  <a:pt x="189435" y="25683"/>
                </a:cubicBezTo>
                <a:cubicBezTo>
                  <a:pt x="195170" y="25683"/>
                  <a:pt x="199830" y="26360"/>
                  <a:pt x="203415" y="27715"/>
                </a:cubicBezTo>
                <a:cubicBezTo>
                  <a:pt x="206999" y="29068"/>
                  <a:pt x="209635" y="30772"/>
                  <a:pt x="211322" y="32825"/>
                </a:cubicBezTo>
                <a:cubicBezTo>
                  <a:pt x="213009" y="34877"/>
                  <a:pt x="214190" y="37469"/>
                  <a:pt x="214865" y="40602"/>
                </a:cubicBezTo>
                <a:cubicBezTo>
                  <a:pt x="215244" y="42548"/>
                  <a:pt x="215434" y="46044"/>
                  <a:pt x="215434" y="51091"/>
                </a:cubicBezTo>
                <a:lnTo>
                  <a:pt x="215434" y="66229"/>
                </a:lnTo>
                <a:cubicBezTo>
                  <a:pt x="215434" y="76784"/>
                  <a:pt x="215676" y="83469"/>
                  <a:pt x="216161" y="86284"/>
                </a:cubicBezTo>
                <a:cubicBezTo>
                  <a:pt x="216646" y="89099"/>
                  <a:pt x="217606" y="91798"/>
                  <a:pt x="219040" y="94381"/>
                </a:cubicBezTo>
                <a:lnTo>
                  <a:pt x="207147" y="94381"/>
                </a:lnTo>
                <a:cubicBezTo>
                  <a:pt x="205966" y="91965"/>
                  <a:pt x="205207" y="89139"/>
                  <a:pt x="204870" y="85904"/>
                </a:cubicBezTo>
                <a:moveTo>
                  <a:pt x="203921" y="60727"/>
                </a:moveTo>
                <a:cubicBezTo>
                  <a:pt x="199788" y="62406"/>
                  <a:pt x="193589" y="63834"/>
                  <a:pt x="185323" y="65009"/>
                </a:cubicBezTo>
                <a:cubicBezTo>
                  <a:pt x="180642" y="65680"/>
                  <a:pt x="177332" y="66435"/>
                  <a:pt x="175392" y="67275"/>
                </a:cubicBezTo>
                <a:cubicBezTo>
                  <a:pt x="173452" y="68114"/>
                  <a:pt x="171955" y="69342"/>
                  <a:pt x="170900" y="70957"/>
                </a:cubicBezTo>
                <a:cubicBezTo>
                  <a:pt x="169846" y="72573"/>
                  <a:pt x="169319" y="74367"/>
                  <a:pt x="169319" y="76340"/>
                </a:cubicBezTo>
                <a:cubicBezTo>
                  <a:pt x="169319" y="79362"/>
                  <a:pt x="170468" y="81881"/>
                  <a:pt x="172766" y="83896"/>
                </a:cubicBezTo>
                <a:cubicBezTo>
                  <a:pt x="175065" y="85909"/>
                  <a:pt x="178428" y="86916"/>
                  <a:pt x="182856" y="86916"/>
                </a:cubicBezTo>
                <a:cubicBezTo>
                  <a:pt x="187242" y="86916"/>
                  <a:pt x="191143" y="85960"/>
                  <a:pt x="194559" y="84048"/>
                </a:cubicBezTo>
                <a:cubicBezTo>
                  <a:pt x="197975" y="82134"/>
                  <a:pt x="200484" y="79520"/>
                  <a:pt x="202086" y="76206"/>
                </a:cubicBezTo>
                <a:cubicBezTo>
                  <a:pt x="203309" y="73648"/>
                  <a:pt x="203921" y="69873"/>
                  <a:pt x="203921" y="64881"/>
                </a:cubicBezTo>
                <a:lnTo>
                  <a:pt x="203921" y="60727"/>
                </a:lnTo>
                <a:close/>
                <a:moveTo>
                  <a:pt x="232937" y="94381"/>
                </a:moveTo>
                <a:lnTo>
                  <a:pt x="232937" y="27201"/>
                </a:lnTo>
                <a:lnTo>
                  <a:pt x="243184" y="27201"/>
                </a:lnTo>
                <a:lnTo>
                  <a:pt x="243184" y="37385"/>
                </a:lnTo>
                <a:cubicBezTo>
                  <a:pt x="245799" y="32620"/>
                  <a:pt x="248213" y="29478"/>
                  <a:pt x="250427" y="27960"/>
                </a:cubicBezTo>
                <a:cubicBezTo>
                  <a:pt x="252641" y="26442"/>
                  <a:pt x="255077" y="25683"/>
                  <a:pt x="257734" y="25683"/>
                </a:cubicBezTo>
                <a:cubicBezTo>
                  <a:pt x="261571" y="25683"/>
                  <a:pt x="265472" y="26906"/>
                  <a:pt x="269436" y="29352"/>
                </a:cubicBezTo>
                <a:lnTo>
                  <a:pt x="265514" y="39908"/>
                </a:lnTo>
                <a:cubicBezTo>
                  <a:pt x="262731" y="38268"/>
                  <a:pt x="259948" y="37449"/>
                  <a:pt x="257164" y="37449"/>
                </a:cubicBezTo>
                <a:cubicBezTo>
                  <a:pt x="254676" y="37449"/>
                  <a:pt x="252441" y="38197"/>
                  <a:pt x="250459" y="39694"/>
                </a:cubicBezTo>
                <a:cubicBezTo>
                  <a:pt x="248477" y="41191"/>
                  <a:pt x="247064" y="43268"/>
                  <a:pt x="246221" y="45925"/>
                </a:cubicBezTo>
                <a:cubicBezTo>
                  <a:pt x="244956" y="49974"/>
                  <a:pt x="244323" y="54402"/>
                  <a:pt x="244323" y="59209"/>
                </a:cubicBezTo>
                <a:lnTo>
                  <a:pt x="244323" y="94381"/>
                </a:lnTo>
                <a:lnTo>
                  <a:pt x="232937" y="94381"/>
                </a:lnTo>
                <a:close/>
                <a:moveTo>
                  <a:pt x="320042" y="69710"/>
                </a:moveTo>
                <a:lnTo>
                  <a:pt x="331238" y="71228"/>
                </a:lnTo>
                <a:cubicBezTo>
                  <a:pt x="330015" y="78946"/>
                  <a:pt x="326884" y="84987"/>
                  <a:pt x="321844" y="89352"/>
                </a:cubicBezTo>
                <a:cubicBezTo>
                  <a:pt x="316805" y="93716"/>
                  <a:pt x="310616" y="95899"/>
                  <a:pt x="303278" y="95899"/>
                </a:cubicBezTo>
                <a:cubicBezTo>
                  <a:pt x="294085" y="95899"/>
                  <a:pt x="286694" y="92894"/>
                  <a:pt x="281106" y="86885"/>
                </a:cubicBezTo>
                <a:cubicBezTo>
                  <a:pt x="275519" y="80875"/>
                  <a:pt x="272725" y="72261"/>
                  <a:pt x="272725" y="61044"/>
                </a:cubicBezTo>
                <a:cubicBezTo>
                  <a:pt x="272725" y="53790"/>
                  <a:pt x="273927" y="47443"/>
                  <a:pt x="276330" y="42003"/>
                </a:cubicBezTo>
                <a:cubicBezTo>
                  <a:pt x="278734" y="36563"/>
                  <a:pt x="282393" y="32483"/>
                  <a:pt x="287306" y="29763"/>
                </a:cubicBezTo>
                <a:cubicBezTo>
                  <a:pt x="292219" y="27043"/>
                  <a:pt x="297564" y="25683"/>
                  <a:pt x="303342" y="25683"/>
                </a:cubicBezTo>
                <a:cubicBezTo>
                  <a:pt x="310637" y="25683"/>
                  <a:pt x="316605" y="27517"/>
                  <a:pt x="321244" y="31186"/>
                </a:cubicBezTo>
                <a:cubicBezTo>
                  <a:pt x="325882" y="34854"/>
                  <a:pt x="328856" y="40062"/>
                  <a:pt x="330163" y="46811"/>
                </a:cubicBezTo>
                <a:lnTo>
                  <a:pt x="319093" y="48582"/>
                </a:lnTo>
                <a:cubicBezTo>
                  <a:pt x="318038" y="44091"/>
                  <a:pt x="316172" y="40712"/>
                  <a:pt x="313494" y="38445"/>
                </a:cubicBezTo>
                <a:cubicBezTo>
                  <a:pt x="310817" y="36178"/>
                  <a:pt x="307580" y="35045"/>
                  <a:pt x="303784" y="35045"/>
                </a:cubicBezTo>
                <a:cubicBezTo>
                  <a:pt x="298049" y="35045"/>
                  <a:pt x="293389" y="37101"/>
                  <a:pt x="289804" y="41212"/>
                </a:cubicBezTo>
                <a:cubicBezTo>
                  <a:pt x="286220" y="45324"/>
                  <a:pt x="284427" y="51829"/>
                  <a:pt x="284427" y="60727"/>
                </a:cubicBezTo>
                <a:cubicBezTo>
                  <a:pt x="284427" y="69752"/>
                  <a:pt x="286157" y="76310"/>
                  <a:pt x="289615" y="80401"/>
                </a:cubicBezTo>
                <a:cubicBezTo>
                  <a:pt x="293073" y="84491"/>
                  <a:pt x="297585" y="86537"/>
                  <a:pt x="303152" y="86537"/>
                </a:cubicBezTo>
                <a:cubicBezTo>
                  <a:pt x="307622" y="86537"/>
                  <a:pt x="311354" y="85161"/>
                  <a:pt x="314348" y="82409"/>
                </a:cubicBezTo>
                <a:cubicBezTo>
                  <a:pt x="317343" y="79657"/>
                  <a:pt x="319240" y="75424"/>
                  <a:pt x="320042" y="69710"/>
                </a:cubicBezTo>
                <a:close/>
                <a:moveTo>
                  <a:pt x="340980" y="94381"/>
                </a:moveTo>
                <a:lnTo>
                  <a:pt x="340980" y="1645"/>
                </a:lnTo>
                <a:lnTo>
                  <a:pt x="352366" y="1645"/>
                </a:lnTo>
                <a:lnTo>
                  <a:pt x="352366" y="34978"/>
                </a:lnTo>
                <a:cubicBezTo>
                  <a:pt x="357680" y="28781"/>
                  <a:pt x="364385" y="25683"/>
                  <a:pt x="372482" y="25683"/>
                </a:cubicBezTo>
                <a:cubicBezTo>
                  <a:pt x="377458" y="25683"/>
                  <a:pt x="381781" y="26663"/>
                  <a:pt x="385450" y="28624"/>
                </a:cubicBezTo>
                <a:cubicBezTo>
                  <a:pt x="389119" y="30585"/>
                  <a:pt x="391744" y="33295"/>
                  <a:pt x="393325" y="36753"/>
                </a:cubicBezTo>
                <a:cubicBezTo>
                  <a:pt x="394907" y="40211"/>
                  <a:pt x="395697" y="45229"/>
                  <a:pt x="395697" y="51808"/>
                </a:cubicBezTo>
                <a:lnTo>
                  <a:pt x="395697" y="94381"/>
                </a:lnTo>
                <a:lnTo>
                  <a:pt x="384311" y="94381"/>
                </a:lnTo>
                <a:lnTo>
                  <a:pt x="384311" y="51854"/>
                </a:lnTo>
                <a:cubicBezTo>
                  <a:pt x="384311" y="46167"/>
                  <a:pt x="383078" y="42028"/>
                  <a:pt x="380610" y="39437"/>
                </a:cubicBezTo>
                <a:cubicBezTo>
                  <a:pt x="378143" y="36846"/>
                  <a:pt x="374654" y="35551"/>
                  <a:pt x="370141" y="35551"/>
                </a:cubicBezTo>
                <a:cubicBezTo>
                  <a:pt x="366768" y="35551"/>
                  <a:pt x="363594" y="36425"/>
                  <a:pt x="360621" y="38174"/>
                </a:cubicBezTo>
                <a:cubicBezTo>
                  <a:pt x="357648" y="39922"/>
                  <a:pt x="355529" y="42291"/>
                  <a:pt x="354264" y="45283"/>
                </a:cubicBezTo>
                <a:cubicBezTo>
                  <a:pt x="352998" y="48273"/>
                  <a:pt x="352366" y="52401"/>
                  <a:pt x="352366" y="57667"/>
                </a:cubicBezTo>
                <a:lnTo>
                  <a:pt x="352366" y="94381"/>
                </a:lnTo>
                <a:lnTo>
                  <a:pt x="340980" y="94381"/>
                </a:lnTo>
                <a:close/>
                <a:moveTo>
                  <a:pt x="450541" y="94381"/>
                </a:moveTo>
                <a:lnTo>
                  <a:pt x="450541" y="1645"/>
                </a:lnTo>
                <a:lnTo>
                  <a:pt x="491659" y="1645"/>
                </a:lnTo>
                <a:cubicBezTo>
                  <a:pt x="499925" y="1645"/>
                  <a:pt x="506208" y="2477"/>
                  <a:pt x="510510" y="4141"/>
                </a:cubicBezTo>
                <a:cubicBezTo>
                  <a:pt x="514811" y="5805"/>
                  <a:pt x="518248" y="8742"/>
                  <a:pt x="520821" y="12954"/>
                </a:cubicBezTo>
                <a:cubicBezTo>
                  <a:pt x="523393" y="17166"/>
                  <a:pt x="524680" y="21820"/>
                  <a:pt x="524680" y="26916"/>
                </a:cubicBezTo>
                <a:cubicBezTo>
                  <a:pt x="524680" y="33487"/>
                  <a:pt x="522550" y="39026"/>
                  <a:pt x="518290" y="43533"/>
                </a:cubicBezTo>
                <a:cubicBezTo>
                  <a:pt x="514031" y="48039"/>
                  <a:pt x="507452" y="50903"/>
                  <a:pt x="498554" y="52124"/>
                </a:cubicBezTo>
                <a:cubicBezTo>
                  <a:pt x="501801" y="53687"/>
                  <a:pt x="504268" y="55229"/>
                  <a:pt x="505955" y="56750"/>
                </a:cubicBezTo>
                <a:cubicBezTo>
                  <a:pt x="509540" y="60046"/>
                  <a:pt x="512935" y="64164"/>
                  <a:pt x="516140" y="69103"/>
                </a:cubicBezTo>
                <a:lnTo>
                  <a:pt x="532270" y="94381"/>
                </a:lnTo>
                <a:lnTo>
                  <a:pt x="516836" y="94381"/>
                </a:lnTo>
                <a:lnTo>
                  <a:pt x="504564" y="75057"/>
                </a:lnTo>
                <a:cubicBezTo>
                  <a:pt x="500979" y="69483"/>
                  <a:pt x="498027" y="65217"/>
                  <a:pt x="495707" y="62261"/>
                </a:cubicBezTo>
                <a:cubicBezTo>
                  <a:pt x="493388" y="59304"/>
                  <a:pt x="491311" y="57234"/>
                  <a:pt x="489477" y="56052"/>
                </a:cubicBezTo>
                <a:cubicBezTo>
                  <a:pt x="487642" y="54869"/>
                  <a:pt x="485776" y="54045"/>
                  <a:pt x="483878" y="53579"/>
                </a:cubicBezTo>
                <a:cubicBezTo>
                  <a:pt x="482487" y="53284"/>
                  <a:pt x="480209" y="53137"/>
                  <a:pt x="477046" y="53137"/>
                </a:cubicBezTo>
                <a:lnTo>
                  <a:pt x="462813" y="53137"/>
                </a:lnTo>
                <a:lnTo>
                  <a:pt x="462813" y="94381"/>
                </a:lnTo>
                <a:lnTo>
                  <a:pt x="450541" y="94381"/>
                </a:lnTo>
                <a:moveTo>
                  <a:pt x="462813" y="42509"/>
                </a:moveTo>
                <a:lnTo>
                  <a:pt x="489192" y="42509"/>
                </a:lnTo>
                <a:cubicBezTo>
                  <a:pt x="494801" y="42509"/>
                  <a:pt x="499187" y="41931"/>
                  <a:pt x="502350" y="40774"/>
                </a:cubicBezTo>
                <a:cubicBezTo>
                  <a:pt x="505512" y="39616"/>
                  <a:pt x="507916" y="37765"/>
                  <a:pt x="509561" y="35219"/>
                </a:cubicBezTo>
                <a:cubicBezTo>
                  <a:pt x="511206" y="32673"/>
                  <a:pt x="512028" y="29905"/>
                  <a:pt x="512028" y="26916"/>
                </a:cubicBezTo>
                <a:cubicBezTo>
                  <a:pt x="512028" y="22540"/>
                  <a:pt x="510436" y="18942"/>
                  <a:pt x="507252" y="16123"/>
                </a:cubicBezTo>
                <a:cubicBezTo>
                  <a:pt x="504068" y="13303"/>
                  <a:pt x="499039" y="11892"/>
                  <a:pt x="492165" y="11892"/>
                </a:cubicBezTo>
                <a:lnTo>
                  <a:pt x="462813" y="11892"/>
                </a:lnTo>
                <a:lnTo>
                  <a:pt x="462813" y="42509"/>
                </a:lnTo>
                <a:close/>
                <a:moveTo>
                  <a:pt x="538195" y="60791"/>
                </a:moveTo>
                <a:cubicBezTo>
                  <a:pt x="538195" y="48350"/>
                  <a:pt x="541653" y="39135"/>
                  <a:pt x="548569" y="33147"/>
                </a:cubicBezTo>
                <a:cubicBezTo>
                  <a:pt x="554347" y="28171"/>
                  <a:pt x="561389" y="25683"/>
                  <a:pt x="569697" y="25683"/>
                </a:cubicBezTo>
                <a:cubicBezTo>
                  <a:pt x="578933" y="25683"/>
                  <a:pt x="586482" y="28708"/>
                  <a:pt x="592344" y="34760"/>
                </a:cubicBezTo>
                <a:cubicBezTo>
                  <a:pt x="598206" y="40812"/>
                  <a:pt x="601136" y="49172"/>
                  <a:pt x="601136" y="59842"/>
                </a:cubicBezTo>
                <a:cubicBezTo>
                  <a:pt x="601136" y="68487"/>
                  <a:pt x="599840" y="75287"/>
                  <a:pt x="597246" y="80242"/>
                </a:cubicBezTo>
                <a:cubicBezTo>
                  <a:pt x="594653" y="85198"/>
                  <a:pt x="590878" y="89046"/>
                  <a:pt x="585923" y="91787"/>
                </a:cubicBezTo>
                <a:cubicBezTo>
                  <a:pt x="580968" y="94528"/>
                  <a:pt x="575559" y="95899"/>
                  <a:pt x="569697" y="95899"/>
                </a:cubicBezTo>
                <a:cubicBezTo>
                  <a:pt x="560293" y="95899"/>
                  <a:pt x="552692" y="92883"/>
                  <a:pt x="546893" y="86853"/>
                </a:cubicBezTo>
                <a:cubicBezTo>
                  <a:pt x="541094" y="80822"/>
                  <a:pt x="538195" y="72135"/>
                  <a:pt x="538195" y="60791"/>
                </a:cubicBezTo>
                <a:moveTo>
                  <a:pt x="549898" y="60822"/>
                </a:moveTo>
                <a:cubicBezTo>
                  <a:pt x="549898" y="69415"/>
                  <a:pt x="551774" y="75849"/>
                  <a:pt x="555528" y="80124"/>
                </a:cubicBezTo>
                <a:cubicBezTo>
                  <a:pt x="559281" y="84399"/>
                  <a:pt x="564004" y="86537"/>
                  <a:pt x="569697" y="86537"/>
                </a:cubicBezTo>
                <a:cubicBezTo>
                  <a:pt x="575348" y="86537"/>
                  <a:pt x="580051" y="84388"/>
                  <a:pt x="583804" y="80092"/>
                </a:cubicBezTo>
                <a:cubicBezTo>
                  <a:pt x="587557" y="75796"/>
                  <a:pt x="589434" y="69246"/>
                  <a:pt x="589434" y="60443"/>
                </a:cubicBezTo>
                <a:cubicBezTo>
                  <a:pt x="589434" y="52145"/>
                  <a:pt x="587547" y="45859"/>
                  <a:pt x="583772" y="41584"/>
                </a:cubicBezTo>
                <a:cubicBezTo>
                  <a:pt x="579998" y="37309"/>
                  <a:pt x="575306" y="35171"/>
                  <a:pt x="569697" y="35171"/>
                </a:cubicBezTo>
                <a:cubicBezTo>
                  <a:pt x="564004" y="35171"/>
                  <a:pt x="559281" y="37298"/>
                  <a:pt x="555528" y="41552"/>
                </a:cubicBezTo>
                <a:cubicBezTo>
                  <a:pt x="551774" y="45807"/>
                  <a:pt x="549898" y="52230"/>
                  <a:pt x="549898" y="60822"/>
                </a:cubicBezTo>
                <a:close/>
                <a:moveTo>
                  <a:pt x="658491" y="94381"/>
                </a:moveTo>
                <a:lnTo>
                  <a:pt x="658491" y="84451"/>
                </a:lnTo>
                <a:cubicBezTo>
                  <a:pt x="653262" y="92083"/>
                  <a:pt x="646156" y="95899"/>
                  <a:pt x="637174" y="95899"/>
                </a:cubicBezTo>
                <a:cubicBezTo>
                  <a:pt x="633209" y="95899"/>
                  <a:pt x="629509" y="95140"/>
                  <a:pt x="626072" y="93621"/>
                </a:cubicBezTo>
                <a:cubicBezTo>
                  <a:pt x="622635" y="92103"/>
                  <a:pt x="620083" y="90195"/>
                  <a:pt x="618418" y="87897"/>
                </a:cubicBezTo>
                <a:cubicBezTo>
                  <a:pt x="616752" y="85598"/>
                  <a:pt x="615582" y="82783"/>
                  <a:pt x="614907" y="79452"/>
                </a:cubicBezTo>
                <a:cubicBezTo>
                  <a:pt x="614443" y="77217"/>
                  <a:pt x="614211" y="73674"/>
                  <a:pt x="614211" y="68824"/>
                </a:cubicBezTo>
                <a:lnTo>
                  <a:pt x="614211" y="27201"/>
                </a:lnTo>
                <a:lnTo>
                  <a:pt x="625597" y="27201"/>
                </a:lnTo>
                <a:lnTo>
                  <a:pt x="625597" y="64420"/>
                </a:lnTo>
                <a:cubicBezTo>
                  <a:pt x="625597" y="70360"/>
                  <a:pt x="625829" y="74361"/>
                  <a:pt x="626293" y="76425"/>
                </a:cubicBezTo>
                <a:cubicBezTo>
                  <a:pt x="627010" y="79417"/>
                  <a:pt x="628528" y="81766"/>
                  <a:pt x="630848" y="83473"/>
                </a:cubicBezTo>
                <a:cubicBezTo>
                  <a:pt x="633167" y="85178"/>
                  <a:pt x="636035" y="86031"/>
                  <a:pt x="639451" y="86031"/>
                </a:cubicBezTo>
                <a:cubicBezTo>
                  <a:pt x="642867" y="86031"/>
                  <a:pt x="646072" y="85157"/>
                  <a:pt x="649066" y="83409"/>
                </a:cubicBezTo>
                <a:cubicBezTo>
                  <a:pt x="652060" y="81661"/>
                  <a:pt x="654179" y="79280"/>
                  <a:pt x="655423" y="76269"/>
                </a:cubicBezTo>
                <a:cubicBezTo>
                  <a:pt x="656667" y="73256"/>
                  <a:pt x="657289" y="68886"/>
                  <a:pt x="657289" y="63157"/>
                </a:cubicBezTo>
                <a:lnTo>
                  <a:pt x="657289" y="27201"/>
                </a:lnTo>
                <a:lnTo>
                  <a:pt x="668676" y="27201"/>
                </a:lnTo>
                <a:lnTo>
                  <a:pt x="668676" y="94381"/>
                </a:lnTo>
                <a:lnTo>
                  <a:pt x="658491" y="94381"/>
                </a:lnTo>
                <a:close/>
                <a:moveTo>
                  <a:pt x="686495" y="94381"/>
                </a:moveTo>
                <a:lnTo>
                  <a:pt x="686495" y="27201"/>
                </a:lnTo>
                <a:lnTo>
                  <a:pt x="696743" y="27201"/>
                </a:lnTo>
                <a:lnTo>
                  <a:pt x="696743" y="36753"/>
                </a:lnTo>
                <a:cubicBezTo>
                  <a:pt x="701677" y="29373"/>
                  <a:pt x="708804" y="25683"/>
                  <a:pt x="718124" y="25683"/>
                </a:cubicBezTo>
                <a:cubicBezTo>
                  <a:pt x="722173" y="25683"/>
                  <a:pt x="725894" y="26410"/>
                  <a:pt x="729289" y="27865"/>
                </a:cubicBezTo>
                <a:cubicBezTo>
                  <a:pt x="732684" y="29320"/>
                  <a:pt x="735225" y="31228"/>
                  <a:pt x="736912" y="33590"/>
                </a:cubicBezTo>
                <a:cubicBezTo>
                  <a:pt x="738599" y="35951"/>
                  <a:pt x="739779" y="38756"/>
                  <a:pt x="740454" y="42003"/>
                </a:cubicBezTo>
                <a:cubicBezTo>
                  <a:pt x="740876" y="44112"/>
                  <a:pt x="741087" y="47802"/>
                  <a:pt x="741087" y="53073"/>
                </a:cubicBezTo>
                <a:lnTo>
                  <a:pt x="741087" y="94381"/>
                </a:lnTo>
                <a:lnTo>
                  <a:pt x="729700" y="94381"/>
                </a:lnTo>
                <a:lnTo>
                  <a:pt x="729700" y="53516"/>
                </a:lnTo>
                <a:cubicBezTo>
                  <a:pt x="729700" y="48877"/>
                  <a:pt x="729258" y="45409"/>
                  <a:pt x="728372" y="43110"/>
                </a:cubicBezTo>
                <a:cubicBezTo>
                  <a:pt x="727486" y="40812"/>
                  <a:pt x="725915" y="38977"/>
                  <a:pt x="723659" y="37607"/>
                </a:cubicBezTo>
                <a:cubicBezTo>
                  <a:pt x="721403" y="36236"/>
                  <a:pt x="718757" y="35551"/>
                  <a:pt x="715720" y="35551"/>
                </a:cubicBezTo>
                <a:cubicBezTo>
                  <a:pt x="710871" y="35551"/>
                  <a:pt x="706685" y="37090"/>
                  <a:pt x="703164" y="40169"/>
                </a:cubicBezTo>
                <a:cubicBezTo>
                  <a:pt x="699642" y="43247"/>
                  <a:pt x="697882" y="49088"/>
                  <a:pt x="697882" y="57691"/>
                </a:cubicBezTo>
                <a:lnTo>
                  <a:pt x="697882" y="94381"/>
                </a:lnTo>
                <a:lnTo>
                  <a:pt x="686495" y="94381"/>
                </a:lnTo>
                <a:close/>
                <a:moveTo>
                  <a:pt x="802111" y="94381"/>
                </a:moveTo>
                <a:lnTo>
                  <a:pt x="802111" y="85904"/>
                </a:lnTo>
                <a:cubicBezTo>
                  <a:pt x="797851" y="92567"/>
                  <a:pt x="791589" y="95899"/>
                  <a:pt x="783323" y="95899"/>
                </a:cubicBezTo>
                <a:cubicBezTo>
                  <a:pt x="777967" y="95899"/>
                  <a:pt x="773044" y="94423"/>
                  <a:pt x="768552" y="91471"/>
                </a:cubicBezTo>
                <a:cubicBezTo>
                  <a:pt x="764061" y="88519"/>
                  <a:pt x="760582" y="84396"/>
                  <a:pt x="758115" y="79104"/>
                </a:cubicBezTo>
                <a:cubicBezTo>
                  <a:pt x="755648" y="73811"/>
                  <a:pt x="754414" y="67728"/>
                  <a:pt x="754414" y="60854"/>
                </a:cubicBezTo>
                <a:cubicBezTo>
                  <a:pt x="754414" y="54149"/>
                  <a:pt x="755532" y="48065"/>
                  <a:pt x="757767" y="42604"/>
                </a:cubicBezTo>
                <a:cubicBezTo>
                  <a:pt x="760002" y="37143"/>
                  <a:pt x="763355" y="32957"/>
                  <a:pt x="767825" y="30047"/>
                </a:cubicBezTo>
                <a:cubicBezTo>
                  <a:pt x="772295" y="27138"/>
                  <a:pt x="777292" y="25683"/>
                  <a:pt x="782817" y="25683"/>
                </a:cubicBezTo>
                <a:cubicBezTo>
                  <a:pt x="786865" y="25683"/>
                  <a:pt x="790471" y="26543"/>
                  <a:pt x="793634" y="28262"/>
                </a:cubicBezTo>
                <a:cubicBezTo>
                  <a:pt x="796797" y="29981"/>
                  <a:pt x="799369" y="32220"/>
                  <a:pt x="801351" y="34980"/>
                </a:cubicBezTo>
                <a:lnTo>
                  <a:pt x="801351" y="1645"/>
                </a:lnTo>
                <a:lnTo>
                  <a:pt x="812675" y="1645"/>
                </a:lnTo>
                <a:lnTo>
                  <a:pt x="812675" y="94381"/>
                </a:lnTo>
                <a:lnTo>
                  <a:pt x="802111" y="94381"/>
                </a:lnTo>
                <a:moveTo>
                  <a:pt x="766117" y="60886"/>
                </a:moveTo>
                <a:cubicBezTo>
                  <a:pt x="766117" y="69478"/>
                  <a:pt x="767930" y="75901"/>
                  <a:pt x="771557" y="80155"/>
                </a:cubicBezTo>
                <a:cubicBezTo>
                  <a:pt x="775184" y="84410"/>
                  <a:pt x="779464" y="86537"/>
                  <a:pt x="784398" y="86537"/>
                </a:cubicBezTo>
                <a:cubicBezTo>
                  <a:pt x="789375" y="86537"/>
                  <a:pt x="793602" y="84504"/>
                  <a:pt x="797082" y="80440"/>
                </a:cubicBezTo>
                <a:cubicBezTo>
                  <a:pt x="800561" y="76376"/>
                  <a:pt x="802300" y="70173"/>
                  <a:pt x="802300" y="61832"/>
                </a:cubicBezTo>
                <a:cubicBezTo>
                  <a:pt x="802300" y="52651"/>
                  <a:pt x="800529" y="45912"/>
                  <a:pt x="796987" y="41616"/>
                </a:cubicBezTo>
                <a:cubicBezTo>
                  <a:pt x="793444" y="37319"/>
                  <a:pt x="789079" y="35171"/>
                  <a:pt x="783892" y="35171"/>
                </a:cubicBezTo>
                <a:cubicBezTo>
                  <a:pt x="778832" y="35171"/>
                  <a:pt x="774604" y="37235"/>
                  <a:pt x="771209" y="41363"/>
                </a:cubicBezTo>
                <a:cubicBezTo>
                  <a:pt x="767814" y="45490"/>
                  <a:pt x="766117" y="51998"/>
                  <a:pt x="766117" y="60886"/>
                </a:cubicBezTo>
                <a:close/>
                <a:moveTo>
                  <a:pt x="862709" y="94381"/>
                </a:moveTo>
                <a:lnTo>
                  <a:pt x="876752" y="27201"/>
                </a:lnTo>
                <a:lnTo>
                  <a:pt x="887127" y="27201"/>
                </a:lnTo>
                <a:lnTo>
                  <a:pt x="884660" y="38917"/>
                </a:lnTo>
                <a:cubicBezTo>
                  <a:pt x="889172" y="34311"/>
                  <a:pt x="893389" y="30954"/>
                  <a:pt x="897311" y="28846"/>
                </a:cubicBezTo>
                <a:cubicBezTo>
                  <a:pt x="901233" y="26737"/>
                  <a:pt x="905240" y="25683"/>
                  <a:pt x="909330" y="25683"/>
                </a:cubicBezTo>
                <a:cubicBezTo>
                  <a:pt x="914770" y="25683"/>
                  <a:pt x="919040" y="27160"/>
                  <a:pt x="922140" y="30115"/>
                </a:cubicBezTo>
                <a:cubicBezTo>
                  <a:pt x="925240" y="33069"/>
                  <a:pt x="926789" y="37016"/>
                  <a:pt x="926789" y="41954"/>
                </a:cubicBezTo>
                <a:cubicBezTo>
                  <a:pt x="926789" y="44441"/>
                  <a:pt x="926241" y="48361"/>
                  <a:pt x="925145" y="53716"/>
                </a:cubicBezTo>
                <a:lnTo>
                  <a:pt x="916605" y="94381"/>
                </a:lnTo>
                <a:lnTo>
                  <a:pt x="905155" y="94381"/>
                </a:lnTo>
                <a:lnTo>
                  <a:pt x="914075" y="51854"/>
                </a:lnTo>
                <a:cubicBezTo>
                  <a:pt x="914960" y="47725"/>
                  <a:pt x="915403" y="44671"/>
                  <a:pt x="915403" y="42691"/>
                </a:cubicBezTo>
                <a:cubicBezTo>
                  <a:pt x="915403" y="40459"/>
                  <a:pt x="914633" y="38647"/>
                  <a:pt x="913094" y="37257"/>
                </a:cubicBezTo>
                <a:cubicBezTo>
                  <a:pt x="911555" y="35866"/>
                  <a:pt x="909330" y="35171"/>
                  <a:pt x="906420" y="35171"/>
                </a:cubicBezTo>
                <a:cubicBezTo>
                  <a:pt x="900558" y="35171"/>
                  <a:pt x="895340" y="37276"/>
                  <a:pt x="890764" y="41485"/>
                </a:cubicBezTo>
                <a:cubicBezTo>
                  <a:pt x="886188" y="45693"/>
                  <a:pt x="882825" y="52911"/>
                  <a:pt x="880674" y="63137"/>
                </a:cubicBezTo>
                <a:lnTo>
                  <a:pt x="874159" y="94381"/>
                </a:lnTo>
                <a:lnTo>
                  <a:pt x="862709" y="9438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8" name="Text SearchTargets:[...]">
            <a:extLst xmlns:a="http://schemas.openxmlformats.org/drawingml/2006/main">
              <a:ext uri="{FF2B5EF4-FFF2-40B4-BE49-F238E27FC236}">
                <a16:creationId xmlns:a16="http://schemas.microsoft.com/office/drawing/2014/main" id="{75A62DB1-5B31-485E-848F-D02B4168F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5293" y="2799725"/>
            <a:ext cx="1128802" cy="121708"/>
          </a:xfrm>
          <a:custGeom xmlns:a="http://schemas.openxmlformats.org/drawingml/2006/main">
            <a:pathLst>
              <a:path w="1128802" h="121708">
                <a:moveTo>
                  <a:pt x="0" y="64270"/>
                </a:moveTo>
                <a:lnTo>
                  <a:pt x="18218" y="62499"/>
                </a:lnTo>
                <a:cubicBezTo>
                  <a:pt x="19315" y="68636"/>
                  <a:pt x="21539" y="73144"/>
                  <a:pt x="24892" y="76022"/>
                </a:cubicBezTo>
                <a:cubicBezTo>
                  <a:pt x="28245" y="78899"/>
                  <a:pt x="32768" y="80337"/>
                  <a:pt x="38461" y="80337"/>
                </a:cubicBezTo>
                <a:cubicBezTo>
                  <a:pt x="44491" y="80337"/>
                  <a:pt x="49035" y="79058"/>
                  <a:pt x="52093" y="76498"/>
                </a:cubicBezTo>
                <a:cubicBezTo>
                  <a:pt x="55150" y="73939"/>
                  <a:pt x="56679" y="70946"/>
                  <a:pt x="56679" y="67518"/>
                </a:cubicBezTo>
                <a:cubicBezTo>
                  <a:pt x="56679" y="65318"/>
                  <a:pt x="56036" y="63447"/>
                  <a:pt x="54750" y="61904"/>
                </a:cubicBezTo>
                <a:cubicBezTo>
                  <a:pt x="53463" y="60359"/>
                  <a:pt x="51218" y="59016"/>
                  <a:pt x="48013" y="57873"/>
                </a:cubicBezTo>
                <a:cubicBezTo>
                  <a:pt x="45820" y="57113"/>
                  <a:pt x="40822" y="55760"/>
                  <a:pt x="33021" y="53817"/>
                </a:cubicBezTo>
                <a:cubicBezTo>
                  <a:pt x="22984" y="51323"/>
                  <a:pt x="15941" y="48259"/>
                  <a:pt x="11892" y="44624"/>
                </a:cubicBezTo>
                <a:cubicBezTo>
                  <a:pt x="6199" y="39511"/>
                  <a:pt x="3353" y="33278"/>
                  <a:pt x="3353" y="25926"/>
                </a:cubicBezTo>
                <a:cubicBezTo>
                  <a:pt x="3353" y="21193"/>
                  <a:pt x="4692" y="16767"/>
                  <a:pt x="7370" y="12648"/>
                </a:cubicBezTo>
                <a:cubicBezTo>
                  <a:pt x="10047" y="8527"/>
                  <a:pt x="13906" y="5389"/>
                  <a:pt x="18946" y="3234"/>
                </a:cubicBezTo>
                <a:cubicBezTo>
                  <a:pt x="23985" y="1078"/>
                  <a:pt x="30069" y="0"/>
                  <a:pt x="37196" y="0"/>
                </a:cubicBezTo>
                <a:cubicBezTo>
                  <a:pt x="48835" y="0"/>
                  <a:pt x="57596" y="2563"/>
                  <a:pt x="63479" y="7690"/>
                </a:cubicBezTo>
                <a:cubicBezTo>
                  <a:pt x="69362" y="12815"/>
                  <a:pt x="72451" y="19656"/>
                  <a:pt x="72746" y="28213"/>
                </a:cubicBezTo>
                <a:lnTo>
                  <a:pt x="54022" y="28972"/>
                </a:lnTo>
                <a:cubicBezTo>
                  <a:pt x="53221" y="24207"/>
                  <a:pt x="51502" y="20780"/>
                  <a:pt x="48867" y="18693"/>
                </a:cubicBezTo>
                <a:cubicBezTo>
                  <a:pt x="46231" y="16605"/>
                  <a:pt x="42277" y="15561"/>
                  <a:pt x="37006" y="15561"/>
                </a:cubicBezTo>
                <a:cubicBezTo>
                  <a:pt x="31566" y="15561"/>
                  <a:pt x="27306" y="16680"/>
                  <a:pt x="24228" y="18916"/>
                </a:cubicBezTo>
                <a:cubicBezTo>
                  <a:pt x="22246" y="20350"/>
                  <a:pt x="21255" y="22269"/>
                  <a:pt x="21255" y="24674"/>
                </a:cubicBezTo>
                <a:cubicBezTo>
                  <a:pt x="21255" y="26869"/>
                  <a:pt x="22182" y="28746"/>
                  <a:pt x="24038" y="30306"/>
                </a:cubicBezTo>
                <a:cubicBezTo>
                  <a:pt x="26400" y="32290"/>
                  <a:pt x="32135" y="34359"/>
                  <a:pt x="41244" y="36514"/>
                </a:cubicBezTo>
                <a:cubicBezTo>
                  <a:pt x="50353" y="38668"/>
                  <a:pt x="57090" y="40897"/>
                  <a:pt x="61455" y="43201"/>
                </a:cubicBezTo>
                <a:cubicBezTo>
                  <a:pt x="65820" y="45503"/>
                  <a:pt x="69236" y="48651"/>
                  <a:pt x="71703" y="52644"/>
                </a:cubicBezTo>
                <a:cubicBezTo>
                  <a:pt x="74170" y="56636"/>
                  <a:pt x="75403" y="61569"/>
                  <a:pt x="75403" y="67443"/>
                </a:cubicBezTo>
                <a:cubicBezTo>
                  <a:pt x="75403" y="72766"/>
                  <a:pt x="73927" y="77751"/>
                  <a:pt x="70975" y="82399"/>
                </a:cubicBezTo>
                <a:cubicBezTo>
                  <a:pt x="68023" y="87047"/>
                  <a:pt x="63848" y="90501"/>
                  <a:pt x="58450" y="92762"/>
                </a:cubicBezTo>
                <a:cubicBezTo>
                  <a:pt x="53052" y="95022"/>
                  <a:pt x="46326" y="96152"/>
                  <a:pt x="38271" y="96152"/>
                </a:cubicBezTo>
                <a:cubicBezTo>
                  <a:pt x="26547" y="96152"/>
                  <a:pt x="17543" y="93437"/>
                  <a:pt x="11260" y="88007"/>
                </a:cubicBezTo>
                <a:cubicBezTo>
                  <a:pt x="4976" y="82578"/>
                  <a:pt x="1223" y="74665"/>
                  <a:pt x="0" y="64270"/>
                </a:cubicBezTo>
                <a:close/>
                <a:moveTo>
                  <a:pt x="129803" y="72999"/>
                </a:moveTo>
                <a:lnTo>
                  <a:pt x="147515" y="76036"/>
                </a:lnTo>
                <a:cubicBezTo>
                  <a:pt x="145238" y="82509"/>
                  <a:pt x="141643" y="87438"/>
                  <a:pt x="136730" y="90822"/>
                </a:cubicBezTo>
                <a:cubicBezTo>
                  <a:pt x="131817" y="94207"/>
                  <a:pt x="125670" y="95899"/>
                  <a:pt x="118290" y="95899"/>
                </a:cubicBezTo>
                <a:cubicBezTo>
                  <a:pt x="106608" y="95899"/>
                  <a:pt x="97963" y="92082"/>
                  <a:pt x="92354" y="84449"/>
                </a:cubicBezTo>
                <a:cubicBezTo>
                  <a:pt x="87926" y="78334"/>
                  <a:pt x="85712" y="70617"/>
                  <a:pt x="85712" y="61297"/>
                </a:cubicBezTo>
                <a:cubicBezTo>
                  <a:pt x="85712" y="50163"/>
                  <a:pt x="88622" y="41444"/>
                  <a:pt x="94442" y="35140"/>
                </a:cubicBezTo>
                <a:cubicBezTo>
                  <a:pt x="100262" y="28835"/>
                  <a:pt x="107621" y="25683"/>
                  <a:pt x="116519" y="25683"/>
                </a:cubicBezTo>
                <a:cubicBezTo>
                  <a:pt x="126514" y="25683"/>
                  <a:pt x="134400" y="28983"/>
                  <a:pt x="140177" y="35582"/>
                </a:cubicBezTo>
                <a:cubicBezTo>
                  <a:pt x="145955" y="42182"/>
                  <a:pt x="148717" y="52293"/>
                  <a:pt x="148464" y="65915"/>
                </a:cubicBezTo>
                <a:lnTo>
                  <a:pt x="103931" y="65915"/>
                </a:lnTo>
                <a:cubicBezTo>
                  <a:pt x="104057" y="71186"/>
                  <a:pt x="105491" y="75287"/>
                  <a:pt x="108232" y="78218"/>
                </a:cubicBezTo>
                <a:cubicBezTo>
                  <a:pt x="110973" y="81149"/>
                  <a:pt x="114389" y="82615"/>
                  <a:pt x="118480" y="82615"/>
                </a:cubicBezTo>
                <a:cubicBezTo>
                  <a:pt x="121263" y="82615"/>
                  <a:pt x="123604" y="81856"/>
                  <a:pt x="125501" y="80337"/>
                </a:cubicBezTo>
                <a:cubicBezTo>
                  <a:pt x="127399" y="78819"/>
                  <a:pt x="128833" y="76373"/>
                  <a:pt x="129803" y="72999"/>
                </a:cubicBezTo>
                <a:moveTo>
                  <a:pt x="130815" y="55034"/>
                </a:moveTo>
                <a:cubicBezTo>
                  <a:pt x="130689" y="49910"/>
                  <a:pt x="129360" y="46015"/>
                  <a:pt x="126830" y="43347"/>
                </a:cubicBezTo>
                <a:cubicBezTo>
                  <a:pt x="124300" y="40680"/>
                  <a:pt x="121221" y="39346"/>
                  <a:pt x="117594" y="39346"/>
                </a:cubicBezTo>
                <a:cubicBezTo>
                  <a:pt x="113714" y="39346"/>
                  <a:pt x="110509" y="40753"/>
                  <a:pt x="107979" y="43567"/>
                </a:cubicBezTo>
                <a:cubicBezTo>
                  <a:pt x="105449" y="46382"/>
                  <a:pt x="104205" y="50204"/>
                  <a:pt x="104247" y="55034"/>
                </a:cubicBezTo>
                <a:lnTo>
                  <a:pt x="130815" y="55034"/>
                </a:lnTo>
                <a:close/>
                <a:moveTo>
                  <a:pt x="176215" y="47949"/>
                </a:moveTo>
                <a:lnTo>
                  <a:pt x="160084" y="45040"/>
                </a:lnTo>
                <a:cubicBezTo>
                  <a:pt x="161898" y="38459"/>
                  <a:pt x="165018" y="33589"/>
                  <a:pt x="169446" y="30427"/>
                </a:cubicBezTo>
                <a:cubicBezTo>
                  <a:pt x="173874" y="27264"/>
                  <a:pt x="180453" y="25683"/>
                  <a:pt x="189183" y="25683"/>
                </a:cubicBezTo>
                <a:cubicBezTo>
                  <a:pt x="197111" y="25683"/>
                  <a:pt x="203015" y="26621"/>
                  <a:pt x="206895" y="28498"/>
                </a:cubicBezTo>
                <a:cubicBezTo>
                  <a:pt x="210775" y="30374"/>
                  <a:pt x="213505" y="32757"/>
                  <a:pt x="215087" y="35646"/>
                </a:cubicBezTo>
                <a:cubicBezTo>
                  <a:pt x="216668" y="38535"/>
                  <a:pt x="217459" y="43838"/>
                  <a:pt x="217459" y="51555"/>
                </a:cubicBezTo>
                <a:lnTo>
                  <a:pt x="217269" y="72304"/>
                </a:lnTo>
                <a:cubicBezTo>
                  <a:pt x="217269" y="78208"/>
                  <a:pt x="217554" y="82562"/>
                  <a:pt x="218123" y="85366"/>
                </a:cubicBezTo>
                <a:cubicBezTo>
                  <a:pt x="218692" y="88171"/>
                  <a:pt x="219757" y="91176"/>
                  <a:pt x="221318" y="94381"/>
                </a:cubicBezTo>
                <a:lnTo>
                  <a:pt x="203732" y="94381"/>
                </a:lnTo>
                <a:cubicBezTo>
                  <a:pt x="203268" y="93200"/>
                  <a:pt x="202699" y="91450"/>
                  <a:pt x="202024" y="89130"/>
                </a:cubicBezTo>
                <a:cubicBezTo>
                  <a:pt x="201729" y="88076"/>
                  <a:pt x="201518" y="87380"/>
                  <a:pt x="201391" y="87043"/>
                </a:cubicBezTo>
                <a:cubicBezTo>
                  <a:pt x="198355" y="89995"/>
                  <a:pt x="195108" y="92209"/>
                  <a:pt x="191650" y="93685"/>
                </a:cubicBezTo>
                <a:cubicBezTo>
                  <a:pt x="188192" y="95161"/>
                  <a:pt x="184502" y="95899"/>
                  <a:pt x="180580" y="95899"/>
                </a:cubicBezTo>
                <a:cubicBezTo>
                  <a:pt x="173663" y="95899"/>
                  <a:pt x="168213" y="94030"/>
                  <a:pt x="164228" y="90293"/>
                </a:cubicBezTo>
                <a:cubicBezTo>
                  <a:pt x="160242" y="86555"/>
                  <a:pt x="158250" y="81831"/>
                  <a:pt x="158250" y="76119"/>
                </a:cubicBezTo>
                <a:cubicBezTo>
                  <a:pt x="158250" y="72339"/>
                  <a:pt x="159156" y="68969"/>
                  <a:pt x="160970" y="66009"/>
                </a:cubicBezTo>
                <a:cubicBezTo>
                  <a:pt x="162783" y="63048"/>
                  <a:pt x="165324" y="60780"/>
                  <a:pt x="168592" y="59205"/>
                </a:cubicBezTo>
                <a:cubicBezTo>
                  <a:pt x="171861" y="57630"/>
                  <a:pt x="176573" y="56255"/>
                  <a:pt x="182730" y="55080"/>
                </a:cubicBezTo>
                <a:cubicBezTo>
                  <a:pt x="191038" y="53526"/>
                  <a:pt x="196795" y="52077"/>
                  <a:pt x="200000" y="50733"/>
                </a:cubicBezTo>
                <a:lnTo>
                  <a:pt x="200000" y="48942"/>
                </a:lnTo>
                <a:cubicBezTo>
                  <a:pt x="200000" y="45488"/>
                  <a:pt x="199156" y="43025"/>
                  <a:pt x="197469" y="41554"/>
                </a:cubicBezTo>
                <a:cubicBezTo>
                  <a:pt x="195783" y="40082"/>
                  <a:pt x="192599" y="39346"/>
                  <a:pt x="187918" y="39346"/>
                </a:cubicBezTo>
                <a:cubicBezTo>
                  <a:pt x="184755" y="39346"/>
                  <a:pt x="182288" y="39983"/>
                  <a:pt x="180516" y="41256"/>
                </a:cubicBezTo>
                <a:cubicBezTo>
                  <a:pt x="178745" y="42528"/>
                  <a:pt x="177311" y="44759"/>
                  <a:pt x="176215" y="47949"/>
                </a:cubicBezTo>
                <a:moveTo>
                  <a:pt x="200000" y="62372"/>
                </a:moveTo>
                <a:cubicBezTo>
                  <a:pt x="197723" y="63122"/>
                  <a:pt x="194117" y="64018"/>
                  <a:pt x="189183" y="65061"/>
                </a:cubicBezTo>
                <a:cubicBezTo>
                  <a:pt x="184249" y="66102"/>
                  <a:pt x="181022" y="67122"/>
                  <a:pt x="179504" y="68123"/>
                </a:cubicBezTo>
                <a:cubicBezTo>
                  <a:pt x="177185" y="69748"/>
                  <a:pt x="176025" y="71810"/>
                  <a:pt x="176025" y="74310"/>
                </a:cubicBezTo>
                <a:cubicBezTo>
                  <a:pt x="176025" y="76769"/>
                  <a:pt x="176953" y="78895"/>
                  <a:pt x="178808" y="80687"/>
                </a:cubicBezTo>
                <a:cubicBezTo>
                  <a:pt x="180664" y="82478"/>
                  <a:pt x="183026" y="83374"/>
                  <a:pt x="185893" y="83374"/>
                </a:cubicBezTo>
                <a:cubicBezTo>
                  <a:pt x="189098" y="83374"/>
                  <a:pt x="192156" y="82332"/>
                  <a:pt x="195066" y="80248"/>
                </a:cubicBezTo>
                <a:cubicBezTo>
                  <a:pt x="197216" y="78666"/>
                  <a:pt x="198629" y="76728"/>
                  <a:pt x="199304" y="74435"/>
                </a:cubicBezTo>
                <a:cubicBezTo>
                  <a:pt x="199768" y="72935"/>
                  <a:pt x="200000" y="70081"/>
                  <a:pt x="200000" y="65873"/>
                </a:cubicBezTo>
                <a:lnTo>
                  <a:pt x="200000" y="62372"/>
                </a:lnTo>
                <a:close/>
                <a:moveTo>
                  <a:pt x="251977" y="94381"/>
                </a:moveTo>
                <a:lnTo>
                  <a:pt x="234202" y="94381"/>
                </a:lnTo>
                <a:lnTo>
                  <a:pt x="234202" y="27201"/>
                </a:lnTo>
                <a:lnTo>
                  <a:pt x="250712" y="27201"/>
                </a:lnTo>
                <a:lnTo>
                  <a:pt x="250712" y="36753"/>
                </a:lnTo>
                <a:cubicBezTo>
                  <a:pt x="253538" y="32240"/>
                  <a:pt x="256078" y="29267"/>
                  <a:pt x="258335" y="27833"/>
                </a:cubicBezTo>
                <a:cubicBezTo>
                  <a:pt x="260591" y="26400"/>
                  <a:pt x="263153" y="25683"/>
                  <a:pt x="266020" y="25683"/>
                </a:cubicBezTo>
                <a:cubicBezTo>
                  <a:pt x="270069" y="25683"/>
                  <a:pt x="273970" y="26800"/>
                  <a:pt x="277723" y="29035"/>
                </a:cubicBezTo>
                <a:lnTo>
                  <a:pt x="272220" y="44533"/>
                </a:lnTo>
                <a:cubicBezTo>
                  <a:pt x="269226" y="42594"/>
                  <a:pt x="266442" y="41624"/>
                  <a:pt x="263870" y="41624"/>
                </a:cubicBezTo>
                <a:cubicBezTo>
                  <a:pt x="261382" y="41624"/>
                  <a:pt x="259273" y="42309"/>
                  <a:pt x="257544" y="43679"/>
                </a:cubicBezTo>
                <a:cubicBezTo>
                  <a:pt x="255815" y="45050"/>
                  <a:pt x="254455" y="47528"/>
                  <a:pt x="253464" y="51112"/>
                </a:cubicBezTo>
                <a:cubicBezTo>
                  <a:pt x="252473" y="54697"/>
                  <a:pt x="251977" y="62203"/>
                  <a:pt x="251977" y="73632"/>
                </a:cubicBezTo>
                <a:lnTo>
                  <a:pt x="251977" y="94381"/>
                </a:lnTo>
                <a:close/>
                <a:moveTo>
                  <a:pt x="343932" y="47064"/>
                </a:moveTo>
                <a:lnTo>
                  <a:pt x="326410" y="50227"/>
                </a:lnTo>
                <a:cubicBezTo>
                  <a:pt x="325820" y="46747"/>
                  <a:pt x="324481" y="44128"/>
                  <a:pt x="322393" y="42367"/>
                </a:cubicBezTo>
                <a:cubicBezTo>
                  <a:pt x="320306" y="40606"/>
                  <a:pt x="317596" y="39726"/>
                  <a:pt x="314265" y="39726"/>
                </a:cubicBezTo>
                <a:cubicBezTo>
                  <a:pt x="309837" y="39726"/>
                  <a:pt x="306305" y="41250"/>
                  <a:pt x="303669" y="44298"/>
                </a:cubicBezTo>
                <a:cubicBezTo>
                  <a:pt x="301033" y="47346"/>
                  <a:pt x="299715" y="52444"/>
                  <a:pt x="299715" y="59591"/>
                </a:cubicBezTo>
                <a:cubicBezTo>
                  <a:pt x="299715" y="67538"/>
                  <a:pt x="301054" y="73151"/>
                  <a:pt x="303732" y="76431"/>
                </a:cubicBezTo>
                <a:cubicBezTo>
                  <a:pt x="306410" y="79710"/>
                  <a:pt x="310005" y="81349"/>
                  <a:pt x="314518" y="81349"/>
                </a:cubicBezTo>
                <a:cubicBezTo>
                  <a:pt x="317891" y="81349"/>
                  <a:pt x="320654" y="80390"/>
                  <a:pt x="322804" y="78471"/>
                </a:cubicBezTo>
                <a:cubicBezTo>
                  <a:pt x="324955" y="76552"/>
                  <a:pt x="326473" y="73252"/>
                  <a:pt x="327359" y="68571"/>
                </a:cubicBezTo>
                <a:lnTo>
                  <a:pt x="344818" y="71608"/>
                </a:lnTo>
                <a:cubicBezTo>
                  <a:pt x="343005" y="79620"/>
                  <a:pt x="339525" y="85672"/>
                  <a:pt x="334381" y="89763"/>
                </a:cubicBezTo>
                <a:cubicBezTo>
                  <a:pt x="329236" y="93853"/>
                  <a:pt x="322340" y="95899"/>
                  <a:pt x="313695" y="95899"/>
                </a:cubicBezTo>
                <a:cubicBezTo>
                  <a:pt x="303869" y="95899"/>
                  <a:pt x="296036" y="92799"/>
                  <a:pt x="290195" y="86600"/>
                </a:cubicBezTo>
                <a:cubicBezTo>
                  <a:pt x="284354" y="80401"/>
                  <a:pt x="281434" y="71819"/>
                  <a:pt x="281434" y="60854"/>
                </a:cubicBezTo>
                <a:cubicBezTo>
                  <a:pt x="281434" y="49763"/>
                  <a:pt x="284365" y="41128"/>
                  <a:pt x="290227" y="34950"/>
                </a:cubicBezTo>
                <a:cubicBezTo>
                  <a:pt x="296088" y="28772"/>
                  <a:pt x="304017" y="25683"/>
                  <a:pt x="314012" y="25683"/>
                </a:cubicBezTo>
                <a:cubicBezTo>
                  <a:pt x="322193" y="25683"/>
                  <a:pt x="328698" y="27443"/>
                  <a:pt x="333527" y="30965"/>
                </a:cubicBezTo>
                <a:cubicBezTo>
                  <a:pt x="338355" y="34486"/>
                  <a:pt x="341824" y="39852"/>
                  <a:pt x="343932" y="47064"/>
                </a:cubicBezTo>
                <a:close/>
                <a:moveTo>
                  <a:pt x="375100" y="1645"/>
                </a:moveTo>
                <a:lnTo>
                  <a:pt x="375100" y="35788"/>
                </a:lnTo>
                <a:cubicBezTo>
                  <a:pt x="380835" y="29051"/>
                  <a:pt x="387688" y="25683"/>
                  <a:pt x="395659" y="25683"/>
                </a:cubicBezTo>
                <a:cubicBezTo>
                  <a:pt x="399749" y="25683"/>
                  <a:pt x="403439" y="26442"/>
                  <a:pt x="406729" y="27960"/>
                </a:cubicBezTo>
                <a:cubicBezTo>
                  <a:pt x="410018" y="29478"/>
                  <a:pt x="412496" y="31418"/>
                  <a:pt x="414161" y="33780"/>
                </a:cubicBezTo>
                <a:cubicBezTo>
                  <a:pt x="415827" y="36141"/>
                  <a:pt x="416966" y="38756"/>
                  <a:pt x="417577" y="41624"/>
                </a:cubicBezTo>
                <a:cubicBezTo>
                  <a:pt x="418189" y="44491"/>
                  <a:pt x="418495" y="48940"/>
                  <a:pt x="418495" y="54971"/>
                </a:cubicBezTo>
                <a:lnTo>
                  <a:pt x="418495" y="94381"/>
                </a:lnTo>
                <a:lnTo>
                  <a:pt x="400719" y="94381"/>
                </a:lnTo>
                <a:lnTo>
                  <a:pt x="400719" y="58934"/>
                </a:lnTo>
                <a:cubicBezTo>
                  <a:pt x="400719" y="51900"/>
                  <a:pt x="400382" y="47435"/>
                  <a:pt x="399707" y="45540"/>
                </a:cubicBezTo>
                <a:cubicBezTo>
                  <a:pt x="399032" y="43643"/>
                  <a:pt x="397841" y="42137"/>
                  <a:pt x="396133" y="41021"/>
                </a:cubicBezTo>
                <a:cubicBezTo>
                  <a:pt x="394425" y="39904"/>
                  <a:pt x="392285" y="39346"/>
                  <a:pt x="389712" y="39346"/>
                </a:cubicBezTo>
                <a:cubicBezTo>
                  <a:pt x="386760" y="39346"/>
                  <a:pt x="384125" y="40063"/>
                  <a:pt x="381805" y="41495"/>
                </a:cubicBezTo>
                <a:cubicBezTo>
                  <a:pt x="379486" y="42928"/>
                  <a:pt x="377788" y="45086"/>
                  <a:pt x="376713" y="47971"/>
                </a:cubicBezTo>
                <a:cubicBezTo>
                  <a:pt x="375637" y="50856"/>
                  <a:pt x="375100" y="55121"/>
                  <a:pt x="375100" y="60767"/>
                </a:cubicBezTo>
                <a:lnTo>
                  <a:pt x="375100" y="94381"/>
                </a:lnTo>
                <a:lnTo>
                  <a:pt x="357324" y="94381"/>
                </a:lnTo>
                <a:lnTo>
                  <a:pt x="357324" y="1645"/>
                </a:lnTo>
                <a:lnTo>
                  <a:pt x="375100" y="1645"/>
                </a:lnTo>
                <a:close/>
                <a:moveTo>
                  <a:pt x="493302" y="94381"/>
                </a:moveTo>
                <a:lnTo>
                  <a:pt x="493302" y="17333"/>
                </a:lnTo>
                <a:lnTo>
                  <a:pt x="465784" y="17333"/>
                </a:lnTo>
                <a:lnTo>
                  <a:pt x="465784" y="1645"/>
                </a:lnTo>
                <a:lnTo>
                  <a:pt x="539480" y="1645"/>
                </a:lnTo>
                <a:lnTo>
                  <a:pt x="539480" y="17333"/>
                </a:lnTo>
                <a:lnTo>
                  <a:pt x="512026" y="17333"/>
                </a:lnTo>
                <a:lnTo>
                  <a:pt x="512026" y="94381"/>
                </a:lnTo>
                <a:lnTo>
                  <a:pt x="493302" y="94381"/>
                </a:lnTo>
                <a:close/>
                <a:moveTo>
                  <a:pt x="555023" y="47949"/>
                </a:moveTo>
                <a:lnTo>
                  <a:pt x="538893" y="45040"/>
                </a:lnTo>
                <a:cubicBezTo>
                  <a:pt x="540706" y="38459"/>
                  <a:pt x="543827" y="33589"/>
                  <a:pt x="548255" y="30427"/>
                </a:cubicBezTo>
                <a:cubicBezTo>
                  <a:pt x="552683" y="27264"/>
                  <a:pt x="559262" y="25683"/>
                  <a:pt x="567991" y="25683"/>
                </a:cubicBezTo>
                <a:cubicBezTo>
                  <a:pt x="575920" y="25683"/>
                  <a:pt x="581824" y="26621"/>
                  <a:pt x="585703" y="28498"/>
                </a:cubicBezTo>
                <a:cubicBezTo>
                  <a:pt x="589583" y="30374"/>
                  <a:pt x="592314" y="32757"/>
                  <a:pt x="593895" y="35646"/>
                </a:cubicBezTo>
                <a:cubicBezTo>
                  <a:pt x="595477" y="38535"/>
                  <a:pt x="596267" y="43838"/>
                  <a:pt x="596267" y="51555"/>
                </a:cubicBezTo>
                <a:lnTo>
                  <a:pt x="596078" y="72304"/>
                </a:lnTo>
                <a:cubicBezTo>
                  <a:pt x="596078" y="78208"/>
                  <a:pt x="596362" y="82562"/>
                  <a:pt x="596932" y="85366"/>
                </a:cubicBezTo>
                <a:cubicBezTo>
                  <a:pt x="597501" y="88171"/>
                  <a:pt x="598566" y="91176"/>
                  <a:pt x="600126" y="94381"/>
                </a:cubicBezTo>
                <a:lnTo>
                  <a:pt x="582540" y="94381"/>
                </a:lnTo>
                <a:cubicBezTo>
                  <a:pt x="582077" y="93200"/>
                  <a:pt x="581507" y="91450"/>
                  <a:pt x="580833" y="89130"/>
                </a:cubicBezTo>
                <a:cubicBezTo>
                  <a:pt x="580537" y="88076"/>
                  <a:pt x="580326" y="87380"/>
                  <a:pt x="580200" y="87043"/>
                </a:cubicBezTo>
                <a:cubicBezTo>
                  <a:pt x="577164" y="89995"/>
                  <a:pt x="573916" y="92209"/>
                  <a:pt x="570458" y="93685"/>
                </a:cubicBezTo>
                <a:cubicBezTo>
                  <a:pt x="567000" y="95161"/>
                  <a:pt x="563310" y="95899"/>
                  <a:pt x="559388" y="95899"/>
                </a:cubicBezTo>
                <a:cubicBezTo>
                  <a:pt x="552472" y="95899"/>
                  <a:pt x="547021" y="94030"/>
                  <a:pt x="543036" y="90293"/>
                </a:cubicBezTo>
                <a:cubicBezTo>
                  <a:pt x="539051" y="86555"/>
                  <a:pt x="537058" y="81831"/>
                  <a:pt x="537058" y="76119"/>
                </a:cubicBezTo>
                <a:cubicBezTo>
                  <a:pt x="537058" y="72339"/>
                  <a:pt x="537965" y="68969"/>
                  <a:pt x="539778" y="66009"/>
                </a:cubicBezTo>
                <a:cubicBezTo>
                  <a:pt x="541592" y="63048"/>
                  <a:pt x="544132" y="60780"/>
                  <a:pt x="547401" y="59205"/>
                </a:cubicBezTo>
                <a:cubicBezTo>
                  <a:pt x="550669" y="57630"/>
                  <a:pt x="555382" y="56255"/>
                  <a:pt x="561539" y="55080"/>
                </a:cubicBezTo>
                <a:cubicBezTo>
                  <a:pt x="569847" y="53526"/>
                  <a:pt x="575603" y="52077"/>
                  <a:pt x="578808" y="50733"/>
                </a:cubicBezTo>
                <a:lnTo>
                  <a:pt x="578808" y="48942"/>
                </a:lnTo>
                <a:cubicBezTo>
                  <a:pt x="578808" y="45488"/>
                  <a:pt x="577965" y="43025"/>
                  <a:pt x="576278" y="41554"/>
                </a:cubicBezTo>
                <a:cubicBezTo>
                  <a:pt x="574591" y="40082"/>
                  <a:pt x="571407" y="39346"/>
                  <a:pt x="566726" y="39346"/>
                </a:cubicBezTo>
                <a:cubicBezTo>
                  <a:pt x="563563" y="39346"/>
                  <a:pt x="561096" y="39983"/>
                  <a:pt x="559325" y="41256"/>
                </a:cubicBezTo>
                <a:cubicBezTo>
                  <a:pt x="557554" y="42528"/>
                  <a:pt x="556120" y="44759"/>
                  <a:pt x="555023" y="47949"/>
                </a:cubicBezTo>
                <a:moveTo>
                  <a:pt x="578808" y="62372"/>
                </a:moveTo>
                <a:cubicBezTo>
                  <a:pt x="576531" y="63122"/>
                  <a:pt x="572925" y="64018"/>
                  <a:pt x="567991" y="65061"/>
                </a:cubicBezTo>
                <a:cubicBezTo>
                  <a:pt x="563057" y="66102"/>
                  <a:pt x="559831" y="67122"/>
                  <a:pt x="558313" y="68123"/>
                </a:cubicBezTo>
                <a:cubicBezTo>
                  <a:pt x="555993" y="69748"/>
                  <a:pt x="554834" y="71810"/>
                  <a:pt x="554834" y="74310"/>
                </a:cubicBezTo>
                <a:cubicBezTo>
                  <a:pt x="554834" y="76769"/>
                  <a:pt x="555761" y="78895"/>
                  <a:pt x="557617" y="80687"/>
                </a:cubicBezTo>
                <a:cubicBezTo>
                  <a:pt x="559472" y="82478"/>
                  <a:pt x="561834" y="83374"/>
                  <a:pt x="564702" y="83374"/>
                </a:cubicBezTo>
                <a:cubicBezTo>
                  <a:pt x="567907" y="83374"/>
                  <a:pt x="570964" y="82332"/>
                  <a:pt x="573874" y="80248"/>
                </a:cubicBezTo>
                <a:cubicBezTo>
                  <a:pt x="576025" y="78666"/>
                  <a:pt x="577438" y="76728"/>
                  <a:pt x="578112" y="74435"/>
                </a:cubicBezTo>
                <a:cubicBezTo>
                  <a:pt x="578576" y="72935"/>
                  <a:pt x="578808" y="70081"/>
                  <a:pt x="578808" y="65873"/>
                </a:cubicBezTo>
                <a:lnTo>
                  <a:pt x="578808" y="62372"/>
                </a:lnTo>
                <a:close/>
                <a:moveTo>
                  <a:pt x="630787" y="94381"/>
                </a:moveTo>
                <a:lnTo>
                  <a:pt x="613012" y="94381"/>
                </a:lnTo>
                <a:lnTo>
                  <a:pt x="613012" y="27201"/>
                </a:lnTo>
                <a:lnTo>
                  <a:pt x="629522" y="27201"/>
                </a:lnTo>
                <a:lnTo>
                  <a:pt x="629522" y="36753"/>
                </a:lnTo>
                <a:cubicBezTo>
                  <a:pt x="632348" y="32240"/>
                  <a:pt x="634888" y="29267"/>
                  <a:pt x="637145" y="27833"/>
                </a:cubicBezTo>
                <a:cubicBezTo>
                  <a:pt x="639401" y="26400"/>
                  <a:pt x="641963" y="25683"/>
                  <a:pt x="644830" y="25683"/>
                </a:cubicBezTo>
                <a:cubicBezTo>
                  <a:pt x="648879" y="25683"/>
                  <a:pt x="652780" y="26800"/>
                  <a:pt x="656533" y="29035"/>
                </a:cubicBezTo>
                <a:lnTo>
                  <a:pt x="651030" y="44533"/>
                </a:lnTo>
                <a:cubicBezTo>
                  <a:pt x="648035" y="42594"/>
                  <a:pt x="645252" y="41624"/>
                  <a:pt x="642680" y="41624"/>
                </a:cubicBezTo>
                <a:cubicBezTo>
                  <a:pt x="640191" y="41624"/>
                  <a:pt x="638083" y="42309"/>
                  <a:pt x="636354" y="43679"/>
                </a:cubicBezTo>
                <a:cubicBezTo>
                  <a:pt x="634625" y="45050"/>
                  <a:pt x="633265" y="47528"/>
                  <a:pt x="632274" y="51112"/>
                </a:cubicBezTo>
                <a:cubicBezTo>
                  <a:pt x="631283" y="54697"/>
                  <a:pt x="630787" y="62203"/>
                  <a:pt x="630787" y="73632"/>
                </a:cubicBezTo>
                <a:lnTo>
                  <a:pt x="630787" y="94381"/>
                </a:lnTo>
                <a:close/>
                <a:moveTo>
                  <a:pt x="662522" y="98682"/>
                </a:moveTo>
                <a:lnTo>
                  <a:pt x="682828" y="101212"/>
                </a:lnTo>
                <a:cubicBezTo>
                  <a:pt x="683165" y="103596"/>
                  <a:pt x="683945" y="105235"/>
                  <a:pt x="685168" y="106129"/>
                </a:cubicBezTo>
                <a:cubicBezTo>
                  <a:pt x="686855" y="107406"/>
                  <a:pt x="689512" y="108044"/>
                  <a:pt x="693139" y="108044"/>
                </a:cubicBezTo>
                <a:cubicBezTo>
                  <a:pt x="697778" y="108044"/>
                  <a:pt x="701257" y="107343"/>
                  <a:pt x="703576" y="105941"/>
                </a:cubicBezTo>
                <a:cubicBezTo>
                  <a:pt x="705137" y="105007"/>
                  <a:pt x="706318" y="103499"/>
                  <a:pt x="707119" y="101418"/>
                </a:cubicBezTo>
                <a:cubicBezTo>
                  <a:pt x="707667" y="99931"/>
                  <a:pt x="707941" y="97192"/>
                  <a:pt x="707941" y="93200"/>
                </a:cubicBezTo>
                <a:lnTo>
                  <a:pt x="707941" y="83324"/>
                </a:lnTo>
                <a:cubicBezTo>
                  <a:pt x="702628" y="90695"/>
                  <a:pt x="695922" y="94381"/>
                  <a:pt x="687825" y="94381"/>
                </a:cubicBezTo>
                <a:cubicBezTo>
                  <a:pt x="678800" y="94381"/>
                  <a:pt x="671652" y="90564"/>
                  <a:pt x="666381" y="82931"/>
                </a:cubicBezTo>
                <a:cubicBezTo>
                  <a:pt x="662248" y="76900"/>
                  <a:pt x="660182" y="69394"/>
                  <a:pt x="660182" y="60411"/>
                </a:cubicBezTo>
                <a:cubicBezTo>
                  <a:pt x="660182" y="49151"/>
                  <a:pt x="662891" y="40548"/>
                  <a:pt x="668310" y="34602"/>
                </a:cubicBezTo>
                <a:cubicBezTo>
                  <a:pt x="673729" y="28656"/>
                  <a:pt x="680466" y="25683"/>
                  <a:pt x="688521" y="25683"/>
                </a:cubicBezTo>
                <a:cubicBezTo>
                  <a:pt x="696829" y="25683"/>
                  <a:pt x="703682" y="29348"/>
                  <a:pt x="709080" y="36678"/>
                </a:cubicBezTo>
                <a:lnTo>
                  <a:pt x="709080" y="27201"/>
                </a:lnTo>
                <a:lnTo>
                  <a:pt x="725717" y="27201"/>
                </a:lnTo>
                <a:lnTo>
                  <a:pt x="725717" y="87525"/>
                </a:lnTo>
                <a:cubicBezTo>
                  <a:pt x="725717" y="95459"/>
                  <a:pt x="725063" y="101388"/>
                  <a:pt x="723756" y="105312"/>
                </a:cubicBezTo>
                <a:cubicBezTo>
                  <a:pt x="722448" y="109237"/>
                  <a:pt x="720614" y="112317"/>
                  <a:pt x="718252" y="114554"/>
                </a:cubicBezTo>
                <a:cubicBezTo>
                  <a:pt x="715891" y="116792"/>
                  <a:pt x="712738" y="118543"/>
                  <a:pt x="708795" y="119808"/>
                </a:cubicBezTo>
                <a:cubicBezTo>
                  <a:pt x="704852" y="121075"/>
                  <a:pt x="699865" y="121708"/>
                  <a:pt x="693835" y="121708"/>
                </a:cubicBezTo>
                <a:cubicBezTo>
                  <a:pt x="682448" y="121708"/>
                  <a:pt x="674372" y="119741"/>
                  <a:pt x="669607" y="115807"/>
                </a:cubicBezTo>
                <a:cubicBezTo>
                  <a:pt x="664842" y="111875"/>
                  <a:pt x="662459" y="106889"/>
                  <a:pt x="662459" y="100851"/>
                </a:cubicBezTo>
                <a:cubicBezTo>
                  <a:pt x="662459" y="100255"/>
                  <a:pt x="662480" y="99532"/>
                  <a:pt x="662522" y="98682"/>
                </a:cubicBezTo>
                <a:moveTo>
                  <a:pt x="678400" y="59399"/>
                </a:moveTo>
                <a:cubicBezTo>
                  <a:pt x="678400" y="66505"/>
                  <a:pt x="679781" y="71708"/>
                  <a:pt x="682543" y="75008"/>
                </a:cubicBezTo>
                <a:cubicBezTo>
                  <a:pt x="685305" y="78308"/>
                  <a:pt x="688711" y="79958"/>
                  <a:pt x="692759" y="79958"/>
                </a:cubicBezTo>
                <a:cubicBezTo>
                  <a:pt x="697103" y="79958"/>
                  <a:pt x="700772" y="78266"/>
                  <a:pt x="703766" y="74881"/>
                </a:cubicBezTo>
                <a:cubicBezTo>
                  <a:pt x="706760" y="71497"/>
                  <a:pt x="708257" y="66484"/>
                  <a:pt x="708257" y="59842"/>
                </a:cubicBezTo>
                <a:cubicBezTo>
                  <a:pt x="708257" y="52905"/>
                  <a:pt x="706824" y="47754"/>
                  <a:pt x="703956" y="44391"/>
                </a:cubicBezTo>
                <a:cubicBezTo>
                  <a:pt x="701088" y="41028"/>
                  <a:pt x="697461" y="39346"/>
                  <a:pt x="693076" y="39346"/>
                </a:cubicBezTo>
                <a:cubicBezTo>
                  <a:pt x="688816" y="39346"/>
                  <a:pt x="685305" y="40996"/>
                  <a:pt x="682543" y="44296"/>
                </a:cubicBezTo>
                <a:cubicBezTo>
                  <a:pt x="679781" y="47596"/>
                  <a:pt x="678400" y="52630"/>
                  <a:pt x="678400" y="59399"/>
                </a:cubicBezTo>
                <a:close/>
                <a:moveTo>
                  <a:pt x="782097" y="72999"/>
                </a:moveTo>
                <a:lnTo>
                  <a:pt x="799809" y="76036"/>
                </a:lnTo>
                <a:cubicBezTo>
                  <a:pt x="797531" y="82509"/>
                  <a:pt x="793936" y="87438"/>
                  <a:pt x="789023" y="90822"/>
                </a:cubicBezTo>
                <a:cubicBezTo>
                  <a:pt x="784110" y="94207"/>
                  <a:pt x="777964" y="95899"/>
                  <a:pt x="770584" y="95899"/>
                </a:cubicBezTo>
                <a:cubicBezTo>
                  <a:pt x="758902" y="95899"/>
                  <a:pt x="750257" y="92082"/>
                  <a:pt x="744648" y="84449"/>
                </a:cubicBezTo>
                <a:cubicBezTo>
                  <a:pt x="740220" y="78334"/>
                  <a:pt x="738006" y="70617"/>
                  <a:pt x="738006" y="61297"/>
                </a:cubicBezTo>
                <a:cubicBezTo>
                  <a:pt x="738006" y="50163"/>
                  <a:pt x="740916" y="41444"/>
                  <a:pt x="746735" y="35140"/>
                </a:cubicBezTo>
                <a:cubicBezTo>
                  <a:pt x="752555" y="28835"/>
                  <a:pt x="759914" y="25683"/>
                  <a:pt x="768812" y="25683"/>
                </a:cubicBezTo>
                <a:cubicBezTo>
                  <a:pt x="778807" y="25683"/>
                  <a:pt x="786693" y="28983"/>
                  <a:pt x="792471" y="35582"/>
                </a:cubicBezTo>
                <a:cubicBezTo>
                  <a:pt x="798248" y="42182"/>
                  <a:pt x="801011" y="52293"/>
                  <a:pt x="800758" y="65915"/>
                </a:cubicBezTo>
                <a:lnTo>
                  <a:pt x="756224" y="65915"/>
                </a:lnTo>
                <a:cubicBezTo>
                  <a:pt x="756351" y="71186"/>
                  <a:pt x="757784" y="75287"/>
                  <a:pt x="760526" y="78218"/>
                </a:cubicBezTo>
                <a:cubicBezTo>
                  <a:pt x="763267" y="81149"/>
                  <a:pt x="766683" y="82615"/>
                  <a:pt x="770773" y="82615"/>
                </a:cubicBezTo>
                <a:cubicBezTo>
                  <a:pt x="773557" y="82615"/>
                  <a:pt x="775897" y="81856"/>
                  <a:pt x="777795" y="80337"/>
                </a:cubicBezTo>
                <a:cubicBezTo>
                  <a:pt x="779693" y="78819"/>
                  <a:pt x="781127" y="76373"/>
                  <a:pt x="782097" y="72999"/>
                </a:cubicBezTo>
                <a:moveTo>
                  <a:pt x="783109" y="55034"/>
                </a:moveTo>
                <a:cubicBezTo>
                  <a:pt x="782982" y="49910"/>
                  <a:pt x="781654" y="46015"/>
                  <a:pt x="779123" y="43347"/>
                </a:cubicBezTo>
                <a:cubicBezTo>
                  <a:pt x="776593" y="40680"/>
                  <a:pt x="773515" y="39346"/>
                  <a:pt x="769888" y="39346"/>
                </a:cubicBezTo>
                <a:cubicBezTo>
                  <a:pt x="766008" y="39346"/>
                  <a:pt x="762803" y="40753"/>
                  <a:pt x="760273" y="43567"/>
                </a:cubicBezTo>
                <a:cubicBezTo>
                  <a:pt x="757742" y="46382"/>
                  <a:pt x="756498" y="50204"/>
                  <a:pt x="756540" y="55034"/>
                </a:cubicBezTo>
                <a:lnTo>
                  <a:pt x="783109" y="55034"/>
                </a:lnTo>
                <a:close/>
                <a:moveTo>
                  <a:pt x="846031" y="27201"/>
                </a:moveTo>
                <a:lnTo>
                  <a:pt x="846031" y="41371"/>
                </a:lnTo>
                <a:lnTo>
                  <a:pt x="833885" y="41371"/>
                </a:lnTo>
                <a:lnTo>
                  <a:pt x="833885" y="68401"/>
                </a:lnTo>
                <a:cubicBezTo>
                  <a:pt x="833885" y="73876"/>
                  <a:pt x="834001" y="77066"/>
                  <a:pt x="834233" y="77971"/>
                </a:cubicBezTo>
                <a:cubicBezTo>
                  <a:pt x="834465" y="78875"/>
                  <a:pt x="834992" y="79622"/>
                  <a:pt x="835815" y="80213"/>
                </a:cubicBezTo>
                <a:cubicBezTo>
                  <a:pt x="836637" y="80802"/>
                  <a:pt x="837639" y="81096"/>
                  <a:pt x="838819" y="81096"/>
                </a:cubicBezTo>
                <a:cubicBezTo>
                  <a:pt x="840464" y="81096"/>
                  <a:pt x="842847" y="80527"/>
                  <a:pt x="845968" y="79388"/>
                </a:cubicBezTo>
                <a:lnTo>
                  <a:pt x="847486" y="93230"/>
                </a:lnTo>
                <a:cubicBezTo>
                  <a:pt x="843353" y="95009"/>
                  <a:pt x="838672" y="95899"/>
                  <a:pt x="833443" y="95899"/>
                </a:cubicBezTo>
                <a:cubicBezTo>
                  <a:pt x="830237" y="95899"/>
                  <a:pt x="827349" y="95361"/>
                  <a:pt x="824776" y="94286"/>
                </a:cubicBezTo>
                <a:cubicBezTo>
                  <a:pt x="822204" y="93210"/>
                  <a:pt x="820317" y="91819"/>
                  <a:pt x="819115" y="90111"/>
                </a:cubicBezTo>
                <a:cubicBezTo>
                  <a:pt x="817913" y="88403"/>
                  <a:pt x="817080" y="86094"/>
                  <a:pt x="816616" y="83184"/>
                </a:cubicBezTo>
                <a:cubicBezTo>
                  <a:pt x="816236" y="81118"/>
                  <a:pt x="816047" y="76943"/>
                  <a:pt x="816047" y="70659"/>
                </a:cubicBezTo>
                <a:lnTo>
                  <a:pt x="816047" y="41371"/>
                </a:lnTo>
                <a:lnTo>
                  <a:pt x="807886" y="41371"/>
                </a:lnTo>
                <a:lnTo>
                  <a:pt x="807886" y="27201"/>
                </a:lnTo>
                <a:lnTo>
                  <a:pt x="816047" y="27201"/>
                </a:lnTo>
                <a:lnTo>
                  <a:pt x="816047" y="13790"/>
                </a:lnTo>
                <a:lnTo>
                  <a:pt x="833885" y="3289"/>
                </a:lnTo>
                <a:lnTo>
                  <a:pt x="833885" y="27201"/>
                </a:lnTo>
                <a:lnTo>
                  <a:pt x="846031" y="27201"/>
                </a:lnTo>
                <a:close/>
                <a:moveTo>
                  <a:pt x="852102" y="75277"/>
                </a:moveTo>
                <a:lnTo>
                  <a:pt x="869941" y="72493"/>
                </a:lnTo>
                <a:cubicBezTo>
                  <a:pt x="870700" y="75930"/>
                  <a:pt x="872239" y="78540"/>
                  <a:pt x="874559" y="80322"/>
                </a:cubicBezTo>
                <a:cubicBezTo>
                  <a:pt x="876878" y="82103"/>
                  <a:pt x="880125" y="82994"/>
                  <a:pt x="884300" y="82994"/>
                </a:cubicBezTo>
                <a:cubicBezTo>
                  <a:pt x="888897" y="82994"/>
                  <a:pt x="892355" y="82152"/>
                  <a:pt x="894674" y="80468"/>
                </a:cubicBezTo>
                <a:cubicBezTo>
                  <a:pt x="896235" y="79288"/>
                  <a:pt x="897015" y="77709"/>
                  <a:pt x="897015" y="75729"/>
                </a:cubicBezTo>
                <a:cubicBezTo>
                  <a:pt x="897015" y="74381"/>
                  <a:pt x="896593" y="73265"/>
                  <a:pt x="895750" y="72381"/>
                </a:cubicBezTo>
                <a:cubicBezTo>
                  <a:pt x="894864" y="71539"/>
                  <a:pt x="892882" y="70760"/>
                  <a:pt x="889804" y="70044"/>
                </a:cubicBezTo>
                <a:cubicBezTo>
                  <a:pt x="875465" y="66887"/>
                  <a:pt x="866377" y="64002"/>
                  <a:pt x="862540" y="61390"/>
                </a:cubicBezTo>
                <a:cubicBezTo>
                  <a:pt x="857226" y="57766"/>
                  <a:pt x="854569" y="52731"/>
                  <a:pt x="854569" y="46285"/>
                </a:cubicBezTo>
                <a:cubicBezTo>
                  <a:pt x="854569" y="40470"/>
                  <a:pt x="856867" y="35583"/>
                  <a:pt x="861464" y="31623"/>
                </a:cubicBezTo>
                <a:cubicBezTo>
                  <a:pt x="866061" y="27663"/>
                  <a:pt x="873188" y="25683"/>
                  <a:pt x="882845" y="25683"/>
                </a:cubicBezTo>
                <a:cubicBezTo>
                  <a:pt x="892039" y="25683"/>
                  <a:pt x="898871" y="27174"/>
                  <a:pt x="903341" y="30158"/>
                </a:cubicBezTo>
                <a:cubicBezTo>
                  <a:pt x="907811" y="33142"/>
                  <a:pt x="910890" y="37554"/>
                  <a:pt x="912576" y="43395"/>
                </a:cubicBezTo>
                <a:lnTo>
                  <a:pt x="895813" y="46558"/>
                </a:lnTo>
                <a:cubicBezTo>
                  <a:pt x="895096" y="43943"/>
                  <a:pt x="893736" y="41940"/>
                  <a:pt x="891733" y="40548"/>
                </a:cubicBezTo>
                <a:cubicBezTo>
                  <a:pt x="889730" y="39157"/>
                  <a:pt x="886873" y="38461"/>
                  <a:pt x="883162" y="38461"/>
                </a:cubicBezTo>
                <a:cubicBezTo>
                  <a:pt x="878480" y="38461"/>
                  <a:pt x="875128" y="39114"/>
                  <a:pt x="873104" y="40420"/>
                </a:cubicBezTo>
                <a:cubicBezTo>
                  <a:pt x="871754" y="41345"/>
                  <a:pt x="871079" y="42545"/>
                  <a:pt x="871079" y="44019"/>
                </a:cubicBezTo>
                <a:cubicBezTo>
                  <a:pt x="871079" y="45282"/>
                  <a:pt x="871670" y="46355"/>
                  <a:pt x="872851" y="47240"/>
                </a:cubicBezTo>
                <a:cubicBezTo>
                  <a:pt x="874453" y="48419"/>
                  <a:pt x="879988" y="50083"/>
                  <a:pt x="889456" y="52231"/>
                </a:cubicBezTo>
                <a:cubicBezTo>
                  <a:pt x="898923" y="54379"/>
                  <a:pt x="905534" y="57014"/>
                  <a:pt x="909287" y="60136"/>
                </a:cubicBezTo>
                <a:cubicBezTo>
                  <a:pt x="912998" y="63302"/>
                  <a:pt x="914854" y="67712"/>
                  <a:pt x="914854" y="73365"/>
                </a:cubicBezTo>
                <a:cubicBezTo>
                  <a:pt x="914854" y="79526"/>
                  <a:pt x="912281" y="84822"/>
                  <a:pt x="907136" y="89253"/>
                </a:cubicBezTo>
                <a:cubicBezTo>
                  <a:pt x="901991" y="93683"/>
                  <a:pt x="894379" y="95899"/>
                  <a:pt x="884300" y="95899"/>
                </a:cubicBezTo>
                <a:cubicBezTo>
                  <a:pt x="875149" y="95899"/>
                  <a:pt x="867906" y="94049"/>
                  <a:pt x="862571" y="90350"/>
                </a:cubicBezTo>
                <a:cubicBezTo>
                  <a:pt x="857236" y="86649"/>
                  <a:pt x="853747" y="81625"/>
                  <a:pt x="852102" y="75277"/>
                </a:cubicBezTo>
                <a:close/>
                <a:moveTo>
                  <a:pt x="933495" y="40232"/>
                </a:moveTo>
                <a:lnTo>
                  <a:pt x="933495" y="27201"/>
                </a:lnTo>
                <a:lnTo>
                  <a:pt x="946462" y="27201"/>
                </a:lnTo>
                <a:lnTo>
                  <a:pt x="946462" y="40232"/>
                </a:lnTo>
                <a:lnTo>
                  <a:pt x="933495" y="40232"/>
                </a:lnTo>
                <a:moveTo>
                  <a:pt x="933495" y="94381"/>
                </a:moveTo>
                <a:lnTo>
                  <a:pt x="933495" y="81349"/>
                </a:lnTo>
                <a:lnTo>
                  <a:pt x="946462" y="81349"/>
                </a:lnTo>
                <a:lnTo>
                  <a:pt x="946462" y="94381"/>
                </a:lnTo>
                <a:lnTo>
                  <a:pt x="933495" y="94381"/>
                </a:lnTo>
                <a:close/>
                <a:moveTo>
                  <a:pt x="966471" y="120190"/>
                </a:moveTo>
                <a:lnTo>
                  <a:pt x="966471" y="1645"/>
                </a:lnTo>
                <a:lnTo>
                  <a:pt x="991584" y="1645"/>
                </a:lnTo>
                <a:lnTo>
                  <a:pt x="991584" y="11133"/>
                </a:lnTo>
                <a:lnTo>
                  <a:pt x="977857" y="11133"/>
                </a:lnTo>
                <a:lnTo>
                  <a:pt x="977857" y="110701"/>
                </a:lnTo>
                <a:lnTo>
                  <a:pt x="991584" y="110701"/>
                </a:lnTo>
                <a:lnTo>
                  <a:pt x="991584" y="120190"/>
                </a:lnTo>
                <a:lnTo>
                  <a:pt x="966471" y="120190"/>
                </a:lnTo>
                <a:close/>
                <a:moveTo>
                  <a:pt x="1005330" y="94381"/>
                </a:moveTo>
                <a:lnTo>
                  <a:pt x="1005330" y="81349"/>
                </a:lnTo>
                <a:lnTo>
                  <a:pt x="1018297" y="81349"/>
                </a:lnTo>
                <a:lnTo>
                  <a:pt x="1018297" y="94381"/>
                </a:lnTo>
                <a:lnTo>
                  <a:pt x="1005330" y="94381"/>
                </a:lnTo>
                <a:close/>
                <a:moveTo>
                  <a:pt x="1041215" y="94381"/>
                </a:moveTo>
                <a:lnTo>
                  <a:pt x="1041215" y="81349"/>
                </a:lnTo>
                <a:lnTo>
                  <a:pt x="1054183" y="81349"/>
                </a:lnTo>
                <a:lnTo>
                  <a:pt x="1054183" y="94381"/>
                </a:lnTo>
                <a:lnTo>
                  <a:pt x="1041215" y="94381"/>
                </a:lnTo>
                <a:close/>
                <a:moveTo>
                  <a:pt x="1077101" y="94381"/>
                </a:moveTo>
                <a:lnTo>
                  <a:pt x="1077101" y="81349"/>
                </a:lnTo>
                <a:lnTo>
                  <a:pt x="1090069" y="81349"/>
                </a:lnTo>
                <a:lnTo>
                  <a:pt x="1090069" y="94381"/>
                </a:lnTo>
                <a:lnTo>
                  <a:pt x="1077101" y="94381"/>
                </a:lnTo>
                <a:close/>
                <a:moveTo>
                  <a:pt x="1128802" y="120190"/>
                </a:moveTo>
                <a:lnTo>
                  <a:pt x="1103689" y="120190"/>
                </a:lnTo>
                <a:lnTo>
                  <a:pt x="1103689" y="110701"/>
                </a:lnTo>
                <a:lnTo>
                  <a:pt x="1117416" y="110701"/>
                </a:lnTo>
                <a:lnTo>
                  <a:pt x="1117416" y="11133"/>
                </a:lnTo>
                <a:lnTo>
                  <a:pt x="1103689" y="11133"/>
                </a:lnTo>
                <a:lnTo>
                  <a:pt x="1103689" y="1645"/>
                </a:lnTo>
                <a:lnTo>
                  <a:pt x="1128802" y="1645"/>
                </a:lnTo>
                <a:lnTo>
                  <a:pt x="1128802" y="12019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</p:spTree>
    <p:extLst>
      <p:ext uri="{BB962C8B-B14F-4D97-AF65-F5344CB8AC3E}">
        <p14:creationId xmlns:p14="http://schemas.microsoft.com/office/powerpoint/2010/main" val="171207977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2026-09-05T14:35:27.3240000Z</dcterms:created>
  <dcterms:modified xsi:type="dcterms:W3CDTF">2026-09-05T14:35:27.3240000Z</dcterms:modified>
</coreProperties>
</file>