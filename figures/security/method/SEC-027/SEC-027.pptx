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114ea189c543de" /><Relationship Type="http://schemas.openxmlformats.org/officeDocument/2006/relationships/extended-properties" Target="/docProps/app.xml" Id="Rdc9ca0ed230b408d" /><Relationship Type="http://schemas.openxmlformats.org/officeDocument/2006/relationships/officeDocument" Target="/ppt/presentation.xml" Id="R2feee2de8b914d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ce5999c6294320"/>
  </p:sldMasterIdLst>
  <p:notesMasterIdLst>
    <p:notesMasterId xmlns:r="http://schemas.openxmlformats.org/officeDocument/2006/relationships" r:id="R8775f12161ba491c"/>
  </p:notesMasterIdLst>
  <p:sldIdLst>
    <p:sldId xmlns:r="http://schemas.openxmlformats.org/officeDocument/2006/relationships" id="256" r:id="Rbda529f3142b4bc0"/>
  </p:sldIdLst>
  <p:sldSz cx="6829425" cy="5915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b577cedb2442c8" /><Relationship Type="http://schemas.openxmlformats.org/officeDocument/2006/relationships/slideMaster" Target="/ppt/slideMasters/slideMaster1.xml" Id="R44ce5999c6294320" /><Relationship Type="http://schemas.openxmlformats.org/officeDocument/2006/relationships/notesMaster" Target="/ppt/notesMasters/notesMaster1.xml" Id="R8775f12161ba491c" /><Relationship Type="http://schemas.openxmlformats.org/officeDocument/2006/relationships/presProps" Target="/ppt/presProps.xml" Id="R20fe949bc3d14c0d" /><Relationship Type="http://schemas.openxmlformats.org/officeDocument/2006/relationships/tableStyles" Target="/ppt/tableStyles.xml" Id="R333b6ffed0f241a7" /><Relationship Type="http://schemas.openxmlformats.org/officeDocument/2006/relationships/slide" Target="/ppt/slides/slide1.xml" Id="Rbda529f3142b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746558dccb45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4abc1f7f24095" /><Relationship Type="http://schemas.openxmlformats.org/officeDocument/2006/relationships/notesMaster" Target="/ppt/notesMasters/notesMaster1.xml" Id="Re125fefddd46449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素材ID：SEC-027</ns1:t>
            </ns1:r>
          </ns1:p>
          <ns1:p>
            <ns1:r>
              <ns1:t>论文：Opossum Attack: Application Layer Desynchronization using Opportunistic TLS</ns1:t>
            </ns1:r>
          </ns1:p>
          <ns1:p>
            <ns1:r>
              <ns1:t>会议：USENIX Security 2026</ns1:t>
            </ns1:r>
          </ns1:p>
          <ns1:p>
            <ns1:r>
              <ns1:t>奖项：Distinguished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类型：协议交互</ns1:t>
            </ns1:r>
          </ns1:p>
          <ns1:p>
            <ns1:r>
              <ns1:t>借鉴点：三方生命线、弯折转发箭头与握手隧道说明协议错位，正常与攻击消息使用不同颜色。</ns1:t>
            </ns1:r>
          </ns1:p>
          <ns1:p>
            <ns1:r>
              <ns1:t>论文URL：https://www.usenix.org/system/files/usenixsecurity26-merget.pdf</ns1:t>
            </ns1:r>
          </ns1:p>
          <ns1:p>
            <ns1:r>
              <ns1:t>官方获奖URL：https://www.usenix.org/conference/usenixsecurity26/presentation/merget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38e80fc2445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ba4b3f9df4638" /><Relationship Type="http://schemas.openxmlformats.org/officeDocument/2006/relationships/slideLayout" Target="/ppt/slideLayouts/slideLayout1.xml" Id="Re8cc9d4cc4d246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c9d4cc4d246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115a6f9c24fe2" /><Relationship Type="http://schemas.openxmlformats.org/officeDocument/2006/relationships/image" Target="/ppt/media/image.png" Id="Rcc583df21f9d47ef" /><Relationship Type="http://schemas.openxmlformats.org/officeDocument/2006/relationships/notesSlide" Target="/ppt/notesSlides/notesSlide1.xml" Id="R56495be152f548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C24D7-40FF-42B2-B78C-1938B142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44"/>
            <a:ext cx="6829425" cy="5801816"/>
          </a:xfrm>
          <a:custGeom xmlns:a="http://schemas.openxmlformats.org/drawingml/2006/main">
            <a:pathLst>
              <a:path w="6829425" h="5801816">
                <a:moveTo>
                  <a:pt x="6829425" y="5801816"/>
                </a:moveTo>
                <a:lnTo>
                  <a:pt x="6829425" y="0"/>
                </a:lnTo>
                <a:lnTo>
                  <a:pt x="0" y="0"/>
                </a:lnTo>
                <a:lnTo>
                  <a:pt x="0" y="5801816"/>
                </a:lnTo>
                <a:lnTo>
                  <a:pt x="6829425" y="58018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HTTP/1.1200OK">
            <a:extLst xmlns:a="http://schemas.openxmlformats.org/drawingml/2006/main">
              <a:ext uri="{FF2B5EF4-FFF2-40B4-BE49-F238E27FC236}">
                <a16:creationId xmlns:a16="http://schemas.microsoft.com/office/drawing/2014/main" id="{755471B3-5E45-46F2-A705-BF6105E4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143" y="4055060"/>
            <a:ext cx="1033326" cy="88090"/>
          </a:xfrm>
          <a:custGeom xmlns:a="http://schemas.openxmlformats.org/drawingml/2006/main">
            <a:pathLst>
              <a:path w="1033326" h="88090">
                <a:moveTo>
                  <a:pt x="44780" y="46476"/>
                </a:moveTo>
                <a:lnTo>
                  <a:pt x="13287" y="46476"/>
                </a:lnTo>
                <a:lnTo>
                  <a:pt x="13287" y="73729"/>
                </a:lnTo>
                <a:lnTo>
                  <a:pt x="19676" y="73729"/>
                </a:lnTo>
                <a:cubicBezTo>
                  <a:pt x="20807" y="73729"/>
                  <a:pt x="21617" y="73945"/>
                  <a:pt x="22107" y="74379"/>
                </a:cubicBezTo>
                <a:cubicBezTo>
                  <a:pt x="22597" y="74812"/>
                  <a:pt x="22842" y="75387"/>
                  <a:pt x="22842" y="76103"/>
                </a:cubicBezTo>
                <a:cubicBezTo>
                  <a:pt x="22842" y="76782"/>
                  <a:pt x="22597" y="77347"/>
                  <a:pt x="22107" y="77800"/>
                </a:cubicBezTo>
                <a:cubicBezTo>
                  <a:pt x="21617" y="78252"/>
                  <a:pt x="20807" y="78478"/>
                  <a:pt x="19676" y="78478"/>
                </a:cubicBezTo>
                <a:lnTo>
                  <a:pt x="3166" y="78478"/>
                </a:lnTo>
                <a:cubicBezTo>
                  <a:pt x="2035" y="78478"/>
                  <a:pt x="1225" y="78252"/>
                  <a:pt x="735" y="77800"/>
                </a:cubicBezTo>
                <a:cubicBezTo>
                  <a:pt x="245" y="77347"/>
                  <a:pt x="0" y="76782"/>
                  <a:pt x="0" y="76103"/>
                </a:cubicBezTo>
                <a:cubicBezTo>
                  <a:pt x="0" y="75387"/>
                  <a:pt x="245" y="74812"/>
                  <a:pt x="735" y="74379"/>
                </a:cubicBezTo>
                <a:cubicBezTo>
                  <a:pt x="1225" y="73945"/>
                  <a:pt x="2035" y="73729"/>
                  <a:pt x="3166" y="73729"/>
                </a:cubicBezTo>
                <a:lnTo>
                  <a:pt x="8538" y="73729"/>
                </a:lnTo>
                <a:lnTo>
                  <a:pt x="8538" y="17075"/>
                </a:lnTo>
                <a:lnTo>
                  <a:pt x="5597" y="17075"/>
                </a:lnTo>
                <a:cubicBezTo>
                  <a:pt x="4429" y="17075"/>
                  <a:pt x="3600" y="16858"/>
                  <a:pt x="3110" y="16425"/>
                </a:cubicBezTo>
                <a:cubicBezTo>
                  <a:pt x="2620" y="15991"/>
                  <a:pt x="2375" y="15417"/>
                  <a:pt x="2375" y="14700"/>
                </a:cubicBezTo>
                <a:cubicBezTo>
                  <a:pt x="2375" y="13984"/>
                  <a:pt x="2620" y="13409"/>
                  <a:pt x="3110" y="12976"/>
                </a:cubicBezTo>
                <a:cubicBezTo>
                  <a:pt x="3600" y="12543"/>
                  <a:pt x="4429" y="12326"/>
                  <a:pt x="5597" y="12326"/>
                </a:cubicBezTo>
                <a:lnTo>
                  <a:pt x="19676" y="12326"/>
                </a:lnTo>
                <a:cubicBezTo>
                  <a:pt x="20807" y="12326"/>
                  <a:pt x="21617" y="12543"/>
                  <a:pt x="22107" y="12976"/>
                </a:cubicBezTo>
                <a:cubicBezTo>
                  <a:pt x="22597" y="13409"/>
                  <a:pt x="22842" y="13984"/>
                  <a:pt x="22842" y="14700"/>
                </a:cubicBezTo>
                <a:cubicBezTo>
                  <a:pt x="22842" y="15417"/>
                  <a:pt x="22597" y="15991"/>
                  <a:pt x="22107" y="16425"/>
                </a:cubicBezTo>
                <a:cubicBezTo>
                  <a:pt x="21617" y="16858"/>
                  <a:pt x="20807" y="17075"/>
                  <a:pt x="19676" y="17075"/>
                </a:cubicBezTo>
                <a:lnTo>
                  <a:pt x="13287" y="17075"/>
                </a:lnTo>
                <a:lnTo>
                  <a:pt x="13287" y="41727"/>
                </a:lnTo>
                <a:lnTo>
                  <a:pt x="44780" y="41727"/>
                </a:lnTo>
                <a:lnTo>
                  <a:pt x="44780" y="17075"/>
                </a:lnTo>
                <a:lnTo>
                  <a:pt x="38447" y="17075"/>
                </a:lnTo>
                <a:cubicBezTo>
                  <a:pt x="37317" y="17075"/>
                  <a:pt x="36506" y="16858"/>
                  <a:pt x="36016" y="16425"/>
                </a:cubicBezTo>
                <a:cubicBezTo>
                  <a:pt x="35526" y="15991"/>
                  <a:pt x="35281" y="15417"/>
                  <a:pt x="35281" y="14700"/>
                </a:cubicBezTo>
                <a:cubicBezTo>
                  <a:pt x="35281" y="13984"/>
                  <a:pt x="35517" y="13409"/>
                  <a:pt x="35988" y="12976"/>
                </a:cubicBezTo>
                <a:cubicBezTo>
                  <a:pt x="36459" y="12543"/>
                  <a:pt x="37279" y="12326"/>
                  <a:pt x="38447" y="12326"/>
                </a:cubicBezTo>
                <a:lnTo>
                  <a:pt x="52526" y="12326"/>
                </a:lnTo>
                <a:cubicBezTo>
                  <a:pt x="53694" y="12326"/>
                  <a:pt x="54524" y="12543"/>
                  <a:pt x="55014" y="12976"/>
                </a:cubicBezTo>
                <a:cubicBezTo>
                  <a:pt x="55504" y="13409"/>
                  <a:pt x="55749" y="13984"/>
                  <a:pt x="55749" y="14700"/>
                </a:cubicBezTo>
                <a:cubicBezTo>
                  <a:pt x="55749" y="15417"/>
                  <a:pt x="55504" y="15991"/>
                  <a:pt x="55014" y="16425"/>
                </a:cubicBezTo>
                <a:cubicBezTo>
                  <a:pt x="54524" y="16858"/>
                  <a:pt x="53694" y="17075"/>
                  <a:pt x="52526" y="17075"/>
                </a:cubicBezTo>
                <a:lnTo>
                  <a:pt x="49586" y="17075"/>
                </a:lnTo>
                <a:lnTo>
                  <a:pt x="49586" y="73729"/>
                </a:lnTo>
                <a:lnTo>
                  <a:pt x="54957" y="73729"/>
                </a:lnTo>
                <a:cubicBezTo>
                  <a:pt x="56088" y="73729"/>
                  <a:pt x="56898" y="73945"/>
                  <a:pt x="57388" y="74379"/>
                </a:cubicBezTo>
                <a:cubicBezTo>
                  <a:pt x="57878" y="74812"/>
                  <a:pt x="58123" y="75387"/>
                  <a:pt x="58123" y="76103"/>
                </a:cubicBezTo>
                <a:cubicBezTo>
                  <a:pt x="58123" y="76782"/>
                  <a:pt x="57878" y="77347"/>
                  <a:pt x="57388" y="77800"/>
                </a:cubicBezTo>
                <a:cubicBezTo>
                  <a:pt x="56898" y="78252"/>
                  <a:pt x="56088" y="78478"/>
                  <a:pt x="54957" y="78478"/>
                </a:cubicBezTo>
                <a:lnTo>
                  <a:pt x="38447" y="78478"/>
                </a:lnTo>
                <a:cubicBezTo>
                  <a:pt x="37317" y="78478"/>
                  <a:pt x="36506" y="78252"/>
                  <a:pt x="36016" y="77800"/>
                </a:cubicBezTo>
                <a:cubicBezTo>
                  <a:pt x="35526" y="77347"/>
                  <a:pt x="35281" y="76782"/>
                  <a:pt x="35281" y="76103"/>
                </a:cubicBezTo>
                <a:cubicBezTo>
                  <a:pt x="35281" y="75387"/>
                  <a:pt x="35517" y="74812"/>
                  <a:pt x="35988" y="74379"/>
                </a:cubicBezTo>
                <a:cubicBezTo>
                  <a:pt x="36459" y="73945"/>
                  <a:pt x="37279" y="73729"/>
                  <a:pt x="38447" y="73729"/>
                </a:cubicBezTo>
                <a:lnTo>
                  <a:pt x="44780" y="73729"/>
                </a:lnTo>
                <a:lnTo>
                  <a:pt x="44780" y="46476"/>
                </a:lnTo>
                <a:close/>
                <a:moveTo>
                  <a:pt x="100528" y="17075"/>
                </a:moveTo>
                <a:lnTo>
                  <a:pt x="100528" y="73729"/>
                </a:lnTo>
                <a:lnTo>
                  <a:pt x="112854" y="73729"/>
                </a:lnTo>
                <a:cubicBezTo>
                  <a:pt x="113985" y="73729"/>
                  <a:pt x="114795" y="73945"/>
                  <a:pt x="115285" y="74379"/>
                </a:cubicBezTo>
                <a:cubicBezTo>
                  <a:pt x="115775" y="74812"/>
                  <a:pt x="116020" y="75387"/>
                  <a:pt x="116020" y="76103"/>
                </a:cubicBezTo>
                <a:cubicBezTo>
                  <a:pt x="116020" y="76782"/>
                  <a:pt x="115775" y="77347"/>
                  <a:pt x="115285" y="77800"/>
                </a:cubicBezTo>
                <a:cubicBezTo>
                  <a:pt x="114795" y="78252"/>
                  <a:pt x="113985" y="78478"/>
                  <a:pt x="112854" y="78478"/>
                </a:cubicBezTo>
                <a:lnTo>
                  <a:pt x="83396" y="78478"/>
                </a:lnTo>
                <a:cubicBezTo>
                  <a:pt x="82266" y="78478"/>
                  <a:pt x="81455" y="78252"/>
                  <a:pt x="80965" y="77800"/>
                </a:cubicBezTo>
                <a:cubicBezTo>
                  <a:pt x="80475" y="77347"/>
                  <a:pt x="80230" y="76782"/>
                  <a:pt x="80230" y="76103"/>
                </a:cubicBezTo>
                <a:cubicBezTo>
                  <a:pt x="80230" y="75387"/>
                  <a:pt x="80475" y="74812"/>
                  <a:pt x="80965" y="74379"/>
                </a:cubicBezTo>
                <a:cubicBezTo>
                  <a:pt x="81455" y="73945"/>
                  <a:pt x="82266" y="73729"/>
                  <a:pt x="83396" y="73729"/>
                </a:cubicBezTo>
                <a:lnTo>
                  <a:pt x="95722" y="73729"/>
                </a:lnTo>
                <a:lnTo>
                  <a:pt x="95722" y="17075"/>
                </a:lnTo>
                <a:lnTo>
                  <a:pt x="76272" y="17075"/>
                </a:lnTo>
                <a:lnTo>
                  <a:pt x="76272" y="33472"/>
                </a:lnTo>
                <a:cubicBezTo>
                  <a:pt x="76272" y="34660"/>
                  <a:pt x="76056" y="35504"/>
                  <a:pt x="75622" y="36004"/>
                </a:cubicBezTo>
                <a:cubicBezTo>
                  <a:pt x="75189" y="36502"/>
                  <a:pt x="74614" y="36751"/>
                  <a:pt x="73898" y="36751"/>
                </a:cubicBezTo>
                <a:cubicBezTo>
                  <a:pt x="73219" y="36751"/>
                  <a:pt x="72654" y="36502"/>
                  <a:pt x="72201" y="36004"/>
                </a:cubicBezTo>
                <a:cubicBezTo>
                  <a:pt x="71749" y="35504"/>
                  <a:pt x="71523" y="34660"/>
                  <a:pt x="71523" y="33472"/>
                </a:cubicBezTo>
                <a:lnTo>
                  <a:pt x="71523" y="12326"/>
                </a:lnTo>
                <a:lnTo>
                  <a:pt x="124727" y="12326"/>
                </a:lnTo>
                <a:lnTo>
                  <a:pt x="124727" y="33472"/>
                </a:lnTo>
                <a:cubicBezTo>
                  <a:pt x="124727" y="34660"/>
                  <a:pt x="124511" y="35504"/>
                  <a:pt x="124077" y="36004"/>
                </a:cubicBezTo>
                <a:cubicBezTo>
                  <a:pt x="123644" y="36502"/>
                  <a:pt x="123069" y="36751"/>
                  <a:pt x="122353" y="36751"/>
                </a:cubicBezTo>
                <a:cubicBezTo>
                  <a:pt x="121637" y="36751"/>
                  <a:pt x="121062" y="36502"/>
                  <a:pt x="120628" y="36004"/>
                </a:cubicBezTo>
                <a:cubicBezTo>
                  <a:pt x="120195" y="35504"/>
                  <a:pt x="119978" y="34660"/>
                  <a:pt x="119978" y="33472"/>
                </a:cubicBezTo>
                <a:lnTo>
                  <a:pt x="119978" y="17075"/>
                </a:lnTo>
                <a:lnTo>
                  <a:pt x="100528" y="17075"/>
                </a:lnTo>
                <a:close/>
                <a:moveTo>
                  <a:pt x="170016" y="17075"/>
                </a:moveTo>
                <a:lnTo>
                  <a:pt x="170016" y="73729"/>
                </a:lnTo>
                <a:lnTo>
                  <a:pt x="182342" y="73729"/>
                </a:lnTo>
                <a:cubicBezTo>
                  <a:pt x="183473" y="73729"/>
                  <a:pt x="184283" y="73945"/>
                  <a:pt x="184773" y="74379"/>
                </a:cubicBezTo>
                <a:cubicBezTo>
                  <a:pt x="185263" y="74812"/>
                  <a:pt x="185508" y="75387"/>
                  <a:pt x="185508" y="76103"/>
                </a:cubicBezTo>
                <a:cubicBezTo>
                  <a:pt x="185508" y="76782"/>
                  <a:pt x="185263" y="77347"/>
                  <a:pt x="184773" y="77800"/>
                </a:cubicBezTo>
                <a:cubicBezTo>
                  <a:pt x="184283" y="78252"/>
                  <a:pt x="183473" y="78478"/>
                  <a:pt x="182342" y="78478"/>
                </a:cubicBezTo>
                <a:lnTo>
                  <a:pt x="152885" y="78478"/>
                </a:lnTo>
                <a:cubicBezTo>
                  <a:pt x="151754" y="78478"/>
                  <a:pt x="150943" y="78252"/>
                  <a:pt x="150453" y="77800"/>
                </a:cubicBezTo>
                <a:cubicBezTo>
                  <a:pt x="149963" y="77347"/>
                  <a:pt x="149718" y="76782"/>
                  <a:pt x="149718" y="76103"/>
                </a:cubicBezTo>
                <a:cubicBezTo>
                  <a:pt x="149718" y="75387"/>
                  <a:pt x="149963" y="74812"/>
                  <a:pt x="150453" y="74379"/>
                </a:cubicBezTo>
                <a:cubicBezTo>
                  <a:pt x="150943" y="73945"/>
                  <a:pt x="151754" y="73729"/>
                  <a:pt x="152885" y="73729"/>
                </a:cubicBezTo>
                <a:lnTo>
                  <a:pt x="165210" y="73729"/>
                </a:lnTo>
                <a:lnTo>
                  <a:pt x="165210" y="17075"/>
                </a:lnTo>
                <a:lnTo>
                  <a:pt x="145760" y="17075"/>
                </a:lnTo>
                <a:lnTo>
                  <a:pt x="145760" y="33472"/>
                </a:lnTo>
                <a:cubicBezTo>
                  <a:pt x="145760" y="34660"/>
                  <a:pt x="145544" y="35504"/>
                  <a:pt x="145110" y="36004"/>
                </a:cubicBezTo>
                <a:cubicBezTo>
                  <a:pt x="144677" y="36502"/>
                  <a:pt x="144102" y="36751"/>
                  <a:pt x="143386" y="36751"/>
                </a:cubicBezTo>
                <a:cubicBezTo>
                  <a:pt x="142707" y="36751"/>
                  <a:pt x="142142" y="36502"/>
                  <a:pt x="141690" y="36004"/>
                </a:cubicBezTo>
                <a:cubicBezTo>
                  <a:pt x="141237" y="35504"/>
                  <a:pt x="141011" y="34660"/>
                  <a:pt x="141011" y="33472"/>
                </a:cubicBezTo>
                <a:lnTo>
                  <a:pt x="141011" y="12326"/>
                </a:lnTo>
                <a:lnTo>
                  <a:pt x="194216" y="12326"/>
                </a:lnTo>
                <a:lnTo>
                  <a:pt x="194216" y="33472"/>
                </a:lnTo>
                <a:cubicBezTo>
                  <a:pt x="194216" y="34660"/>
                  <a:pt x="193999" y="35504"/>
                  <a:pt x="193565" y="36004"/>
                </a:cubicBezTo>
                <a:cubicBezTo>
                  <a:pt x="193132" y="36502"/>
                  <a:pt x="192557" y="36751"/>
                  <a:pt x="191841" y="36751"/>
                </a:cubicBezTo>
                <a:cubicBezTo>
                  <a:pt x="191125" y="36751"/>
                  <a:pt x="190550" y="36502"/>
                  <a:pt x="190116" y="36004"/>
                </a:cubicBezTo>
                <a:cubicBezTo>
                  <a:pt x="189683" y="35504"/>
                  <a:pt x="189466" y="34660"/>
                  <a:pt x="189466" y="33472"/>
                </a:cubicBezTo>
                <a:lnTo>
                  <a:pt x="189466" y="17075"/>
                </a:lnTo>
                <a:lnTo>
                  <a:pt x="170016" y="17075"/>
                </a:lnTo>
                <a:close/>
                <a:moveTo>
                  <a:pt x="226839" y="51339"/>
                </a:moveTo>
                <a:lnTo>
                  <a:pt x="226839" y="73729"/>
                </a:lnTo>
                <a:lnTo>
                  <a:pt x="243122" y="73729"/>
                </a:lnTo>
                <a:cubicBezTo>
                  <a:pt x="244253" y="73729"/>
                  <a:pt x="245064" y="73945"/>
                  <a:pt x="245554" y="74379"/>
                </a:cubicBezTo>
                <a:cubicBezTo>
                  <a:pt x="246044" y="74812"/>
                  <a:pt x="246289" y="75387"/>
                  <a:pt x="246289" y="76103"/>
                </a:cubicBezTo>
                <a:cubicBezTo>
                  <a:pt x="246289" y="76782"/>
                  <a:pt x="246044" y="77347"/>
                  <a:pt x="245554" y="77800"/>
                </a:cubicBezTo>
                <a:cubicBezTo>
                  <a:pt x="245064" y="78252"/>
                  <a:pt x="244253" y="78478"/>
                  <a:pt x="243122" y="78478"/>
                </a:cubicBezTo>
                <a:lnTo>
                  <a:pt x="215700" y="78478"/>
                </a:lnTo>
                <a:cubicBezTo>
                  <a:pt x="214570" y="78478"/>
                  <a:pt x="213759" y="78252"/>
                  <a:pt x="213269" y="77800"/>
                </a:cubicBezTo>
                <a:cubicBezTo>
                  <a:pt x="212779" y="77347"/>
                  <a:pt x="212534" y="76782"/>
                  <a:pt x="212534" y="76103"/>
                </a:cubicBezTo>
                <a:cubicBezTo>
                  <a:pt x="212534" y="75387"/>
                  <a:pt x="212779" y="74812"/>
                  <a:pt x="213269" y="74379"/>
                </a:cubicBezTo>
                <a:cubicBezTo>
                  <a:pt x="213759" y="73945"/>
                  <a:pt x="214570" y="73729"/>
                  <a:pt x="215700" y="73729"/>
                </a:cubicBezTo>
                <a:lnTo>
                  <a:pt x="222089" y="73729"/>
                </a:lnTo>
                <a:lnTo>
                  <a:pt x="222089" y="17075"/>
                </a:lnTo>
                <a:lnTo>
                  <a:pt x="215700" y="17075"/>
                </a:lnTo>
                <a:cubicBezTo>
                  <a:pt x="214570" y="17075"/>
                  <a:pt x="213759" y="16858"/>
                  <a:pt x="213269" y="16425"/>
                </a:cubicBezTo>
                <a:cubicBezTo>
                  <a:pt x="212779" y="15991"/>
                  <a:pt x="212534" y="15417"/>
                  <a:pt x="212534" y="14700"/>
                </a:cubicBezTo>
                <a:cubicBezTo>
                  <a:pt x="212534" y="13984"/>
                  <a:pt x="212779" y="13409"/>
                  <a:pt x="213269" y="12976"/>
                </a:cubicBezTo>
                <a:cubicBezTo>
                  <a:pt x="213759" y="12543"/>
                  <a:pt x="214570" y="12326"/>
                  <a:pt x="215700" y="12326"/>
                </a:cubicBezTo>
                <a:lnTo>
                  <a:pt x="243292" y="12326"/>
                </a:lnTo>
                <a:cubicBezTo>
                  <a:pt x="249813" y="12326"/>
                  <a:pt x="255137" y="14248"/>
                  <a:pt x="259265" y="18093"/>
                </a:cubicBezTo>
                <a:cubicBezTo>
                  <a:pt x="263392" y="21938"/>
                  <a:pt x="265456" y="26442"/>
                  <a:pt x="265456" y="31606"/>
                </a:cubicBezTo>
                <a:cubicBezTo>
                  <a:pt x="265456" y="34659"/>
                  <a:pt x="264787" y="37411"/>
                  <a:pt x="263449" y="39861"/>
                </a:cubicBezTo>
                <a:cubicBezTo>
                  <a:pt x="262111" y="42311"/>
                  <a:pt x="260499" y="44233"/>
                  <a:pt x="258614" y="45628"/>
                </a:cubicBezTo>
                <a:cubicBezTo>
                  <a:pt x="255787" y="47739"/>
                  <a:pt x="252866" y="49284"/>
                  <a:pt x="249851" y="50264"/>
                </a:cubicBezTo>
                <a:cubicBezTo>
                  <a:pt x="247664" y="50981"/>
                  <a:pt x="244951" y="51339"/>
                  <a:pt x="241709" y="51339"/>
                </a:cubicBezTo>
                <a:lnTo>
                  <a:pt x="226839" y="51339"/>
                </a:lnTo>
                <a:moveTo>
                  <a:pt x="226839" y="46589"/>
                </a:moveTo>
                <a:lnTo>
                  <a:pt x="241992" y="46589"/>
                </a:lnTo>
                <a:cubicBezTo>
                  <a:pt x="245497" y="46589"/>
                  <a:pt x="248786" y="45807"/>
                  <a:pt x="251858" y="44243"/>
                </a:cubicBezTo>
                <a:cubicBezTo>
                  <a:pt x="254930" y="42679"/>
                  <a:pt x="257173" y="40766"/>
                  <a:pt x="258586" y="38504"/>
                </a:cubicBezTo>
                <a:cubicBezTo>
                  <a:pt x="260000" y="36242"/>
                  <a:pt x="260706" y="33943"/>
                  <a:pt x="260706" y="31606"/>
                </a:cubicBezTo>
                <a:cubicBezTo>
                  <a:pt x="260706" y="27874"/>
                  <a:pt x="259104" y="24520"/>
                  <a:pt x="255901" y="21542"/>
                </a:cubicBezTo>
                <a:cubicBezTo>
                  <a:pt x="252697" y="18564"/>
                  <a:pt x="248645" y="17075"/>
                  <a:pt x="243744" y="17075"/>
                </a:cubicBezTo>
                <a:lnTo>
                  <a:pt x="226839" y="17075"/>
                </a:lnTo>
                <a:lnTo>
                  <a:pt x="226839" y="46589"/>
                </a:lnTo>
                <a:close/>
                <a:moveTo>
                  <a:pt x="327989" y="4127"/>
                </a:moveTo>
                <a:lnTo>
                  <a:pt x="289768" y="85998"/>
                </a:lnTo>
                <a:cubicBezTo>
                  <a:pt x="289127" y="87393"/>
                  <a:pt x="288298" y="88090"/>
                  <a:pt x="287280" y="88090"/>
                </a:cubicBezTo>
                <a:cubicBezTo>
                  <a:pt x="286639" y="88090"/>
                  <a:pt x="286083" y="87854"/>
                  <a:pt x="285612" y="87383"/>
                </a:cubicBezTo>
                <a:cubicBezTo>
                  <a:pt x="285141" y="86912"/>
                  <a:pt x="284905" y="86394"/>
                  <a:pt x="284905" y="85828"/>
                </a:cubicBezTo>
                <a:cubicBezTo>
                  <a:pt x="284905" y="85376"/>
                  <a:pt x="285094" y="84754"/>
                  <a:pt x="285471" y="83962"/>
                </a:cubicBezTo>
                <a:lnTo>
                  <a:pt x="323635" y="2092"/>
                </a:lnTo>
                <a:cubicBezTo>
                  <a:pt x="324050" y="1225"/>
                  <a:pt x="324446" y="660"/>
                  <a:pt x="324823" y="396"/>
                </a:cubicBezTo>
                <a:cubicBezTo>
                  <a:pt x="325200" y="132"/>
                  <a:pt x="325652" y="0"/>
                  <a:pt x="326180" y="0"/>
                </a:cubicBezTo>
                <a:cubicBezTo>
                  <a:pt x="326820" y="0"/>
                  <a:pt x="327376" y="236"/>
                  <a:pt x="327848" y="707"/>
                </a:cubicBezTo>
                <a:cubicBezTo>
                  <a:pt x="328319" y="1178"/>
                  <a:pt x="328554" y="1696"/>
                  <a:pt x="328554" y="2262"/>
                </a:cubicBezTo>
                <a:cubicBezTo>
                  <a:pt x="328554" y="2676"/>
                  <a:pt x="328366" y="3298"/>
                  <a:pt x="327989" y="4127"/>
                </a:cubicBezTo>
                <a:close/>
                <a:moveTo>
                  <a:pt x="378479" y="6559"/>
                </a:moveTo>
                <a:lnTo>
                  <a:pt x="378479" y="73729"/>
                </a:lnTo>
                <a:lnTo>
                  <a:pt x="394762" y="73729"/>
                </a:lnTo>
                <a:cubicBezTo>
                  <a:pt x="395893" y="73729"/>
                  <a:pt x="396703" y="73945"/>
                  <a:pt x="397193" y="74379"/>
                </a:cubicBezTo>
                <a:cubicBezTo>
                  <a:pt x="397684" y="74812"/>
                  <a:pt x="397929" y="75387"/>
                  <a:pt x="397929" y="76103"/>
                </a:cubicBezTo>
                <a:cubicBezTo>
                  <a:pt x="397929" y="76782"/>
                  <a:pt x="397684" y="77347"/>
                  <a:pt x="397193" y="77800"/>
                </a:cubicBezTo>
                <a:cubicBezTo>
                  <a:pt x="396703" y="78252"/>
                  <a:pt x="395893" y="78478"/>
                  <a:pt x="394762" y="78478"/>
                </a:cubicBezTo>
                <a:lnTo>
                  <a:pt x="357446" y="78478"/>
                </a:lnTo>
                <a:cubicBezTo>
                  <a:pt x="356315" y="78478"/>
                  <a:pt x="355504" y="78252"/>
                  <a:pt x="355014" y="77800"/>
                </a:cubicBezTo>
                <a:cubicBezTo>
                  <a:pt x="354524" y="77347"/>
                  <a:pt x="354279" y="76782"/>
                  <a:pt x="354279" y="76103"/>
                </a:cubicBezTo>
                <a:cubicBezTo>
                  <a:pt x="354279" y="75387"/>
                  <a:pt x="354524" y="74812"/>
                  <a:pt x="355014" y="74379"/>
                </a:cubicBezTo>
                <a:cubicBezTo>
                  <a:pt x="355504" y="73945"/>
                  <a:pt x="356315" y="73729"/>
                  <a:pt x="357446" y="73729"/>
                </a:cubicBezTo>
                <a:lnTo>
                  <a:pt x="373729" y="73729"/>
                </a:lnTo>
                <a:lnTo>
                  <a:pt x="373729" y="13117"/>
                </a:lnTo>
                <a:lnTo>
                  <a:pt x="358237" y="17980"/>
                </a:lnTo>
                <a:cubicBezTo>
                  <a:pt x="357483" y="18206"/>
                  <a:pt x="356937" y="18319"/>
                  <a:pt x="356598" y="18319"/>
                </a:cubicBezTo>
                <a:cubicBezTo>
                  <a:pt x="356032" y="18319"/>
                  <a:pt x="355514" y="18083"/>
                  <a:pt x="355043" y="17612"/>
                </a:cubicBezTo>
                <a:cubicBezTo>
                  <a:pt x="354572" y="17141"/>
                  <a:pt x="354336" y="16585"/>
                  <a:pt x="354336" y="15944"/>
                </a:cubicBezTo>
                <a:cubicBezTo>
                  <a:pt x="354336" y="15379"/>
                  <a:pt x="354524" y="14851"/>
                  <a:pt x="354901" y="14361"/>
                </a:cubicBezTo>
                <a:cubicBezTo>
                  <a:pt x="355203" y="14060"/>
                  <a:pt x="355825" y="13739"/>
                  <a:pt x="356767" y="13400"/>
                </a:cubicBezTo>
                <a:lnTo>
                  <a:pt x="378479" y="6559"/>
                </a:lnTo>
                <a:close/>
                <a:moveTo>
                  <a:pt x="444630" y="64908"/>
                </a:moveTo>
                <a:lnTo>
                  <a:pt x="446666" y="64908"/>
                </a:lnTo>
                <a:cubicBezTo>
                  <a:pt x="448777" y="64908"/>
                  <a:pt x="450586" y="65656"/>
                  <a:pt x="452094" y="67150"/>
                </a:cubicBezTo>
                <a:cubicBezTo>
                  <a:pt x="453601" y="68644"/>
                  <a:pt x="454355" y="70450"/>
                  <a:pt x="454355" y="72570"/>
                </a:cubicBezTo>
                <a:cubicBezTo>
                  <a:pt x="454355" y="74764"/>
                  <a:pt x="453592" y="76599"/>
                  <a:pt x="452065" y="78075"/>
                </a:cubicBezTo>
                <a:cubicBezTo>
                  <a:pt x="450539" y="79550"/>
                  <a:pt x="448739" y="80287"/>
                  <a:pt x="446666" y="80287"/>
                </a:cubicBezTo>
                <a:lnTo>
                  <a:pt x="444630" y="80287"/>
                </a:lnTo>
                <a:cubicBezTo>
                  <a:pt x="442519" y="80287"/>
                  <a:pt x="440710" y="79540"/>
                  <a:pt x="439202" y="78047"/>
                </a:cubicBezTo>
                <a:cubicBezTo>
                  <a:pt x="437695" y="76552"/>
                  <a:pt x="436941" y="74745"/>
                  <a:pt x="436941" y="72626"/>
                </a:cubicBezTo>
                <a:cubicBezTo>
                  <a:pt x="436941" y="70432"/>
                  <a:pt x="437704" y="68597"/>
                  <a:pt x="439231" y="67122"/>
                </a:cubicBezTo>
                <a:cubicBezTo>
                  <a:pt x="440757" y="65646"/>
                  <a:pt x="442557" y="64908"/>
                  <a:pt x="444630" y="64908"/>
                </a:cubicBezTo>
                <a:close/>
                <a:moveTo>
                  <a:pt x="517454" y="6559"/>
                </a:moveTo>
                <a:lnTo>
                  <a:pt x="517454" y="73729"/>
                </a:lnTo>
                <a:lnTo>
                  <a:pt x="533738" y="73729"/>
                </a:lnTo>
                <a:cubicBezTo>
                  <a:pt x="534868" y="73729"/>
                  <a:pt x="535679" y="73945"/>
                  <a:pt x="536169" y="74379"/>
                </a:cubicBezTo>
                <a:cubicBezTo>
                  <a:pt x="536659" y="74812"/>
                  <a:pt x="536904" y="75387"/>
                  <a:pt x="536904" y="76103"/>
                </a:cubicBezTo>
                <a:cubicBezTo>
                  <a:pt x="536904" y="76782"/>
                  <a:pt x="536659" y="77347"/>
                  <a:pt x="536169" y="77800"/>
                </a:cubicBezTo>
                <a:cubicBezTo>
                  <a:pt x="535679" y="78252"/>
                  <a:pt x="534868" y="78478"/>
                  <a:pt x="533738" y="78478"/>
                </a:cubicBezTo>
                <a:lnTo>
                  <a:pt x="496421" y="78478"/>
                </a:lnTo>
                <a:cubicBezTo>
                  <a:pt x="495290" y="78478"/>
                  <a:pt x="494480" y="78252"/>
                  <a:pt x="493990" y="77800"/>
                </a:cubicBezTo>
                <a:cubicBezTo>
                  <a:pt x="493500" y="77347"/>
                  <a:pt x="493255" y="76782"/>
                  <a:pt x="493255" y="76103"/>
                </a:cubicBezTo>
                <a:cubicBezTo>
                  <a:pt x="493255" y="75387"/>
                  <a:pt x="493500" y="74812"/>
                  <a:pt x="493990" y="74379"/>
                </a:cubicBezTo>
                <a:cubicBezTo>
                  <a:pt x="494480" y="73945"/>
                  <a:pt x="495290" y="73729"/>
                  <a:pt x="496421" y="73729"/>
                </a:cubicBezTo>
                <a:lnTo>
                  <a:pt x="512705" y="73729"/>
                </a:lnTo>
                <a:lnTo>
                  <a:pt x="512705" y="13117"/>
                </a:lnTo>
                <a:lnTo>
                  <a:pt x="497213" y="17980"/>
                </a:lnTo>
                <a:cubicBezTo>
                  <a:pt x="496459" y="18206"/>
                  <a:pt x="495912" y="18319"/>
                  <a:pt x="495573" y="18319"/>
                </a:cubicBezTo>
                <a:cubicBezTo>
                  <a:pt x="495007" y="18319"/>
                  <a:pt x="494489" y="18083"/>
                  <a:pt x="494018" y="17612"/>
                </a:cubicBezTo>
                <a:cubicBezTo>
                  <a:pt x="493547" y="17141"/>
                  <a:pt x="493311" y="16585"/>
                  <a:pt x="493311" y="15944"/>
                </a:cubicBezTo>
                <a:cubicBezTo>
                  <a:pt x="493311" y="15379"/>
                  <a:pt x="493500" y="14851"/>
                  <a:pt x="493877" y="14361"/>
                </a:cubicBezTo>
                <a:cubicBezTo>
                  <a:pt x="494178" y="14060"/>
                  <a:pt x="494800" y="13739"/>
                  <a:pt x="495743" y="13400"/>
                </a:cubicBezTo>
                <a:lnTo>
                  <a:pt x="517454" y="6559"/>
                </a:lnTo>
                <a:close/>
                <a:moveTo>
                  <a:pt x="633644" y="73729"/>
                </a:moveTo>
                <a:lnTo>
                  <a:pt x="670113" y="73729"/>
                </a:lnTo>
                <a:lnTo>
                  <a:pt x="670113" y="71842"/>
                </a:lnTo>
                <a:cubicBezTo>
                  <a:pt x="670113" y="70698"/>
                  <a:pt x="670339" y="69879"/>
                  <a:pt x="670791" y="69384"/>
                </a:cubicBezTo>
                <a:cubicBezTo>
                  <a:pt x="671244" y="68888"/>
                  <a:pt x="671828" y="68640"/>
                  <a:pt x="672544" y="68640"/>
                </a:cubicBezTo>
                <a:cubicBezTo>
                  <a:pt x="673222" y="68640"/>
                  <a:pt x="673788" y="68887"/>
                  <a:pt x="674240" y="69380"/>
                </a:cubicBezTo>
                <a:cubicBezTo>
                  <a:pt x="674692" y="69873"/>
                  <a:pt x="674919" y="70687"/>
                  <a:pt x="674919" y="71824"/>
                </a:cubicBezTo>
                <a:lnTo>
                  <a:pt x="674919" y="78478"/>
                </a:lnTo>
                <a:lnTo>
                  <a:pt x="629008" y="78478"/>
                </a:lnTo>
                <a:lnTo>
                  <a:pt x="629008" y="71467"/>
                </a:lnTo>
                <a:cubicBezTo>
                  <a:pt x="638657" y="62789"/>
                  <a:pt x="648043" y="53960"/>
                  <a:pt x="657165" y="44980"/>
                </a:cubicBezTo>
                <a:cubicBezTo>
                  <a:pt x="661424" y="40792"/>
                  <a:pt x="664346" y="37718"/>
                  <a:pt x="665929" y="35756"/>
                </a:cubicBezTo>
                <a:cubicBezTo>
                  <a:pt x="667512" y="33795"/>
                  <a:pt x="668596" y="32070"/>
                  <a:pt x="669180" y="30579"/>
                </a:cubicBezTo>
                <a:cubicBezTo>
                  <a:pt x="669764" y="29089"/>
                  <a:pt x="670056" y="27590"/>
                  <a:pt x="670056" y="26081"/>
                </a:cubicBezTo>
                <a:cubicBezTo>
                  <a:pt x="670056" y="21991"/>
                  <a:pt x="668417" y="18375"/>
                  <a:pt x="665137" y="15232"/>
                </a:cubicBezTo>
                <a:cubicBezTo>
                  <a:pt x="661858" y="12088"/>
                  <a:pt x="657900" y="10517"/>
                  <a:pt x="653264" y="10517"/>
                </a:cubicBezTo>
                <a:cubicBezTo>
                  <a:pt x="649117" y="10517"/>
                  <a:pt x="645442" y="11704"/>
                  <a:pt x="642238" y="14079"/>
                </a:cubicBezTo>
                <a:cubicBezTo>
                  <a:pt x="639034" y="16453"/>
                  <a:pt x="636961" y="19393"/>
                  <a:pt x="636019" y="22899"/>
                </a:cubicBezTo>
                <a:cubicBezTo>
                  <a:pt x="635793" y="23803"/>
                  <a:pt x="635510" y="24388"/>
                  <a:pt x="635171" y="24652"/>
                </a:cubicBezTo>
                <a:cubicBezTo>
                  <a:pt x="634718" y="25029"/>
                  <a:pt x="634191" y="25217"/>
                  <a:pt x="633588" y="25217"/>
                </a:cubicBezTo>
                <a:cubicBezTo>
                  <a:pt x="632947" y="25217"/>
                  <a:pt x="632410" y="25001"/>
                  <a:pt x="631976" y="24569"/>
                </a:cubicBezTo>
                <a:cubicBezTo>
                  <a:pt x="631543" y="24136"/>
                  <a:pt x="631326" y="23620"/>
                  <a:pt x="631326" y="23019"/>
                </a:cubicBezTo>
                <a:cubicBezTo>
                  <a:pt x="631326" y="21214"/>
                  <a:pt x="632315" y="18771"/>
                  <a:pt x="634294" y="15690"/>
                </a:cubicBezTo>
                <a:cubicBezTo>
                  <a:pt x="636273" y="12607"/>
                  <a:pt x="639006" y="10183"/>
                  <a:pt x="642493" y="8417"/>
                </a:cubicBezTo>
                <a:cubicBezTo>
                  <a:pt x="645979" y="6651"/>
                  <a:pt x="649551" y="5767"/>
                  <a:pt x="653207" y="5767"/>
                </a:cubicBezTo>
                <a:cubicBezTo>
                  <a:pt x="659125" y="5767"/>
                  <a:pt x="664214" y="7823"/>
                  <a:pt x="668473" y="11935"/>
                </a:cubicBezTo>
                <a:cubicBezTo>
                  <a:pt x="672732" y="16047"/>
                  <a:pt x="674862" y="20706"/>
                  <a:pt x="674862" y="25911"/>
                </a:cubicBezTo>
                <a:cubicBezTo>
                  <a:pt x="674862" y="28099"/>
                  <a:pt x="674504" y="30108"/>
                  <a:pt x="673788" y="31938"/>
                </a:cubicBezTo>
                <a:cubicBezTo>
                  <a:pt x="673072" y="33768"/>
                  <a:pt x="671856" y="35766"/>
                  <a:pt x="670141" y="37935"/>
                </a:cubicBezTo>
                <a:cubicBezTo>
                  <a:pt x="668426" y="40104"/>
                  <a:pt x="665344" y="43376"/>
                  <a:pt x="660897" y="47752"/>
                </a:cubicBezTo>
                <a:cubicBezTo>
                  <a:pt x="649739" y="58769"/>
                  <a:pt x="640655" y="67315"/>
                  <a:pt x="633644" y="73389"/>
                </a:cubicBezTo>
                <a:lnTo>
                  <a:pt x="633644" y="73729"/>
                </a:lnTo>
                <a:close/>
                <a:moveTo>
                  <a:pt x="745368" y="37113"/>
                </a:moveTo>
                <a:lnTo>
                  <a:pt x="745368" y="48884"/>
                </a:lnTo>
                <a:cubicBezTo>
                  <a:pt x="745368" y="59106"/>
                  <a:pt x="742936" y="67198"/>
                  <a:pt x="738074" y="73158"/>
                </a:cubicBezTo>
                <a:cubicBezTo>
                  <a:pt x="734267" y="77835"/>
                  <a:pt x="729461" y="80174"/>
                  <a:pt x="723656" y="80174"/>
                </a:cubicBezTo>
                <a:cubicBezTo>
                  <a:pt x="720867" y="80174"/>
                  <a:pt x="718238" y="79618"/>
                  <a:pt x="715769" y="78504"/>
                </a:cubicBezTo>
                <a:cubicBezTo>
                  <a:pt x="713300" y="77393"/>
                  <a:pt x="711198" y="75836"/>
                  <a:pt x="709465" y="73836"/>
                </a:cubicBezTo>
                <a:cubicBezTo>
                  <a:pt x="708371" y="72591"/>
                  <a:pt x="707175" y="70592"/>
                  <a:pt x="705874" y="67840"/>
                </a:cubicBezTo>
                <a:cubicBezTo>
                  <a:pt x="704574" y="65086"/>
                  <a:pt x="703641" y="62558"/>
                  <a:pt x="703075" y="60256"/>
                </a:cubicBezTo>
                <a:cubicBezTo>
                  <a:pt x="702209" y="57012"/>
                  <a:pt x="701775" y="53222"/>
                  <a:pt x="701775" y="48884"/>
                </a:cubicBezTo>
                <a:lnTo>
                  <a:pt x="701775" y="37113"/>
                </a:lnTo>
                <a:cubicBezTo>
                  <a:pt x="701775" y="26854"/>
                  <a:pt x="704206" y="18744"/>
                  <a:pt x="709069" y="12783"/>
                </a:cubicBezTo>
                <a:cubicBezTo>
                  <a:pt x="712876" y="8106"/>
                  <a:pt x="717682" y="5767"/>
                  <a:pt x="723487" y="5767"/>
                </a:cubicBezTo>
                <a:cubicBezTo>
                  <a:pt x="726314" y="5767"/>
                  <a:pt x="728952" y="6324"/>
                  <a:pt x="731402" y="7437"/>
                </a:cubicBezTo>
                <a:cubicBezTo>
                  <a:pt x="733852" y="8549"/>
                  <a:pt x="735944" y="10105"/>
                  <a:pt x="737678" y="12105"/>
                </a:cubicBezTo>
                <a:cubicBezTo>
                  <a:pt x="738809" y="13388"/>
                  <a:pt x="740015" y="15406"/>
                  <a:pt x="741297" y="18160"/>
                </a:cubicBezTo>
                <a:cubicBezTo>
                  <a:pt x="742578" y="20913"/>
                  <a:pt x="743521" y="23421"/>
                  <a:pt x="744124" y="25685"/>
                </a:cubicBezTo>
                <a:cubicBezTo>
                  <a:pt x="744953" y="28929"/>
                  <a:pt x="745368" y="32739"/>
                  <a:pt x="745368" y="37113"/>
                </a:cubicBezTo>
                <a:moveTo>
                  <a:pt x="740618" y="37751"/>
                </a:moveTo>
                <a:cubicBezTo>
                  <a:pt x="740618" y="33262"/>
                  <a:pt x="739987" y="29085"/>
                  <a:pt x="738724" y="25219"/>
                </a:cubicBezTo>
                <a:cubicBezTo>
                  <a:pt x="737461" y="21352"/>
                  <a:pt x="736038" y="18266"/>
                  <a:pt x="734455" y="15962"/>
                </a:cubicBezTo>
                <a:cubicBezTo>
                  <a:pt x="733513" y="14640"/>
                  <a:pt x="732288" y="13498"/>
                  <a:pt x="730780" y="12536"/>
                </a:cubicBezTo>
                <a:cubicBezTo>
                  <a:pt x="728632" y="11190"/>
                  <a:pt x="726219" y="10517"/>
                  <a:pt x="723543" y="10517"/>
                </a:cubicBezTo>
                <a:cubicBezTo>
                  <a:pt x="718228" y="10560"/>
                  <a:pt x="714063" y="13301"/>
                  <a:pt x="711048" y="18740"/>
                </a:cubicBezTo>
                <a:cubicBezTo>
                  <a:pt x="708032" y="24177"/>
                  <a:pt x="706524" y="30516"/>
                  <a:pt x="706524" y="37757"/>
                </a:cubicBezTo>
                <a:lnTo>
                  <a:pt x="706524" y="48220"/>
                </a:lnTo>
                <a:cubicBezTo>
                  <a:pt x="706524" y="52708"/>
                  <a:pt x="707156" y="56894"/>
                  <a:pt x="708419" y="60779"/>
                </a:cubicBezTo>
                <a:cubicBezTo>
                  <a:pt x="709681" y="64663"/>
                  <a:pt x="711123" y="67754"/>
                  <a:pt x="712744" y="70053"/>
                </a:cubicBezTo>
                <a:cubicBezTo>
                  <a:pt x="713649" y="71335"/>
                  <a:pt x="714855" y="72447"/>
                  <a:pt x="716362" y="73389"/>
                </a:cubicBezTo>
                <a:cubicBezTo>
                  <a:pt x="718511" y="74746"/>
                  <a:pt x="720942" y="75425"/>
                  <a:pt x="723656" y="75425"/>
                </a:cubicBezTo>
                <a:cubicBezTo>
                  <a:pt x="728933" y="75425"/>
                  <a:pt x="733080" y="72701"/>
                  <a:pt x="736095" y="67255"/>
                </a:cubicBezTo>
                <a:cubicBezTo>
                  <a:pt x="739111" y="61808"/>
                  <a:pt x="740618" y="55463"/>
                  <a:pt x="740618" y="48220"/>
                </a:cubicBezTo>
                <a:lnTo>
                  <a:pt x="740618" y="37751"/>
                </a:lnTo>
                <a:close/>
                <a:moveTo>
                  <a:pt x="814855" y="37113"/>
                </a:moveTo>
                <a:lnTo>
                  <a:pt x="814855" y="48884"/>
                </a:lnTo>
                <a:cubicBezTo>
                  <a:pt x="814855" y="59106"/>
                  <a:pt x="812424" y="67198"/>
                  <a:pt x="807561" y="73158"/>
                </a:cubicBezTo>
                <a:cubicBezTo>
                  <a:pt x="803754" y="77835"/>
                  <a:pt x="798949" y="80174"/>
                  <a:pt x="793144" y="80174"/>
                </a:cubicBezTo>
                <a:cubicBezTo>
                  <a:pt x="790354" y="80174"/>
                  <a:pt x="787725" y="79618"/>
                  <a:pt x="785256" y="78504"/>
                </a:cubicBezTo>
                <a:cubicBezTo>
                  <a:pt x="782787" y="77393"/>
                  <a:pt x="780686" y="75836"/>
                  <a:pt x="778952" y="73836"/>
                </a:cubicBezTo>
                <a:cubicBezTo>
                  <a:pt x="777859" y="72591"/>
                  <a:pt x="776662" y="70592"/>
                  <a:pt x="775362" y="67840"/>
                </a:cubicBezTo>
                <a:cubicBezTo>
                  <a:pt x="774061" y="65086"/>
                  <a:pt x="773128" y="62558"/>
                  <a:pt x="772563" y="60256"/>
                </a:cubicBezTo>
                <a:cubicBezTo>
                  <a:pt x="771696" y="57012"/>
                  <a:pt x="771263" y="53222"/>
                  <a:pt x="771263" y="48884"/>
                </a:cubicBezTo>
                <a:lnTo>
                  <a:pt x="771263" y="37113"/>
                </a:lnTo>
                <a:cubicBezTo>
                  <a:pt x="771263" y="26854"/>
                  <a:pt x="773694" y="18744"/>
                  <a:pt x="778556" y="12783"/>
                </a:cubicBezTo>
                <a:cubicBezTo>
                  <a:pt x="782363" y="8106"/>
                  <a:pt x="787169" y="5767"/>
                  <a:pt x="792974" y="5767"/>
                </a:cubicBezTo>
                <a:cubicBezTo>
                  <a:pt x="795801" y="5767"/>
                  <a:pt x="798440" y="6324"/>
                  <a:pt x="800890" y="7437"/>
                </a:cubicBezTo>
                <a:cubicBezTo>
                  <a:pt x="803340" y="8549"/>
                  <a:pt x="805432" y="10105"/>
                  <a:pt x="807166" y="12105"/>
                </a:cubicBezTo>
                <a:cubicBezTo>
                  <a:pt x="808297" y="13388"/>
                  <a:pt x="809503" y="15406"/>
                  <a:pt x="810784" y="18160"/>
                </a:cubicBezTo>
                <a:cubicBezTo>
                  <a:pt x="812066" y="20913"/>
                  <a:pt x="813008" y="23421"/>
                  <a:pt x="813611" y="25685"/>
                </a:cubicBezTo>
                <a:cubicBezTo>
                  <a:pt x="814441" y="28929"/>
                  <a:pt x="814855" y="32739"/>
                  <a:pt x="814855" y="37113"/>
                </a:cubicBezTo>
                <a:moveTo>
                  <a:pt x="810106" y="37751"/>
                </a:moveTo>
                <a:cubicBezTo>
                  <a:pt x="810106" y="33262"/>
                  <a:pt x="809474" y="29085"/>
                  <a:pt x="808212" y="25219"/>
                </a:cubicBezTo>
                <a:cubicBezTo>
                  <a:pt x="806949" y="21352"/>
                  <a:pt x="805526" y="18266"/>
                  <a:pt x="803943" y="15962"/>
                </a:cubicBezTo>
                <a:cubicBezTo>
                  <a:pt x="803001" y="14640"/>
                  <a:pt x="801776" y="13498"/>
                  <a:pt x="800268" y="12536"/>
                </a:cubicBezTo>
                <a:cubicBezTo>
                  <a:pt x="798119" y="11190"/>
                  <a:pt x="795707" y="10517"/>
                  <a:pt x="793031" y="10517"/>
                </a:cubicBezTo>
                <a:cubicBezTo>
                  <a:pt x="787716" y="10560"/>
                  <a:pt x="783551" y="13301"/>
                  <a:pt x="780535" y="18740"/>
                </a:cubicBezTo>
                <a:cubicBezTo>
                  <a:pt x="777520" y="24177"/>
                  <a:pt x="776012" y="30516"/>
                  <a:pt x="776012" y="37757"/>
                </a:cubicBezTo>
                <a:lnTo>
                  <a:pt x="776012" y="48220"/>
                </a:lnTo>
                <a:cubicBezTo>
                  <a:pt x="776012" y="52708"/>
                  <a:pt x="776643" y="56894"/>
                  <a:pt x="777906" y="60779"/>
                </a:cubicBezTo>
                <a:cubicBezTo>
                  <a:pt x="779169" y="64663"/>
                  <a:pt x="780611" y="67754"/>
                  <a:pt x="782231" y="70053"/>
                </a:cubicBezTo>
                <a:cubicBezTo>
                  <a:pt x="783136" y="71335"/>
                  <a:pt x="784342" y="72447"/>
                  <a:pt x="785850" y="73389"/>
                </a:cubicBezTo>
                <a:cubicBezTo>
                  <a:pt x="787999" y="74746"/>
                  <a:pt x="790430" y="75425"/>
                  <a:pt x="793144" y="75425"/>
                </a:cubicBezTo>
                <a:cubicBezTo>
                  <a:pt x="798421" y="75425"/>
                  <a:pt x="802567" y="72701"/>
                  <a:pt x="805583" y="67255"/>
                </a:cubicBezTo>
                <a:cubicBezTo>
                  <a:pt x="808598" y="61808"/>
                  <a:pt x="810106" y="55463"/>
                  <a:pt x="810106" y="48220"/>
                </a:cubicBezTo>
                <a:lnTo>
                  <a:pt x="810106" y="37751"/>
                </a:lnTo>
                <a:close/>
                <a:moveTo>
                  <a:pt x="961067" y="45572"/>
                </a:moveTo>
                <a:cubicBezTo>
                  <a:pt x="961067" y="51893"/>
                  <a:pt x="959786" y="57755"/>
                  <a:pt x="957223" y="63156"/>
                </a:cubicBezTo>
                <a:cubicBezTo>
                  <a:pt x="954660" y="68555"/>
                  <a:pt x="951126" y="72760"/>
                  <a:pt x="946621" y="75771"/>
                </a:cubicBezTo>
                <a:cubicBezTo>
                  <a:pt x="942117" y="78782"/>
                  <a:pt x="937283" y="80287"/>
                  <a:pt x="932119" y="80287"/>
                </a:cubicBezTo>
                <a:cubicBezTo>
                  <a:pt x="924467" y="80287"/>
                  <a:pt x="917729" y="77042"/>
                  <a:pt x="911906" y="70550"/>
                </a:cubicBezTo>
                <a:cubicBezTo>
                  <a:pt x="906082" y="64058"/>
                  <a:pt x="903170" y="55732"/>
                  <a:pt x="903170" y="45572"/>
                </a:cubicBezTo>
                <a:cubicBezTo>
                  <a:pt x="903170" y="35373"/>
                  <a:pt x="906082" y="27037"/>
                  <a:pt x="911906" y="20565"/>
                </a:cubicBezTo>
                <a:cubicBezTo>
                  <a:pt x="917729" y="14092"/>
                  <a:pt x="924467" y="10856"/>
                  <a:pt x="932119" y="10856"/>
                </a:cubicBezTo>
                <a:cubicBezTo>
                  <a:pt x="937283" y="10856"/>
                  <a:pt x="942108" y="12361"/>
                  <a:pt x="946593" y="15372"/>
                </a:cubicBezTo>
                <a:cubicBezTo>
                  <a:pt x="951079" y="18383"/>
                  <a:pt x="954612" y="22579"/>
                  <a:pt x="957194" y="27961"/>
                </a:cubicBezTo>
                <a:cubicBezTo>
                  <a:pt x="959776" y="33342"/>
                  <a:pt x="961067" y="39212"/>
                  <a:pt x="961067" y="45572"/>
                </a:cubicBezTo>
                <a:moveTo>
                  <a:pt x="956262" y="45572"/>
                </a:moveTo>
                <a:cubicBezTo>
                  <a:pt x="956262" y="37858"/>
                  <a:pt x="954019" y="30936"/>
                  <a:pt x="949533" y="24804"/>
                </a:cubicBezTo>
                <a:cubicBezTo>
                  <a:pt x="945048" y="18671"/>
                  <a:pt x="939243" y="15605"/>
                  <a:pt x="932119" y="15605"/>
                </a:cubicBezTo>
                <a:cubicBezTo>
                  <a:pt x="925447" y="15605"/>
                  <a:pt x="919746" y="18531"/>
                  <a:pt x="915015" y="24381"/>
                </a:cubicBezTo>
                <a:cubicBezTo>
                  <a:pt x="910285" y="30231"/>
                  <a:pt x="907920" y="37294"/>
                  <a:pt x="907920" y="45572"/>
                </a:cubicBezTo>
                <a:cubicBezTo>
                  <a:pt x="907920" y="54375"/>
                  <a:pt x="910398" y="61571"/>
                  <a:pt x="915355" y="67158"/>
                </a:cubicBezTo>
                <a:cubicBezTo>
                  <a:pt x="920311" y="72744"/>
                  <a:pt x="925899" y="75538"/>
                  <a:pt x="932119" y="75538"/>
                </a:cubicBezTo>
                <a:cubicBezTo>
                  <a:pt x="939243" y="75538"/>
                  <a:pt x="945048" y="72481"/>
                  <a:pt x="949533" y="66368"/>
                </a:cubicBezTo>
                <a:cubicBezTo>
                  <a:pt x="954019" y="60254"/>
                  <a:pt x="956262" y="53322"/>
                  <a:pt x="956262" y="45572"/>
                </a:cubicBezTo>
                <a:close/>
                <a:moveTo>
                  <a:pt x="986115" y="52630"/>
                </a:moveTo>
                <a:lnTo>
                  <a:pt x="986115" y="73729"/>
                </a:lnTo>
                <a:lnTo>
                  <a:pt x="994878" y="73729"/>
                </a:lnTo>
                <a:cubicBezTo>
                  <a:pt x="996047" y="73729"/>
                  <a:pt x="996876" y="73945"/>
                  <a:pt x="997366" y="74379"/>
                </a:cubicBezTo>
                <a:cubicBezTo>
                  <a:pt x="997856" y="74812"/>
                  <a:pt x="998101" y="75387"/>
                  <a:pt x="998101" y="76103"/>
                </a:cubicBezTo>
                <a:cubicBezTo>
                  <a:pt x="998101" y="76782"/>
                  <a:pt x="997856" y="77347"/>
                  <a:pt x="997366" y="77800"/>
                </a:cubicBezTo>
                <a:cubicBezTo>
                  <a:pt x="996876" y="78252"/>
                  <a:pt x="996047" y="78478"/>
                  <a:pt x="994878" y="78478"/>
                </a:cubicBezTo>
                <a:lnTo>
                  <a:pt x="974976" y="78478"/>
                </a:lnTo>
                <a:cubicBezTo>
                  <a:pt x="973845" y="78478"/>
                  <a:pt x="973035" y="78252"/>
                  <a:pt x="972545" y="77800"/>
                </a:cubicBezTo>
                <a:cubicBezTo>
                  <a:pt x="972055" y="77347"/>
                  <a:pt x="971810" y="76782"/>
                  <a:pt x="971810" y="76103"/>
                </a:cubicBezTo>
                <a:cubicBezTo>
                  <a:pt x="971810" y="75387"/>
                  <a:pt x="972055" y="74812"/>
                  <a:pt x="972545" y="74379"/>
                </a:cubicBezTo>
                <a:cubicBezTo>
                  <a:pt x="973035" y="73945"/>
                  <a:pt x="973845" y="73729"/>
                  <a:pt x="974976" y="73729"/>
                </a:cubicBezTo>
                <a:lnTo>
                  <a:pt x="981365" y="73729"/>
                </a:lnTo>
                <a:lnTo>
                  <a:pt x="981365" y="17075"/>
                </a:lnTo>
                <a:lnTo>
                  <a:pt x="974976" y="17075"/>
                </a:lnTo>
                <a:cubicBezTo>
                  <a:pt x="973845" y="17075"/>
                  <a:pt x="973035" y="16858"/>
                  <a:pt x="972545" y="16425"/>
                </a:cubicBezTo>
                <a:cubicBezTo>
                  <a:pt x="972055" y="15991"/>
                  <a:pt x="971810" y="15417"/>
                  <a:pt x="971810" y="14700"/>
                </a:cubicBezTo>
                <a:cubicBezTo>
                  <a:pt x="971810" y="13984"/>
                  <a:pt x="972055" y="13409"/>
                  <a:pt x="972545" y="12976"/>
                </a:cubicBezTo>
                <a:cubicBezTo>
                  <a:pt x="973035" y="12543"/>
                  <a:pt x="973845" y="12326"/>
                  <a:pt x="974976" y="12326"/>
                </a:cubicBezTo>
                <a:lnTo>
                  <a:pt x="994878" y="12326"/>
                </a:lnTo>
                <a:cubicBezTo>
                  <a:pt x="996047" y="12326"/>
                  <a:pt x="996876" y="12543"/>
                  <a:pt x="997366" y="12976"/>
                </a:cubicBezTo>
                <a:cubicBezTo>
                  <a:pt x="997856" y="13409"/>
                  <a:pt x="998101" y="13984"/>
                  <a:pt x="998101" y="14700"/>
                </a:cubicBezTo>
                <a:cubicBezTo>
                  <a:pt x="998101" y="15417"/>
                  <a:pt x="997856" y="15991"/>
                  <a:pt x="997366" y="16425"/>
                </a:cubicBezTo>
                <a:cubicBezTo>
                  <a:pt x="996876" y="16858"/>
                  <a:pt x="996047" y="17075"/>
                  <a:pt x="994878" y="17075"/>
                </a:cubicBezTo>
                <a:lnTo>
                  <a:pt x="986115" y="17075"/>
                </a:lnTo>
                <a:lnTo>
                  <a:pt x="986115" y="46307"/>
                </a:lnTo>
                <a:lnTo>
                  <a:pt x="1018908" y="17075"/>
                </a:lnTo>
                <a:lnTo>
                  <a:pt x="1013706" y="17075"/>
                </a:lnTo>
                <a:cubicBezTo>
                  <a:pt x="1012538" y="17075"/>
                  <a:pt x="1011708" y="16858"/>
                  <a:pt x="1011218" y="16425"/>
                </a:cubicBezTo>
                <a:cubicBezTo>
                  <a:pt x="1010728" y="15991"/>
                  <a:pt x="1010483" y="15417"/>
                  <a:pt x="1010483" y="14700"/>
                </a:cubicBezTo>
                <a:cubicBezTo>
                  <a:pt x="1010483" y="13984"/>
                  <a:pt x="1010728" y="13409"/>
                  <a:pt x="1011218" y="12976"/>
                </a:cubicBezTo>
                <a:cubicBezTo>
                  <a:pt x="1011708" y="12543"/>
                  <a:pt x="1012538" y="12326"/>
                  <a:pt x="1013706" y="12326"/>
                </a:cubicBezTo>
                <a:lnTo>
                  <a:pt x="1027672" y="12326"/>
                </a:lnTo>
                <a:cubicBezTo>
                  <a:pt x="1028803" y="12326"/>
                  <a:pt x="1029613" y="12543"/>
                  <a:pt x="1030103" y="12976"/>
                </a:cubicBezTo>
                <a:cubicBezTo>
                  <a:pt x="1030593" y="13409"/>
                  <a:pt x="1030838" y="13984"/>
                  <a:pt x="1030838" y="14700"/>
                </a:cubicBezTo>
                <a:cubicBezTo>
                  <a:pt x="1030838" y="15417"/>
                  <a:pt x="1030593" y="15991"/>
                  <a:pt x="1030103" y="16425"/>
                </a:cubicBezTo>
                <a:cubicBezTo>
                  <a:pt x="1029613" y="16858"/>
                  <a:pt x="1028803" y="17075"/>
                  <a:pt x="1027672" y="17075"/>
                </a:cubicBezTo>
                <a:lnTo>
                  <a:pt x="1025749" y="17075"/>
                </a:lnTo>
                <a:lnTo>
                  <a:pt x="999628" y="40471"/>
                </a:lnTo>
                <a:cubicBezTo>
                  <a:pt x="1003510" y="42047"/>
                  <a:pt x="1006733" y="44017"/>
                  <a:pt x="1009296" y="46381"/>
                </a:cubicBezTo>
                <a:cubicBezTo>
                  <a:pt x="1011859" y="48744"/>
                  <a:pt x="1014328" y="52111"/>
                  <a:pt x="1016703" y="56484"/>
                </a:cubicBezTo>
                <a:cubicBezTo>
                  <a:pt x="1018060" y="58934"/>
                  <a:pt x="1020548" y="64682"/>
                  <a:pt x="1024166" y="73729"/>
                </a:cubicBezTo>
                <a:lnTo>
                  <a:pt x="1030103" y="73729"/>
                </a:lnTo>
                <a:cubicBezTo>
                  <a:pt x="1031271" y="73729"/>
                  <a:pt x="1032101" y="73945"/>
                  <a:pt x="1032591" y="74379"/>
                </a:cubicBezTo>
                <a:cubicBezTo>
                  <a:pt x="1033081" y="74812"/>
                  <a:pt x="1033326" y="75387"/>
                  <a:pt x="1033326" y="76103"/>
                </a:cubicBezTo>
                <a:cubicBezTo>
                  <a:pt x="1033326" y="76782"/>
                  <a:pt x="1033081" y="77347"/>
                  <a:pt x="1032591" y="77800"/>
                </a:cubicBezTo>
                <a:cubicBezTo>
                  <a:pt x="1032101" y="78252"/>
                  <a:pt x="1031271" y="78478"/>
                  <a:pt x="1030103" y="78478"/>
                </a:cubicBezTo>
                <a:lnTo>
                  <a:pt x="1020943" y="78478"/>
                </a:lnTo>
                <a:cubicBezTo>
                  <a:pt x="1015968" y="64871"/>
                  <a:pt x="1011784" y="56116"/>
                  <a:pt x="1008391" y="52215"/>
                </a:cubicBezTo>
                <a:cubicBezTo>
                  <a:pt x="1004999" y="48314"/>
                  <a:pt x="1000759" y="45584"/>
                  <a:pt x="995670" y="44027"/>
                </a:cubicBezTo>
                <a:lnTo>
                  <a:pt x="986115" y="52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Content-Type:text/plain">
            <a:extLst xmlns:a="http://schemas.openxmlformats.org/drawingml/2006/main">
              <a:ext uri="{FF2B5EF4-FFF2-40B4-BE49-F238E27FC236}">
                <a16:creationId xmlns:a16="http://schemas.microsoft.com/office/drawing/2014/main" id="{2FBAA39A-79B6-4DD5-B53D-FF688F59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274" y="4194062"/>
            <a:ext cx="1653851" cy="100303"/>
          </a:xfrm>
          <a:custGeom xmlns:a="http://schemas.openxmlformats.org/drawingml/2006/main">
            <a:pathLst>
              <a:path w="1653851" h="100303">
                <a:moveTo>
                  <a:pt x="48455" y="18874"/>
                </a:moveTo>
                <a:lnTo>
                  <a:pt x="48455" y="15515"/>
                </a:lnTo>
                <a:cubicBezTo>
                  <a:pt x="48455" y="14376"/>
                  <a:pt x="48672" y="13560"/>
                  <a:pt x="49105" y="13066"/>
                </a:cubicBezTo>
                <a:cubicBezTo>
                  <a:pt x="49539" y="12573"/>
                  <a:pt x="50114" y="12326"/>
                  <a:pt x="50830" y="12326"/>
                </a:cubicBezTo>
                <a:cubicBezTo>
                  <a:pt x="51546" y="12326"/>
                  <a:pt x="52121" y="12571"/>
                  <a:pt x="52554" y="13061"/>
                </a:cubicBezTo>
                <a:cubicBezTo>
                  <a:pt x="52988" y="13551"/>
                  <a:pt x="53204" y="14361"/>
                  <a:pt x="53204" y="15492"/>
                </a:cubicBezTo>
                <a:lnTo>
                  <a:pt x="53204" y="28666"/>
                </a:lnTo>
                <a:cubicBezTo>
                  <a:pt x="53204" y="29834"/>
                  <a:pt x="52988" y="30664"/>
                  <a:pt x="52554" y="31154"/>
                </a:cubicBezTo>
                <a:cubicBezTo>
                  <a:pt x="52121" y="31644"/>
                  <a:pt x="51546" y="31889"/>
                  <a:pt x="50830" y="31889"/>
                </a:cubicBezTo>
                <a:cubicBezTo>
                  <a:pt x="50189" y="31889"/>
                  <a:pt x="49652" y="31664"/>
                  <a:pt x="49218" y="31214"/>
                </a:cubicBezTo>
                <a:cubicBezTo>
                  <a:pt x="48785" y="30763"/>
                  <a:pt x="48530" y="30030"/>
                  <a:pt x="48455" y="29016"/>
                </a:cubicBezTo>
                <a:cubicBezTo>
                  <a:pt x="48267" y="25860"/>
                  <a:pt x="46552" y="23061"/>
                  <a:pt x="43310" y="20620"/>
                </a:cubicBezTo>
                <a:cubicBezTo>
                  <a:pt x="38937" y="17277"/>
                  <a:pt x="33962" y="15605"/>
                  <a:pt x="28383" y="15605"/>
                </a:cubicBezTo>
                <a:cubicBezTo>
                  <a:pt x="24727" y="15605"/>
                  <a:pt x="21278" y="16414"/>
                  <a:pt x="18036" y="18031"/>
                </a:cubicBezTo>
                <a:cubicBezTo>
                  <a:pt x="15624" y="19196"/>
                  <a:pt x="13702" y="20625"/>
                  <a:pt x="12269" y="22318"/>
                </a:cubicBezTo>
                <a:cubicBezTo>
                  <a:pt x="9781" y="25253"/>
                  <a:pt x="7803" y="28508"/>
                  <a:pt x="6333" y="32081"/>
                </a:cubicBezTo>
                <a:cubicBezTo>
                  <a:pt x="5277" y="34715"/>
                  <a:pt x="4749" y="37688"/>
                  <a:pt x="4749" y="40999"/>
                </a:cubicBezTo>
                <a:lnTo>
                  <a:pt x="4749" y="49294"/>
                </a:lnTo>
                <a:cubicBezTo>
                  <a:pt x="4749" y="56368"/>
                  <a:pt x="7313" y="62510"/>
                  <a:pt x="12439" y="67721"/>
                </a:cubicBezTo>
                <a:cubicBezTo>
                  <a:pt x="17565" y="72932"/>
                  <a:pt x="23521" y="75538"/>
                  <a:pt x="30306" y="75538"/>
                </a:cubicBezTo>
                <a:cubicBezTo>
                  <a:pt x="34377" y="75538"/>
                  <a:pt x="38023" y="74652"/>
                  <a:pt x="41246" y="72880"/>
                </a:cubicBezTo>
                <a:cubicBezTo>
                  <a:pt x="44469" y="71109"/>
                  <a:pt x="47588" y="68433"/>
                  <a:pt x="50604" y="64852"/>
                </a:cubicBezTo>
                <a:cubicBezTo>
                  <a:pt x="51244" y="64060"/>
                  <a:pt x="51961" y="63664"/>
                  <a:pt x="52752" y="63664"/>
                </a:cubicBezTo>
                <a:cubicBezTo>
                  <a:pt x="53431" y="63664"/>
                  <a:pt x="53977" y="63872"/>
                  <a:pt x="54392" y="64286"/>
                </a:cubicBezTo>
                <a:cubicBezTo>
                  <a:pt x="54806" y="64701"/>
                  <a:pt x="55014" y="65229"/>
                  <a:pt x="55014" y="65869"/>
                </a:cubicBezTo>
                <a:cubicBezTo>
                  <a:pt x="55014" y="66736"/>
                  <a:pt x="54203" y="68056"/>
                  <a:pt x="52583" y="69827"/>
                </a:cubicBezTo>
                <a:cubicBezTo>
                  <a:pt x="49492" y="73295"/>
                  <a:pt x="46014" y="75905"/>
                  <a:pt x="42151" y="77658"/>
                </a:cubicBezTo>
                <a:cubicBezTo>
                  <a:pt x="38287" y="79411"/>
                  <a:pt x="34377" y="80287"/>
                  <a:pt x="30419" y="80287"/>
                </a:cubicBezTo>
                <a:cubicBezTo>
                  <a:pt x="26989" y="80287"/>
                  <a:pt x="23502" y="79629"/>
                  <a:pt x="19959" y="78312"/>
                </a:cubicBezTo>
                <a:cubicBezTo>
                  <a:pt x="17245" y="77295"/>
                  <a:pt x="15002" y="76110"/>
                  <a:pt x="13230" y="74755"/>
                </a:cubicBezTo>
                <a:cubicBezTo>
                  <a:pt x="11459" y="73401"/>
                  <a:pt x="9282" y="71115"/>
                  <a:pt x="6700" y="67898"/>
                </a:cubicBezTo>
                <a:cubicBezTo>
                  <a:pt x="4118" y="64680"/>
                  <a:pt x="2356" y="61707"/>
                  <a:pt x="1414" y="58979"/>
                </a:cubicBezTo>
                <a:cubicBezTo>
                  <a:pt x="471" y="56249"/>
                  <a:pt x="0" y="53248"/>
                  <a:pt x="0" y="49975"/>
                </a:cubicBezTo>
                <a:lnTo>
                  <a:pt x="0" y="40322"/>
                </a:lnTo>
                <a:cubicBezTo>
                  <a:pt x="0" y="35655"/>
                  <a:pt x="1253" y="30885"/>
                  <a:pt x="3760" y="26012"/>
                </a:cubicBezTo>
                <a:cubicBezTo>
                  <a:pt x="6267" y="21139"/>
                  <a:pt x="9697" y="17395"/>
                  <a:pt x="14050" y="14780"/>
                </a:cubicBezTo>
                <a:cubicBezTo>
                  <a:pt x="18404" y="12164"/>
                  <a:pt x="23125" y="10856"/>
                  <a:pt x="28214" y="10856"/>
                </a:cubicBezTo>
                <a:cubicBezTo>
                  <a:pt x="36054" y="10856"/>
                  <a:pt x="42801" y="13528"/>
                  <a:pt x="48455" y="18874"/>
                </a:cubicBezTo>
                <a:close/>
                <a:moveTo>
                  <a:pt x="123597" y="54024"/>
                </a:moveTo>
                <a:cubicBezTo>
                  <a:pt x="123597" y="61270"/>
                  <a:pt x="121005" y="67459"/>
                  <a:pt x="115822" y="72591"/>
                </a:cubicBezTo>
                <a:cubicBezTo>
                  <a:pt x="110639" y="77722"/>
                  <a:pt x="104392" y="80287"/>
                  <a:pt x="97079" y="80287"/>
                </a:cubicBezTo>
                <a:cubicBezTo>
                  <a:pt x="89691" y="80287"/>
                  <a:pt x="83415" y="77712"/>
                  <a:pt x="78251" y="72562"/>
                </a:cubicBezTo>
                <a:cubicBezTo>
                  <a:pt x="73087" y="67411"/>
                  <a:pt x="70505" y="61232"/>
                  <a:pt x="70505" y="54024"/>
                </a:cubicBezTo>
                <a:cubicBezTo>
                  <a:pt x="70505" y="46779"/>
                  <a:pt x="73087" y="40581"/>
                  <a:pt x="78251" y="35431"/>
                </a:cubicBezTo>
                <a:cubicBezTo>
                  <a:pt x="83415" y="30280"/>
                  <a:pt x="89691" y="27705"/>
                  <a:pt x="97079" y="27705"/>
                </a:cubicBezTo>
                <a:cubicBezTo>
                  <a:pt x="104392" y="27705"/>
                  <a:pt x="110639" y="30271"/>
                  <a:pt x="115822" y="35403"/>
                </a:cubicBezTo>
                <a:cubicBezTo>
                  <a:pt x="121005" y="40534"/>
                  <a:pt x="123597" y="46741"/>
                  <a:pt x="123597" y="54024"/>
                </a:cubicBezTo>
                <a:moveTo>
                  <a:pt x="118791" y="53996"/>
                </a:moveTo>
                <a:cubicBezTo>
                  <a:pt x="118791" y="48025"/>
                  <a:pt x="116670" y="42942"/>
                  <a:pt x="112430" y="38748"/>
                </a:cubicBezTo>
                <a:cubicBezTo>
                  <a:pt x="108189" y="34552"/>
                  <a:pt x="103054" y="32454"/>
                  <a:pt x="97023" y="32454"/>
                </a:cubicBezTo>
                <a:cubicBezTo>
                  <a:pt x="90992" y="32454"/>
                  <a:pt x="85856" y="34561"/>
                  <a:pt x="81615" y="38776"/>
                </a:cubicBezTo>
                <a:cubicBezTo>
                  <a:pt x="77375" y="42990"/>
                  <a:pt x="75255" y="48063"/>
                  <a:pt x="75255" y="53996"/>
                </a:cubicBezTo>
                <a:cubicBezTo>
                  <a:pt x="75255" y="59892"/>
                  <a:pt x="77375" y="64956"/>
                  <a:pt x="81615" y="69189"/>
                </a:cubicBezTo>
                <a:cubicBezTo>
                  <a:pt x="85856" y="73422"/>
                  <a:pt x="90992" y="75538"/>
                  <a:pt x="97023" y="75538"/>
                </a:cubicBezTo>
                <a:cubicBezTo>
                  <a:pt x="103054" y="75538"/>
                  <a:pt x="108189" y="73431"/>
                  <a:pt x="112430" y="69218"/>
                </a:cubicBezTo>
                <a:cubicBezTo>
                  <a:pt x="116670" y="65003"/>
                  <a:pt x="118791" y="59929"/>
                  <a:pt x="118791" y="53996"/>
                </a:cubicBezTo>
                <a:close/>
                <a:moveTo>
                  <a:pt x="151188" y="29401"/>
                </a:moveTo>
                <a:lnTo>
                  <a:pt x="151188" y="36525"/>
                </a:lnTo>
                <a:cubicBezTo>
                  <a:pt x="154505" y="33192"/>
                  <a:pt x="157502" y="30888"/>
                  <a:pt x="160178" y="29615"/>
                </a:cubicBezTo>
                <a:cubicBezTo>
                  <a:pt x="162855" y="28341"/>
                  <a:pt x="165870" y="27705"/>
                  <a:pt x="169225" y="27705"/>
                </a:cubicBezTo>
                <a:cubicBezTo>
                  <a:pt x="172843" y="27705"/>
                  <a:pt x="176142" y="28479"/>
                  <a:pt x="179119" y="30028"/>
                </a:cubicBezTo>
                <a:cubicBezTo>
                  <a:pt x="181230" y="31163"/>
                  <a:pt x="183143" y="33043"/>
                  <a:pt x="184858" y="35670"/>
                </a:cubicBezTo>
                <a:cubicBezTo>
                  <a:pt x="186573" y="38295"/>
                  <a:pt x="187431" y="40987"/>
                  <a:pt x="187431" y="43745"/>
                </a:cubicBezTo>
                <a:lnTo>
                  <a:pt x="187431" y="73729"/>
                </a:lnTo>
                <a:lnTo>
                  <a:pt x="191445" y="73729"/>
                </a:lnTo>
                <a:cubicBezTo>
                  <a:pt x="192576" y="73729"/>
                  <a:pt x="193386" y="73945"/>
                  <a:pt x="193876" y="74379"/>
                </a:cubicBezTo>
                <a:cubicBezTo>
                  <a:pt x="194366" y="74812"/>
                  <a:pt x="194611" y="75387"/>
                  <a:pt x="194611" y="76103"/>
                </a:cubicBezTo>
                <a:cubicBezTo>
                  <a:pt x="194611" y="76782"/>
                  <a:pt x="194366" y="77347"/>
                  <a:pt x="193876" y="77800"/>
                </a:cubicBezTo>
                <a:cubicBezTo>
                  <a:pt x="193386" y="78252"/>
                  <a:pt x="192576" y="78478"/>
                  <a:pt x="191445" y="78478"/>
                </a:cubicBezTo>
                <a:lnTo>
                  <a:pt x="178724" y="78478"/>
                </a:lnTo>
                <a:cubicBezTo>
                  <a:pt x="177555" y="78478"/>
                  <a:pt x="176726" y="78252"/>
                  <a:pt x="176236" y="77800"/>
                </a:cubicBezTo>
                <a:cubicBezTo>
                  <a:pt x="175746" y="77347"/>
                  <a:pt x="175501" y="76782"/>
                  <a:pt x="175501" y="76103"/>
                </a:cubicBezTo>
                <a:cubicBezTo>
                  <a:pt x="175501" y="75387"/>
                  <a:pt x="175746" y="74812"/>
                  <a:pt x="176236" y="74379"/>
                </a:cubicBezTo>
                <a:cubicBezTo>
                  <a:pt x="176726" y="73945"/>
                  <a:pt x="177555" y="73729"/>
                  <a:pt x="178724" y="73729"/>
                </a:cubicBezTo>
                <a:lnTo>
                  <a:pt x="182681" y="73729"/>
                </a:lnTo>
                <a:lnTo>
                  <a:pt x="182681" y="44490"/>
                </a:lnTo>
                <a:cubicBezTo>
                  <a:pt x="182681" y="41121"/>
                  <a:pt x="181456" y="38273"/>
                  <a:pt x="179006" y="35946"/>
                </a:cubicBezTo>
                <a:cubicBezTo>
                  <a:pt x="176556" y="33618"/>
                  <a:pt x="173277" y="32454"/>
                  <a:pt x="169168" y="32454"/>
                </a:cubicBezTo>
                <a:cubicBezTo>
                  <a:pt x="166040" y="32454"/>
                  <a:pt x="163326" y="33086"/>
                  <a:pt x="161026" y="34348"/>
                </a:cubicBezTo>
                <a:cubicBezTo>
                  <a:pt x="158727" y="35611"/>
                  <a:pt x="155448" y="38749"/>
                  <a:pt x="151188" y="43762"/>
                </a:cubicBezTo>
                <a:lnTo>
                  <a:pt x="151188" y="73729"/>
                </a:lnTo>
                <a:lnTo>
                  <a:pt x="156560" y="73729"/>
                </a:lnTo>
                <a:cubicBezTo>
                  <a:pt x="157691" y="73729"/>
                  <a:pt x="158501" y="73945"/>
                  <a:pt x="158991" y="74379"/>
                </a:cubicBezTo>
                <a:cubicBezTo>
                  <a:pt x="159481" y="74812"/>
                  <a:pt x="159726" y="75387"/>
                  <a:pt x="159726" y="76103"/>
                </a:cubicBezTo>
                <a:cubicBezTo>
                  <a:pt x="159726" y="76782"/>
                  <a:pt x="159481" y="77347"/>
                  <a:pt x="158991" y="77800"/>
                </a:cubicBezTo>
                <a:cubicBezTo>
                  <a:pt x="158501" y="78252"/>
                  <a:pt x="157691" y="78478"/>
                  <a:pt x="156560" y="78478"/>
                </a:cubicBezTo>
                <a:lnTo>
                  <a:pt x="141068" y="78478"/>
                </a:lnTo>
                <a:cubicBezTo>
                  <a:pt x="139937" y="78478"/>
                  <a:pt x="139126" y="78252"/>
                  <a:pt x="138636" y="77800"/>
                </a:cubicBezTo>
                <a:cubicBezTo>
                  <a:pt x="138146" y="77347"/>
                  <a:pt x="137901" y="76782"/>
                  <a:pt x="137901" y="76103"/>
                </a:cubicBezTo>
                <a:cubicBezTo>
                  <a:pt x="137901" y="75387"/>
                  <a:pt x="138146" y="74812"/>
                  <a:pt x="138636" y="74379"/>
                </a:cubicBezTo>
                <a:cubicBezTo>
                  <a:pt x="139126" y="73945"/>
                  <a:pt x="139937" y="73729"/>
                  <a:pt x="141068" y="73729"/>
                </a:cubicBezTo>
                <a:lnTo>
                  <a:pt x="146439" y="73729"/>
                </a:lnTo>
                <a:lnTo>
                  <a:pt x="146439" y="34150"/>
                </a:lnTo>
                <a:lnTo>
                  <a:pt x="142425" y="34150"/>
                </a:lnTo>
                <a:cubicBezTo>
                  <a:pt x="141294" y="34150"/>
                  <a:pt x="140483" y="33924"/>
                  <a:pt x="139993" y="33472"/>
                </a:cubicBezTo>
                <a:cubicBezTo>
                  <a:pt x="139503" y="33020"/>
                  <a:pt x="139258" y="32435"/>
                  <a:pt x="139258" y="31719"/>
                </a:cubicBezTo>
                <a:cubicBezTo>
                  <a:pt x="139258" y="31057"/>
                  <a:pt x="139503" y="30505"/>
                  <a:pt x="139993" y="30064"/>
                </a:cubicBezTo>
                <a:cubicBezTo>
                  <a:pt x="140483" y="29622"/>
                  <a:pt x="141294" y="29401"/>
                  <a:pt x="142425" y="29401"/>
                </a:cubicBezTo>
                <a:lnTo>
                  <a:pt x="151188" y="29401"/>
                </a:lnTo>
                <a:close/>
                <a:moveTo>
                  <a:pt x="226273" y="29401"/>
                </a:moveTo>
                <a:lnTo>
                  <a:pt x="252056" y="29401"/>
                </a:lnTo>
                <a:cubicBezTo>
                  <a:pt x="253187" y="29401"/>
                  <a:pt x="253997" y="29622"/>
                  <a:pt x="254487" y="30064"/>
                </a:cubicBezTo>
                <a:cubicBezTo>
                  <a:pt x="254977" y="30505"/>
                  <a:pt x="255222" y="31076"/>
                  <a:pt x="255222" y="31776"/>
                </a:cubicBezTo>
                <a:cubicBezTo>
                  <a:pt x="255222" y="32454"/>
                  <a:pt x="254977" y="33020"/>
                  <a:pt x="254487" y="33472"/>
                </a:cubicBezTo>
                <a:cubicBezTo>
                  <a:pt x="253997" y="33924"/>
                  <a:pt x="253187" y="34150"/>
                  <a:pt x="252056" y="34150"/>
                </a:cubicBezTo>
                <a:lnTo>
                  <a:pt x="226273" y="34150"/>
                </a:lnTo>
                <a:lnTo>
                  <a:pt x="226273" y="65843"/>
                </a:lnTo>
                <a:cubicBezTo>
                  <a:pt x="226273" y="68602"/>
                  <a:pt x="227376" y="70907"/>
                  <a:pt x="229581" y="72760"/>
                </a:cubicBezTo>
                <a:cubicBezTo>
                  <a:pt x="231786" y="74612"/>
                  <a:pt x="235018" y="75538"/>
                  <a:pt x="239278" y="75538"/>
                </a:cubicBezTo>
                <a:cubicBezTo>
                  <a:pt x="242482" y="75538"/>
                  <a:pt x="245949" y="75057"/>
                  <a:pt x="249681" y="74096"/>
                </a:cubicBezTo>
                <a:cubicBezTo>
                  <a:pt x="253413" y="73135"/>
                  <a:pt x="256315" y="72051"/>
                  <a:pt x="258388" y="70845"/>
                </a:cubicBezTo>
                <a:cubicBezTo>
                  <a:pt x="259142" y="70355"/>
                  <a:pt x="259764" y="70110"/>
                  <a:pt x="260254" y="70110"/>
                </a:cubicBezTo>
                <a:cubicBezTo>
                  <a:pt x="260857" y="70110"/>
                  <a:pt x="261385" y="70346"/>
                  <a:pt x="261837" y="70817"/>
                </a:cubicBezTo>
                <a:cubicBezTo>
                  <a:pt x="262290" y="71288"/>
                  <a:pt x="262516" y="71844"/>
                  <a:pt x="262516" y="72485"/>
                </a:cubicBezTo>
                <a:cubicBezTo>
                  <a:pt x="262516" y="73050"/>
                  <a:pt x="262271" y="73578"/>
                  <a:pt x="261781" y="74068"/>
                </a:cubicBezTo>
                <a:cubicBezTo>
                  <a:pt x="260575" y="75312"/>
                  <a:pt x="257644" y="76659"/>
                  <a:pt x="252989" y="78110"/>
                </a:cubicBezTo>
                <a:cubicBezTo>
                  <a:pt x="248334" y="79562"/>
                  <a:pt x="243876" y="80287"/>
                  <a:pt x="239617" y="80287"/>
                </a:cubicBezTo>
                <a:cubicBezTo>
                  <a:pt x="234076" y="80287"/>
                  <a:pt x="229666" y="78984"/>
                  <a:pt x="226386" y="76377"/>
                </a:cubicBezTo>
                <a:cubicBezTo>
                  <a:pt x="223107" y="73769"/>
                  <a:pt x="221467" y="70255"/>
                  <a:pt x="221467" y="65834"/>
                </a:cubicBezTo>
                <a:lnTo>
                  <a:pt x="221467" y="34150"/>
                </a:lnTo>
                <a:lnTo>
                  <a:pt x="212704" y="34150"/>
                </a:lnTo>
                <a:cubicBezTo>
                  <a:pt x="211573" y="34150"/>
                  <a:pt x="210763" y="33927"/>
                  <a:pt x="210272" y="33481"/>
                </a:cubicBezTo>
                <a:cubicBezTo>
                  <a:pt x="209782" y="33033"/>
                  <a:pt x="209537" y="32455"/>
                  <a:pt x="209537" y="31747"/>
                </a:cubicBezTo>
                <a:cubicBezTo>
                  <a:pt x="209537" y="31077"/>
                  <a:pt x="209782" y="30519"/>
                  <a:pt x="210272" y="30072"/>
                </a:cubicBezTo>
                <a:cubicBezTo>
                  <a:pt x="210763" y="29625"/>
                  <a:pt x="211573" y="29401"/>
                  <a:pt x="212704" y="29401"/>
                </a:cubicBezTo>
                <a:lnTo>
                  <a:pt x="221467" y="29401"/>
                </a:lnTo>
                <a:lnTo>
                  <a:pt x="221467" y="15287"/>
                </a:lnTo>
                <a:cubicBezTo>
                  <a:pt x="221467" y="14148"/>
                  <a:pt x="221694" y="13332"/>
                  <a:pt x="222146" y="12840"/>
                </a:cubicBezTo>
                <a:cubicBezTo>
                  <a:pt x="222598" y="12346"/>
                  <a:pt x="223164" y="12100"/>
                  <a:pt x="223842" y="12100"/>
                </a:cubicBezTo>
                <a:cubicBezTo>
                  <a:pt x="224558" y="12100"/>
                  <a:pt x="225143" y="12346"/>
                  <a:pt x="225595" y="12840"/>
                </a:cubicBezTo>
                <a:cubicBezTo>
                  <a:pt x="226047" y="13332"/>
                  <a:pt x="226273" y="14148"/>
                  <a:pt x="226273" y="15287"/>
                </a:cubicBezTo>
                <a:lnTo>
                  <a:pt x="226273" y="29401"/>
                </a:lnTo>
                <a:close/>
                <a:moveTo>
                  <a:pt x="331212" y="55070"/>
                </a:moveTo>
                <a:lnTo>
                  <a:pt x="282813" y="55070"/>
                </a:lnTo>
                <a:cubicBezTo>
                  <a:pt x="283642" y="61214"/>
                  <a:pt x="286215" y="66162"/>
                  <a:pt x="290531" y="69912"/>
                </a:cubicBezTo>
                <a:cubicBezTo>
                  <a:pt x="294847" y="73663"/>
                  <a:pt x="300190" y="75538"/>
                  <a:pt x="306560" y="75538"/>
                </a:cubicBezTo>
                <a:cubicBezTo>
                  <a:pt x="310103" y="75538"/>
                  <a:pt x="313816" y="74954"/>
                  <a:pt x="317699" y="73785"/>
                </a:cubicBezTo>
                <a:cubicBezTo>
                  <a:pt x="321581" y="72617"/>
                  <a:pt x="324747" y="71071"/>
                  <a:pt x="327197" y="69149"/>
                </a:cubicBezTo>
                <a:cubicBezTo>
                  <a:pt x="327914" y="68583"/>
                  <a:pt x="328535" y="68301"/>
                  <a:pt x="329063" y="68301"/>
                </a:cubicBezTo>
                <a:cubicBezTo>
                  <a:pt x="329666" y="68301"/>
                  <a:pt x="330194" y="68536"/>
                  <a:pt x="330646" y="69007"/>
                </a:cubicBezTo>
                <a:cubicBezTo>
                  <a:pt x="331099" y="69479"/>
                  <a:pt x="331325" y="70035"/>
                  <a:pt x="331325" y="70675"/>
                </a:cubicBezTo>
                <a:cubicBezTo>
                  <a:pt x="331325" y="71316"/>
                  <a:pt x="331023" y="71938"/>
                  <a:pt x="330420" y="72541"/>
                </a:cubicBezTo>
                <a:cubicBezTo>
                  <a:pt x="328611" y="74426"/>
                  <a:pt x="325398" y="76188"/>
                  <a:pt x="320780" y="77828"/>
                </a:cubicBezTo>
                <a:cubicBezTo>
                  <a:pt x="316163" y="79467"/>
                  <a:pt x="311423" y="80287"/>
                  <a:pt x="306560" y="80287"/>
                </a:cubicBezTo>
                <a:cubicBezTo>
                  <a:pt x="298418" y="80287"/>
                  <a:pt x="291624" y="77618"/>
                  <a:pt x="286177" y="72278"/>
                </a:cubicBezTo>
                <a:cubicBezTo>
                  <a:pt x="280731" y="66938"/>
                  <a:pt x="278007" y="60476"/>
                  <a:pt x="278007" y="52892"/>
                </a:cubicBezTo>
                <a:cubicBezTo>
                  <a:pt x="278007" y="45987"/>
                  <a:pt x="280561" y="40063"/>
                  <a:pt x="285668" y="35120"/>
                </a:cubicBezTo>
                <a:cubicBezTo>
                  <a:pt x="290776" y="30177"/>
                  <a:pt x="297099" y="27705"/>
                  <a:pt x="304638" y="27705"/>
                </a:cubicBezTo>
                <a:cubicBezTo>
                  <a:pt x="312403" y="27705"/>
                  <a:pt x="318792" y="30245"/>
                  <a:pt x="323805" y="35325"/>
                </a:cubicBezTo>
                <a:cubicBezTo>
                  <a:pt x="328818" y="40406"/>
                  <a:pt x="331287" y="46987"/>
                  <a:pt x="331212" y="55070"/>
                </a:cubicBezTo>
                <a:moveTo>
                  <a:pt x="326406" y="50321"/>
                </a:moveTo>
                <a:cubicBezTo>
                  <a:pt x="325463" y="45031"/>
                  <a:pt x="322985" y="40731"/>
                  <a:pt x="318971" y="37421"/>
                </a:cubicBezTo>
                <a:cubicBezTo>
                  <a:pt x="314956" y="34110"/>
                  <a:pt x="310179" y="32454"/>
                  <a:pt x="304638" y="32454"/>
                </a:cubicBezTo>
                <a:cubicBezTo>
                  <a:pt x="299097" y="32454"/>
                  <a:pt x="294329" y="34091"/>
                  <a:pt x="290333" y="37364"/>
                </a:cubicBezTo>
                <a:cubicBezTo>
                  <a:pt x="286338" y="40637"/>
                  <a:pt x="283850" y="44955"/>
                  <a:pt x="282870" y="50321"/>
                </a:cubicBezTo>
                <a:lnTo>
                  <a:pt x="326406" y="50321"/>
                </a:lnTo>
                <a:close/>
                <a:moveTo>
                  <a:pt x="359651" y="29401"/>
                </a:moveTo>
                <a:lnTo>
                  <a:pt x="359651" y="36525"/>
                </a:lnTo>
                <a:cubicBezTo>
                  <a:pt x="362968" y="33192"/>
                  <a:pt x="365964" y="30888"/>
                  <a:pt x="368641" y="29615"/>
                </a:cubicBezTo>
                <a:cubicBezTo>
                  <a:pt x="371317" y="28341"/>
                  <a:pt x="374332" y="27705"/>
                  <a:pt x="377687" y="27705"/>
                </a:cubicBezTo>
                <a:cubicBezTo>
                  <a:pt x="381306" y="27705"/>
                  <a:pt x="384604" y="28479"/>
                  <a:pt x="387582" y="30028"/>
                </a:cubicBezTo>
                <a:cubicBezTo>
                  <a:pt x="389692" y="31163"/>
                  <a:pt x="391605" y="33043"/>
                  <a:pt x="393320" y="35670"/>
                </a:cubicBezTo>
                <a:cubicBezTo>
                  <a:pt x="395036" y="38295"/>
                  <a:pt x="395893" y="40987"/>
                  <a:pt x="395893" y="43745"/>
                </a:cubicBezTo>
                <a:lnTo>
                  <a:pt x="395893" y="73729"/>
                </a:lnTo>
                <a:lnTo>
                  <a:pt x="399907" y="73729"/>
                </a:lnTo>
                <a:cubicBezTo>
                  <a:pt x="401038" y="73729"/>
                  <a:pt x="401849" y="73945"/>
                  <a:pt x="402339" y="74379"/>
                </a:cubicBezTo>
                <a:cubicBezTo>
                  <a:pt x="402829" y="74812"/>
                  <a:pt x="403074" y="75387"/>
                  <a:pt x="403074" y="76103"/>
                </a:cubicBezTo>
                <a:cubicBezTo>
                  <a:pt x="403074" y="76782"/>
                  <a:pt x="402829" y="77347"/>
                  <a:pt x="402339" y="77800"/>
                </a:cubicBezTo>
                <a:cubicBezTo>
                  <a:pt x="401849" y="78252"/>
                  <a:pt x="401038" y="78478"/>
                  <a:pt x="399907" y="78478"/>
                </a:cubicBezTo>
                <a:lnTo>
                  <a:pt x="387186" y="78478"/>
                </a:lnTo>
                <a:cubicBezTo>
                  <a:pt x="386017" y="78478"/>
                  <a:pt x="385188" y="78252"/>
                  <a:pt x="384698" y="77800"/>
                </a:cubicBezTo>
                <a:cubicBezTo>
                  <a:pt x="384208" y="77347"/>
                  <a:pt x="383963" y="76782"/>
                  <a:pt x="383963" y="76103"/>
                </a:cubicBezTo>
                <a:cubicBezTo>
                  <a:pt x="383963" y="75387"/>
                  <a:pt x="384208" y="74812"/>
                  <a:pt x="384698" y="74379"/>
                </a:cubicBezTo>
                <a:cubicBezTo>
                  <a:pt x="385188" y="73945"/>
                  <a:pt x="386017" y="73729"/>
                  <a:pt x="387186" y="73729"/>
                </a:cubicBezTo>
                <a:lnTo>
                  <a:pt x="391144" y="73729"/>
                </a:lnTo>
                <a:lnTo>
                  <a:pt x="391144" y="44490"/>
                </a:lnTo>
                <a:cubicBezTo>
                  <a:pt x="391144" y="41121"/>
                  <a:pt x="389919" y="38273"/>
                  <a:pt x="387469" y="35946"/>
                </a:cubicBezTo>
                <a:cubicBezTo>
                  <a:pt x="385018" y="33618"/>
                  <a:pt x="381739" y="32454"/>
                  <a:pt x="377631" y="32454"/>
                </a:cubicBezTo>
                <a:cubicBezTo>
                  <a:pt x="374502" y="32454"/>
                  <a:pt x="371788" y="33086"/>
                  <a:pt x="369489" y="34348"/>
                </a:cubicBezTo>
                <a:cubicBezTo>
                  <a:pt x="367189" y="35611"/>
                  <a:pt x="363910" y="38749"/>
                  <a:pt x="359651" y="43762"/>
                </a:cubicBezTo>
                <a:lnTo>
                  <a:pt x="359651" y="73729"/>
                </a:lnTo>
                <a:lnTo>
                  <a:pt x="365022" y="73729"/>
                </a:lnTo>
                <a:cubicBezTo>
                  <a:pt x="366153" y="73729"/>
                  <a:pt x="366963" y="73945"/>
                  <a:pt x="367453" y="74379"/>
                </a:cubicBezTo>
                <a:cubicBezTo>
                  <a:pt x="367943" y="74812"/>
                  <a:pt x="368188" y="75387"/>
                  <a:pt x="368188" y="76103"/>
                </a:cubicBezTo>
                <a:cubicBezTo>
                  <a:pt x="368188" y="76782"/>
                  <a:pt x="367943" y="77347"/>
                  <a:pt x="367453" y="77800"/>
                </a:cubicBezTo>
                <a:cubicBezTo>
                  <a:pt x="366963" y="78252"/>
                  <a:pt x="366153" y="78478"/>
                  <a:pt x="365022" y="78478"/>
                </a:cubicBezTo>
                <a:lnTo>
                  <a:pt x="349530" y="78478"/>
                </a:lnTo>
                <a:cubicBezTo>
                  <a:pt x="348399" y="78478"/>
                  <a:pt x="347589" y="78252"/>
                  <a:pt x="347099" y="77800"/>
                </a:cubicBezTo>
                <a:cubicBezTo>
                  <a:pt x="346609" y="77347"/>
                  <a:pt x="346364" y="76782"/>
                  <a:pt x="346364" y="76103"/>
                </a:cubicBezTo>
                <a:cubicBezTo>
                  <a:pt x="346364" y="75387"/>
                  <a:pt x="346609" y="74812"/>
                  <a:pt x="347099" y="74379"/>
                </a:cubicBezTo>
                <a:cubicBezTo>
                  <a:pt x="347589" y="73945"/>
                  <a:pt x="348399" y="73729"/>
                  <a:pt x="349530" y="73729"/>
                </a:cubicBezTo>
                <a:lnTo>
                  <a:pt x="354901" y="73729"/>
                </a:lnTo>
                <a:lnTo>
                  <a:pt x="354901" y="34150"/>
                </a:lnTo>
                <a:lnTo>
                  <a:pt x="350887" y="34150"/>
                </a:lnTo>
                <a:cubicBezTo>
                  <a:pt x="349756" y="34150"/>
                  <a:pt x="348946" y="33924"/>
                  <a:pt x="348456" y="33472"/>
                </a:cubicBezTo>
                <a:cubicBezTo>
                  <a:pt x="347966" y="33020"/>
                  <a:pt x="347721" y="32435"/>
                  <a:pt x="347721" y="31719"/>
                </a:cubicBezTo>
                <a:cubicBezTo>
                  <a:pt x="347721" y="31057"/>
                  <a:pt x="347966" y="30505"/>
                  <a:pt x="348456" y="30064"/>
                </a:cubicBezTo>
                <a:cubicBezTo>
                  <a:pt x="348946" y="29622"/>
                  <a:pt x="349756" y="29401"/>
                  <a:pt x="350887" y="29401"/>
                </a:cubicBezTo>
                <a:lnTo>
                  <a:pt x="359651" y="29401"/>
                </a:lnTo>
                <a:close/>
                <a:moveTo>
                  <a:pt x="434736" y="29401"/>
                </a:moveTo>
                <a:lnTo>
                  <a:pt x="460518" y="29401"/>
                </a:lnTo>
                <a:cubicBezTo>
                  <a:pt x="461649" y="29401"/>
                  <a:pt x="462459" y="29622"/>
                  <a:pt x="462949" y="30064"/>
                </a:cubicBezTo>
                <a:cubicBezTo>
                  <a:pt x="463439" y="30505"/>
                  <a:pt x="463684" y="31076"/>
                  <a:pt x="463684" y="31776"/>
                </a:cubicBezTo>
                <a:cubicBezTo>
                  <a:pt x="463684" y="32454"/>
                  <a:pt x="463439" y="33020"/>
                  <a:pt x="462949" y="33472"/>
                </a:cubicBezTo>
                <a:cubicBezTo>
                  <a:pt x="462459" y="33924"/>
                  <a:pt x="461649" y="34150"/>
                  <a:pt x="460518" y="34150"/>
                </a:cubicBezTo>
                <a:lnTo>
                  <a:pt x="434736" y="34150"/>
                </a:lnTo>
                <a:lnTo>
                  <a:pt x="434736" y="65843"/>
                </a:lnTo>
                <a:cubicBezTo>
                  <a:pt x="434736" y="68602"/>
                  <a:pt x="435838" y="70907"/>
                  <a:pt x="438043" y="72760"/>
                </a:cubicBezTo>
                <a:cubicBezTo>
                  <a:pt x="440248" y="74612"/>
                  <a:pt x="443481" y="75538"/>
                  <a:pt x="447740" y="75538"/>
                </a:cubicBezTo>
                <a:cubicBezTo>
                  <a:pt x="450944" y="75538"/>
                  <a:pt x="454412" y="75057"/>
                  <a:pt x="458143" y="74096"/>
                </a:cubicBezTo>
                <a:cubicBezTo>
                  <a:pt x="461875" y="73135"/>
                  <a:pt x="464778" y="72051"/>
                  <a:pt x="466851" y="70845"/>
                </a:cubicBezTo>
                <a:cubicBezTo>
                  <a:pt x="467605" y="70355"/>
                  <a:pt x="468226" y="70110"/>
                  <a:pt x="468716" y="70110"/>
                </a:cubicBezTo>
                <a:cubicBezTo>
                  <a:pt x="469320" y="70110"/>
                  <a:pt x="469847" y="70346"/>
                  <a:pt x="470300" y="70817"/>
                </a:cubicBezTo>
                <a:cubicBezTo>
                  <a:pt x="470752" y="71288"/>
                  <a:pt x="470978" y="71844"/>
                  <a:pt x="470978" y="72485"/>
                </a:cubicBezTo>
                <a:cubicBezTo>
                  <a:pt x="470978" y="73050"/>
                  <a:pt x="470733" y="73578"/>
                  <a:pt x="470243" y="74068"/>
                </a:cubicBezTo>
                <a:cubicBezTo>
                  <a:pt x="469037" y="75312"/>
                  <a:pt x="466106" y="76659"/>
                  <a:pt x="461451" y="78110"/>
                </a:cubicBezTo>
                <a:cubicBezTo>
                  <a:pt x="456796" y="79562"/>
                  <a:pt x="452339" y="80287"/>
                  <a:pt x="448079" y="80287"/>
                </a:cubicBezTo>
                <a:cubicBezTo>
                  <a:pt x="442538" y="80287"/>
                  <a:pt x="438128" y="78984"/>
                  <a:pt x="434849" y="76377"/>
                </a:cubicBezTo>
                <a:cubicBezTo>
                  <a:pt x="431569" y="73769"/>
                  <a:pt x="429930" y="70255"/>
                  <a:pt x="429930" y="65834"/>
                </a:cubicBezTo>
                <a:lnTo>
                  <a:pt x="429930" y="34150"/>
                </a:lnTo>
                <a:lnTo>
                  <a:pt x="421166" y="34150"/>
                </a:lnTo>
                <a:cubicBezTo>
                  <a:pt x="420035" y="34150"/>
                  <a:pt x="419225" y="33927"/>
                  <a:pt x="418735" y="33481"/>
                </a:cubicBezTo>
                <a:cubicBezTo>
                  <a:pt x="418245" y="33033"/>
                  <a:pt x="418000" y="32455"/>
                  <a:pt x="418000" y="31747"/>
                </a:cubicBezTo>
                <a:cubicBezTo>
                  <a:pt x="418000" y="31077"/>
                  <a:pt x="418245" y="30519"/>
                  <a:pt x="418735" y="30072"/>
                </a:cubicBezTo>
                <a:cubicBezTo>
                  <a:pt x="419225" y="29625"/>
                  <a:pt x="420035" y="29401"/>
                  <a:pt x="421166" y="29401"/>
                </a:cubicBezTo>
                <a:lnTo>
                  <a:pt x="429930" y="29401"/>
                </a:lnTo>
                <a:lnTo>
                  <a:pt x="429930" y="15287"/>
                </a:lnTo>
                <a:cubicBezTo>
                  <a:pt x="429930" y="14148"/>
                  <a:pt x="430156" y="13332"/>
                  <a:pt x="430608" y="12840"/>
                </a:cubicBezTo>
                <a:cubicBezTo>
                  <a:pt x="431061" y="12346"/>
                  <a:pt x="431626" y="12100"/>
                  <a:pt x="432305" y="12100"/>
                </a:cubicBezTo>
                <a:cubicBezTo>
                  <a:pt x="433021" y="12100"/>
                  <a:pt x="433605" y="12346"/>
                  <a:pt x="434057" y="12840"/>
                </a:cubicBezTo>
                <a:cubicBezTo>
                  <a:pt x="434510" y="13332"/>
                  <a:pt x="434736" y="14148"/>
                  <a:pt x="434736" y="15287"/>
                </a:cubicBezTo>
                <a:lnTo>
                  <a:pt x="434736" y="29401"/>
                </a:lnTo>
                <a:close/>
                <a:moveTo>
                  <a:pt x="538204" y="42292"/>
                </a:moveTo>
                <a:lnTo>
                  <a:pt x="538204" y="49077"/>
                </a:lnTo>
                <a:lnTo>
                  <a:pt x="489749" y="49077"/>
                </a:lnTo>
                <a:lnTo>
                  <a:pt x="489749" y="42292"/>
                </a:lnTo>
                <a:lnTo>
                  <a:pt x="538204" y="42292"/>
                </a:lnTo>
                <a:close/>
                <a:moveTo>
                  <a:pt x="585812" y="17075"/>
                </a:moveTo>
                <a:lnTo>
                  <a:pt x="585812" y="73729"/>
                </a:lnTo>
                <a:lnTo>
                  <a:pt x="598137" y="73729"/>
                </a:lnTo>
                <a:cubicBezTo>
                  <a:pt x="599268" y="73729"/>
                  <a:pt x="600079" y="73945"/>
                  <a:pt x="600569" y="74379"/>
                </a:cubicBezTo>
                <a:cubicBezTo>
                  <a:pt x="601059" y="74812"/>
                  <a:pt x="601304" y="75387"/>
                  <a:pt x="601304" y="76103"/>
                </a:cubicBezTo>
                <a:cubicBezTo>
                  <a:pt x="601304" y="76782"/>
                  <a:pt x="601059" y="77347"/>
                  <a:pt x="600569" y="77800"/>
                </a:cubicBezTo>
                <a:cubicBezTo>
                  <a:pt x="600079" y="78252"/>
                  <a:pt x="599268" y="78478"/>
                  <a:pt x="598137" y="78478"/>
                </a:cubicBezTo>
                <a:lnTo>
                  <a:pt x="568680" y="78478"/>
                </a:lnTo>
                <a:cubicBezTo>
                  <a:pt x="567549" y="78478"/>
                  <a:pt x="566739" y="78252"/>
                  <a:pt x="566249" y="77800"/>
                </a:cubicBezTo>
                <a:cubicBezTo>
                  <a:pt x="565759" y="77347"/>
                  <a:pt x="565514" y="76782"/>
                  <a:pt x="565514" y="76103"/>
                </a:cubicBezTo>
                <a:cubicBezTo>
                  <a:pt x="565514" y="75387"/>
                  <a:pt x="565759" y="74812"/>
                  <a:pt x="566249" y="74379"/>
                </a:cubicBezTo>
                <a:cubicBezTo>
                  <a:pt x="566739" y="73945"/>
                  <a:pt x="567549" y="73729"/>
                  <a:pt x="568680" y="73729"/>
                </a:cubicBezTo>
                <a:lnTo>
                  <a:pt x="581006" y="73729"/>
                </a:lnTo>
                <a:lnTo>
                  <a:pt x="581006" y="17075"/>
                </a:lnTo>
                <a:lnTo>
                  <a:pt x="561556" y="17075"/>
                </a:lnTo>
                <a:lnTo>
                  <a:pt x="561556" y="33472"/>
                </a:lnTo>
                <a:cubicBezTo>
                  <a:pt x="561556" y="34660"/>
                  <a:pt x="561339" y="35504"/>
                  <a:pt x="560906" y="36004"/>
                </a:cubicBezTo>
                <a:cubicBezTo>
                  <a:pt x="560472" y="36502"/>
                  <a:pt x="559897" y="36751"/>
                  <a:pt x="559181" y="36751"/>
                </a:cubicBezTo>
                <a:cubicBezTo>
                  <a:pt x="558503" y="36751"/>
                  <a:pt x="557937" y="36502"/>
                  <a:pt x="557485" y="36004"/>
                </a:cubicBezTo>
                <a:cubicBezTo>
                  <a:pt x="557033" y="35504"/>
                  <a:pt x="556806" y="34660"/>
                  <a:pt x="556806" y="33472"/>
                </a:cubicBezTo>
                <a:lnTo>
                  <a:pt x="556806" y="12326"/>
                </a:lnTo>
                <a:lnTo>
                  <a:pt x="610011" y="12326"/>
                </a:lnTo>
                <a:lnTo>
                  <a:pt x="610011" y="33472"/>
                </a:lnTo>
                <a:cubicBezTo>
                  <a:pt x="610011" y="34660"/>
                  <a:pt x="609794" y="35504"/>
                  <a:pt x="609361" y="36004"/>
                </a:cubicBezTo>
                <a:cubicBezTo>
                  <a:pt x="608927" y="36502"/>
                  <a:pt x="608352" y="36751"/>
                  <a:pt x="607636" y="36751"/>
                </a:cubicBezTo>
                <a:cubicBezTo>
                  <a:pt x="606920" y="36751"/>
                  <a:pt x="606345" y="36502"/>
                  <a:pt x="605912" y="36004"/>
                </a:cubicBezTo>
                <a:cubicBezTo>
                  <a:pt x="605478" y="35504"/>
                  <a:pt x="605261" y="34660"/>
                  <a:pt x="605261" y="33472"/>
                </a:cubicBezTo>
                <a:lnTo>
                  <a:pt x="605261" y="17075"/>
                </a:lnTo>
                <a:lnTo>
                  <a:pt x="585812" y="17075"/>
                </a:lnTo>
                <a:close/>
                <a:moveTo>
                  <a:pt x="653264" y="78459"/>
                </a:moveTo>
                <a:lnTo>
                  <a:pt x="631213" y="34150"/>
                </a:lnTo>
                <a:lnTo>
                  <a:pt x="629799" y="34150"/>
                </a:lnTo>
                <a:cubicBezTo>
                  <a:pt x="628669" y="34150"/>
                  <a:pt x="627858" y="33924"/>
                  <a:pt x="627368" y="33472"/>
                </a:cubicBezTo>
                <a:cubicBezTo>
                  <a:pt x="626878" y="33020"/>
                  <a:pt x="626633" y="32454"/>
                  <a:pt x="626633" y="31776"/>
                </a:cubicBezTo>
                <a:cubicBezTo>
                  <a:pt x="626633" y="31297"/>
                  <a:pt x="626756" y="30865"/>
                  <a:pt x="627001" y="30479"/>
                </a:cubicBezTo>
                <a:cubicBezTo>
                  <a:pt x="627246" y="30091"/>
                  <a:pt x="627566" y="29815"/>
                  <a:pt x="627962" y="29650"/>
                </a:cubicBezTo>
                <a:cubicBezTo>
                  <a:pt x="628358" y="29484"/>
                  <a:pt x="628970" y="29401"/>
                  <a:pt x="629799" y="29401"/>
                </a:cubicBezTo>
                <a:lnTo>
                  <a:pt x="642804" y="29401"/>
                </a:lnTo>
                <a:cubicBezTo>
                  <a:pt x="643935" y="29401"/>
                  <a:pt x="644745" y="29622"/>
                  <a:pt x="645235" y="30064"/>
                </a:cubicBezTo>
                <a:cubicBezTo>
                  <a:pt x="645725" y="30505"/>
                  <a:pt x="645970" y="31076"/>
                  <a:pt x="645970" y="31776"/>
                </a:cubicBezTo>
                <a:cubicBezTo>
                  <a:pt x="645970" y="32454"/>
                  <a:pt x="645725" y="33020"/>
                  <a:pt x="645235" y="33472"/>
                </a:cubicBezTo>
                <a:cubicBezTo>
                  <a:pt x="644745" y="33924"/>
                  <a:pt x="643935" y="34150"/>
                  <a:pt x="642804" y="34150"/>
                </a:cubicBezTo>
                <a:lnTo>
                  <a:pt x="636415" y="34150"/>
                </a:lnTo>
                <a:lnTo>
                  <a:pt x="655808" y="73176"/>
                </a:lnTo>
                <a:lnTo>
                  <a:pt x="674919" y="34150"/>
                </a:lnTo>
                <a:lnTo>
                  <a:pt x="668530" y="34150"/>
                </a:lnTo>
                <a:cubicBezTo>
                  <a:pt x="667399" y="34150"/>
                  <a:pt x="666588" y="33924"/>
                  <a:pt x="666098" y="33472"/>
                </a:cubicBezTo>
                <a:cubicBezTo>
                  <a:pt x="665608" y="33020"/>
                  <a:pt x="665363" y="32435"/>
                  <a:pt x="665363" y="31719"/>
                </a:cubicBezTo>
                <a:cubicBezTo>
                  <a:pt x="665363" y="31057"/>
                  <a:pt x="665608" y="30505"/>
                  <a:pt x="666098" y="30064"/>
                </a:cubicBezTo>
                <a:cubicBezTo>
                  <a:pt x="666588" y="29622"/>
                  <a:pt x="667399" y="29401"/>
                  <a:pt x="668530" y="29401"/>
                </a:cubicBezTo>
                <a:lnTo>
                  <a:pt x="681477" y="29401"/>
                </a:lnTo>
                <a:cubicBezTo>
                  <a:pt x="682646" y="29401"/>
                  <a:pt x="683475" y="29622"/>
                  <a:pt x="683965" y="30064"/>
                </a:cubicBezTo>
                <a:cubicBezTo>
                  <a:pt x="684455" y="30505"/>
                  <a:pt x="684700" y="31076"/>
                  <a:pt x="684700" y="31776"/>
                </a:cubicBezTo>
                <a:cubicBezTo>
                  <a:pt x="684700" y="32266"/>
                  <a:pt x="684549" y="32718"/>
                  <a:pt x="684248" y="33133"/>
                </a:cubicBezTo>
                <a:cubicBezTo>
                  <a:pt x="683946" y="33547"/>
                  <a:pt x="683607" y="33821"/>
                  <a:pt x="683230" y="33952"/>
                </a:cubicBezTo>
                <a:cubicBezTo>
                  <a:pt x="682853" y="34084"/>
                  <a:pt x="681798" y="34150"/>
                  <a:pt x="680064" y="34150"/>
                </a:cubicBezTo>
                <a:lnTo>
                  <a:pt x="649984" y="95553"/>
                </a:lnTo>
                <a:lnTo>
                  <a:pt x="657391" y="95553"/>
                </a:lnTo>
                <a:cubicBezTo>
                  <a:pt x="658522" y="95553"/>
                  <a:pt x="659332" y="95770"/>
                  <a:pt x="659822" y="96203"/>
                </a:cubicBezTo>
                <a:cubicBezTo>
                  <a:pt x="660312" y="96637"/>
                  <a:pt x="660557" y="97212"/>
                  <a:pt x="660557" y="97928"/>
                </a:cubicBezTo>
                <a:cubicBezTo>
                  <a:pt x="660557" y="98606"/>
                  <a:pt x="660312" y="99172"/>
                  <a:pt x="659822" y="99624"/>
                </a:cubicBezTo>
                <a:cubicBezTo>
                  <a:pt x="659332" y="100076"/>
                  <a:pt x="658522" y="100303"/>
                  <a:pt x="657391" y="100303"/>
                </a:cubicBezTo>
                <a:lnTo>
                  <a:pt x="630026" y="100303"/>
                </a:lnTo>
                <a:cubicBezTo>
                  <a:pt x="628895" y="100303"/>
                  <a:pt x="628084" y="100086"/>
                  <a:pt x="627594" y="99652"/>
                </a:cubicBezTo>
                <a:cubicBezTo>
                  <a:pt x="627104" y="99219"/>
                  <a:pt x="626859" y="98644"/>
                  <a:pt x="626859" y="97928"/>
                </a:cubicBezTo>
                <a:cubicBezTo>
                  <a:pt x="626859" y="97212"/>
                  <a:pt x="627104" y="96637"/>
                  <a:pt x="627594" y="96203"/>
                </a:cubicBezTo>
                <a:cubicBezTo>
                  <a:pt x="628084" y="95770"/>
                  <a:pt x="628895" y="95553"/>
                  <a:pt x="630026" y="95553"/>
                </a:cubicBezTo>
                <a:lnTo>
                  <a:pt x="644896" y="95553"/>
                </a:lnTo>
                <a:lnTo>
                  <a:pt x="653264" y="78459"/>
                </a:lnTo>
                <a:close/>
                <a:moveTo>
                  <a:pt x="704546" y="29401"/>
                </a:moveTo>
                <a:lnTo>
                  <a:pt x="704546" y="38018"/>
                </a:lnTo>
                <a:cubicBezTo>
                  <a:pt x="707373" y="34599"/>
                  <a:pt x="710407" y="32025"/>
                  <a:pt x="713649" y="30297"/>
                </a:cubicBezTo>
                <a:cubicBezTo>
                  <a:pt x="716890" y="28569"/>
                  <a:pt x="720716" y="27705"/>
                  <a:pt x="725126" y="27705"/>
                </a:cubicBezTo>
                <a:cubicBezTo>
                  <a:pt x="729800" y="27705"/>
                  <a:pt x="734116" y="28799"/>
                  <a:pt x="738074" y="30988"/>
                </a:cubicBezTo>
                <a:cubicBezTo>
                  <a:pt x="742032" y="33176"/>
                  <a:pt x="745094" y="36224"/>
                  <a:pt x="747262" y="40130"/>
                </a:cubicBezTo>
                <a:cubicBezTo>
                  <a:pt x="749429" y="44035"/>
                  <a:pt x="750513" y="48139"/>
                  <a:pt x="750513" y="52441"/>
                </a:cubicBezTo>
                <a:cubicBezTo>
                  <a:pt x="750513" y="59272"/>
                  <a:pt x="748072" y="65112"/>
                  <a:pt x="743191" y="69962"/>
                </a:cubicBezTo>
                <a:cubicBezTo>
                  <a:pt x="738310" y="74810"/>
                  <a:pt x="732307" y="77234"/>
                  <a:pt x="725183" y="77234"/>
                </a:cubicBezTo>
                <a:cubicBezTo>
                  <a:pt x="716702" y="77234"/>
                  <a:pt x="709823" y="73796"/>
                  <a:pt x="704546" y="66921"/>
                </a:cubicBezTo>
                <a:lnTo>
                  <a:pt x="704546" y="95553"/>
                </a:lnTo>
                <a:lnTo>
                  <a:pt x="716080" y="95553"/>
                </a:lnTo>
                <a:cubicBezTo>
                  <a:pt x="717211" y="95553"/>
                  <a:pt x="718021" y="95770"/>
                  <a:pt x="718511" y="96203"/>
                </a:cubicBezTo>
                <a:cubicBezTo>
                  <a:pt x="719001" y="96637"/>
                  <a:pt x="719246" y="97212"/>
                  <a:pt x="719246" y="97928"/>
                </a:cubicBezTo>
                <a:cubicBezTo>
                  <a:pt x="719246" y="98606"/>
                  <a:pt x="719001" y="99172"/>
                  <a:pt x="718511" y="99624"/>
                </a:cubicBezTo>
                <a:cubicBezTo>
                  <a:pt x="718021" y="100076"/>
                  <a:pt x="717211" y="100303"/>
                  <a:pt x="716080" y="100303"/>
                </a:cubicBezTo>
                <a:lnTo>
                  <a:pt x="693407" y="100303"/>
                </a:lnTo>
                <a:cubicBezTo>
                  <a:pt x="692276" y="100303"/>
                  <a:pt x="691466" y="100086"/>
                  <a:pt x="690976" y="99652"/>
                </a:cubicBezTo>
                <a:cubicBezTo>
                  <a:pt x="690486" y="99219"/>
                  <a:pt x="690241" y="98644"/>
                  <a:pt x="690241" y="97928"/>
                </a:cubicBezTo>
                <a:cubicBezTo>
                  <a:pt x="690241" y="97212"/>
                  <a:pt x="690486" y="96637"/>
                  <a:pt x="690976" y="96203"/>
                </a:cubicBezTo>
                <a:cubicBezTo>
                  <a:pt x="691466" y="95770"/>
                  <a:pt x="692276" y="95553"/>
                  <a:pt x="693407" y="95553"/>
                </a:cubicBezTo>
                <a:lnTo>
                  <a:pt x="699796" y="95553"/>
                </a:lnTo>
                <a:lnTo>
                  <a:pt x="699796" y="34150"/>
                </a:lnTo>
                <a:lnTo>
                  <a:pt x="693407" y="34150"/>
                </a:lnTo>
                <a:cubicBezTo>
                  <a:pt x="692276" y="34150"/>
                  <a:pt x="691466" y="33924"/>
                  <a:pt x="690976" y="33472"/>
                </a:cubicBezTo>
                <a:cubicBezTo>
                  <a:pt x="690486" y="33020"/>
                  <a:pt x="690241" y="32435"/>
                  <a:pt x="690241" y="31719"/>
                </a:cubicBezTo>
                <a:cubicBezTo>
                  <a:pt x="690241" y="31057"/>
                  <a:pt x="690486" y="30505"/>
                  <a:pt x="690976" y="30064"/>
                </a:cubicBezTo>
                <a:cubicBezTo>
                  <a:pt x="691466" y="29622"/>
                  <a:pt x="692276" y="29401"/>
                  <a:pt x="693407" y="29401"/>
                </a:cubicBezTo>
                <a:lnTo>
                  <a:pt x="704546" y="29401"/>
                </a:lnTo>
                <a:moveTo>
                  <a:pt x="745707" y="52441"/>
                </a:moveTo>
                <a:cubicBezTo>
                  <a:pt x="745707" y="46952"/>
                  <a:pt x="743719" y="42249"/>
                  <a:pt x="739742" y="38331"/>
                </a:cubicBezTo>
                <a:cubicBezTo>
                  <a:pt x="735765" y="34413"/>
                  <a:pt x="730912" y="32454"/>
                  <a:pt x="725183" y="32454"/>
                </a:cubicBezTo>
                <a:cubicBezTo>
                  <a:pt x="719416" y="32454"/>
                  <a:pt x="714534" y="34422"/>
                  <a:pt x="710539" y="38359"/>
                </a:cubicBezTo>
                <a:cubicBezTo>
                  <a:pt x="706543" y="42296"/>
                  <a:pt x="704546" y="46990"/>
                  <a:pt x="704546" y="52441"/>
                </a:cubicBezTo>
                <a:cubicBezTo>
                  <a:pt x="704546" y="57930"/>
                  <a:pt x="706543" y="62643"/>
                  <a:pt x="710539" y="66580"/>
                </a:cubicBezTo>
                <a:cubicBezTo>
                  <a:pt x="714534" y="70516"/>
                  <a:pt x="719416" y="72485"/>
                  <a:pt x="725183" y="72485"/>
                </a:cubicBezTo>
                <a:cubicBezTo>
                  <a:pt x="730874" y="72485"/>
                  <a:pt x="735718" y="70526"/>
                  <a:pt x="739714" y="66608"/>
                </a:cubicBezTo>
                <a:cubicBezTo>
                  <a:pt x="743709" y="62690"/>
                  <a:pt x="745707" y="57968"/>
                  <a:pt x="745707" y="52441"/>
                </a:cubicBezTo>
                <a:close/>
                <a:moveTo>
                  <a:pt x="817626" y="55070"/>
                </a:moveTo>
                <a:lnTo>
                  <a:pt x="769227" y="55070"/>
                </a:lnTo>
                <a:cubicBezTo>
                  <a:pt x="770056" y="61214"/>
                  <a:pt x="772629" y="66162"/>
                  <a:pt x="776945" y="69912"/>
                </a:cubicBezTo>
                <a:cubicBezTo>
                  <a:pt x="781261" y="73663"/>
                  <a:pt x="786604" y="75538"/>
                  <a:pt x="792974" y="75538"/>
                </a:cubicBezTo>
                <a:cubicBezTo>
                  <a:pt x="796517" y="75538"/>
                  <a:pt x="800230" y="74954"/>
                  <a:pt x="804113" y="73785"/>
                </a:cubicBezTo>
                <a:cubicBezTo>
                  <a:pt x="807995" y="72617"/>
                  <a:pt x="811161" y="71071"/>
                  <a:pt x="813611" y="69149"/>
                </a:cubicBezTo>
                <a:cubicBezTo>
                  <a:pt x="814327" y="68583"/>
                  <a:pt x="814949" y="68301"/>
                  <a:pt x="815477" y="68301"/>
                </a:cubicBezTo>
                <a:cubicBezTo>
                  <a:pt x="816080" y="68301"/>
                  <a:pt x="816608" y="68536"/>
                  <a:pt x="817060" y="69007"/>
                </a:cubicBezTo>
                <a:cubicBezTo>
                  <a:pt x="817513" y="69479"/>
                  <a:pt x="817739" y="70035"/>
                  <a:pt x="817739" y="70675"/>
                </a:cubicBezTo>
                <a:cubicBezTo>
                  <a:pt x="817739" y="71316"/>
                  <a:pt x="817437" y="71938"/>
                  <a:pt x="816834" y="72541"/>
                </a:cubicBezTo>
                <a:cubicBezTo>
                  <a:pt x="815025" y="74426"/>
                  <a:pt x="811811" y="76188"/>
                  <a:pt x="807194" y="77828"/>
                </a:cubicBezTo>
                <a:cubicBezTo>
                  <a:pt x="802577" y="79467"/>
                  <a:pt x="797837" y="80287"/>
                  <a:pt x="792974" y="80287"/>
                </a:cubicBezTo>
                <a:cubicBezTo>
                  <a:pt x="784832" y="80287"/>
                  <a:pt x="778038" y="77618"/>
                  <a:pt x="772591" y="72278"/>
                </a:cubicBezTo>
                <a:cubicBezTo>
                  <a:pt x="767145" y="66938"/>
                  <a:pt x="764421" y="60476"/>
                  <a:pt x="764421" y="52892"/>
                </a:cubicBezTo>
                <a:cubicBezTo>
                  <a:pt x="764421" y="45987"/>
                  <a:pt x="766975" y="40063"/>
                  <a:pt x="772082" y="35120"/>
                </a:cubicBezTo>
                <a:cubicBezTo>
                  <a:pt x="777190" y="30177"/>
                  <a:pt x="783513" y="27705"/>
                  <a:pt x="791052" y="27705"/>
                </a:cubicBezTo>
                <a:cubicBezTo>
                  <a:pt x="798817" y="27705"/>
                  <a:pt x="805206" y="30245"/>
                  <a:pt x="810219" y="35325"/>
                </a:cubicBezTo>
                <a:cubicBezTo>
                  <a:pt x="815232" y="40406"/>
                  <a:pt x="817701" y="46987"/>
                  <a:pt x="817626" y="55070"/>
                </a:cubicBezTo>
                <a:moveTo>
                  <a:pt x="812820" y="50321"/>
                </a:moveTo>
                <a:cubicBezTo>
                  <a:pt x="811877" y="45031"/>
                  <a:pt x="809399" y="40731"/>
                  <a:pt x="805385" y="37421"/>
                </a:cubicBezTo>
                <a:cubicBezTo>
                  <a:pt x="801370" y="34110"/>
                  <a:pt x="796593" y="32454"/>
                  <a:pt x="791052" y="32454"/>
                </a:cubicBezTo>
                <a:cubicBezTo>
                  <a:pt x="785511" y="32454"/>
                  <a:pt x="780743" y="34091"/>
                  <a:pt x="776747" y="37364"/>
                </a:cubicBezTo>
                <a:cubicBezTo>
                  <a:pt x="772751" y="40637"/>
                  <a:pt x="770264" y="44955"/>
                  <a:pt x="769284" y="50321"/>
                </a:cubicBezTo>
                <a:lnTo>
                  <a:pt x="812820" y="50321"/>
                </a:lnTo>
                <a:close/>
                <a:moveTo>
                  <a:pt x="860426" y="29401"/>
                </a:moveTo>
                <a:lnTo>
                  <a:pt x="862462" y="29401"/>
                </a:lnTo>
                <a:cubicBezTo>
                  <a:pt x="864572" y="29401"/>
                  <a:pt x="866382" y="30155"/>
                  <a:pt x="867889" y="31663"/>
                </a:cubicBezTo>
                <a:cubicBezTo>
                  <a:pt x="869397" y="33170"/>
                  <a:pt x="870151" y="34961"/>
                  <a:pt x="870151" y="37034"/>
                </a:cubicBezTo>
                <a:cubicBezTo>
                  <a:pt x="870151" y="39258"/>
                  <a:pt x="869388" y="41105"/>
                  <a:pt x="867861" y="42575"/>
                </a:cubicBezTo>
                <a:cubicBezTo>
                  <a:pt x="866335" y="44045"/>
                  <a:pt x="864535" y="44780"/>
                  <a:pt x="862462" y="44780"/>
                </a:cubicBezTo>
                <a:lnTo>
                  <a:pt x="860426" y="44780"/>
                </a:lnTo>
                <a:cubicBezTo>
                  <a:pt x="858315" y="44780"/>
                  <a:pt x="856506" y="44026"/>
                  <a:pt x="854998" y="42518"/>
                </a:cubicBezTo>
                <a:cubicBezTo>
                  <a:pt x="853491" y="41011"/>
                  <a:pt x="852737" y="39220"/>
                  <a:pt x="852737" y="37147"/>
                </a:cubicBezTo>
                <a:cubicBezTo>
                  <a:pt x="852737" y="34923"/>
                  <a:pt x="853500" y="33076"/>
                  <a:pt x="855027" y="31606"/>
                </a:cubicBezTo>
                <a:cubicBezTo>
                  <a:pt x="856553" y="30136"/>
                  <a:pt x="858353" y="29401"/>
                  <a:pt x="860426" y="29401"/>
                </a:cubicBezTo>
                <a:moveTo>
                  <a:pt x="860426" y="64908"/>
                </a:moveTo>
                <a:lnTo>
                  <a:pt x="862462" y="64908"/>
                </a:lnTo>
                <a:cubicBezTo>
                  <a:pt x="864572" y="64908"/>
                  <a:pt x="866382" y="65656"/>
                  <a:pt x="867889" y="67150"/>
                </a:cubicBezTo>
                <a:cubicBezTo>
                  <a:pt x="869397" y="68644"/>
                  <a:pt x="870151" y="70450"/>
                  <a:pt x="870151" y="72570"/>
                </a:cubicBezTo>
                <a:cubicBezTo>
                  <a:pt x="870151" y="74764"/>
                  <a:pt x="869388" y="76599"/>
                  <a:pt x="867861" y="78075"/>
                </a:cubicBezTo>
                <a:cubicBezTo>
                  <a:pt x="866335" y="79550"/>
                  <a:pt x="864535" y="80287"/>
                  <a:pt x="862462" y="80287"/>
                </a:cubicBezTo>
                <a:lnTo>
                  <a:pt x="860426" y="80287"/>
                </a:lnTo>
                <a:cubicBezTo>
                  <a:pt x="858315" y="80287"/>
                  <a:pt x="856506" y="79540"/>
                  <a:pt x="854998" y="78047"/>
                </a:cubicBezTo>
                <a:cubicBezTo>
                  <a:pt x="853491" y="76552"/>
                  <a:pt x="852737" y="74745"/>
                  <a:pt x="852737" y="72626"/>
                </a:cubicBezTo>
                <a:cubicBezTo>
                  <a:pt x="852737" y="70432"/>
                  <a:pt x="853500" y="68597"/>
                  <a:pt x="855027" y="67122"/>
                </a:cubicBezTo>
                <a:cubicBezTo>
                  <a:pt x="856553" y="65646"/>
                  <a:pt x="858353" y="64908"/>
                  <a:pt x="860426" y="64908"/>
                </a:cubicBezTo>
                <a:close/>
                <a:moveTo>
                  <a:pt x="990638" y="29401"/>
                </a:moveTo>
                <a:lnTo>
                  <a:pt x="1016420" y="29401"/>
                </a:lnTo>
                <a:cubicBezTo>
                  <a:pt x="1017551" y="29401"/>
                  <a:pt x="1018361" y="29622"/>
                  <a:pt x="1018851" y="30064"/>
                </a:cubicBezTo>
                <a:cubicBezTo>
                  <a:pt x="1019341" y="30505"/>
                  <a:pt x="1019586" y="31076"/>
                  <a:pt x="1019586" y="31776"/>
                </a:cubicBezTo>
                <a:cubicBezTo>
                  <a:pt x="1019586" y="32454"/>
                  <a:pt x="1019341" y="33020"/>
                  <a:pt x="1018851" y="33472"/>
                </a:cubicBezTo>
                <a:cubicBezTo>
                  <a:pt x="1018361" y="33924"/>
                  <a:pt x="1017551" y="34150"/>
                  <a:pt x="1016420" y="34150"/>
                </a:cubicBezTo>
                <a:lnTo>
                  <a:pt x="990638" y="34150"/>
                </a:lnTo>
                <a:lnTo>
                  <a:pt x="990638" y="65843"/>
                </a:lnTo>
                <a:cubicBezTo>
                  <a:pt x="990638" y="68602"/>
                  <a:pt x="991740" y="70907"/>
                  <a:pt x="993945" y="72760"/>
                </a:cubicBezTo>
                <a:cubicBezTo>
                  <a:pt x="996150" y="74612"/>
                  <a:pt x="999383" y="75538"/>
                  <a:pt x="1003642" y="75538"/>
                </a:cubicBezTo>
                <a:cubicBezTo>
                  <a:pt x="1006846" y="75538"/>
                  <a:pt x="1010314" y="75057"/>
                  <a:pt x="1014045" y="74096"/>
                </a:cubicBezTo>
                <a:cubicBezTo>
                  <a:pt x="1017777" y="73135"/>
                  <a:pt x="1020680" y="72051"/>
                  <a:pt x="1022753" y="70845"/>
                </a:cubicBezTo>
                <a:cubicBezTo>
                  <a:pt x="1023507" y="70355"/>
                  <a:pt x="1024129" y="70110"/>
                  <a:pt x="1024619" y="70110"/>
                </a:cubicBezTo>
                <a:cubicBezTo>
                  <a:pt x="1025222" y="70110"/>
                  <a:pt x="1025749" y="70346"/>
                  <a:pt x="1026202" y="70817"/>
                </a:cubicBezTo>
                <a:cubicBezTo>
                  <a:pt x="1026654" y="71288"/>
                  <a:pt x="1026880" y="71844"/>
                  <a:pt x="1026880" y="72485"/>
                </a:cubicBezTo>
                <a:cubicBezTo>
                  <a:pt x="1026880" y="73050"/>
                  <a:pt x="1026635" y="73578"/>
                  <a:pt x="1026145" y="74068"/>
                </a:cubicBezTo>
                <a:cubicBezTo>
                  <a:pt x="1024939" y="75312"/>
                  <a:pt x="1022008" y="76659"/>
                  <a:pt x="1017353" y="78110"/>
                </a:cubicBezTo>
                <a:cubicBezTo>
                  <a:pt x="1012698" y="79562"/>
                  <a:pt x="1008241" y="80287"/>
                  <a:pt x="1003981" y="80287"/>
                </a:cubicBezTo>
                <a:cubicBezTo>
                  <a:pt x="998440" y="80287"/>
                  <a:pt x="994030" y="78984"/>
                  <a:pt x="990751" y="76377"/>
                </a:cubicBezTo>
                <a:cubicBezTo>
                  <a:pt x="987472" y="73769"/>
                  <a:pt x="985832" y="70255"/>
                  <a:pt x="985832" y="65834"/>
                </a:cubicBezTo>
                <a:lnTo>
                  <a:pt x="985832" y="34150"/>
                </a:lnTo>
                <a:lnTo>
                  <a:pt x="977068" y="34150"/>
                </a:lnTo>
                <a:cubicBezTo>
                  <a:pt x="975937" y="34150"/>
                  <a:pt x="975127" y="33927"/>
                  <a:pt x="974637" y="33481"/>
                </a:cubicBezTo>
                <a:cubicBezTo>
                  <a:pt x="974147" y="33033"/>
                  <a:pt x="973902" y="32455"/>
                  <a:pt x="973902" y="31747"/>
                </a:cubicBezTo>
                <a:cubicBezTo>
                  <a:pt x="973902" y="31077"/>
                  <a:pt x="974147" y="30519"/>
                  <a:pt x="974637" y="30072"/>
                </a:cubicBezTo>
                <a:cubicBezTo>
                  <a:pt x="975127" y="29625"/>
                  <a:pt x="975937" y="29401"/>
                  <a:pt x="977068" y="29401"/>
                </a:cubicBezTo>
                <a:lnTo>
                  <a:pt x="985832" y="29401"/>
                </a:lnTo>
                <a:lnTo>
                  <a:pt x="985832" y="15287"/>
                </a:lnTo>
                <a:cubicBezTo>
                  <a:pt x="985832" y="14148"/>
                  <a:pt x="986058" y="13332"/>
                  <a:pt x="986510" y="12840"/>
                </a:cubicBezTo>
                <a:cubicBezTo>
                  <a:pt x="986963" y="12346"/>
                  <a:pt x="987528" y="12100"/>
                  <a:pt x="988207" y="12100"/>
                </a:cubicBezTo>
                <a:cubicBezTo>
                  <a:pt x="988923" y="12100"/>
                  <a:pt x="989507" y="12346"/>
                  <a:pt x="989959" y="12840"/>
                </a:cubicBezTo>
                <a:cubicBezTo>
                  <a:pt x="990412" y="13332"/>
                  <a:pt x="990638" y="14148"/>
                  <a:pt x="990638" y="15287"/>
                </a:cubicBezTo>
                <a:lnTo>
                  <a:pt x="990638" y="29401"/>
                </a:lnTo>
                <a:close/>
                <a:moveTo>
                  <a:pt x="1095576" y="55070"/>
                </a:moveTo>
                <a:lnTo>
                  <a:pt x="1047177" y="55070"/>
                </a:lnTo>
                <a:cubicBezTo>
                  <a:pt x="1048007" y="61214"/>
                  <a:pt x="1050579" y="66162"/>
                  <a:pt x="1054895" y="69912"/>
                </a:cubicBezTo>
                <a:cubicBezTo>
                  <a:pt x="1059211" y="73663"/>
                  <a:pt x="1064554" y="75538"/>
                  <a:pt x="1070924" y="75538"/>
                </a:cubicBezTo>
                <a:cubicBezTo>
                  <a:pt x="1074467" y="75538"/>
                  <a:pt x="1078180" y="74954"/>
                  <a:pt x="1082063" y="73785"/>
                </a:cubicBezTo>
                <a:cubicBezTo>
                  <a:pt x="1085945" y="72617"/>
                  <a:pt x="1089111" y="71071"/>
                  <a:pt x="1091561" y="69149"/>
                </a:cubicBezTo>
                <a:cubicBezTo>
                  <a:pt x="1092278" y="68583"/>
                  <a:pt x="1092900" y="68301"/>
                  <a:pt x="1093427" y="68301"/>
                </a:cubicBezTo>
                <a:cubicBezTo>
                  <a:pt x="1094030" y="68301"/>
                  <a:pt x="1094558" y="68536"/>
                  <a:pt x="1095010" y="69007"/>
                </a:cubicBezTo>
                <a:cubicBezTo>
                  <a:pt x="1095463" y="69479"/>
                  <a:pt x="1095689" y="70035"/>
                  <a:pt x="1095689" y="70675"/>
                </a:cubicBezTo>
                <a:cubicBezTo>
                  <a:pt x="1095689" y="71316"/>
                  <a:pt x="1095387" y="71938"/>
                  <a:pt x="1094784" y="72541"/>
                </a:cubicBezTo>
                <a:cubicBezTo>
                  <a:pt x="1092975" y="74426"/>
                  <a:pt x="1089762" y="76188"/>
                  <a:pt x="1085144" y="77828"/>
                </a:cubicBezTo>
                <a:cubicBezTo>
                  <a:pt x="1080527" y="79467"/>
                  <a:pt x="1075787" y="80287"/>
                  <a:pt x="1070924" y="80287"/>
                </a:cubicBezTo>
                <a:cubicBezTo>
                  <a:pt x="1062782" y="80287"/>
                  <a:pt x="1055988" y="77618"/>
                  <a:pt x="1050541" y="72278"/>
                </a:cubicBezTo>
                <a:cubicBezTo>
                  <a:pt x="1045095" y="66938"/>
                  <a:pt x="1042371" y="60476"/>
                  <a:pt x="1042371" y="52892"/>
                </a:cubicBezTo>
                <a:cubicBezTo>
                  <a:pt x="1042371" y="45987"/>
                  <a:pt x="1044925" y="40063"/>
                  <a:pt x="1050033" y="35120"/>
                </a:cubicBezTo>
                <a:cubicBezTo>
                  <a:pt x="1055140" y="30177"/>
                  <a:pt x="1061463" y="27705"/>
                  <a:pt x="1069002" y="27705"/>
                </a:cubicBezTo>
                <a:cubicBezTo>
                  <a:pt x="1076767" y="27705"/>
                  <a:pt x="1083156" y="30245"/>
                  <a:pt x="1088169" y="35325"/>
                </a:cubicBezTo>
                <a:cubicBezTo>
                  <a:pt x="1093182" y="40406"/>
                  <a:pt x="1095651" y="46987"/>
                  <a:pt x="1095576" y="55070"/>
                </a:cubicBezTo>
                <a:moveTo>
                  <a:pt x="1090770" y="50321"/>
                </a:moveTo>
                <a:cubicBezTo>
                  <a:pt x="1089828" y="45031"/>
                  <a:pt x="1087349" y="40731"/>
                  <a:pt x="1083335" y="37421"/>
                </a:cubicBezTo>
                <a:cubicBezTo>
                  <a:pt x="1079320" y="34110"/>
                  <a:pt x="1074543" y="32454"/>
                  <a:pt x="1069002" y="32454"/>
                </a:cubicBezTo>
                <a:cubicBezTo>
                  <a:pt x="1063461" y="32454"/>
                  <a:pt x="1058693" y="34091"/>
                  <a:pt x="1054697" y="37364"/>
                </a:cubicBezTo>
                <a:cubicBezTo>
                  <a:pt x="1050702" y="40637"/>
                  <a:pt x="1048214" y="44955"/>
                  <a:pt x="1047234" y="50321"/>
                </a:cubicBezTo>
                <a:lnTo>
                  <a:pt x="1090770" y="50321"/>
                </a:lnTo>
                <a:close/>
                <a:moveTo>
                  <a:pt x="1142702" y="52793"/>
                </a:moveTo>
                <a:lnTo>
                  <a:pt x="1164385" y="73729"/>
                </a:lnTo>
                <a:cubicBezTo>
                  <a:pt x="1165818" y="73729"/>
                  <a:pt x="1166722" y="73795"/>
                  <a:pt x="1167099" y="73926"/>
                </a:cubicBezTo>
                <a:cubicBezTo>
                  <a:pt x="1167476" y="74058"/>
                  <a:pt x="1167806" y="74332"/>
                  <a:pt x="1168089" y="74746"/>
                </a:cubicBezTo>
                <a:cubicBezTo>
                  <a:pt x="1168371" y="75161"/>
                  <a:pt x="1168513" y="75613"/>
                  <a:pt x="1168513" y="76103"/>
                </a:cubicBezTo>
                <a:cubicBezTo>
                  <a:pt x="1168513" y="76782"/>
                  <a:pt x="1168268" y="77347"/>
                  <a:pt x="1167778" y="77800"/>
                </a:cubicBezTo>
                <a:cubicBezTo>
                  <a:pt x="1167288" y="78252"/>
                  <a:pt x="1166458" y="78478"/>
                  <a:pt x="1165290" y="78478"/>
                </a:cubicBezTo>
                <a:lnTo>
                  <a:pt x="1150024" y="78478"/>
                </a:lnTo>
                <a:cubicBezTo>
                  <a:pt x="1148855" y="78478"/>
                  <a:pt x="1148026" y="78252"/>
                  <a:pt x="1147536" y="77800"/>
                </a:cubicBezTo>
                <a:cubicBezTo>
                  <a:pt x="1147046" y="77347"/>
                  <a:pt x="1146801" y="76782"/>
                  <a:pt x="1146801" y="76103"/>
                </a:cubicBezTo>
                <a:cubicBezTo>
                  <a:pt x="1146801" y="75387"/>
                  <a:pt x="1147046" y="74812"/>
                  <a:pt x="1147536" y="74379"/>
                </a:cubicBezTo>
                <a:cubicBezTo>
                  <a:pt x="1148026" y="73945"/>
                  <a:pt x="1148855" y="73729"/>
                  <a:pt x="1150024" y="73729"/>
                </a:cubicBezTo>
                <a:lnTo>
                  <a:pt x="1157883" y="73729"/>
                </a:lnTo>
                <a:lnTo>
                  <a:pt x="1139439" y="55945"/>
                </a:lnTo>
                <a:lnTo>
                  <a:pt x="1121019" y="73729"/>
                </a:lnTo>
                <a:lnTo>
                  <a:pt x="1128934" y="73729"/>
                </a:lnTo>
                <a:cubicBezTo>
                  <a:pt x="1130065" y="73729"/>
                  <a:pt x="1130876" y="73945"/>
                  <a:pt x="1131366" y="74379"/>
                </a:cubicBezTo>
                <a:cubicBezTo>
                  <a:pt x="1131856" y="74812"/>
                  <a:pt x="1132101" y="75387"/>
                  <a:pt x="1132101" y="76103"/>
                </a:cubicBezTo>
                <a:cubicBezTo>
                  <a:pt x="1132101" y="76782"/>
                  <a:pt x="1131856" y="77347"/>
                  <a:pt x="1131366" y="77800"/>
                </a:cubicBezTo>
                <a:cubicBezTo>
                  <a:pt x="1130876" y="78252"/>
                  <a:pt x="1130065" y="78478"/>
                  <a:pt x="1128934" y="78478"/>
                </a:cubicBezTo>
                <a:lnTo>
                  <a:pt x="1113499" y="78478"/>
                </a:lnTo>
                <a:cubicBezTo>
                  <a:pt x="1112368" y="78478"/>
                  <a:pt x="1111558" y="78252"/>
                  <a:pt x="1111068" y="77800"/>
                </a:cubicBezTo>
                <a:cubicBezTo>
                  <a:pt x="1110578" y="77347"/>
                  <a:pt x="1110333" y="76782"/>
                  <a:pt x="1110333" y="76103"/>
                </a:cubicBezTo>
                <a:cubicBezTo>
                  <a:pt x="1110333" y="75613"/>
                  <a:pt x="1110474" y="75161"/>
                  <a:pt x="1110757" y="74746"/>
                </a:cubicBezTo>
                <a:cubicBezTo>
                  <a:pt x="1111039" y="74332"/>
                  <a:pt x="1111360" y="74058"/>
                  <a:pt x="1111718" y="73926"/>
                </a:cubicBezTo>
                <a:cubicBezTo>
                  <a:pt x="1112076" y="73795"/>
                  <a:pt x="1112971" y="73729"/>
                  <a:pt x="1114404" y="73729"/>
                </a:cubicBezTo>
                <a:lnTo>
                  <a:pt x="1136157" y="52782"/>
                </a:lnTo>
                <a:lnTo>
                  <a:pt x="1116835" y="34150"/>
                </a:lnTo>
                <a:cubicBezTo>
                  <a:pt x="1115478" y="34150"/>
                  <a:pt x="1114620" y="34076"/>
                  <a:pt x="1114262" y="33928"/>
                </a:cubicBezTo>
                <a:cubicBezTo>
                  <a:pt x="1113904" y="33778"/>
                  <a:pt x="1113584" y="33498"/>
                  <a:pt x="1113301" y="33088"/>
                </a:cubicBezTo>
                <a:cubicBezTo>
                  <a:pt x="1113018" y="32679"/>
                  <a:pt x="1112877" y="32232"/>
                  <a:pt x="1112877" y="31747"/>
                </a:cubicBezTo>
                <a:cubicBezTo>
                  <a:pt x="1112877" y="31077"/>
                  <a:pt x="1113122" y="30519"/>
                  <a:pt x="1113612" y="30072"/>
                </a:cubicBezTo>
                <a:cubicBezTo>
                  <a:pt x="1114102" y="29625"/>
                  <a:pt x="1114931" y="29401"/>
                  <a:pt x="1116100" y="29401"/>
                </a:cubicBezTo>
                <a:lnTo>
                  <a:pt x="1129047" y="29401"/>
                </a:lnTo>
                <a:cubicBezTo>
                  <a:pt x="1130216" y="29401"/>
                  <a:pt x="1131036" y="29625"/>
                  <a:pt x="1131507" y="30072"/>
                </a:cubicBezTo>
                <a:cubicBezTo>
                  <a:pt x="1131978" y="30519"/>
                  <a:pt x="1132214" y="31096"/>
                  <a:pt x="1132214" y="31804"/>
                </a:cubicBezTo>
                <a:cubicBezTo>
                  <a:pt x="1132214" y="32474"/>
                  <a:pt x="1131978" y="33033"/>
                  <a:pt x="1131507" y="33481"/>
                </a:cubicBezTo>
                <a:cubicBezTo>
                  <a:pt x="1131036" y="33927"/>
                  <a:pt x="1130216" y="34150"/>
                  <a:pt x="1129047" y="34150"/>
                </a:cubicBezTo>
                <a:lnTo>
                  <a:pt x="1123393" y="34150"/>
                </a:lnTo>
                <a:lnTo>
                  <a:pt x="1139428" y="49634"/>
                </a:lnTo>
                <a:lnTo>
                  <a:pt x="1155508" y="34150"/>
                </a:lnTo>
                <a:lnTo>
                  <a:pt x="1149854" y="34150"/>
                </a:lnTo>
                <a:cubicBezTo>
                  <a:pt x="1148724" y="34150"/>
                  <a:pt x="1147904" y="33927"/>
                  <a:pt x="1147395" y="33481"/>
                </a:cubicBezTo>
                <a:cubicBezTo>
                  <a:pt x="1146886" y="33033"/>
                  <a:pt x="1146632" y="32455"/>
                  <a:pt x="1146632" y="31747"/>
                </a:cubicBezTo>
                <a:cubicBezTo>
                  <a:pt x="1146632" y="31077"/>
                  <a:pt x="1146877" y="30519"/>
                  <a:pt x="1147367" y="30072"/>
                </a:cubicBezTo>
                <a:cubicBezTo>
                  <a:pt x="1147857" y="29625"/>
                  <a:pt x="1148686" y="29401"/>
                  <a:pt x="1149854" y="29401"/>
                </a:cubicBezTo>
                <a:lnTo>
                  <a:pt x="1162802" y="29401"/>
                </a:lnTo>
                <a:cubicBezTo>
                  <a:pt x="1163933" y="29401"/>
                  <a:pt x="1164743" y="29625"/>
                  <a:pt x="1165233" y="30072"/>
                </a:cubicBezTo>
                <a:cubicBezTo>
                  <a:pt x="1165723" y="30519"/>
                  <a:pt x="1165968" y="31096"/>
                  <a:pt x="1165968" y="31804"/>
                </a:cubicBezTo>
                <a:cubicBezTo>
                  <a:pt x="1165968" y="32250"/>
                  <a:pt x="1165827" y="32679"/>
                  <a:pt x="1165544" y="33088"/>
                </a:cubicBezTo>
                <a:cubicBezTo>
                  <a:pt x="1165262" y="33498"/>
                  <a:pt x="1164941" y="33778"/>
                  <a:pt x="1164583" y="33928"/>
                </a:cubicBezTo>
                <a:cubicBezTo>
                  <a:pt x="1164225" y="34076"/>
                  <a:pt x="1163367" y="34150"/>
                  <a:pt x="1162010" y="34150"/>
                </a:cubicBezTo>
                <a:lnTo>
                  <a:pt x="1142702" y="52793"/>
                </a:lnTo>
                <a:close/>
                <a:moveTo>
                  <a:pt x="1199100" y="29401"/>
                </a:moveTo>
                <a:lnTo>
                  <a:pt x="1224883" y="29401"/>
                </a:lnTo>
                <a:cubicBezTo>
                  <a:pt x="1226014" y="29401"/>
                  <a:pt x="1226824" y="29622"/>
                  <a:pt x="1227314" y="30064"/>
                </a:cubicBezTo>
                <a:cubicBezTo>
                  <a:pt x="1227804" y="30505"/>
                  <a:pt x="1228049" y="31076"/>
                  <a:pt x="1228049" y="31776"/>
                </a:cubicBezTo>
                <a:cubicBezTo>
                  <a:pt x="1228049" y="32454"/>
                  <a:pt x="1227804" y="33020"/>
                  <a:pt x="1227314" y="33472"/>
                </a:cubicBezTo>
                <a:cubicBezTo>
                  <a:pt x="1226824" y="33924"/>
                  <a:pt x="1226014" y="34150"/>
                  <a:pt x="1224883" y="34150"/>
                </a:cubicBezTo>
                <a:lnTo>
                  <a:pt x="1199100" y="34150"/>
                </a:lnTo>
                <a:lnTo>
                  <a:pt x="1199100" y="65843"/>
                </a:lnTo>
                <a:cubicBezTo>
                  <a:pt x="1199100" y="68602"/>
                  <a:pt x="1200203" y="70907"/>
                  <a:pt x="1202408" y="72760"/>
                </a:cubicBezTo>
                <a:cubicBezTo>
                  <a:pt x="1204613" y="74612"/>
                  <a:pt x="1207845" y="75538"/>
                  <a:pt x="1212105" y="75538"/>
                </a:cubicBezTo>
                <a:cubicBezTo>
                  <a:pt x="1215309" y="75538"/>
                  <a:pt x="1218776" y="75057"/>
                  <a:pt x="1222508" y="74096"/>
                </a:cubicBezTo>
                <a:cubicBezTo>
                  <a:pt x="1226240" y="73135"/>
                  <a:pt x="1229142" y="72051"/>
                  <a:pt x="1231215" y="70845"/>
                </a:cubicBezTo>
                <a:cubicBezTo>
                  <a:pt x="1231969" y="70355"/>
                  <a:pt x="1232591" y="70110"/>
                  <a:pt x="1233081" y="70110"/>
                </a:cubicBezTo>
                <a:cubicBezTo>
                  <a:pt x="1233684" y="70110"/>
                  <a:pt x="1234212" y="70346"/>
                  <a:pt x="1234664" y="70817"/>
                </a:cubicBezTo>
                <a:cubicBezTo>
                  <a:pt x="1235117" y="71288"/>
                  <a:pt x="1235343" y="71844"/>
                  <a:pt x="1235343" y="72485"/>
                </a:cubicBezTo>
                <a:cubicBezTo>
                  <a:pt x="1235343" y="73050"/>
                  <a:pt x="1235098" y="73578"/>
                  <a:pt x="1234608" y="74068"/>
                </a:cubicBezTo>
                <a:cubicBezTo>
                  <a:pt x="1233402" y="75312"/>
                  <a:pt x="1230471" y="76659"/>
                  <a:pt x="1225816" y="78110"/>
                </a:cubicBezTo>
                <a:cubicBezTo>
                  <a:pt x="1221161" y="79562"/>
                  <a:pt x="1216703" y="80287"/>
                  <a:pt x="1212444" y="80287"/>
                </a:cubicBezTo>
                <a:cubicBezTo>
                  <a:pt x="1206903" y="80287"/>
                  <a:pt x="1202493" y="78984"/>
                  <a:pt x="1199214" y="76377"/>
                </a:cubicBezTo>
                <a:cubicBezTo>
                  <a:pt x="1195934" y="73769"/>
                  <a:pt x="1194294" y="70255"/>
                  <a:pt x="1194294" y="65834"/>
                </a:cubicBezTo>
                <a:lnTo>
                  <a:pt x="1194294" y="34150"/>
                </a:lnTo>
                <a:lnTo>
                  <a:pt x="1185531" y="34150"/>
                </a:lnTo>
                <a:cubicBezTo>
                  <a:pt x="1184400" y="34150"/>
                  <a:pt x="1183590" y="33927"/>
                  <a:pt x="1183100" y="33481"/>
                </a:cubicBezTo>
                <a:cubicBezTo>
                  <a:pt x="1182609" y="33033"/>
                  <a:pt x="1182364" y="32455"/>
                  <a:pt x="1182364" y="31747"/>
                </a:cubicBezTo>
                <a:cubicBezTo>
                  <a:pt x="1182364" y="31077"/>
                  <a:pt x="1182609" y="30519"/>
                  <a:pt x="1183100" y="30072"/>
                </a:cubicBezTo>
                <a:cubicBezTo>
                  <a:pt x="1183590" y="29625"/>
                  <a:pt x="1184400" y="29401"/>
                  <a:pt x="1185531" y="29401"/>
                </a:cubicBezTo>
                <a:lnTo>
                  <a:pt x="1194294" y="29401"/>
                </a:lnTo>
                <a:lnTo>
                  <a:pt x="1194294" y="15287"/>
                </a:lnTo>
                <a:cubicBezTo>
                  <a:pt x="1194294" y="14148"/>
                  <a:pt x="1194521" y="13332"/>
                  <a:pt x="1194973" y="12840"/>
                </a:cubicBezTo>
                <a:cubicBezTo>
                  <a:pt x="1195425" y="12346"/>
                  <a:pt x="1195991" y="12100"/>
                  <a:pt x="1196669" y="12100"/>
                </a:cubicBezTo>
                <a:cubicBezTo>
                  <a:pt x="1197385" y="12100"/>
                  <a:pt x="1197970" y="12346"/>
                  <a:pt x="1198422" y="12840"/>
                </a:cubicBezTo>
                <a:cubicBezTo>
                  <a:pt x="1198874" y="13332"/>
                  <a:pt x="1199100" y="14148"/>
                  <a:pt x="1199100" y="15287"/>
                </a:cubicBezTo>
                <a:lnTo>
                  <a:pt x="1199100" y="29401"/>
                </a:lnTo>
                <a:close/>
                <a:moveTo>
                  <a:pt x="1299685" y="4127"/>
                </a:moveTo>
                <a:lnTo>
                  <a:pt x="1261464" y="85998"/>
                </a:lnTo>
                <a:cubicBezTo>
                  <a:pt x="1260823" y="87393"/>
                  <a:pt x="1259994" y="88090"/>
                  <a:pt x="1258976" y="88090"/>
                </a:cubicBezTo>
                <a:cubicBezTo>
                  <a:pt x="1258336" y="88090"/>
                  <a:pt x="1257780" y="87854"/>
                  <a:pt x="1257308" y="87383"/>
                </a:cubicBezTo>
                <a:cubicBezTo>
                  <a:pt x="1256837" y="86912"/>
                  <a:pt x="1256602" y="86394"/>
                  <a:pt x="1256602" y="85828"/>
                </a:cubicBezTo>
                <a:cubicBezTo>
                  <a:pt x="1256602" y="85376"/>
                  <a:pt x="1256790" y="84754"/>
                  <a:pt x="1257167" y="83962"/>
                </a:cubicBezTo>
                <a:lnTo>
                  <a:pt x="1295332" y="2092"/>
                </a:lnTo>
                <a:cubicBezTo>
                  <a:pt x="1295746" y="1225"/>
                  <a:pt x="1296142" y="660"/>
                  <a:pt x="1296519" y="396"/>
                </a:cubicBezTo>
                <a:cubicBezTo>
                  <a:pt x="1296896" y="132"/>
                  <a:pt x="1297348" y="0"/>
                  <a:pt x="1297876" y="0"/>
                </a:cubicBezTo>
                <a:cubicBezTo>
                  <a:pt x="1298517" y="0"/>
                  <a:pt x="1299073" y="236"/>
                  <a:pt x="1299544" y="707"/>
                </a:cubicBezTo>
                <a:cubicBezTo>
                  <a:pt x="1300015" y="1178"/>
                  <a:pt x="1300251" y="1696"/>
                  <a:pt x="1300251" y="2262"/>
                </a:cubicBezTo>
                <a:cubicBezTo>
                  <a:pt x="1300251" y="2676"/>
                  <a:pt x="1300062" y="3298"/>
                  <a:pt x="1299685" y="4127"/>
                </a:cubicBezTo>
                <a:close/>
                <a:moveTo>
                  <a:pt x="1329934" y="29401"/>
                </a:moveTo>
                <a:lnTo>
                  <a:pt x="1329934" y="38018"/>
                </a:lnTo>
                <a:cubicBezTo>
                  <a:pt x="1332761" y="34599"/>
                  <a:pt x="1335795" y="32025"/>
                  <a:pt x="1339037" y="30297"/>
                </a:cubicBezTo>
                <a:cubicBezTo>
                  <a:pt x="1342279" y="28569"/>
                  <a:pt x="1346105" y="27705"/>
                  <a:pt x="1350515" y="27705"/>
                </a:cubicBezTo>
                <a:cubicBezTo>
                  <a:pt x="1355189" y="27705"/>
                  <a:pt x="1359505" y="28799"/>
                  <a:pt x="1363462" y="30988"/>
                </a:cubicBezTo>
                <a:cubicBezTo>
                  <a:pt x="1367420" y="33176"/>
                  <a:pt x="1370483" y="36224"/>
                  <a:pt x="1372650" y="40130"/>
                </a:cubicBezTo>
                <a:cubicBezTo>
                  <a:pt x="1374818" y="44035"/>
                  <a:pt x="1375901" y="48139"/>
                  <a:pt x="1375901" y="52441"/>
                </a:cubicBezTo>
                <a:cubicBezTo>
                  <a:pt x="1375901" y="59272"/>
                  <a:pt x="1373461" y="65112"/>
                  <a:pt x="1368579" y="69962"/>
                </a:cubicBezTo>
                <a:cubicBezTo>
                  <a:pt x="1363698" y="74810"/>
                  <a:pt x="1357695" y="77234"/>
                  <a:pt x="1350571" y="77234"/>
                </a:cubicBezTo>
                <a:cubicBezTo>
                  <a:pt x="1342090" y="77234"/>
                  <a:pt x="1335211" y="73796"/>
                  <a:pt x="1329934" y="66921"/>
                </a:cubicBezTo>
                <a:lnTo>
                  <a:pt x="1329934" y="95553"/>
                </a:lnTo>
                <a:lnTo>
                  <a:pt x="1341468" y="95553"/>
                </a:lnTo>
                <a:cubicBezTo>
                  <a:pt x="1342599" y="95553"/>
                  <a:pt x="1343409" y="95770"/>
                  <a:pt x="1343899" y="96203"/>
                </a:cubicBezTo>
                <a:cubicBezTo>
                  <a:pt x="1344389" y="96637"/>
                  <a:pt x="1344634" y="97212"/>
                  <a:pt x="1344634" y="97928"/>
                </a:cubicBezTo>
                <a:cubicBezTo>
                  <a:pt x="1344634" y="98606"/>
                  <a:pt x="1344389" y="99172"/>
                  <a:pt x="1343899" y="99624"/>
                </a:cubicBezTo>
                <a:cubicBezTo>
                  <a:pt x="1343409" y="100076"/>
                  <a:pt x="1342599" y="100303"/>
                  <a:pt x="1341468" y="100303"/>
                </a:cubicBezTo>
                <a:lnTo>
                  <a:pt x="1318796" y="100303"/>
                </a:lnTo>
                <a:cubicBezTo>
                  <a:pt x="1317665" y="100303"/>
                  <a:pt x="1316854" y="100086"/>
                  <a:pt x="1316364" y="99652"/>
                </a:cubicBezTo>
                <a:cubicBezTo>
                  <a:pt x="1315874" y="99219"/>
                  <a:pt x="1315629" y="98644"/>
                  <a:pt x="1315629" y="97928"/>
                </a:cubicBezTo>
                <a:cubicBezTo>
                  <a:pt x="1315629" y="97212"/>
                  <a:pt x="1315874" y="96637"/>
                  <a:pt x="1316364" y="96203"/>
                </a:cubicBezTo>
                <a:cubicBezTo>
                  <a:pt x="1316854" y="95770"/>
                  <a:pt x="1317665" y="95553"/>
                  <a:pt x="1318796" y="95553"/>
                </a:cubicBezTo>
                <a:lnTo>
                  <a:pt x="1325185" y="95553"/>
                </a:lnTo>
                <a:lnTo>
                  <a:pt x="1325185" y="34150"/>
                </a:lnTo>
                <a:lnTo>
                  <a:pt x="1318796" y="34150"/>
                </a:lnTo>
                <a:cubicBezTo>
                  <a:pt x="1317665" y="34150"/>
                  <a:pt x="1316854" y="33924"/>
                  <a:pt x="1316364" y="33472"/>
                </a:cubicBezTo>
                <a:cubicBezTo>
                  <a:pt x="1315874" y="33020"/>
                  <a:pt x="1315629" y="32435"/>
                  <a:pt x="1315629" y="31719"/>
                </a:cubicBezTo>
                <a:cubicBezTo>
                  <a:pt x="1315629" y="31057"/>
                  <a:pt x="1315874" y="30505"/>
                  <a:pt x="1316364" y="30064"/>
                </a:cubicBezTo>
                <a:cubicBezTo>
                  <a:pt x="1316854" y="29622"/>
                  <a:pt x="1317665" y="29401"/>
                  <a:pt x="1318796" y="29401"/>
                </a:cubicBezTo>
                <a:lnTo>
                  <a:pt x="1329934" y="29401"/>
                </a:lnTo>
                <a:moveTo>
                  <a:pt x="1371095" y="52441"/>
                </a:moveTo>
                <a:cubicBezTo>
                  <a:pt x="1371095" y="46952"/>
                  <a:pt x="1369107" y="42249"/>
                  <a:pt x="1365130" y="38331"/>
                </a:cubicBezTo>
                <a:cubicBezTo>
                  <a:pt x="1361154" y="34413"/>
                  <a:pt x="1356301" y="32454"/>
                  <a:pt x="1350571" y="32454"/>
                </a:cubicBezTo>
                <a:cubicBezTo>
                  <a:pt x="1344804" y="32454"/>
                  <a:pt x="1339923" y="34422"/>
                  <a:pt x="1335927" y="38359"/>
                </a:cubicBezTo>
                <a:cubicBezTo>
                  <a:pt x="1331932" y="42296"/>
                  <a:pt x="1329934" y="46990"/>
                  <a:pt x="1329934" y="52441"/>
                </a:cubicBezTo>
                <a:cubicBezTo>
                  <a:pt x="1329934" y="57930"/>
                  <a:pt x="1331932" y="62643"/>
                  <a:pt x="1335927" y="66580"/>
                </a:cubicBezTo>
                <a:cubicBezTo>
                  <a:pt x="1339923" y="70516"/>
                  <a:pt x="1344804" y="72485"/>
                  <a:pt x="1350571" y="72485"/>
                </a:cubicBezTo>
                <a:cubicBezTo>
                  <a:pt x="1356263" y="72485"/>
                  <a:pt x="1361107" y="70526"/>
                  <a:pt x="1365102" y="66608"/>
                </a:cubicBezTo>
                <a:cubicBezTo>
                  <a:pt x="1369098" y="62690"/>
                  <a:pt x="1371095" y="57968"/>
                  <a:pt x="1371095" y="52441"/>
                </a:cubicBezTo>
                <a:close/>
                <a:moveTo>
                  <a:pt x="1419720" y="7463"/>
                </a:moveTo>
                <a:lnTo>
                  <a:pt x="1419720" y="73729"/>
                </a:lnTo>
                <a:lnTo>
                  <a:pt x="1438378" y="73729"/>
                </a:lnTo>
                <a:cubicBezTo>
                  <a:pt x="1439546" y="73729"/>
                  <a:pt x="1440376" y="73945"/>
                  <a:pt x="1440866" y="74379"/>
                </a:cubicBezTo>
                <a:cubicBezTo>
                  <a:pt x="1441356" y="74812"/>
                  <a:pt x="1441601" y="75387"/>
                  <a:pt x="1441601" y="76103"/>
                </a:cubicBezTo>
                <a:cubicBezTo>
                  <a:pt x="1441601" y="76782"/>
                  <a:pt x="1441356" y="77347"/>
                  <a:pt x="1440866" y="77800"/>
                </a:cubicBezTo>
                <a:cubicBezTo>
                  <a:pt x="1440376" y="78252"/>
                  <a:pt x="1439546" y="78478"/>
                  <a:pt x="1438378" y="78478"/>
                </a:cubicBezTo>
                <a:lnTo>
                  <a:pt x="1396312" y="78478"/>
                </a:lnTo>
                <a:cubicBezTo>
                  <a:pt x="1395181" y="78478"/>
                  <a:pt x="1394371" y="78252"/>
                  <a:pt x="1393881" y="77800"/>
                </a:cubicBezTo>
                <a:cubicBezTo>
                  <a:pt x="1393391" y="77347"/>
                  <a:pt x="1393146" y="76782"/>
                  <a:pt x="1393146" y="76103"/>
                </a:cubicBezTo>
                <a:cubicBezTo>
                  <a:pt x="1393146" y="75387"/>
                  <a:pt x="1393391" y="74812"/>
                  <a:pt x="1393881" y="74379"/>
                </a:cubicBezTo>
                <a:cubicBezTo>
                  <a:pt x="1394371" y="73945"/>
                  <a:pt x="1395181" y="73729"/>
                  <a:pt x="1396312" y="73729"/>
                </a:cubicBezTo>
                <a:lnTo>
                  <a:pt x="1414970" y="73729"/>
                </a:lnTo>
                <a:lnTo>
                  <a:pt x="1414970" y="12213"/>
                </a:lnTo>
                <a:lnTo>
                  <a:pt x="1401287" y="12213"/>
                </a:lnTo>
                <a:cubicBezTo>
                  <a:pt x="1400157" y="12213"/>
                  <a:pt x="1399337" y="11990"/>
                  <a:pt x="1398828" y="11543"/>
                </a:cubicBezTo>
                <a:cubicBezTo>
                  <a:pt x="1398319" y="11095"/>
                  <a:pt x="1398065" y="10518"/>
                  <a:pt x="1398065" y="9810"/>
                </a:cubicBezTo>
                <a:cubicBezTo>
                  <a:pt x="1398065" y="9140"/>
                  <a:pt x="1398310" y="8581"/>
                  <a:pt x="1398800" y="8135"/>
                </a:cubicBezTo>
                <a:cubicBezTo>
                  <a:pt x="1399290" y="7687"/>
                  <a:pt x="1400119" y="7463"/>
                  <a:pt x="1401287" y="7463"/>
                </a:cubicBezTo>
                <a:lnTo>
                  <a:pt x="1419720" y="7463"/>
                </a:lnTo>
                <a:close/>
                <a:moveTo>
                  <a:pt x="1500459" y="78478"/>
                </a:moveTo>
                <a:lnTo>
                  <a:pt x="1500459" y="71580"/>
                </a:lnTo>
                <a:cubicBezTo>
                  <a:pt x="1493561" y="77385"/>
                  <a:pt x="1486192" y="80287"/>
                  <a:pt x="1478351" y="80287"/>
                </a:cubicBezTo>
                <a:cubicBezTo>
                  <a:pt x="1472660" y="80287"/>
                  <a:pt x="1468212" y="78845"/>
                  <a:pt x="1465008" y="75962"/>
                </a:cubicBezTo>
                <a:cubicBezTo>
                  <a:pt x="1461804" y="73078"/>
                  <a:pt x="1460202" y="69545"/>
                  <a:pt x="1460202" y="65361"/>
                </a:cubicBezTo>
                <a:cubicBezTo>
                  <a:pt x="1460202" y="60762"/>
                  <a:pt x="1462313" y="56748"/>
                  <a:pt x="1466534" y="53318"/>
                </a:cubicBezTo>
                <a:cubicBezTo>
                  <a:pt x="1470756" y="49887"/>
                  <a:pt x="1476919" y="48172"/>
                  <a:pt x="1485023" y="48172"/>
                </a:cubicBezTo>
                <a:cubicBezTo>
                  <a:pt x="1487209" y="48172"/>
                  <a:pt x="1489584" y="48314"/>
                  <a:pt x="1492147" y="48596"/>
                </a:cubicBezTo>
                <a:cubicBezTo>
                  <a:pt x="1494710" y="48879"/>
                  <a:pt x="1497481" y="49322"/>
                  <a:pt x="1500459" y="49925"/>
                </a:cubicBezTo>
                <a:lnTo>
                  <a:pt x="1500459" y="42186"/>
                </a:lnTo>
                <a:cubicBezTo>
                  <a:pt x="1500459" y="39568"/>
                  <a:pt x="1499252" y="37291"/>
                  <a:pt x="1496840" y="35357"/>
                </a:cubicBezTo>
                <a:cubicBezTo>
                  <a:pt x="1494428" y="33422"/>
                  <a:pt x="1490809" y="32454"/>
                  <a:pt x="1485984" y="32454"/>
                </a:cubicBezTo>
                <a:cubicBezTo>
                  <a:pt x="1482290" y="32454"/>
                  <a:pt x="1477107" y="33544"/>
                  <a:pt x="1470436" y="35725"/>
                </a:cubicBezTo>
                <a:cubicBezTo>
                  <a:pt x="1469229" y="36107"/>
                  <a:pt x="1468457" y="36299"/>
                  <a:pt x="1468118" y="36299"/>
                </a:cubicBezTo>
                <a:cubicBezTo>
                  <a:pt x="1467514" y="36299"/>
                  <a:pt x="1466996" y="36073"/>
                  <a:pt x="1466563" y="35620"/>
                </a:cubicBezTo>
                <a:cubicBezTo>
                  <a:pt x="1466129" y="35168"/>
                  <a:pt x="1465912" y="34603"/>
                  <a:pt x="1465912" y="33924"/>
                </a:cubicBezTo>
                <a:cubicBezTo>
                  <a:pt x="1465912" y="33283"/>
                  <a:pt x="1466101" y="32775"/>
                  <a:pt x="1466478" y="32398"/>
                </a:cubicBezTo>
                <a:cubicBezTo>
                  <a:pt x="1467006" y="31832"/>
                  <a:pt x="1469135" y="31059"/>
                  <a:pt x="1472867" y="30079"/>
                </a:cubicBezTo>
                <a:cubicBezTo>
                  <a:pt x="1478747" y="28496"/>
                  <a:pt x="1483195" y="27705"/>
                  <a:pt x="1486210" y="27705"/>
                </a:cubicBezTo>
                <a:cubicBezTo>
                  <a:pt x="1492204" y="27705"/>
                  <a:pt x="1496878" y="29188"/>
                  <a:pt x="1500232" y="32154"/>
                </a:cubicBezTo>
                <a:cubicBezTo>
                  <a:pt x="1503587" y="35120"/>
                  <a:pt x="1505265" y="38473"/>
                  <a:pt x="1505265" y="42214"/>
                </a:cubicBezTo>
                <a:lnTo>
                  <a:pt x="1505265" y="73729"/>
                </a:lnTo>
                <a:lnTo>
                  <a:pt x="1511597" y="73729"/>
                </a:lnTo>
                <a:cubicBezTo>
                  <a:pt x="1512766" y="73729"/>
                  <a:pt x="1513595" y="73945"/>
                  <a:pt x="1514085" y="74379"/>
                </a:cubicBezTo>
                <a:cubicBezTo>
                  <a:pt x="1514575" y="74812"/>
                  <a:pt x="1514820" y="75387"/>
                  <a:pt x="1514820" y="76103"/>
                </a:cubicBezTo>
                <a:cubicBezTo>
                  <a:pt x="1514820" y="76782"/>
                  <a:pt x="1514575" y="77347"/>
                  <a:pt x="1514085" y="77800"/>
                </a:cubicBezTo>
                <a:cubicBezTo>
                  <a:pt x="1513595" y="78252"/>
                  <a:pt x="1512766" y="78478"/>
                  <a:pt x="1511597" y="78478"/>
                </a:cubicBezTo>
                <a:lnTo>
                  <a:pt x="1500459" y="78478"/>
                </a:lnTo>
                <a:moveTo>
                  <a:pt x="1500459" y="54788"/>
                </a:moveTo>
                <a:cubicBezTo>
                  <a:pt x="1498235" y="54147"/>
                  <a:pt x="1495879" y="53676"/>
                  <a:pt x="1493391" y="53374"/>
                </a:cubicBezTo>
                <a:cubicBezTo>
                  <a:pt x="1490903" y="53073"/>
                  <a:pt x="1488284" y="52922"/>
                  <a:pt x="1485532" y="52922"/>
                </a:cubicBezTo>
                <a:cubicBezTo>
                  <a:pt x="1478634" y="52922"/>
                  <a:pt x="1473244" y="54411"/>
                  <a:pt x="1469361" y="57388"/>
                </a:cubicBezTo>
                <a:cubicBezTo>
                  <a:pt x="1466421" y="59612"/>
                  <a:pt x="1464951" y="62270"/>
                  <a:pt x="1464951" y="65361"/>
                </a:cubicBezTo>
                <a:cubicBezTo>
                  <a:pt x="1464951" y="68225"/>
                  <a:pt x="1466073" y="70638"/>
                  <a:pt x="1468315" y="72598"/>
                </a:cubicBezTo>
                <a:cubicBezTo>
                  <a:pt x="1470558" y="74558"/>
                  <a:pt x="1473828" y="75538"/>
                  <a:pt x="1478125" y="75538"/>
                </a:cubicBezTo>
                <a:cubicBezTo>
                  <a:pt x="1482234" y="75538"/>
                  <a:pt x="1486050" y="74718"/>
                  <a:pt x="1489575" y="73078"/>
                </a:cubicBezTo>
                <a:cubicBezTo>
                  <a:pt x="1493099" y="71439"/>
                  <a:pt x="1496727" y="68828"/>
                  <a:pt x="1500459" y="65248"/>
                </a:cubicBezTo>
                <a:lnTo>
                  <a:pt x="1500459" y="54788"/>
                </a:lnTo>
                <a:close/>
                <a:moveTo>
                  <a:pt x="1558638" y="5089"/>
                </a:moveTo>
                <a:lnTo>
                  <a:pt x="1558638" y="17301"/>
                </a:lnTo>
                <a:lnTo>
                  <a:pt x="1551627" y="17301"/>
                </a:lnTo>
                <a:lnTo>
                  <a:pt x="1551627" y="5089"/>
                </a:lnTo>
                <a:lnTo>
                  <a:pt x="1558638" y="5089"/>
                </a:lnTo>
                <a:moveTo>
                  <a:pt x="1558808" y="29401"/>
                </a:moveTo>
                <a:lnTo>
                  <a:pt x="1558808" y="73729"/>
                </a:lnTo>
                <a:lnTo>
                  <a:pt x="1577466" y="73729"/>
                </a:lnTo>
                <a:cubicBezTo>
                  <a:pt x="1578635" y="73729"/>
                  <a:pt x="1579464" y="73945"/>
                  <a:pt x="1579954" y="74379"/>
                </a:cubicBezTo>
                <a:cubicBezTo>
                  <a:pt x="1580444" y="74812"/>
                  <a:pt x="1580689" y="75387"/>
                  <a:pt x="1580689" y="76103"/>
                </a:cubicBezTo>
                <a:cubicBezTo>
                  <a:pt x="1580689" y="76782"/>
                  <a:pt x="1580444" y="77347"/>
                  <a:pt x="1579954" y="77800"/>
                </a:cubicBezTo>
                <a:cubicBezTo>
                  <a:pt x="1579464" y="78252"/>
                  <a:pt x="1578635" y="78478"/>
                  <a:pt x="1577466" y="78478"/>
                </a:cubicBezTo>
                <a:lnTo>
                  <a:pt x="1535400" y="78478"/>
                </a:lnTo>
                <a:cubicBezTo>
                  <a:pt x="1534269" y="78478"/>
                  <a:pt x="1533459" y="78252"/>
                  <a:pt x="1532969" y="77800"/>
                </a:cubicBezTo>
                <a:cubicBezTo>
                  <a:pt x="1532479" y="77347"/>
                  <a:pt x="1532234" y="76782"/>
                  <a:pt x="1532234" y="76103"/>
                </a:cubicBezTo>
                <a:cubicBezTo>
                  <a:pt x="1532234" y="75387"/>
                  <a:pt x="1532479" y="74812"/>
                  <a:pt x="1532969" y="74379"/>
                </a:cubicBezTo>
                <a:cubicBezTo>
                  <a:pt x="1533459" y="73945"/>
                  <a:pt x="1534269" y="73729"/>
                  <a:pt x="1535400" y="73729"/>
                </a:cubicBezTo>
                <a:lnTo>
                  <a:pt x="1554059" y="73729"/>
                </a:lnTo>
                <a:lnTo>
                  <a:pt x="1554059" y="34150"/>
                </a:lnTo>
                <a:lnTo>
                  <a:pt x="1540206" y="34150"/>
                </a:lnTo>
                <a:cubicBezTo>
                  <a:pt x="1539075" y="34150"/>
                  <a:pt x="1538256" y="33927"/>
                  <a:pt x="1537747" y="33481"/>
                </a:cubicBezTo>
                <a:cubicBezTo>
                  <a:pt x="1537238" y="33033"/>
                  <a:pt x="1536983" y="32474"/>
                  <a:pt x="1536983" y="31804"/>
                </a:cubicBezTo>
                <a:cubicBezTo>
                  <a:pt x="1536983" y="31096"/>
                  <a:pt x="1537228" y="30519"/>
                  <a:pt x="1537718" y="30072"/>
                </a:cubicBezTo>
                <a:cubicBezTo>
                  <a:pt x="1538208" y="29625"/>
                  <a:pt x="1539038" y="29401"/>
                  <a:pt x="1540206" y="29401"/>
                </a:cubicBezTo>
                <a:lnTo>
                  <a:pt x="1558808" y="29401"/>
                </a:lnTo>
                <a:close/>
                <a:moveTo>
                  <a:pt x="1610428" y="29401"/>
                </a:moveTo>
                <a:lnTo>
                  <a:pt x="1610428" y="36525"/>
                </a:lnTo>
                <a:cubicBezTo>
                  <a:pt x="1613745" y="33192"/>
                  <a:pt x="1616742" y="30888"/>
                  <a:pt x="1619418" y="29615"/>
                </a:cubicBezTo>
                <a:cubicBezTo>
                  <a:pt x="1622095" y="28341"/>
                  <a:pt x="1625110" y="27705"/>
                  <a:pt x="1628465" y="27705"/>
                </a:cubicBezTo>
                <a:cubicBezTo>
                  <a:pt x="1632083" y="27705"/>
                  <a:pt x="1635382" y="28479"/>
                  <a:pt x="1638359" y="30028"/>
                </a:cubicBezTo>
                <a:cubicBezTo>
                  <a:pt x="1640470" y="31163"/>
                  <a:pt x="1642383" y="33043"/>
                  <a:pt x="1644098" y="35670"/>
                </a:cubicBezTo>
                <a:cubicBezTo>
                  <a:pt x="1645813" y="38295"/>
                  <a:pt x="1646671" y="40987"/>
                  <a:pt x="1646671" y="43745"/>
                </a:cubicBezTo>
                <a:lnTo>
                  <a:pt x="1646671" y="73729"/>
                </a:lnTo>
                <a:lnTo>
                  <a:pt x="1650685" y="73729"/>
                </a:lnTo>
                <a:cubicBezTo>
                  <a:pt x="1651816" y="73729"/>
                  <a:pt x="1652626" y="73945"/>
                  <a:pt x="1653116" y="74379"/>
                </a:cubicBezTo>
                <a:cubicBezTo>
                  <a:pt x="1653606" y="74812"/>
                  <a:pt x="1653851" y="75387"/>
                  <a:pt x="1653851" y="76103"/>
                </a:cubicBezTo>
                <a:cubicBezTo>
                  <a:pt x="1653851" y="76782"/>
                  <a:pt x="1653606" y="77347"/>
                  <a:pt x="1653116" y="77800"/>
                </a:cubicBezTo>
                <a:cubicBezTo>
                  <a:pt x="1652626" y="78252"/>
                  <a:pt x="1651816" y="78478"/>
                  <a:pt x="1650685" y="78478"/>
                </a:cubicBezTo>
                <a:lnTo>
                  <a:pt x="1637964" y="78478"/>
                </a:lnTo>
                <a:cubicBezTo>
                  <a:pt x="1636795" y="78478"/>
                  <a:pt x="1635966" y="78252"/>
                  <a:pt x="1635476" y="77800"/>
                </a:cubicBezTo>
                <a:cubicBezTo>
                  <a:pt x="1634986" y="77347"/>
                  <a:pt x="1634741" y="76782"/>
                  <a:pt x="1634741" y="76103"/>
                </a:cubicBezTo>
                <a:cubicBezTo>
                  <a:pt x="1634741" y="75387"/>
                  <a:pt x="1634986" y="74812"/>
                  <a:pt x="1635476" y="74379"/>
                </a:cubicBezTo>
                <a:cubicBezTo>
                  <a:pt x="1635966" y="73945"/>
                  <a:pt x="1636795" y="73729"/>
                  <a:pt x="1637964" y="73729"/>
                </a:cubicBezTo>
                <a:lnTo>
                  <a:pt x="1641921" y="73729"/>
                </a:lnTo>
                <a:lnTo>
                  <a:pt x="1641921" y="44490"/>
                </a:lnTo>
                <a:cubicBezTo>
                  <a:pt x="1641921" y="41121"/>
                  <a:pt x="1640696" y="38273"/>
                  <a:pt x="1638246" y="35946"/>
                </a:cubicBezTo>
                <a:cubicBezTo>
                  <a:pt x="1635796" y="33618"/>
                  <a:pt x="1632517" y="32454"/>
                  <a:pt x="1628408" y="32454"/>
                </a:cubicBezTo>
                <a:cubicBezTo>
                  <a:pt x="1625280" y="32454"/>
                  <a:pt x="1622566" y="33086"/>
                  <a:pt x="1620266" y="34348"/>
                </a:cubicBezTo>
                <a:cubicBezTo>
                  <a:pt x="1617967" y="35611"/>
                  <a:pt x="1614688" y="38749"/>
                  <a:pt x="1610428" y="43762"/>
                </a:cubicBezTo>
                <a:lnTo>
                  <a:pt x="1610428" y="73729"/>
                </a:lnTo>
                <a:lnTo>
                  <a:pt x="1615800" y="73729"/>
                </a:lnTo>
                <a:cubicBezTo>
                  <a:pt x="1616931" y="73729"/>
                  <a:pt x="1617741" y="73945"/>
                  <a:pt x="1618231" y="74379"/>
                </a:cubicBezTo>
                <a:cubicBezTo>
                  <a:pt x="1618721" y="74812"/>
                  <a:pt x="1618966" y="75387"/>
                  <a:pt x="1618966" y="76103"/>
                </a:cubicBezTo>
                <a:cubicBezTo>
                  <a:pt x="1618966" y="76782"/>
                  <a:pt x="1618721" y="77347"/>
                  <a:pt x="1618231" y="77800"/>
                </a:cubicBezTo>
                <a:cubicBezTo>
                  <a:pt x="1617741" y="78252"/>
                  <a:pt x="1616931" y="78478"/>
                  <a:pt x="1615800" y="78478"/>
                </a:cubicBezTo>
                <a:lnTo>
                  <a:pt x="1600308" y="78478"/>
                </a:lnTo>
                <a:cubicBezTo>
                  <a:pt x="1599177" y="78478"/>
                  <a:pt x="1598367" y="78252"/>
                  <a:pt x="1597877" y="77800"/>
                </a:cubicBezTo>
                <a:cubicBezTo>
                  <a:pt x="1597386" y="77347"/>
                  <a:pt x="1597141" y="76782"/>
                  <a:pt x="1597141" y="76103"/>
                </a:cubicBezTo>
                <a:cubicBezTo>
                  <a:pt x="1597141" y="75387"/>
                  <a:pt x="1597386" y="74812"/>
                  <a:pt x="1597877" y="74379"/>
                </a:cubicBezTo>
                <a:cubicBezTo>
                  <a:pt x="1598367" y="73945"/>
                  <a:pt x="1599177" y="73729"/>
                  <a:pt x="1600308" y="73729"/>
                </a:cubicBezTo>
                <a:lnTo>
                  <a:pt x="1605679" y="73729"/>
                </a:lnTo>
                <a:lnTo>
                  <a:pt x="1605679" y="34150"/>
                </a:lnTo>
                <a:lnTo>
                  <a:pt x="1601665" y="34150"/>
                </a:lnTo>
                <a:cubicBezTo>
                  <a:pt x="1600534" y="34150"/>
                  <a:pt x="1599723" y="33924"/>
                  <a:pt x="1599233" y="33472"/>
                </a:cubicBezTo>
                <a:cubicBezTo>
                  <a:pt x="1598743" y="33020"/>
                  <a:pt x="1598498" y="32435"/>
                  <a:pt x="1598498" y="31719"/>
                </a:cubicBezTo>
                <a:cubicBezTo>
                  <a:pt x="1598498" y="31057"/>
                  <a:pt x="1598743" y="30505"/>
                  <a:pt x="1599233" y="30064"/>
                </a:cubicBezTo>
                <a:cubicBezTo>
                  <a:pt x="1599723" y="29622"/>
                  <a:pt x="1600534" y="29401"/>
                  <a:pt x="1601665" y="29401"/>
                </a:cubicBezTo>
                <a:lnTo>
                  <a:pt x="1610428" y="29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Content-Length:3">
            <a:extLst xmlns:a="http://schemas.openxmlformats.org/drawingml/2006/main">
              <a:ext uri="{FF2B5EF4-FFF2-40B4-BE49-F238E27FC236}">
                <a16:creationId xmlns:a16="http://schemas.microsoft.com/office/drawing/2014/main" id="{8EA4155B-8016-4A56-8728-F3386586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274" y="4338831"/>
            <a:ext cx="1162576" cy="94535"/>
          </a:xfrm>
          <a:custGeom xmlns:a="http://schemas.openxmlformats.org/drawingml/2006/main">
            <a:pathLst>
              <a:path w="1162576" h="94535">
                <a:moveTo>
                  <a:pt x="48455" y="13107"/>
                </a:moveTo>
                <a:lnTo>
                  <a:pt x="48455" y="9748"/>
                </a:lnTo>
                <a:cubicBezTo>
                  <a:pt x="48455" y="8609"/>
                  <a:pt x="48672" y="7793"/>
                  <a:pt x="49105" y="7299"/>
                </a:cubicBezTo>
                <a:cubicBezTo>
                  <a:pt x="49539" y="6805"/>
                  <a:pt x="50114" y="6559"/>
                  <a:pt x="50830" y="6559"/>
                </a:cubicBezTo>
                <a:cubicBezTo>
                  <a:pt x="51546" y="6559"/>
                  <a:pt x="52121" y="6804"/>
                  <a:pt x="52554" y="7294"/>
                </a:cubicBezTo>
                <a:cubicBezTo>
                  <a:pt x="52988" y="7784"/>
                  <a:pt x="53204" y="8594"/>
                  <a:pt x="53204" y="9725"/>
                </a:cubicBezTo>
                <a:lnTo>
                  <a:pt x="53204" y="22899"/>
                </a:lnTo>
                <a:cubicBezTo>
                  <a:pt x="53204" y="24067"/>
                  <a:pt x="52988" y="24897"/>
                  <a:pt x="52554" y="25387"/>
                </a:cubicBezTo>
                <a:cubicBezTo>
                  <a:pt x="52121" y="25877"/>
                  <a:pt x="51546" y="26122"/>
                  <a:pt x="50830" y="26122"/>
                </a:cubicBezTo>
                <a:cubicBezTo>
                  <a:pt x="50189" y="26122"/>
                  <a:pt x="49652" y="25897"/>
                  <a:pt x="49218" y="25447"/>
                </a:cubicBezTo>
                <a:cubicBezTo>
                  <a:pt x="48785" y="24996"/>
                  <a:pt x="48530" y="24263"/>
                  <a:pt x="48455" y="23249"/>
                </a:cubicBezTo>
                <a:cubicBezTo>
                  <a:pt x="48267" y="20093"/>
                  <a:pt x="46552" y="17294"/>
                  <a:pt x="43310" y="14852"/>
                </a:cubicBezTo>
                <a:cubicBezTo>
                  <a:pt x="38937" y="11509"/>
                  <a:pt x="33962" y="9838"/>
                  <a:pt x="28383" y="9838"/>
                </a:cubicBezTo>
                <a:cubicBezTo>
                  <a:pt x="24727" y="9838"/>
                  <a:pt x="21278" y="10647"/>
                  <a:pt x="18036" y="12264"/>
                </a:cubicBezTo>
                <a:cubicBezTo>
                  <a:pt x="15624" y="13429"/>
                  <a:pt x="13702" y="14858"/>
                  <a:pt x="12269" y="16550"/>
                </a:cubicBezTo>
                <a:cubicBezTo>
                  <a:pt x="9781" y="19486"/>
                  <a:pt x="7803" y="22740"/>
                  <a:pt x="6333" y="26314"/>
                </a:cubicBezTo>
                <a:cubicBezTo>
                  <a:pt x="5277" y="28948"/>
                  <a:pt x="4749" y="31921"/>
                  <a:pt x="4749" y="35232"/>
                </a:cubicBezTo>
                <a:lnTo>
                  <a:pt x="4749" y="43527"/>
                </a:lnTo>
                <a:cubicBezTo>
                  <a:pt x="4749" y="50601"/>
                  <a:pt x="7313" y="56743"/>
                  <a:pt x="12439" y="61954"/>
                </a:cubicBezTo>
                <a:cubicBezTo>
                  <a:pt x="17565" y="67165"/>
                  <a:pt x="23521" y="69771"/>
                  <a:pt x="30306" y="69771"/>
                </a:cubicBezTo>
                <a:cubicBezTo>
                  <a:pt x="34377" y="69771"/>
                  <a:pt x="38023" y="68885"/>
                  <a:pt x="41246" y="67113"/>
                </a:cubicBezTo>
                <a:cubicBezTo>
                  <a:pt x="44469" y="65342"/>
                  <a:pt x="47588" y="62666"/>
                  <a:pt x="50604" y="59085"/>
                </a:cubicBezTo>
                <a:cubicBezTo>
                  <a:pt x="51244" y="58293"/>
                  <a:pt x="51961" y="57897"/>
                  <a:pt x="52752" y="57897"/>
                </a:cubicBezTo>
                <a:cubicBezTo>
                  <a:pt x="53431" y="57897"/>
                  <a:pt x="53977" y="58105"/>
                  <a:pt x="54392" y="58519"/>
                </a:cubicBezTo>
                <a:cubicBezTo>
                  <a:pt x="54806" y="58934"/>
                  <a:pt x="55014" y="59462"/>
                  <a:pt x="55014" y="60102"/>
                </a:cubicBezTo>
                <a:cubicBezTo>
                  <a:pt x="55014" y="60969"/>
                  <a:pt x="54203" y="62289"/>
                  <a:pt x="52583" y="64060"/>
                </a:cubicBezTo>
                <a:cubicBezTo>
                  <a:pt x="49492" y="67528"/>
                  <a:pt x="46014" y="70138"/>
                  <a:pt x="42151" y="71891"/>
                </a:cubicBezTo>
                <a:cubicBezTo>
                  <a:pt x="38287" y="73644"/>
                  <a:pt x="34377" y="74520"/>
                  <a:pt x="30419" y="74520"/>
                </a:cubicBezTo>
                <a:cubicBezTo>
                  <a:pt x="26989" y="74520"/>
                  <a:pt x="23502" y="73862"/>
                  <a:pt x="19959" y="72545"/>
                </a:cubicBezTo>
                <a:cubicBezTo>
                  <a:pt x="17245" y="71528"/>
                  <a:pt x="15002" y="70343"/>
                  <a:pt x="13230" y="68988"/>
                </a:cubicBezTo>
                <a:cubicBezTo>
                  <a:pt x="11459" y="67633"/>
                  <a:pt x="9282" y="65348"/>
                  <a:pt x="6700" y="62131"/>
                </a:cubicBezTo>
                <a:cubicBezTo>
                  <a:pt x="4118" y="58913"/>
                  <a:pt x="2356" y="55940"/>
                  <a:pt x="1414" y="53212"/>
                </a:cubicBezTo>
                <a:cubicBezTo>
                  <a:pt x="471" y="50482"/>
                  <a:pt x="0" y="47481"/>
                  <a:pt x="0" y="44207"/>
                </a:cubicBezTo>
                <a:lnTo>
                  <a:pt x="0" y="34555"/>
                </a:lnTo>
                <a:cubicBezTo>
                  <a:pt x="0" y="29888"/>
                  <a:pt x="1253" y="25118"/>
                  <a:pt x="3760" y="20245"/>
                </a:cubicBezTo>
                <a:cubicBezTo>
                  <a:pt x="6267" y="15372"/>
                  <a:pt x="9697" y="11628"/>
                  <a:pt x="14050" y="9013"/>
                </a:cubicBezTo>
                <a:cubicBezTo>
                  <a:pt x="18404" y="6397"/>
                  <a:pt x="23125" y="5089"/>
                  <a:pt x="28214" y="5089"/>
                </a:cubicBezTo>
                <a:cubicBezTo>
                  <a:pt x="36054" y="5089"/>
                  <a:pt x="42801" y="7761"/>
                  <a:pt x="48455" y="13107"/>
                </a:cubicBezTo>
                <a:close/>
                <a:moveTo>
                  <a:pt x="123597" y="48257"/>
                </a:moveTo>
                <a:cubicBezTo>
                  <a:pt x="123597" y="55503"/>
                  <a:pt x="121005" y="61691"/>
                  <a:pt x="115822" y="66824"/>
                </a:cubicBezTo>
                <a:cubicBezTo>
                  <a:pt x="110639" y="71955"/>
                  <a:pt x="104392" y="74520"/>
                  <a:pt x="97079" y="74520"/>
                </a:cubicBezTo>
                <a:cubicBezTo>
                  <a:pt x="89691" y="74520"/>
                  <a:pt x="83415" y="71945"/>
                  <a:pt x="78251" y="66795"/>
                </a:cubicBezTo>
                <a:cubicBezTo>
                  <a:pt x="73087" y="61644"/>
                  <a:pt x="70505" y="55465"/>
                  <a:pt x="70505" y="48257"/>
                </a:cubicBezTo>
                <a:cubicBezTo>
                  <a:pt x="70505" y="41012"/>
                  <a:pt x="73087" y="34814"/>
                  <a:pt x="78251" y="29664"/>
                </a:cubicBezTo>
                <a:cubicBezTo>
                  <a:pt x="83415" y="24513"/>
                  <a:pt x="89691" y="21938"/>
                  <a:pt x="97079" y="21938"/>
                </a:cubicBezTo>
                <a:cubicBezTo>
                  <a:pt x="104392" y="21938"/>
                  <a:pt x="110639" y="24504"/>
                  <a:pt x="115822" y="29636"/>
                </a:cubicBezTo>
                <a:cubicBezTo>
                  <a:pt x="121005" y="34767"/>
                  <a:pt x="123597" y="40974"/>
                  <a:pt x="123597" y="48257"/>
                </a:cubicBezTo>
                <a:moveTo>
                  <a:pt x="118791" y="48229"/>
                </a:moveTo>
                <a:cubicBezTo>
                  <a:pt x="118791" y="42258"/>
                  <a:pt x="116670" y="37175"/>
                  <a:pt x="112430" y="32981"/>
                </a:cubicBezTo>
                <a:cubicBezTo>
                  <a:pt x="108189" y="28785"/>
                  <a:pt x="103054" y="26687"/>
                  <a:pt x="97023" y="26687"/>
                </a:cubicBezTo>
                <a:cubicBezTo>
                  <a:pt x="90992" y="26687"/>
                  <a:pt x="85856" y="28794"/>
                  <a:pt x="81615" y="33009"/>
                </a:cubicBezTo>
                <a:cubicBezTo>
                  <a:pt x="77375" y="37222"/>
                  <a:pt x="75255" y="42296"/>
                  <a:pt x="75255" y="48229"/>
                </a:cubicBezTo>
                <a:cubicBezTo>
                  <a:pt x="75255" y="54124"/>
                  <a:pt x="77375" y="59189"/>
                  <a:pt x="81615" y="63422"/>
                </a:cubicBezTo>
                <a:cubicBezTo>
                  <a:pt x="85856" y="67655"/>
                  <a:pt x="90992" y="69771"/>
                  <a:pt x="97023" y="69771"/>
                </a:cubicBezTo>
                <a:cubicBezTo>
                  <a:pt x="103054" y="69771"/>
                  <a:pt x="108189" y="67664"/>
                  <a:pt x="112430" y="63451"/>
                </a:cubicBezTo>
                <a:cubicBezTo>
                  <a:pt x="116670" y="59236"/>
                  <a:pt x="118791" y="54162"/>
                  <a:pt x="118791" y="48229"/>
                </a:cubicBezTo>
                <a:close/>
                <a:moveTo>
                  <a:pt x="151188" y="23634"/>
                </a:moveTo>
                <a:lnTo>
                  <a:pt x="151188" y="30758"/>
                </a:lnTo>
                <a:cubicBezTo>
                  <a:pt x="154505" y="27424"/>
                  <a:pt x="157502" y="25121"/>
                  <a:pt x="160178" y="23848"/>
                </a:cubicBezTo>
                <a:cubicBezTo>
                  <a:pt x="162855" y="22574"/>
                  <a:pt x="165870" y="21938"/>
                  <a:pt x="169225" y="21938"/>
                </a:cubicBezTo>
                <a:cubicBezTo>
                  <a:pt x="172843" y="21938"/>
                  <a:pt x="176142" y="22712"/>
                  <a:pt x="179119" y="24261"/>
                </a:cubicBezTo>
                <a:cubicBezTo>
                  <a:pt x="181230" y="25395"/>
                  <a:pt x="183143" y="27276"/>
                  <a:pt x="184858" y="29903"/>
                </a:cubicBezTo>
                <a:cubicBezTo>
                  <a:pt x="186573" y="32528"/>
                  <a:pt x="187431" y="35220"/>
                  <a:pt x="187431" y="37977"/>
                </a:cubicBezTo>
                <a:lnTo>
                  <a:pt x="187431" y="67961"/>
                </a:lnTo>
                <a:lnTo>
                  <a:pt x="191445" y="67961"/>
                </a:lnTo>
                <a:cubicBezTo>
                  <a:pt x="192576" y="67961"/>
                  <a:pt x="193386" y="68178"/>
                  <a:pt x="193876" y="68612"/>
                </a:cubicBezTo>
                <a:cubicBezTo>
                  <a:pt x="194366" y="69045"/>
                  <a:pt x="194611" y="69620"/>
                  <a:pt x="194611" y="70336"/>
                </a:cubicBezTo>
                <a:cubicBezTo>
                  <a:pt x="194611" y="71015"/>
                  <a:pt x="194366" y="71580"/>
                  <a:pt x="193876" y="72032"/>
                </a:cubicBezTo>
                <a:cubicBezTo>
                  <a:pt x="193386" y="72485"/>
                  <a:pt x="192576" y="72711"/>
                  <a:pt x="191445" y="72711"/>
                </a:cubicBezTo>
                <a:lnTo>
                  <a:pt x="178724" y="72711"/>
                </a:lnTo>
                <a:cubicBezTo>
                  <a:pt x="177555" y="72711"/>
                  <a:pt x="176726" y="72485"/>
                  <a:pt x="176236" y="72032"/>
                </a:cubicBezTo>
                <a:cubicBezTo>
                  <a:pt x="175746" y="71580"/>
                  <a:pt x="175501" y="71015"/>
                  <a:pt x="175501" y="70336"/>
                </a:cubicBezTo>
                <a:cubicBezTo>
                  <a:pt x="175501" y="69620"/>
                  <a:pt x="175746" y="69045"/>
                  <a:pt x="176236" y="68612"/>
                </a:cubicBezTo>
                <a:cubicBezTo>
                  <a:pt x="176726" y="68178"/>
                  <a:pt x="177555" y="67961"/>
                  <a:pt x="178724" y="67961"/>
                </a:cubicBezTo>
                <a:lnTo>
                  <a:pt x="182681" y="67961"/>
                </a:lnTo>
                <a:lnTo>
                  <a:pt x="182681" y="38723"/>
                </a:lnTo>
                <a:cubicBezTo>
                  <a:pt x="182681" y="35354"/>
                  <a:pt x="181456" y="32506"/>
                  <a:pt x="179006" y="30178"/>
                </a:cubicBezTo>
                <a:cubicBezTo>
                  <a:pt x="176556" y="27851"/>
                  <a:pt x="173277" y="26687"/>
                  <a:pt x="169168" y="26687"/>
                </a:cubicBezTo>
                <a:cubicBezTo>
                  <a:pt x="166040" y="26687"/>
                  <a:pt x="163326" y="27318"/>
                  <a:pt x="161026" y="28581"/>
                </a:cubicBezTo>
                <a:cubicBezTo>
                  <a:pt x="158727" y="29844"/>
                  <a:pt x="155448" y="32982"/>
                  <a:pt x="151188" y="37995"/>
                </a:cubicBezTo>
                <a:lnTo>
                  <a:pt x="151188" y="67961"/>
                </a:lnTo>
                <a:lnTo>
                  <a:pt x="156560" y="67961"/>
                </a:lnTo>
                <a:cubicBezTo>
                  <a:pt x="157691" y="67961"/>
                  <a:pt x="158501" y="68178"/>
                  <a:pt x="158991" y="68612"/>
                </a:cubicBezTo>
                <a:cubicBezTo>
                  <a:pt x="159481" y="69045"/>
                  <a:pt x="159726" y="69620"/>
                  <a:pt x="159726" y="70336"/>
                </a:cubicBezTo>
                <a:cubicBezTo>
                  <a:pt x="159726" y="71015"/>
                  <a:pt x="159481" y="71580"/>
                  <a:pt x="158991" y="72032"/>
                </a:cubicBezTo>
                <a:cubicBezTo>
                  <a:pt x="158501" y="72485"/>
                  <a:pt x="157691" y="72711"/>
                  <a:pt x="156560" y="72711"/>
                </a:cubicBezTo>
                <a:lnTo>
                  <a:pt x="141068" y="72711"/>
                </a:lnTo>
                <a:cubicBezTo>
                  <a:pt x="139937" y="72711"/>
                  <a:pt x="139126" y="72485"/>
                  <a:pt x="138636" y="72032"/>
                </a:cubicBezTo>
                <a:cubicBezTo>
                  <a:pt x="138146" y="71580"/>
                  <a:pt x="137901" y="71015"/>
                  <a:pt x="137901" y="70336"/>
                </a:cubicBezTo>
                <a:cubicBezTo>
                  <a:pt x="137901" y="69620"/>
                  <a:pt x="138146" y="69045"/>
                  <a:pt x="138636" y="68612"/>
                </a:cubicBezTo>
                <a:cubicBezTo>
                  <a:pt x="139126" y="68178"/>
                  <a:pt x="139937" y="67961"/>
                  <a:pt x="141068" y="67961"/>
                </a:cubicBezTo>
                <a:lnTo>
                  <a:pt x="146439" y="67961"/>
                </a:lnTo>
                <a:lnTo>
                  <a:pt x="146439" y="28383"/>
                </a:lnTo>
                <a:lnTo>
                  <a:pt x="142425" y="28383"/>
                </a:lnTo>
                <a:cubicBezTo>
                  <a:pt x="141294" y="28383"/>
                  <a:pt x="140483" y="28157"/>
                  <a:pt x="139993" y="27705"/>
                </a:cubicBezTo>
                <a:cubicBezTo>
                  <a:pt x="139503" y="27252"/>
                  <a:pt x="139258" y="26668"/>
                  <a:pt x="139258" y="25952"/>
                </a:cubicBezTo>
                <a:cubicBezTo>
                  <a:pt x="139258" y="25290"/>
                  <a:pt x="139503" y="24738"/>
                  <a:pt x="139993" y="24296"/>
                </a:cubicBezTo>
                <a:cubicBezTo>
                  <a:pt x="140483" y="23855"/>
                  <a:pt x="141294" y="23634"/>
                  <a:pt x="142425" y="23634"/>
                </a:cubicBezTo>
                <a:lnTo>
                  <a:pt x="151188" y="23634"/>
                </a:lnTo>
                <a:close/>
                <a:moveTo>
                  <a:pt x="226273" y="23634"/>
                </a:moveTo>
                <a:lnTo>
                  <a:pt x="252056" y="23634"/>
                </a:lnTo>
                <a:cubicBezTo>
                  <a:pt x="253187" y="23634"/>
                  <a:pt x="253997" y="23855"/>
                  <a:pt x="254487" y="24296"/>
                </a:cubicBezTo>
                <a:cubicBezTo>
                  <a:pt x="254977" y="24738"/>
                  <a:pt x="255222" y="25309"/>
                  <a:pt x="255222" y="26009"/>
                </a:cubicBezTo>
                <a:cubicBezTo>
                  <a:pt x="255222" y="26687"/>
                  <a:pt x="254977" y="27252"/>
                  <a:pt x="254487" y="27705"/>
                </a:cubicBezTo>
                <a:cubicBezTo>
                  <a:pt x="253997" y="28157"/>
                  <a:pt x="253187" y="28383"/>
                  <a:pt x="252056" y="28383"/>
                </a:cubicBezTo>
                <a:lnTo>
                  <a:pt x="226273" y="28383"/>
                </a:lnTo>
                <a:lnTo>
                  <a:pt x="226273" y="60076"/>
                </a:lnTo>
                <a:cubicBezTo>
                  <a:pt x="226273" y="62835"/>
                  <a:pt x="227376" y="65140"/>
                  <a:pt x="229581" y="66993"/>
                </a:cubicBezTo>
                <a:cubicBezTo>
                  <a:pt x="231786" y="68845"/>
                  <a:pt x="235018" y="69771"/>
                  <a:pt x="239278" y="69771"/>
                </a:cubicBezTo>
                <a:cubicBezTo>
                  <a:pt x="242482" y="69771"/>
                  <a:pt x="245949" y="69290"/>
                  <a:pt x="249681" y="68329"/>
                </a:cubicBezTo>
                <a:cubicBezTo>
                  <a:pt x="253413" y="67368"/>
                  <a:pt x="256315" y="66284"/>
                  <a:pt x="258388" y="65078"/>
                </a:cubicBezTo>
                <a:cubicBezTo>
                  <a:pt x="259142" y="64588"/>
                  <a:pt x="259764" y="64343"/>
                  <a:pt x="260254" y="64343"/>
                </a:cubicBezTo>
                <a:cubicBezTo>
                  <a:pt x="260857" y="64343"/>
                  <a:pt x="261385" y="64578"/>
                  <a:pt x="261837" y="65050"/>
                </a:cubicBezTo>
                <a:cubicBezTo>
                  <a:pt x="262290" y="65521"/>
                  <a:pt x="262516" y="66077"/>
                  <a:pt x="262516" y="66718"/>
                </a:cubicBezTo>
                <a:cubicBezTo>
                  <a:pt x="262516" y="67283"/>
                  <a:pt x="262271" y="67811"/>
                  <a:pt x="261781" y="68301"/>
                </a:cubicBezTo>
                <a:cubicBezTo>
                  <a:pt x="260575" y="69545"/>
                  <a:pt x="257644" y="70892"/>
                  <a:pt x="252989" y="72343"/>
                </a:cubicBezTo>
                <a:cubicBezTo>
                  <a:pt x="248334" y="73795"/>
                  <a:pt x="243876" y="74520"/>
                  <a:pt x="239617" y="74520"/>
                </a:cubicBezTo>
                <a:cubicBezTo>
                  <a:pt x="234076" y="74520"/>
                  <a:pt x="229666" y="73217"/>
                  <a:pt x="226386" y="70610"/>
                </a:cubicBezTo>
                <a:cubicBezTo>
                  <a:pt x="223107" y="68002"/>
                  <a:pt x="221467" y="64488"/>
                  <a:pt x="221467" y="60067"/>
                </a:cubicBezTo>
                <a:lnTo>
                  <a:pt x="221467" y="28383"/>
                </a:lnTo>
                <a:lnTo>
                  <a:pt x="212704" y="28383"/>
                </a:lnTo>
                <a:cubicBezTo>
                  <a:pt x="211573" y="28383"/>
                  <a:pt x="210763" y="28160"/>
                  <a:pt x="210272" y="27714"/>
                </a:cubicBezTo>
                <a:cubicBezTo>
                  <a:pt x="209782" y="27266"/>
                  <a:pt x="209537" y="26688"/>
                  <a:pt x="209537" y="25980"/>
                </a:cubicBezTo>
                <a:cubicBezTo>
                  <a:pt x="209537" y="25310"/>
                  <a:pt x="209782" y="24752"/>
                  <a:pt x="210272" y="24305"/>
                </a:cubicBezTo>
                <a:cubicBezTo>
                  <a:pt x="210763" y="23858"/>
                  <a:pt x="211573" y="23634"/>
                  <a:pt x="212704" y="23634"/>
                </a:cubicBezTo>
                <a:lnTo>
                  <a:pt x="221467" y="23634"/>
                </a:lnTo>
                <a:lnTo>
                  <a:pt x="221467" y="9520"/>
                </a:lnTo>
                <a:cubicBezTo>
                  <a:pt x="221467" y="8381"/>
                  <a:pt x="221694" y="7565"/>
                  <a:pt x="222146" y="7073"/>
                </a:cubicBezTo>
                <a:cubicBezTo>
                  <a:pt x="222598" y="6579"/>
                  <a:pt x="223164" y="6333"/>
                  <a:pt x="223842" y="6333"/>
                </a:cubicBezTo>
                <a:cubicBezTo>
                  <a:pt x="224558" y="6333"/>
                  <a:pt x="225143" y="6579"/>
                  <a:pt x="225595" y="7073"/>
                </a:cubicBezTo>
                <a:cubicBezTo>
                  <a:pt x="226047" y="7565"/>
                  <a:pt x="226273" y="8381"/>
                  <a:pt x="226273" y="9520"/>
                </a:cubicBezTo>
                <a:lnTo>
                  <a:pt x="226273" y="23634"/>
                </a:lnTo>
                <a:close/>
                <a:moveTo>
                  <a:pt x="331212" y="49303"/>
                </a:moveTo>
                <a:lnTo>
                  <a:pt x="282813" y="49303"/>
                </a:lnTo>
                <a:cubicBezTo>
                  <a:pt x="283642" y="55447"/>
                  <a:pt x="286215" y="60395"/>
                  <a:pt x="290531" y="64145"/>
                </a:cubicBezTo>
                <a:cubicBezTo>
                  <a:pt x="294847" y="67896"/>
                  <a:pt x="300190" y="69771"/>
                  <a:pt x="306560" y="69771"/>
                </a:cubicBezTo>
                <a:cubicBezTo>
                  <a:pt x="310103" y="69771"/>
                  <a:pt x="313816" y="69187"/>
                  <a:pt x="317699" y="68018"/>
                </a:cubicBezTo>
                <a:cubicBezTo>
                  <a:pt x="321581" y="66850"/>
                  <a:pt x="324747" y="65304"/>
                  <a:pt x="327197" y="63382"/>
                </a:cubicBezTo>
                <a:cubicBezTo>
                  <a:pt x="327914" y="62816"/>
                  <a:pt x="328535" y="62534"/>
                  <a:pt x="329063" y="62534"/>
                </a:cubicBezTo>
                <a:cubicBezTo>
                  <a:pt x="329666" y="62534"/>
                  <a:pt x="330194" y="62769"/>
                  <a:pt x="330646" y="63240"/>
                </a:cubicBezTo>
                <a:cubicBezTo>
                  <a:pt x="331099" y="63712"/>
                  <a:pt x="331325" y="64268"/>
                  <a:pt x="331325" y="64908"/>
                </a:cubicBezTo>
                <a:cubicBezTo>
                  <a:pt x="331325" y="65549"/>
                  <a:pt x="331023" y="66171"/>
                  <a:pt x="330420" y="66774"/>
                </a:cubicBezTo>
                <a:cubicBezTo>
                  <a:pt x="328611" y="68659"/>
                  <a:pt x="325398" y="70421"/>
                  <a:pt x="320780" y="72061"/>
                </a:cubicBezTo>
                <a:cubicBezTo>
                  <a:pt x="316163" y="73700"/>
                  <a:pt x="311423" y="74520"/>
                  <a:pt x="306560" y="74520"/>
                </a:cubicBezTo>
                <a:cubicBezTo>
                  <a:pt x="298418" y="74520"/>
                  <a:pt x="291624" y="71850"/>
                  <a:pt x="286177" y="66511"/>
                </a:cubicBezTo>
                <a:cubicBezTo>
                  <a:pt x="280731" y="61171"/>
                  <a:pt x="278007" y="54709"/>
                  <a:pt x="278007" y="47125"/>
                </a:cubicBezTo>
                <a:cubicBezTo>
                  <a:pt x="278007" y="40220"/>
                  <a:pt x="280561" y="34296"/>
                  <a:pt x="285668" y="29353"/>
                </a:cubicBezTo>
                <a:cubicBezTo>
                  <a:pt x="290776" y="24410"/>
                  <a:pt x="297099" y="21938"/>
                  <a:pt x="304638" y="21938"/>
                </a:cubicBezTo>
                <a:cubicBezTo>
                  <a:pt x="312403" y="21938"/>
                  <a:pt x="318792" y="24478"/>
                  <a:pt x="323805" y="29558"/>
                </a:cubicBezTo>
                <a:cubicBezTo>
                  <a:pt x="328818" y="34639"/>
                  <a:pt x="331287" y="41220"/>
                  <a:pt x="331212" y="49303"/>
                </a:cubicBezTo>
                <a:moveTo>
                  <a:pt x="326406" y="44554"/>
                </a:moveTo>
                <a:cubicBezTo>
                  <a:pt x="325463" y="39264"/>
                  <a:pt x="322985" y="34964"/>
                  <a:pt x="318971" y="31654"/>
                </a:cubicBezTo>
                <a:cubicBezTo>
                  <a:pt x="314956" y="28343"/>
                  <a:pt x="310179" y="26687"/>
                  <a:pt x="304638" y="26687"/>
                </a:cubicBezTo>
                <a:cubicBezTo>
                  <a:pt x="299097" y="26687"/>
                  <a:pt x="294329" y="28324"/>
                  <a:pt x="290333" y="31597"/>
                </a:cubicBezTo>
                <a:cubicBezTo>
                  <a:pt x="286338" y="34869"/>
                  <a:pt x="283850" y="39188"/>
                  <a:pt x="282870" y="44554"/>
                </a:cubicBezTo>
                <a:lnTo>
                  <a:pt x="326406" y="44554"/>
                </a:lnTo>
                <a:close/>
                <a:moveTo>
                  <a:pt x="359651" y="23634"/>
                </a:moveTo>
                <a:lnTo>
                  <a:pt x="359651" y="30758"/>
                </a:lnTo>
                <a:cubicBezTo>
                  <a:pt x="362968" y="27424"/>
                  <a:pt x="365964" y="25121"/>
                  <a:pt x="368641" y="23848"/>
                </a:cubicBezTo>
                <a:cubicBezTo>
                  <a:pt x="371317" y="22574"/>
                  <a:pt x="374332" y="21938"/>
                  <a:pt x="377687" y="21938"/>
                </a:cubicBezTo>
                <a:cubicBezTo>
                  <a:pt x="381306" y="21938"/>
                  <a:pt x="384604" y="22712"/>
                  <a:pt x="387582" y="24261"/>
                </a:cubicBezTo>
                <a:cubicBezTo>
                  <a:pt x="389692" y="25395"/>
                  <a:pt x="391605" y="27276"/>
                  <a:pt x="393320" y="29903"/>
                </a:cubicBezTo>
                <a:cubicBezTo>
                  <a:pt x="395036" y="32528"/>
                  <a:pt x="395893" y="35220"/>
                  <a:pt x="395893" y="37977"/>
                </a:cubicBezTo>
                <a:lnTo>
                  <a:pt x="395893" y="67961"/>
                </a:lnTo>
                <a:lnTo>
                  <a:pt x="399907" y="67961"/>
                </a:lnTo>
                <a:cubicBezTo>
                  <a:pt x="401038" y="67961"/>
                  <a:pt x="401849" y="68178"/>
                  <a:pt x="402339" y="68612"/>
                </a:cubicBezTo>
                <a:cubicBezTo>
                  <a:pt x="402829" y="69045"/>
                  <a:pt x="403074" y="69620"/>
                  <a:pt x="403074" y="70336"/>
                </a:cubicBezTo>
                <a:cubicBezTo>
                  <a:pt x="403074" y="71015"/>
                  <a:pt x="402829" y="71580"/>
                  <a:pt x="402339" y="72032"/>
                </a:cubicBezTo>
                <a:cubicBezTo>
                  <a:pt x="401849" y="72485"/>
                  <a:pt x="401038" y="72711"/>
                  <a:pt x="399907" y="72711"/>
                </a:cubicBezTo>
                <a:lnTo>
                  <a:pt x="387186" y="72711"/>
                </a:lnTo>
                <a:cubicBezTo>
                  <a:pt x="386017" y="72711"/>
                  <a:pt x="385188" y="72485"/>
                  <a:pt x="384698" y="72032"/>
                </a:cubicBezTo>
                <a:cubicBezTo>
                  <a:pt x="384208" y="71580"/>
                  <a:pt x="383963" y="71015"/>
                  <a:pt x="383963" y="70336"/>
                </a:cubicBezTo>
                <a:cubicBezTo>
                  <a:pt x="383963" y="69620"/>
                  <a:pt x="384208" y="69045"/>
                  <a:pt x="384698" y="68612"/>
                </a:cubicBezTo>
                <a:cubicBezTo>
                  <a:pt x="385188" y="68178"/>
                  <a:pt x="386017" y="67961"/>
                  <a:pt x="387186" y="67961"/>
                </a:cubicBezTo>
                <a:lnTo>
                  <a:pt x="391144" y="67961"/>
                </a:lnTo>
                <a:lnTo>
                  <a:pt x="391144" y="38723"/>
                </a:lnTo>
                <a:cubicBezTo>
                  <a:pt x="391144" y="35354"/>
                  <a:pt x="389919" y="32506"/>
                  <a:pt x="387469" y="30178"/>
                </a:cubicBezTo>
                <a:cubicBezTo>
                  <a:pt x="385018" y="27851"/>
                  <a:pt x="381739" y="26687"/>
                  <a:pt x="377631" y="26687"/>
                </a:cubicBezTo>
                <a:cubicBezTo>
                  <a:pt x="374502" y="26687"/>
                  <a:pt x="371788" y="27318"/>
                  <a:pt x="369489" y="28581"/>
                </a:cubicBezTo>
                <a:cubicBezTo>
                  <a:pt x="367189" y="29844"/>
                  <a:pt x="363910" y="32982"/>
                  <a:pt x="359651" y="37995"/>
                </a:cubicBezTo>
                <a:lnTo>
                  <a:pt x="359651" y="67961"/>
                </a:lnTo>
                <a:lnTo>
                  <a:pt x="365022" y="67961"/>
                </a:lnTo>
                <a:cubicBezTo>
                  <a:pt x="366153" y="67961"/>
                  <a:pt x="366963" y="68178"/>
                  <a:pt x="367453" y="68612"/>
                </a:cubicBezTo>
                <a:cubicBezTo>
                  <a:pt x="367943" y="69045"/>
                  <a:pt x="368188" y="69620"/>
                  <a:pt x="368188" y="70336"/>
                </a:cubicBezTo>
                <a:cubicBezTo>
                  <a:pt x="368188" y="71015"/>
                  <a:pt x="367943" y="71580"/>
                  <a:pt x="367453" y="72032"/>
                </a:cubicBezTo>
                <a:cubicBezTo>
                  <a:pt x="366963" y="72485"/>
                  <a:pt x="366153" y="72711"/>
                  <a:pt x="365022" y="72711"/>
                </a:cubicBezTo>
                <a:lnTo>
                  <a:pt x="349530" y="72711"/>
                </a:lnTo>
                <a:cubicBezTo>
                  <a:pt x="348399" y="72711"/>
                  <a:pt x="347589" y="72485"/>
                  <a:pt x="347099" y="72032"/>
                </a:cubicBezTo>
                <a:cubicBezTo>
                  <a:pt x="346609" y="71580"/>
                  <a:pt x="346364" y="71015"/>
                  <a:pt x="346364" y="70336"/>
                </a:cubicBezTo>
                <a:cubicBezTo>
                  <a:pt x="346364" y="69620"/>
                  <a:pt x="346609" y="69045"/>
                  <a:pt x="347099" y="68612"/>
                </a:cubicBezTo>
                <a:cubicBezTo>
                  <a:pt x="347589" y="68178"/>
                  <a:pt x="348399" y="67961"/>
                  <a:pt x="349530" y="67961"/>
                </a:cubicBezTo>
                <a:lnTo>
                  <a:pt x="354901" y="67961"/>
                </a:lnTo>
                <a:lnTo>
                  <a:pt x="354901" y="28383"/>
                </a:lnTo>
                <a:lnTo>
                  <a:pt x="350887" y="28383"/>
                </a:lnTo>
                <a:cubicBezTo>
                  <a:pt x="349756" y="28383"/>
                  <a:pt x="348946" y="28157"/>
                  <a:pt x="348456" y="27705"/>
                </a:cubicBezTo>
                <a:cubicBezTo>
                  <a:pt x="347966" y="27252"/>
                  <a:pt x="347721" y="26668"/>
                  <a:pt x="347721" y="25952"/>
                </a:cubicBezTo>
                <a:cubicBezTo>
                  <a:pt x="347721" y="25290"/>
                  <a:pt x="347966" y="24738"/>
                  <a:pt x="348456" y="24296"/>
                </a:cubicBezTo>
                <a:cubicBezTo>
                  <a:pt x="348946" y="23855"/>
                  <a:pt x="349756" y="23634"/>
                  <a:pt x="350887" y="23634"/>
                </a:cubicBezTo>
                <a:lnTo>
                  <a:pt x="359651" y="23634"/>
                </a:lnTo>
                <a:close/>
                <a:moveTo>
                  <a:pt x="434736" y="23634"/>
                </a:moveTo>
                <a:lnTo>
                  <a:pt x="460518" y="23634"/>
                </a:lnTo>
                <a:cubicBezTo>
                  <a:pt x="461649" y="23634"/>
                  <a:pt x="462459" y="23855"/>
                  <a:pt x="462949" y="24296"/>
                </a:cubicBezTo>
                <a:cubicBezTo>
                  <a:pt x="463439" y="24738"/>
                  <a:pt x="463684" y="25309"/>
                  <a:pt x="463684" y="26009"/>
                </a:cubicBezTo>
                <a:cubicBezTo>
                  <a:pt x="463684" y="26687"/>
                  <a:pt x="463439" y="27252"/>
                  <a:pt x="462949" y="27705"/>
                </a:cubicBezTo>
                <a:cubicBezTo>
                  <a:pt x="462459" y="28157"/>
                  <a:pt x="461649" y="28383"/>
                  <a:pt x="460518" y="28383"/>
                </a:cubicBezTo>
                <a:lnTo>
                  <a:pt x="434736" y="28383"/>
                </a:lnTo>
                <a:lnTo>
                  <a:pt x="434736" y="60076"/>
                </a:lnTo>
                <a:cubicBezTo>
                  <a:pt x="434736" y="62835"/>
                  <a:pt x="435838" y="65140"/>
                  <a:pt x="438043" y="66993"/>
                </a:cubicBezTo>
                <a:cubicBezTo>
                  <a:pt x="440248" y="68845"/>
                  <a:pt x="443481" y="69771"/>
                  <a:pt x="447740" y="69771"/>
                </a:cubicBezTo>
                <a:cubicBezTo>
                  <a:pt x="450944" y="69771"/>
                  <a:pt x="454412" y="69290"/>
                  <a:pt x="458143" y="68329"/>
                </a:cubicBezTo>
                <a:cubicBezTo>
                  <a:pt x="461875" y="67368"/>
                  <a:pt x="464778" y="66284"/>
                  <a:pt x="466851" y="65078"/>
                </a:cubicBezTo>
                <a:cubicBezTo>
                  <a:pt x="467605" y="64588"/>
                  <a:pt x="468226" y="64343"/>
                  <a:pt x="468716" y="64343"/>
                </a:cubicBezTo>
                <a:cubicBezTo>
                  <a:pt x="469320" y="64343"/>
                  <a:pt x="469847" y="64578"/>
                  <a:pt x="470300" y="65050"/>
                </a:cubicBezTo>
                <a:cubicBezTo>
                  <a:pt x="470752" y="65521"/>
                  <a:pt x="470978" y="66077"/>
                  <a:pt x="470978" y="66718"/>
                </a:cubicBezTo>
                <a:cubicBezTo>
                  <a:pt x="470978" y="67283"/>
                  <a:pt x="470733" y="67811"/>
                  <a:pt x="470243" y="68301"/>
                </a:cubicBezTo>
                <a:cubicBezTo>
                  <a:pt x="469037" y="69545"/>
                  <a:pt x="466106" y="70892"/>
                  <a:pt x="461451" y="72343"/>
                </a:cubicBezTo>
                <a:cubicBezTo>
                  <a:pt x="456796" y="73795"/>
                  <a:pt x="452339" y="74520"/>
                  <a:pt x="448079" y="74520"/>
                </a:cubicBezTo>
                <a:cubicBezTo>
                  <a:pt x="442538" y="74520"/>
                  <a:pt x="438128" y="73217"/>
                  <a:pt x="434849" y="70610"/>
                </a:cubicBezTo>
                <a:cubicBezTo>
                  <a:pt x="431569" y="68002"/>
                  <a:pt x="429930" y="64488"/>
                  <a:pt x="429930" y="60067"/>
                </a:cubicBezTo>
                <a:lnTo>
                  <a:pt x="429930" y="28383"/>
                </a:lnTo>
                <a:lnTo>
                  <a:pt x="421166" y="28383"/>
                </a:lnTo>
                <a:cubicBezTo>
                  <a:pt x="420035" y="28383"/>
                  <a:pt x="419225" y="28160"/>
                  <a:pt x="418735" y="27714"/>
                </a:cubicBezTo>
                <a:cubicBezTo>
                  <a:pt x="418245" y="27266"/>
                  <a:pt x="418000" y="26688"/>
                  <a:pt x="418000" y="25980"/>
                </a:cubicBezTo>
                <a:cubicBezTo>
                  <a:pt x="418000" y="25310"/>
                  <a:pt x="418245" y="24752"/>
                  <a:pt x="418735" y="24305"/>
                </a:cubicBezTo>
                <a:cubicBezTo>
                  <a:pt x="419225" y="23858"/>
                  <a:pt x="420035" y="23634"/>
                  <a:pt x="421166" y="23634"/>
                </a:cubicBezTo>
                <a:lnTo>
                  <a:pt x="429930" y="23634"/>
                </a:lnTo>
                <a:lnTo>
                  <a:pt x="429930" y="9520"/>
                </a:lnTo>
                <a:cubicBezTo>
                  <a:pt x="429930" y="8381"/>
                  <a:pt x="430156" y="7565"/>
                  <a:pt x="430608" y="7073"/>
                </a:cubicBezTo>
                <a:cubicBezTo>
                  <a:pt x="431061" y="6579"/>
                  <a:pt x="431626" y="6333"/>
                  <a:pt x="432305" y="6333"/>
                </a:cubicBezTo>
                <a:cubicBezTo>
                  <a:pt x="433021" y="6333"/>
                  <a:pt x="433605" y="6579"/>
                  <a:pt x="434057" y="7073"/>
                </a:cubicBezTo>
                <a:cubicBezTo>
                  <a:pt x="434510" y="7565"/>
                  <a:pt x="434736" y="8381"/>
                  <a:pt x="434736" y="9520"/>
                </a:cubicBezTo>
                <a:lnTo>
                  <a:pt x="434736" y="23634"/>
                </a:lnTo>
                <a:close/>
                <a:moveTo>
                  <a:pt x="538204" y="36525"/>
                </a:moveTo>
                <a:lnTo>
                  <a:pt x="538204" y="43310"/>
                </a:lnTo>
                <a:lnTo>
                  <a:pt x="489749" y="43310"/>
                </a:lnTo>
                <a:lnTo>
                  <a:pt x="489749" y="36525"/>
                </a:lnTo>
                <a:lnTo>
                  <a:pt x="538204" y="36525"/>
                </a:lnTo>
                <a:close/>
                <a:moveTo>
                  <a:pt x="575239" y="11308"/>
                </a:moveTo>
                <a:lnTo>
                  <a:pt x="575239" y="67961"/>
                </a:lnTo>
                <a:lnTo>
                  <a:pt x="606788" y="67961"/>
                </a:lnTo>
                <a:lnTo>
                  <a:pt x="606788" y="49077"/>
                </a:lnTo>
                <a:cubicBezTo>
                  <a:pt x="606788" y="47946"/>
                  <a:pt x="607014" y="47136"/>
                  <a:pt x="607467" y="46646"/>
                </a:cubicBezTo>
                <a:cubicBezTo>
                  <a:pt x="607919" y="46156"/>
                  <a:pt x="608503" y="45911"/>
                  <a:pt x="609219" y="45911"/>
                </a:cubicBezTo>
                <a:cubicBezTo>
                  <a:pt x="609898" y="45911"/>
                  <a:pt x="610463" y="46146"/>
                  <a:pt x="610916" y="46618"/>
                </a:cubicBezTo>
                <a:cubicBezTo>
                  <a:pt x="611368" y="47089"/>
                  <a:pt x="611594" y="47909"/>
                  <a:pt x="611594" y="49077"/>
                </a:cubicBezTo>
                <a:lnTo>
                  <a:pt x="611594" y="72711"/>
                </a:lnTo>
                <a:lnTo>
                  <a:pt x="559125" y="72711"/>
                </a:lnTo>
                <a:cubicBezTo>
                  <a:pt x="557994" y="72711"/>
                  <a:pt x="557183" y="72485"/>
                  <a:pt x="556693" y="72032"/>
                </a:cubicBezTo>
                <a:cubicBezTo>
                  <a:pt x="556203" y="71580"/>
                  <a:pt x="555958" y="71015"/>
                  <a:pt x="555958" y="70336"/>
                </a:cubicBezTo>
                <a:cubicBezTo>
                  <a:pt x="555958" y="69620"/>
                  <a:pt x="556203" y="69045"/>
                  <a:pt x="556693" y="68612"/>
                </a:cubicBezTo>
                <a:cubicBezTo>
                  <a:pt x="557183" y="68178"/>
                  <a:pt x="557994" y="67961"/>
                  <a:pt x="559125" y="67961"/>
                </a:cubicBezTo>
                <a:lnTo>
                  <a:pt x="570433" y="67961"/>
                </a:lnTo>
                <a:lnTo>
                  <a:pt x="570433" y="11308"/>
                </a:lnTo>
                <a:lnTo>
                  <a:pt x="559125" y="11308"/>
                </a:lnTo>
                <a:cubicBezTo>
                  <a:pt x="557994" y="11308"/>
                  <a:pt x="557183" y="11091"/>
                  <a:pt x="556693" y="10658"/>
                </a:cubicBezTo>
                <a:cubicBezTo>
                  <a:pt x="556203" y="10224"/>
                  <a:pt x="555958" y="9650"/>
                  <a:pt x="555958" y="8933"/>
                </a:cubicBezTo>
                <a:cubicBezTo>
                  <a:pt x="555958" y="8217"/>
                  <a:pt x="556203" y="7642"/>
                  <a:pt x="556693" y="7209"/>
                </a:cubicBezTo>
                <a:cubicBezTo>
                  <a:pt x="557183" y="6775"/>
                  <a:pt x="557994" y="6559"/>
                  <a:pt x="559125" y="6559"/>
                </a:cubicBezTo>
                <a:lnTo>
                  <a:pt x="586547" y="6559"/>
                </a:lnTo>
                <a:cubicBezTo>
                  <a:pt x="587677" y="6559"/>
                  <a:pt x="588488" y="6775"/>
                  <a:pt x="588978" y="7209"/>
                </a:cubicBezTo>
                <a:cubicBezTo>
                  <a:pt x="589468" y="7642"/>
                  <a:pt x="589713" y="8217"/>
                  <a:pt x="589713" y="8933"/>
                </a:cubicBezTo>
                <a:cubicBezTo>
                  <a:pt x="589713" y="9650"/>
                  <a:pt x="589468" y="10224"/>
                  <a:pt x="588978" y="10658"/>
                </a:cubicBezTo>
                <a:cubicBezTo>
                  <a:pt x="588488" y="11091"/>
                  <a:pt x="587677" y="11308"/>
                  <a:pt x="586547" y="11308"/>
                </a:cubicBezTo>
                <a:lnTo>
                  <a:pt x="575239" y="11308"/>
                </a:lnTo>
                <a:close/>
                <a:moveTo>
                  <a:pt x="678650" y="49303"/>
                </a:moveTo>
                <a:lnTo>
                  <a:pt x="630252" y="49303"/>
                </a:lnTo>
                <a:cubicBezTo>
                  <a:pt x="631081" y="55447"/>
                  <a:pt x="633654" y="60395"/>
                  <a:pt x="637970" y="64145"/>
                </a:cubicBezTo>
                <a:cubicBezTo>
                  <a:pt x="642285" y="67896"/>
                  <a:pt x="647629" y="69771"/>
                  <a:pt x="653999" y="69771"/>
                </a:cubicBezTo>
                <a:cubicBezTo>
                  <a:pt x="657542" y="69771"/>
                  <a:pt x="661255" y="69187"/>
                  <a:pt x="665137" y="68018"/>
                </a:cubicBezTo>
                <a:cubicBezTo>
                  <a:pt x="669020" y="66850"/>
                  <a:pt x="672186" y="65304"/>
                  <a:pt x="674636" y="63382"/>
                </a:cubicBezTo>
                <a:cubicBezTo>
                  <a:pt x="675352" y="62816"/>
                  <a:pt x="675974" y="62534"/>
                  <a:pt x="676502" y="62534"/>
                </a:cubicBezTo>
                <a:cubicBezTo>
                  <a:pt x="677105" y="62534"/>
                  <a:pt x="677633" y="62769"/>
                  <a:pt x="678085" y="63240"/>
                </a:cubicBezTo>
                <a:cubicBezTo>
                  <a:pt x="678537" y="63712"/>
                  <a:pt x="678763" y="64268"/>
                  <a:pt x="678763" y="64908"/>
                </a:cubicBezTo>
                <a:cubicBezTo>
                  <a:pt x="678763" y="65549"/>
                  <a:pt x="678462" y="66171"/>
                  <a:pt x="677859" y="66774"/>
                </a:cubicBezTo>
                <a:cubicBezTo>
                  <a:pt x="676049" y="68659"/>
                  <a:pt x="672836" y="70421"/>
                  <a:pt x="668219" y="72061"/>
                </a:cubicBezTo>
                <a:cubicBezTo>
                  <a:pt x="663601" y="73700"/>
                  <a:pt x="658861" y="74520"/>
                  <a:pt x="653999" y="74520"/>
                </a:cubicBezTo>
                <a:cubicBezTo>
                  <a:pt x="645857" y="74520"/>
                  <a:pt x="639063" y="71850"/>
                  <a:pt x="633616" y="66511"/>
                </a:cubicBezTo>
                <a:cubicBezTo>
                  <a:pt x="628169" y="61171"/>
                  <a:pt x="625446" y="54709"/>
                  <a:pt x="625446" y="47125"/>
                </a:cubicBezTo>
                <a:cubicBezTo>
                  <a:pt x="625446" y="40220"/>
                  <a:pt x="628000" y="34296"/>
                  <a:pt x="633107" y="29353"/>
                </a:cubicBezTo>
                <a:cubicBezTo>
                  <a:pt x="638215" y="24410"/>
                  <a:pt x="644538" y="21938"/>
                  <a:pt x="652076" y="21938"/>
                </a:cubicBezTo>
                <a:cubicBezTo>
                  <a:pt x="659841" y="21938"/>
                  <a:pt x="666230" y="24478"/>
                  <a:pt x="671244" y="29558"/>
                </a:cubicBezTo>
                <a:cubicBezTo>
                  <a:pt x="676257" y="34639"/>
                  <a:pt x="678726" y="41220"/>
                  <a:pt x="678650" y="49303"/>
                </a:cubicBezTo>
                <a:moveTo>
                  <a:pt x="673844" y="44554"/>
                </a:moveTo>
                <a:cubicBezTo>
                  <a:pt x="672902" y="39264"/>
                  <a:pt x="670424" y="34964"/>
                  <a:pt x="666409" y="31654"/>
                </a:cubicBezTo>
                <a:cubicBezTo>
                  <a:pt x="662395" y="28343"/>
                  <a:pt x="657617" y="26687"/>
                  <a:pt x="652076" y="26687"/>
                </a:cubicBezTo>
                <a:cubicBezTo>
                  <a:pt x="646535" y="26687"/>
                  <a:pt x="641767" y="28324"/>
                  <a:pt x="637772" y="31597"/>
                </a:cubicBezTo>
                <a:cubicBezTo>
                  <a:pt x="633776" y="34869"/>
                  <a:pt x="631288" y="39188"/>
                  <a:pt x="630308" y="44554"/>
                </a:cubicBezTo>
                <a:lnTo>
                  <a:pt x="673844" y="44554"/>
                </a:lnTo>
                <a:close/>
                <a:moveTo>
                  <a:pt x="707090" y="23634"/>
                </a:moveTo>
                <a:lnTo>
                  <a:pt x="707090" y="30758"/>
                </a:lnTo>
                <a:cubicBezTo>
                  <a:pt x="710407" y="27424"/>
                  <a:pt x="713404" y="25121"/>
                  <a:pt x="716080" y="23848"/>
                </a:cubicBezTo>
                <a:cubicBezTo>
                  <a:pt x="718756" y="22574"/>
                  <a:pt x="721771" y="21938"/>
                  <a:pt x="725126" y="21938"/>
                </a:cubicBezTo>
                <a:cubicBezTo>
                  <a:pt x="728745" y="21938"/>
                  <a:pt x="732043" y="22712"/>
                  <a:pt x="735021" y="24261"/>
                </a:cubicBezTo>
                <a:cubicBezTo>
                  <a:pt x="737132" y="25395"/>
                  <a:pt x="739045" y="27276"/>
                  <a:pt x="740760" y="29903"/>
                </a:cubicBezTo>
                <a:cubicBezTo>
                  <a:pt x="742475" y="32528"/>
                  <a:pt x="743332" y="35220"/>
                  <a:pt x="743332" y="37977"/>
                </a:cubicBezTo>
                <a:lnTo>
                  <a:pt x="743332" y="67961"/>
                </a:lnTo>
                <a:lnTo>
                  <a:pt x="747347" y="67961"/>
                </a:lnTo>
                <a:cubicBezTo>
                  <a:pt x="748477" y="67961"/>
                  <a:pt x="749288" y="68178"/>
                  <a:pt x="749778" y="68612"/>
                </a:cubicBezTo>
                <a:cubicBezTo>
                  <a:pt x="750268" y="69045"/>
                  <a:pt x="750513" y="69620"/>
                  <a:pt x="750513" y="70336"/>
                </a:cubicBezTo>
                <a:cubicBezTo>
                  <a:pt x="750513" y="71015"/>
                  <a:pt x="750268" y="71580"/>
                  <a:pt x="749778" y="72032"/>
                </a:cubicBezTo>
                <a:cubicBezTo>
                  <a:pt x="749288" y="72485"/>
                  <a:pt x="748477" y="72711"/>
                  <a:pt x="747347" y="72711"/>
                </a:cubicBezTo>
                <a:lnTo>
                  <a:pt x="734625" y="72711"/>
                </a:lnTo>
                <a:cubicBezTo>
                  <a:pt x="733456" y="72711"/>
                  <a:pt x="732627" y="72485"/>
                  <a:pt x="732137" y="72032"/>
                </a:cubicBezTo>
                <a:cubicBezTo>
                  <a:pt x="731647" y="71580"/>
                  <a:pt x="731402" y="71015"/>
                  <a:pt x="731402" y="70336"/>
                </a:cubicBezTo>
                <a:cubicBezTo>
                  <a:pt x="731402" y="69620"/>
                  <a:pt x="731647" y="69045"/>
                  <a:pt x="732137" y="68612"/>
                </a:cubicBezTo>
                <a:cubicBezTo>
                  <a:pt x="732627" y="68178"/>
                  <a:pt x="733456" y="67961"/>
                  <a:pt x="734625" y="67961"/>
                </a:cubicBezTo>
                <a:lnTo>
                  <a:pt x="738583" y="67961"/>
                </a:lnTo>
                <a:lnTo>
                  <a:pt x="738583" y="38723"/>
                </a:lnTo>
                <a:cubicBezTo>
                  <a:pt x="738583" y="35354"/>
                  <a:pt x="737358" y="32506"/>
                  <a:pt x="734908" y="30178"/>
                </a:cubicBezTo>
                <a:cubicBezTo>
                  <a:pt x="732458" y="27851"/>
                  <a:pt x="729178" y="26687"/>
                  <a:pt x="725070" y="26687"/>
                </a:cubicBezTo>
                <a:cubicBezTo>
                  <a:pt x="721941" y="26687"/>
                  <a:pt x="719227" y="27318"/>
                  <a:pt x="716928" y="28581"/>
                </a:cubicBezTo>
                <a:cubicBezTo>
                  <a:pt x="714629" y="29844"/>
                  <a:pt x="711349" y="32982"/>
                  <a:pt x="707090" y="37995"/>
                </a:cubicBezTo>
                <a:lnTo>
                  <a:pt x="707090" y="67961"/>
                </a:lnTo>
                <a:lnTo>
                  <a:pt x="712461" y="67961"/>
                </a:lnTo>
                <a:cubicBezTo>
                  <a:pt x="713592" y="67961"/>
                  <a:pt x="714402" y="68178"/>
                  <a:pt x="714892" y="68612"/>
                </a:cubicBezTo>
                <a:cubicBezTo>
                  <a:pt x="715382" y="69045"/>
                  <a:pt x="715627" y="69620"/>
                  <a:pt x="715627" y="70336"/>
                </a:cubicBezTo>
                <a:cubicBezTo>
                  <a:pt x="715627" y="71015"/>
                  <a:pt x="715382" y="71580"/>
                  <a:pt x="714892" y="72032"/>
                </a:cubicBezTo>
                <a:cubicBezTo>
                  <a:pt x="714402" y="72485"/>
                  <a:pt x="713592" y="72711"/>
                  <a:pt x="712461" y="72711"/>
                </a:cubicBezTo>
                <a:lnTo>
                  <a:pt x="696969" y="72711"/>
                </a:lnTo>
                <a:cubicBezTo>
                  <a:pt x="695838" y="72711"/>
                  <a:pt x="695028" y="72485"/>
                  <a:pt x="694538" y="72032"/>
                </a:cubicBezTo>
                <a:cubicBezTo>
                  <a:pt x="694048" y="71580"/>
                  <a:pt x="693803" y="71015"/>
                  <a:pt x="693803" y="70336"/>
                </a:cubicBezTo>
                <a:cubicBezTo>
                  <a:pt x="693803" y="69620"/>
                  <a:pt x="694048" y="69045"/>
                  <a:pt x="694538" y="68612"/>
                </a:cubicBezTo>
                <a:cubicBezTo>
                  <a:pt x="695028" y="68178"/>
                  <a:pt x="695838" y="67961"/>
                  <a:pt x="696969" y="67961"/>
                </a:cubicBezTo>
                <a:lnTo>
                  <a:pt x="702340" y="67961"/>
                </a:lnTo>
                <a:lnTo>
                  <a:pt x="702340" y="28383"/>
                </a:lnTo>
                <a:lnTo>
                  <a:pt x="698326" y="28383"/>
                </a:lnTo>
                <a:cubicBezTo>
                  <a:pt x="697195" y="28383"/>
                  <a:pt x="696385" y="28157"/>
                  <a:pt x="695895" y="27705"/>
                </a:cubicBezTo>
                <a:cubicBezTo>
                  <a:pt x="695405" y="27252"/>
                  <a:pt x="695160" y="26668"/>
                  <a:pt x="695160" y="25952"/>
                </a:cubicBezTo>
                <a:cubicBezTo>
                  <a:pt x="695160" y="25290"/>
                  <a:pt x="695405" y="24738"/>
                  <a:pt x="695895" y="24296"/>
                </a:cubicBezTo>
                <a:cubicBezTo>
                  <a:pt x="696385" y="23855"/>
                  <a:pt x="697195" y="23634"/>
                  <a:pt x="698326" y="23634"/>
                </a:cubicBezTo>
                <a:lnTo>
                  <a:pt x="707090" y="23634"/>
                </a:lnTo>
                <a:close/>
                <a:moveTo>
                  <a:pt x="807901" y="32307"/>
                </a:moveTo>
                <a:lnTo>
                  <a:pt x="807901" y="23634"/>
                </a:lnTo>
                <a:lnTo>
                  <a:pt x="819039" y="23634"/>
                </a:lnTo>
                <a:cubicBezTo>
                  <a:pt x="820170" y="23634"/>
                  <a:pt x="820980" y="23855"/>
                  <a:pt x="821470" y="24296"/>
                </a:cubicBezTo>
                <a:cubicBezTo>
                  <a:pt x="821960" y="24738"/>
                  <a:pt x="822205" y="25309"/>
                  <a:pt x="822205" y="26009"/>
                </a:cubicBezTo>
                <a:cubicBezTo>
                  <a:pt x="822205" y="26687"/>
                  <a:pt x="821960" y="27252"/>
                  <a:pt x="821470" y="27705"/>
                </a:cubicBezTo>
                <a:cubicBezTo>
                  <a:pt x="820980" y="28157"/>
                  <a:pt x="820170" y="28383"/>
                  <a:pt x="819039" y="28383"/>
                </a:cubicBezTo>
                <a:lnTo>
                  <a:pt x="812650" y="28383"/>
                </a:lnTo>
                <a:lnTo>
                  <a:pt x="812650" y="75943"/>
                </a:lnTo>
                <a:cubicBezTo>
                  <a:pt x="812650" y="79117"/>
                  <a:pt x="811972" y="81951"/>
                  <a:pt x="810615" y="84445"/>
                </a:cubicBezTo>
                <a:cubicBezTo>
                  <a:pt x="809710" y="86108"/>
                  <a:pt x="808202" y="87828"/>
                  <a:pt x="806091" y="89604"/>
                </a:cubicBezTo>
                <a:cubicBezTo>
                  <a:pt x="803981" y="91380"/>
                  <a:pt x="802058" y="92646"/>
                  <a:pt x="800324" y="93401"/>
                </a:cubicBezTo>
                <a:cubicBezTo>
                  <a:pt x="798590" y="94157"/>
                  <a:pt x="796272" y="94535"/>
                  <a:pt x="793370" y="94535"/>
                </a:cubicBezTo>
                <a:lnTo>
                  <a:pt x="779913" y="94535"/>
                </a:lnTo>
                <a:cubicBezTo>
                  <a:pt x="778782" y="94535"/>
                  <a:pt x="777972" y="94321"/>
                  <a:pt x="777482" y="93892"/>
                </a:cubicBezTo>
                <a:cubicBezTo>
                  <a:pt x="776992" y="93465"/>
                  <a:pt x="776747" y="92897"/>
                  <a:pt x="776747" y="92189"/>
                </a:cubicBezTo>
                <a:cubicBezTo>
                  <a:pt x="776747" y="91481"/>
                  <a:pt x="776992" y="90903"/>
                  <a:pt x="777482" y="90456"/>
                </a:cubicBezTo>
                <a:cubicBezTo>
                  <a:pt x="777972" y="90009"/>
                  <a:pt x="778782" y="89786"/>
                  <a:pt x="779913" y="89786"/>
                </a:cubicBezTo>
                <a:lnTo>
                  <a:pt x="793539" y="89786"/>
                </a:lnTo>
                <a:cubicBezTo>
                  <a:pt x="796329" y="89786"/>
                  <a:pt x="798845" y="89069"/>
                  <a:pt x="801088" y="87636"/>
                </a:cubicBezTo>
                <a:cubicBezTo>
                  <a:pt x="803330" y="86202"/>
                  <a:pt x="805187" y="84108"/>
                  <a:pt x="806657" y="81354"/>
                </a:cubicBezTo>
                <a:cubicBezTo>
                  <a:pt x="807486" y="79770"/>
                  <a:pt x="807901" y="77752"/>
                  <a:pt x="807901" y="75299"/>
                </a:cubicBezTo>
                <a:lnTo>
                  <a:pt x="807901" y="61039"/>
                </a:lnTo>
                <a:cubicBezTo>
                  <a:pt x="802812" y="67991"/>
                  <a:pt x="796253" y="71467"/>
                  <a:pt x="788225" y="71467"/>
                </a:cubicBezTo>
                <a:cubicBezTo>
                  <a:pt x="781704" y="71467"/>
                  <a:pt x="776078" y="69043"/>
                  <a:pt x="771347" y="64194"/>
                </a:cubicBezTo>
                <a:cubicBezTo>
                  <a:pt x="766617" y="59345"/>
                  <a:pt x="764252" y="53505"/>
                  <a:pt x="764252" y="46674"/>
                </a:cubicBezTo>
                <a:cubicBezTo>
                  <a:pt x="764252" y="39843"/>
                  <a:pt x="766617" y="34013"/>
                  <a:pt x="771347" y="29184"/>
                </a:cubicBezTo>
                <a:cubicBezTo>
                  <a:pt x="776078" y="24353"/>
                  <a:pt x="781704" y="21938"/>
                  <a:pt x="788225" y="21938"/>
                </a:cubicBezTo>
                <a:cubicBezTo>
                  <a:pt x="796253" y="21938"/>
                  <a:pt x="802812" y="25394"/>
                  <a:pt x="807901" y="32307"/>
                </a:cubicBezTo>
                <a:moveTo>
                  <a:pt x="807901" y="46674"/>
                </a:moveTo>
                <a:cubicBezTo>
                  <a:pt x="807901" y="41072"/>
                  <a:pt x="805988" y="36340"/>
                  <a:pt x="802162" y="32479"/>
                </a:cubicBezTo>
                <a:cubicBezTo>
                  <a:pt x="798336" y="28618"/>
                  <a:pt x="793766" y="26687"/>
                  <a:pt x="788451" y="26687"/>
                </a:cubicBezTo>
                <a:cubicBezTo>
                  <a:pt x="783136" y="26687"/>
                  <a:pt x="778575" y="28627"/>
                  <a:pt x="774768" y="32507"/>
                </a:cubicBezTo>
                <a:cubicBezTo>
                  <a:pt x="770961" y="36387"/>
                  <a:pt x="769058" y="41110"/>
                  <a:pt x="769058" y="46674"/>
                </a:cubicBezTo>
                <a:cubicBezTo>
                  <a:pt x="769058" y="52276"/>
                  <a:pt x="770961" y="57017"/>
                  <a:pt x="774768" y="60897"/>
                </a:cubicBezTo>
                <a:cubicBezTo>
                  <a:pt x="778575" y="64778"/>
                  <a:pt x="783136" y="66718"/>
                  <a:pt x="788451" y="66718"/>
                </a:cubicBezTo>
                <a:cubicBezTo>
                  <a:pt x="793766" y="66718"/>
                  <a:pt x="798336" y="64778"/>
                  <a:pt x="802162" y="60897"/>
                </a:cubicBezTo>
                <a:cubicBezTo>
                  <a:pt x="805988" y="57017"/>
                  <a:pt x="807901" y="52276"/>
                  <a:pt x="807901" y="46674"/>
                </a:cubicBezTo>
                <a:close/>
                <a:moveTo>
                  <a:pt x="851662" y="23634"/>
                </a:moveTo>
                <a:lnTo>
                  <a:pt x="877445" y="23634"/>
                </a:lnTo>
                <a:cubicBezTo>
                  <a:pt x="878576" y="23634"/>
                  <a:pt x="879386" y="23855"/>
                  <a:pt x="879876" y="24296"/>
                </a:cubicBezTo>
                <a:cubicBezTo>
                  <a:pt x="880366" y="24738"/>
                  <a:pt x="880611" y="25309"/>
                  <a:pt x="880611" y="26009"/>
                </a:cubicBezTo>
                <a:cubicBezTo>
                  <a:pt x="880611" y="26687"/>
                  <a:pt x="880366" y="27252"/>
                  <a:pt x="879876" y="27705"/>
                </a:cubicBezTo>
                <a:cubicBezTo>
                  <a:pt x="879386" y="28157"/>
                  <a:pt x="878576" y="28383"/>
                  <a:pt x="877445" y="28383"/>
                </a:cubicBezTo>
                <a:lnTo>
                  <a:pt x="851662" y="28383"/>
                </a:lnTo>
                <a:lnTo>
                  <a:pt x="851662" y="60076"/>
                </a:lnTo>
                <a:cubicBezTo>
                  <a:pt x="851662" y="62835"/>
                  <a:pt x="852765" y="65140"/>
                  <a:pt x="854970" y="66993"/>
                </a:cubicBezTo>
                <a:cubicBezTo>
                  <a:pt x="857175" y="68845"/>
                  <a:pt x="860407" y="69771"/>
                  <a:pt x="864667" y="69771"/>
                </a:cubicBezTo>
                <a:cubicBezTo>
                  <a:pt x="867871" y="69771"/>
                  <a:pt x="871338" y="69290"/>
                  <a:pt x="875070" y="68329"/>
                </a:cubicBezTo>
                <a:cubicBezTo>
                  <a:pt x="878802" y="67368"/>
                  <a:pt x="881704" y="66284"/>
                  <a:pt x="883777" y="65078"/>
                </a:cubicBezTo>
                <a:cubicBezTo>
                  <a:pt x="884531" y="64588"/>
                  <a:pt x="885153" y="64343"/>
                  <a:pt x="885643" y="64343"/>
                </a:cubicBezTo>
                <a:cubicBezTo>
                  <a:pt x="886246" y="64343"/>
                  <a:pt x="886774" y="64578"/>
                  <a:pt x="887226" y="65050"/>
                </a:cubicBezTo>
                <a:cubicBezTo>
                  <a:pt x="887679" y="65521"/>
                  <a:pt x="887905" y="66077"/>
                  <a:pt x="887905" y="66718"/>
                </a:cubicBezTo>
                <a:cubicBezTo>
                  <a:pt x="887905" y="67283"/>
                  <a:pt x="887660" y="67811"/>
                  <a:pt x="887170" y="68301"/>
                </a:cubicBezTo>
                <a:cubicBezTo>
                  <a:pt x="885964" y="69545"/>
                  <a:pt x="883033" y="70892"/>
                  <a:pt x="878378" y="72343"/>
                </a:cubicBezTo>
                <a:cubicBezTo>
                  <a:pt x="873723" y="73795"/>
                  <a:pt x="869265" y="74520"/>
                  <a:pt x="865006" y="74520"/>
                </a:cubicBezTo>
                <a:cubicBezTo>
                  <a:pt x="859465" y="74520"/>
                  <a:pt x="855055" y="73217"/>
                  <a:pt x="851776" y="70610"/>
                </a:cubicBezTo>
                <a:cubicBezTo>
                  <a:pt x="848496" y="68002"/>
                  <a:pt x="846856" y="64488"/>
                  <a:pt x="846856" y="60067"/>
                </a:cubicBezTo>
                <a:lnTo>
                  <a:pt x="846856" y="28383"/>
                </a:lnTo>
                <a:lnTo>
                  <a:pt x="838093" y="28383"/>
                </a:lnTo>
                <a:cubicBezTo>
                  <a:pt x="836962" y="28383"/>
                  <a:pt x="836152" y="28160"/>
                  <a:pt x="835662" y="27714"/>
                </a:cubicBezTo>
                <a:cubicBezTo>
                  <a:pt x="835171" y="27266"/>
                  <a:pt x="834926" y="26688"/>
                  <a:pt x="834926" y="25980"/>
                </a:cubicBezTo>
                <a:cubicBezTo>
                  <a:pt x="834926" y="25310"/>
                  <a:pt x="835171" y="24752"/>
                  <a:pt x="835662" y="24305"/>
                </a:cubicBezTo>
                <a:cubicBezTo>
                  <a:pt x="836152" y="23858"/>
                  <a:pt x="836962" y="23634"/>
                  <a:pt x="838093" y="23634"/>
                </a:cubicBezTo>
                <a:lnTo>
                  <a:pt x="846856" y="23634"/>
                </a:lnTo>
                <a:lnTo>
                  <a:pt x="846856" y="9520"/>
                </a:lnTo>
                <a:cubicBezTo>
                  <a:pt x="846856" y="8381"/>
                  <a:pt x="847083" y="7565"/>
                  <a:pt x="847535" y="7073"/>
                </a:cubicBezTo>
                <a:cubicBezTo>
                  <a:pt x="847987" y="6579"/>
                  <a:pt x="848553" y="6333"/>
                  <a:pt x="849231" y="6333"/>
                </a:cubicBezTo>
                <a:cubicBezTo>
                  <a:pt x="849947" y="6333"/>
                  <a:pt x="850532" y="6579"/>
                  <a:pt x="850984" y="7073"/>
                </a:cubicBezTo>
                <a:cubicBezTo>
                  <a:pt x="851436" y="7565"/>
                  <a:pt x="851662" y="8381"/>
                  <a:pt x="851662" y="9520"/>
                </a:cubicBezTo>
                <a:lnTo>
                  <a:pt x="851662" y="23634"/>
                </a:lnTo>
                <a:close/>
                <a:moveTo>
                  <a:pt x="915270" y="1696"/>
                </a:moveTo>
                <a:lnTo>
                  <a:pt x="915270" y="30882"/>
                </a:lnTo>
                <a:cubicBezTo>
                  <a:pt x="918285" y="27599"/>
                  <a:pt x="921178" y="25288"/>
                  <a:pt x="923949" y="23948"/>
                </a:cubicBezTo>
                <a:cubicBezTo>
                  <a:pt x="926719" y="22608"/>
                  <a:pt x="929819" y="21938"/>
                  <a:pt x="933250" y="21938"/>
                </a:cubicBezTo>
                <a:cubicBezTo>
                  <a:pt x="936944" y="21938"/>
                  <a:pt x="940082" y="22590"/>
                  <a:pt x="942664" y="23894"/>
                </a:cubicBezTo>
                <a:cubicBezTo>
                  <a:pt x="945246" y="25196"/>
                  <a:pt x="947404" y="27199"/>
                  <a:pt x="949137" y="29901"/>
                </a:cubicBezTo>
                <a:cubicBezTo>
                  <a:pt x="950871" y="32603"/>
                  <a:pt x="951738" y="35447"/>
                  <a:pt x="951738" y="38432"/>
                </a:cubicBezTo>
                <a:lnTo>
                  <a:pt x="951738" y="67961"/>
                </a:lnTo>
                <a:lnTo>
                  <a:pt x="957053" y="67961"/>
                </a:lnTo>
                <a:cubicBezTo>
                  <a:pt x="958222" y="67961"/>
                  <a:pt x="959041" y="68178"/>
                  <a:pt x="959513" y="68612"/>
                </a:cubicBezTo>
                <a:cubicBezTo>
                  <a:pt x="959984" y="69045"/>
                  <a:pt x="960219" y="69620"/>
                  <a:pt x="960219" y="70336"/>
                </a:cubicBezTo>
                <a:cubicBezTo>
                  <a:pt x="960219" y="71015"/>
                  <a:pt x="959984" y="71580"/>
                  <a:pt x="959513" y="72032"/>
                </a:cubicBezTo>
                <a:cubicBezTo>
                  <a:pt x="959041" y="72485"/>
                  <a:pt x="958222" y="72711"/>
                  <a:pt x="957053" y="72711"/>
                </a:cubicBezTo>
                <a:lnTo>
                  <a:pt x="941618" y="72711"/>
                </a:lnTo>
                <a:cubicBezTo>
                  <a:pt x="940449" y="72711"/>
                  <a:pt x="939620" y="72485"/>
                  <a:pt x="939130" y="72032"/>
                </a:cubicBezTo>
                <a:cubicBezTo>
                  <a:pt x="938640" y="71580"/>
                  <a:pt x="938395" y="71015"/>
                  <a:pt x="938395" y="70336"/>
                </a:cubicBezTo>
                <a:cubicBezTo>
                  <a:pt x="938395" y="69620"/>
                  <a:pt x="938640" y="69045"/>
                  <a:pt x="939130" y="68612"/>
                </a:cubicBezTo>
                <a:cubicBezTo>
                  <a:pt x="939620" y="68178"/>
                  <a:pt x="940449" y="67961"/>
                  <a:pt x="941618" y="67961"/>
                </a:cubicBezTo>
                <a:lnTo>
                  <a:pt x="946932" y="67961"/>
                </a:lnTo>
                <a:lnTo>
                  <a:pt x="946932" y="38764"/>
                </a:lnTo>
                <a:cubicBezTo>
                  <a:pt x="946932" y="35324"/>
                  <a:pt x="945698" y="32452"/>
                  <a:pt x="943229" y="30147"/>
                </a:cubicBezTo>
                <a:cubicBezTo>
                  <a:pt x="940760" y="27840"/>
                  <a:pt x="937321" y="26687"/>
                  <a:pt x="932910" y="26687"/>
                </a:cubicBezTo>
                <a:cubicBezTo>
                  <a:pt x="929443" y="26687"/>
                  <a:pt x="926484" y="27537"/>
                  <a:pt x="924034" y="29237"/>
                </a:cubicBezTo>
                <a:cubicBezTo>
                  <a:pt x="922262" y="30446"/>
                  <a:pt x="919341" y="33299"/>
                  <a:pt x="915270" y="37795"/>
                </a:cubicBezTo>
                <a:lnTo>
                  <a:pt x="915270" y="67961"/>
                </a:lnTo>
                <a:lnTo>
                  <a:pt x="920641" y="67961"/>
                </a:lnTo>
                <a:cubicBezTo>
                  <a:pt x="921772" y="67961"/>
                  <a:pt x="922582" y="68178"/>
                  <a:pt x="923072" y="68612"/>
                </a:cubicBezTo>
                <a:cubicBezTo>
                  <a:pt x="923562" y="69045"/>
                  <a:pt x="923807" y="69620"/>
                  <a:pt x="923807" y="70336"/>
                </a:cubicBezTo>
                <a:cubicBezTo>
                  <a:pt x="923807" y="71015"/>
                  <a:pt x="923562" y="71580"/>
                  <a:pt x="923072" y="72032"/>
                </a:cubicBezTo>
                <a:cubicBezTo>
                  <a:pt x="922582" y="72485"/>
                  <a:pt x="921772" y="72711"/>
                  <a:pt x="920641" y="72711"/>
                </a:cubicBezTo>
                <a:lnTo>
                  <a:pt x="905149" y="72711"/>
                </a:lnTo>
                <a:cubicBezTo>
                  <a:pt x="904018" y="72711"/>
                  <a:pt x="903208" y="72485"/>
                  <a:pt x="902718" y="72032"/>
                </a:cubicBezTo>
                <a:cubicBezTo>
                  <a:pt x="902228" y="71580"/>
                  <a:pt x="901983" y="71015"/>
                  <a:pt x="901983" y="70336"/>
                </a:cubicBezTo>
                <a:cubicBezTo>
                  <a:pt x="901983" y="69620"/>
                  <a:pt x="902228" y="69045"/>
                  <a:pt x="902718" y="68612"/>
                </a:cubicBezTo>
                <a:cubicBezTo>
                  <a:pt x="903208" y="68178"/>
                  <a:pt x="904018" y="67961"/>
                  <a:pt x="905149" y="67961"/>
                </a:cubicBezTo>
                <a:lnTo>
                  <a:pt x="910520" y="67961"/>
                </a:lnTo>
                <a:lnTo>
                  <a:pt x="910520" y="6446"/>
                </a:lnTo>
                <a:lnTo>
                  <a:pt x="904131" y="6446"/>
                </a:lnTo>
                <a:cubicBezTo>
                  <a:pt x="903001" y="6446"/>
                  <a:pt x="902190" y="6225"/>
                  <a:pt x="901700" y="5783"/>
                </a:cubicBezTo>
                <a:cubicBezTo>
                  <a:pt x="901210" y="5341"/>
                  <a:pt x="900965" y="4771"/>
                  <a:pt x="900965" y="4071"/>
                </a:cubicBezTo>
                <a:cubicBezTo>
                  <a:pt x="900965" y="3392"/>
                  <a:pt x="901210" y="2827"/>
                  <a:pt x="901700" y="2375"/>
                </a:cubicBezTo>
                <a:cubicBezTo>
                  <a:pt x="902190" y="1922"/>
                  <a:pt x="903001" y="1696"/>
                  <a:pt x="904131" y="1696"/>
                </a:cubicBezTo>
                <a:lnTo>
                  <a:pt x="915270" y="1696"/>
                </a:lnTo>
                <a:close/>
                <a:moveTo>
                  <a:pt x="999402" y="23634"/>
                </a:moveTo>
                <a:lnTo>
                  <a:pt x="1001437" y="23634"/>
                </a:lnTo>
                <a:cubicBezTo>
                  <a:pt x="1003548" y="23634"/>
                  <a:pt x="1005357" y="24388"/>
                  <a:pt x="1006865" y="25895"/>
                </a:cubicBezTo>
                <a:cubicBezTo>
                  <a:pt x="1008373" y="27403"/>
                  <a:pt x="1009126" y="29194"/>
                  <a:pt x="1009126" y="31267"/>
                </a:cubicBezTo>
                <a:cubicBezTo>
                  <a:pt x="1009126" y="33491"/>
                  <a:pt x="1008363" y="35338"/>
                  <a:pt x="1006837" y="36808"/>
                </a:cubicBezTo>
                <a:cubicBezTo>
                  <a:pt x="1005310" y="38278"/>
                  <a:pt x="1003510" y="39013"/>
                  <a:pt x="1001437" y="39013"/>
                </a:cubicBezTo>
                <a:lnTo>
                  <a:pt x="999402" y="39013"/>
                </a:lnTo>
                <a:cubicBezTo>
                  <a:pt x="997291" y="39013"/>
                  <a:pt x="995481" y="38259"/>
                  <a:pt x="993974" y="36751"/>
                </a:cubicBezTo>
                <a:cubicBezTo>
                  <a:pt x="992466" y="35243"/>
                  <a:pt x="991712" y="33453"/>
                  <a:pt x="991712" y="31380"/>
                </a:cubicBezTo>
                <a:cubicBezTo>
                  <a:pt x="991712" y="29156"/>
                  <a:pt x="992475" y="27309"/>
                  <a:pt x="994002" y="25839"/>
                </a:cubicBezTo>
                <a:cubicBezTo>
                  <a:pt x="995529" y="24369"/>
                  <a:pt x="997328" y="23634"/>
                  <a:pt x="999402" y="23634"/>
                </a:cubicBezTo>
                <a:moveTo>
                  <a:pt x="999402" y="59141"/>
                </a:moveTo>
                <a:lnTo>
                  <a:pt x="1001437" y="59141"/>
                </a:lnTo>
                <a:cubicBezTo>
                  <a:pt x="1003548" y="59141"/>
                  <a:pt x="1005357" y="59889"/>
                  <a:pt x="1006865" y="61383"/>
                </a:cubicBezTo>
                <a:cubicBezTo>
                  <a:pt x="1008373" y="62877"/>
                  <a:pt x="1009126" y="64683"/>
                  <a:pt x="1009126" y="66802"/>
                </a:cubicBezTo>
                <a:cubicBezTo>
                  <a:pt x="1009126" y="68997"/>
                  <a:pt x="1008363" y="70832"/>
                  <a:pt x="1006837" y="72308"/>
                </a:cubicBezTo>
                <a:cubicBezTo>
                  <a:pt x="1005310" y="73783"/>
                  <a:pt x="1003510" y="74520"/>
                  <a:pt x="1001437" y="74520"/>
                </a:cubicBezTo>
                <a:lnTo>
                  <a:pt x="999402" y="74520"/>
                </a:lnTo>
                <a:cubicBezTo>
                  <a:pt x="997291" y="74520"/>
                  <a:pt x="995481" y="73773"/>
                  <a:pt x="993974" y="72280"/>
                </a:cubicBezTo>
                <a:cubicBezTo>
                  <a:pt x="992466" y="70785"/>
                  <a:pt x="991712" y="68978"/>
                  <a:pt x="991712" y="66859"/>
                </a:cubicBezTo>
                <a:cubicBezTo>
                  <a:pt x="991712" y="64664"/>
                  <a:pt x="992475" y="62830"/>
                  <a:pt x="994002" y="61355"/>
                </a:cubicBezTo>
                <a:cubicBezTo>
                  <a:pt x="995529" y="59879"/>
                  <a:pt x="997328" y="59141"/>
                  <a:pt x="999402" y="59141"/>
                </a:cubicBezTo>
                <a:close/>
                <a:moveTo>
                  <a:pt x="1149119" y="34129"/>
                </a:moveTo>
                <a:cubicBezTo>
                  <a:pt x="1153492" y="36088"/>
                  <a:pt x="1156828" y="38771"/>
                  <a:pt x="1159127" y="42179"/>
                </a:cubicBezTo>
                <a:cubicBezTo>
                  <a:pt x="1161426" y="45587"/>
                  <a:pt x="1162576" y="49136"/>
                  <a:pt x="1162576" y="52828"/>
                </a:cubicBezTo>
                <a:cubicBezTo>
                  <a:pt x="1162576" y="58514"/>
                  <a:pt x="1160267" y="63532"/>
                  <a:pt x="1155650" y="67882"/>
                </a:cubicBezTo>
                <a:cubicBezTo>
                  <a:pt x="1151032" y="72232"/>
                  <a:pt x="1145256" y="74407"/>
                  <a:pt x="1138320" y="74407"/>
                </a:cubicBezTo>
                <a:cubicBezTo>
                  <a:pt x="1134249" y="74407"/>
                  <a:pt x="1130028" y="73540"/>
                  <a:pt x="1125655" y="71806"/>
                </a:cubicBezTo>
                <a:cubicBezTo>
                  <a:pt x="1121283" y="70072"/>
                  <a:pt x="1118229" y="68301"/>
                  <a:pt x="1116496" y="66491"/>
                </a:cubicBezTo>
                <a:cubicBezTo>
                  <a:pt x="1115930" y="65888"/>
                  <a:pt x="1115647" y="65248"/>
                  <a:pt x="1115647" y="64569"/>
                </a:cubicBezTo>
                <a:cubicBezTo>
                  <a:pt x="1115647" y="63966"/>
                  <a:pt x="1115864" y="63438"/>
                  <a:pt x="1116298" y="62986"/>
                </a:cubicBezTo>
                <a:cubicBezTo>
                  <a:pt x="1116731" y="62534"/>
                  <a:pt x="1117249" y="62307"/>
                  <a:pt x="1117852" y="62307"/>
                </a:cubicBezTo>
                <a:cubicBezTo>
                  <a:pt x="1118456" y="62307"/>
                  <a:pt x="1119134" y="62590"/>
                  <a:pt x="1119888" y="63156"/>
                </a:cubicBezTo>
                <a:cubicBezTo>
                  <a:pt x="1125730" y="67490"/>
                  <a:pt x="1131912" y="69658"/>
                  <a:pt x="1138433" y="69658"/>
                </a:cubicBezTo>
                <a:cubicBezTo>
                  <a:pt x="1143936" y="69658"/>
                  <a:pt x="1148544" y="67936"/>
                  <a:pt x="1152257" y="64493"/>
                </a:cubicBezTo>
                <a:cubicBezTo>
                  <a:pt x="1155970" y="61050"/>
                  <a:pt x="1157827" y="57221"/>
                  <a:pt x="1157827" y="53007"/>
                </a:cubicBezTo>
                <a:cubicBezTo>
                  <a:pt x="1157827" y="50184"/>
                  <a:pt x="1156912" y="47418"/>
                  <a:pt x="1155084" y="44709"/>
                </a:cubicBezTo>
                <a:cubicBezTo>
                  <a:pt x="1153256" y="42000"/>
                  <a:pt x="1150627" y="39864"/>
                  <a:pt x="1147197" y="38303"/>
                </a:cubicBezTo>
                <a:cubicBezTo>
                  <a:pt x="1143767" y="36741"/>
                  <a:pt x="1140299" y="35960"/>
                  <a:pt x="1136794" y="35960"/>
                </a:cubicBezTo>
                <a:cubicBezTo>
                  <a:pt x="1135663" y="35960"/>
                  <a:pt x="1134852" y="35741"/>
                  <a:pt x="1134362" y="35302"/>
                </a:cubicBezTo>
                <a:cubicBezTo>
                  <a:pt x="1133872" y="34863"/>
                  <a:pt x="1133627" y="34281"/>
                  <a:pt x="1133627" y="33557"/>
                </a:cubicBezTo>
                <a:cubicBezTo>
                  <a:pt x="1133627" y="32870"/>
                  <a:pt x="1133863" y="32298"/>
                  <a:pt x="1134334" y="31841"/>
                </a:cubicBezTo>
                <a:cubicBezTo>
                  <a:pt x="1134805" y="31383"/>
                  <a:pt x="1135512" y="31154"/>
                  <a:pt x="1136454" y="31154"/>
                </a:cubicBezTo>
                <a:lnTo>
                  <a:pt x="1140525" y="31210"/>
                </a:lnTo>
                <a:cubicBezTo>
                  <a:pt x="1144785" y="31210"/>
                  <a:pt x="1148299" y="29907"/>
                  <a:pt x="1151070" y="27302"/>
                </a:cubicBezTo>
                <a:cubicBezTo>
                  <a:pt x="1153840" y="24695"/>
                  <a:pt x="1155226" y="21673"/>
                  <a:pt x="1155226" y="18234"/>
                </a:cubicBezTo>
                <a:cubicBezTo>
                  <a:pt x="1155226" y="14684"/>
                  <a:pt x="1153774" y="11549"/>
                  <a:pt x="1150872" y="8829"/>
                </a:cubicBezTo>
                <a:cubicBezTo>
                  <a:pt x="1147970" y="6109"/>
                  <a:pt x="1144181" y="4749"/>
                  <a:pt x="1139507" y="4749"/>
                </a:cubicBezTo>
                <a:cubicBezTo>
                  <a:pt x="1136228" y="4749"/>
                  <a:pt x="1133213" y="5319"/>
                  <a:pt x="1130461" y="6458"/>
                </a:cubicBezTo>
                <a:cubicBezTo>
                  <a:pt x="1127709" y="7597"/>
                  <a:pt x="1125504" y="9154"/>
                  <a:pt x="1123846" y="11128"/>
                </a:cubicBezTo>
                <a:cubicBezTo>
                  <a:pt x="1123243" y="11886"/>
                  <a:pt x="1122781" y="12351"/>
                  <a:pt x="1122461" y="12522"/>
                </a:cubicBezTo>
                <a:cubicBezTo>
                  <a:pt x="1122140" y="12693"/>
                  <a:pt x="1121773" y="12778"/>
                  <a:pt x="1121358" y="12778"/>
                </a:cubicBezTo>
                <a:cubicBezTo>
                  <a:pt x="1120717" y="12778"/>
                  <a:pt x="1120171" y="12561"/>
                  <a:pt x="1119718" y="12126"/>
                </a:cubicBezTo>
                <a:cubicBezTo>
                  <a:pt x="1119266" y="11690"/>
                  <a:pt x="1119040" y="11169"/>
                  <a:pt x="1119040" y="10562"/>
                </a:cubicBezTo>
                <a:cubicBezTo>
                  <a:pt x="1119040" y="9049"/>
                  <a:pt x="1120680" y="7137"/>
                  <a:pt x="1123959" y="4827"/>
                </a:cubicBezTo>
                <a:cubicBezTo>
                  <a:pt x="1128520" y="1609"/>
                  <a:pt x="1133703" y="0"/>
                  <a:pt x="1139507" y="0"/>
                </a:cubicBezTo>
                <a:cubicBezTo>
                  <a:pt x="1145501" y="0"/>
                  <a:pt x="1150420" y="1805"/>
                  <a:pt x="1154264" y="5414"/>
                </a:cubicBezTo>
                <a:cubicBezTo>
                  <a:pt x="1158109" y="9023"/>
                  <a:pt x="1160032" y="13322"/>
                  <a:pt x="1160032" y="18312"/>
                </a:cubicBezTo>
                <a:cubicBezTo>
                  <a:pt x="1160032" y="21487"/>
                  <a:pt x="1159108" y="24491"/>
                  <a:pt x="1157261" y="27327"/>
                </a:cubicBezTo>
                <a:cubicBezTo>
                  <a:pt x="1155414" y="30161"/>
                  <a:pt x="1152700" y="32428"/>
                  <a:pt x="1149119" y="341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dog">
            <a:extLst xmlns:a="http://schemas.openxmlformats.org/drawingml/2006/main">
              <a:ext uri="{FF2B5EF4-FFF2-40B4-BE49-F238E27FC236}">
                <a16:creationId xmlns:a16="http://schemas.microsoft.com/office/drawing/2014/main" id="{D211F16D-0524-474F-B7E4-A4257C6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217" y="4618531"/>
            <a:ext cx="196873" cy="92839"/>
          </a:xfrm>
          <a:custGeom xmlns:a="http://schemas.openxmlformats.org/drawingml/2006/main">
            <a:pathLst>
              <a:path w="196873" h="92839">
                <a:moveTo>
                  <a:pt x="50886" y="0"/>
                </a:moveTo>
                <a:lnTo>
                  <a:pt x="50886" y="66265"/>
                </a:lnTo>
                <a:lnTo>
                  <a:pt x="57219" y="66265"/>
                </a:lnTo>
                <a:cubicBezTo>
                  <a:pt x="58387" y="66265"/>
                  <a:pt x="59217" y="66482"/>
                  <a:pt x="59707" y="66915"/>
                </a:cubicBezTo>
                <a:cubicBezTo>
                  <a:pt x="60197" y="67349"/>
                  <a:pt x="60442" y="67924"/>
                  <a:pt x="60442" y="68640"/>
                </a:cubicBezTo>
                <a:cubicBezTo>
                  <a:pt x="60442" y="69287"/>
                  <a:pt x="60197" y="69826"/>
                  <a:pt x="59707" y="70257"/>
                </a:cubicBezTo>
                <a:cubicBezTo>
                  <a:pt x="59217" y="70687"/>
                  <a:pt x="58387" y="70902"/>
                  <a:pt x="57219" y="70902"/>
                </a:cubicBezTo>
                <a:lnTo>
                  <a:pt x="46080" y="70902"/>
                </a:lnTo>
                <a:lnTo>
                  <a:pt x="46080" y="61498"/>
                </a:lnTo>
                <a:cubicBezTo>
                  <a:pt x="40577" y="69049"/>
                  <a:pt x="33585" y="72824"/>
                  <a:pt x="25104" y="72824"/>
                </a:cubicBezTo>
                <a:cubicBezTo>
                  <a:pt x="20807" y="72824"/>
                  <a:pt x="16689" y="71683"/>
                  <a:pt x="12750" y="69400"/>
                </a:cubicBezTo>
                <a:cubicBezTo>
                  <a:pt x="8811" y="67117"/>
                  <a:pt x="5701" y="63862"/>
                  <a:pt x="3421" y="59636"/>
                </a:cubicBezTo>
                <a:cubicBezTo>
                  <a:pt x="1140" y="55410"/>
                  <a:pt x="0" y="51051"/>
                  <a:pt x="0" y="46561"/>
                </a:cubicBezTo>
                <a:cubicBezTo>
                  <a:pt x="0" y="42033"/>
                  <a:pt x="1140" y="37665"/>
                  <a:pt x="3421" y="33458"/>
                </a:cubicBezTo>
                <a:cubicBezTo>
                  <a:pt x="5701" y="29250"/>
                  <a:pt x="8811" y="25996"/>
                  <a:pt x="12750" y="23694"/>
                </a:cubicBezTo>
                <a:cubicBezTo>
                  <a:pt x="16689" y="21392"/>
                  <a:pt x="20826" y="20241"/>
                  <a:pt x="25160" y="20241"/>
                </a:cubicBezTo>
                <a:cubicBezTo>
                  <a:pt x="33453" y="20241"/>
                  <a:pt x="40426" y="23998"/>
                  <a:pt x="46080" y="31511"/>
                </a:cubicBezTo>
                <a:lnTo>
                  <a:pt x="46080" y="4749"/>
                </a:lnTo>
                <a:lnTo>
                  <a:pt x="39748" y="4749"/>
                </a:lnTo>
                <a:cubicBezTo>
                  <a:pt x="38579" y="4749"/>
                  <a:pt x="37750" y="4529"/>
                  <a:pt x="37260" y="4087"/>
                </a:cubicBezTo>
                <a:cubicBezTo>
                  <a:pt x="36770" y="3645"/>
                  <a:pt x="36525" y="3074"/>
                  <a:pt x="36525" y="2375"/>
                </a:cubicBezTo>
                <a:cubicBezTo>
                  <a:pt x="36525" y="1696"/>
                  <a:pt x="36770" y="1131"/>
                  <a:pt x="37260" y="678"/>
                </a:cubicBezTo>
                <a:cubicBezTo>
                  <a:pt x="37750" y="226"/>
                  <a:pt x="38579" y="0"/>
                  <a:pt x="39748" y="0"/>
                </a:cubicBezTo>
                <a:lnTo>
                  <a:pt x="50886" y="0"/>
                </a:lnTo>
                <a:moveTo>
                  <a:pt x="46080" y="46533"/>
                </a:moveTo>
                <a:cubicBezTo>
                  <a:pt x="46080" y="40486"/>
                  <a:pt x="44045" y="35385"/>
                  <a:pt x="39974" y="31228"/>
                </a:cubicBezTo>
                <a:cubicBezTo>
                  <a:pt x="35903" y="27070"/>
                  <a:pt x="31059" y="24991"/>
                  <a:pt x="25443" y="24991"/>
                </a:cubicBezTo>
                <a:cubicBezTo>
                  <a:pt x="19789" y="24991"/>
                  <a:pt x="14927" y="27070"/>
                  <a:pt x="10856" y="31228"/>
                </a:cubicBezTo>
                <a:cubicBezTo>
                  <a:pt x="6785" y="35385"/>
                  <a:pt x="4749" y="40486"/>
                  <a:pt x="4749" y="46533"/>
                </a:cubicBezTo>
                <a:cubicBezTo>
                  <a:pt x="4749" y="52541"/>
                  <a:pt x="6785" y="57634"/>
                  <a:pt x="10856" y="61811"/>
                </a:cubicBezTo>
                <a:cubicBezTo>
                  <a:pt x="14927" y="65987"/>
                  <a:pt x="19789" y="68075"/>
                  <a:pt x="25443" y="68075"/>
                </a:cubicBezTo>
                <a:cubicBezTo>
                  <a:pt x="31059" y="68075"/>
                  <a:pt x="35903" y="65987"/>
                  <a:pt x="39974" y="61811"/>
                </a:cubicBezTo>
                <a:cubicBezTo>
                  <a:pt x="44045" y="57634"/>
                  <a:pt x="46080" y="52541"/>
                  <a:pt x="46080" y="46533"/>
                </a:cubicBezTo>
                <a:close/>
                <a:moveTo>
                  <a:pt x="123653" y="46561"/>
                </a:moveTo>
                <a:cubicBezTo>
                  <a:pt x="123653" y="53806"/>
                  <a:pt x="121062" y="59995"/>
                  <a:pt x="115879" y="65127"/>
                </a:cubicBezTo>
                <a:cubicBezTo>
                  <a:pt x="110696" y="70258"/>
                  <a:pt x="104448" y="72824"/>
                  <a:pt x="97136" y="72824"/>
                </a:cubicBezTo>
                <a:cubicBezTo>
                  <a:pt x="89748" y="72824"/>
                  <a:pt x="83472" y="70249"/>
                  <a:pt x="78308" y="65099"/>
                </a:cubicBezTo>
                <a:cubicBezTo>
                  <a:pt x="73144" y="59948"/>
                  <a:pt x="70562" y="53769"/>
                  <a:pt x="70562" y="46561"/>
                </a:cubicBezTo>
                <a:cubicBezTo>
                  <a:pt x="70562" y="39316"/>
                  <a:pt x="73144" y="33118"/>
                  <a:pt x="78308" y="27968"/>
                </a:cubicBezTo>
                <a:cubicBezTo>
                  <a:pt x="83472" y="22817"/>
                  <a:pt x="89748" y="20241"/>
                  <a:pt x="97136" y="20241"/>
                </a:cubicBezTo>
                <a:cubicBezTo>
                  <a:pt x="104448" y="20241"/>
                  <a:pt x="110696" y="22808"/>
                  <a:pt x="115879" y="27940"/>
                </a:cubicBezTo>
                <a:cubicBezTo>
                  <a:pt x="121062" y="33071"/>
                  <a:pt x="123653" y="39278"/>
                  <a:pt x="123653" y="46561"/>
                </a:cubicBezTo>
                <a:moveTo>
                  <a:pt x="118847" y="46533"/>
                </a:moveTo>
                <a:cubicBezTo>
                  <a:pt x="118847" y="40562"/>
                  <a:pt x="116727" y="35479"/>
                  <a:pt x="112486" y="31284"/>
                </a:cubicBezTo>
                <a:cubicBezTo>
                  <a:pt x="108246" y="27089"/>
                  <a:pt x="103110" y="24991"/>
                  <a:pt x="97079" y="24991"/>
                </a:cubicBezTo>
                <a:cubicBezTo>
                  <a:pt x="91048" y="24991"/>
                  <a:pt x="85913" y="27098"/>
                  <a:pt x="81672" y="31313"/>
                </a:cubicBezTo>
                <a:cubicBezTo>
                  <a:pt x="77431" y="35526"/>
                  <a:pt x="75311" y="40599"/>
                  <a:pt x="75311" y="46533"/>
                </a:cubicBezTo>
                <a:cubicBezTo>
                  <a:pt x="75311" y="52428"/>
                  <a:pt x="77431" y="57493"/>
                  <a:pt x="81672" y="61726"/>
                </a:cubicBezTo>
                <a:cubicBezTo>
                  <a:pt x="85913" y="65958"/>
                  <a:pt x="91048" y="68075"/>
                  <a:pt x="97079" y="68075"/>
                </a:cubicBezTo>
                <a:cubicBezTo>
                  <a:pt x="103110" y="68075"/>
                  <a:pt x="108246" y="65968"/>
                  <a:pt x="112486" y="61754"/>
                </a:cubicBezTo>
                <a:cubicBezTo>
                  <a:pt x="116727" y="57540"/>
                  <a:pt x="118847" y="52466"/>
                  <a:pt x="118847" y="46533"/>
                </a:cubicBezTo>
                <a:close/>
                <a:moveTo>
                  <a:pt x="182568" y="30611"/>
                </a:moveTo>
                <a:lnTo>
                  <a:pt x="182568" y="21938"/>
                </a:lnTo>
                <a:lnTo>
                  <a:pt x="193707" y="21938"/>
                </a:lnTo>
                <a:cubicBezTo>
                  <a:pt x="194838" y="21938"/>
                  <a:pt x="195648" y="22159"/>
                  <a:pt x="196138" y="22600"/>
                </a:cubicBezTo>
                <a:cubicBezTo>
                  <a:pt x="196628" y="23042"/>
                  <a:pt x="196873" y="23613"/>
                  <a:pt x="196873" y="24312"/>
                </a:cubicBezTo>
                <a:cubicBezTo>
                  <a:pt x="196873" y="24991"/>
                  <a:pt x="196628" y="25556"/>
                  <a:pt x="196138" y="26009"/>
                </a:cubicBezTo>
                <a:cubicBezTo>
                  <a:pt x="195648" y="26461"/>
                  <a:pt x="194838" y="26687"/>
                  <a:pt x="193707" y="26687"/>
                </a:cubicBezTo>
                <a:lnTo>
                  <a:pt x="187318" y="26687"/>
                </a:lnTo>
                <a:lnTo>
                  <a:pt x="187318" y="74246"/>
                </a:lnTo>
                <a:cubicBezTo>
                  <a:pt x="187318" y="77421"/>
                  <a:pt x="186639" y="80255"/>
                  <a:pt x="185282" y="82749"/>
                </a:cubicBezTo>
                <a:cubicBezTo>
                  <a:pt x="184378" y="84412"/>
                  <a:pt x="182870" y="86132"/>
                  <a:pt x="180759" y="87908"/>
                </a:cubicBezTo>
                <a:cubicBezTo>
                  <a:pt x="178648" y="89684"/>
                  <a:pt x="176726" y="90950"/>
                  <a:pt x="174992" y="91705"/>
                </a:cubicBezTo>
                <a:cubicBezTo>
                  <a:pt x="173258" y="92461"/>
                  <a:pt x="170940" y="92839"/>
                  <a:pt x="168037" y="92839"/>
                </a:cubicBezTo>
                <a:lnTo>
                  <a:pt x="154581" y="92839"/>
                </a:lnTo>
                <a:cubicBezTo>
                  <a:pt x="153450" y="92839"/>
                  <a:pt x="152640" y="92625"/>
                  <a:pt x="152150" y="92196"/>
                </a:cubicBezTo>
                <a:cubicBezTo>
                  <a:pt x="151660" y="91768"/>
                  <a:pt x="151415" y="91201"/>
                  <a:pt x="151415" y="90493"/>
                </a:cubicBezTo>
                <a:cubicBezTo>
                  <a:pt x="151415" y="89785"/>
                  <a:pt x="151660" y="89207"/>
                  <a:pt x="152150" y="88759"/>
                </a:cubicBezTo>
                <a:cubicBezTo>
                  <a:pt x="152640" y="88313"/>
                  <a:pt x="153450" y="88090"/>
                  <a:pt x="154581" y="88090"/>
                </a:cubicBezTo>
                <a:lnTo>
                  <a:pt x="168207" y="88090"/>
                </a:lnTo>
                <a:cubicBezTo>
                  <a:pt x="170996" y="88090"/>
                  <a:pt x="173512" y="87373"/>
                  <a:pt x="175755" y="85940"/>
                </a:cubicBezTo>
                <a:cubicBezTo>
                  <a:pt x="177998" y="84506"/>
                  <a:pt x="179854" y="82412"/>
                  <a:pt x="181324" y="79658"/>
                </a:cubicBezTo>
                <a:cubicBezTo>
                  <a:pt x="182154" y="78074"/>
                  <a:pt x="182568" y="76056"/>
                  <a:pt x="182568" y="73603"/>
                </a:cubicBezTo>
                <a:lnTo>
                  <a:pt x="182568" y="59343"/>
                </a:lnTo>
                <a:cubicBezTo>
                  <a:pt x="177480" y="66295"/>
                  <a:pt x="170921" y="69771"/>
                  <a:pt x="162892" y="69771"/>
                </a:cubicBezTo>
                <a:cubicBezTo>
                  <a:pt x="156371" y="69771"/>
                  <a:pt x="150745" y="67347"/>
                  <a:pt x="146015" y="62498"/>
                </a:cubicBezTo>
                <a:cubicBezTo>
                  <a:pt x="141284" y="57649"/>
                  <a:pt x="138919" y="51809"/>
                  <a:pt x="138919" y="44978"/>
                </a:cubicBezTo>
                <a:cubicBezTo>
                  <a:pt x="138919" y="38147"/>
                  <a:pt x="141284" y="32317"/>
                  <a:pt x="146015" y="27487"/>
                </a:cubicBezTo>
                <a:cubicBezTo>
                  <a:pt x="150745" y="22657"/>
                  <a:pt x="156371" y="20241"/>
                  <a:pt x="162892" y="20241"/>
                </a:cubicBezTo>
                <a:cubicBezTo>
                  <a:pt x="170921" y="20241"/>
                  <a:pt x="177480" y="23698"/>
                  <a:pt x="182568" y="30611"/>
                </a:cubicBezTo>
                <a:moveTo>
                  <a:pt x="182568" y="44978"/>
                </a:moveTo>
                <a:cubicBezTo>
                  <a:pt x="182568" y="39376"/>
                  <a:pt x="180655" y="34644"/>
                  <a:pt x="176829" y="30783"/>
                </a:cubicBezTo>
                <a:cubicBezTo>
                  <a:pt x="173004" y="26921"/>
                  <a:pt x="168433" y="24991"/>
                  <a:pt x="163118" y="24991"/>
                </a:cubicBezTo>
                <a:cubicBezTo>
                  <a:pt x="157804" y="24991"/>
                  <a:pt x="153243" y="26931"/>
                  <a:pt x="149436" y="30811"/>
                </a:cubicBezTo>
                <a:cubicBezTo>
                  <a:pt x="145629" y="34691"/>
                  <a:pt x="143725" y="39413"/>
                  <a:pt x="143725" y="44978"/>
                </a:cubicBezTo>
                <a:cubicBezTo>
                  <a:pt x="143725" y="50580"/>
                  <a:pt x="145629" y="55321"/>
                  <a:pt x="149436" y="59201"/>
                </a:cubicBezTo>
                <a:cubicBezTo>
                  <a:pt x="153243" y="63081"/>
                  <a:pt x="157804" y="65021"/>
                  <a:pt x="163118" y="65021"/>
                </a:cubicBezTo>
                <a:cubicBezTo>
                  <a:pt x="168433" y="65021"/>
                  <a:pt x="173004" y="63081"/>
                  <a:pt x="176829" y="59201"/>
                </a:cubicBezTo>
                <a:cubicBezTo>
                  <a:pt x="180655" y="55321"/>
                  <a:pt x="182568" y="50580"/>
                  <a:pt x="182568" y="44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Browser:443">
            <a:extLst xmlns:a="http://schemas.openxmlformats.org/drawingml/2006/main">
              <a:ext uri="{FF2B5EF4-FFF2-40B4-BE49-F238E27FC236}">
                <a16:creationId xmlns:a16="http://schemas.microsoft.com/office/drawing/2014/main" id="{38ABAC32-23E4-4292-B343-484AE63D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0" y="699819"/>
            <a:ext cx="1017996" cy="135338"/>
          </a:xfrm>
          <a:custGeom xmlns:a="http://schemas.openxmlformats.org/drawingml/2006/main">
            <a:pathLst>
              <a:path w="1017996" h="135338">
                <a:moveTo>
                  <a:pt x="0" y="133167"/>
                </a:moveTo>
                <a:lnTo>
                  <a:pt x="0" y="543"/>
                </a:lnTo>
                <a:lnTo>
                  <a:pt x="49757" y="543"/>
                </a:lnTo>
                <a:cubicBezTo>
                  <a:pt x="59889" y="543"/>
                  <a:pt x="68016" y="1885"/>
                  <a:pt x="74137" y="4569"/>
                </a:cubicBezTo>
                <a:cubicBezTo>
                  <a:pt x="80259" y="7252"/>
                  <a:pt x="85054" y="11384"/>
                  <a:pt x="88522" y="16962"/>
                </a:cubicBezTo>
                <a:cubicBezTo>
                  <a:pt x="91989" y="22541"/>
                  <a:pt x="93723" y="28376"/>
                  <a:pt x="93723" y="34468"/>
                </a:cubicBezTo>
                <a:cubicBezTo>
                  <a:pt x="93723" y="40137"/>
                  <a:pt x="92185" y="45475"/>
                  <a:pt x="89110" y="50480"/>
                </a:cubicBezTo>
                <a:cubicBezTo>
                  <a:pt x="86034" y="55486"/>
                  <a:pt x="81390" y="59527"/>
                  <a:pt x="75178" y="62603"/>
                </a:cubicBezTo>
                <a:cubicBezTo>
                  <a:pt x="83199" y="64955"/>
                  <a:pt x="89366" y="68966"/>
                  <a:pt x="93678" y="74635"/>
                </a:cubicBezTo>
                <a:cubicBezTo>
                  <a:pt x="97990" y="80304"/>
                  <a:pt x="100146" y="86999"/>
                  <a:pt x="100146" y="94718"/>
                </a:cubicBezTo>
                <a:cubicBezTo>
                  <a:pt x="100146" y="100931"/>
                  <a:pt x="98835" y="106705"/>
                  <a:pt x="96211" y="112043"/>
                </a:cubicBezTo>
                <a:cubicBezTo>
                  <a:pt x="93588" y="117380"/>
                  <a:pt x="90346" y="121497"/>
                  <a:pt x="86486" y="124392"/>
                </a:cubicBezTo>
                <a:cubicBezTo>
                  <a:pt x="82626" y="127286"/>
                  <a:pt x="77786" y="129473"/>
                  <a:pt x="71966" y="130950"/>
                </a:cubicBezTo>
                <a:cubicBezTo>
                  <a:pt x="66146" y="132428"/>
                  <a:pt x="59014" y="133167"/>
                  <a:pt x="50571" y="133167"/>
                </a:cubicBezTo>
                <a:lnTo>
                  <a:pt x="0" y="133167"/>
                </a:lnTo>
                <a:moveTo>
                  <a:pt x="17551" y="56270"/>
                </a:moveTo>
                <a:lnTo>
                  <a:pt x="46228" y="56270"/>
                </a:lnTo>
                <a:cubicBezTo>
                  <a:pt x="54009" y="56270"/>
                  <a:pt x="59587" y="55758"/>
                  <a:pt x="62965" y="54732"/>
                </a:cubicBezTo>
                <a:cubicBezTo>
                  <a:pt x="67428" y="53405"/>
                  <a:pt x="70790" y="51204"/>
                  <a:pt x="73052" y="48128"/>
                </a:cubicBezTo>
                <a:cubicBezTo>
                  <a:pt x="75313" y="45052"/>
                  <a:pt x="76444" y="41192"/>
                  <a:pt x="76444" y="36548"/>
                </a:cubicBezTo>
                <a:cubicBezTo>
                  <a:pt x="76444" y="32146"/>
                  <a:pt x="75389" y="28271"/>
                  <a:pt x="73278" y="24924"/>
                </a:cubicBezTo>
                <a:cubicBezTo>
                  <a:pt x="71167" y="21576"/>
                  <a:pt x="68151" y="19284"/>
                  <a:pt x="64231" y="18048"/>
                </a:cubicBezTo>
                <a:cubicBezTo>
                  <a:pt x="60311" y="16812"/>
                  <a:pt x="53586" y="16194"/>
                  <a:pt x="44057" y="16194"/>
                </a:cubicBezTo>
                <a:lnTo>
                  <a:pt x="17551" y="16194"/>
                </a:lnTo>
                <a:lnTo>
                  <a:pt x="17551" y="56270"/>
                </a:lnTo>
                <a:moveTo>
                  <a:pt x="17551" y="117516"/>
                </a:moveTo>
                <a:lnTo>
                  <a:pt x="50571" y="117516"/>
                </a:lnTo>
                <a:cubicBezTo>
                  <a:pt x="56240" y="117516"/>
                  <a:pt x="60221" y="117305"/>
                  <a:pt x="62512" y="116883"/>
                </a:cubicBezTo>
                <a:cubicBezTo>
                  <a:pt x="66553" y="116159"/>
                  <a:pt x="69931" y="114953"/>
                  <a:pt x="72645" y="113264"/>
                </a:cubicBezTo>
                <a:cubicBezTo>
                  <a:pt x="75359" y="111575"/>
                  <a:pt x="77590" y="109118"/>
                  <a:pt x="79339" y="105891"/>
                </a:cubicBezTo>
                <a:cubicBezTo>
                  <a:pt x="81088" y="102664"/>
                  <a:pt x="81963" y="98940"/>
                  <a:pt x="81963" y="94718"/>
                </a:cubicBezTo>
                <a:cubicBezTo>
                  <a:pt x="81963" y="89773"/>
                  <a:pt x="80696" y="85476"/>
                  <a:pt x="78163" y="81827"/>
                </a:cubicBezTo>
                <a:cubicBezTo>
                  <a:pt x="75630" y="78178"/>
                  <a:pt x="72117" y="75615"/>
                  <a:pt x="67624" y="74137"/>
                </a:cubicBezTo>
                <a:cubicBezTo>
                  <a:pt x="63131" y="72660"/>
                  <a:pt x="56662" y="71921"/>
                  <a:pt x="48219" y="71921"/>
                </a:cubicBezTo>
                <a:lnTo>
                  <a:pt x="17551" y="71921"/>
                </a:lnTo>
                <a:lnTo>
                  <a:pt x="17551" y="117516"/>
                </a:lnTo>
                <a:close/>
                <a:moveTo>
                  <a:pt x="122041" y="133167"/>
                </a:moveTo>
                <a:lnTo>
                  <a:pt x="122041" y="37091"/>
                </a:lnTo>
                <a:lnTo>
                  <a:pt x="136696" y="37091"/>
                </a:lnTo>
                <a:lnTo>
                  <a:pt x="136696" y="51566"/>
                </a:lnTo>
                <a:cubicBezTo>
                  <a:pt x="140436" y="44788"/>
                  <a:pt x="143888" y="40320"/>
                  <a:pt x="147055" y="38160"/>
                </a:cubicBezTo>
                <a:cubicBezTo>
                  <a:pt x="150221" y="36000"/>
                  <a:pt x="153704" y="34920"/>
                  <a:pt x="157504" y="34920"/>
                </a:cubicBezTo>
                <a:cubicBezTo>
                  <a:pt x="162992" y="34920"/>
                  <a:pt x="168571" y="36662"/>
                  <a:pt x="174240" y="40145"/>
                </a:cubicBezTo>
                <a:lnTo>
                  <a:pt x="168631" y="55185"/>
                </a:lnTo>
                <a:cubicBezTo>
                  <a:pt x="164651" y="52832"/>
                  <a:pt x="160670" y="51656"/>
                  <a:pt x="156689" y="51656"/>
                </a:cubicBezTo>
                <a:cubicBezTo>
                  <a:pt x="153131" y="51656"/>
                  <a:pt x="149935" y="52729"/>
                  <a:pt x="147100" y="54874"/>
                </a:cubicBezTo>
                <a:cubicBezTo>
                  <a:pt x="144265" y="57017"/>
                  <a:pt x="142245" y="59990"/>
                  <a:pt x="141039" y="63793"/>
                </a:cubicBezTo>
                <a:cubicBezTo>
                  <a:pt x="139229" y="69589"/>
                  <a:pt x="138325" y="75928"/>
                  <a:pt x="138325" y="82811"/>
                </a:cubicBezTo>
                <a:lnTo>
                  <a:pt x="138325" y="133167"/>
                </a:lnTo>
                <a:lnTo>
                  <a:pt x="122041" y="133167"/>
                </a:lnTo>
                <a:close/>
                <a:moveTo>
                  <a:pt x="177857" y="85129"/>
                </a:moveTo>
                <a:cubicBezTo>
                  <a:pt x="177857" y="67337"/>
                  <a:pt x="182803" y="54159"/>
                  <a:pt x="192694" y="45595"/>
                </a:cubicBezTo>
                <a:cubicBezTo>
                  <a:pt x="200956" y="38478"/>
                  <a:pt x="211028" y="34920"/>
                  <a:pt x="222910" y="34920"/>
                </a:cubicBezTo>
                <a:cubicBezTo>
                  <a:pt x="236118" y="34920"/>
                  <a:pt x="246913" y="39247"/>
                  <a:pt x="255297" y="47902"/>
                </a:cubicBezTo>
                <a:cubicBezTo>
                  <a:pt x="263680" y="56557"/>
                  <a:pt x="267872" y="68513"/>
                  <a:pt x="267872" y="83772"/>
                </a:cubicBezTo>
                <a:cubicBezTo>
                  <a:pt x="267872" y="96136"/>
                  <a:pt x="266017" y="105861"/>
                  <a:pt x="262308" y="112947"/>
                </a:cubicBezTo>
                <a:cubicBezTo>
                  <a:pt x="258599" y="120034"/>
                  <a:pt x="253201" y="125537"/>
                  <a:pt x="246114" y="129458"/>
                </a:cubicBezTo>
                <a:cubicBezTo>
                  <a:pt x="239028" y="133378"/>
                  <a:pt x="231293" y="135338"/>
                  <a:pt x="222910" y="135338"/>
                </a:cubicBezTo>
                <a:cubicBezTo>
                  <a:pt x="209460" y="135338"/>
                  <a:pt x="198589" y="131026"/>
                  <a:pt x="190296" y="122401"/>
                </a:cubicBezTo>
                <a:cubicBezTo>
                  <a:pt x="182004" y="113777"/>
                  <a:pt x="177857" y="101353"/>
                  <a:pt x="177857" y="85129"/>
                </a:cubicBezTo>
                <a:moveTo>
                  <a:pt x="194594" y="85084"/>
                </a:moveTo>
                <a:cubicBezTo>
                  <a:pt x="194594" y="97342"/>
                  <a:pt x="197277" y="106521"/>
                  <a:pt x="202645" y="112620"/>
                </a:cubicBezTo>
                <a:cubicBezTo>
                  <a:pt x="208013" y="118718"/>
                  <a:pt x="214768" y="121768"/>
                  <a:pt x="222910" y="121768"/>
                </a:cubicBezTo>
                <a:cubicBezTo>
                  <a:pt x="230991" y="121768"/>
                  <a:pt x="237716" y="118703"/>
                  <a:pt x="243084" y="112574"/>
                </a:cubicBezTo>
                <a:cubicBezTo>
                  <a:pt x="248451" y="106445"/>
                  <a:pt x="251135" y="97102"/>
                  <a:pt x="251135" y="84544"/>
                </a:cubicBezTo>
                <a:cubicBezTo>
                  <a:pt x="251135" y="72706"/>
                  <a:pt x="248436" y="63737"/>
                  <a:pt x="243038" y="57639"/>
                </a:cubicBezTo>
                <a:cubicBezTo>
                  <a:pt x="237641" y="51540"/>
                  <a:pt x="230931" y="48490"/>
                  <a:pt x="222910" y="48490"/>
                </a:cubicBezTo>
                <a:cubicBezTo>
                  <a:pt x="214768" y="48490"/>
                  <a:pt x="208013" y="51524"/>
                  <a:pt x="202645" y="57593"/>
                </a:cubicBezTo>
                <a:cubicBezTo>
                  <a:pt x="197277" y="63662"/>
                  <a:pt x="194594" y="72826"/>
                  <a:pt x="194594" y="85084"/>
                </a:cubicBezTo>
                <a:close/>
                <a:moveTo>
                  <a:pt x="304663" y="133167"/>
                </a:moveTo>
                <a:lnTo>
                  <a:pt x="275262" y="37091"/>
                </a:lnTo>
                <a:lnTo>
                  <a:pt x="292088" y="37091"/>
                </a:lnTo>
                <a:lnTo>
                  <a:pt x="307377" y="92539"/>
                </a:lnTo>
                <a:lnTo>
                  <a:pt x="313077" y="113174"/>
                </a:lnTo>
                <a:cubicBezTo>
                  <a:pt x="313318" y="112150"/>
                  <a:pt x="314976" y="105553"/>
                  <a:pt x="318052" y="93381"/>
                </a:cubicBezTo>
                <a:lnTo>
                  <a:pt x="333341" y="37091"/>
                </a:lnTo>
                <a:lnTo>
                  <a:pt x="350077" y="37091"/>
                </a:lnTo>
                <a:lnTo>
                  <a:pt x="364462" y="92807"/>
                </a:lnTo>
                <a:lnTo>
                  <a:pt x="369256" y="111183"/>
                </a:lnTo>
                <a:lnTo>
                  <a:pt x="374775" y="92635"/>
                </a:lnTo>
                <a:lnTo>
                  <a:pt x="391240" y="37091"/>
                </a:lnTo>
                <a:lnTo>
                  <a:pt x="407071" y="37091"/>
                </a:lnTo>
                <a:lnTo>
                  <a:pt x="377036" y="133167"/>
                </a:lnTo>
                <a:lnTo>
                  <a:pt x="360119" y="133167"/>
                </a:lnTo>
                <a:lnTo>
                  <a:pt x="344830" y="75599"/>
                </a:lnTo>
                <a:lnTo>
                  <a:pt x="341121" y="59256"/>
                </a:lnTo>
                <a:lnTo>
                  <a:pt x="321671" y="133167"/>
                </a:lnTo>
                <a:lnTo>
                  <a:pt x="304663" y="133167"/>
                </a:lnTo>
                <a:close/>
                <a:moveTo>
                  <a:pt x="414187" y="104398"/>
                </a:moveTo>
                <a:lnTo>
                  <a:pt x="430290" y="101865"/>
                </a:lnTo>
                <a:cubicBezTo>
                  <a:pt x="431195" y="108290"/>
                  <a:pt x="433713" y="113214"/>
                  <a:pt x="437844" y="116637"/>
                </a:cubicBezTo>
                <a:cubicBezTo>
                  <a:pt x="441975" y="120058"/>
                  <a:pt x="447750" y="121768"/>
                  <a:pt x="455168" y="121768"/>
                </a:cubicBezTo>
                <a:cubicBezTo>
                  <a:pt x="462647" y="121768"/>
                  <a:pt x="468195" y="120257"/>
                  <a:pt x="471814" y="117236"/>
                </a:cubicBezTo>
                <a:cubicBezTo>
                  <a:pt x="475433" y="114213"/>
                  <a:pt x="477242" y="110668"/>
                  <a:pt x="477242" y="106601"/>
                </a:cubicBezTo>
                <a:cubicBezTo>
                  <a:pt x="477242" y="102950"/>
                  <a:pt x="475644" y="100078"/>
                  <a:pt x="472447" y="97984"/>
                </a:cubicBezTo>
                <a:cubicBezTo>
                  <a:pt x="470216" y="96548"/>
                  <a:pt x="464667" y="94722"/>
                  <a:pt x="455801" y="92508"/>
                </a:cubicBezTo>
                <a:cubicBezTo>
                  <a:pt x="443860" y="89490"/>
                  <a:pt x="435582" y="86880"/>
                  <a:pt x="430968" y="84677"/>
                </a:cubicBezTo>
                <a:cubicBezTo>
                  <a:pt x="426355" y="82473"/>
                  <a:pt x="422857" y="79425"/>
                  <a:pt x="420474" y="75531"/>
                </a:cubicBezTo>
                <a:cubicBezTo>
                  <a:pt x="418092" y="71637"/>
                  <a:pt x="416901" y="67336"/>
                  <a:pt x="416901" y="62628"/>
                </a:cubicBezTo>
                <a:cubicBezTo>
                  <a:pt x="416901" y="58342"/>
                  <a:pt x="417881" y="54373"/>
                  <a:pt x="419841" y="50721"/>
                </a:cubicBezTo>
                <a:cubicBezTo>
                  <a:pt x="421801" y="47068"/>
                  <a:pt x="424470" y="44035"/>
                  <a:pt x="427847" y="41620"/>
                </a:cubicBezTo>
                <a:cubicBezTo>
                  <a:pt x="430380" y="39749"/>
                  <a:pt x="433833" y="38165"/>
                  <a:pt x="438206" y="36868"/>
                </a:cubicBezTo>
                <a:cubicBezTo>
                  <a:pt x="442578" y="35569"/>
                  <a:pt x="447267" y="34920"/>
                  <a:pt x="452273" y="34920"/>
                </a:cubicBezTo>
                <a:cubicBezTo>
                  <a:pt x="459812" y="34920"/>
                  <a:pt x="466431" y="36013"/>
                  <a:pt x="472131" y="38199"/>
                </a:cubicBezTo>
                <a:cubicBezTo>
                  <a:pt x="477830" y="40384"/>
                  <a:pt x="482037" y="43344"/>
                  <a:pt x="484751" y="47079"/>
                </a:cubicBezTo>
                <a:cubicBezTo>
                  <a:pt x="487465" y="50813"/>
                  <a:pt x="489334" y="55807"/>
                  <a:pt x="490360" y="62060"/>
                </a:cubicBezTo>
                <a:lnTo>
                  <a:pt x="474438" y="64231"/>
                </a:lnTo>
                <a:cubicBezTo>
                  <a:pt x="473714" y="59286"/>
                  <a:pt x="471618" y="55426"/>
                  <a:pt x="468150" y="52652"/>
                </a:cubicBezTo>
                <a:cubicBezTo>
                  <a:pt x="464682" y="49877"/>
                  <a:pt x="459782" y="48490"/>
                  <a:pt x="453449" y="48490"/>
                </a:cubicBezTo>
                <a:cubicBezTo>
                  <a:pt x="445971" y="48490"/>
                  <a:pt x="440633" y="49721"/>
                  <a:pt x="437437" y="52182"/>
                </a:cubicBezTo>
                <a:cubicBezTo>
                  <a:pt x="434240" y="54642"/>
                  <a:pt x="432642" y="57523"/>
                  <a:pt x="432642" y="60825"/>
                </a:cubicBezTo>
                <a:cubicBezTo>
                  <a:pt x="432642" y="62924"/>
                  <a:pt x="433305" y="64815"/>
                  <a:pt x="434632" y="66496"/>
                </a:cubicBezTo>
                <a:cubicBezTo>
                  <a:pt x="435959" y="68235"/>
                  <a:pt x="438040" y="69675"/>
                  <a:pt x="440874" y="70816"/>
                </a:cubicBezTo>
                <a:cubicBezTo>
                  <a:pt x="442503" y="71417"/>
                  <a:pt x="447298" y="72797"/>
                  <a:pt x="455259" y="74957"/>
                </a:cubicBezTo>
                <a:cubicBezTo>
                  <a:pt x="466778" y="78031"/>
                  <a:pt x="474815" y="80547"/>
                  <a:pt x="479368" y="82505"/>
                </a:cubicBezTo>
                <a:cubicBezTo>
                  <a:pt x="483921" y="84464"/>
                  <a:pt x="487495" y="87312"/>
                  <a:pt x="490088" y="91049"/>
                </a:cubicBezTo>
                <a:cubicBezTo>
                  <a:pt x="492682" y="94784"/>
                  <a:pt x="493978" y="99424"/>
                  <a:pt x="493978" y="104967"/>
                </a:cubicBezTo>
                <a:cubicBezTo>
                  <a:pt x="493978" y="110391"/>
                  <a:pt x="492395" y="115498"/>
                  <a:pt x="489229" y="120289"/>
                </a:cubicBezTo>
                <a:cubicBezTo>
                  <a:pt x="486063" y="125078"/>
                  <a:pt x="481494" y="128784"/>
                  <a:pt x="475523" y="131405"/>
                </a:cubicBezTo>
                <a:cubicBezTo>
                  <a:pt x="469552" y="134027"/>
                  <a:pt x="462798" y="135338"/>
                  <a:pt x="455259" y="135338"/>
                </a:cubicBezTo>
                <a:cubicBezTo>
                  <a:pt x="442774" y="135338"/>
                  <a:pt x="433260" y="132737"/>
                  <a:pt x="426716" y="127535"/>
                </a:cubicBezTo>
                <a:cubicBezTo>
                  <a:pt x="420173" y="122333"/>
                  <a:pt x="415996" y="114621"/>
                  <a:pt x="414187" y="104398"/>
                </a:cubicBezTo>
                <a:close/>
                <a:moveTo>
                  <a:pt x="579107" y="102227"/>
                </a:moveTo>
                <a:lnTo>
                  <a:pt x="595934" y="104308"/>
                </a:lnTo>
                <a:cubicBezTo>
                  <a:pt x="593280" y="114139"/>
                  <a:pt x="588365" y="121768"/>
                  <a:pt x="581188" y="127196"/>
                </a:cubicBezTo>
                <a:cubicBezTo>
                  <a:pt x="574011" y="132624"/>
                  <a:pt x="564844" y="135338"/>
                  <a:pt x="553686" y="135338"/>
                </a:cubicBezTo>
                <a:cubicBezTo>
                  <a:pt x="539634" y="135338"/>
                  <a:pt x="528491" y="131011"/>
                  <a:pt x="520259" y="122356"/>
                </a:cubicBezTo>
                <a:cubicBezTo>
                  <a:pt x="512026" y="113701"/>
                  <a:pt x="507910" y="101564"/>
                  <a:pt x="507910" y="85943"/>
                </a:cubicBezTo>
                <a:cubicBezTo>
                  <a:pt x="507910" y="69780"/>
                  <a:pt x="512072" y="57235"/>
                  <a:pt x="520395" y="48309"/>
                </a:cubicBezTo>
                <a:cubicBezTo>
                  <a:pt x="528717" y="39383"/>
                  <a:pt x="539513" y="34920"/>
                  <a:pt x="552782" y="34920"/>
                </a:cubicBezTo>
                <a:cubicBezTo>
                  <a:pt x="565628" y="34920"/>
                  <a:pt x="576122" y="39286"/>
                  <a:pt x="584264" y="48018"/>
                </a:cubicBezTo>
                <a:cubicBezTo>
                  <a:pt x="592406" y="56748"/>
                  <a:pt x="596477" y="69031"/>
                  <a:pt x="596477" y="84866"/>
                </a:cubicBezTo>
                <a:cubicBezTo>
                  <a:pt x="596477" y="85829"/>
                  <a:pt x="596447" y="87274"/>
                  <a:pt x="596386" y="89200"/>
                </a:cubicBezTo>
                <a:lnTo>
                  <a:pt x="524737" y="89200"/>
                </a:lnTo>
                <a:cubicBezTo>
                  <a:pt x="525340" y="99724"/>
                  <a:pt x="528325" y="107783"/>
                  <a:pt x="533693" y="113377"/>
                </a:cubicBezTo>
                <a:cubicBezTo>
                  <a:pt x="539061" y="118971"/>
                  <a:pt x="545755" y="121768"/>
                  <a:pt x="553777" y="121768"/>
                </a:cubicBezTo>
                <a:cubicBezTo>
                  <a:pt x="559747" y="121768"/>
                  <a:pt x="564844" y="120215"/>
                  <a:pt x="569066" y="117109"/>
                </a:cubicBezTo>
                <a:cubicBezTo>
                  <a:pt x="573287" y="114001"/>
                  <a:pt x="576635" y="109040"/>
                  <a:pt x="579107" y="102227"/>
                </a:cubicBezTo>
                <a:moveTo>
                  <a:pt x="525642" y="75630"/>
                </a:moveTo>
                <a:lnTo>
                  <a:pt x="579288" y="75630"/>
                </a:lnTo>
                <a:cubicBezTo>
                  <a:pt x="578564" y="67680"/>
                  <a:pt x="576514" y="61718"/>
                  <a:pt x="573137" y="57743"/>
                </a:cubicBezTo>
                <a:cubicBezTo>
                  <a:pt x="567950" y="51574"/>
                  <a:pt x="561225" y="48490"/>
                  <a:pt x="552962" y="48490"/>
                </a:cubicBezTo>
                <a:cubicBezTo>
                  <a:pt x="545484" y="48490"/>
                  <a:pt x="539196" y="50952"/>
                  <a:pt x="534100" y="55877"/>
                </a:cubicBezTo>
                <a:cubicBezTo>
                  <a:pt x="529004" y="60800"/>
                  <a:pt x="526184" y="67384"/>
                  <a:pt x="525642" y="75630"/>
                </a:cubicBezTo>
                <a:close/>
                <a:moveTo>
                  <a:pt x="616170" y="133167"/>
                </a:moveTo>
                <a:lnTo>
                  <a:pt x="616170" y="37091"/>
                </a:lnTo>
                <a:lnTo>
                  <a:pt x="630826" y="37091"/>
                </a:lnTo>
                <a:lnTo>
                  <a:pt x="630826" y="51566"/>
                </a:lnTo>
                <a:cubicBezTo>
                  <a:pt x="634565" y="44788"/>
                  <a:pt x="638018" y="40320"/>
                  <a:pt x="641184" y="38160"/>
                </a:cubicBezTo>
                <a:cubicBezTo>
                  <a:pt x="644351" y="36000"/>
                  <a:pt x="647834" y="34920"/>
                  <a:pt x="651633" y="34920"/>
                </a:cubicBezTo>
                <a:cubicBezTo>
                  <a:pt x="657122" y="34920"/>
                  <a:pt x="662700" y="36662"/>
                  <a:pt x="668370" y="40145"/>
                </a:cubicBezTo>
                <a:lnTo>
                  <a:pt x="662761" y="55185"/>
                </a:lnTo>
                <a:cubicBezTo>
                  <a:pt x="658780" y="52832"/>
                  <a:pt x="654800" y="51656"/>
                  <a:pt x="650819" y="51656"/>
                </a:cubicBezTo>
                <a:cubicBezTo>
                  <a:pt x="647261" y="51656"/>
                  <a:pt x="644064" y="52729"/>
                  <a:pt x="641230" y="54874"/>
                </a:cubicBezTo>
                <a:cubicBezTo>
                  <a:pt x="638395" y="57017"/>
                  <a:pt x="636375" y="59990"/>
                  <a:pt x="635168" y="63793"/>
                </a:cubicBezTo>
                <a:cubicBezTo>
                  <a:pt x="633359" y="69589"/>
                  <a:pt x="632454" y="75928"/>
                  <a:pt x="632454" y="82811"/>
                </a:cubicBezTo>
                <a:lnTo>
                  <a:pt x="632454" y="133167"/>
                </a:lnTo>
                <a:lnTo>
                  <a:pt x="616170" y="133167"/>
                </a:lnTo>
                <a:close/>
                <a:moveTo>
                  <a:pt x="682571" y="55727"/>
                </a:moveTo>
                <a:lnTo>
                  <a:pt x="682571" y="37091"/>
                </a:lnTo>
                <a:lnTo>
                  <a:pt x="701117" y="37091"/>
                </a:lnTo>
                <a:lnTo>
                  <a:pt x="701117" y="55727"/>
                </a:lnTo>
                <a:lnTo>
                  <a:pt x="682571" y="55727"/>
                </a:lnTo>
                <a:moveTo>
                  <a:pt x="682571" y="133167"/>
                </a:moveTo>
                <a:lnTo>
                  <a:pt x="682571" y="114531"/>
                </a:lnTo>
                <a:lnTo>
                  <a:pt x="701117" y="114531"/>
                </a:lnTo>
                <a:lnTo>
                  <a:pt x="701117" y="133167"/>
                </a:lnTo>
                <a:lnTo>
                  <a:pt x="682571" y="133167"/>
                </a:lnTo>
                <a:close/>
                <a:moveTo>
                  <a:pt x="777231" y="133167"/>
                </a:moveTo>
                <a:lnTo>
                  <a:pt x="777231" y="101413"/>
                </a:lnTo>
                <a:lnTo>
                  <a:pt x="719694" y="101413"/>
                </a:lnTo>
                <a:lnTo>
                  <a:pt x="719694" y="86486"/>
                </a:lnTo>
                <a:lnTo>
                  <a:pt x="780216" y="543"/>
                </a:lnTo>
                <a:lnTo>
                  <a:pt x="793515" y="543"/>
                </a:lnTo>
                <a:lnTo>
                  <a:pt x="793515" y="86486"/>
                </a:lnTo>
                <a:lnTo>
                  <a:pt x="811427" y="86486"/>
                </a:lnTo>
                <a:lnTo>
                  <a:pt x="811427" y="101413"/>
                </a:lnTo>
                <a:lnTo>
                  <a:pt x="793515" y="101413"/>
                </a:lnTo>
                <a:lnTo>
                  <a:pt x="793515" y="133167"/>
                </a:lnTo>
                <a:lnTo>
                  <a:pt x="777231" y="133167"/>
                </a:lnTo>
                <a:moveTo>
                  <a:pt x="777231" y="86486"/>
                </a:moveTo>
                <a:lnTo>
                  <a:pt x="777231" y="26688"/>
                </a:lnTo>
                <a:lnTo>
                  <a:pt x="735706" y="86486"/>
                </a:lnTo>
                <a:lnTo>
                  <a:pt x="777231" y="86486"/>
                </a:lnTo>
                <a:close/>
                <a:moveTo>
                  <a:pt x="880244" y="133167"/>
                </a:moveTo>
                <a:lnTo>
                  <a:pt x="880244" y="101413"/>
                </a:lnTo>
                <a:lnTo>
                  <a:pt x="822707" y="101413"/>
                </a:lnTo>
                <a:lnTo>
                  <a:pt x="822707" y="86486"/>
                </a:lnTo>
                <a:lnTo>
                  <a:pt x="883229" y="543"/>
                </a:lnTo>
                <a:lnTo>
                  <a:pt x="896528" y="543"/>
                </a:lnTo>
                <a:lnTo>
                  <a:pt x="896528" y="86486"/>
                </a:lnTo>
                <a:lnTo>
                  <a:pt x="914440" y="86486"/>
                </a:lnTo>
                <a:lnTo>
                  <a:pt x="914440" y="101413"/>
                </a:lnTo>
                <a:lnTo>
                  <a:pt x="896528" y="101413"/>
                </a:lnTo>
                <a:lnTo>
                  <a:pt x="896528" y="133167"/>
                </a:lnTo>
                <a:lnTo>
                  <a:pt x="880244" y="133167"/>
                </a:lnTo>
                <a:moveTo>
                  <a:pt x="880244" y="86486"/>
                </a:moveTo>
                <a:lnTo>
                  <a:pt x="880244" y="26688"/>
                </a:lnTo>
                <a:lnTo>
                  <a:pt x="838720" y="86486"/>
                </a:lnTo>
                <a:lnTo>
                  <a:pt x="880244" y="86486"/>
                </a:lnTo>
                <a:close/>
                <a:moveTo>
                  <a:pt x="931148" y="97885"/>
                </a:moveTo>
                <a:lnTo>
                  <a:pt x="947432" y="95714"/>
                </a:lnTo>
                <a:cubicBezTo>
                  <a:pt x="949302" y="104941"/>
                  <a:pt x="952483" y="111590"/>
                  <a:pt x="956976" y="115661"/>
                </a:cubicBezTo>
                <a:cubicBezTo>
                  <a:pt x="961470" y="119732"/>
                  <a:pt x="966943" y="121768"/>
                  <a:pt x="973396" y="121768"/>
                </a:cubicBezTo>
                <a:cubicBezTo>
                  <a:pt x="981056" y="121768"/>
                  <a:pt x="987524" y="119119"/>
                  <a:pt x="992801" y="113821"/>
                </a:cubicBezTo>
                <a:cubicBezTo>
                  <a:pt x="998078" y="108523"/>
                  <a:pt x="1000717" y="101961"/>
                  <a:pt x="1000717" y="94133"/>
                </a:cubicBezTo>
                <a:cubicBezTo>
                  <a:pt x="1000717" y="86666"/>
                  <a:pt x="998274" y="80510"/>
                  <a:pt x="993389" y="75664"/>
                </a:cubicBezTo>
                <a:cubicBezTo>
                  <a:pt x="988504" y="70816"/>
                  <a:pt x="982292" y="68393"/>
                  <a:pt x="974753" y="68393"/>
                </a:cubicBezTo>
                <a:cubicBezTo>
                  <a:pt x="971677" y="68393"/>
                  <a:pt x="967847" y="68996"/>
                  <a:pt x="963264" y="70202"/>
                </a:cubicBezTo>
                <a:lnTo>
                  <a:pt x="965073" y="55908"/>
                </a:lnTo>
                <a:cubicBezTo>
                  <a:pt x="966159" y="56029"/>
                  <a:pt x="967033" y="56089"/>
                  <a:pt x="967697" y="56089"/>
                </a:cubicBezTo>
                <a:cubicBezTo>
                  <a:pt x="974632" y="56089"/>
                  <a:pt x="980875" y="54295"/>
                  <a:pt x="986423" y="50706"/>
                </a:cubicBezTo>
                <a:cubicBezTo>
                  <a:pt x="991972" y="47118"/>
                  <a:pt x="994746" y="41586"/>
                  <a:pt x="994746" y="34112"/>
                </a:cubicBezTo>
                <a:cubicBezTo>
                  <a:pt x="994746" y="28192"/>
                  <a:pt x="992726" y="23289"/>
                  <a:pt x="988685" y="19402"/>
                </a:cubicBezTo>
                <a:cubicBezTo>
                  <a:pt x="984644" y="15514"/>
                  <a:pt x="979427" y="13570"/>
                  <a:pt x="973034" y="13570"/>
                </a:cubicBezTo>
                <a:cubicBezTo>
                  <a:pt x="966702" y="13570"/>
                  <a:pt x="961424" y="15560"/>
                  <a:pt x="957203" y="19541"/>
                </a:cubicBezTo>
                <a:cubicBezTo>
                  <a:pt x="952981" y="23521"/>
                  <a:pt x="950267" y="29492"/>
                  <a:pt x="949061" y="37453"/>
                </a:cubicBezTo>
                <a:lnTo>
                  <a:pt x="932777" y="34558"/>
                </a:lnTo>
                <a:cubicBezTo>
                  <a:pt x="934767" y="23585"/>
                  <a:pt x="939290" y="15082"/>
                  <a:pt x="946347" y="9049"/>
                </a:cubicBezTo>
                <a:cubicBezTo>
                  <a:pt x="953403" y="3016"/>
                  <a:pt x="962178" y="0"/>
                  <a:pt x="972672" y="0"/>
                </a:cubicBezTo>
                <a:cubicBezTo>
                  <a:pt x="979910" y="0"/>
                  <a:pt x="986574" y="1548"/>
                  <a:pt x="992665" y="4645"/>
                </a:cubicBezTo>
                <a:cubicBezTo>
                  <a:pt x="998757" y="7741"/>
                  <a:pt x="1003416" y="11966"/>
                  <a:pt x="1006643" y="17319"/>
                </a:cubicBezTo>
                <a:cubicBezTo>
                  <a:pt x="1009869" y="22669"/>
                  <a:pt x="1011482" y="28352"/>
                  <a:pt x="1011482" y="34366"/>
                </a:cubicBezTo>
                <a:cubicBezTo>
                  <a:pt x="1011482" y="40079"/>
                  <a:pt x="1009945" y="45280"/>
                  <a:pt x="1006869" y="49971"/>
                </a:cubicBezTo>
                <a:cubicBezTo>
                  <a:pt x="1003793" y="54661"/>
                  <a:pt x="999239" y="58389"/>
                  <a:pt x="993208" y="61155"/>
                </a:cubicBezTo>
                <a:cubicBezTo>
                  <a:pt x="1001049" y="62965"/>
                  <a:pt x="1007140" y="66719"/>
                  <a:pt x="1011482" y="72418"/>
                </a:cubicBezTo>
                <a:cubicBezTo>
                  <a:pt x="1015825" y="78118"/>
                  <a:pt x="1017996" y="85250"/>
                  <a:pt x="1017996" y="93814"/>
                </a:cubicBezTo>
                <a:cubicBezTo>
                  <a:pt x="1017996" y="105394"/>
                  <a:pt x="1013774" y="115209"/>
                  <a:pt x="1005331" y="123261"/>
                </a:cubicBezTo>
                <a:cubicBezTo>
                  <a:pt x="996887" y="131312"/>
                  <a:pt x="986212" y="135338"/>
                  <a:pt x="973306" y="135338"/>
                </a:cubicBezTo>
                <a:cubicBezTo>
                  <a:pt x="961666" y="135338"/>
                  <a:pt x="952001" y="131862"/>
                  <a:pt x="944311" y="124909"/>
                </a:cubicBezTo>
                <a:cubicBezTo>
                  <a:pt x="936621" y="117956"/>
                  <a:pt x="932234" y="108948"/>
                  <a:pt x="931148" y="978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Server:80">
            <a:extLst xmlns:a="http://schemas.openxmlformats.org/drawingml/2006/main">
              <a:ext uri="{FF2B5EF4-FFF2-40B4-BE49-F238E27FC236}">
                <a16:creationId xmlns:a16="http://schemas.microsoft.com/office/drawing/2014/main" id="{B3A1AAE6-9CB0-4FC3-AAA4-48E264B5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459" y="698009"/>
            <a:ext cx="786008" cy="137147"/>
          </a:xfrm>
          <a:custGeom xmlns:a="http://schemas.openxmlformats.org/drawingml/2006/main">
            <a:pathLst>
              <a:path w="786008" h="137147">
                <a:moveTo>
                  <a:pt x="0" y="92276"/>
                </a:moveTo>
                <a:lnTo>
                  <a:pt x="16555" y="90828"/>
                </a:lnTo>
                <a:cubicBezTo>
                  <a:pt x="17339" y="97463"/>
                  <a:pt x="19164" y="102906"/>
                  <a:pt x="22029" y="107158"/>
                </a:cubicBezTo>
                <a:cubicBezTo>
                  <a:pt x="24893" y="111410"/>
                  <a:pt x="29341" y="114847"/>
                  <a:pt x="35372" y="117471"/>
                </a:cubicBezTo>
                <a:cubicBezTo>
                  <a:pt x="41404" y="120094"/>
                  <a:pt x="48189" y="121406"/>
                  <a:pt x="55727" y="121406"/>
                </a:cubicBezTo>
                <a:cubicBezTo>
                  <a:pt x="62422" y="121406"/>
                  <a:pt x="68332" y="120411"/>
                  <a:pt x="73459" y="118421"/>
                </a:cubicBezTo>
                <a:cubicBezTo>
                  <a:pt x="78585" y="116430"/>
                  <a:pt x="82400" y="113701"/>
                  <a:pt x="84903" y="110233"/>
                </a:cubicBezTo>
                <a:cubicBezTo>
                  <a:pt x="87406" y="106766"/>
                  <a:pt x="88657" y="102981"/>
                  <a:pt x="88657" y="98880"/>
                </a:cubicBezTo>
                <a:cubicBezTo>
                  <a:pt x="88657" y="94718"/>
                  <a:pt x="87451" y="91085"/>
                  <a:pt x="85039" y="87979"/>
                </a:cubicBezTo>
                <a:cubicBezTo>
                  <a:pt x="82626" y="84873"/>
                  <a:pt x="78646" y="82264"/>
                  <a:pt x="73097" y="80153"/>
                </a:cubicBezTo>
                <a:cubicBezTo>
                  <a:pt x="69539" y="78766"/>
                  <a:pt x="61668" y="76610"/>
                  <a:pt x="49485" y="73685"/>
                </a:cubicBezTo>
                <a:cubicBezTo>
                  <a:pt x="37302" y="70760"/>
                  <a:pt x="28768" y="68001"/>
                  <a:pt x="23883" y="65407"/>
                </a:cubicBezTo>
                <a:cubicBezTo>
                  <a:pt x="17551" y="62090"/>
                  <a:pt x="12831" y="57974"/>
                  <a:pt x="9725" y="53059"/>
                </a:cubicBezTo>
                <a:cubicBezTo>
                  <a:pt x="6619" y="48143"/>
                  <a:pt x="5066" y="42640"/>
                  <a:pt x="5066" y="36548"/>
                </a:cubicBezTo>
                <a:cubicBezTo>
                  <a:pt x="5066" y="29854"/>
                  <a:pt x="6966" y="23597"/>
                  <a:pt x="10766" y="17777"/>
                </a:cubicBezTo>
                <a:cubicBezTo>
                  <a:pt x="14565" y="11957"/>
                  <a:pt x="20114" y="7539"/>
                  <a:pt x="27411" y="4523"/>
                </a:cubicBezTo>
                <a:cubicBezTo>
                  <a:pt x="34709" y="1508"/>
                  <a:pt x="42821" y="0"/>
                  <a:pt x="51747" y="0"/>
                </a:cubicBezTo>
                <a:cubicBezTo>
                  <a:pt x="61578" y="0"/>
                  <a:pt x="70247" y="1583"/>
                  <a:pt x="77756" y="4749"/>
                </a:cubicBezTo>
                <a:cubicBezTo>
                  <a:pt x="85265" y="7916"/>
                  <a:pt x="91040" y="12575"/>
                  <a:pt x="95080" y="18727"/>
                </a:cubicBezTo>
                <a:cubicBezTo>
                  <a:pt x="99121" y="24878"/>
                  <a:pt x="101292" y="31844"/>
                  <a:pt x="101594" y="39624"/>
                </a:cubicBezTo>
                <a:lnTo>
                  <a:pt x="84767" y="40891"/>
                </a:lnTo>
                <a:cubicBezTo>
                  <a:pt x="83862" y="32477"/>
                  <a:pt x="80802" y="26122"/>
                  <a:pt x="75585" y="21825"/>
                </a:cubicBezTo>
                <a:cubicBezTo>
                  <a:pt x="70368" y="17528"/>
                  <a:pt x="62663" y="15379"/>
                  <a:pt x="52471" y="15379"/>
                </a:cubicBezTo>
                <a:cubicBezTo>
                  <a:pt x="41856" y="15379"/>
                  <a:pt x="34121" y="17326"/>
                  <a:pt x="29266" y="21220"/>
                </a:cubicBezTo>
                <a:cubicBezTo>
                  <a:pt x="24411" y="25112"/>
                  <a:pt x="21983" y="29804"/>
                  <a:pt x="21983" y="35296"/>
                </a:cubicBezTo>
                <a:cubicBezTo>
                  <a:pt x="21983" y="40064"/>
                  <a:pt x="23702" y="43987"/>
                  <a:pt x="27140" y="47065"/>
                </a:cubicBezTo>
                <a:cubicBezTo>
                  <a:pt x="30517" y="50145"/>
                  <a:pt x="39338" y="53299"/>
                  <a:pt x="53601" y="56527"/>
                </a:cubicBezTo>
                <a:cubicBezTo>
                  <a:pt x="67865" y="59756"/>
                  <a:pt x="77650" y="62577"/>
                  <a:pt x="82958" y="64992"/>
                </a:cubicBezTo>
                <a:cubicBezTo>
                  <a:pt x="90678" y="68552"/>
                  <a:pt x="96377" y="73064"/>
                  <a:pt x="100056" y="78528"/>
                </a:cubicBezTo>
                <a:cubicBezTo>
                  <a:pt x="103735" y="83990"/>
                  <a:pt x="105574" y="90282"/>
                  <a:pt x="105574" y="97404"/>
                </a:cubicBezTo>
                <a:cubicBezTo>
                  <a:pt x="105574" y="104464"/>
                  <a:pt x="103554" y="111118"/>
                  <a:pt x="99513" y="117366"/>
                </a:cubicBezTo>
                <a:cubicBezTo>
                  <a:pt x="95472" y="123612"/>
                  <a:pt x="89667" y="128471"/>
                  <a:pt x="82098" y="131943"/>
                </a:cubicBezTo>
                <a:cubicBezTo>
                  <a:pt x="74529" y="135412"/>
                  <a:pt x="66010" y="137147"/>
                  <a:pt x="56542" y="137147"/>
                </a:cubicBezTo>
                <a:cubicBezTo>
                  <a:pt x="44540" y="137147"/>
                  <a:pt x="34483" y="135398"/>
                  <a:pt x="26371" y="131900"/>
                </a:cubicBezTo>
                <a:cubicBezTo>
                  <a:pt x="18259" y="128402"/>
                  <a:pt x="11896" y="123140"/>
                  <a:pt x="7283" y="116114"/>
                </a:cubicBezTo>
                <a:cubicBezTo>
                  <a:pt x="2669" y="109088"/>
                  <a:pt x="241" y="101142"/>
                  <a:pt x="0" y="92276"/>
                </a:cubicBezTo>
                <a:close/>
                <a:moveTo>
                  <a:pt x="193238" y="104037"/>
                </a:moveTo>
                <a:lnTo>
                  <a:pt x="210065" y="106117"/>
                </a:lnTo>
                <a:cubicBezTo>
                  <a:pt x="207411" y="115948"/>
                  <a:pt x="202496" y="123577"/>
                  <a:pt x="195319" y="129005"/>
                </a:cubicBezTo>
                <a:cubicBezTo>
                  <a:pt x="188142" y="134433"/>
                  <a:pt x="178974" y="137147"/>
                  <a:pt x="167817" y="137147"/>
                </a:cubicBezTo>
                <a:cubicBezTo>
                  <a:pt x="153764" y="137147"/>
                  <a:pt x="142622" y="132820"/>
                  <a:pt x="134389" y="124165"/>
                </a:cubicBezTo>
                <a:cubicBezTo>
                  <a:pt x="126157" y="115511"/>
                  <a:pt x="122041" y="103373"/>
                  <a:pt x="122041" y="87753"/>
                </a:cubicBezTo>
                <a:cubicBezTo>
                  <a:pt x="122041" y="71589"/>
                  <a:pt x="126202" y="59044"/>
                  <a:pt x="134525" y="50118"/>
                </a:cubicBezTo>
                <a:cubicBezTo>
                  <a:pt x="142848" y="41192"/>
                  <a:pt x="153644" y="36729"/>
                  <a:pt x="166912" y="36729"/>
                </a:cubicBezTo>
                <a:cubicBezTo>
                  <a:pt x="179758" y="36729"/>
                  <a:pt x="190252" y="41095"/>
                  <a:pt x="198394" y="49827"/>
                </a:cubicBezTo>
                <a:cubicBezTo>
                  <a:pt x="206536" y="58557"/>
                  <a:pt x="210607" y="70840"/>
                  <a:pt x="210607" y="86675"/>
                </a:cubicBezTo>
                <a:cubicBezTo>
                  <a:pt x="210607" y="87639"/>
                  <a:pt x="210577" y="89083"/>
                  <a:pt x="210517" y="91009"/>
                </a:cubicBezTo>
                <a:lnTo>
                  <a:pt x="138867" y="91009"/>
                </a:lnTo>
                <a:cubicBezTo>
                  <a:pt x="139471" y="101534"/>
                  <a:pt x="142456" y="109593"/>
                  <a:pt x="147824" y="115187"/>
                </a:cubicBezTo>
                <a:cubicBezTo>
                  <a:pt x="153191" y="120780"/>
                  <a:pt x="159886" y="123577"/>
                  <a:pt x="167907" y="123577"/>
                </a:cubicBezTo>
                <a:cubicBezTo>
                  <a:pt x="173878" y="123577"/>
                  <a:pt x="178974" y="122024"/>
                  <a:pt x="183196" y="118918"/>
                </a:cubicBezTo>
                <a:cubicBezTo>
                  <a:pt x="187418" y="115810"/>
                  <a:pt x="190765" y="110850"/>
                  <a:pt x="193238" y="104037"/>
                </a:cubicBezTo>
                <a:moveTo>
                  <a:pt x="139772" y="77439"/>
                </a:moveTo>
                <a:lnTo>
                  <a:pt x="193419" y="77439"/>
                </a:lnTo>
                <a:cubicBezTo>
                  <a:pt x="192695" y="69490"/>
                  <a:pt x="190644" y="63527"/>
                  <a:pt x="187267" y="59552"/>
                </a:cubicBezTo>
                <a:cubicBezTo>
                  <a:pt x="182080" y="53384"/>
                  <a:pt x="175356" y="50299"/>
                  <a:pt x="167093" y="50299"/>
                </a:cubicBezTo>
                <a:cubicBezTo>
                  <a:pt x="159614" y="50299"/>
                  <a:pt x="153327" y="52762"/>
                  <a:pt x="148231" y="57687"/>
                </a:cubicBezTo>
                <a:cubicBezTo>
                  <a:pt x="143134" y="62609"/>
                  <a:pt x="140315" y="69194"/>
                  <a:pt x="139772" y="77439"/>
                </a:cubicBezTo>
                <a:close/>
                <a:moveTo>
                  <a:pt x="230301" y="134976"/>
                </a:moveTo>
                <a:lnTo>
                  <a:pt x="230301" y="38901"/>
                </a:lnTo>
                <a:lnTo>
                  <a:pt x="244956" y="38901"/>
                </a:lnTo>
                <a:lnTo>
                  <a:pt x="244956" y="53375"/>
                </a:lnTo>
                <a:cubicBezTo>
                  <a:pt x="248696" y="46598"/>
                  <a:pt x="252149" y="42129"/>
                  <a:pt x="255315" y="39969"/>
                </a:cubicBezTo>
                <a:cubicBezTo>
                  <a:pt x="258481" y="37809"/>
                  <a:pt x="261964" y="36729"/>
                  <a:pt x="265764" y="36729"/>
                </a:cubicBezTo>
                <a:cubicBezTo>
                  <a:pt x="271252" y="36729"/>
                  <a:pt x="276831" y="38471"/>
                  <a:pt x="282500" y="41954"/>
                </a:cubicBezTo>
                <a:lnTo>
                  <a:pt x="276891" y="56994"/>
                </a:lnTo>
                <a:cubicBezTo>
                  <a:pt x="272911" y="54642"/>
                  <a:pt x="268930" y="53466"/>
                  <a:pt x="264950" y="53466"/>
                </a:cubicBezTo>
                <a:cubicBezTo>
                  <a:pt x="261391" y="53466"/>
                  <a:pt x="258195" y="54538"/>
                  <a:pt x="255360" y="56683"/>
                </a:cubicBezTo>
                <a:cubicBezTo>
                  <a:pt x="252525" y="58826"/>
                  <a:pt x="250505" y="61799"/>
                  <a:pt x="249299" y="65602"/>
                </a:cubicBezTo>
                <a:cubicBezTo>
                  <a:pt x="247490" y="71398"/>
                  <a:pt x="246585" y="77737"/>
                  <a:pt x="246585" y="84620"/>
                </a:cubicBezTo>
                <a:lnTo>
                  <a:pt x="246585" y="134976"/>
                </a:lnTo>
                <a:lnTo>
                  <a:pt x="230301" y="134976"/>
                </a:lnTo>
                <a:close/>
                <a:moveTo>
                  <a:pt x="318866" y="134976"/>
                </a:moveTo>
                <a:lnTo>
                  <a:pt x="282318" y="38901"/>
                </a:lnTo>
                <a:lnTo>
                  <a:pt x="299506" y="38901"/>
                </a:lnTo>
                <a:lnTo>
                  <a:pt x="320133" y="96437"/>
                </a:lnTo>
                <a:cubicBezTo>
                  <a:pt x="322364" y="102649"/>
                  <a:pt x="324415" y="109103"/>
                  <a:pt x="326285" y="115797"/>
                </a:cubicBezTo>
                <a:cubicBezTo>
                  <a:pt x="327732" y="110731"/>
                  <a:pt x="329752" y="104640"/>
                  <a:pt x="332346" y="97523"/>
                </a:cubicBezTo>
                <a:lnTo>
                  <a:pt x="353696" y="38901"/>
                </a:lnTo>
                <a:lnTo>
                  <a:pt x="370432" y="38901"/>
                </a:lnTo>
                <a:lnTo>
                  <a:pt x="334065" y="134976"/>
                </a:lnTo>
                <a:lnTo>
                  <a:pt x="318866" y="134976"/>
                </a:lnTo>
                <a:close/>
                <a:moveTo>
                  <a:pt x="450585" y="104037"/>
                </a:moveTo>
                <a:lnTo>
                  <a:pt x="467412" y="106117"/>
                </a:lnTo>
                <a:cubicBezTo>
                  <a:pt x="464759" y="115948"/>
                  <a:pt x="459843" y="123577"/>
                  <a:pt x="452666" y="129005"/>
                </a:cubicBezTo>
                <a:cubicBezTo>
                  <a:pt x="445489" y="134433"/>
                  <a:pt x="436322" y="137147"/>
                  <a:pt x="425164" y="137147"/>
                </a:cubicBezTo>
                <a:cubicBezTo>
                  <a:pt x="411112" y="137147"/>
                  <a:pt x="399969" y="132820"/>
                  <a:pt x="391737" y="124165"/>
                </a:cubicBezTo>
                <a:cubicBezTo>
                  <a:pt x="383504" y="115511"/>
                  <a:pt x="379388" y="103373"/>
                  <a:pt x="379388" y="87753"/>
                </a:cubicBezTo>
                <a:cubicBezTo>
                  <a:pt x="379388" y="71589"/>
                  <a:pt x="383550" y="59044"/>
                  <a:pt x="391873" y="50118"/>
                </a:cubicBezTo>
                <a:cubicBezTo>
                  <a:pt x="400196" y="41192"/>
                  <a:pt x="410991" y="36729"/>
                  <a:pt x="424260" y="36729"/>
                </a:cubicBezTo>
                <a:cubicBezTo>
                  <a:pt x="437106" y="36729"/>
                  <a:pt x="447600" y="41095"/>
                  <a:pt x="455742" y="49827"/>
                </a:cubicBezTo>
                <a:cubicBezTo>
                  <a:pt x="463884" y="58557"/>
                  <a:pt x="467955" y="70840"/>
                  <a:pt x="467955" y="86675"/>
                </a:cubicBezTo>
                <a:cubicBezTo>
                  <a:pt x="467955" y="87639"/>
                  <a:pt x="467925" y="89083"/>
                  <a:pt x="467865" y="91009"/>
                </a:cubicBezTo>
                <a:lnTo>
                  <a:pt x="396215" y="91009"/>
                </a:lnTo>
                <a:cubicBezTo>
                  <a:pt x="396818" y="101534"/>
                  <a:pt x="399804" y="109593"/>
                  <a:pt x="405171" y="115187"/>
                </a:cubicBezTo>
                <a:cubicBezTo>
                  <a:pt x="410539" y="120780"/>
                  <a:pt x="417233" y="123577"/>
                  <a:pt x="425255" y="123577"/>
                </a:cubicBezTo>
                <a:cubicBezTo>
                  <a:pt x="431226" y="123577"/>
                  <a:pt x="436322" y="122024"/>
                  <a:pt x="440544" y="118918"/>
                </a:cubicBezTo>
                <a:cubicBezTo>
                  <a:pt x="444765" y="115810"/>
                  <a:pt x="448113" y="110850"/>
                  <a:pt x="450585" y="104037"/>
                </a:cubicBezTo>
                <a:moveTo>
                  <a:pt x="397120" y="77439"/>
                </a:moveTo>
                <a:lnTo>
                  <a:pt x="450766" y="77439"/>
                </a:lnTo>
                <a:cubicBezTo>
                  <a:pt x="450043" y="69490"/>
                  <a:pt x="447992" y="63527"/>
                  <a:pt x="444615" y="59552"/>
                </a:cubicBezTo>
                <a:cubicBezTo>
                  <a:pt x="439428" y="53384"/>
                  <a:pt x="432703" y="50299"/>
                  <a:pt x="424441" y="50299"/>
                </a:cubicBezTo>
                <a:cubicBezTo>
                  <a:pt x="416962" y="50299"/>
                  <a:pt x="410675" y="52762"/>
                  <a:pt x="405578" y="57687"/>
                </a:cubicBezTo>
                <a:cubicBezTo>
                  <a:pt x="400482" y="62609"/>
                  <a:pt x="397662" y="69194"/>
                  <a:pt x="397120" y="77439"/>
                </a:cubicBezTo>
                <a:close/>
                <a:moveTo>
                  <a:pt x="487648" y="134976"/>
                </a:moveTo>
                <a:lnTo>
                  <a:pt x="487648" y="38901"/>
                </a:lnTo>
                <a:lnTo>
                  <a:pt x="502304" y="38901"/>
                </a:lnTo>
                <a:lnTo>
                  <a:pt x="502304" y="53375"/>
                </a:lnTo>
                <a:cubicBezTo>
                  <a:pt x="506043" y="46598"/>
                  <a:pt x="509496" y="42129"/>
                  <a:pt x="512662" y="39969"/>
                </a:cubicBezTo>
                <a:cubicBezTo>
                  <a:pt x="515829" y="37809"/>
                  <a:pt x="519312" y="36729"/>
                  <a:pt x="523111" y="36729"/>
                </a:cubicBezTo>
                <a:cubicBezTo>
                  <a:pt x="528600" y="36729"/>
                  <a:pt x="534178" y="38471"/>
                  <a:pt x="539848" y="41954"/>
                </a:cubicBezTo>
                <a:lnTo>
                  <a:pt x="534239" y="56994"/>
                </a:lnTo>
                <a:cubicBezTo>
                  <a:pt x="530258" y="54642"/>
                  <a:pt x="526278" y="53466"/>
                  <a:pt x="522297" y="53466"/>
                </a:cubicBezTo>
                <a:cubicBezTo>
                  <a:pt x="518739" y="53466"/>
                  <a:pt x="515542" y="54538"/>
                  <a:pt x="512708" y="56683"/>
                </a:cubicBezTo>
                <a:cubicBezTo>
                  <a:pt x="509873" y="58826"/>
                  <a:pt x="507853" y="61799"/>
                  <a:pt x="506646" y="65602"/>
                </a:cubicBezTo>
                <a:cubicBezTo>
                  <a:pt x="504837" y="71398"/>
                  <a:pt x="503932" y="77737"/>
                  <a:pt x="503932" y="84620"/>
                </a:cubicBezTo>
                <a:lnTo>
                  <a:pt x="503932" y="134976"/>
                </a:lnTo>
                <a:lnTo>
                  <a:pt x="487648" y="134976"/>
                </a:lnTo>
                <a:close/>
                <a:moveTo>
                  <a:pt x="554050" y="57537"/>
                </a:moveTo>
                <a:lnTo>
                  <a:pt x="554050" y="38901"/>
                </a:lnTo>
                <a:lnTo>
                  <a:pt x="572595" y="38901"/>
                </a:lnTo>
                <a:lnTo>
                  <a:pt x="572595" y="57537"/>
                </a:lnTo>
                <a:lnTo>
                  <a:pt x="554050" y="57537"/>
                </a:lnTo>
                <a:moveTo>
                  <a:pt x="554050" y="134976"/>
                </a:moveTo>
                <a:lnTo>
                  <a:pt x="554050" y="116340"/>
                </a:lnTo>
                <a:lnTo>
                  <a:pt x="572595" y="116340"/>
                </a:lnTo>
                <a:lnTo>
                  <a:pt x="572595" y="134976"/>
                </a:lnTo>
                <a:lnTo>
                  <a:pt x="554050" y="134976"/>
                </a:lnTo>
                <a:close/>
                <a:moveTo>
                  <a:pt x="621568" y="62874"/>
                </a:moveTo>
                <a:cubicBezTo>
                  <a:pt x="614813" y="60409"/>
                  <a:pt x="609808" y="56891"/>
                  <a:pt x="606551" y="52321"/>
                </a:cubicBezTo>
                <a:cubicBezTo>
                  <a:pt x="603294" y="47750"/>
                  <a:pt x="601666" y="42278"/>
                  <a:pt x="601666" y="35904"/>
                </a:cubicBezTo>
                <a:cubicBezTo>
                  <a:pt x="601666" y="26282"/>
                  <a:pt x="605134" y="18195"/>
                  <a:pt x="612069" y="11642"/>
                </a:cubicBezTo>
                <a:cubicBezTo>
                  <a:pt x="619005" y="5087"/>
                  <a:pt x="628233" y="1809"/>
                  <a:pt x="639752" y="1809"/>
                </a:cubicBezTo>
                <a:cubicBezTo>
                  <a:pt x="651332" y="1809"/>
                  <a:pt x="660650" y="5162"/>
                  <a:pt x="667706" y="11868"/>
                </a:cubicBezTo>
                <a:cubicBezTo>
                  <a:pt x="674763" y="18572"/>
                  <a:pt x="678291" y="26735"/>
                  <a:pt x="678291" y="36356"/>
                </a:cubicBezTo>
                <a:cubicBezTo>
                  <a:pt x="678291" y="42489"/>
                  <a:pt x="676678" y="47826"/>
                  <a:pt x="673451" y="52366"/>
                </a:cubicBezTo>
                <a:cubicBezTo>
                  <a:pt x="670224" y="56906"/>
                  <a:pt x="665324" y="60409"/>
                  <a:pt x="658750" y="62874"/>
                </a:cubicBezTo>
                <a:cubicBezTo>
                  <a:pt x="666892" y="65532"/>
                  <a:pt x="673089" y="69819"/>
                  <a:pt x="677341" y="75737"/>
                </a:cubicBezTo>
                <a:cubicBezTo>
                  <a:pt x="681593" y="81654"/>
                  <a:pt x="683719" y="88718"/>
                  <a:pt x="683719" y="96932"/>
                </a:cubicBezTo>
                <a:cubicBezTo>
                  <a:pt x="683719" y="108284"/>
                  <a:pt x="679708" y="117824"/>
                  <a:pt x="671687" y="125553"/>
                </a:cubicBezTo>
                <a:cubicBezTo>
                  <a:pt x="663665" y="133283"/>
                  <a:pt x="653111" y="137147"/>
                  <a:pt x="640023" y="137147"/>
                </a:cubicBezTo>
                <a:cubicBezTo>
                  <a:pt x="626936" y="137147"/>
                  <a:pt x="616382" y="133268"/>
                  <a:pt x="608360" y="125508"/>
                </a:cubicBezTo>
                <a:cubicBezTo>
                  <a:pt x="600339" y="117749"/>
                  <a:pt x="596328" y="108072"/>
                  <a:pt x="596328" y="96477"/>
                </a:cubicBezTo>
                <a:cubicBezTo>
                  <a:pt x="596328" y="87843"/>
                  <a:pt x="598514" y="80612"/>
                  <a:pt x="602887" y="74785"/>
                </a:cubicBezTo>
                <a:cubicBezTo>
                  <a:pt x="607260" y="68957"/>
                  <a:pt x="613487" y="64987"/>
                  <a:pt x="621568" y="62874"/>
                </a:cubicBezTo>
                <a:moveTo>
                  <a:pt x="618312" y="35469"/>
                </a:moveTo>
                <a:cubicBezTo>
                  <a:pt x="618312" y="41686"/>
                  <a:pt x="620332" y="46768"/>
                  <a:pt x="624373" y="50715"/>
                </a:cubicBezTo>
                <a:cubicBezTo>
                  <a:pt x="628414" y="54660"/>
                  <a:pt x="633661" y="56632"/>
                  <a:pt x="640114" y="56632"/>
                </a:cubicBezTo>
                <a:cubicBezTo>
                  <a:pt x="646386" y="56632"/>
                  <a:pt x="651528" y="54674"/>
                  <a:pt x="655539" y="50757"/>
                </a:cubicBezTo>
                <a:cubicBezTo>
                  <a:pt x="659549" y="46841"/>
                  <a:pt x="661555" y="42043"/>
                  <a:pt x="661555" y="36365"/>
                </a:cubicBezTo>
                <a:cubicBezTo>
                  <a:pt x="661555" y="30445"/>
                  <a:pt x="659489" y="25467"/>
                  <a:pt x="655358" y="21432"/>
                </a:cubicBezTo>
                <a:cubicBezTo>
                  <a:pt x="651226" y="17397"/>
                  <a:pt x="646085" y="15379"/>
                  <a:pt x="639933" y="15379"/>
                </a:cubicBezTo>
                <a:cubicBezTo>
                  <a:pt x="633721" y="15379"/>
                  <a:pt x="628564" y="17353"/>
                  <a:pt x="624463" y="21299"/>
                </a:cubicBezTo>
                <a:cubicBezTo>
                  <a:pt x="620362" y="25244"/>
                  <a:pt x="618312" y="29967"/>
                  <a:pt x="618312" y="35469"/>
                </a:cubicBezTo>
                <a:moveTo>
                  <a:pt x="613064" y="96483"/>
                </a:moveTo>
                <a:cubicBezTo>
                  <a:pt x="613064" y="101119"/>
                  <a:pt x="614165" y="105605"/>
                  <a:pt x="616366" y="109939"/>
                </a:cubicBezTo>
                <a:cubicBezTo>
                  <a:pt x="618568" y="114274"/>
                  <a:pt x="621840" y="117631"/>
                  <a:pt x="626182" y="120010"/>
                </a:cubicBezTo>
                <a:cubicBezTo>
                  <a:pt x="630525" y="122388"/>
                  <a:pt x="635199" y="123577"/>
                  <a:pt x="640204" y="123577"/>
                </a:cubicBezTo>
                <a:cubicBezTo>
                  <a:pt x="647985" y="123577"/>
                  <a:pt x="654408" y="121079"/>
                  <a:pt x="659474" y="116083"/>
                </a:cubicBezTo>
                <a:cubicBezTo>
                  <a:pt x="664540" y="111084"/>
                  <a:pt x="667073" y="104732"/>
                  <a:pt x="667073" y="97025"/>
                </a:cubicBezTo>
                <a:cubicBezTo>
                  <a:pt x="667073" y="89198"/>
                  <a:pt x="664465" y="82726"/>
                  <a:pt x="659248" y="77609"/>
                </a:cubicBezTo>
                <a:cubicBezTo>
                  <a:pt x="654031" y="72490"/>
                  <a:pt x="647502" y="69931"/>
                  <a:pt x="639662" y="69931"/>
                </a:cubicBezTo>
                <a:cubicBezTo>
                  <a:pt x="632002" y="69931"/>
                  <a:pt x="625654" y="72460"/>
                  <a:pt x="620618" y="77519"/>
                </a:cubicBezTo>
                <a:cubicBezTo>
                  <a:pt x="615582" y="82575"/>
                  <a:pt x="613064" y="88897"/>
                  <a:pt x="613064" y="96483"/>
                </a:cubicBezTo>
                <a:close/>
                <a:moveTo>
                  <a:pt x="699522" y="69524"/>
                </a:moveTo>
                <a:cubicBezTo>
                  <a:pt x="699522" y="53854"/>
                  <a:pt x="701136" y="41242"/>
                  <a:pt x="704362" y="31689"/>
                </a:cubicBezTo>
                <a:cubicBezTo>
                  <a:pt x="707589" y="22135"/>
                  <a:pt x="712384" y="14767"/>
                  <a:pt x="718746" y="9584"/>
                </a:cubicBezTo>
                <a:cubicBezTo>
                  <a:pt x="725109" y="4401"/>
                  <a:pt x="733115" y="1809"/>
                  <a:pt x="742765" y="1809"/>
                </a:cubicBezTo>
                <a:cubicBezTo>
                  <a:pt x="749882" y="1809"/>
                  <a:pt x="756124" y="3241"/>
                  <a:pt x="761492" y="6104"/>
                </a:cubicBezTo>
                <a:cubicBezTo>
                  <a:pt x="766860" y="8967"/>
                  <a:pt x="771292" y="13095"/>
                  <a:pt x="774790" y="18489"/>
                </a:cubicBezTo>
                <a:cubicBezTo>
                  <a:pt x="778288" y="23883"/>
                  <a:pt x="781033" y="30453"/>
                  <a:pt x="783023" y="38199"/>
                </a:cubicBezTo>
                <a:cubicBezTo>
                  <a:pt x="785013" y="45944"/>
                  <a:pt x="786008" y="56385"/>
                  <a:pt x="786008" y="69524"/>
                </a:cubicBezTo>
                <a:cubicBezTo>
                  <a:pt x="786008" y="85072"/>
                  <a:pt x="784410" y="97624"/>
                  <a:pt x="781214" y="107177"/>
                </a:cubicBezTo>
                <a:cubicBezTo>
                  <a:pt x="778017" y="116731"/>
                  <a:pt x="773237" y="124114"/>
                  <a:pt x="766875" y="129328"/>
                </a:cubicBezTo>
                <a:cubicBezTo>
                  <a:pt x="760512" y="134541"/>
                  <a:pt x="752475" y="137147"/>
                  <a:pt x="742765" y="137147"/>
                </a:cubicBezTo>
                <a:cubicBezTo>
                  <a:pt x="729979" y="137147"/>
                  <a:pt x="719938" y="132566"/>
                  <a:pt x="712640" y="123405"/>
                </a:cubicBezTo>
                <a:cubicBezTo>
                  <a:pt x="703895" y="112375"/>
                  <a:pt x="699522" y="94415"/>
                  <a:pt x="699522" y="69524"/>
                </a:cubicBezTo>
                <a:moveTo>
                  <a:pt x="716259" y="69478"/>
                </a:moveTo>
                <a:cubicBezTo>
                  <a:pt x="716259" y="91177"/>
                  <a:pt x="718807" y="105619"/>
                  <a:pt x="723903" y="112803"/>
                </a:cubicBezTo>
                <a:cubicBezTo>
                  <a:pt x="728999" y="119986"/>
                  <a:pt x="735287" y="123577"/>
                  <a:pt x="742765" y="123577"/>
                </a:cubicBezTo>
                <a:cubicBezTo>
                  <a:pt x="750244" y="123577"/>
                  <a:pt x="756531" y="119971"/>
                  <a:pt x="761628" y="112758"/>
                </a:cubicBezTo>
                <a:cubicBezTo>
                  <a:pt x="766724" y="105545"/>
                  <a:pt x="769272" y="91119"/>
                  <a:pt x="769272" y="69478"/>
                </a:cubicBezTo>
                <a:cubicBezTo>
                  <a:pt x="769272" y="47719"/>
                  <a:pt x="766724" y="33263"/>
                  <a:pt x="761628" y="26111"/>
                </a:cubicBezTo>
                <a:cubicBezTo>
                  <a:pt x="756531" y="18956"/>
                  <a:pt x="750184" y="15379"/>
                  <a:pt x="742584" y="15379"/>
                </a:cubicBezTo>
                <a:cubicBezTo>
                  <a:pt x="735106" y="15379"/>
                  <a:pt x="729135" y="18535"/>
                  <a:pt x="724672" y="24847"/>
                </a:cubicBezTo>
                <a:cubicBezTo>
                  <a:pt x="719063" y="32902"/>
                  <a:pt x="716259" y="47780"/>
                  <a:pt x="716259" y="69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Attacker">
            <a:extLst xmlns:a="http://schemas.openxmlformats.org/drawingml/2006/main">
              <a:ext uri="{FF2B5EF4-FFF2-40B4-BE49-F238E27FC236}">
                <a16:creationId xmlns:a16="http://schemas.microsoft.com/office/drawing/2014/main" id="{CB262472-5BB0-4B8A-8239-F7F3B458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032" y="700362"/>
            <a:ext cx="682396" cy="134795"/>
          </a:xfrm>
          <a:custGeom xmlns:a="http://schemas.openxmlformats.org/drawingml/2006/main">
            <a:pathLst>
              <a:path w="682396" h="134795">
                <a:moveTo>
                  <a:pt x="0" y="132624"/>
                </a:moveTo>
                <a:lnTo>
                  <a:pt x="50933" y="0"/>
                </a:lnTo>
                <a:lnTo>
                  <a:pt x="69840" y="0"/>
                </a:lnTo>
                <a:lnTo>
                  <a:pt x="124120" y="132624"/>
                </a:lnTo>
                <a:lnTo>
                  <a:pt x="104127" y="132624"/>
                </a:lnTo>
                <a:lnTo>
                  <a:pt x="88657" y="92638"/>
                </a:lnTo>
                <a:lnTo>
                  <a:pt x="33201" y="92638"/>
                </a:lnTo>
                <a:lnTo>
                  <a:pt x="18636" y="132624"/>
                </a:lnTo>
                <a:lnTo>
                  <a:pt x="0" y="132624"/>
                </a:lnTo>
                <a:moveTo>
                  <a:pt x="38267" y="78163"/>
                </a:moveTo>
                <a:lnTo>
                  <a:pt x="83229" y="78163"/>
                </a:lnTo>
                <a:lnTo>
                  <a:pt x="69388" y="41434"/>
                </a:lnTo>
                <a:cubicBezTo>
                  <a:pt x="65166" y="30276"/>
                  <a:pt x="62030" y="21109"/>
                  <a:pt x="59979" y="13932"/>
                </a:cubicBezTo>
                <a:cubicBezTo>
                  <a:pt x="58291" y="22436"/>
                  <a:pt x="55908" y="30879"/>
                  <a:pt x="52832" y="39262"/>
                </a:cubicBezTo>
                <a:lnTo>
                  <a:pt x="38267" y="78163"/>
                </a:lnTo>
                <a:close/>
                <a:moveTo>
                  <a:pt x="171617" y="118240"/>
                </a:moveTo>
                <a:lnTo>
                  <a:pt x="173969" y="132624"/>
                </a:lnTo>
                <a:cubicBezTo>
                  <a:pt x="169385" y="133468"/>
                  <a:pt x="165284" y="133890"/>
                  <a:pt x="161665" y="133890"/>
                </a:cubicBezTo>
                <a:cubicBezTo>
                  <a:pt x="155755" y="133890"/>
                  <a:pt x="151171" y="132956"/>
                  <a:pt x="147914" y="131086"/>
                </a:cubicBezTo>
                <a:cubicBezTo>
                  <a:pt x="144658" y="129216"/>
                  <a:pt x="142366" y="126759"/>
                  <a:pt x="141039" y="123713"/>
                </a:cubicBezTo>
                <a:cubicBezTo>
                  <a:pt x="139712" y="120667"/>
                  <a:pt x="139049" y="114259"/>
                  <a:pt x="139049" y="104489"/>
                </a:cubicBezTo>
                <a:lnTo>
                  <a:pt x="139049" y="49214"/>
                </a:lnTo>
                <a:lnTo>
                  <a:pt x="127107" y="49214"/>
                </a:lnTo>
                <a:lnTo>
                  <a:pt x="127107" y="36548"/>
                </a:lnTo>
                <a:lnTo>
                  <a:pt x="139049" y="36548"/>
                </a:lnTo>
                <a:lnTo>
                  <a:pt x="139049" y="12691"/>
                </a:lnTo>
                <a:lnTo>
                  <a:pt x="155242" y="2895"/>
                </a:lnTo>
                <a:lnTo>
                  <a:pt x="155242" y="36548"/>
                </a:lnTo>
                <a:lnTo>
                  <a:pt x="171617" y="36548"/>
                </a:lnTo>
                <a:lnTo>
                  <a:pt x="171617" y="49214"/>
                </a:lnTo>
                <a:lnTo>
                  <a:pt x="155242" y="49214"/>
                </a:lnTo>
                <a:lnTo>
                  <a:pt x="155242" y="105394"/>
                </a:lnTo>
                <a:cubicBezTo>
                  <a:pt x="155242" y="110037"/>
                  <a:pt x="155529" y="113023"/>
                  <a:pt x="156102" y="114350"/>
                </a:cubicBezTo>
                <a:cubicBezTo>
                  <a:pt x="156675" y="115677"/>
                  <a:pt x="157609" y="116732"/>
                  <a:pt x="158906" y="117516"/>
                </a:cubicBezTo>
                <a:cubicBezTo>
                  <a:pt x="160203" y="118300"/>
                  <a:pt x="162057" y="118692"/>
                  <a:pt x="164470" y="118692"/>
                </a:cubicBezTo>
                <a:cubicBezTo>
                  <a:pt x="166279" y="118692"/>
                  <a:pt x="168661" y="118541"/>
                  <a:pt x="171617" y="118240"/>
                </a:cubicBezTo>
                <a:close/>
                <a:moveTo>
                  <a:pt x="223123" y="118240"/>
                </a:moveTo>
                <a:lnTo>
                  <a:pt x="225475" y="132624"/>
                </a:lnTo>
                <a:cubicBezTo>
                  <a:pt x="220892" y="133468"/>
                  <a:pt x="216791" y="133890"/>
                  <a:pt x="213172" y="133890"/>
                </a:cubicBezTo>
                <a:cubicBezTo>
                  <a:pt x="207261" y="133890"/>
                  <a:pt x="202678" y="132956"/>
                  <a:pt x="199421" y="131086"/>
                </a:cubicBezTo>
                <a:cubicBezTo>
                  <a:pt x="196164" y="129216"/>
                  <a:pt x="193872" y="126759"/>
                  <a:pt x="192546" y="123713"/>
                </a:cubicBezTo>
                <a:cubicBezTo>
                  <a:pt x="191219" y="120667"/>
                  <a:pt x="190555" y="114259"/>
                  <a:pt x="190555" y="104489"/>
                </a:cubicBezTo>
                <a:lnTo>
                  <a:pt x="190555" y="49214"/>
                </a:lnTo>
                <a:lnTo>
                  <a:pt x="178614" y="49214"/>
                </a:lnTo>
                <a:lnTo>
                  <a:pt x="178614" y="36548"/>
                </a:lnTo>
                <a:lnTo>
                  <a:pt x="190555" y="36548"/>
                </a:lnTo>
                <a:lnTo>
                  <a:pt x="190555" y="12691"/>
                </a:lnTo>
                <a:lnTo>
                  <a:pt x="206749" y="2895"/>
                </a:lnTo>
                <a:lnTo>
                  <a:pt x="206749" y="36548"/>
                </a:lnTo>
                <a:lnTo>
                  <a:pt x="223123" y="36548"/>
                </a:lnTo>
                <a:lnTo>
                  <a:pt x="223123" y="49214"/>
                </a:lnTo>
                <a:lnTo>
                  <a:pt x="206749" y="49214"/>
                </a:lnTo>
                <a:lnTo>
                  <a:pt x="206749" y="105394"/>
                </a:lnTo>
                <a:cubicBezTo>
                  <a:pt x="206749" y="110037"/>
                  <a:pt x="207035" y="113023"/>
                  <a:pt x="207608" y="114350"/>
                </a:cubicBezTo>
                <a:cubicBezTo>
                  <a:pt x="208181" y="115677"/>
                  <a:pt x="209116" y="116732"/>
                  <a:pt x="210413" y="117516"/>
                </a:cubicBezTo>
                <a:cubicBezTo>
                  <a:pt x="211709" y="118300"/>
                  <a:pt x="213564" y="118692"/>
                  <a:pt x="215976" y="118692"/>
                </a:cubicBezTo>
                <a:cubicBezTo>
                  <a:pt x="217786" y="118692"/>
                  <a:pt x="220168" y="118541"/>
                  <a:pt x="223123" y="118240"/>
                </a:cubicBezTo>
                <a:close/>
                <a:moveTo>
                  <a:pt x="301770" y="120762"/>
                </a:moveTo>
                <a:cubicBezTo>
                  <a:pt x="295739" y="125892"/>
                  <a:pt x="289934" y="129513"/>
                  <a:pt x="284355" y="131626"/>
                </a:cubicBezTo>
                <a:cubicBezTo>
                  <a:pt x="278776" y="133739"/>
                  <a:pt x="272790" y="134795"/>
                  <a:pt x="266397" y="134795"/>
                </a:cubicBezTo>
                <a:cubicBezTo>
                  <a:pt x="255843" y="134795"/>
                  <a:pt x="247731" y="132215"/>
                  <a:pt x="242062" y="127055"/>
                </a:cubicBezTo>
                <a:cubicBezTo>
                  <a:pt x="236393" y="121894"/>
                  <a:pt x="233558" y="115301"/>
                  <a:pt x="233558" y="107274"/>
                </a:cubicBezTo>
                <a:cubicBezTo>
                  <a:pt x="233558" y="102567"/>
                  <a:pt x="234628" y="98268"/>
                  <a:pt x="236770" y="94376"/>
                </a:cubicBezTo>
                <a:cubicBezTo>
                  <a:pt x="238911" y="90483"/>
                  <a:pt x="241715" y="87359"/>
                  <a:pt x="245183" y="85005"/>
                </a:cubicBezTo>
                <a:cubicBezTo>
                  <a:pt x="248651" y="82651"/>
                  <a:pt x="252556" y="80870"/>
                  <a:pt x="256898" y="79664"/>
                </a:cubicBezTo>
                <a:cubicBezTo>
                  <a:pt x="260095" y="78818"/>
                  <a:pt x="264920" y="78003"/>
                  <a:pt x="271373" y="77219"/>
                </a:cubicBezTo>
                <a:cubicBezTo>
                  <a:pt x="284521" y="75662"/>
                  <a:pt x="294201" y="73806"/>
                  <a:pt x="300413" y="71650"/>
                </a:cubicBezTo>
                <a:cubicBezTo>
                  <a:pt x="300473" y="69427"/>
                  <a:pt x="300503" y="68016"/>
                  <a:pt x="300503" y="67415"/>
                </a:cubicBezTo>
                <a:cubicBezTo>
                  <a:pt x="300503" y="60805"/>
                  <a:pt x="298965" y="56149"/>
                  <a:pt x="295889" y="53446"/>
                </a:cubicBezTo>
                <a:cubicBezTo>
                  <a:pt x="291728" y="49780"/>
                  <a:pt x="285546" y="47947"/>
                  <a:pt x="277344" y="47947"/>
                </a:cubicBezTo>
                <a:cubicBezTo>
                  <a:pt x="269684" y="47947"/>
                  <a:pt x="264030" y="49289"/>
                  <a:pt x="260381" y="51973"/>
                </a:cubicBezTo>
                <a:cubicBezTo>
                  <a:pt x="256732" y="54657"/>
                  <a:pt x="254034" y="59406"/>
                  <a:pt x="252285" y="66222"/>
                </a:cubicBezTo>
                <a:lnTo>
                  <a:pt x="236362" y="64050"/>
                </a:lnTo>
                <a:cubicBezTo>
                  <a:pt x="237810" y="57214"/>
                  <a:pt x="240192" y="51694"/>
                  <a:pt x="243509" y="47489"/>
                </a:cubicBezTo>
                <a:cubicBezTo>
                  <a:pt x="246826" y="43284"/>
                  <a:pt x="251621" y="40048"/>
                  <a:pt x="257893" y="37781"/>
                </a:cubicBezTo>
                <a:cubicBezTo>
                  <a:pt x="264166" y="35512"/>
                  <a:pt x="271433" y="34377"/>
                  <a:pt x="279696" y="34377"/>
                </a:cubicBezTo>
                <a:cubicBezTo>
                  <a:pt x="287898" y="34377"/>
                  <a:pt x="294563" y="35342"/>
                  <a:pt x="299689" y="37272"/>
                </a:cubicBezTo>
                <a:cubicBezTo>
                  <a:pt x="304815" y="39202"/>
                  <a:pt x="308585" y="41630"/>
                  <a:pt x="310997" y="44555"/>
                </a:cubicBezTo>
                <a:cubicBezTo>
                  <a:pt x="313410" y="47480"/>
                  <a:pt x="315098" y="51174"/>
                  <a:pt x="316063" y="55637"/>
                </a:cubicBezTo>
                <a:cubicBezTo>
                  <a:pt x="316606" y="58411"/>
                  <a:pt x="316878" y="63417"/>
                  <a:pt x="316878" y="70654"/>
                </a:cubicBezTo>
                <a:lnTo>
                  <a:pt x="316878" y="92366"/>
                </a:lnTo>
                <a:cubicBezTo>
                  <a:pt x="316878" y="107504"/>
                  <a:pt x="317224" y="117079"/>
                  <a:pt x="317918" y="121089"/>
                </a:cubicBezTo>
                <a:cubicBezTo>
                  <a:pt x="318612" y="125100"/>
                  <a:pt x="319984" y="128945"/>
                  <a:pt x="322034" y="132624"/>
                </a:cubicBezTo>
                <a:lnTo>
                  <a:pt x="305027" y="132624"/>
                </a:lnTo>
                <a:cubicBezTo>
                  <a:pt x="303338" y="129243"/>
                  <a:pt x="302252" y="125289"/>
                  <a:pt x="301770" y="120762"/>
                </a:cubicBezTo>
                <a:moveTo>
                  <a:pt x="300413" y="84315"/>
                </a:moveTo>
                <a:cubicBezTo>
                  <a:pt x="294502" y="86748"/>
                  <a:pt x="285637" y="88816"/>
                  <a:pt x="273816" y="90517"/>
                </a:cubicBezTo>
                <a:cubicBezTo>
                  <a:pt x="267121" y="91486"/>
                  <a:pt x="262387" y="92576"/>
                  <a:pt x="259612" y="93788"/>
                </a:cubicBezTo>
                <a:cubicBezTo>
                  <a:pt x="256838" y="94998"/>
                  <a:pt x="254697" y="96770"/>
                  <a:pt x="253189" y="99103"/>
                </a:cubicBezTo>
                <a:cubicBezTo>
                  <a:pt x="251681" y="101435"/>
                  <a:pt x="250928" y="104023"/>
                  <a:pt x="250928" y="106869"/>
                </a:cubicBezTo>
                <a:cubicBezTo>
                  <a:pt x="250928" y="111229"/>
                  <a:pt x="252571" y="114862"/>
                  <a:pt x="255858" y="117770"/>
                </a:cubicBezTo>
                <a:cubicBezTo>
                  <a:pt x="259145" y="120677"/>
                  <a:pt x="263955" y="122130"/>
                  <a:pt x="270287" y="122130"/>
                </a:cubicBezTo>
                <a:cubicBezTo>
                  <a:pt x="276560" y="122130"/>
                  <a:pt x="282138" y="120751"/>
                  <a:pt x="287024" y="117994"/>
                </a:cubicBezTo>
                <a:cubicBezTo>
                  <a:pt x="291909" y="115236"/>
                  <a:pt x="295497" y="111464"/>
                  <a:pt x="297789" y="106677"/>
                </a:cubicBezTo>
                <a:cubicBezTo>
                  <a:pt x="299538" y="102979"/>
                  <a:pt x="300413" y="97525"/>
                  <a:pt x="300413" y="90314"/>
                </a:cubicBezTo>
                <a:lnTo>
                  <a:pt x="300413" y="84315"/>
                </a:lnTo>
                <a:close/>
                <a:moveTo>
                  <a:pt x="404783" y="97342"/>
                </a:moveTo>
                <a:lnTo>
                  <a:pt x="420795" y="99423"/>
                </a:lnTo>
                <a:cubicBezTo>
                  <a:pt x="419046" y="110488"/>
                  <a:pt x="414568" y="119150"/>
                  <a:pt x="407361" y="125409"/>
                </a:cubicBezTo>
                <a:cubicBezTo>
                  <a:pt x="400154" y="131667"/>
                  <a:pt x="391303" y="134795"/>
                  <a:pt x="380809" y="134795"/>
                </a:cubicBezTo>
                <a:cubicBezTo>
                  <a:pt x="367661" y="134795"/>
                  <a:pt x="357092" y="130498"/>
                  <a:pt x="349100" y="121904"/>
                </a:cubicBezTo>
                <a:cubicBezTo>
                  <a:pt x="341109" y="113309"/>
                  <a:pt x="337114" y="100991"/>
                  <a:pt x="337114" y="84948"/>
                </a:cubicBezTo>
                <a:cubicBezTo>
                  <a:pt x="337114" y="74575"/>
                  <a:pt x="338832" y="65498"/>
                  <a:pt x="342270" y="57718"/>
                </a:cubicBezTo>
                <a:cubicBezTo>
                  <a:pt x="345708" y="49938"/>
                  <a:pt x="350940" y="44102"/>
                  <a:pt x="357966" y="40212"/>
                </a:cubicBezTo>
                <a:cubicBezTo>
                  <a:pt x="364992" y="36322"/>
                  <a:pt x="372637" y="34377"/>
                  <a:pt x="380899" y="34377"/>
                </a:cubicBezTo>
                <a:cubicBezTo>
                  <a:pt x="391333" y="34377"/>
                  <a:pt x="399867" y="37024"/>
                  <a:pt x="406501" y="42319"/>
                </a:cubicBezTo>
                <a:cubicBezTo>
                  <a:pt x="413136" y="47611"/>
                  <a:pt x="417388" y="55126"/>
                  <a:pt x="419257" y="64865"/>
                </a:cubicBezTo>
                <a:lnTo>
                  <a:pt x="403426" y="67307"/>
                </a:lnTo>
                <a:cubicBezTo>
                  <a:pt x="401918" y="60884"/>
                  <a:pt x="399249" y="56052"/>
                  <a:pt x="395419" y="52810"/>
                </a:cubicBezTo>
                <a:cubicBezTo>
                  <a:pt x="391590" y="49568"/>
                  <a:pt x="386961" y="47947"/>
                  <a:pt x="381533" y="47947"/>
                </a:cubicBezTo>
                <a:cubicBezTo>
                  <a:pt x="373330" y="47947"/>
                  <a:pt x="366666" y="50873"/>
                  <a:pt x="361540" y="56725"/>
                </a:cubicBezTo>
                <a:cubicBezTo>
                  <a:pt x="356413" y="62576"/>
                  <a:pt x="353850" y="71832"/>
                  <a:pt x="353850" y="84496"/>
                </a:cubicBezTo>
                <a:cubicBezTo>
                  <a:pt x="353850" y="97340"/>
                  <a:pt x="356323" y="106673"/>
                  <a:pt x="361268" y="112495"/>
                </a:cubicBezTo>
                <a:cubicBezTo>
                  <a:pt x="366214" y="118315"/>
                  <a:pt x="372667" y="121225"/>
                  <a:pt x="380628" y="121225"/>
                </a:cubicBezTo>
                <a:cubicBezTo>
                  <a:pt x="387021" y="121225"/>
                  <a:pt x="392359" y="119273"/>
                  <a:pt x="396641" y="115367"/>
                </a:cubicBezTo>
                <a:cubicBezTo>
                  <a:pt x="400923" y="111462"/>
                  <a:pt x="403637" y="105454"/>
                  <a:pt x="404783" y="97342"/>
                </a:cubicBezTo>
                <a:close/>
                <a:moveTo>
                  <a:pt x="434818" y="132624"/>
                </a:moveTo>
                <a:lnTo>
                  <a:pt x="434818" y="0"/>
                </a:lnTo>
                <a:lnTo>
                  <a:pt x="451102" y="0"/>
                </a:lnTo>
                <a:lnTo>
                  <a:pt x="451102" y="75630"/>
                </a:lnTo>
                <a:lnTo>
                  <a:pt x="489641" y="36548"/>
                </a:lnTo>
                <a:lnTo>
                  <a:pt x="510719" y="36548"/>
                </a:lnTo>
                <a:lnTo>
                  <a:pt x="473990" y="72192"/>
                </a:lnTo>
                <a:lnTo>
                  <a:pt x="514428" y="132624"/>
                </a:lnTo>
                <a:lnTo>
                  <a:pt x="494345" y="132624"/>
                </a:lnTo>
                <a:lnTo>
                  <a:pt x="462591" y="83501"/>
                </a:lnTo>
                <a:lnTo>
                  <a:pt x="451102" y="94538"/>
                </a:lnTo>
                <a:lnTo>
                  <a:pt x="451102" y="132624"/>
                </a:lnTo>
                <a:lnTo>
                  <a:pt x="434818" y="132624"/>
                </a:lnTo>
                <a:close/>
                <a:moveTo>
                  <a:pt x="593134" y="101684"/>
                </a:moveTo>
                <a:lnTo>
                  <a:pt x="609961" y="103765"/>
                </a:lnTo>
                <a:cubicBezTo>
                  <a:pt x="607307" y="113596"/>
                  <a:pt x="602392" y="121225"/>
                  <a:pt x="595215" y="126653"/>
                </a:cubicBezTo>
                <a:cubicBezTo>
                  <a:pt x="588038" y="132081"/>
                  <a:pt x="578871" y="134795"/>
                  <a:pt x="567713" y="134795"/>
                </a:cubicBezTo>
                <a:cubicBezTo>
                  <a:pt x="553661" y="134795"/>
                  <a:pt x="542518" y="130468"/>
                  <a:pt x="534286" y="121813"/>
                </a:cubicBezTo>
                <a:cubicBezTo>
                  <a:pt x="526053" y="113159"/>
                  <a:pt x="521937" y="101021"/>
                  <a:pt x="521937" y="85400"/>
                </a:cubicBezTo>
                <a:cubicBezTo>
                  <a:pt x="521937" y="69237"/>
                  <a:pt x="526098" y="56692"/>
                  <a:pt x="534421" y="47766"/>
                </a:cubicBezTo>
                <a:cubicBezTo>
                  <a:pt x="542744" y="38840"/>
                  <a:pt x="553540" y="34377"/>
                  <a:pt x="566808" y="34377"/>
                </a:cubicBezTo>
                <a:cubicBezTo>
                  <a:pt x="579655" y="34377"/>
                  <a:pt x="590149" y="38743"/>
                  <a:pt x="598291" y="47475"/>
                </a:cubicBezTo>
                <a:cubicBezTo>
                  <a:pt x="606433" y="56205"/>
                  <a:pt x="610504" y="68488"/>
                  <a:pt x="610504" y="84323"/>
                </a:cubicBezTo>
                <a:cubicBezTo>
                  <a:pt x="610504" y="85286"/>
                  <a:pt x="610474" y="86731"/>
                  <a:pt x="610413" y="88657"/>
                </a:cubicBezTo>
                <a:lnTo>
                  <a:pt x="538764" y="88657"/>
                </a:lnTo>
                <a:cubicBezTo>
                  <a:pt x="539367" y="99181"/>
                  <a:pt x="542352" y="107241"/>
                  <a:pt x="547720" y="112834"/>
                </a:cubicBezTo>
                <a:cubicBezTo>
                  <a:pt x="553088" y="118428"/>
                  <a:pt x="559782" y="121225"/>
                  <a:pt x="567804" y="121225"/>
                </a:cubicBezTo>
                <a:cubicBezTo>
                  <a:pt x="573774" y="121225"/>
                  <a:pt x="578871" y="119672"/>
                  <a:pt x="583092" y="116566"/>
                </a:cubicBezTo>
                <a:cubicBezTo>
                  <a:pt x="587314" y="113458"/>
                  <a:pt x="590661" y="108498"/>
                  <a:pt x="593134" y="101684"/>
                </a:cubicBezTo>
                <a:moveTo>
                  <a:pt x="539668" y="75087"/>
                </a:moveTo>
                <a:lnTo>
                  <a:pt x="593315" y="75087"/>
                </a:lnTo>
                <a:cubicBezTo>
                  <a:pt x="592591" y="67137"/>
                  <a:pt x="590541" y="61175"/>
                  <a:pt x="587163" y="57200"/>
                </a:cubicBezTo>
                <a:cubicBezTo>
                  <a:pt x="581977" y="51032"/>
                  <a:pt x="575252" y="47947"/>
                  <a:pt x="566989" y="47947"/>
                </a:cubicBezTo>
                <a:cubicBezTo>
                  <a:pt x="559511" y="47947"/>
                  <a:pt x="553223" y="50410"/>
                  <a:pt x="548127" y="55334"/>
                </a:cubicBezTo>
                <a:cubicBezTo>
                  <a:pt x="543031" y="60257"/>
                  <a:pt x="540211" y="66842"/>
                  <a:pt x="539668" y="75087"/>
                </a:cubicBezTo>
                <a:close/>
                <a:moveTo>
                  <a:pt x="630197" y="132624"/>
                </a:moveTo>
                <a:lnTo>
                  <a:pt x="630197" y="36548"/>
                </a:lnTo>
                <a:lnTo>
                  <a:pt x="644853" y="36548"/>
                </a:lnTo>
                <a:lnTo>
                  <a:pt x="644853" y="51023"/>
                </a:lnTo>
                <a:cubicBezTo>
                  <a:pt x="648592" y="44246"/>
                  <a:pt x="652045" y="39777"/>
                  <a:pt x="655211" y="37617"/>
                </a:cubicBezTo>
                <a:cubicBezTo>
                  <a:pt x="658378" y="35457"/>
                  <a:pt x="661861" y="34377"/>
                  <a:pt x="665660" y="34377"/>
                </a:cubicBezTo>
                <a:cubicBezTo>
                  <a:pt x="671148" y="34377"/>
                  <a:pt x="676727" y="36119"/>
                  <a:pt x="682396" y="39602"/>
                </a:cubicBezTo>
                <a:lnTo>
                  <a:pt x="676788" y="54642"/>
                </a:lnTo>
                <a:cubicBezTo>
                  <a:pt x="672807" y="52290"/>
                  <a:pt x="668826" y="51114"/>
                  <a:pt x="664846" y="51114"/>
                </a:cubicBezTo>
                <a:cubicBezTo>
                  <a:pt x="661288" y="51114"/>
                  <a:pt x="658091" y="52186"/>
                  <a:pt x="655256" y="54331"/>
                </a:cubicBezTo>
                <a:cubicBezTo>
                  <a:pt x="652422" y="56474"/>
                  <a:pt x="650401" y="59447"/>
                  <a:pt x="649195" y="63250"/>
                </a:cubicBezTo>
                <a:cubicBezTo>
                  <a:pt x="647386" y="69046"/>
                  <a:pt x="646481" y="75385"/>
                  <a:pt x="646481" y="82268"/>
                </a:cubicBezTo>
                <a:lnTo>
                  <a:pt x="646481" y="132624"/>
                </a:lnTo>
                <a:lnTo>
                  <a:pt x="630197" y="1326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8A57C-6729-4524-896C-EE07EDFD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690" y="1631985"/>
            <a:ext cx="2400012" cy="10"/>
          </a:xfrm>
          <a:custGeom xmlns:a="http://schemas.openxmlformats.org/drawingml/2006/main">
            <a:pathLst>
              <a:path w="2400012" h="1" fill="none">
                <a:moveTo>
                  <a:pt x="0" y="0"/>
                </a:moveTo>
                <a:lnTo>
                  <a:pt x="24000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FF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4885F-0729-4761-A32A-31BB7B8A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173" y="1550927"/>
            <a:ext cx="162116" cy="162116"/>
          </a:xfrm>
          <a:custGeom xmlns:a="http://schemas.openxmlformats.org/drawingml/2006/main">
            <a:pathLst>
              <a:path w="162116" h="162116">
                <a:moveTo>
                  <a:pt x="162116" y="81058"/>
                </a:moveTo>
                <a:lnTo>
                  <a:pt x="0" y="162116"/>
                </a:lnTo>
                <a:lnTo>
                  <a:pt x="40529" y="81058"/>
                </a:lnTo>
                <a:lnTo>
                  <a:pt x="0" y="0"/>
                </a:lnTo>
                <a:lnTo>
                  <a:pt x="162116" y="81058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E0DA2-1ADE-4DC6-B97A-AF6BA581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173" y="1550927"/>
            <a:ext cx="162116" cy="162116"/>
          </a:xfrm>
          <a:custGeom xmlns:a="http://schemas.openxmlformats.org/drawingml/2006/main">
            <a:pathLst>
              <a:path w="162116" h="162116" fill="none">
                <a:moveTo>
                  <a:pt x="162116" y="81058"/>
                </a:moveTo>
                <a:lnTo>
                  <a:pt x="0" y="162116"/>
                </a:lnTo>
                <a:lnTo>
                  <a:pt x="40529" y="81058"/>
                </a:lnTo>
                <a:lnTo>
                  <a:pt x="0" y="0"/>
                </a:lnTo>
                <a:lnTo>
                  <a:pt x="162116" y="810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FF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01072-B0FD-49E7-9E8E-A3D15F1B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23" y="4743687"/>
            <a:ext cx="2388432" cy="1158"/>
          </a:xfrm>
          <a:custGeom xmlns:a="http://schemas.openxmlformats.org/drawingml/2006/main">
            <a:pathLst>
              <a:path w="2388432" h="1158" fill="none">
                <a:moveTo>
                  <a:pt x="0" y="0"/>
                </a:moveTo>
                <a:lnTo>
                  <a:pt x="2388432" y="1158"/>
                </a:lnTo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2D7600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F0876-F493-4E41-A0D2-ABA356F8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026" y="4663786"/>
            <a:ext cx="162116" cy="162116"/>
          </a:xfrm>
          <a:custGeom xmlns:a="http://schemas.openxmlformats.org/drawingml/2006/main">
            <a:pathLst>
              <a:path w="162116" h="162116">
                <a:moveTo>
                  <a:pt x="162116" y="81058"/>
                </a:moveTo>
                <a:lnTo>
                  <a:pt x="0" y="162116"/>
                </a:lnTo>
                <a:lnTo>
                  <a:pt x="40529" y="81058"/>
                </a:lnTo>
                <a:lnTo>
                  <a:pt x="0" y="0"/>
                </a:lnTo>
                <a:lnTo>
                  <a:pt x="162116" y="81058"/>
                </a:lnTo>
                <a:close/>
              </a:path>
            </a:pathLst>
          </a:custGeom>
          <a:solidFill xmlns:a="http://schemas.openxmlformats.org/drawingml/2006/main">
            <a:srgbClr val="2D7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92055-882F-496A-AB96-E024CFD9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026" y="4663786"/>
            <a:ext cx="162116" cy="162116"/>
          </a:xfrm>
          <a:custGeom xmlns:a="http://schemas.openxmlformats.org/drawingml/2006/main">
            <a:pathLst>
              <a:path w="162116" h="162116" fill="none">
                <a:moveTo>
                  <a:pt x="162116" y="81058"/>
                </a:moveTo>
                <a:lnTo>
                  <a:pt x="0" y="162116"/>
                </a:lnTo>
                <a:lnTo>
                  <a:pt x="40529" y="81058"/>
                </a:lnTo>
                <a:lnTo>
                  <a:pt x="0" y="0"/>
                </a:lnTo>
                <a:lnTo>
                  <a:pt x="162116" y="810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2D76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B531C-B6D4-4BE4-90BF-A13D84A7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64" y="1631985"/>
            <a:ext cx="5410739" cy="1389566"/>
          </a:xfrm>
          <a:custGeom xmlns:a="http://schemas.openxmlformats.org/drawingml/2006/main">
            <a:pathLst>
              <a:path w="5410739" h="1389566" fill="none">
                <a:moveTo>
                  <a:pt x="0" y="0"/>
                </a:moveTo>
                <a:cubicBezTo>
                  <a:pt x="617585" y="0"/>
                  <a:pt x="964977" y="0"/>
                  <a:pt x="1042175" y="0"/>
                </a:cubicBezTo>
                <a:cubicBezTo>
                  <a:pt x="1119373" y="0"/>
                  <a:pt x="1428165" y="0"/>
                  <a:pt x="1968552" y="0"/>
                </a:cubicBezTo>
                <a:cubicBezTo>
                  <a:pt x="2508939" y="0"/>
                  <a:pt x="2779132" y="154397"/>
                  <a:pt x="2779132" y="463189"/>
                </a:cubicBezTo>
                <a:cubicBezTo>
                  <a:pt x="2779132" y="771980"/>
                  <a:pt x="2779132" y="887778"/>
                  <a:pt x="2779132" y="810580"/>
                </a:cubicBezTo>
                <a:cubicBezTo>
                  <a:pt x="2779132" y="733383"/>
                  <a:pt x="2779132" y="771980"/>
                  <a:pt x="2779132" y="926377"/>
                </a:cubicBezTo>
                <a:cubicBezTo>
                  <a:pt x="2779132" y="1080774"/>
                  <a:pt x="2817731" y="1196572"/>
                  <a:pt x="2894929" y="1273769"/>
                </a:cubicBezTo>
                <a:cubicBezTo>
                  <a:pt x="2972128" y="1350966"/>
                  <a:pt x="3049326" y="1389566"/>
                  <a:pt x="3126524" y="1389566"/>
                </a:cubicBezTo>
                <a:cubicBezTo>
                  <a:pt x="3203722" y="1389566"/>
                  <a:pt x="3965127" y="1389566"/>
                  <a:pt x="5410739" y="138956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00000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8E4B0-A4D7-4C03-99C2-441E000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173" y="2940493"/>
            <a:ext cx="162116" cy="162116"/>
          </a:xfrm>
          <a:custGeom xmlns:a="http://schemas.openxmlformats.org/drawingml/2006/main">
            <a:pathLst>
              <a:path w="162116" h="162116">
                <a:moveTo>
                  <a:pt x="162116" y="81058"/>
                </a:moveTo>
                <a:lnTo>
                  <a:pt x="0" y="162116"/>
                </a:lnTo>
                <a:lnTo>
                  <a:pt x="40529" y="81058"/>
                </a:lnTo>
                <a:lnTo>
                  <a:pt x="0" y="0"/>
                </a:lnTo>
                <a:lnTo>
                  <a:pt x="162116" y="810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FBB0E-55BE-484A-AA06-7A9C307B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173" y="2940493"/>
            <a:ext cx="162116" cy="162116"/>
          </a:xfrm>
          <a:custGeom xmlns:a="http://schemas.openxmlformats.org/drawingml/2006/main">
            <a:pathLst>
              <a:path w="162116" h="162116" fill="none">
                <a:moveTo>
                  <a:pt x="162116" y="81058"/>
                </a:moveTo>
                <a:lnTo>
                  <a:pt x="0" y="162116"/>
                </a:lnTo>
                <a:lnTo>
                  <a:pt x="40529" y="81058"/>
                </a:lnTo>
                <a:lnTo>
                  <a:pt x="0" y="0"/>
                </a:lnTo>
                <a:lnTo>
                  <a:pt x="162116" y="810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000000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B1B0C-BCBF-4273-ABDF-CA81F669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16" y="2326768"/>
            <a:ext cx="2376853" cy="10"/>
          </a:xfrm>
          <a:custGeom xmlns:a="http://schemas.openxmlformats.org/drawingml/2006/main">
            <a:pathLst>
              <a:path w="2376853" h="1" fill="none">
                <a:moveTo>
                  <a:pt x="0" y="0"/>
                </a:moveTo>
                <a:lnTo>
                  <a:pt x="23768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FF000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ECCDE-C125-4A53-AE25-260418C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629" y="2245710"/>
            <a:ext cx="162116" cy="162116"/>
          </a:xfrm>
          <a:custGeom xmlns:a="http://schemas.openxmlformats.org/drawingml/2006/main">
            <a:pathLst>
              <a:path w="162116" h="162116">
                <a:moveTo>
                  <a:pt x="0" y="81058"/>
                </a:moveTo>
                <a:lnTo>
                  <a:pt x="162116" y="0"/>
                </a:lnTo>
                <a:lnTo>
                  <a:pt x="121587" y="81058"/>
                </a:lnTo>
                <a:lnTo>
                  <a:pt x="162116" y="162116"/>
                </a:lnTo>
                <a:lnTo>
                  <a:pt x="0" y="81058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A575F-D3D3-4F4D-8222-1A86B186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629" y="2245710"/>
            <a:ext cx="162116" cy="162116"/>
          </a:xfrm>
          <a:custGeom xmlns:a="http://schemas.openxmlformats.org/drawingml/2006/main">
            <a:pathLst>
              <a:path w="162116" h="162116" fill="none">
                <a:moveTo>
                  <a:pt x="0" y="81058"/>
                </a:moveTo>
                <a:lnTo>
                  <a:pt x="162116" y="0"/>
                </a:lnTo>
                <a:lnTo>
                  <a:pt x="121587" y="81058"/>
                </a:lnTo>
                <a:lnTo>
                  <a:pt x="162116" y="162116"/>
                </a:lnTo>
                <a:lnTo>
                  <a:pt x="0" y="810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FF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753DD-B390-4CEA-A863-99BF9012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89" y="4758509"/>
            <a:ext cx="5410739" cy="671624"/>
          </a:xfrm>
          <a:custGeom xmlns:a="http://schemas.openxmlformats.org/drawingml/2006/main">
            <a:pathLst>
              <a:path w="5410739" h="671624" fill="none">
                <a:moveTo>
                  <a:pt x="0" y="671624"/>
                </a:moveTo>
                <a:cubicBezTo>
                  <a:pt x="1291216" y="671624"/>
                  <a:pt x="1975423" y="671624"/>
                  <a:pt x="2052621" y="671624"/>
                </a:cubicBezTo>
                <a:cubicBezTo>
                  <a:pt x="2129819" y="671624"/>
                  <a:pt x="2207017" y="671624"/>
                  <a:pt x="2284215" y="671624"/>
                </a:cubicBezTo>
                <a:cubicBezTo>
                  <a:pt x="2361414" y="671624"/>
                  <a:pt x="2438611" y="656183"/>
                  <a:pt x="2515809" y="625305"/>
                </a:cubicBezTo>
                <a:cubicBezTo>
                  <a:pt x="2593008" y="594426"/>
                  <a:pt x="2631607" y="482487"/>
                  <a:pt x="2631607" y="289493"/>
                </a:cubicBezTo>
                <a:cubicBezTo>
                  <a:pt x="2631607" y="96498"/>
                  <a:pt x="2901800" y="0"/>
                  <a:pt x="3442187" y="0"/>
                </a:cubicBezTo>
                <a:cubicBezTo>
                  <a:pt x="3982574" y="0"/>
                  <a:pt x="4638758" y="0"/>
                  <a:pt x="541073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2D76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9C01E-A895-4AA4-928B-6ACFDB2B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02" y="5349074"/>
            <a:ext cx="162116" cy="162116"/>
          </a:xfrm>
          <a:custGeom xmlns:a="http://schemas.openxmlformats.org/drawingml/2006/main">
            <a:pathLst>
              <a:path w="162116" h="162116">
                <a:moveTo>
                  <a:pt x="0" y="81058"/>
                </a:moveTo>
                <a:lnTo>
                  <a:pt x="162116" y="0"/>
                </a:lnTo>
                <a:lnTo>
                  <a:pt x="121587" y="81058"/>
                </a:lnTo>
                <a:lnTo>
                  <a:pt x="162116" y="162116"/>
                </a:lnTo>
                <a:lnTo>
                  <a:pt x="0" y="81058"/>
                </a:lnTo>
                <a:close/>
              </a:path>
            </a:pathLst>
          </a:custGeom>
          <a:solidFill xmlns:a="http://schemas.openxmlformats.org/drawingml/2006/main">
            <a:srgbClr val="2D76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64F46-94F2-472D-969C-2DD0C926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02" y="5349074"/>
            <a:ext cx="162116" cy="162116"/>
          </a:xfrm>
          <a:custGeom xmlns:a="http://schemas.openxmlformats.org/drawingml/2006/main">
            <a:pathLst>
              <a:path w="162116" h="162116" fill="none">
                <a:moveTo>
                  <a:pt x="0" y="81058"/>
                </a:moveTo>
                <a:lnTo>
                  <a:pt x="162116" y="0"/>
                </a:lnTo>
                <a:lnTo>
                  <a:pt x="121587" y="81058"/>
                </a:lnTo>
                <a:lnTo>
                  <a:pt x="162116" y="162116"/>
                </a:lnTo>
                <a:lnTo>
                  <a:pt x="0" y="810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2D760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3DB3B-F047-46D7-86A2-8B1E3BD2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48" y="890827"/>
            <a:ext cx="46319" cy="4909911"/>
          </a:xfrm>
          <a:custGeom xmlns:a="http://schemas.openxmlformats.org/drawingml/2006/main">
            <a:pathLst>
              <a:path w="46319" h="4909911">
                <a:moveTo>
                  <a:pt x="0" y="4909800"/>
                </a:moveTo>
                <a:lnTo>
                  <a:pt x="328" y="4840324"/>
                </a:lnTo>
                <a:lnTo>
                  <a:pt x="23488" y="4840435"/>
                </a:lnTo>
                <a:lnTo>
                  <a:pt x="23159" y="4909911"/>
                </a:lnTo>
                <a:moveTo>
                  <a:pt x="655" y="4770846"/>
                </a:moveTo>
                <a:lnTo>
                  <a:pt x="983" y="4701369"/>
                </a:lnTo>
                <a:lnTo>
                  <a:pt x="24143" y="4701479"/>
                </a:lnTo>
                <a:lnTo>
                  <a:pt x="23815" y="4770956"/>
                </a:lnTo>
                <a:moveTo>
                  <a:pt x="1311" y="4631891"/>
                </a:moveTo>
                <a:lnTo>
                  <a:pt x="1639" y="4562413"/>
                </a:lnTo>
                <a:lnTo>
                  <a:pt x="24798" y="4562524"/>
                </a:lnTo>
                <a:lnTo>
                  <a:pt x="24470" y="4632000"/>
                </a:lnTo>
                <a:moveTo>
                  <a:pt x="1966" y="4492935"/>
                </a:moveTo>
                <a:lnTo>
                  <a:pt x="2294" y="4423459"/>
                </a:lnTo>
                <a:lnTo>
                  <a:pt x="25454" y="4423568"/>
                </a:lnTo>
                <a:lnTo>
                  <a:pt x="25126" y="4493046"/>
                </a:lnTo>
                <a:moveTo>
                  <a:pt x="2622" y="4353980"/>
                </a:moveTo>
                <a:lnTo>
                  <a:pt x="2950" y="4284502"/>
                </a:lnTo>
                <a:lnTo>
                  <a:pt x="26109" y="4284614"/>
                </a:lnTo>
                <a:lnTo>
                  <a:pt x="25782" y="4354089"/>
                </a:lnTo>
                <a:moveTo>
                  <a:pt x="3277" y="4215024"/>
                </a:moveTo>
                <a:lnTo>
                  <a:pt x="3605" y="4145548"/>
                </a:lnTo>
                <a:lnTo>
                  <a:pt x="26765" y="4145659"/>
                </a:lnTo>
                <a:lnTo>
                  <a:pt x="26436" y="4215135"/>
                </a:lnTo>
                <a:moveTo>
                  <a:pt x="3932" y="4076071"/>
                </a:moveTo>
                <a:lnTo>
                  <a:pt x="4261" y="4006593"/>
                </a:lnTo>
                <a:lnTo>
                  <a:pt x="27420" y="4006703"/>
                </a:lnTo>
                <a:lnTo>
                  <a:pt x="27092" y="4076181"/>
                </a:lnTo>
                <a:moveTo>
                  <a:pt x="4589" y="3937115"/>
                </a:moveTo>
                <a:lnTo>
                  <a:pt x="4916" y="3867637"/>
                </a:lnTo>
                <a:lnTo>
                  <a:pt x="28075" y="3867748"/>
                </a:lnTo>
                <a:lnTo>
                  <a:pt x="27748" y="3937226"/>
                </a:lnTo>
                <a:moveTo>
                  <a:pt x="5243" y="3798161"/>
                </a:moveTo>
                <a:lnTo>
                  <a:pt x="5572" y="3728683"/>
                </a:lnTo>
                <a:lnTo>
                  <a:pt x="28731" y="3728792"/>
                </a:lnTo>
                <a:lnTo>
                  <a:pt x="28403" y="3798270"/>
                </a:lnTo>
                <a:moveTo>
                  <a:pt x="5899" y="3659205"/>
                </a:moveTo>
                <a:lnTo>
                  <a:pt x="6227" y="3589726"/>
                </a:lnTo>
                <a:lnTo>
                  <a:pt x="29386" y="3589837"/>
                </a:lnTo>
                <a:lnTo>
                  <a:pt x="29058" y="3659316"/>
                </a:lnTo>
                <a:moveTo>
                  <a:pt x="6555" y="3520250"/>
                </a:moveTo>
                <a:lnTo>
                  <a:pt x="6883" y="3450774"/>
                </a:lnTo>
                <a:lnTo>
                  <a:pt x="30042" y="3450883"/>
                </a:lnTo>
                <a:lnTo>
                  <a:pt x="29714" y="3520361"/>
                </a:lnTo>
                <a:moveTo>
                  <a:pt x="7210" y="3381296"/>
                </a:moveTo>
                <a:lnTo>
                  <a:pt x="7538" y="3311818"/>
                </a:lnTo>
                <a:lnTo>
                  <a:pt x="30697" y="3311929"/>
                </a:lnTo>
                <a:lnTo>
                  <a:pt x="30369" y="3381405"/>
                </a:lnTo>
                <a:moveTo>
                  <a:pt x="7866" y="3242339"/>
                </a:moveTo>
                <a:lnTo>
                  <a:pt x="8193" y="3172863"/>
                </a:lnTo>
                <a:lnTo>
                  <a:pt x="31353" y="3172974"/>
                </a:lnTo>
                <a:lnTo>
                  <a:pt x="31025" y="3242451"/>
                </a:lnTo>
                <a:moveTo>
                  <a:pt x="8521" y="3103385"/>
                </a:moveTo>
                <a:lnTo>
                  <a:pt x="8849" y="3033908"/>
                </a:lnTo>
                <a:lnTo>
                  <a:pt x="32008" y="3034018"/>
                </a:lnTo>
                <a:lnTo>
                  <a:pt x="31680" y="3103495"/>
                </a:lnTo>
                <a:moveTo>
                  <a:pt x="9176" y="2964430"/>
                </a:moveTo>
                <a:lnTo>
                  <a:pt x="9504" y="2894952"/>
                </a:lnTo>
                <a:lnTo>
                  <a:pt x="32664" y="2895063"/>
                </a:lnTo>
                <a:lnTo>
                  <a:pt x="32335" y="2964540"/>
                </a:lnTo>
                <a:moveTo>
                  <a:pt x="9832" y="2825474"/>
                </a:moveTo>
                <a:lnTo>
                  <a:pt x="10159" y="2755998"/>
                </a:lnTo>
                <a:lnTo>
                  <a:pt x="33319" y="2756107"/>
                </a:lnTo>
                <a:lnTo>
                  <a:pt x="32992" y="2825585"/>
                </a:lnTo>
                <a:moveTo>
                  <a:pt x="10487" y="2686520"/>
                </a:moveTo>
                <a:lnTo>
                  <a:pt x="10815" y="2617042"/>
                </a:lnTo>
                <a:lnTo>
                  <a:pt x="33975" y="2617153"/>
                </a:lnTo>
                <a:lnTo>
                  <a:pt x="33647" y="2686631"/>
                </a:lnTo>
                <a:moveTo>
                  <a:pt x="11143" y="2547566"/>
                </a:moveTo>
                <a:lnTo>
                  <a:pt x="11470" y="2478087"/>
                </a:lnTo>
                <a:lnTo>
                  <a:pt x="34630" y="2478198"/>
                </a:lnTo>
                <a:lnTo>
                  <a:pt x="34303" y="2547676"/>
                </a:lnTo>
                <a:moveTo>
                  <a:pt x="11798" y="2408611"/>
                </a:moveTo>
                <a:lnTo>
                  <a:pt x="12126" y="2339132"/>
                </a:lnTo>
                <a:lnTo>
                  <a:pt x="35286" y="2339242"/>
                </a:lnTo>
                <a:lnTo>
                  <a:pt x="34958" y="2408720"/>
                </a:lnTo>
                <a:moveTo>
                  <a:pt x="12454" y="2269655"/>
                </a:moveTo>
                <a:lnTo>
                  <a:pt x="12781" y="2200176"/>
                </a:lnTo>
                <a:lnTo>
                  <a:pt x="35941" y="2200287"/>
                </a:lnTo>
                <a:lnTo>
                  <a:pt x="35613" y="2269766"/>
                </a:lnTo>
                <a:moveTo>
                  <a:pt x="13109" y="2130700"/>
                </a:moveTo>
                <a:lnTo>
                  <a:pt x="13437" y="2061222"/>
                </a:lnTo>
                <a:lnTo>
                  <a:pt x="36596" y="2061331"/>
                </a:lnTo>
                <a:lnTo>
                  <a:pt x="36269" y="2130809"/>
                </a:lnTo>
                <a:moveTo>
                  <a:pt x="13765" y="1991744"/>
                </a:moveTo>
                <a:lnTo>
                  <a:pt x="14093" y="1922268"/>
                </a:lnTo>
                <a:lnTo>
                  <a:pt x="37252" y="1922378"/>
                </a:lnTo>
                <a:lnTo>
                  <a:pt x="36924" y="1991855"/>
                </a:lnTo>
                <a:moveTo>
                  <a:pt x="14420" y="1852790"/>
                </a:moveTo>
                <a:lnTo>
                  <a:pt x="14748" y="1783313"/>
                </a:lnTo>
                <a:lnTo>
                  <a:pt x="37907" y="1783422"/>
                </a:lnTo>
                <a:lnTo>
                  <a:pt x="37579" y="1852900"/>
                </a:lnTo>
                <a:moveTo>
                  <a:pt x="15076" y="1713835"/>
                </a:moveTo>
                <a:lnTo>
                  <a:pt x="15403" y="1644357"/>
                </a:lnTo>
                <a:lnTo>
                  <a:pt x="38563" y="1644468"/>
                </a:lnTo>
                <a:lnTo>
                  <a:pt x="38235" y="1713944"/>
                </a:lnTo>
                <a:moveTo>
                  <a:pt x="15731" y="1574879"/>
                </a:moveTo>
                <a:lnTo>
                  <a:pt x="16059" y="1505402"/>
                </a:lnTo>
                <a:lnTo>
                  <a:pt x="39218" y="1505511"/>
                </a:lnTo>
                <a:lnTo>
                  <a:pt x="38890" y="1574990"/>
                </a:lnTo>
                <a:moveTo>
                  <a:pt x="16387" y="1435924"/>
                </a:moveTo>
                <a:lnTo>
                  <a:pt x="16714" y="1366446"/>
                </a:lnTo>
                <a:lnTo>
                  <a:pt x="39873" y="1366557"/>
                </a:lnTo>
                <a:lnTo>
                  <a:pt x="39546" y="1436035"/>
                </a:lnTo>
                <a:moveTo>
                  <a:pt x="17042" y="1296968"/>
                </a:moveTo>
                <a:lnTo>
                  <a:pt x="17370" y="1227492"/>
                </a:lnTo>
                <a:lnTo>
                  <a:pt x="40529" y="1227602"/>
                </a:lnTo>
                <a:lnTo>
                  <a:pt x="40201" y="1297079"/>
                </a:lnTo>
                <a:moveTo>
                  <a:pt x="17697" y="1158015"/>
                </a:moveTo>
                <a:lnTo>
                  <a:pt x="18025" y="1088537"/>
                </a:lnTo>
                <a:lnTo>
                  <a:pt x="41184" y="1088646"/>
                </a:lnTo>
                <a:lnTo>
                  <a:pt x="40856" y="1158125"/>
                </a:lnTo>
                <a:moveTo>
                  <a:pt x="18353" y="1019059"/>
                </a:moveTo>
                <a:lnTo>
                  <a:pt x="18680" y="949581"/>
                </a:lnTo>
                <a:lnTo>
                  <a:pt x="41840" y="949692"/>
                </a:lnTo>
                <a:lnTo>
                  <a:pt x="41512" y="1019170"/>
                </a:lnTo>
                <a:moveTo>
                  <a:pt x="19008" y="880105"/>
                </a:moveTo>
                <a:lnTo>
                  <a:pt x="19336" y="810627"/>
                </a:lnTo>
                <a:lnTo>
                  <a:pt x="42495" y="810737"/>
                </a:lnTo>
                <a:lnTo>
                  <a:pt x="42168" y="880215"/>
                </a:lnTo>
                <a:moveTo>
                  <a:pt x="19664" y="741150"/>
                </a:moveTo>
                <a:lnTo>
                  <a:pt x="19991" y="671672"/>
                </a:lnTo>
                <a:lnTo>
                  <a:pt x="43151" y="671783"/>
                </a:lnTo>
                <a:lnTo>
                  <a:pt x="42823" y="741259"/>
                </a:lnTo>
                <a:moveTo>
                  <a:pt x="20319" y="602194"/>
                </a:moveTo>
                <a:lnTo>
                  <a:pt x="20647" y="532716"/>
                </a:lnTo>
                <a:lnTo>
                  <a:pt x="43806" y="532826"/>
                </a:lnTo>
                <a:lnTo>
                  <a:pt x="43479" y="602305"/>
                </a:lnTo>
                <a:moveTo>
                  <a:pt x="20974" y="463239"/>
                </a:moveTo>
                <a:lnTo>
                  <a:pt x="21302" y="393761"/>
                </a:lnTo>
                <a:lnTo>
                  <a:pt x="44461" y="393873"/>
                </a:lnTo>
                <a:lnTo>
                  <a:pt x="44134" y="463348"/>
                </a:lnTo>
                <a:moveTo>
                  <a:pt x="21630" y="324283"/>
                </a:moveTo>
                <a:lnTo>
                  <a:pt x="21957" y="254807"/>
                </a:lnTo>
                <a:lnTo>
                  <a:pt x="45117" y="254917"/>
                </a:lnTo>
                <a:lnTo>
                  <a:pt x="44790" y="324394"/>
                </a:lnTo>
                <a:moveTo>
                  <a:pt x="22285" y="185329"/>
                </a:moveTo>
                <a:lnTo>
                  <a:pt x="22613" y="115852"/>
                </a:lnTo>
                <a:lnTo>
                  <a:pt x="45772" y="115962"/>
                </a:lnTo>
                <a:lnTo>
                  <a:pt x="45445" y="185439"/>
                </a:lnTo>
                <a:moveTo>
                  <a:pt x="22941" y="46374"/>
                </a:moveTo>
                <a:lnTo>
                  <a:pt x="23159" y="0"/>
                </a:lnTo>
                <a:lnTo>
                  <a:pt x="46319" y="111"/>
                </a:lnTo>
                <a:lnTo>
                  <a:pt x="46101" y="464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9E026-7D27-4F4D-8A0F-E20C3034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84" y="914005"/>
            <a:ext cx="39139" cy="4886717"/>
          </a:xfrm>
          <a:custGeom xmlns:a="http://schemas.openxmlformats.org/drawingml/2006/main">
            <a:pathLst>
              <a:path w="39139" h="4886717">
                <a:moveTo>
                  <a:pt x="0" y="4886641"/>
                </a:moveTo>
                <a:lnTo>
                  <a:pt x="227" y="4817162"/>
                </a:lnTo>
                <a:lnTo>
                  <a:pt x="23387" y="4817239"/>
                </a:lnTo>
                <a:lnTo>
                  <a:pt x="23159" y="4886717"/>
                </a:lnTo>
                <a:moveTo>
                  <a:pt x="455" y="4747685"/>
                </a:moveTo>
                <a:lnTo>
                  <a:pt x="682" y="4678206"/>
                </a:lnTo>
                <a:lnTo>
                  <a:pt x="23841" y="4678283"/>
                </a:lnTo>
                <a:lnTo>
                  <a:pt x="23614" y="4747761"/>
                </a:lnTo>
                <a:moveTo>
                  <a:pt x="909" y="4608728"/>
                </a:moveTo>
                <a:lnTo>
                  <a:pt x="1136" y="4539250"/>
                </a:lnTo>
                <a:lnTo>
                  <a:pt x="24296" y="4539326"/>
                </a:lnTo>
                <a:lnTo>
                  <a:pt x="24068" y="4608804"/>
                </a:lnTo>
                <a:moveTo>
                  <a:pt x="1363" y="4469774"/>
                </a:moveTo>
                <a:lnTo>
                  <a:pt x="1591" y="4400295"/>
                </a:lnTo>
                <a:lnTo>
                  <a:pt x="24750" y="4400372"/>
                </a:lnTo>
                <a:lnTo>
                  <a:pt x="24523" y="4469850"/>
                </a:lnTo>
                <a:moveTo>
                  <a:pt x="1818" y="4330817"/>
                </a:moveTo>
                <a:lnTo>
                  <a:pt x="2045" y="4261339"/>
                </a:lnTo>
                <a:lnTo>
                  <a:pt x="25204" y="4261415"/>
                </a:lnTo>
                <a:lnTo>
                  <a:pt x="24977" y="4330893"/>
                </a:lnTo>
                <a:moveTo>
                  <a:pt x="2272" y="4191862"/>
                </a:moveTo>
                <a:lnTo>
                  <a:pt x="2499" y="4122384"/>
                </a:lnTo>
                <a:lnTo>
                  <a:pt x="25659" y="4122460"/>
                </a:lnTo>
                <a:lnTo>
                  <a:pt x="25431" y="4191938"/>
                </a:lnTo>
                <a:moveTo>
                  <a:pt x="2726" y="4052905"/>
                </a:moveTo>
                <a:lnTo>
                  <a:pt x="2954" y="3983427"/>
                </a:lnTo>
                <a:lnTo>
                  <a:pt x="26113" y="3983503"/>
                </a:lnTo>
                <a:lnTo>
                  <a:pt x="25886" y="4052982"/>
                </a:lnTo>
                <a:moveTo>
                  <a:pt x="3181" y="3913950"/>
                </a:moveTo>
                <a:lnTo>
                  <a:pt x="3408" y="3844471"/>
                </a:lnTo>
                <a:lnTo>
                  <a:pt x="26568" y="3844548"/>
                </a:lnTo>
                <a:lnTo>
                  <a:pt x="26340" y="3914026"/>
                </a:lnTo>
                <a:moveTo>
                  <a:pt x="3635" y="3774993"/>
                </a:moveTo>
                <a:lnTo>
                  <a:pt x="3863" y="3705515"/>
                </a:lnTo>
                <a:lnTo>
                  <a:pt x="27022" y="3705591"/>
                </a:lnTo>
                <a:lnTo>
                  <a:pt x="26795" y="3775069"/>
                </a:lnTo>
                <a:moveTo>
                  <a:pt x="4090" y="3636038"/>
                </a:moveTo>
                <a:lnTo>
                  <a:pt x="4317" y="3566560"/>
                </a:lnTo>
                <a:lnTo>
                  <a:pt x="27476" y="3566636"/>
                </a:lnTo>
                <a:lnTo>
                  <a:pt x="27249" y="3636115"/>
                </a:lnTo>
                <a:moveTo>
                  <a:pt x="4544" y="3497082"/>
                </a:moveTo>
                <a:lnTo>
                  <a:pt x="4772" y="3427604"/>
                </a:lnTo>
                <a:lnTo>
                  <a:pt x="27931" y="3427680"/>
                </a:lnTo>
                <a:lnTo>
                  <a:pt x="27704" y="3497158"/>
                </a:lnTo>
                <a:moveTo>
                  <a:pt x="4999" y="3358125"/>
                </a:moveTo>
                <a:lnTo>
                  <a:pt x="5226" y="3288647"/>
                </a:lnTo>
                <a:lnTo>
                  <a:pt x="28385" y="3288724"/>
                </a:lnTo>
                <a:lnTo>
                  <a:pt x="28158" y="3358202"/>
                </a:lnTo>
                <a:moveTo>
                  <a:pt x="5453" y="3219169"/>
                </a:moveTo>
                <a:lnTo>
                  <a:pt x="5680" y="3149693"/>
                </a:lnTo>
                <a:lnTo>
                  <a:pt x="28840" y="3149769"/>
                </a:lnTo>
                <a:lnTo>
                  <a:pt x="28612" y="3219245"/>
                </a:lnTo>
                <a:moveTo>
                  <a:pt x="5907" y="3080215"/>
                </a:moveTo>
                <a:lnTo>
                  <a:pt x="6134" y="3010736"/>
                </a:lnTo>
                <a:lnTo>
                  <a:pt x="29294" y="3010813"/>
                </a:lnTo>
                <a:lnTo>
                  <a:pt x="29067" y="3080291"/>
                </a:lnTo>
                <a:moveTo>
                  <a:pt x="6362" y="2941258"/>
                </a:moveTo>
                <a:lnTo>
                  <a:pt x="6589" y="2871781"/>
                </a:lnTo>
                <a:lnTo>
                  <a:pt x="29748" y="2871857"/>
                </a:lnTo>
                <a:lnTo>
                  <a:pt x="29521" y="2941334"/>
                </a:lnTo>
                <a:moveTo>
                  <a:pt x="6816" y="2802303"/>
                </a:moveTo>
                <a:lnTo>
                  <a:pt x="7043" y="2732825"/>
                </a:lnTo>
                <a:lnTo>
                  <a:pt x="30203" y="2732901"/>
                </a:lnTo>
                <a:lnTo>
                  <a:pt x="29975" y="2802379"/>
                </a:lnTo>
                <a:moveTo>
                  <a:pt x="7271" y="2663346"/>
                </a:moveTo>
                <a:lnTo>
                  <a:pt x="7498" y="2593869"/>
                </a:lnTo>
                <a:lnTo>
                  <a:pt x="30657" y="2593945"/>
                </a:lnTo>
                <a:lnTo>
                  <a:pt x="30430" y="2663423"/>
                </a:lnTo>
                <a:moveTo>
                  <a:pt x="7725" y="2524390"/>
                </a:moveTo>
                <a:lnTo>
                  <a:pt x="7952" y="2454912"/>
                </a:lnTo>
                <a:lnTo>
                  <a:pt x="31112" y="2454989"/>
                </a:lnTo>
                <a:lnTo>
                  <a:pt x="30884" y="2524467"/>
                </a:lnTo>
                <a:moveTo>
                  <a:pt x="8179" y="2385436"/>
                </a:moveTo>
                <a:lnTo>
                  <a:pt x="8407" y="2315958"/>
                </a:lnTo>
                <a:lnTo>
                  <a:pt x="31566" y="2316034"/>
                </a:lnTo>
                <a:lnTo>
                  <a:pt x="31339" y="2385512"/>
                </a:lnTo>
                <a:moveTo>
                  <a:pt x="8634" y="2246479"/>
                </a:moveTo>
                <a:lnTo>
                  <a:pt x="8861" y="2177001"/>
                </a:lnTo>
                <a:lnTo>
                  <a:pt x="32020" y="2177077"/>
                </a:lnTo>
                <a:lnTo>
                  <a:pt x="31793" y="2246555"/>
                </a:lnTo>
                <a:moveTo>
                  <a:pt x="9088" y="2107523"/>
                </a:moveTo>
                <a:lnTo>
                  <a:pt x="9315" y="2038045"/>
                </a:lnTo>
                <a:lnTo>
                  <a:pt x="32475" y="2038121"/>
                </a:lnTo>
                <a:lnTo>
                  <a:pt x="32247" y="2107599"/>
                </a:lnTo>
                <a:moveTo>
                  <a:pt x="9543" y="1968566"/>
                </a:moveTo>
                <a:lnTo>
                  <a:pt x="9770" y="1899088"/>
                </a:lnTo>
                <a:lnTo>
                  <a:pt x="32929" y="1899164"/>
                </a:lnTo>
                <a:lnTo>
                  <a:pt x="32702" y="1968643"/>
                </a:lnTo>
                <a:moveTo>
                  <a:pt x="9997" y="1829612"/>
                </a:moveTo>
                <a:lnTo>
                  <a:pt x="10224" y="1760134"/>
                </a:lnTo>
                <a:lnTo>
                  <a:pt x="33384" y="1760210"/>
                </a:lnTo>
                <a:lnTo>
                  <a:pt x="33156" y="1829688"/>
                </a:lnTo>
                <a:moveTo>
                  <a:pt x="10451" y="1690655"/>
                </a:moveTo>
                <a:lnTo>
                  <a:pt x="10679" y="1621177"/>
                </a:lnTo>
                <a:lnTo>
                  <a:pt x="33838" y="1621254"/>
                </a:lnTo>
                <a:lnTo>
                  <a:pt x="33611" y="1690732"/>
                </a:lnTo>
                <a:moveTo>
                  <a:pt x="10906" y="1551700"/>
                </a:moveTo>
                <a:lnTo>
                  <a:pt x="11133" y="1482222"/>
                </a:lnTo>
                <a:lnTo>
                  <a:pt x="34293" y="1482299"/>
                </a:lnTo>
                <a:lnTo>
                  <a:pt x="34065" y="1551777"/>
                </a:lnTo>
                <a:moveTo>
                  <a:pt x="11360" y="1412744"/>
                </a:moveTo>
                <a:lnTo>
                  <a:pt x="11588" y="1343266"/>
                </a:lnTo>
                <a:lnTo>
                  <a:pt x="34747" y="1343343"/>
                </a:lnTo>
                <a:lnTo>
                  <a:pt x="34520" y="1412820"/>
                </a:lnTo>
                <a:moveTo>
                  <a:pt x="11815" y="1273788"/>
                </a:moveTo>
                <a:lnTo>
                  <a:pt x="12042" y="1204310"/>
                </a:lnTo>
                <a:lnTo>
                  <a:pt x="35201" y="1204386"/>
                </a:lnTo>
                <a:lnTo>
                  <a:pt x="34974" y="1273864"/>
                </a:lnTo>
                <a:moveTo>
                  <a:pt x="12269" y="1134831"/>
                </a:moveTo>
                <a:lnTo>
                  <a:pt x="12496" y="1065353"/>
                </a:lnTo>
                <a:lnTo>
                  <a:pt x="35656" y="1065429"/>
                </a:lnTo>
                <a:lnTo>
                  <a:pt x="35428" y="1134908"/>
                </a:lnTo>
                <a:moveTo>
                  <a:pt x="12723" y="995877"/>
                </a:moveTo>
                <a:lnTo>
                  <a:pt x="12951" y="926398"/>
                </a:lnTo>
                <a:lnTo>
                  <a:pt x="36110" y="926475"/>
                </a:lnTo>
                <a:lnTo>
                  <a:pt x="35883" y="995953"/>
                </a:lnTo>
                <a:moveTo>
                  <a:pt x="13178" y="856920"/>
                </a:moveTo>
                <a:lnTo>
                  <a:pt x="13405" y="787442"/>
                </a:lnTo>
                <a:lnTo>
                  <a:pt x="36564" y="787519"/>
                </a:lnTo>
                <a:lnTo>
                  <a:pt x="36337" y="856997"/>
                </a:lnTo>
                <a:moveTo>
                  <a:pt x="13632" y="717964"/>
                </a:moveTo>
                <a:lnTo>
                  <a:pt x="13860" y="648485"/>
                </a:lnTo>
                <a:lnTo>
                  <a:pt x="37019" y="648562"/>
                </a:lnTo>
                <a:lnTo>
                  <a:pt x="36792" y="718040"/>
                </a:lnTo>
                <a:moveTo>
                  <a:pt x="14087" y="579007"/>
                </a:moveTo>
                <a:lnTo>
                  <a:pt x="14314" y="509529"/>
                </a:lnTo>
                <a:lnTo>
                  <a:pt x="37473" y="509605"/>
                </a:lnTo>
                <a:lnTo>
                  <a:pt x="37246" y="579084"/>
                </a:lnTo>
                <a:moveTo>
                  <a:pt x="14541" y="440053"/>
                </a:moveTo>
                <a:lnTo>
                  <a:pt x="14768" y="370575"/>
                </a:lnTo>
                <a:lnTo>
                  <a:pt x="37928" y="370651"/>
                </a:lnTo>
                <a:lnTo>
                  <a:pt x="37701" y="440129"/>
                </a:lnTo>
                <a:moveTo>
                  <a:pt x="14996" y="301098"/>
                </a:moveTo>
                <a:lnTo>
                  <a:pt x="15223" y="231620"/>
                </a:lnTo>
                <a:lnTo>
                  <a:pt x="38382" y="231696"/>
                </a:lnTo>
                <a:lnTo>
                  <a:pt x="38155" y="301174"/>
                </a:lnTo>
                <a:moveTo>
                  <a:pt x="15450" y="162142"/>
                </a:moveTo>
                <a:lnTo>
                  <a:pt x="15677" y="92663"/>
                </a:lnTo>
                <a:lnTo>
                  <a:pt x="38837" y="92739"/>
                </a:lnTo>
                <a:lnTo>
                  <a:pt x="38610" y="162218"/>
                </a:lnTo>
                <a:moveTo>
                  <a:pt x="15904" y="23185"/>
                </a:moveTo>
                <a:lnTo>
                  <a:pt x="15980" y="0"/>
                </a:lnTo>
                <a:lnTo>
                  <a:pt x="39139" y="76"/>
                </a:lnTo>
                <a:lnTo>
                  <a:pt x="39063" y="232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F1589-AC74-469C-8C93-0273947A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922" y="1006680"/>
            <a:ext cx="23159" cy="4794003"/>
          </a:xfrm>
          <a:custGeom xmlns:a="http://schemas.openxmlformats.org/drawingml/2006/main">
            <a:pathLst>
              <a:path w="23159" h="4794003">
                <a:moveTo>
                  <a:pt x="0" y="4794003"/>
                </a:moveTo>
                <a:lnTo>
                  <a:pt x="0" y="4724525"/>
                </a:lnTo>
                <a:lnTo>
                  <a:pt x="23159" y="4724525"/>
                </a:lnTo>
                <a:lnTo>
                  <a:pt x="23159" y="4794003"/>
                </a:lnTo>
                <a:moveTo>
                  <a:pt x="0" y="4655046"/>
                </a:moveTo>
                <a:lnTo>
                  <a:pt x="0" y="4585568"/>
                </a:lnTo>
                <a:lnTo>
                  <a:pt x="23159" y="4585568"/>
                </a:lnTo>
                <a:lnTo>
                  <a:pt x="23159" y="4655046"/>
                </a:lnTo>
                <a:moveTo>
                  <a:pt x="0" y="4516090"/>
                </a:moveTo>
                <a:lnTo>
                  <a:pt x="0" y="4446611"/>
                </a:lnTo>
                <a:lnTo>
                  <a:pt x="23159" y="4446611"/>
                </a:lnTo>
                <a:lnTo>
                  <a:pt x="23159" y="4516090"/>
                </a:lnTo>
                <a:moveTo>
                  <a:pt x="0" y="4377133"/>
                </a:moveTo>
                <a:lnTo>
                  <a:pt x="0" y="4307655"/>
                </a:lnTo>
                <a:lnTo>
                  <a:pt x="23159" y="4307655"/>
                </a:lnTo>
                <a:lnTo>
                  <a:pt x="23159" y="4377133"/>
                </a:lnTo>
                <a:moveTo>
                  <a:pt x="0" y="4238177"/>
                </a:moveTo>
                <a:lnTo>
                  <a:pt x="0" y="4168698"/>
                </a:lnTo>
                <a:lnTo>
                  <a:pt x="23159" y="4168698"/>
                </a:lnTo>
                <a:lnTo>
                  <a:pt x="23159" y="4238177"/>
                </a:lnTo>
                <a:moveTo>
                  <a:pt x="0" y="4099220"/>
                </a:moveTo>
                <a:lnTo>
                  <a:pt x="0" y="4029742"/>
                </a:lnTo>
                <a:lnTo>
                  <a:pt x="23159" y="4029742"/>
                </a:lnTo>
                <a:lnTo>
                  <a:pt x="23159" y="4099220"/>
                </a:lnTo>
                <a:moveTo>
                  <a:pt x="0" y="3960263"/>
                </a:moveTo>
                <a:lnTo>
                  <a:pt x="0" y="3890785"/>
                </a:lnTo>
                <a:lnTo>
                  <a:pt x="23159" y="3890785"/>
                </a:lnTo>
                <a:lnTo>
                  <a:pt x="23159" y="3960263"/>
                </a:lnTo>
                <a:moveTo>
                  <a:pt x="0" y="3821307"/>
                </a:moveTo>
                <a:lnTo>
                  <a:pt x="0" y="3751828"/>
                </a:lnTo>
                <a:lnTo>
                  <a:pt x="23159" y="3751828"/>
                </a:lnTo>
                <a:lnTo>
                  <a:pt x="23159" y="3821307"/>
                </a:lnTo>
                <a:moveTo>
                  <a:pt x="0" y="3682350"/>
                </a:moveTo>
                <a:lnTo>
                  <a:pt x="0" y="3612872"/>
                </a:lnTo>
                <a:lnTo>
                  <a:pt x="23159" y="3612872"/>
                </a:lnTo>
                <a:lnTo>
                  <a:pt x="23159" y="3682350"/>
                </a:lnTo>
                <a:moveTo>
                  <a:pt x="0" y="3543393"/>
                </a:moveTo>
                <a:lnTo>
                  <a:pt x="0" y="3473915"/>
                </a:lnTo>
                <a:lnTo>
                  <a:pt x="23159" y="3473915"/>
                </a:lnTo>
                <a:lnTo>
                  <a:pt x="23159" y="3543393"/>
                </a:lnTo>
                <a:moveTo>
                  <a:pt x="0" y="3404437"/>
                </a:moveTo>
                <a:lnTo>
                  <a:pt x="0" y="3334959"/>
                </a:lnTo>
                <a:lnTo>
                  <a:pt x="23159" y="3334959"/>
                </a:lnTo>
                <a:lnTo>
                  <a:pt x="23159" y="3404437"/>
                </a:lnTo>
                <a:moveTo>
                  <a:pt x="0" y="3265480"/>
                </a:moveTo>
                <a:lnTo>
                  <a:pt x="0" y="3196002"/>
                </a:lnTo>
                <a:lnTo>
                  <a:pt x="23159" y="3196002"/>
                </a:lnTo>
                <a:lnTo>
                  <a:pt x="23159" y="3265480"/>
                </a:lnTo>
                <a:moveTo>
                  <a:pt x="0" y="3126524"/>
                </a:moveTo>
                <a:lnTo>
                  <a:pt x="0" y="3057045"/>
                </a:lnTo>
                <a:lnTo>
                  <a:pt x="23159" y="3057045"/>
                </a:lnTo>
                <a:lnTo>
                  <a:pt x="23159" y="3126524"/>
                </a:lnTo>
                <a:moveTo>
                  <a:pt x="0" y="2987567"/>
                </a:moveTo>
                <a:lnTo>
                  <a:pt x="0" y="2918089"/>
                </a:lnTo>
                <a:lnTo>
                  <a:pt x="23159" y="2918089"/>
                </a:lnTo>
                <a:lnTo>
                  <a:pt x="23159" y="2987567"/>
                </a:lnTo>
                <a:moveTo>
                  <a:pt x="0" y="2848610"/>
                </a:moveTo>
                <a:lnTo>
                  <a:pt x="0" y="2779132"/>
                </a:lnTo>
                <a:lnTo>
                  <a:pt x="23159" y="2779132"/>
                </a:lnTo>
                <a:lnTo>
                  <a:pt x="23159" y="2848610"/>
                </a:lnTo>
                <a:moveTo>
                  <a:pt x="0" y="2709654"/>
                </a:moveTo>
                <a:lnTo>
                  <a:pt x="0" y="2640176"/>
                </a:lnTo>
                <a:lnTo>
                  <a:pt x="23159" y="2640176"/>
                </a:lnTo>
                <a:lnTo>
                  <a:pt x="23159" y="2709654"/>
                </a:lnTo>
                <a:moveTo>
                  <a:pt x="0" y="2570697"/>
                </a:moveTo>
                <a:lnTo>
                  <a:pt x="0" y="2501219"/>
                </a:lnTo>
                <a:lnTo>
                  <a:pt x="23159" y="2501219"/>
                </a:lnTo>
                <a:lnTo>
                  <a:pt x="23159" y="2570697"/>
                </a:lnTo>
                <a:moveTo>
                  <a:pt x="0" y="2431741"/>
                </a:moveTo>
                <a:lnTo>
                  <a:pt x="0" y="2362262"/>
                </a:lnTo>
                <a:lnTo>
                  <a:pt x="23159" y="2362262"/>
                </a:lnTo>
                <a:lnTo>
                  <a:pt x="23159" y="2431741"/>
                </a:lnTo>
                <a:moveTo>
                  <a:pt x="0" y="2292784"/>
                </a:moveTo>
                <a:lnTo>
                  <a:pt x="0" y="2223306"/>
                </a:lnTo>
                <a:lnTo>
                  <a:pt x="23159" y="2223306"/>
                </a:lnTo>
                <a:lnTo>
                  <a:pt x="23159" y="2292784"/>
                </a:lnTo>
                <a:moveTo>
                  <a:pt x="0" y="2153827"/>
                </a:moveTo>
                <a:lnTo>
                  <a:pt x="0" y="2084349"/>
                </a:lnTo>
                <a:lnTo>
                  <a:pt x="23159" y="2084349"/>
                </a:lnTo>
                <a:lnTo>
                  <a:pt x="23159" y="2153827"/>
                </a:lnTo>
                <a:moveTo>
                  <a:pt x="0" y="2014871"/>
                </a:moveTo>
                <a:lnTo>
                  <a:pt x="0" y="1945393"/>
                </a:lnTo>
                <a:lnTo>
                  <a:pt x="23159" y="1945393"/>
                </a:lnTo>
                <a:lnTo>
                  <a:pt x="23159" y="2014871"/>
                </a:lnTo>
                <a:moveTo>
                  <a:pt x="0" y="1875914"/>
                </a:moveTo>
                <a:lnTo>
                  <a:pt x="0" y="1806436"/>
                </a:lnTo>
                <a:lnTo>
                  <a:pt x="23159" y="1806436"/>
                </a:lnTo>
                <a:lnTo>
                  <a:pt x="23159" y="1875914"/>
                </a:lnTo>
                <a:moveTo>
                  <a:pt x="0" y="1736958"/>
                </a:moveTo>
                <a:lnTo>
                  <a:pt x="0" y="1667479"/>
                </a:lnTo>
                <a:lnTo>
                  <a:pt x="23159" y="1667479"/>
                </a:lnTo>
                <a:lnTo>
                  <a:pt x="23159" y="1736958"/>
                </a:lnTo>
                <a:moveTo>
                  <a:pt x="0" y="1598001"/>
                </a:moveTo>
                <a:lnTo>
                  <a:pt x="0" y="1528523"/>
                </a:lnTo>
                <a:lnTo>
                  <a:pt x="23159" y="1528523"/>
                </a:lnTo>
                <a:lnTo>
                  <a:pt x="23159" y="1598001"/>
                </a:lnTo>
                <a:moveTo>
                  <a:pt x="0" y="1459044"/>
                </a:moveTo>
                <a:lnTo>
                  <a:pt x="0" y="1389566"/>
                </a:lnTo>
                <a:lnTo>
                  <a:pt x="23159" y="1389566"/>
                </a:lnTo>
                <a:lnTo>
                  <a:pt x="23159" y="1459044"/>
                </a:lnTo>
                <a:moveTo>
                  <a:pt x="0" y="1320088"/>
                </a:moveTo>
                <a:lnTo>
                  <a:pt x="0" y="1250609"/>
                </a:lnTo>
                <a:lnTo>
                  <a:pt x="23159" y="1250609"/>
                </a:lnTo>
                <a:lnTo>
                  <a:pt x="23159" y="1320088"/>
                </a:lnTo>
                <a:moveTo>
                  <a:pt x="0" y="1181131"/>
                </a:moveTo>
                <a:lnTo>
                  <a:pt x="0" y="1111653"/>
                </a:lnTo>
                <a:lnTo>
                  <a:pt x="23159" y="1111653"/>
                </a:lnTo>
                <a:lnTo>
                  <a:pt x="23159" y="1181131"/>
                </a:lnTo>
                <a:moveTo>
                  <a:pt x="0" y="1042175"/>
                </a:moveTo>
                <a:lnTo>
                  <a:pt x="0" y="972696"/>
                </a:lnTo>
                <a:lnTo>
                  <a:pt x="23159" y="972696"/>
                </a:lnTo>
                <a:lnTo>
                  <a:pt x="23159" y="1042175"/>
                </a:lnTo>
                <a:moveTo>
                  <a:pt x="0" y="903218"/>
                </a:moveTo>
                <a:lnTo>
                  <a:pt x="0" y="833740"/>
                </a:lnTo>
                <a:lnTo>
                  <a:pt x="23159" y="833740"/>
                </a:lnTo>
                <a:lnTo>
                  <a:pt x="23159" y="903218"/>
                </a:lnTo>
                <a:moveTo>
                  <a:pt x="0" y="764261"/>
                </a:moveTo>
                <a:lnTo>
                  <a:pt x="0" y="694783"/>
                </a:lnTo>
                <a:lnTo>
                  <a:pt x="23159" y="694783"/>
                </a:lnTo>
                <a:lnTo>
                  <a:pt x="23159" y="764261"/>
                </a:lnTo>
                <a:moveTo>
                  <a:pt x="0" y="625305"/>
                </a:moveTo>
                <a:lnTo>
                  <a:pt x="0" y="555826"/>
                </a:lnTo>
                <a:lnTo>
                  <a:pt x="23159" y="555826"/>
                </a:lnTo>
                <a:lnTo>
                  <a:pt x="23159" y="625305"/>
                </a:lnTo>
                <a:moveTo>
                  <a:pt x="0" y="486348"/>
                </a:moveTo>
                <a:lnTo>
                  <a:pt x="0" y="416870"/>
                </a:lnTo>
                <a:lnTo>
                  <a:pt x="23159" y="416870"/>
                </a:lnTo>
                <a:lnTo>
                  <a:pt x="23159" y="486348"/>
                </a:lnTo>
                <a:moveTo>
                  <a:pt x="0" y="347392"/>
                </a:moveTo>
                <a:lnTo>
                  <a:pt x="0" y="277913"/>
                </a:lnTo>
                <a:lnTo>
                  <a:pt x="23159" y="277913"/>
                </a:lnTo>
                <a:lnTo>
                  <a:pt x="23159" y="347392"/>
                </a:lnTo>
                <a:moveTo>
                  <a:pt x="0" y="208435"/>
                </a:moveTo>
                <a:lnTo>
                  <a:pt x="0" y="138957"/>
                </a:lnTo>
                <a:lnTo>
                  <a:pt x="23159" y="138957"/>
                </a:lnTo>
                <a:lnTo>
                  <a:pt x="23159" y="208435"/>
                </a:lnTo>
                <a:moveTo>
                  <a:pt x="0" y="69478"/>
                </a:moveTo>
                <a:lnTo>
                  <a:pt x="0" y="0"/>
                </a:lnTo>
                <a:lnTo>
                  <a:pt x="23159" y="0"/>
                </a:lnTo>
                <a:lnTo>
                  <a:pt x="23159" y="69478"/>
                </a:lnTo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F4893-777B-4A11-ABB1-30B58387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599" y="150707"/>
            <a:ext cx="267260" cy="461336"/>
          </a:xfrm>
          <a:custGeom xmlns:a="http://schemas.openxmlformats.org/drawingml/2006/main">
            <a:pathLst>
              <a:path w="267260" h="461336">
                <a:moveTo>
                  <a:pt x="251975" y="0"/>
                </a:moveTo>
                <a:lnTo>
                  <a:pt x="15285" y="0"/>
                </a:lnTo>
                <a:cubicBezTo>
                  <a:pt x="6948" y="0"/>
                  <a:pt x="0" y="6948"/>
                  <a:pt x="0" y="15517"/>
                </a:cubicBezTo>
                <a:lnTo>
                  <a:pt x="0" y="446051"/>
                </a:lnTo>
                <a:cubicBezTo>
                  <a:pt x="0" y="454388"/>
                  <a:pt x="6948" y="461336"/>
                  <a:pt x="15285" y="461336"/>
                </a:cubicBezTo>
                <a:lnTo>
                  <a:pt x="251975" y="461336"/>
                </a:lnTo>
                <a:cubicBezTo>
                  <a:pt x="260312" y="461336"/>
                  <a:pt x="267260" y="454388"/>
                  <a:pt x="267260" y="446051"/>
                </a:cubicBezTo>
                <a:lnTo>
                  <a:pt x="267260" y="15517"/>
                </a:lnTo>
                <a:cubicBezTo>
                  <a:pt x="267260" y="6948"/>
                  <a:pt x="260312" y="0"/>
                  <a:pt x="251975" y="0"/>
                </a:cubicBezTo>
                <a:close/>
                <a:moveTo>
                  <a:pt x="21075" y="440261"/>
                </a:moveTo>
                <a:lnTo>
                  <a:pt x="21075" y="21075"/>
                </a:lnTo>
                <a:lnTo>
                  <a:pt x="246185" y="21075"/>
                </a:lnTo>
                <a:lnTo>
                  <a:pt x="246185" y="440261"/>
                </a:lnTo>
                <a:lnTo>
                  <a:pt x="21075" y="440261"/>
                </a:lnTo>
                <a:close/>
                <a:moveTo>
                  <a:pt x="46550" y="68089"/>
                </a:moveTo>
                <a:lnTo>
                  <a:pt x="220709" y="68089"/>
                </a:lnTo>
                <a:lnTo>
                  <a:pt x="220709" y="47014"/>
                </a:lnTo>
                <a:lnTo>
                  <a:pt x="46550" y="47014"/>
                </a:lnTo>
                <a:lnTo>
                  <a:pt x="46550" y="68089"/>
                </a:lnTo>
                <a:close/>
                <a:moveTo>
                  <a:pt x="46550" y="112786"/>
                </a:moveTo>
                <a:lnTo>
                  <a:pt x="220709" y="112786"/>
                </a:lnTo>
                <a:lnTo>
                  <a:pt x="220709" y="91943"/>
                </a:lnTo>
                <a:lnTo>
                  <a:pt x="46550" y="91943"/>
                </a:lnTo>
                <a:lnTo>
                  <a:pt x="46550" y="112786"/>
                </a:lnTo>
                <a:close/>
                <a:moveTo>
                  <a:pt x="46550" y="159337"/>
                </a:moveTo>
                <a:lnTo>
                  <a:pt x="220709" y="159337"/>
                </a:lnTo>
                <a:lnTo>
                  <a:pt x="220709" y="138262"/>
                </a:lnTo>
                <a:lnTo>
                  <a:pt x="46550" y="138262"/>
                </a:lnTo>
                <a:lnTo>
                  <a:pt x="46550" y="159337"/>
                </a:lnTo>
                <a:close/>
                <a:moveTo>
                  <a:pt x="46550" y="204498"/>
                </a:moveTo>
                <a:lnTo>
                  <a:pt x="220709" y="204498"/>
                </a:lnTo>
                <a:lnTo>
                  <a:pt x="220709" y="183654"/>
                </a:lnTo>
                <a:lnTo>
                  <a:pt x="46550" y="183654"/>
                </a:lnTo>
                <a:lnTo>
                  <a:pt x="46550" y="204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6B70E-1FD3-479A-9A60-6552E6E9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69" y="149781"/>
            <a:ext cx="652401" cy="463189"/>
          </a:xfrm>
          <a:custGeom xmlns:a="http://schemas.openxmlformats.org/drawingml/2006/main">
            <a:pathLst>
              <a:path w="652401" h="463189">
                <a:moveTo>
                  <a:pt x="0" y="0"/>
                </a:moveTo>
                <a:lnTo>
                  <a:pt x="0" y="10190"/>
                </a:lnTo>
                <a:lnTo>
                  <a:pt x="0" y="463189"/>
                </a:lnTo>
                <a:lnTo>
                  <a:pt x="652401" y="463189"/>
                </a:lnTo>
                <a:lnTo>
                  <a:pt x="652401" y="0"/>
                </a:lnTo>
                <a:lnTo>
                  <a:pt x="0" y="0"/>
                </a:lnTo>
                <a:close/>
                <a:moveTo>
                  <a:pt x="20380" y="20612"/>
                </a:moveTo>
                <a:lnTo>
                  <a:pt x="632021" y="20612"/>
                </a:lnTo>
                <a:lnTo>
                  <a:pt x="632021" y="94722"/>
                </a:lnTo>
                <a:lnTo>
                  <a:pt x="20380" y="94722"/>
                </a:lnTo>
                <a:lnTo>
                  <a:pt x="20380" y="20612"/>
                </a:lnTo>
                <a:close/>
                <a:moveTo>
                  <a:pt x="597050" y="38445"/>
                </a:moveTo>
                <a:cubicBezTo>
                  <a:pt x="592187" y="38445"/>
                  <a:pt x="587555" y="40529"/>
                  <a:pt x="584081" y="44003"/>
                </a:cubicBezTo>
                <a:cubicBezTo>
                  <a:pt x="580607" y="47477"/>
                  <a:pt x="578754" y="52109"/>
                  <a:pt x="578754" y="56972"/>
                </a:cubicBezTo>
                <a:cubicBezTo>
                  <a:pt x="578754" y="61836"/>
                  <a:pt x="580607" y="66699"/>
                  <a:pt x="584081" y="70173"/>
                </a:cubicBezTo>
                <a:cubicBezTo>
                  <a:pt x="587555" y="73647"/>
                  <a:pt x="592187" y="75500"/>
                  <a:pt x="597050" y="75500"/>
                </a:cubicBezTo>
                <a:cubicBezTo>
                  <a:pt x="601914" y="75500"/>
                  <a:pt x="606777" y="73647"/>
                  <a:pt x="610251" y="70173"/>
                </a:cubicBezTo>
                <a:cubicBezTo>
                  <a:pt x="613725" y="66699"/>
                  <a:pt x="615578" y="61836"/>
                  <a:pt x="615578" y="56972"/>
                </a:cubicBezTo>
                <a:cubicBezTo>
                  <a:pt x="615578" y="52109"/>
                  <a:pt x="613725" y="47477"/>
                  <a:pt x="610251" y="44003"/>
                </a:cubicBezTo>
                <a:cubicBezTo>
                  <a:pt x="606777" y="40529"/>
                  <a:pt x="601914" y="38445"/>
                  <a:pt x="597050" y="38445"/>
                </a:cubicBezTo>
                <a:close/>
                <a:moveTo>
                  <a:pt x="534057" y="38676"/>
                </a:moveTo>
                <a:cubicBezTo>
                  <a:pt x="523866" y="38676"/>
                  <a:pt x="515761" y="47014"/>
                  <a:pt x="515761" y="57204"/>
                </a:cubicBezTo>
                <a:cubicBezTo>
                  <a:pt x="515761" y="62067"/>
                  <a:pt x="517613" y="66699"/>
                  <a:pt x="521087" y="70173"/>
                </a:cubicBezTo>
                <a:cubicBezTo>
                  <a:pt x="524561" y="73647"/>
                  <a:pt x="529193" y="75731"/>
                  <a:pt x="534057" y="75731"/>
                </a:cubicBezTo>
                <a:cubicBezTo>
                  <a:pt x="538920" y="75731"/>
                  <a:pt x="543784" y="73647"/>
                  <a:pt x="547257" y="70173"/>
                </a:cubicBezTo>
                <a:cubicBezTo>
                  <a:pt x="550731" y="66699"/>
                  <a:pt x="552584" y="62067"/>
                  <a:pt x="552584" y="57204"/>
                </a:cubicBezTo>
                <a:cubicBezTo>
                  <a:pt x="552584" y="52340"/>
                  <a:pt x="550731" y="47477"/>
                  <a:pt x="547257" y="44003"/>
                </a:cubicBezTo>
                <a:cubicBezTo>
                  <a:pt x="543784" y="40529"/>
                  <a:pt x="538920" y="38676"/>
                  <a:pt x="534057" y="38676"/>
                </a:cubicBezTo>
                <a:close/>
                <a:moveTo>
                  <a:pt x="471526" y="38676"/>
                </a:moveTo>
                <a:cubicBezTo>
                  <a:pt x="466431" y="38676"/>
                  <a:pt x="461799" y="40761"/>
                  <a:pt x="458325" y="44235"/>
                </a:cubicBezTo>
                <a:cubicBezTo>
                  <a:pt x="454851" y="47708"/>
                  <a:pt x="452999" y="52340"/>
                  <a:pt x="452999" y="57204"/>
                </a:cubicBezTo>
                <a:cubicBezTo>
                  <a:pt x="452999" y="62067"/>
                  <a:pt x="454851" y="66931"/>
                  <a:pt x="458325" y="70405"/>
                </a:cubicBezTo>
                <a:cubicBezTo>
                  <a:pt x="461799" y="73879"/>
                  <a:pt x="466431" y="75731"/>
                  <a:pt x="471526" y="75731"/>
                </a:cubicBezTo>
                <a:cubicBezTo>
                  <a:pt x="476390" y="75731"/>
                  <a:pt x="481021" y="73879"/>
                  <a:pt x="484495" y="70405"/>
                </a:cubicBezTo>
                <a:cubicBezTo>
                  <a:pt x="487969" y="66931"/>
                  <a:pt x="489822" y="62067"/>
                  <a:pt x="489822" y="57204"/>
                </a:cubicBezTo>
                <a:cubicBezTo>
                  <a:pt x="489822" y="47014"/>
                  <a:pt x="481485" y="38676"/>
                  <a:pt x="471526" y="38676"/>
                </a:cubicBezTo>
                <a:close/>
                <a:moveTo>
                  <a:pt x="20380" y="115102"/>
                </a:moveTo>
                <a:lnTo>
                  <a:pt x="632021" y="115102"/>
                </a:lnTo>
                <a:lnTo>
                  <a:pt x="632021" y="442577"/>
                </a:lnTo>
                <a:lnTo>
                  <a:pt x="20380" y="442577"/>
                </a:lnTo>
                <a:lnTo>
                  <a:pt x="20380" y="115102"/>
                </a:lnTo>
                <a:close/>
                <a:moveTo>
                  <a:pt x="269113" y="190602"/>
                </a:moveTo>
                <a:lnTo>
                  <a:pt x="302694" y="321221"/>
                </a:lnTo>
                <a:lnTo>
                  <a:pt x="336275" y="287409"/>
                </a:lnTo>
                <a:lnTo>
                  <a:pt x="410848" y="362908"/>
                </a:lnTo>
                <a:lnTo>
                  <a:pt x="440261" y="333727"/>
                </a:lnTo>
                <a:lnTo>
                  <a:pt x="365224" y="258228"/>
                </a:lnTo>
                <a:lnTo>
                  <a:pt x="398574" y="224878"/>
                </a:lnTo>
                <a:lnTo>
                  <a:pt x="269113" y="1906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FD49A-B666-42FF-B146-F70F9D78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110" y="1006680"/>
            <a:ext cx="23159" cy="4794003"/>
          </a:xfrm>
          <a:custGeom xmlns:a="http://schemas.openxmlformats.org/drawingml/2006/main">
            <a:pathLst>
              <a:path w="23159" h="4794003">
                <a:moveTo>
                  <a:pt x="0" y="4794003"/>
                </a:moveTo>
                <a:lnTo>
                  <a:pt x="0" y="4724525"/>
                </a:lnTo>
                <a:lnTo>
                  <a:pt x="23159" y="4724525"/>
                </a:lnTo>
                <a:lnTo>
                  <a:pt x="23159" y="4794003"/>
                </a:lnTo>
                <a:moveTo>
                  <a:pt x="0" y="4655046"/>
                </a:moveTo>
                <a:lnTo>
                  <a:pt x="0" y="4585568"/>
                </a:lnTo>
                <a:lnTo>
                  <a:pt x="23159" y="4585568"/>
                </a:lnTo>
                <a:lnTo>
                  <a:pt x="23159" y="4655046"/>
                </a:lnTo>
                <a:moveTo>
                  <a:pt x="0" y="4516090"/>
                </a:moveTo>
                <a:lnTo>
                  <a:pt x="0" y="4446611"/>
                </a:lnTo>
                <a:lnTo>
                  <a:pt x="23159" y="4446611"/>
                </a:lnTo>
                <a:lnTo>
                  <a:pt x="23159" y="4516090"/>
                </a:lnTo>
                <a:moveTo>
                  <a:pt x="0" y="4377133"/>
                </a:moveTo>
                <a:lnTo>
                  <a:pt x="0" y="4307655"/>
                </a:lnTo>
                <a:lnTo>
                  <a:pt x="23159" y="4307655"/>
                </a:lnTo>
                <a:lnTo>
                  <a:pt x="23159" y="4377133"/>
                </a:lnTo>
                <a:moveTo>
                  <a:pt x="0" y="4238177"/>
                </a:moveTo>
                <a:lnTo>
                  <a:pt x="0" y="4168698"/>
                </a:lnTo>
                <a:lnTo>
                  <a:pt x="23159" y="4168698"/>
                </a:lnTo>
                <a:lnTo>
                  <a:pt x="23159" y="4238177"/>
                </a:lnTo>
                <a:moveTo>
                  <a:pt x="0" y="4099220"/>
                </a:moveTo>
                <a:lnTo>
                  <a:pt x="0" y="4029742"/>
                </a:lnTo>
                <a:lnTo>
                  <a:pt x="23159" y="4029742"/>
                </a:lnTo>
                <a:lnTo>
                  <a:pt x="23159" y="4099220"/>
                </a:lnTo>
                <a:moveTo>
                  <a:pt x="0" y="3960263"/>
                </a:moveTo>
                <a:lnTo>
                  <a:pt x="0" y="3890785"/>
                </a:lnTo>
                <a:lnTo>
                  <a:pt x="23159" y="3890785"/>
                </a:lnTo>
                <a:lnTo>
                  <a:pt x="23159" y="3960263"/>
                </a:lnTo>
                <a:moveTo>
                  <a:pt x="0" y="3821307"/>
                </a:moveTo>
                <a:lnTo>
                  <a:pt x="0" y="3751828"/>
                </a:lnTo>
                <a:lnTo>
                  <a:pt x="23159" y="3751828"/>
                </a:lnTo>
                <a:lnTo>
                  <a:pt x="23159" y="3821307"/>
                </a:lnTo>
                <a:moveTo>
                  <a:pt x="0" y="3682350"/>
                </a:moveTo>
                <a:lnTo>
                  <a:pt x="0" y="3612872"/>
                </a:lnTo>
                <a:lnTo>
                  <a:pt x="23159" y="3612872"/>
                </a:lnTo>
                <a:lnTo>
                  <a:pt x="23159" y="3682350"/>
                </a:lnTo>
                <a:moveTo>
                  <a:pt x="0" y="3543393"/>
                </a:moveTo>
                <a:lnTo>
                  <a:pt x="0" y="3473915"/>
                </a:lnTo>
                <a:lnTo>
                  <a:pt x="23159" y="3473915"/>
                </a:lnTo>
                <a:lnTo>
                  <a:pt x="23159" y="3543393"/>
                </a:lnTo>
                <a:moveTo>
                  <a:pt x="0" y="3404437"/>
                </a:moveTo>
                <a:lnTo>
                  <a:pt x="0" y="3334959"/>
                </a:lnTo>
                <a:lnTo>
                  <a:pt x="23159" y="3334959"/>
                </a:lnTo>
                <a:lnTo>
                  <a:pt x="23159" y="3404437"/>
                </a:lnTo>
                <a:moveTo>
                  <a:pt x="0" y="3265480"/>
                </a:moveTo>
                <a:lnTo>
                  <a:pt x="0" y="3196002"/>
                </a:lnTo>
                <a:lnTo>
                  <a:pt x="23159" y="3196002"/>
                </a:lnTo>
                <a:lnTo>
                  <a:pt x="23159" y="3265480"/>
                </a:lnTo>
                <a:moveTo>
                  <a:pt x="0" y="3126524"/>
                </a:moveTo>
                <a:lnTo>
                  <a:pt x="0" y="3057045"/>
                </a:lnTo>
                <a:lnTo>
                  <a:pt x="23159" y="3057045"/>
                </a:lnTo>
                <a:lnTo>
                  <a:pt x="23159" y="3126524"/>
                </a:lnTo>
                <a:moveTo>
                  <a:pt x="0" y="2987567"/>
                </a:moveTo>
                <a:lnTo>
                  <a:pt x="0" y="2918089"/>
                </a:lnTo>
                <a:lnTo>
                  <a:pt x="23159" y="2918089"/>
                </a:lnTo>
                <a:lnTo>
                  <a:pt x="23159" y="2987567"/>
                </a:lnTo>
                <a:moveTo>
                  <a:pt x="0" y="2848610"/>
                </a:moveTo>
                <a:lnTo>
                  <a:pt x="0" y="2779132"/>
                </a:lnTo>
                <a:lnTo>
                  <a:pt x="23159" y="2779132"/>
                </a:lnTo>
                <a:lnTo>
                  <a:pt x="23159" y="2848610"/>
                </a:lnTo>
                <a:moveTo>
                  <a:pt x="0" y="2709654"/>
                </a:moveTo>
                <a:lnTo>
                  <a:pt x="0" y="2640176"/>
                </a:lnTo>
                <a:lnTo>
                  <a:pt x="23159" y="2640176"/>
                </a:lnTo>
                <a:lnTo>
                  <a:pt x="23159" y="2709654"/>
                </a:lnTo>
                <a:moveTo>
                  <a:pt x="0" y="2570697"/>
                </a:moveTo>
                <a:lnTo>
                  <a:pt x="0" y="2501219"/>
                </a:lnTo>
                <a:lnTo>
                  <a:pt x="23159" y="2501219"/>
                </a:lnTo>
                <a:lnTo>
                  <a:pt x="23159" y="2570697"/>
                </a:lnTo>
                <a:moveTo>
                  <a:pt x="0" y="2431741"/>
                </a:moveTo>
                <a:lnTo>
                  <a:pt x="0" y="2362262"/>
                </a:lnTo>
                <a:lnTo>
                  <a:pt x="23159" y="2362262"/>
                </a:lnTo>
                <a:lnTo>
                  <a:pt x="23159" y="2431741"/>
                </a:lnTo>
                <a:moveTo>
                  <a:pt x="0" y="2292784"/>
                </a:moveTo>
                <a:lnTo>
                  <a:pt x="0" y="2223306"/>
                </a:lnTo>
                <a:lnTo>
                  <a:pt x="23159" y="2223306"/>
                </a:lnTo>
                <a:lnTo>
                  <a:pt x="23159" y="2292784"/>
                </a:lnTo>
                <a:moveTo>
                  <a:pt x="0" y="2153827"/>
                </a:moveTo>
                <a:lnTo>
                  <a:pt x="0" y="2084349"/>
                </a:lnTo>
                <a:lnTo>
                  <a:pt x="23159" y="2084349"/>
                </a:lnTo>
                <a:lnTo>
                  <a:pt x="23159" y="2153827"/>
                </a:lnTo>
                <a:moveTo>
                  <a:pt x="0" y="2014871"/>
                </a:moveTo>
                <a:lnTo>
                  <a:pt x="0" y="1945393"/>
                </a:lnTo>
                <a:lnTo>
                  <a:pt x="23159" y="1945393"/>
                </a:lnTo>
                <a:lnTo>
                  <a:pt x="23159" y="2014871"/>
                </a:lnTo>
                <a:moveTo>
                  <a:pt x="0" y="1875914"/>
                </a:moveTo>
                <a:lnTo>
                  <a:pt x="0" y="1806436"/>
                </a:lnTo>
                <a:lnTo>
                  <a:pt x="23159" y="1806436"/>
                </a:lnTo>
                <a:lnTo>
                  <a:pt x="23159" y="1875914"/>
                </a:lnTo>
                <a:moveTo>
                  <a:pt x="0" y="1736958"/>
                </a:moveTo>
                <a:lnTo>
                  <a:pt x="0" y="1667479"/>
                </a:lnTo>
                <a:lnTo>
                  <a:pt x="23159" y="1667479"/>
                </a:lnTo>
                <a:lnTo>
                  <a:pt x="23159" y="1736958"/>
                </a:lnTo>
                <a:moveTo>
                  <a:pt x="0" y="1598001"/>
                </a:moveTo>
                <a:lnTo>
                  <a:pt x="0" y="1528523"/>
                </a:lnTo>
                <a:lnTo>
                  <a:pt x="23159" y="1528523"/>
                </a:lnTo>
                <a:lnTo>
                  <a:pt x="23159" y="1598001"/>
                </a:lnTo>
                <a:moveTo>
                  <a:pt x="0" y="1459044"/>
                </a:moveTo>
                <a:lnTo>
                  <a:pt x="0" y="1389566"/>
                </a:lnTo>
                <a:lnTo>
                  <a:pt x="23159" y="1389566"/>
                </a:lnTo>
                <a:lnTo>
                  <a:pt x="23159" y="1459044"/>
                </a:lnTo>
                <a:moveTo>
                  <a:pt x="0" y="1320088"/>
                </a:moveTo>
                <a:lnTo>
                  <a:pt x="0" y="1250609"/>
                </a:lnTo>
                <a:lnTo>
                  <a:pt x="23159" y="1250609"/>
                </a:lnTo>
                <a:lnTo>
                  <a:pt x="23159" y="1320088"/>
                </a:lnTo>
                <a:moveTo>
                  <a:pt x="0" y="1181131"/>
                </a:moveTo>
                <a:lnTo>
                  <a:pt x="0" y="1111653"/>
                </a:lnTo>
                <a:lnTo>
                  <a:pt x="23159" y="1111653"/>
                </a:lnTo>
                <a:lnTo>
                  <a:pt x="23159" y="1181131"/>
                </a:lnTo>
                <a:moveTo>
                  <a:pt x="0" y="1042175"/>
                </a:moveTo>
                <a:lnTo>
                  <a:pt x="0" y="972696"/>
                </a:lnTo>
                <a:lnTo>
                  <a:pt x="23159" y="972696"/>
                </a:lnTo>
                <a:lnTo>
                  <a:pt x="23159" y="1042175"/>
                </a:lnTo>
                <a:moveTo>
                  <a:pt x="0" y="903218"/>
                </a:moveTo>
                <a:lnTo>
                  <a:pt x="0" y="833740"/>
                </a:lnTo>
                <a:lnTo>
                  <a:pt x="23159" y="833740"/>
                </a:lnTo>
                <a:lnTo>
                  <a:pt x="23159" y="903218"/>
                </a:lnTo>
                <a:moveTo>
                  <a:pt x="0" y="764261"/>
                </a:moveTo>
                <a:lnTo>
                  <a:pt x="0" y="694783"/>
                </a:lnTo>
                <a:lnTo>
                  <a:pt x="23159" y="694783"/>
                </a:lnTo>
                <a:lnTo>
                  <a:pt x="23159" y="764261"/>
                </a:lnTo>
                <a:moveTo>
                  <a:pt x="0" y="625305"/>
                </a:moveTo>
                <a:lnTo>
                  <a:pt x="0" y="555826"/>
                </a:lnTo>
                <a:lnTo>
                  <a:pt x="23159" y="555826"/>
                </a:lnTo>
                <a:lnTo>
                  <a:pt x="23159" y="625305"/>
                </a:lnTo>
                <a:moveTo>
                  <a:pt x="0" y="486348"/>
                </a:moveTo>
                <a:lnTo>
                  <a:pt x="0" y="416870"/>
                </a:lnTo>
                <a:lnTo>
                  <a:pt x="23159" y="416870"/>
                </a:lnTo>
                <a:lnTo>
                  <a:pt x="23159" y="486348"/>
                </a:lnTo>
                <a:moveTo>
                  <a:pt x="0" y="347392"/>
                </a:moveTo>
                <a:lnTo>
                  <a:pt x="0" y="277913"/>
                </a:lnTo>
                <a:lnTo>
                  <a:pt x="23159" y="277913"/>
                </a:lnTo>
                <a:lnTo>
                  <a:pt x="23159" y="347392"/>
                </a:lnTo>
                <a:moveTo>
                  <a:pt x="0" y="208435"/>
                </a:moveTo>
                <a:lnTo>
                  <a:pt x="0" y="138957"/>
                </a:lnTo>
                <a:lnTo>
                  <a:pt x="23159" y="138957"/>
                </a:lnTo>
                <a:lnTo>
                  <a:pt x="23159" y="208435"/>
                </a:lnTo>
                <a:moveTo>
                  <a:pt x="0" y="69478"/>
                </a:moveTo>
                <a:lnTo>
                  <a:pt x="0" y="0"/>
                </a:lnTo>
                <a:lnTo>
                  <a:pt x="23159" y="0"/>
                </a:lnTo>
                <a:lnTo>
                  <a:pt x="23159" y="69478"/>
                </a:lnTo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B41AB-95A7-4669-B2DD-2B1C616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89" y="3531059"/>
            <a:ext cx="960422" cy="10"/>
          </a:xfrm>
          <a:custGeom xmlns:a="http://schemas.openxmlformats.org/drawingml/2006/main">
            <a:pathLst>
              <a:path w="960422" h="1" fill="none">
                <a:moveTo>
                  <a:pt x="9604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37D07-31E6-40D0-B726-6C69F27C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02" y="3450001"/>
            <a:ext cx="162116" cy="162116"/>
          </a:xfrm>
          <a:custGeom xmlns:a="http://schemas.openxmlformats.org/drawingml/2006/main">
            <a:pathLst>
              <a:path w="162116" h="162116">
                <a:moveTo>
                  <a:pt x="0" y="81058"/>
                </a:moveTo>
                <a:lnTo>
                  <a:pt x="162116" y="0"/>
                </a:lnTo>
                <a:lnTo>
                  <a:pt x="121587" y="81058"/>
                </a:lnTo>
                <a:lnTo>
                  <a:pt x="162116" y="162116"/>
                </a:lnTo>
                <a:lnTo>
                  <a:pt x="0" y="810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8F86D-2CF6-4F52-8CB3-3815219B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02" y="3450001"/>
            <a:ext cx="162116" cy="162116"/>
          </a:xfrm>
          <a:custGeom xmlns:a="http://schemas.openxmlformats.org/drawingml/2006/main">
            <a:pathLst>
              <a:path w="162116" h="162116" fill="none">
                <a:moveTo>
                  <a:pt x="0" y="81058"/>
                </a:moveTo>
                <a:lnTo>
                  <a:pt x="162116" y="0"/>
                </a:lnTo>
                <a:lnTo>
                  <a:pt x="121587" y="81058"/>
                </a:lnTo>
                <a:lnTo>
                  <a:pt x="162116" y="162116"/>
                </a:lnTo>
                <a:lnTo>
                  <a:pt x="0" y="810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000000"/>
            </a:solidFill>
            <a:miter/>
          </a:ln>
        </p:spPr>
      </p:sp>
      <p:sp>
        <p:nvSpPr>
          <p:cNvPr id="33" name="Text HTTP/1.1101SwitchingProtocols">
            <a:extLst xmlns:a="http://schemas.openxmlformats.org/drawingml/2006/main">
              <a:ext uri="{FF2B5EF4-FFF2-40B4-BE49-F238E27FC236}">
                <a16:creationId xmlns:a16="http://schemas.microsoft.com/office/drawing/2014/main" id="{A34331F5-63FA-492C-9071-5A3FC484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724" y="1900153"/>
            <a:ext cx="2205851" cy="100303"/>
          </a:xfrm>
          <a:custGeom xmlns:a="http://schemas.openxmlformats.org/drawingml/2006/main">
            <a:pathLst>
              <a:path w="2205851" h="100303">
                <a:moveTo>
                  <a:pt x="44780" y="46476"/>
                </a:moveTo>
                <a:lnTo>
                  <a:pt x="13287" y="46476"/>
                </a:lnTo>
                <a:lnTo>
                  <a:pt x="13287" y="73729"/>
                </a:lnTo>
                <a:lnTo>
                  <a:pt x="19676" y="73729"/>
                </a:lnTo>
                <a:cubicBezTo>
                  <a:pt x="20807" y="73729"/>
                  <a:pt x="21617" y="73945"/>
                  <a:pt x="22107" y="74379"/>
                </a:cubicBezTo>
                <a:cubicBezTo>
                  <a:pt x="22597" y="74812"/>
                  <a:pt x="22842" y="75387"/>
                  <a:pt x="22842" y="76103"/>
                </a:cubicBezTo>
                <a:cubicBezTo>
                  <a:pt x="22842" y="76782"/>
                  <a:pt x="22597" y="77347"/>
                  <a:pt x="22107" y="77800"/>
                </a:cubicBezTo>
                <a:cubicBezTo>
                  <a:pt x="21617" y="78252"/>
                  <a:pt x="20807" y="78478"/>
                  <a:pt x="19676" y="78478"/>
                </a:cubicBezTo>
                <a:lnTo>
                  <a:pt x="3166" y="78478"/>
                </a:lnTo>
                <a:cubicBezTo>
                  <a:pt x="2035" y="78478"/>
                  <a:pt x="1225" y="78252"/>
                  <a:pt x="735" y="77800"/>
                </a:cubicBezTo>
                <a:cubicBezTo>
                  <a:pt x="245" y="77347"/>
                  <a:pt x="0" y="76782"/>
                  <a:pt x="0" y="76103"/>
                </a:cubicBezTo>
                <a:cubicBezTo>
                  <a:pt x="0" y="75387"/>
                  <a:pt x="245" y="74812"/>
                  <a:pt x="735" y="74379"/>
                </a:cubicBezTo>
                <a:cubicBezTo>
                  <a:pt x="1225" y="73945"/>
                  <a:pt x="2035" y="73729"/>
                  <a:pt x="3166" y="73729"/>
                </a:cubicBezTo>
                <a:lnTo>
                  <a:pt x="8538" y="73729"/>
                </a:lnTo>
                <a:lnTo>
                  <a:pt x="8538" y="17075"/>
                </a:lnTo>
                <a:lnTo>
                  <a:pt x="5597" y="17075"/>
                </a:lnTo>
                <a:cubicBezTo>
                  <a:pt x="4429" y="17075"/>
                  <a:pt x="3600" y="16858"/>
                  <a:pt x="3110" y="16425"/>
                </a:cubicBezTo>
                <a:cubicBezTo>
                  <a:pt x="2620" y="15991"/>
                  <a:pt x="2375" y="15417"/>
                  <a:pt x="2375" y="14700"/>
                </a:cubicBezTo>
                <a:cubicBezTo>
                  <a:pt x="2375" y="13984"/>
                  <a:pt x="2620" y="13409"/>
                  <a:pt x="3110" y="12976"/>
                </a:cubicBezTo>
                <a:cubicBezTo>
                  <a:pt x="3600" y="12543"/>
                  <a:pt x="4429" y="12326"/>
                  <a:pt x="5597" y="12326"/>
                </a:cubicBezTo>
                <a:lnTo>
                  <a:pt x="19676" y="12326"/>
                </a:lnTo>
                <a:cubicBezTo>
                  <a:pt x="20807" y="12326"/>
                  <a:pt x="21617" y="12543"/>
                  <a:pt x="22107" y="12976"/>
                </a:cubicBezTo>
                <a:cubicBezTo>
                  <a:pt x="22597" y="13409"/>
                  <a:pt x="22842" y="13984"/>
                  <a:pt x="22842" y="14700"/>
                </a:cubicBezTo>
                <a:cubicBezTo>
                  <a:pt x="22842" y="15417"/>
                  <a:pt x="22597" y="15991"/>
                  <a:pt x="22107" y="16425"/>
                </a:cubicBezTo>
                <a:cubicBezTo>
                  <a:pt x="21617" y="16858"/>
                  <a:pt x="20807" y="17075"/>
                  <a:pt x="19676" y="17075"/>
                </a:cubicBezTo>
                <a:lnTo>
                  <a:pt x="13287" y="17075"/>
                </a:lnTo>
                <a:lnTo>
                  <a:pt x="13287" y="41727"/>
                </a:lnTo>
                <a:lnTo>
                  <a:pt x="44780" y="41727"/>
                </a:lnTo>
                <a:lnTo>
                  <a:pt x="44780" y="17075"/>
                </a:lnTo>
                <a:lnTo>
                  <a:pt x="38447" y="17075"/>
                </a:lnTo>
                <a:cubicBezTo>
                  <a:pt x="37317" y="17075"/>
                  <a:pt x="36506" y="16858"/>
                  <a:pt x="36016" y="16425"/>
                </a:cubicBezTo>
                <a:cubicBezTo>
                  <a:pt x="35526" y="15991"/>
                  <a:pt x="35281" y="15417"/>
                  <a:pt x="35281" y="14700"/>
                </a:cubicBezTo>
                <a:cubicBezTo>
                  <a:pt x="35281" y="13984"/>
                  <a:pt x="35517" y="13409"/>
                  <a:pt x="35988" y="12976"/>
                </a:cubicBezTo>
                <a:cubicBezTo>
                  <a:pt x="36459" y="12543"/>
                  <a:pt x="37279" y="12326"/>
                  <a:pt x="38447" y="12326"/>
                </a:cubicBezTo>
                <a:lnTo>
                  <a:pt x="52526" y="12326"/>
                </a:lnTo>
                <a:cubicBezTo>
                  <a:pt x="53694" y="12326"/>
                  <a:pt x="54524" y="12543"/>
                  <a:pt x="55014" y="12976"/>
                </a:cubicBezTo>
                <a:cubicBezTo>
                  <a:pt x="55504" y="13409"/>
                  <a:pt x="55749" y="13984"/>
                  <a:pt x="55749" y="14700"/>
                </a:cubicBezTo>
                <a:cubicBezTo>
                  <a:pt x="55749" y="15417"/>
                  <a:pt x="55504" y="15991"/>
                  <a:pt x="55014" y="16425"/>
                </a:cubicBezTo>
                <a:cubicBezTo>
                  <a:pt x="54524" y="16858"/>
                  <a:pt x="53694" y="17075"/>
                  <a:pt x="52526" y="17075"/>
                </a:cubicBezTo>
                <a:lnTo>
                  <a:pt x="49586" y="17075"/>
                </a:lnTo>
                <a:lnTo>
                  <a:pt x="49586" y="73729"/>
                </a:lnTo>
                <a:lnTo>
                  <a:pt x="54957" y="73729"/>
                </a:lnTo>
                <a:cubicBezTo>
                  <a:pt x="56088" y="73729"/>
                  <a:pt x="56898" y="73945"/>
                  <a:pt x="57388" y="74379"/>
                </a:cubicBezTo>
                <a:cubicBezTo>
                  <a:pt x="57878" y="74812"/>
                  <a:pt x="58123" y="75387"/>
                  <a:pt x="58123" y="76103"/>
                </a:cubicBezTo>
                <a:cubicBezTo>
                  <a:pt x="58123" y="76782"/>
                  <a:pt x="57878" y="77347"/>
                  <a:pt x="57388" y="77800"/>
                </a:cubicBezTo>
                <a:cubicBezTo>
                  <a:pt x="56898" y="78252"/>
                  <a:pt x="56088" y="78478"/>
                  <a:pt x="54957" y="78478"/>
                </a:cubicBezTo>
                <a:lnTo>
                  <a:pt x="38447" y="78478"/>
                </a:lnTo>
                <a:cubicBezTo>
                  <a:pt x="37317" y="78478"/>
                  <a:pt x="36506" y="78252"/>
                  <a:pt x="36016" y="77800"/>
                </a:cubicBezTo>
                <a:cubicBezTo>
                  <a:pt x="35526" y="77347"/>
                  <a:pt x="35281" y="76782"/>
                  <a:pt x="35281" y="76103"/>
                </a:cubicBezTo>
                <a:cubicBezTo>
                  <a:pt x="35281" y="75387"/>
                  <a:pt x="35517" y="74812"/>
                  <a:pt x="35988" y="74379"/>
                </a:cubicBezTo>
                <a:cubicBezTo>
                  <a:pt x="36459" y="73945"/>
                  <a:pt x="37279" y="73729"/>
                  <a:pt x="38447" y="73729"/>
                </a:cubicBezTo>
                <a:lnTo>
                  <a:pt x="44780" y="73729"/>
                </a:lnTo>
                <a:lnTo>
                  <a:pt x="44780" y="46476"/>
                </a:lnTo>
                <a:close/>
                <a:moveTo>
                  <a:pt x="100528" y="17075"/>
                </a:moveTo>
                <a:lnTo>
                  <a:pt x="100528" y="73729"/>
                </a:lnTo>
                <a:lnTo>
                  <a:pt x="112854" y="73729"/>
                </a:lnTo>
                <a:cubicBezTo>
                  <a:pt x="113985" y="73729"/>
                  <a:pt x="114795" y="73945"/>
                  <a:pt x="115285" y="74379"/>
                </a:cubicBezTo>
                <a:cubicBezTo>
                  <a:pt x="115775" y="74812"/>
                  <a:pt x="116020" y="75387"/>
                  <a:pt x="116020" y="76103"/>
                </a:cubicBezTo>
                <a:cubicBezTo>
                  <a:pt x="116020" y="76782"/>
                  <a:pt x="115775" y="77347"/>
                  <a:pt x="115285" y="77800"/>
                </a:cubicBezTo>
                <a:cubicBezTo>
                  <a:pt x="114795" y="78252"/>
                  <a:pt x="113985" y="78478"/>
                  <a:pt x="112854" y="78478"/>
                </a:cubicBezTo>
                <a:lnTo>
                  <a:pt x="83396" y="78478"/>
                </a:lnTo>
                <a:cubicBezTo>
                  <a:pt x="82266" y="78478"/>
                  <a:pt x="81455" y="78252"/>
                  <a:pt x="80965" y="77800"/>
                </a:cubicBezTo>
                <a:cubicBezTo>
                  <a:pt x="80475" y="77347"/>
                  <a:pt x="80230" y="76782"/>
                  <a:pt x="80230" y="76103"/>
                </a:cubicBezTo>
                <a:cubicBezTo>
                  <a:pt x="80230" y="75387"/>
                  <a:pt x="80475" y="74812"/>
                  <a:pt x="80965" y="74379"/>
                </a:cubicBezTo>
                <a:cubicBezTo>
                  <a:pt x="81455" y="73945"/>
                  <a:pt x="82266" y="73729"/>
                  <a:pt x="83396" y="73729"/>
                </a:cubicBezTo>
                <a:lnTo>
                  <a:pt x="95722" y="73729"/>
                </a:lnTo>
                <a:lnTo>
                  <a:pt x="95722" y="17075"/>
                </a:lnTo>
                <a:lnTo>
                  <a:pt x="76272" y="17075"/>
                </a:lnTo>
                <a:lnTo>
                  <a:pt x="76272" y="33472"/>
                </a:lnTo>
                <a:cubicBezTo>
                  <a:pt x="76272" y="34660"/>
                  <a:pt x="76056" y="35504"/>
                  <a:pt x="75622" y="36004"/>
                </a:cubicBezTo>
                <a:cubicBezTo>
                  <a:pt x="75189" y="36502"/>
                  <a:pt x="74614" y="36751"/>
                  <a:pt x="73898" y="36751"/>
                </a:cubicBezTo>
                <a:cubicBezTo>
                  <a:pt x="73219" y="36751"/>
                  <a:pt x="72654" y="36502"/>
                  <a:pt x="72201" y="36004"/>
                </a:cubicBezTo>
                <a:cubicBezTo>
                  <a:pt x="71749" y="35504"/>
                  <a:pt x="71523" y="34660"/>
                  <a:pt x="71523" y="33472"/>
                </a:cubicBezTo>
                <a:lnTo>
                  <a:pt x="71523" y="12326"/>
                </a:lnTo>
                <a:lnTo>
                  <a:pt x="124727" y="12326"/>
                </a:lnTo>
                <a:lnTo>
                  <a:pt x="124727" y="33472"/>
                </a:lnTo>
                <a:cubicBezTo>
                  <a:pt x="124727" y="34660"/>
                  <a:pt x="124511" y="35504"/>
                  <a:pt x="124077" y="36004"/>
                </a:cubicBezTo>
                <a:cubicBezTo>
                  <a:pt x="123644" y="36502"/>
                  <a:pt x="123069" y="36751"/>
                  <a:pt x="122353" y="36751"/>
                </a:cubicBezTo>
                <a:cubicBezTo>
                  <a:pt x="121637" y="36751"/>
                  <a:pt x="121062" y="36502"/>
                  <a:pt x="120628" y="36004"/>
                </a:cubicBezTo>
                <a:cubicBezTo>
                  <a:pt x="120195" y="35504"/>
                  <a:pt x="119978" y="34660"/>
                  <a:pt x="119978" y="33472"/>
                </a:cubicBezTo>
                <a:lnTo>
                  <a:pt x="119978" y="17075"/>
                </a:lnTo>
                <a:lnTo>
                  <a:pt x="100528" y="17075"/>
                </a:lnTo>
                <a:close/>
                <a:moveTo>
                  <a:pt x="170016" y="17075"/>
                </a:moveTo>
                <a:lnTo>
                  <a:pt x="170016" y="73729"/>
                </a:lnTo>
                <a:lnTo>
                  <a:pt x="182342" y="73729"/>
                </a:lnTo>
                <a:cubicBezTo>
                  <a:pt x="183472" y="73729"/>
                  <a:pt x="184283" y="73945"/>
                  <a:pt x="184773" y="74379"/>
                </a:cubicBezTo>
                <a:cubicBezTo>
                  <a:pt x="185263" y="74812"/>
                  <a:pt x="185508" y="75387"/>
                  <a:pt x="185508" y="76103"/>
                </a:cubicBezTo>
                <a:cubicBezTo>
                  <a:pt x="185508" y="76782"/>
                  <a:pt x="185263" y="77347"/>
                  <a:pt x="184773" y="77800"/>
                </a:cubicBezTo>
                <a:cubicBezTo>
                  <a:pt x="184283" y="78252"/>
                  <a:pt x="183472" y="78478"/>
                  <a:pt x="182342" y="78478"/>
                </a:cubicBezTo>
                <a:lnTo>
                  <a:pt x="152884" y="78478"/>
                </a:lnTo>
                <a:cubicBezTo>
                  <a:pt x="151753" y="78478"/>
                  <a:pt x="150943" y="78252"/>
                  <a:pt x="150453" y="77800"/>
                </a:cubicBezTo>
                <a:cubicBezTo>
                  <a:pt x="149963" y="77347"/>
                  <a:pt x="149718" y="76782"/>
                  <a:pt x="149718" y="76103"/>
                </a:cubicBezTo>
                <a:cubicBezTo>
                  <a:pt x="149718" y="75387"/>
                  <a:pt x="149963" y="74812"/>
                  <a:pt x="150453" y="74379"/>
                </a:cubicBezTo>
                <a:cubicBezTo>
                  <a:pt x="150943" y="73945"/>
                  <a:pt x="151753" y="73729"/>
                  <a:pt x="152884" y="73729"/>
                </a:cubicBezTo>
                <a:lnTo>
                  <a:pt x="165210" y="73729"/>
                </a:lnTo>
                <a:lnTo>
                  <a:pt x="165210" y="17075"/>
                </a:lnTo>
                <a:lnTo>
                  <a:pt x="145760" y="17075"/>
                </a:lnTo>
                <a:lnTo>
                  <a:pt x="145760" y="33472"/>
                </a:lnTo>
                <a:cubicBezTo>
                  <a:pt x="145760" y="34660"/>
                  <a:pt x="145543" y="35504"/>
                  <a:pt x="145110" y="36004"/>
                </a:cubicBezTo>
                <a:cubicBezTo>
                  <a:pt x="144676" y="36502"/>
                  <a:pt x="144101" y="36751"/>
                  <a:pt x="143385" y="36751"/>
                </a:cubicBezTo>
                <a:cubicBezTo>
                  <a:pt x="142707" y="36751"/>
                  <a:pt x="142141" y="36502"/>
                  <a:pt x="141689" y="36004"/>
                </a:cubicBezTo>
                <a:cubicBezTo>
                  <a:pt x="141237" y="35504"/>
                  <a:pt x="141011" y="34660"/>
                  <a:pt x="141011" y="33472"/>
                </a:cubicBezTo>
                <a:lnTo>
                  <a:pt x="141011" y="12326"/>
                </a:lnTo>
                <a:lnTo>
                  <a:pt x="194215" y="12326"/>
                </a:lnTo>
                <a:lnTo>
                  <a:pt x="194215" y="33472"/>
                </a:lnTo>
                <a:cubicBezTo>
                  <a:pt x="194215" y="34660"/>
                  <a:pt x="193998" y="35504"/>
                  <a:pt x="193565" y="36004"/>
                </a:cubicBezTo>
                <a:cubicBezTo>
                  <a:pt x="193131" y="36502"/>
                  <a:pt x="192556" y="36751"/>
                  <a:pt x="191840" y="36751"/>
                </a:cubicBezTo>
                <a:cubicBezTo>
                  <a:pt x="191124" y="36751"/>
                  <a:pt x="190549" y="36502"/>
                  <a:pt x="190116" y="36004"/>
                </a:cubicBezTo>
                <a:cubicBezTo>
                  <a:pt x="189682" y="35504"/>
                  <a:pt x="189466" y="34660"/>
                  <a:pt x="189466" y="33472"/>
                </a:cubicBezTo>
                <a:lnTo>
                  <a:pt x="189466" y="17075"/>
                </a:lnTo>
                <a:lnTo>
                  <a:pt x="170016" y="17075"/>
                </a:lnTo>
                <a:close/>
                <a:moveTo>
                  <a:pt x="226839" y="51339"/>
                </a:moveTo>
                <a:lnTo>
                  <a:pt x="226839" y="73729"/>
                </a:lnTo>
                <a:lnTo>
                  <a:pt x="243122" y="73729"/>
                </a:lnTo>
                <a:cubicBezTo>
                  <a:pt x="244253" y="73729"/>
                  <a:pt x="245063" y="73945"/>
                  <a:pt x="245553" y="74379"/>
                </a:cubicBezTo>
                <a:cubicBezTo>
                  <a:pt x="246043" y="74812"/>
                  <a:pt x="246288" y="75387"/>
                  <a:pt x="246288" y="76103"/>
                </a:cubicBezTo>
                <a:cubicBezTo>
                  <a:pt x="246288" y="76782"/>
                  <a:pt x="246043" y="77347"/>
                  <a:pt x="245553" y="77800"/>
                </a:cubicBezTo>
                <a:cubicBezTo>
                  <a:pt x="245063" y="78252"/>
                  <a:pt x="244253" y="78478"/>
                  <a:pt x="243122" y="78478"/>
                </a:cubicBezTo>
                <a:lnTo>
                  <a:pt x="215700" y="78478"/>
                </a:lnTo>
                <a:cubicBezTo>
                  <a:pt x="214569" y="78478"/>
                  <a:pt x="213759" y="78252"/>
                  <a:pt x="213269" y="77800"/>
                </a:cubicBezTo>
                <a:cubicBezTo>
                  <a:pt x="212779" y="77347"/>
                  <a:pt x="212534" y="76782"/>
                  <a:pt x="212534" y="76103"/>
                </a:cubicBezTo>
                <a:cubicBezTo>
                  <a:pt x="212534" y="75387"/>
                  <a:pt x="212779" y="74812"/>
                  <a:pt x="213269" y="74379"/>
                </a:cubicBezTo>
                <a:cubicBezTo>
                  <a:pt x="213759" y="73945"/>
                  <a:pt x="214569" y="73729"/>
                  <a:pt x="215700" y="73729"/>
                </a:cubicBezTo>
                <a:lnTo>
                  <a:pt x="222089" y="73729"/>
                </a:lnTo>
                <a:lnTo>
                  <a:pt x="222089" y="17075"/>
                </a:lnTo>
                <a:lnTo>
                  <a:pt x="215700" y="17075"/>
                </a:lnTo>
                <a:cubicBezTo>
                  <a:pt x="214569" y="17075"/>
                  <a:pt x="213759" y="16858"/>
                  <a:pt x="213269" y="16425"/>
                </a:cubicBezTo>
                <a:cubicBezTo>
                  <a:pt x="212779" y="15991"/>
                  <a:pt x="212534" y="15417"/>
                  <a:pt x="212534" y="14700"/>
                </a:cubicBezTo>
                <a:cubicBezTo>
                  <a:pt x="212534" y="13984"/>
                  <a:pt x="212779" y="13409"/>
                  <a:pt x="213269" y="12976"/>
                </a:cubicBezTo>
                <a:cubicBezTo>
                  <a:pt x="213759" y="12543"/>
                  <a:pt x="214569" y="12326"/>
                  <a:pt x="215700" y="12326"/>
                </a:cubicBezTo>
                <a:lnTo>
                  <a:pt x="243292" y="12326"/>
                </a:lnTo>
                <a:cubicBezTo>
                  <a:pt x="249813" y="12326"/>
                  <a:pt x="255137" y="14248"/>
                  <a:pt x="259264" y="18093"/>
                </a:cubicBezTo>
                <a:cubicBezTo>
                  <a:pt x="263392" y="21938"/>
                  <a:pt x="265456" y="26442"/>
                  <a:pt x="265456" y="31606"/>
                </a:cubicBezTo>
                <a:cubicBezTo>
                  <a:pt x="265456" y="34659"/>
                  <a:pt x="264787" y="37411"/>
                  <a:pt x="263448" y="39861"/>
                </a:cubicBezTo>
                <a:cubicBezTo>
                  <a:pt x="262110" y="42311"/>
                  <a:pt x="260499" y="44233"/>
                  <a:pt x="258614" y="45628"/>
                </a:cubicBezTo>
                <a:cubicBezTo>
                  <a:pt x="255787" y="47739"/>
                  <a:pt x="252866" y="49284"/>
                  <a:pt x="249850" y="50264"/>
                </a:cubicBezTo>
                <a:cubicBezTo>
                  <a:pt x="247664" y="50981"/>
                  <a:pt x="244950" y="51339"/>
                  <a:pt x="241709" y="51339"/>
                </a:cubicBezTo>
                <a:lnTo>
                  <a:pt x="226839" y="51339"/>
                </a:lnTo>
                <a:moveTo>
                  <a:pt x="226839" y="46589"/>
                </a:moveTo>
                <a:lnTo>
                  <a:pt x="241991" y="46589"/>
                </a:lnTo>
                <a:cubicBezTo>
                  <a:pt x="245497" y="46589"/>
                  <a:pt x="248786" y="45807"/>
                  <a:pt x="251858" y="44243"/>
                </a:cubicBezTo>
                <a:cubicBezTo>
                  <a:pt x="254930" y="42679"/>
                  <a:pt x="257172" y="40766"/>
                  <a:pt x="258586" y="38504"/>
                </a:cubicBezTo>
                <a:cubicBezTo>
                  <a:pt x="259999" y="36242"/>
                  <a:pt x="260706" y="33943"/>
                  <a:pt x="260706" y="31606"/>
                </a:cubicBezTo>
                <a:cubicBezTo>
                  <a:pt x="260706" y="27874"/>
                  <a:pt x="259104" y="24520"/>
                  <a:pt x="255900" y="21542"/>
                </a:cubicBezTo>
                <a:cubicBezTo>
                  <a:pt x="252696" y="18564"/>
                  <a:pt x="248644" y="17075"/>
                  <a:pt x="243744" y="17075"/>
                </a:cubicBezTo>
                <a:lnTo>
                  <a:pt x="226839" y="17075"/>
                </a:lnTo>
                <a:lnTo>
                  <a:pt x="226839" y="46589"/>
                </a:lnTo>
                <a:close/>
                <a:moveTo>
                  <a:pt x="327989" y="4127"/>
                </a:moveTo>
                <a:lnTo>
                  <a:pt x="289767" y="85998"/>
                </a:lnTo>
                <a:cubicBezTo>
                  <a:pt x="289127" y="87393"/>
                  <a:pt x="288297" y="88090"/>
                  <a:pt x="287280" y="88090"/>
                </a:cubicBezTo>
                <a:cubicBezTo>
                  <a:pt x="286639" y="88090"/>
                  <a:pt x="286083" y="87854"/>
                  <a:pt x="285612" y="87383"/>
                </a:cubicBezTo>
                <a:cubicBezTo>
                  <a:pt x="285140" y="86912"/>
                  <a:pt x="284905" y="86394"/>
                  <a:pt x="284905" y="85828"/>
                </a:cubicBezTo>
                <a:cubicBezTo>
                  <a:pt x="284905" y="85376"/>
                  <a:pt x="285093" y="84754"/>
                  <a:pt x="285470" y="83962"/>
                </a:cubicBezTo>
                <a:lnTo>
                  <a:pt x="323635" y="2092"/>
                </a:lnTo>
                <a:cubicBezTo>
                  <a:pt x="324050" y="1225"/>
                  <a:pt x="324445" y="660"/>
                  <a:pt x="324822" y="396"/>
                </a:cubicBezTo>
                <a:cubicBezTo>
                  <a:pt x="325199" y="132"/>
                  <a:pt x="325652" y="0"/>
                  <a:pt x="326179" y="0"/>
                </a:cubicBezTo>
                <a:cubicBezTo>
                  <a:pt x="326820" y="0"/>
                  <a:pt x="327376" y="236"/>
                  <a:pt x="327847" y="707"/>
                </a:cubicBezTo>
                <a:cubicBezTo>
                  <a:pt x="328318" y="1178"/>
                  <a:pt x="328554" y="1696"/>
                  <a:pt x="328554" y="2262"/>
                </a:cubicBezTo>
                <a:cubicBezTo>
                  <a:pt x="328554" y="2676"/>
                  <a:pt x="328366" y="3298"/>
                  <a:pt x="327989" y="4127"/>
                </a:cubicBezTo>
                <a:close/>
                <a:moveTo>
                  <a:pt x="378479" y="6559"/>
                </a:moveTo>
                <a:lnTo>
                  <a:pt x="378479" y="73729"/>
                </a:lnTo>
                <a:lnTo>
                  <a:pt x="394762" y="73729"/>
                </a:lnTo>
                <a:cubicBezTo>
                  <a:pt x="395893" y="73729"/>
                  <a:pt x="396703" y="73945"/>
                  <a:pt x="397193" y="74379"/>
                </a:cubicBezTo>
                <a:cubicBezTo>
                  <a:pt x="397684" y="74812"/>
                  <a:pt x="397929" y="75387"/>
                  <a:pt x="397929" y="76103"/>
                </a:cubicBezTo>
                <a:cubicBezTo>
                  <a:pt x="397929" y="76782"/>
                  <a:pt x="397684" y="77347"/>
                  <a:pt x="397193" y="77800"/>
                </a:cubicBezTo>
                <a:cubicBezTo>
                  <a:pt x="396703" y="78252"/>
                  <a:pt x="395893" y="78478"/>
                  <a:pt x="394762" y="78478"/>
                </a:cubicBezTo>
                <a:lnTo>
                  <a:pt x="357446" y="78478"/>
                </a:lnTo>
                <a:cubicBezTo>
                  <a:pt x="356315" y="78478"/>
                  <a:pt x="355504" y="78252"/>
                  <a:pt x="355014" y="77800"/>
                </a:cubicBezTo>
                <a:cubicBezTo>
                  <a:pt x="354524" y="77347"/>
                  <a:pt x="354279" y="76782"/>
                  <a:pt x="354279" y="76103"/>
                </a:cubicBezTo>
                <a:cubicBezTo>
                  <a:pt x="354279" y="75387"/>
                  <a:pt x="354524" y="74812"/>
                  <a:pt x="355014" y="74379"/>
                </a:cubicBezTo>
                <a:cubicBezTo>
                  <a:pt x="355504" y="73945"/>
                  <a:pt x="356315" y="73729"/>
                  <a:pt x="357446" y="73729"/>
                </a:cubicBezTo>
                <a:lnTo>
                  <a:pt x="373729" y="73729"/>
                </a:lnTo>
                <a:lnTo>
                  <a:pt x="373729" y="13117"/>
                </a:lnTo>
                <a:lnTo>
                  <a:pt x="358237" y="17980"/>
                </a:lnTo>
                <a:cubicBezTo>
                  <a:pt x="357483" y="18206"/>
                  <a:pt x="356937" y="18319"/>
                  <a:pt x="356598" y="18319"/>
                </a:cubicBezTo>
                <a:cubicBezTo>
                  <a:pt x="356032" y="18319"/>
                  <a:pt x="355514" y="18083"/>
                  <a:pt x="355043" y="17612"/>
                </a:cubicBezTo>
                <a:cubicBezTo>
                  <a:pt x="354572" y="17141"/>
                  <a:pt x="354336" y="16585"/>
                  <a:pt x="354336" y="15944"/>
                </a:cubicBezTo>
                <a:cubicBezTo>
                  <a:pt x="354336" y="15379"/>
                  <a:pt x="354524" y="14851"/>
                  <a:pt x="354901" y="14361"/>
                </a:cubicBezTo>
                <a:cubicBezTo>
                  <a:pt x="355203" y="14060"/>
                  <a:pt x="355825" y="13739"/>
                  <a:pt x="356767" y="13400"/>
                </a:cubicBezTo>
                <a:lnTo>
                  <a:pt x="378479" y="6559"/>
                </a:lnTo>
                <a:close/>
                <a:moveTo>
                  <a:pt x="444630" y="64908"/>
                </a:moveTo>
                <a:lnTo>
                  <a:pt x="446666" y="64908"/>
                </a:lnTo>
                <a:cubicBezTo>
                  <a:pt x="448777" y="64908"/>
                  <a:pt x="450586" y="65656"/>
                  <a:pt x="452094" y="67150"/>
                </a:cubicBezTo>
                <a:cubicBezTo>
                  <a:pt x="453601" y="68644"/>
                  <a:pt x="454355" y="70450"/>
                  <a:pt x="454355" y="72570"/>
                </a:cubicBezTo>
                <a:cubicBezTo>
                  <a:pt x="454355" y="74764"/>
                  <a:pt x="453592" y="76599"/>
                  <a:pt x="452065" y="78075"/>
                </a:cubicBezTo>
                <a:cubicBezTo>
                  <a:pt x="450539" y="79550"/>
                  <a:pt x="448739" y="80287"/>
                  <a:pt x="446666" y="80287"/>
                </a:cubicBezTo>
                <a:lnTo>
                  <a:pt x="444630" y="80287"/>
                </a:lnTo>
                <a:cubicBezTo>
                  <a:pt x="442519" y="80287"/>
                  <a:pt x="440710" y="79540"/>
                  <a:pt x="439202" y="78047"/>
                </a:cubicBezTo>
                <a:cubicBezTo>
                  <a:pt x="437695" y="76552"/>
                  <a:pt x="436941" y="74745"/>
                  <a:pt x="436941" y="72626"/>
                </a:cubicBezTo>
                <a:cubicBezTo>
                  <a:pt x="436941" y="70432"/>
                  <a:pt x="437704" y="68597"/>
                  <a:pt x="439231" y="67122"/>
                </a:cubicBezTo>
                <a:cubicBezTo>
                  <a:pt x="440757" y="65646"/>
                  <a:pt x="442557" y="64908"/>
                  <a:pt x="444630" y="64908"/>
                </a:cubicBezTo>
                <a:close/>
                <a:moveTo>
                  <a:pt x="517454" y="6559"/>
                </a:moveTo>
                <a:lnTo>
                  <a:pt x="517454" y="73729"/>
                </a:lnTo>
                <a:lnTo>
                  <a:pt x="533738" y="73729"/>
                </a:lnTo>
                <a:cubicBezTo>
                  <a:pt x="534868" y="73729"/>
                  <a:pt x="535679" y="73945"/>
                  <a:pt x="536169" y="74379"/>
                </a:cubicBezTo>
                <a:cubicBezTo>
                  <a:pt x="536659" y="74812"/>
                  <a:pt x="536904" y="75387"/>
                  <a:pt x="536904" y="76103"/>
                </a:cubicBezTo>
                <a:cubicBezTo>
                  <a:pt x="536904" y="76782"/>
                  <a:pt x="536659" y="77347"/>
                  <a:pt x="536169" y="77800"/>
                </a:cubicBezTo>
                <a:cubicBezTo>
                  <a:pt x="535679" y="78252"/>
                  <a:pt x="534868" y="78478"/>
                  <a:pt x="533738" y="78478"/>
                </a:cubicBezTo>
                <a:lnTo>
                  <a:pt x="496421" y="78478"/>
                </a:lnTo>
                <a:cubicBezTo>
                  <a:pt x="495290" y="78478"/>
                  <a:pt x="494480" y="78252"/>
                  <a:pt x="493990" y="77800"/>
                </a:cubicBezTo>
                <a:cubicBezTo>
                  <a:pt x="493500" y="77347"/>
                  <a:pt x="493255" y="76782"/>
                  <a:pt x="493255" y="76103"/>
                </a:cubicBezTo>
                <a:cubicBezTo>
                  <a:pt x="493255" y="75387"/>
                  <a:pt x="493500" y="74812"/>
                  <a:pt x="493990" y="74379"/>
                </a:cubicBezTo>
                <a:cubicBezTo>
                  <a:pt x="494480" y="73945"/>
                  <a:pt x="495290" y="73729"/>
                  <a:pt x="496421" y="73729"/>
                </a:cubicBezTo>
                <a:lnTo>
                  <a:pt x="512705" y="73729"/>
                </a:lnTo>
                <a:lnTo>
                  <a:pt x="512705" y="13117"/>
                </a:lnTo>
                <a:lnTo>
                  <a:pt x="497213" y="17980"/>
                </a:lnTo>
                <a:cubicBezTo>
                  <a:pt x="496459" y="18206"/>
                  <a:pt x="495912" y="18319"/>
                  <a:pt x="495573" y="18319"/>
                </a:cubicBezTo>
                <a:cubicBezTo>
                  <a:pt x="495007" y="18319"/>
                  <a:pt x="494489" y="18083"/>
                  <a:pt x="494018" y="17612"/>
                </a:cubicBezTo>
                <a:cubicBezTo>
                  <a:pt x="493547" y="17141"/>
                  <a:pt x="493311" y="16585"/>
                  <a:pt x="493311" y="15944"/>
                </a:cubicBezTo>
                <a:cubicBezTo>
                  <a:pt x="493311" y="15379"/>
                  <a:pt x="493500" y="14851"/>
                  <a:pt x="493877" y="14361"/>
                </a:cubicBezTo>
                <a:cubicBezTo>
                  <a:pt x="494178" y="14060"/>
                  <a:pt x="494800" y="13739"/>
                  <a:pt x="495743" y="13400"/>
                </a:cubicBezTo>
                <a:lnTo>
                  <a:pt x="517454" y="6559"/>
                </a:lnTo>
                <a:close/>
                <a:moveTo>
                  <a:pt x="656429" y="6559"/>
                </a:moveTo>
                <a:lnTo>
                  <a:pt x="656429" y="73729"/>
                </a:lnTo>
                <a:lnTo>
                  <a:pt x="672713" y="73729"/>
                </a:lnTo>
                <a:cubicBezTo>
                  <a:pt x="673844" y="73729"/>
                  <a:pt x="674654" y="73945"/>
                  <a:pt x="675144" y="74379"/>
                </a:cubicBezTo>
                <a:cubicBezTo>
                  <a:pt x="675634" y="74812"/>
                  <a:pt x="675879" y="75387"/>
                  <a:pt x="675879" y="76103"/>
                </a:cubicBezTo>
                <a:cubicBezTo>
                  <a:pt x="675879" y="76782"/>
                  <a:pt x="675634" y="77347"/>
                  <a:pt x="675144" y="77800"/>
                </a:cubicBezTo>
                <a:cubicBezTo>
                  <a:pt x="674654" y="78252"/>
                  <a:pt x="673844" y="78478"/>
                  <a:pt x="672713" y="78478"/>
                </a:cubicBezTo>
                <a:lnTo>
                  <a:pt x="635396" y="78478"/>
                </a:lnTo>
                <a:cubicBezTo>
                  <a:pt x="634265" y="78478"/>
                  <a:pt x="633455" y="78252"/>
                  <a:pt x="632965" y="77800"/>
                </a:cubicBezTo>
                <a:cubicBezTo>
                  <a:pt x="632475" y="77347"/>
                  <a:pt x="632230" y="76782"/>
                  <a:pt x="632230" y="76103"/>
                </a:cubicBezTo>
                <a:cubicBezTo>
                  <a:pt x="632230" y="75387"/>
                  <a:pt x="632475" y="74812"/>
                  <a:pt x="632965" y="74379"/>
                </a:cubicBezTo>
                <a:cubicBezTo>
                  <a:pt x="633455" y="73945"/>
                  <a:pt x="634265" y="73729"/>
                  <a:pt x="635396" y="73729"/>
                </a:cubicBezTo>
                <a:lnTo>
                  <a:pt x="651680" y="73729"/>
                </a:lnTo>
                <a:lnTo>
                  <a:pt x="651680" y="13117"/>
                </a:lnTo>
                <a:lnTo>
                  <a:pt x="636188" y="17980"/>
                </a:lnTo>
                <a:cubicBezTo>
                  <a:pt x="635434" y="18206"/>
                  <a:pt x="634887" y="18319"/>
                  <a:pt x="634548" y="18319"/>
                </a:cubicBezTo>
                <a:cubicBezTo>
                  <a:pt x="633983" y="18319"/>
                  <a:pt x="633464" y="18083"/>
                  <a:pt x="632993" y="17612"/>
                </a:cubicBezTo>
                <a:cubicBezTo>
                  <a:pt x="632522" y="17141"/>
                  <a:pt x="632286" y="16585"/>
                  <a:pt x="632286" y="15944"/>
                </a:cubicBezTo>
                <a:cubicBezTo>
                  <a:pt x="632286" y="15379"/>
                  <a:pt x="632475" y="14851"/>
                  <a:pt x="632852" y="14361"/>
                </a:cubicBezTo>
                <a:cubicBezTo>
                  <a:pt x="633153" y="14060"/>
                  <a:pt x="633775" y="13739"/>
                  <a:pt x="634718" y="13400"/>
                </a:cubicBezTo>
                <a:lnTo>
                  <a:pt x="656429" y="6559"/>
                </a:lnTo>
                <a:close/>
                <a:moveTo>
                  <a:pt x="745367" y="37113"/>
                </a:moveTo>
                <a:lnTo>
                  <a:pt x="745367" y="48884"/>
                </a:lnTo>
                <a:cubicBezTo>
                  <a:pt x="745367" y="59106"/>
                  <a:pt x="742935" y="67198"/>
                  <a:pt x="738073" y="73158"/>
                </a:cubicBezTo>
                <a:cubicBezTo>
                  <a:pt x="734266" y="77835"/>
                  <a:pt x="729460" y="80174"/>
                  <a:pt x="723655" y="80174"/>
                </a:cubicBezTo>
                <a:cubicBezTo>
                  <a:pt x="720866" y="80174"/>
                  <a:pt x="718237" y="79618"/>
                  <a:pt x="715768" y="78504"/>
                </a:cubicBezTo>
                <a:cubicBezTo>
                  <a:pt x="713299" y="77393"/>
                  <a:pt x="711197" y="75836"/>
                  <a:pt x="709463" y="73836"/>
                </a:cubicBezTo>
                <a:cubicBezTo>
                  <a:pt x="708370" y="72591"/>
                  <a:pt x="707174" y="70592"/>
                  <a:pt x="705873" y="67840"/>
                </a:cubicBezTo>
                <a:cubicBezTo>
                  <a:pt x="704573" y="65086"/>
                  <a:pt x="703640" y="62558"/>
                  <a:pt x="703074" y="60256"/>
                </a:cubicBezTo>
                <a:cubicBezTo>
                  <a:pt x="702207" y="57012"/>
                  <a:pt x="701774" y="53222"/>
                  <a:pt x="701774" y="48884"/>
                </a:cubicBezTo>
                <a:lnTo>
                  <a:pt x="701774" y="37113"/>
                </a:lnTo>
                <a:cubicBezTo>
                  <a:pt x="701774" y="26854"/>
                  <a:pt x="704205" y="18744"/>
                  <a:pt x="709068" y="12783"/>
                </a:cubicBezTo>
                <a:cubicBezTo>
                  <a:pt x="712875" y="8106"/>
                  <a:pt x="717681" y="5767"/>
                  <a:pt x="723485" y="5767"/>
                </a:cubicBezTo>
                <a:cubicBezTo>
                  <a:pt x="726312" y="5767"/>
                  <a:pt x="728951" y="6324"/>
                  <a:pt x="731401" y="7437"/>
                </a:cubicBezTo>
                <a:cubicBezTo>
                  <a:pt x="733851" y="8549"/>
                  <a:pt x="735943" y="10105"/>
                  <a:pt x="737677" y="12105"/>
                </a:cubicBezTo>
                <a:cubicBezTo>
                  <a:pt x="738808" y="13388"/>
                  <a:pt x="740014" y="15406"/>
                  <a:pt x="741296" y="18160"/>
                </a:cubicBezTo>
                <a:cubicBezTo>
                  <a:pt x="742577" y="20913"/>
                  <a:pt x="743520" y="23421"/>
                  <a:pt x="744123" y="25685"/>
                </a:cubicBezTo>
                <a:cubicBezTo>
                  <a:pt x="744952" y="28929"/>
                  <a:pt x="745367" y="32739"/>
                  <a:pt x="745367" y="37113"/>
                </a:cubicBezTo>
                <a:moveTo>
                  <a:pt x="740617" y="37751"/>
                </a:moveTo>
                <a:cubicBezTo>
                  <a:pt x="740617" y="33262"/>
                  <a:pt x="739986" y="29085"/>
                  <a:pt x="738723" y="25219"/>
                </a:cubicBezTo>
                <a:cubicBezTo>
                  <a:pt x="737460" y="21352"/>
                  <a:pt x="736037" y="18266"/>
                  <a:pt x="734454" y="15962"/>
                </a:cubicBezTo>
                <a:cubicBezTo>
                  <a:pt x="733512" y="14640"/>
                  <a:pt x="732287" y="13498"/>
                  <a:pt x="730779" y="12536"/>
                </a:cubicBezTo>
                <a:cubicBezTo>
                  <a:pt x="728631" y="11190"/>
                  <a:pt x="726218" y="10517"/>
                  <a:pt x="723542" y="10517"/>
                </a:cubicBezTo>
                <a:cubicBezTo>
                  <a:pt x="718227" y="10560"/>
                  <a:pt x="714062" y="13301"/>
                  <a:pt x="711047" y="18740"/>
                </a:cubicBezTo>
                <a:cubicBezTo>
                  <a:pt x="708031" y="24177"/>
                  <a:pt x="706523" y="30516"/>
                  <a:pt x="706523" y="37757"/>
                </a:cubicBezTo>
                <a:lnTo>
                  <a:pt x="706523" y="48220"/>
                </a:lnTo>
                <a:cubicBezTo>
                  <a:pt x="706523" y="52708"/>
                  <a:pt x="707155" y="56894"/>
                  <a:pt x="708417" y="60779"/>
                </a:cubicBezTo>
                <a:cubicBezTo>
                  <a:pt x="709680" y="64663"/>
                  <a:pt x="711122" y="67754"/>
                  <a:pt x="712743" y="70053"/>
                </a:cubicBezTo>
                <a:cubicBezTo>
                  <a:pt x="713647" y="71335"/>
                  <a:pt x="714854" y="72447"/>
                  <a:pt x="716361" y="73389"/>
                </a:cubicBezTo>
                <a:cubicBezTo>
                  <a:pt x="718510" y="74746"/>
                  <a:pt x="720941" y="75425"/>
                  <a:pt x="723655" y="75425"/>
                </a:cubicBezTo>
                <a:cubicBezTo>
                  <a:pt x="728932" y="75425"/>
                  <a:pt x="733078" y="72701"/>
                  <a:pt x="736094" y="67255"/>
                </a:cubicBezTo>
                <a:cubicBezTo>
                  <a:pt x="739109" y="61808"/>
                  <a:pt x="740617" y="55463"/>
                  <a:pt x="740617" y="48220"/>
                </a:cubicBezTo>
                <a:lnTo>
                  <a:pt x="740617" y="37751"/>
                </a:lnTo>
                <a:close/>
                <a:moveTo>
                  <a:pt x="795404" y="6559"/>
                </a:moveTo>
                <a:lnTo>
                  <a:pt x="795404" y="73729"/>
                </a:lnTo>
                <a:lnTo>
                  <a:pt x="811688" y="73729"/>
                </a:lnTo>
                <a:cubicBezTo>
                  <a:pt x="812819" y="73729"/>
                  <a:pt x="813629" y="73945"/>
                  <a:pt x="814119" y="74379"/>
                </a:cubicBezTo>
                <a:cubicBezTo>
                  <a:pt x="814609" y="74812"/>
                  <a:pt x="814854" y="75387"/>
                  <a:pt x="814854" y="76103"/>
                </a:cubicBezTo>
                <a:cubicBezTo>
                  <a:pt x="814854" y="76782"/>
                  <a:pt x="814609" y="77347"/>
                  <a:pt x="814119" y="77800"/>
                </a:cubicBezTo>
                <a:cubicBezTo>
                  <a:pt x="813629" y="78252"/>
                  <a:pt x="812819" y="78478"/>
                  <a:pt x="811688" y="78478"/>
                </a:cubicBezTo>
                <a:lnTo>
                  <a:pt x="774371" y="78478"/>
                </a:lnTo>
                <a:cubicBezTo>
                  <a:pt x="773241" y="78478"/>
                  <a:pt x="772430" y="78252"/>
                  <a:pt x="771940" y="77800"/>
                </a:cubicBezTo>
                <a:cubicBezTo>
                  <a:pt x="771450" y="77347"/>
                  <a:pt x="771205" y="76782"/>
                  <a:pt x="771205" y="76103"/>
                </a:cubicBezTo>
                <a:cubicBezTo>
                  <a:pt x="771205" y="75387"/>
                  <a:pt x="771450" y="74812"/>
                  <a:pt x="771940" y="74379"/>
                </a:cubicBezTo>
                <a:cubicBezTo>
                  <a:pt x="772430" y="73945"/>
                  <a:pt x="773241" y="73729"/>
                  <a:pt x="774371" y="73729"/>
                </a:cubicBezTo>
                <a:lnTo>
                  <a:pt x="790655" y="73729"/>
                </a:lnTo>
                <a:lnTo>
                  <a:pt x="790655" y="13117"/>
                </a:lnTo>
                <a:lnTo>
                  <a:pt x="775163" y="17980"/>
                </a:lnTo>
                <a:cubicBezTo>
                  <a:pt x="774409" y="18206"/>
                  <a:pt x="773863" y="18319"/>
                  <a:pt x="773523" y="18319"/>
                </a:cubicBezTo>
                <a:cubicBezTo>
                  <a:pt x="772958" y="18319"/>
                  <a:pt x="772440" y="18083"/>
                  <a:pt x="771968" y="17612"/>
                </a:cubicBezTo>
                <a:cubicBezTo>
                  <a:pt x="771497" y="17141"/>
                  <a:pt x="771262" y="16585"/>
                  <a:pt x="771262" y="15944"/>
                </a:cubicBezTo>
                <a:cubicBezTo>
                  <a:pt x="771262" y="15379"/>
                  <a:pt x="771450" y="14851"/>
                  <a:pt x="771827" y="14361"/>
                </a:cubicBezTo>
                <a:cubicBezTo>
                  <a:pt x="772129" y="14060"/>
                  <a:pt x="772751" y="13739"/>
                  <a:pt x="773693" y="13400"/>
                </a:cubicBezTo>
                <a:lnTo>
                  <a:pt x="795404" y="6559"/>
                </a:lnTo>
                <a:close/>
                <a:moveTo>
                  <a:pt x="949024" y="17126"/>
                </a:moveTo>
                <a:lnTo>
                  <a:pt x="949024" y="15526"/>
                </a:lnTo>
                <a:cubicBezTo>
                  <a:pt x="949024" y="14383"/>
                  <a:pt x="949241" y="13564"/>
                  <a:pt x="949675" y="13070"/>
                </a:cubicBezTo>
                <a:cubicBezTo>
                  <a:pt x="950108" y="12574"/>
                  <a:pt x="950683" y="12326"/>
                  <a:pt x="951399" y="12326"/>
                </a:cubicBezTo>
                <a:cubicBezTo>
                  <a:pt x="952115" y="12326"/>
                  <a:pt x="952690" y="12571"/>
                  <a:pt x="953124" y="13061"/>
                </a:cubicBezTo>
                <a:cubicBezTo>
                  <a:pt x="953557" y="13551"/>
                  <a:pt x="953774" y="14361"/>
                  <a:pt x="953774" y="15492"/>
                </a:cubicBezTo>
                <a:lnTo>
                  <a:pt x="953774" y="27592"/>
                </a:lnTo>
                <a:cubicBezTo>
                  <a:pt x="953774" y="28722"/>
                  <a:pt x="953557" y="29533"/>
                  <a:pt x="953124" y="30023"/>
                </a:cubicBezTo>
                <a:cubicBezTo>
                  <a:pt x="952690" y="30513"/>
                  <a:pt x="952115" y="30758"/>
                  <a:pt x="951399" y="30758"/>
                </a:cubicBezTo>
                <a:cubicBezTo>
                  <a:pt x="950721" y="30758"/>
                  <a:pt x="950165" y="30533"/>
                  <a:pt x="949731" y="30083"/>
                </a:cubicBezTo>
                <a:cubicBezTo>
                  <a:pt x="949298" y="29632"/>
                  <a:pt x="949062" y="28899"/>
                  <a:pt x="949024" y="27885"/>
                </a:cubicBezTo>
                <a:cubicBezTo>
                  <a:pt x="948836" y="24731"/>
                  <a:pt x="947206" y="21895"/>
                  <a:pt x="944134" y="19379"/>
                </a:cubicBezTo>
                <a:cubicBezTo>
                  <a:pt x="941062" y="16863"/>
                  <a:pt x="937038" y="15605"/>
                  <a:pt x="932062" y="15605"/>
                </a:cubicBezTo>
                <a:cubicBezTo>
                  <a:pt x="926823" y="15605"/>
                  <a:pt x="922658" y="16944"/>
                  <a:pt x="919567" y="19623"/>
                </a:cubicBezTo>
                <a:cubicBezTo>
                  <a:pt x="916476" y="22300"/>
                  <a:pt x="914931" y="25456"/>
                  <a:pt x="914931" y="29088"/>
                </a:cubicBezTo>
                <a:cubicBezTo>
                  <a:pt x="914931" y="30961"/>
                  <a:pt x="915364" y="32666"/>
                  <a:pt x="916231" y="34202"/>
                </a:cubicBezTo>
                <a:cubicBezTo>
                  <a:pt x="917098" y="35736"/>
                  <a:pt x="918248" y="36982"/>
                  <a:pt x="919680" y="37937"/>
                </a:cubicBezTo>
                <a:cubicBezTo>
                  <a:pt x="921112" y="38892"/>
                  <a:pt x="922733" y="39660"/>
                  <a:pt x="924542" y="40241"/>
                </a:cubicBezTo>
                <a:cubicBezTo>
                  <a:pt x="926352" y="40820"/>
                  <a:pt x="929179" y="41429"/>
                  <a:pt x="933023" y="42066"/>
                </a:cubicBezTo>
                <a:cubicBezTo>
                  <a:pt x="939469" y="43123"/>
                  <a:pt x="943917" y="44199"/>
                  <a:pt x="946367" y="45294"/>
                </a:cubicBezTo>
                <a:cubicBezTo>
                  <a:pt x="949646" y="46767"/>
                  <a:pt x="952125" y="48805"/>
                  <a:pt x="953802" y="51409"/>
                </a:cubicBezTo>
                <a:cubicBezTo>
                  <a:pt x="955479" y="54014"/>
                  <a:pt x="956318" y="57090"/>
                  <a:pt x="956318" y="60640"/>
                </a:cubicBezTo>
                <a:cubicBezTo>
                  <a:pt x="956318" y="66074"/>
                  <a:pt x="954151" y="70708"/>
                  <a:pt x="949816" y="74540"/>
                </a:cubicBezTo>
                <a:cubicBezTo>
                  <a:pt x="945481" y="78371"/>
                  <a:pt x="939639" y="80287"/>
                  <a:pt x="932288" y="80287"/>
                </a:cubicBezTo>
                <a:cubicBezTo>
                  <a:pt x="924034" y="80287"/>
                  <a:pt x="917437" y="77705"/>
                  <a:pt x="912499" y="72541"/>
                </a:cubicBezTo>
                <a:lnTo>
                  <a:pt x="912499" y="75282"/>
                </a:lnTo>
                <a:cubicBezTo>
                  <a:pt x="912499" y="76423"/>
                  <a:pt x="912283" y="77241"/>
                  <a:pt x="911849" y="77736"/>
                </a:cubicBezTo>
                <a:cubicBezTo>
                  <a:pt x="911416" y="78231"/>
                  <a:pt x="910841" y="78478"/>
                  <a:pt x="910125" y="78478"/>
                </a:cubicBezTo>
                <a:cubicBezTo>
                  <a:pt x="909446" y="78478"/>
                  <a:pt x="908881" y="78232"/>
                  <a:pt x="908428" y="77741"/>
                </a:cubicBezTo>
                <a:cubicBezTo>
                  <a:pt x="907976" y="77250"/>
                  <a:pt x="907750" y="76437"/>
                  <a:pt x="907750" y="75303"/>
                </a:cubicBezTo>
                <a:lnTo>
                  <a:pt x="907750" y="62147"/>
                </a:lnTo>
                <a:cubicBezTo>
                  <a:pt x="907750" y="60975"/>
                  <a:pt x="907967" y="60143"/>
                  <a:pt x="908400" y="59652"/>
                </a:cubicBezTo>
                <a:cubicBezTo>
                  <a:pt x="908834" y="59161"/>
                  <a:pt x="909408" y="58915"/>
                  <a:pt x="910125" y="58915"/>
                </a:cubicBezTo>
                <a:cubicBezTo>
                  <a:pt x="910803" y="58915"/>
                  <a:pt x="911359" y="59141"/>
                  <a:pt x="911793" y="59594"/>
                </a:cubicBezTo>
                <a:cubicBezTo>
                  <a:pt x="912226" y="60046"/>
                  <a:pt x="912462" y="60781"/>
                  <a:pt x="912499" y="61799"/>
                </a:cubicBezTo>
                <a:cubicBezTo>
                  <a:pt x="912688" y="65266"/>
                  <a:pt x="914544" y="68423"/>
                  <a:pt x="918069" y="71269"/>
                </a:cubicBezTo>
                <a:cubicBezTo>
                  <a:pt x="921593" y="74115"/>
                  <a:pt x="926333" y="75538"/>
                  <a:pt x="932288" y="75538"/>
                </a:cubicBezTo>
                <a:cubicBezTo>
                  <a:pt x="938244" y="75538"/>
                  <a:pt x="942946" y="74049"/>
                  <a:pt x="946395" y="71071"/>
                </a:cubicBezTo>
                <a:cubicBezTo>
                  <a:pt x="949844" y="68093"/>
                  <a:pt x="951569" y="64569"/>
                  <a:pt x="951569" y="60498"/>
                </a:cubicBezTo>
                <a:cubicBezTo>
                  <a:pt x="951569" y="58010"/>
                  <a:pt x="950909" y="55796"/>
                  <a:pt x="949590" y="53855"/>
                </a:cubicBezTo>
                <a:cubicBezTo>
                  <a:pt x="948270" y="51913"/>
                  <a:pt x="946310" y="50377"/>
                  <a:pt x="943710" y="49247"/>
                </a:cubicBezTo>
                <a:cubicBezTo>
                  <a:pt x="941900" y="48455"/>
                  <a:pt x="938131" y="47569"/>
                  <a:pt x="932401" y="46589"/>
                </a:cubicBezTo>
                <a:cubicBezTo>
                  <a:pt x="924524" y="45275"/>
                  <a:pt x="918851" y="43265"/>
                  <a:pt x="915383" y="40559"/>
                </a:cubicBezTo>
                <a:cubicBezTo>
                  <a:pt x="911915" y="37853"/>
                  <a:pt x="910181" y="34001"/>
                  <a:pt x="910181" y="29003"/>
                </a:cubicBezTo>
                <a:cubicBezTo>
                  <a:pt x="910181" y="24044"/>
                  <a:pt x="912169" y="19780"/>
                  <a:pt x="916146" y="16211"/>
                </a:cubicBezTo>
                <a:cubicBezTo>
                  <a:pt x="920123" y="12641"/>
                  <a:pt x="925372" y="10856"/>
                  <a:pt x="931893" y="10856"/>
                </a:cubicBezTo>
                <a:cubicBezTo>
                  <a:pt x="938527" y="10856"/>
                  <a:pt x="944237" y="12946"/>
                  <a:pt x="949024" y="17126"/>
                </a:cubicBezTo>
                <a:close/>
                <a:moveTo>
                  <a:pt x="1017890" y="78478"/>
                </a:moveTo>
                <a:lnTo>
                  <a:pt x="1012010" y="78591"/>
                </a:lnTo>
                <a:lnTo>
                  <a:pt x="1001550" y="48035"/>
                </a:lnTo>
                <a:lnTo>
                  <a:pt x="991147" y="78591"/>
                </a:lnTo>
                <a:lnTo>
                  <a:pt x="985266" y="78478"/>
                </a:lnTo>
                <a:lnTo>
                  <a:pt x="975428" y="34150"/>
                </a:lnTo>
                <a:lnTo>
                  <a:pt x="973110" y="34150"/>
                </a:lnTo>
                <a:cubicBezTo>
                  <a:pt x="971979" y="34150"/>
                  <a:pt x="971169" y="33924"/>
                  <a:pt x="970679" y="33472"/>
                </a:cubicBezTo>
                <a:cubicBezTo>
                  <a:pt x="970189" y="33020"/>
                  <a:pt x="969944" y="32435"/>
                  <a:pt x="969944" y="31719"/>
                </a:cubicBezTo>
                <a:cubicBezTo>
                  <a:pt x="969944" y="31057"/>
                  <a:pt x="970189" y="30505"/>
                  <a:pt x="970679" y="30064"/>
                </a:cubicBezTo>
                <a:cubicBezTo>
                  <a:pt x="971169" y="29622"/>
                  <a:pt x="971979" y="29401"/>
                  <a:pt x="973110" y="29401"/>
                </a:cubicBezTo>
                <a:lnTo>
                  <a:pt x="986171" y="29401"/>
                </a:lnTo>
                <a:cubicBezTo>
                  <a:pt x="987302" y="29401"/>
                  <a:pt x="988112" y="29622"/>
                  <a:pt x="988602" y="30064"/>
                </a:cubicBezTo>
                <a:cubicBezTo>
                  <a:pt x="989092" y="30505"/>
                  <a:pt x="989337" y="31076"/>
                  <a:pt x="989337" y="31776"/>
                </a:cubicBezTo>
                <a:cubicBezTo>
                  <a:pt x="989337" y="32454"/>
                  <a:pt x="989092" y="33020"/>
                  <a:pt x="988602" y="33472"/>
                </a:cubicBezTo>
                <a:cubicBezTo>
                  <a:pt x="988112" y="33924"/>
                  <a:pt x="987302" y="34150"/>
                  <a:pt x="986171" y="34150"/>
                </a:cubicBezTo>
                <a:lnTo>
                  <a:pt x="980121" y="34150"/>
                </a:lnTo>
                <a:lnTo>
                  <a:pt x="988546" y="71919"/>
                </a:lnTo>
                <a:lnTo>
                  <a:pt x="998667" y="41953"/>
                </a:lnTo>
                <a:lnTo>
                  <a:pt x="1004321" y="41953"/>
                </a:lnTo>
                <a:lnTo>
                  <a:pt x="1014724" y="72032"/>
                </a:lnTo>
                <a:lnTo>
                  <a:pt x="1022809" y="34150"/>
                </a:lnTo>
                <a:lnTo>
                  <a:pt x="1016816" y="34150"/>
                </a:lnTo>
                <a:cubicBezTo>
                  <a:pt x="1015685" y="34150"/>
                  <a:pt x="1014865" y="33924"/>
                  <a:pt x="1014356" y="33472"/>
                </a:cubicBezTo>
                <a:cubicBezTo>
                  <a:pt x="1013848" y="33020"/>
                  <a:pt x="1013593" y="32435"/>
                  <a:pt x="1013593" y="31719"/>
                </a:cubicBezTo>
                <a:cubicBezTo>
                  <a:pt x="1013593" y="31057"/>
                  <a:pt x="1013838" y="30505"/>
                  <a:pt x="1014328" y="30064"/>
                </a:cubicBezTo>
                <a:cubicBezTo>
                  <a:pt x="1014818" y="29622"/>
                  <a:pt x="1015647" y="29401"/>
                  <a:pt x="1016816" y="29401"/>
                </a:cubicBezTo>
                <a:lnTo>
                  <a:pt x="1029820" y="29401"/>
                </a:lnTo>
                <a:cubicBezTo>
                  <a:pt x="1030989" y="29401"/>
                  <a:pt x="1031818" y="29622"/>
                  <a:pt x="1032308" y="30064"/>
                </a:cubicBezTo>
                <a:cubicBezTo>
                  <a:pt x="1032798" y="30505"/>
                  <a:pt x="1033043" y="31076"/>
                  <a:pt x="1033043" y="31776"/>
                </a:cubicBezTo>
                <a:cubicBezTo>
                  <a:pt x="1033043" y="32454"/>
                  <a:pt x="1032798" y="33020"/>
                  <a:pt x="1032308" y="33472"/>
                </a:cubicBezTo>
                <a:cubicBezTo>
                  <a:pt x="1031818" y="33924"/>
                  <a:pt x="1030989" y="34150"/>
                  <a:pt x="1029820" y="34150"/>
                </a:cubicBezTo>
                <a:lnTo>
                  <a:pt x="1027559" y="34150"/>
                </a:lnTo>
                <a:lnTo>
                  <a:pt x="1017890" y="78478"/>
                </a:lnTo>
                <a:close/>
                <a:moveTo>
                  <a:pt x="1073356" y="5089"/>
                </a:moveTo>
                <a:lnTo>
                  <a:pt x="1073356" y="17301"/>
                </a:lnTo>
                <a:lnTo>
                  <a:pt x="1066345" y="17301"/>
                </a:lnTo>
                <a:lnTo>
                  <a:pt x="1066345" y="5089"/>
                </a:lnTo>
                <a:lnTo>
                  <a:pt x="1073356" y="5089"/>
                </a:lnTo>
                <a:moveTo>
                  <a:pt x="1073525" y="29401"/>
                </a:moveTo>
                <a:lnTo>
                  <a:pt x="1073525" y="73729"/>
                </a:lnTo>
                <a:lnTo>
                  <a:pt x="1092184" y="73729"/>
                </a:lnTo>
                <a:cubicBezTo>
                  <a:pt x="1093352" y="73729"/>
                  <a:pt x="1094181" y="73945"/>
                  <a:pt x="1094671" y="74379"/>
                </a:cubicBezTo>
                <a:cubicBezTo>
                  <a:pt x="1095161" y="74812"/>
                  <a:pt x="1095407" y="75387"/>
                  <a:pt x="1095407" y="76103"/>
                </a:cubicBezTo>
                <a:cubicBezTo>
                  <a:pt x="1095407" y="76782"/>
                  <a:pt x="1095161" y="77347"/>
                  <a:pt x="1094671" y="77800"/>
                </a:cubicBezTo>
                <a:cubicBezTo>
                  <a:pt x="1094181" y="78252"/>
                  <a:pt x="1093352" y="78478"/>
                  <a:pt x="1092184" y="78478"/>
                </a:cubicBezTo>
                <a:lnTo>
                  <a:pt x="1050118" y="78478"/>
                </a:lnTo>
                <a:cubicBezTo>
                  <a:pt x="1048987" y="78478"/>
                  <a:pt x="1048176" y="78252"/>
                  <a:pt x="1047686" y="77800"/>
                </a:cubicBezTo>
                <a:cubicBezTo>
                  <a:pt x="1047196" y="77347"/>
                  <a:pt x="1046951" y="76782"/>
                  <a:pt x="1046951" y="76103"/>
                </a:cubicBezTo>
                <a:cubicBezTo>
                  <a:pt x="1046951" y="75387"/>
                  <a:pt x="1047196" y="74812"/>
                  <a:pt x="1047686" y="74379"/>
                </a:cubicBezTo>
                <a:cubicBezTo>
                  <a:pt x="1048176" y="73945"/>
                  <a:pt x="1048987" y="73729"/>
                  <a:pt x="1050118" y="73729"/>
                </a:cubicBezTo>
                <a:lnTo>
                  <a:pt x="1068776" y="73729"/>
                </a:lnTo>
                <a:lnTo>
                  <a:pt x="1068776" y="34150"/>
                </a:lnTo>
                <a:lnTo>
                  <a:pt x="1054924" y="34150"/>
                </a:lnTo>
                <a:cubicBezTo>
                  <a:pt x="1053793" y="34150"/>
                  <a:pt x="1052973" y="33927"/>
                  <a:pt x="1052464" y="33481"/>
                </a:cubicBezTo>
                <a:cubicBezTo>
                  <a:pt x="1051955" y="33033"/>
                  <a:pt x="1051701" y="32474"/>
                  <a:pt x="1051701" y="31804"/>
                </a:cubicBezTo>
                <a:cubicBezTo>
                  <a:pt x="1051701" y="31096"/>
                  <a:pt x="1051946" y="30519"/>
                  <a:pt x="1052436" y="30072"/>
                </a:cubicBezTo>
                <a:cubicBezTo>
                  <a:pt x="1052926" y="29625"/>
                  <a:pt x="1053755" y="29401"/>
                  <a:pt x="1054924" y="29401"/>
                </a:cubicBezTo>
                <a:lnTo>
                  <a:pt x="1073525" y="29401"/>
                </a:lnTo>
                <a:close/>
                <a:moveTo>
                  <a:pt x="1130744" y="29401"/>
                </a:moveTo>
                <a:lnTo>
                  <a:pt x="1156526" y="29401"/>
                </a:lnTo>
                <a:cubicBezTo>
                  <a:pt x="1157657" y="29401"/>
                  <a:pt x="1158467" y="29622"/>
                  <a:pt x="1158957" y="30064"/>
                </a:cubicBezTo>
                <a:cubicBezTo>
                  <a:pt x="1159447" y="30505"/>
                  <a:pt x="1159692" y="31076"/>
                  <a:pt x="1159692" y="31776"/>
                </a:cubicBezTo>
                <a:cubicBezTo>
                  <a:pt x="1159692" y="32454"/>
                  <a:pt x="1159447" y="33020"/>
                  <a:pt x="1158957" y="33472"/>
                </a:cubicBezTo>
                <a:cubicBezTo>
                  <a:pt x="1158467" y="33924"/>
                  <a:pt x="1157657" y="34150"/>
                  <a:pt x="1156526" y="34150"/>
                </a:cubicBezTo>
                <a:lnTo>
                  <a:pt x="1130744" y="34150"/>
                </a:lnTo>
                <a:lnTo>
                  <a:pt x="1130744" y="65843"/>
                </a:lnTo>
                <a:cubicBezTo>
                  <a:pt x="1130744" y="68602"/>
                  <a:pt x="1131846" y="70907"/>
                  <a:pt x="1134051" y="72760"/>
                </a:cubicBezTo>
                <a:cubicBezTo>
                  <a:pt x="1136256" y="74612"/>
                  <a:pt x="1139489" y="75538"/>
                  <a:pt x="1143748" y="75538"/>
                </a:cubicBezTo>
                <a:cubicBezTo>
                  <a:pt x="1146952" y="75538"/>
                  <a:pt x="1150420" y="75057"/>
                  <a:pt x="1154151" y="74096"/>
                </a:cubicBezTo>
                <a:cubicBezTo>
                  <a:pt x="1157883" y="73135"/>
                  <a:pt x="1160785" y="72051"/>
                  <a:pt x="1162859" y="70845"/>
                </a:cubicBezTo>
                <a:cubicBezTo>
                  <a:pt x="1163612" y="70355"/>
                  <a:pt x="1164234" y="70110"/>
                  <a:pt x="1164724" y="70110"/>
                </a:cubicBezTo>
                <a:cubicBezTo>
                  <a:pt x="1165328" y="70110"/>
                  <a:pt x="1165855" y="70346"/>
                  <a:pt x="1166308" y="70817"/>
                </a:cubicBezTo>
                <a:cubicBezTo>
                  <a:pt x="1166760" y="71288"/>
                  <a:pt x="1166986" y="71844"/>
                  <a:pt x="1166986" y="72485"/>
                </a:cubicBezTo>
                <a:cubicBezTo>
                  <a:pt x="1166986" y="73050"/>
                  <a:pt x="1166741" y="73578"/>
                  <a:pt x="1166251" y="74068"/>
                </a:cubicBezTo>
                <a:cubicBezTo>
                  <a:pt x="1165045" y="75312"/>
                  <a:pt x="1162114" y="76659"/>
                  <a:pt x="1157459" y="78110"/>
                </a:cubicBezTo>
                <a:cubicBezTo>
                  <a:pt x="1152804" y="79562"/>
                  <a:pt x="1148347" y="80287"/>
                  <a:pt x="1144087" y="80287"/>
                </a:cubicBezTo>
                <a:cubicBezTo>
                  <a:pt x="1138546" y="80287"/>
                  <a:pt x="1134136" y="78984"/>
                  <a:pt x="1130857" y="76377"/>
                </a:cubicBezTo>
                <a:cubicBezTo>
                  <a:pt x="1127577" y="73769"/>
                  <a:pt x="1125938" y="70255"/>
                  <a:pt x="1125938" y="65834"/>
                </a:cubicBezTo>
                <a:lnTo>
                  <a:pt x="1125938" y="34150"/>
                </a:lnTo>
                <a:lnTo>
                  <a:pt x="1117174" y="34150"/>
                </a:lnTo>
                <a:cubicBezTo>
                  <a:pt x="1116043" y="34150"/>
                  <a:pt x="1115233" y="33927"/>
                  <a:pt x="1114743" y="33481"/>
                </a:cubicBezTo>
                <a:cubicBezTo>
                  <a:pt x="1114253" y="33033"/>
                  <a:pt x="1114008" y="32455"/>
                  <a:pt x="1114008" y="31747"/>
                </a:cubicBezTo>
                <a:cubicBezTo>
                  <a:pt x="1114008" y="31077"/>
                  <a:pt x="1114253" y="30519"/>
                  <a:pt x="1114743" y="30072"/>
                </a:cubicBezTo>
                <a:cubicBezTo>
                  <a:pt x="1115233" y="29625"/>
                  <a:pt x="1116043" y="29401"/>
                  <a:pt x="1117174" y="29401"/>
                </a:cubicBezTo>
                <a:lnTo>
                  <a:pt x="1125938" y="29401"/>
                </a:lnTo>
                <a:lnTo>
                  <a:pt x="1125938" y="15287"/>
                </a:lnTo>
                <a:cubicBezTo>
                  <a:pt x="1125938" y="14148"/>
                  <a:pt x="1126164" y="13332"/>
                  <a:pt x="1126616" y="12840"/>
                </a:cubicBezTo>
                <a:cubicBezTo>
                  <a:pt x="1127069" y="12346"/>
                  <a:pt x="1127634" y="12100"/>
                  <a:pt x="1128312" y="12100"/>
                </a:cubicBezTo>
                <a:cubicBezTo>
                  <a:pt x="1129029" y="12100"/>
                  <a:pt x="1129613" y="12346"/>
                  <a:pt x="1130065" y="12840"/>
                </a:cubicBezTo>
                <a:cubicBezTo>
                  <a:pt x="1130518" y="13332"/>
                  <a:pt x="1130744" y="14148"/>
                  <a:pt x="1130744" y="15287"/>
                </a:cubicBezTo>
                <a:lnTo>
                  <a:pt x="1130744" y="29401"/>
                </a:lnTo>
                <a:close/>
                <a:moveTo>
                  <a:pt x="1229802" y="34157"/>
                </a:moveTo>
                <a:lnTo>
                  <a:pt x="1229802" y="32590"/>
                </a:lnTo>
                <a:cubicBezTo>
                  <a:pt x="1229802" y="31433"/>
                  <a:pt x="1230028" y="30613"/>
                  <a:pt x="1230480" y="30129"/>
                </a:cubicBezTo>
                <a:cubicBezTo>
                  <a:pt x="1230933" y="29644"/>
                  <a:pt x="1231498" y="29401"/>
                  <a:pt x="1232177" y="29401"/>
                </a:cubicBezTo>
                <a:cubicBezTo>
                  <a:pt x="1232893" y="29401"/>
                  <a:pt x="1233477" y="29646"/>
                  <a:pt x="1233929" y="30136"/>
                </a:cubicBezTo>
                <a:cubicBezTo>
                  <a:pt x="1234382" y="30626"/>
                  <a:pt x="1234608" y="31455"/>
                  <a:pt x="1234608" y="32624"/>
                </a:cubicBezTo>
                <a:lnTo>
                  <a:pt x="1234608" y="43366"/>
                </a:lnTo>
                <a:cubicBezTo>
                  <a:pt x="1234570" y="44535"/>
                  <a:pt x="1234334" y="45364"/>
                  <a:pt x="1233901" y="45854"/>
                </a:cubicBezTo>
                <a:cubicBezTo>
                  <a:pt x="1233468" y="46344"/>
                  <a:pt x="1232893" y="46589"/>
                  <a:pt x="1232177" y="46589"/>
                </a:cubicBezTo>
                <a:cubicBezTo>
                  <a:pt x="1231536" y="46589"/>
                  <a:pt x="1230999" y="46372"/>
                  <a:pt x="1230565" y="45937"/>
                </a:cubicBezTo>
                <a:cubicBezTo>
                  <a:pt x="1230132" y="45501"/>
                  <a:pt x="1229877" y="44772"/>
                  <a:pt x="1229802" y="43750"/>
                </a:cubicBezTo>
                <a:cubicBezTo>
                  <a:pt x="1229576" y="41063"/>
                  <a:pt x="1227813" y="38509"/>
                  <a:pt x="1224515" y="36087"/>
                </a:cubicBezTo>
                <a:cubicBezTo>
                  <a:pt x="1221217" y="33665"/>
                  <a:pt x="1216779" y="32454"/>
                  <a:pt x="1211200" y="32454"/>
                </a:cubicBezTo>
                <a:cubicBezTo>
                  <a:pt x="1204151" y="32454"/>
                  <a:pt x="1198799" y="34665"/>
                  <a:pt x="1195143" y="39087"/>
                </a:cubicBezTo>
                <a:cubicBezTo>
                  <a:pt x="1191486" y="43509"/>
                  <a:pt x="1189658" y="48573"/>
                  <a:pt x="1189658" y="54279"/>
                </a:cubicBezTo>
                <a:cubicBezTo>
                  <a:pt x="1189658" y="60439"/>
                  <a:pt x="1191675" y="65523"/>
                  <a:pt x="1195708" y="69529"/>
                </a:cubicBezTo>
                <a:cubicBezTo>
                  <a:pt x="1199741" y="73535"/>
                  <a:pt x="1204962" y="75538"/>
                  <a:pt x="1211370" y="75538"/>
                </a:cubicBezTo>
                <a:cubicBezTo>
                  <a:pt x="1215064" y="75538"/>
                  <a:pt x="1218824" y="74852"/>
                  <a:pt x="1222649" y="73479"/>
                </a:cubicBezTo>
                <a:cubicBezTo>
                  <a:pt x="1226475" y="72106"/>
                  <a:pt x="1229934" y="69894"/>
                  <a:pt x="1233025" y="66843"/>
                </a:cubicBezTo>
                <a:cubicBezTo>
                  <a:pt x="1233816" y="66081"/>
                  <a:pt x="1234514" y="65700"/>
                  <a:pt x="1235117" y="65700"/>
                </a:cubicBezTo>
                <a:cubicBezTo>
                  <a:pt x="1235757" y="65700"/>
                  <a:pt x="1236295" y="65918"/>
                  <a:pt x="1236728" y="66355"/>
                </a:cubicBezTo>
                <a:cubicBezTo>
                  <a:pt x="1237161" y="66792"/>
                  <a:pt x="1237378" y="67334"/>
                  <a:pt x="1237378" y="67979"/>
                </a:cubicBezTo>
                <a:cubicBezTo>
                  <a:pt x="1237378" y="69613"/>
                  <a:pt x="1235475" y="71683"/>
                  <a:pt x="1231668" y="74190"/>
                </a:cubicBezTo>
                <a:cubicBezTo>
                  <a:pt x="1225524" y="78255"/>
                  <a:pt x="1218682" y="80287"/>
                  <a:pt x="1211144" y="80287"/>
                </a:cubicBezTo>
                <a:cubicBezTo>
                  <a:pt x="1203492" y="80287"/>
                  <a:pt x="1197206" y="77844"/>
                  <a:pt x="1192287" y="72958"/>
                </a:cubicBezTo>
                <a:cubicBezTo>
                  <a:pt x="1187368" y="68071"/>
                  <a:pt x="1184909" y="61873"/>
                  <a:pt x="1184909" y="54364"/>
                </a:cubicBezTo>
                <a:cubicBezTo>
                  <a:pt x="1184909" y="46703"/>
                  <a:pt x="1187425" y="40346"/>
                  <a:pt x="1192457" y="35290"/>
                </a:cubicBezTo>
                <a:cubicBezTo>
                  <a:pt x="1197489" y="30233"/>
                  <a:pt x="1203831" y="27705"/>
                  <a:pt x="1211483" y="27705"/>
                </a:cubicBezTo>
                <a:cubicBezTo>
                  <a:pt x="1218758" y="27705"/>
                  <a:pt x="1224864" y="29856"/>
                  <a:pt x="1229802" y="34157"/>
                </a:cubicBezTo>
                <a:close/>
                <a:moveTo>
                  <a:pt x="1263839" y="7463"/>
                </a:moveTo>
                <a:lnTo>
                  <a:pt x="1263839" y="36649"/>
                </a:lnTo>
                <a:cubicBezTo>
                  <a:pt x="1266854" y="33366"/>
                  <a:pt x="1269747" y="31055"/>
                  <a:pt x="1272518" y="29715"/>
                </a:cubicBezTo>
                <a:cubicBezTo>
                  <a:pt x="1275288" y="28375"/>
                  <a:pt x="1278389" y="27705"/>
                  <a:pt x="1281819" y="27705"/>
                </a:cubicBezTo>
                <a:cubicBezTo>
                  <a:pt x="1285513" y="27705"/>
                  <a:pt x="1288651" y="28357"/>
                  <a:pt x="1291233" y="29661"/>
                </a:cubicBezTo>
                <a:cubicBezTo>
                  <a:pt x="1293815" y="30963"/>
                  <a:pt x="1295973" y="32966"/>
                  <a:pt x="1297707" y="35668"/>
                </a:cubicBezTo>
                <a:cubicBezTo>
                  <a:pt x="1299440" y="38370"/>
                  <a:pt x="1300307" y="41214"/>
                  <a:pt x="1300307" y="44199"/>
                </a:cubicBezTo>
                <a:lnTo>
                  <a:pt x="1300307" y="73729"/>
                </a:lnTo>
                <a:lnTo>
                  <a:pt x="1305622" y="73729"/>
                </a:lnTo>
                <a:cubicBezTo>
                  <a:pt x="1306791" y="73729"/>
                  <a:pt x="1307610" y="73945"/>
                  <a:pt x="1308082" y="74379"/>
                </a:cubicBezTo>
                <a:cubicBezTo>
                  <a:pt x="1308553" y="74812"/>
                  <a:pt x="1308788" y="75387"/>
                  <a:pt x="1308788" y="76103"/>
                </a:cubicBezTo>
                <a:cubicBezTo>
                  <a:pt x="1308788" y="76782"/>
                  <a:pt x="1308553" y="77347"/>
                  <a:pt x="1308082" y="77800"/>
                </a:cubicBezTo>
                <a:cubicBezTo>
                  <a:pt x="1307610" y="78252"/>
                  <a:pt x="1306791" y="78478"/>
                  <a:pt x="1305622" y="78478"/>
                </a:cubicBezTo>
                <a:lnTo>
                  <a:pt x="1290187" y="78478"/>
                </a:lnTo>
                <a:cubicBezTo>
                  <a:pt x="1289018" y="78478"/>
                  <a:pt x="1288189" y="78252"/>
                  <a:pt x="1287699" y="77800"/>
                </a:cubicBezTo>
                <a:cubicBezTo>
                  <a:pt x="1287209" y="77347"/>
                  <a:pt x="1286964" y="76782"/>
                  <a:pt x="1286964" y="76103"/>
                </a:cubicBezTo>
                <a:cubicBezTo>
                  <a:pt x="1286964" y="75387"/>
                  <a:pt x="1287209" y="74812"/>
                  <a:pt x="1287699" y="74379"/>
                </a:cubicBezTo>
                <a:cubicBezTo>
                  <a:pt x="1288189" y="73945"/>
                  <a:pt x="1289018" y="73729"/>
                  <a:pt x="1290187" y="73729"/>
                </a:cubicBezTo>
                <a:lnTo>
                  <a:pt x="1295501" y="73729"/>
                </a:lnTo>
                <a:lnTo>
                  <a:pt x="1295501" y="44531"/>
                </a:lnTo>
                <a:cubicBezTo>
                  <a:pt x="1295501" y="41091"/>
                  <a:pt x="1294267" y="38219"/>
                  <a:pt x="1291798" y="35914"/>
                </a:cubicBezTo>
                <a:cubicBezTo>
                  <a:pt x="1289329" y="33607"/>
                  <a:pt x="1285890" y="32454"/>
                  <a:pt x="1281479" y="32454"/>
                </a:cubicBezTo>
                <a:cubicBezTo>
                  <a:pt x="1278012" y="32454"/>
                  <a:pt x="1275053" y="33304"/>
                  <a:pt x="1272603" y="35004"/>
                </a:cubicBezTo>
                <a:cubicBezTo>
                  <a:pt x="1270831" y="36213"/>
                  <a:pt x="1267910" y="39066"/>
                  <a:pt x="1263839" y="43563"/>
                </a:cubicBezTo>
                <a:lnTo>
                  <a:pt x="1263839" y="73729"/>
                </a:lnTo>
                <a:lnTo>
                  <a:pt x="1269210" y="73729"/>
                </a:lnTo>
                <a:cubicBezTo>
                  <a:pt x="1270341" y="73729"/>
                  <a:pt x="1271151" y="73945"/>
                  <a:pt x="1271641" y="74379"/>
                </a:cubicBezTo>
                <a:cubicBezTo>
                  <a:pt x="1272131" y="74812"/>
                  <a:pt x="1272376" y="75387"/>
                  <a:pt x="1272376" y="76103"/>
                </a:cubicBezTo>
                <a:cubicBezTo>
                  <a:pt x="1272376" y="76782"/>
                  <a:pt x="1272131" y="77347"/>
                  <a:pt x="1271641" y="77800"/>
                </a:cubicBezTo>
                <a:cubicBezTo>
                  <a:pt x="1271151" y="78252"/>
                  <a:pt x="1270341" y="78478"/>
                  <a:pt x="1269210" y="78478"/>
                </a:cubicBezTo>
                <a:lnTo>
                  <a:pt x="1253718" y="78478"/>
                </a:lnTo>
                <a:cubicBezTo>
                  <a:pt x="1252587" y="78478"/>
                  <a:pt x="1251777" y="78252"/>
                  <a:pt x="1251287" y="77800"/>
                </a:cubicBezTo>
                <a:cubicBezTo>
                  <a:pt x="1250797" y="77347"/>
                  <a:pt x="1250552" y="76782"/>
                  <a:pt x="1250552" y="76103"/>
                </a:cubicBezTo>
                <a:cubicBezTo>
                  <a:pt x="1250552" y="75387"/>
                  <a:pt x="1250797" y="74812"/>
                  <a:pt x="1251287" y="74379"/>
                </a:cubicBezTo>
                <a:cubicBezTo>
                  <a:pt x="1251777" y="73945"/>
                  <a:pt x="1252587" y="73729"/>
                  <a:pt x="1253718" y="73729"/>
                </a:cubicBezTo>
                <a:lnTo>
                  <a:pt x="1259089" y="73729"/>
                </a:lnTo>
                <a:lnTo>
                  <a:pt x="1259089" y="12213"/>
                </a:lnTo>
                <a:lnTo>
                  <a:pt x="1252700" y="12213"/>
                </a:lnTo>
                <a:cubicBezTo>
                  <a:pt x="1251570" y="12213"/>
                  <a:pt x="1250759" y="11992"/>
                  <a:pt x="1250269" y="11550"/>
                </a:cubicBezTo>
                <a:cubicBezTo>
                  <a:pt x="1249779" y="11108"/>
                  <a:pt x="1249534" y="10538"/>
                  <a:pt x="1249534" y="9838"/>
                </a:cubicBezTo>
                <a:cubicBezTo>
                  <a:pt x="1249534" y="9160"/>
                  <a:pt x="1249779" y="8594"/>
                  <a:pt x="1250269" y="8142"/>
                </a:cubicBezTo>
                <a:cubicBezTo>
                  <a:pt x="1250759" y="7689"/>
                  <a:pt x="1251570" y="7463"/>
                  <a:pt x="1252700" y="7463"/>
                </a:cubicBezTo>
                <a:lnTo>
                  <a:pt x="1263839" y="7463"/>
                </a:lnTo>
                <a:close/>
                <a:moveTo>
                  <a:pt x="1351306" y="5089"/>
                </a:moveTo>
                <a:lnTo>
                  <a:pt x="1351306" y="17301"/>
                </a:lnTo>
                <a:lnTo>
                  <a:pt x="1344295" y="17301"/>
                </a:lnTo>
                <a:lnTo>
                  <a:pt x="1344295" y="5089"/>
                </a:lnTo>
                <a:lnTo>
                  <a:pt x="1351306" y="5089"/>
                </a:lnTo>
                <a:moveTo>
                  <a:pt x="1351476" y="29401"/>
                </a:moveTo>
                <a:lnTo>
                  <a:pt x="1351476" y="73729"/>
                </a:lnTo>
                <a:lnTo>
                  <a:pt x="1370134" y="73729"/>
                </a:lnTo>
                <a:cubicBezTo>
                  <a:pt x="1371302" y="73729"/>
                  <a:pt x="1372132" y="73945"/>
                  <a:pt x="1372622" y="74379"/>
                </a:cubicBezTo>
                <a:cubicBezTo>
                  <a:pt x="1373112" y="74812"/>
                  <a:pt x="1373357" y="75387"/>
                  <a:pt x="1373357" y="76103"/>
                </a:cubicBezTo>
                <a:cubicBezTo>
                  <a:pt x="1373357" y="76782"/>
                  <a:pt x="1373112" y="77347"/>
                  <a:pt x="1372622" y="77800"/>
                </a:cubicBezTo>
                <a:cubicBezTo>
                  <a:pt x="1372132" y="78252"/>
                  <a:pt x="1371302" y="78478"/>
                  <a:pt x="1370134" y="78478"/>
                </a:cubicBezTo>
                <a:lnTo>
                  <a:pt x="1328068" y="78478"/>
                </a:lnTo>
                <a:cubicBezTo>
                  <a:pt x="1326937" y="78478"/>
                  <a:pt x="1326127" y="78252"/>
                  <a:pt x="1325637" y="77800"/>
                </a:cubicBezTo>
                <a:cubicBezTo>
                  <a:pt x="1325147" y="77347"/>
                  <a:pt x="1324902" y="76782"/>
                  <a:pt x="1324902" y="76103"/>
                </a:cubicBezTo>
                <a:cubicBezTo>
                  <a:pt x="1324902" y="75387"/>
                  <a:pt x="1325147" y="74812"/>
                  <a:pt x="1325637" y="74379"/>
                </a:cubicBezTo>
                <a:cubicBezTo>
                  <a:pt x="1326127" y="73945"/>
                  <a:pt x="1326937" y="73729"/>
                  <a:pt x="1328068" y="73729"/>
                </a:cubicBezTo>
                <a:lnTo>
                  <a:pt x="1346726" y="73729"/>
                </a:lnTo>
                <a:lnTo>
                  <a:pt x="1346726" y="34150"/>
                </a:lnTo>
                <a:lnTo>
                  <a:pt x="1332874" y="34150"/>
                </a:lnTo>
                <a:cubicBezTo>
                  <a:pt x="1331743" y="34150"/>
                  <a:pt x="1330923" y="33927"/>
                  <a:pt x="1330414" y="33481"/>
                </a:cubicBezTo>
                <a:cubicBezTo>
                  <a:pt x="1329905" y="33033"/>
                  <a:pt x="1329651" y="32474"/>
                  <a:pt x="1329651" y="31804"/>
                </a:cubicBezTo>
                <a:cubicBezTo>
                  <a:pt x="1329651" y="31096"/>
                  <a:pt x="1329896" y="30519"/>
                  <a:pt x="1330386" y="30072"/>
                </a:cubicBezTo>
                <a:cubicBezTo>
                  <a:pt x="1330876" y="29625"/>
                  <a:pt x="1331705" y="29401"/>
                  <a:pt x="1332874" y="29401"/>
                </a:cubicBezTo>
                <a:lnTo>
                  <a:pt x="1351476" y="29401"/>
                </a:lnTo>
                <a:close/>
                <a:moveTo>
                  <a:pt x="1403097" y="29401"/>
                </a:moveTo>
                <a:lnTo>
                  <a:pt x="1403097" y="36525"/>
                </a:lnTo>
                <a:cubicBezTo>
                  <a:pt x="1406414" y="33192"/>
                  <a:pt x="1409410" y="30888"/>
                  <a:pt x="1412087" y="29615"/>
                </a:cubicBezTo>
                <a:cubicBezTo>
                  <a:pt x="1414763" y="28341"/>
                  <a:pt x="1417778" y="27705"/>
                  <a:pt x="1421133" y="27705"/>
                </a:cubicBezTo>
                <a:cubicBezTo>
                  <a:pt x="1424752" y="27705"/>
                  <a:pt x="1428050" y="28479"/>
                  <a:pt x="1431028" y="30028"/>
                </a:cubicBezTo>
                <a:cubicBezTo>
                  <a:pt x="1433138" y="31163"/>
                  <a:pt x="1435051" y="33043"/>
                  <a:pt x="1436766" y="35670"/>
                </a:cubicBezTo>
                <a:cubicBezTo>
                  <a:pt x="1438481" y="38295"/>
                  <a:pt x="1439339" y="40987"/>
                  <a:pt x="1439339" y="43745"/>
                </a:cubicBezTo>
                <a:lnTo>
                  <a:pt x="1439339" y="73729"/>
                </a:lnTo>
                <a:lnTo>
                  <a:pt x="1443353" y="73729"/>
                </a:lnTo>
                <a:cubicBezTo>
                  <a:pt x="1444484" y="73729"/>
                  <a:pt x="1445295" y="73945"/>
                  <a:pt x="1445785" y="74379"/>
                </a:cubicBezTo>
                <a:cubicBezTo>
                  <a:pt x="1446275" y="74812"/>
                  <a:pt x="1446520" y="75387"/>
                  <a:pt x="1446520" y="76103"/>
                </a:cubicBezTo>
                <a:cubicBezTo>
                  <a:pt x="1446520" y="76782"/>
                  <a:pt x="1446275" y="77347"/>
                  <a:pt x="1445785" y="77800"/>
                </a:cubicBezTo>
                <a:cubicBezTo>
                  <a:pt x="1445295" y="78252"/>
                  <a:pt x="1444484" y="78478"/>
                  <a:pt x="1443353" y="78478"/>
                </a:cubicBezTo>
                <a:lnTo>
                  <a:pt x="1430632" y="78478"/>
                </a:lnTo>
                <a:cubicBezTo>
                  <a:pt x="1429463" y="78478"/>
                  <a:pt x="1428634" y="78252"/>
                  <a:pt x="1428144" y="77800"/>
                </a:cubicBezTo>
                <a:cubicBezTo>
                  <a:pt x="1427654" y="77347"/>
                  <a:pt x="1427409" y="76782"/>
                  <a:pt x="1427409" y="76103"/>
                </a:cubicBezTo>
                <a:cubicBezTo>
                  <a:pt x="1427409" y="75387"/>
                  <a:pt x="1427654" y="74812"/>
                  <a:pt x="1428144" y="74379"/>
                </a:cubicBezTo>
                <a:cubicBezTo>
                  <a:pt x="1428634" y="73945"/>
                  <a:pt x="1429463" y="73729"/>
                  <a:pt x="1430632" y="73729"/>
                </a:cubicBezTo>
                <a:lnTo>
                  <a:pt x="1434590" y="73729"/>
                </a:lnTo>
                <a:lnTo>
                  <a:pt x="1434590" y="44490"/>
                </a:lnTo>
                <a:cubicBezTo>
                  <a:pt x="1434590" y="41121"/>
                  <a:pt x="1433365" y="38273"/>
                  <a:pt x="1430914" y="35946"/>
                </a:cubicBezTo>
                <a:cubicBezTo>
                  <a:pt x="1428464" y="33618"/>
                  <a:pt x="1425185" y="32454"/>
                  <a:pt x="1421076" y="32454"/>
                </a:cubicBezTo>
                <a:cubicBezTo>
                  <a:pt x="1417948" y="32454"/>
                  <a:pt x="1415234" y="33086"/>
                  <a:pt x="1412935" y="34348"/>
                </a:cubicBezTo>
                <a:cubicBezTo>
                  <a:pt x="1410635" y="35611"/>
                  <a:pt x="1407356" y="38749"/>
                  <a:pt x="1403097" y="43762"/>
                </a:cubicBezTo>
                <a:lnTo>
                  <a:pt x="1403097" y="73729"/>
                </a:lnTo>
                <a:lnTo>
                  <a:pt x="1408468" y="73729"/>
                </a:lnTo>
                <a:cubicBezTo>
                  <a:pt x="1409599" y="73729"/>
                  <a:pt x="1410409" y="73945"/>
                  <a:pt x="1410899" y="74379"/>
                </a:cubicBezTo>
                <a:cubicBezTo>
                  <a:pt x="1411389" y="74812"/>
                  <a:pt x="1411634" y="75387"/>
                  <a:pt x="1411634" y="76103"/>
                </a:cubicBezTo>
                <a:cubicBezTo>
                  <a:pt x="1411634" y="76782"/>
                  <a:pt x="1411389" y="77347"/>
                  <a:pt x="1410899" y="77800"/>
                </a:cubicBezTo>
                <a:cubicBezTo>
                  <a:pt x="1410409" y="78252"/>
                  <a:pt x="1409599" y="78478"/>
                  <a:pt x="1408468" y="78478"/>
                </a:cubicBezTo>
                <a:lnTo>
                  <a:pt x="1392976" y="78478"/>
                </a:lnTo>
                <a:cubicBezTo>
                  <a:pt x="1391845" y="78478"/>
                  <a:pt x="1391035" y="78252"/>
                  <a:pt x="1390545" y="77800"/>
                </a:cubicBezTo>
                <a:cubicBezTo>
                  <a:pt x="1390055" y="77347"/>
                  <a:pt x="1389810" y="76782"/>
                  <a:pt x="1389810" y="76103"/>
                </a:cubicBezTo>
                <a:cubicBezTo>
                  <a:pt x="1389810" y="75387"/>
                  <a:pt x="1390055" y="74812"/>
                  <a:pt x="1390545" y="74379"/>
                </a:cubicBezTo>
                <a:cubicBezTo>
                  <a:pt x="1391035" y="73945"/>
                  <a:pt x="1391845" y="73729"/>
                  <a:pt x="1392976" y="73729"/>
                </a:cubicBezTo>
                <a:lnTo>
                  <a:pt x="1398347" y="73729"/>
                </a:lnTo>
                <a:lnTo>
                  <a:pt x="1398347" y="34150"/>
                </a:lnTo>
                <a:lnTo>
                  <a:pt x="1394333" y="34150"/>
                </a:lnTo>
                <a:cubicBezTo>
                  <a:pt x="1393202" y="34150"/>
                  <a:pt x="1392392" y="33924"/>
                  <a:pt x="1391902" y="33472"/>
                </a:cubicBezTo>
                <a:cubicBezTo>
                  <a:pt x="1391412" y="33020"/>
                  <a:pt x="1391167" y="32435"/>
                  <a:pt x="1391167" y="31719"/>
                </a:cubicBezTo>
                <a:cubicBezTo>
                  <a:pt x="1391167" y="31057"/>
                  <a:pt x="1391412" y="30505"/>
                  <a:pt x="1391902" y="30064"/>
                </a:cubicBezTo>
                <a:cubicBezTo>
                  <a:pt x="1392392" y="29622"/>
                  <a:pt x="1393202" y="29401"/>
                  <a:pt x="1394333" y="29401"/>
                </a:cubicBezTo>
                <a:lnTo>
                  <a:pt x="1403097" y="29401"/>
                </a:lnTo>
                <a:close/>
                <a:moveTo>
                  <a:pt x="1503908" y="38075"/>
                </a:moveTo>
                <a:lnTo>
                  <a:pt x="1503908" y="29401"/>
                </a:lnTo>
                <a:lnTo>
                  <a:pt x="1515046" y="29401"/>
                </a:lnTo>
                <a:cubicBezTo>
                  <a:pt x="1516177" y="29401"/>
                  <a:pt x="1516987" y="29622"/>
                  <a:pt x="1517477" y="30064"/>
                </a:cubicBezTo>
                <a:cubicBezTo>
                  <a:pt x="1517968" y="30505"/>
                  <a:pt x="1518213" y="31076"/>
                  <a:pt x="1518213" y="31776"/>
                </a:cubicBezTo>
                <a:cubicBezTo>
                  <a:pt x="1518213" y="32454"/>
                  <a:pt x="1517968" y="33020"/>
                  <a:pt x="1517477" y="33472"/>
                </a:cubicBezTo>
                <a:cubicBezTo>
                  <a:pt x="1516987" y="33924"/>
                  <a:pt x="1516177" y="34150"/>
                  <a:pt x="1515046" y="34150"/>
                </a:cubicBezTo>
                <a:lnTo>
                  <a:pt x="1508657" y="34150"/>
                </a:lnTo>
                <a:lnTo>
                  <a:pt x="1508657" y="81710"/>
                </a:lnTo>
                <a:cubicBezTo>
                  <a:pt x="1508657" y="84884"/>
                  <a:pt x="1507979" y="87718"/>
                  <a:pt x="1506622" y="90212"/>
                </a:cubicBezTo>
                <a:cubicBezTo>
                  <a:pt x="1505717" y="91875"/>
                  <a:pt x="1504209" y="93595"/>
                  <a:pt x="1502099" y="95371"/>
                </a:cubicBezTo>
                <a:cubicBezTo>
                  <a:pt x="1499988" y="97147"/>
                  <a:pt x="1498065" y="98413"/>
                  <a:pt x="1496331" y="99168"/>
                </a:cubicBezTo>
                <a:cubicBezTo>
                  <a:pt x="1494598" y="99924"/>
                  <a:pt x="1492279" y="100303"/>
                  <a:pt x="1489377" y="100303"/>
                </a:cubicBezTo>
                <a:lnTo>
                  <a:pt x="1475920" y="100303"/>
                </a:lnTo>
                <a:cubicBezTo>
                  <a:pt x="1474790" y="100303"/>
                  <a:pt x="1473979" y="100088"/>
                  <a:pt x="1473489" y="99659"/>
                </a:cubicBezTo>
                <a:cubicBezTo>
                  <a:pt x="1472999" y="99232"/>
                  <a:pt x="1472754" y="98664"/>
                  <a:pt x="1472754" y="97956"/>
                </a:cubicBezTo>
                <a:cubicBezTo>
                  <a:pt x="1472754" y="97248"/>
                  <a:pt x="1472999" y="96670"/>
                  <a:pt x="1473489" y="96223"/>
                </a:cubicBezTo>
                <a:cubicBezTo>
                  <a:pt x="1473979" y="95776"/>
                  <a:pt x="1474790" y="95553"/>
                  <a:pt x="1475920" y="95553"/>
                </a:cubicBezTo>
                <a:lnTo>
                  <a:pt x="1489547" y="95553"/>
                </a:lnTo>
                <a:cubicBezTo>
                  <a:pt x="1492336" y="95553"/>
                  <a:pt x="1494852" y="94836"/>
                  <a:pt x="1497095" y="93403"/>
                </a:cubicBezTo>
                <a:cubicBezTo>
                  <a:pt x="1499337" y="91969"/>
                  <a:pt x="1501194" y="89876"/>
                  <a:pt x="1502664" y="87122"/>
                </a:cubicBezTo>
                <a:cubicBezTo>
                  <a:pt x="1503493" y="85537"/>
                  <a:pt x="1503908" y="83519"/>
                  <a:pt x="1503908" y="81066"/>
                </a:cubicBezTo>
                <a:lnTo>
                  <a:pt x="1503908" y="66806"/>
                </a:lnTo>
                <a:cubicBezTo>
                  <a:pt x="1498819" y="73758"/>
                  <a:pt x="1492261" y="77234"/>
                  <a:pt x="1484232" y="77234"/>
                </a:cubicBezTo>
                <a:cubicBezTo>
                  <a:pt x="1477711" y="77234"/>
                  <a:pt x="1472085" y="74810"/>
                  <a:pt x="1467354" y="69962"/>
                </a:cubicBezTo>
                <a:cubicBezTo>
                  <a:pt x="1462624" y="65112"/>
                  <a:pt x="1460259" y="59272"/>
                  <a:pt x="1460259" y="52441"/>
                </a:cubicBezTo>
                <a:cubicBezTo>
                  <a:pt x="1460259" y="45610"/>
                  <a:pt x="1462624" y="39780"/>
                  <a:pt x="1467354" y="34951"/>
                </a:cubicBezTo>
                <a:cubicBezTo>
                  <a:pt x="1472085" y="30120"/>
                  <a:pt x="1477711" y="27705"/>
                  <a:pt x="1484232" y="27705"/>
                </a:cubicBezTo>
                <a:cubicBezTo>
                  <a:pt x="1492261" y="27705"/>
                  <a:pt x="1498819" y="31161"/>
                  <a:pt x="1503908" y="38075"/>
                </a:cubicBezTo>
                <a:moveTo>
                  <a:pt x="1503908" y="52441"/>
                </a:moveTo>
                <a:cubicBezTo>
                  <a:pt x="1503908" y="46839"/>
                  <a:pt x="1501995" y="42107"/>
                  <a:pt x="1498169" y="38246"/>
                </a:cubicBezTo>
                <a:cubicBezTo>
                  <a:pt x="1494343" y="34385"/>
                  <a:pt x="1489773" y="32454"/>
                  <a:pt x="1484458" y="32454"/>
                </a:cubicBezTo>
                <a:cubicBezTo>
                  <a:pt x="1479143" y="32454"/>
                  <a:pt x="1474582" y="34394"/>
                  <a:pt x="1470775" y="38274"/>
                </a:cubicBezTo>
                <a:cubicBezTo>
                  <a:pt x="1466968" y="42154"/>
                  <a:pt x="1465065" y="46877"/>
                  <a:pt x="1465065" y="52441"/>
                </a:cubicBezTo>
                <a:cubicBezTo>
                  <a:pt x="1465065" y="58043"/>
                  <a:pt x="1466968" y="62785"/>
                  <a:pt x="1470775" y="66665"/>
                </a:cubicBezTo>
                <a:cubicBezTo>
                  <a:pt x="1474582" y="70545"/>
                  <a:pt x="1479143" y="72485"/>
                  <a:pt x="1484458" y="72485"/>
                </a:cubicBezTo>
                <a:cubicBezTo>
                  <a:pt x="1489773" y="72485"/>
                  <a:pt x="1494343" y="70545"/>
                  <a:pt x="1498169" y="66665"/>
                </a:cubicBezTo>
                <a:cubicBezTo>
                  <a:pt x="1501995" y="62785"/>
                  <a:pt x="1503908" y="58043"/>
                  <a:pt x="1503908" y="52441"/>
                </a:cubicBezTo>
                <a:close/>
                <a:moveTo>
                  <a:pt x="1616592" y="51339"/>
                </a:moveTo>
                <a:lnTo>
                  <a:pt x="1616592" y="73729"/>
                </a:lnTo>
                <a:lnTo>
                  <a:pt x="1632875" y="73729"/>
                </a:lnTo>
                <a:cubicBezTo>
                  <a:pt x="1634006" y="73729"/>
                  <a:pt x="1634816" y="73945"/>
                  <a:pt x="1635306" y="74379"/>
                </a:cubicBezTo>
                <a:cubicBezTo>
                  <a:pt x="1635797" y="74812"/>
                  <a:pt x="1636042" y="75387"/>
                  <a:pt x="1636042" y="76103"/>
                </a:cubicBezTo>
                <a:cubicBezTo>
                  <a:pt x="1636042" y="76782"/>
                  <a:pt x="1635797" y="77347"/>
                  <a:pt x="1635306" y="77800"/>
                </a:cubicBezTo>
                <a:cubicBezTo>
                  <a:pt x="1634816" y="78252"/>
                  <a:pt x="1634006" y="78478"/>
                  <a:pt x="1632875" y="78478"/>
                </a:cubicBezTo>
                <a:lnTo>
                  <a:pt x="1605453" y="78478"/>
                </a:lnTo>
                <a:cubicBezTo>
                  <a:pt x="1604322" y="78478"/>
                  <a:pt x="1603512" y="78252"/>
                  <a:pt x="1603022" y="77800"/>
                </a:cubicBezTo>
                <a:cubicBezTo>
                  <a:pt x="1602532" y="77347"/>
                  <a:pt x="1602287" y="76782"/>
                  <a:pt x="1602287" y="76103"/>
                </a:cubicBezTo>
                <a:cubicBezTo>
                  <a:pt x="1602287" y="75387"/>
                  <a:pt x="1602532" y="74812"/>
                  <a:pt x="1603022" y="74379"/>
                </a:cubicBezTo>
                <a:cubicBezTo>
                  <a:pt x="1603512" y="73945"/>
                  <a:pt x="1604322" y="73729"/>
                  <a:pt x="1605453" y="73729"/>
                </a:cubicBezTo>
                <a:lnTo>
                  <a:pt x="1611842" y="73729"/>
                </a:lnTo>
                <a:lnTo>
                  <a:pt x="1611842" y="17075"/>
                </a:lnTo>
                <a:lnTo>
                  <a:pt x="1605453" y="17075"/>
                </a:lnTo>
                <a:cubicBezTo>
                  <a:pt x="1604322" y="17075"/>
                  <a:pt x="1603512" y="16858"/>
                  <a:pt x="1603022" y="16425"/>
                </a:cubicBezTo>
                <a:cubicBezTo>
                  <a:pt x="1602532" y="15991"/>
                  <a:pt x="1602287" y="15417"/>
                  <a:pt x="1602287" y="14700"/>
                </a:cubicBezTo>
                <a:cubicBezTo>
                  <a:pt x="1602287" y="13984"/>
                  <a:pt x="1602532" y="13409"/>
                  <a:pt x="1603022" y="12976"/>
                </a:cubicBezTo>
                <a:cubicBezTo>
                  <a:pt x="1603512" y="12543"/>
                  <a:pt x="1604322" y="12326"/>
                  <a:pt x="1605453" y="12326"/>
                </a:cubicBezTo>
                <a:lnTo>
                  <a:pt x="1633045" y="12326"/>
                </a:lnTo>
                <a:cubicBezTo>
                  <a:pt x="1639566" y="12326"/>
                  <a:pt x="1644890" y="14248"/>
                  <a:pt x="1649018" y="18093"/>
                </a:cubicBezTo>
                <a:cubicBezTo>
                  <a:pt x="1653145" y="21938"/>
                  <a:pt x="1655209" y="26442"/>
                  <a:pt x="1655209" y="31606"/>
                </a:cubicBezTo>
                <a:cubicBezTo>
                  <a:pt x="1655209" y="34659"/>
                  <a:pt x="1654540" y="37411"/>
                  <a:pt x="1653202" y="39861"/>
                </a:cubicBezTo>
                <a:cubicBezTo>
                  <a:pt x="1651863" y="42311"/>
                  <a:pt x="1650252" y="44233"/>
                  <a:pt x="1648367" y="45628"/>
                </a:cubicBezTo>
                <a:cubicBezTo>
                  <a:pt x="1645540" y="47739"/>
                  <a:pt x="1642619" y="49284"/>
                  <a:pt x="1639604" y="50264"/>
                </a:cubicBezTo>
                <a:cubicBezTo>
                  <a:pt x="1637417" y="50981"/>
                  <a:pt x="1634703" y="51339"/>
                  <a:pt x="1631462" y="51339"/>
                </a:cubicBezTo>
                <a:lnTo>
                  <a:pt x="1616592" y="51339"/>
                </a:lnTo>
                <a:moveTo>
                  <a:pt x="1616592" y="46589"/>
                </a:moveTo>
                <a:lnTo>
                  <a:pt x="1631744" y="46589"/>
                </a:lnTo>
                <a:cubicBezTo>
                  <a:pt x="1635250" y="46589"/>
                  <a:pt x="1638539" y="45807"/>
                  <a:pt x="1641611" y="44243"/>
                </a:cubicBezTo>
                <a:cubicBezTo>
                  <a:pt x="1644683" y="42679"/>
                  <a:pt x="1646926" y="40766"/>
                  <a:pt x="1648339" y="38504"/>
                </a:cubicBezTo>
                <a:cubicBezTo>
                  <a:pt x="1649753" y="36242"/>
                  <a:pt x="1650459" y="33943"/>
                  <a:pt x="1650459" y="31606"/>
                </a:cubicBezTo>
                <a:cubicBezTo>
                  <a:pt x="1650459" y="27874"/>
                  <a:pt x="1648857" y="24520"/>
                  <a:pt x="1645653" y="21542"/>
                </a:cubicBezTo>
                <a:cubicBezTo>
                  <a:pt x="1642449" y="18564"/>
                  <a:pt x="1638397" y="17075"/>
                  <a:pt x="1633497" y="17075"/>
                </a:cubicBezTo>
                <a:lnTo>
                  <a:pt x="1616592" y="17075"/>
                </a:lnTo>
                <a:lnTo>
                  <a:pt x="1616592" y="46589"/>
                </a:lnTo>
                <a:close/>
                <a:moveTo>
                  <a:pt x="1690715" y="29401"/>
                </a:moveTo>
                <a:lnTo>
                  <a:pt x="1690715" y="41418"/>
                </a:lnTo>
                <a:cubicBezTo>
                  <a:pt x="1696897" y="35851"/>
                  <a:pt x="1701524" y="32268"/>
                  <a:pt x="1704596" y="30670"/>
                </a:cubicBezTo>
                <a:cubicBezTo>
                  <a:pt x="1707668" y="29070"/>
                  <a:pt x="1710505" y="28270"/>
                  <a:pt x="1713105" y="28270"/>
                </a:cubicBezTo>
                <a:cubicBezTo>
                  <a:pt x="1715932" y="28270"/>
                  <a:pt x="1718562" y="29228"/>
                  <a:pt x="1720993" y="31145"/>
                </a:cubicBezTo>
                <a:cubicBezTo>
                  <a:pt x="1723424" y="33061"/>
                  <a:pt x="1724640" y="34513"/>
                  <a:pt x="1724640" y="35500"/>
                </a:cubicBezTo>
                <a:cubicBezTo>
                  <a:pt x="1724640" y="36221"/>
                  <a:pt x="1724404" y="36817"/>
                  <a:pt x="1723933" y="37288"/>
                </a:cubicBezTo>
                <a:cubicBezTo>
                  <a:pt x="1723462" y="37760"/>
                  <a:pt x="1722868" y="37995"/>
                  <a:pt x="1722152" y="37995"/>
                </a:cubicBezTo>
                <a:cubicBezTo>
                  <a:pt x="1721775" y="37995"/>
                  <a:pt x="1721455" y="37929"/>
                  <a:pt x="1721191" y="37797"/>
                </a:cubicBezTo>
                <a:cubicBezTo>
                  <a:pt x="1720927" y="37665"/>
                  <a:pt x="1720437" y="37237"/>
                  <a:pt x="1719721" y="36511"/>
                </a:cubicBezTo>
                <a:cubicBezTo>
                  <a:pt x="1718401" y="35175"/>
                  <a:pt x="1717252" y="34259"/>
                  <a:pt x="1716272" y="33763"/>
                </a:cubicBezTo>
                <a:cubicBezTo>
                  <a:pt x="1715292" y="33268"/>
                  <a:pt x="1714331" y="33020"/>
                  <a:pt x="1713388" y="33020"/>
                </a:cubicBezTo>
                <a:cubicBezTo>
                  <a:pt x="1711315" y="33020"/>
                  <a:pt x="1708818" y="33848"/>
                  <a:pt x="1705897" y="35506"/>
                </a:cubicBezTo>
                <a:cubicBezTo>
                  <a:pt x="1702975" y="37163"/>
                  <a:pt x="1697915" y="41212"/>
                  <a:pt x="1690715" y="47653"/>
                </a:cubicBezTo>
                <a:lnTo>
                  <a:pt x="1690715" y="73729"/>
                </a:lnTo>
                <a:lnTo>
                  <a:pt x="1711749" y="73729"/>
                </a:lnTo>
                <a:cubicBezTo>
                  <a:pt x="1712917" y="73729"/>
                  <a:pt x="1713746" y="73945"/>
                  <a:pt x="1714236" y="74379"/>
                </a:cubicBezTo>
                <a:cubicBezTo>
                  <a:pt x="1714726" y="74812"/>
                  <a:pt x="1714971" y="75387"/>
                  <a:pt x="1714971" y="76103"/>
                </a:cubicBezTo>
                <a:cubicBezTo>
                  <a:pt x="1714971" y="76782"/>
                  <a:pt x="1714726" y="77347"/>
                  <a:pt x="1714236" y="77800"/>
                </a:cubicBezTo>
                <a:cubicBezTo>
                  <a:pt x="1713746" y="78252"/>
                  <a:pt x="1712917" y="78478"/>
                  <a:pt x="1711749" y="78478"/>
                </a:cubicBezTo>
                <a:lnTo>
                  <a:pt x="1674488" y="78478"/>
                </a:lnTo>
                <a:cubicBezTo>
                  <a:pt x="1673358" y="78478"/>
                  <a:pt x="1672547" y="78256"/>
                  <a:pt x="1672057" y="77812"/>
                </a:cubicBezTo>
                <a:cubicBezTo>
                  <a:pt x="1671567" y="77368"/>
                  <a:pt x="1671322" y="76798"/>
                  <a:pt x="1671322" y="76103"/>
                </a:cubicBezTo>
                <a:cubicBezTo>
                  <a:pt x="1671322" y="75463"/>
                  <a:pt x="1671558" y="74925"/>
                  <a:pt x="1672029" y="74492"/>
                </a:cubicBezTo>
                <a:cubicBezTo>
                  <a:pt x="1672500" y="74058"/>
                  <a:pt x="1673320" y="73842"/>
                  <a:pt x="1674488" y="73842"/>
                </a:cubicBezTo>
                <a:lnTo>
                  <a:pt x="1685966" y="73842"/>
                </a:lnTo>
                <a:lnTo>
                  <a:pt x="1685966" y="34150"/>
                </a:lnTo>
                <a:lnTo>
                  <a:pt x="1677202" y="34150"/>
                </a:lnTo>
                <a:cubicBezTo>
                  <a:pt x="1676072" y="34150"/>
                  <a:pt x="1675261" y="33924"/>
                  <a:pt x="1674771" y="33472"/>
                </a:cubicBezTo>
                <a:cubicBezTo>
                  <a:pt x="1674281" y="33020"/>
                  <a:pt x="1674036" y="32435"/>
                  <a:pt x="1674036" y="31719"/>
                </a:cubicBezTo>
                <a:cubicBezTo>
                  <a:pt x="1674036" y="31057"/>
                  <a:pt x="1674272" y="30505"/>
                  <a:pt x="1674743" y="30064"/>
                </a:cubicBezTo>
                <a:cubicBezTo>
                  <a:pt x="1675214" y="29622"/>
                  <a:pt x="1676034" y="29401"/>
                  <a:pt x="1677202" y="29401"/>
                </a:cubicBezTo>
                <a:lnTo>
                  <a:pt x="1690715" y="29401"/>
                </a:lnTo>
                <a:close/>
                <a:moveTo>
                  <a:pt x="1792431" y="54024"/>
                </a:moveTo>
                <a:cubicBezTo>
                  <a:pt x="1792431" y="61270"/>
                  <a:pt x="1789840" y="67459"/>
                  <a:pt x="1784657" y="72591"/>
                </a:cubicBezTo>
                <a:cubicBezTo>
                  <a:pt x="1779474" y="77722"/>
                  <a:pt x="1773226" y="80287"/>
                  <a:pt x="1765914" y="80287"/>
                </a:cubicBezTo>
                <a:cubicBezTo>
                  <a:pt x="1758526" y="80287"/>
                  <a:pt x="1752250" y="77712"/>
                  <a:pt x="1747086" y="72562"/>
                </a:cubicBezTo>
                <a:cubicBezTo>
                  <a:pt x="1741922" y="67411"/>
                  <a:pt x="1739340" y="61232"/>
                  <a:pt x="1739340" y="54024"/>
                </a:cubicBezTo>
                <a:cubicBezTo>
                  <a:pt x="1739340" y="46779"/>
                  <a:pt x="1741922" y="40581"/>
                  <a:pt x="1747086" y="35431"/>
                </a:cubicBezTo>
                <a:cubicBezTo>
                  <a:pt x="1752250" y="30280"/>
                  <a:pt x="1758526" y="27705"/>
                  <a:pt x="1765914" y="27705"/>
                </a:cubicBezTo>
                <a:cubicBezTo>
                  <a:pt x="1773226" y="27705"/>
                  <a:pt x="1779474" y="30271"/>
                  <a:pt x="1784657" y="35403"/>
                </a:cubicBezTo>
                <a:cubicBezTo>
                  <a:pt x="1789840" y="40534"/>
                  <a:pt x="1792431" y="46741"/>
                  <a:pt x="1792431" y="54024"/>
                </a:cubicBezTo>
                <a:moveTo>
                  <a:pt x="1787625" y="53996"/>
                </a:moveTo>
                <a:cubicBezTo>
                  <a:pt x="1787625" y="48025"/>
                  <a:pt x="1785505" y="42942"/>
                  <a:pt x="1781265" y="38748"/>
                </a:cubicBezTo>
                <a:cubicBezTo>
                  <a:pt x="1777024" y="34552"/>
                  <a:pt x="1771888" y="32454"/>
                  <a:pt x="1765857" y="32454"/>
                </a:cubicBezTo>
                <a:cubicBezTo>
                  <a:pt x="1759826" y="32454"/>
                  <a:pt x="1754691" y="34561"/>
                  <a:pt x="1750450" y="38776"/>
                </a:cubicBezTo>
                <a:cubicBezTo>
                  <a:pt x="1746210" y="42990"/>
                  <a:pt x="1744089" y="48063"/>
                  <a:pt x="1744089" y="53996"/>
                </a:cubicBezTo>
                <a:cubicBezTo>
                  <a:pt x="1744089" y="59892"/>
                  <a:pt x="1746210" y="64956"/>
                  <a:pt x="1750450" y="69189"/>
                </a:cubicBezTo>
                <a:cubicBezTo>
                  <a:pt x="1754691" y="73422"/>
                  <a:pt x="1759826" y="75538"/>
                  <a:pt x="1765857" y="75538"/>
                </a:cubicBezTo>
                <a:cubicBezTo>
                  <a:pt x="1771888" y="75538"/>
                  <a:pt x="1777024" y="73431"/>
                  <a:pt x="1781265" y="69218"/>
                </a:cubicBezTo>
                <a:cubicBezTo>
                  <a:pt x="1785505" y="65003"/>
                  <a:pt x="1787625" y="59929"/>
                  <a:pt x="1787625" y="53996"/>
                </a:cubicBezTo>
                <a:close/>
                <a:moveTo>
                  <a:pt x="1825620" y="29401"/>
                </a:moveTo>
                <a:lnTo>
                  <a:pt x="1851402" y="29401"/>
                </a:lnTo>
                <a:cubicBezTo>
                  <a:pt x="1852533" y="29401"/>
                  <a:pt x="1853344" y="29622"/>
                  <a:pt x="1853834" y="30064"/>
                </a:cubicBezTo>
                <a:cubicBezTo>
                  <a:pt x="1854324" y="30505"/>
                  <a:pt x="1854569" y="31076"/>
                  <a:pt x="1854569" y="31776"/>
                </a:cubicBezTo>
                <a:cubicBezTo>
                  <a:pt x="1854569" y="32454"/>
                  <a:pt x="1854324" y="33020"/>
                  <a:pt x="1853834" y="33472"/>
                </a:cubicBezTo>
                <a:cubicBezTo>
                  <a:pt x="1853344" y="33924"/>
                  <a:pt x="1852533" y="34150"/>
                  <a:pt x="1851402" y="34150"/>
                </a:cubicBezTo>
                <a:lnTo>
                  <a:pt x="1825620" y="34150"/>
                </a:lnTo>
                <a:lnTo>
                  <a:pt x="1825620" y="65843"/>
                </a:lnTo>
                <a:cubicBezTo>
                  <a:pt x="1825620" y="68602"/>
                  <a:pt x="1826722" y="70907"/>
                  <a:pt x="1828928" y="72760"/>
                </a:cubicBezTo>
                <a:cubicBezTo>
                  <a:pt x="1831133" y="74612"/>
                  <a:pt x="1834365" y="75538"/>
                  <a:pt x="1838624" y="75538"/>
                </a:cubicBezTo>
                <a:cubicBezTo>
                  <a:pt x="1841828" y="75538"/>
                  <a:pt x="1845296" y="75057"/>
                  <a:pt x="1849028" y="74096"/>
                </a:cubicBezTo>
                <a:cubicBezTo>
                  <a:pt x="1852759" y="73135"/>
                  <a:pt x="1855662" y="72051"/>
                  <a:pt x="1857735" y="70845"/>
                </a:cubicBezTo>
                <a:cubicBezTo>
                  <a:pt x="1858489" y="70355"/>
                  <a:pt x="1859111" y="70110"/>
                  <a:pt x="1859601" y="70110"/>
                </a:cubicBezTo>
                <a:cubicBezTo>
                  <a:pt x="1860204" y="70110"/>
                  <a:pt x="1860732" y="70346"/>
                  <a:pt x="1861184" y="70817"/>
                </a:cubicBezTo>
                <a:cubicBezTo>
                  <a:pt x="1861636" y="71288"/>
                  <a:pt x="1861862" y="71844"/>
                  <a:pt x="1861862" y="72485"/>
                </a:cubicBezTo>
                <a:cubicBezTo>
                  <a:pt x="1861862" y="73050"/>
                  <a:pt x="1861617" y="73578"/>
                  <a:pt x="1861127" y="74068"/>
                </a:cubicBezTo>
                <a:cubicBezTo>
                  <a:pt x="1859921" y="75312"/>
                  <a:pt x="1856990" y="76659"/>
                  <a:pt x="1852335" y="78110"/>
                </a:cubicBezTo>
                <a:cubicBezTo>
                  <a:pt x="1847680" y="79562"/>
                  <a:pt x="1843223" y="80287"/>
                  <a:pt x="1838963" y="80287"/>
                </a:cubicBezTo>
                <a:cubicBezTo>
                  <a:pt x="1833423" y="80287"/>
                  <a:pt x="1829012" y="78984"/>
                  <a:pt x="1825733" y="76377"/>
                </a:cubicBezTo>
                <a:cubicBezTo>
                  <a:pt x="1822454" y="73769"/>
                  <a:pt x="1820814" y="70255"/>
                  <a:pt x="1820814" y="65834"/>
                </a:cubicBezTo>
                <a:lnTo>
                  <a:pt x="1820814" y="34150"/>
                </a:lnTo>
                <a:lnTo>
                  <a:pt x="1812050" y="34150"/>
                </a:lnTo>
                <a:cubicBezTo>
                  <a:pt x="1810919" y="34150"/>
                  <a:pt x="1810109" y="33927"/>
                  <a:pt x="1809619" y="33481"/>
                </a:cubicBezTo>
                <a:cubicBezTo>
                  <a:pt x="1809129" y="33033"/>
                  <a:pt x="1808884" y="32455"/>
                  <a:pt x="1808884" y="31747"/>
                </a:cubicBezTo>
                <a:cubicBezTo>
                  <a:pt x="1808884" y="31077"/>
                  <a:pt x="1809129" y="30519"/>
                  <a:pt x="1809619" y="30072"/>
                </a:cubicBezTo>
                <a:cubicBezTo>
                  <a:pt x="1810109" y="29625"/>
                  <a:pt x="1810919" y="29401"/>
                  <a:pt x="1812050" y="29401"/>
                </a:cubicBezTo>
                <a:lnTo>
                  <a:pt x="1820814" y="29401"/>
                </a:lnTo>
                <a:lnTo>
                  <a:pt x="1820814" y="15287"/>
                </a:lnTo>
                <a:cubicBezTo>
                  <a:pt x="1820814" y="14148"/>
                  <a:pt x="1821040" y="13332"/>
                  <a:pt x="1821493" y="12840"/>
                </a:cubicBezTo>
                <a:cubicBezTo>
                  <a:pt x="1821945" y="12346"/>
                  <a:pt x="1822510" y="12100"/>
                  <a:pt x="1823189" y="12100"/>
                </a:cubicBezTo>
                <a:cubicBezTo>
                  <a:pt x="1823905" y="12100"/>
                  <a:pt x="1824489" y="12346"/>
                  <a:pt x="1824941" y="12840"/>
                </a:cubicBezTo>
                <a:cubicBezTo>
                  <a:pt x="1825394" y="13332"/>
                  <a:pt x="1825620" y="14148"/>
                  <a:pt x="1825620" y="15287"/>
                </a:cubicBezTo>
                <a:lnTo>
                  <a:pt x="1825620" y="29401"/>
                </a:lnTo>
                <a:close/>
                <a:moveTo>
                  <a:pt x="1931406" y="54024"/>
                </a:moveTo>
                <a:cubicBezTo>
                  <a:pt x="1931406" y="61270"/>
                  <a:pt x="1928815" y="67459"/>
                  <a:pt x="1923632" y="72591"/>
                </a:cubicBezTo>
                <a:cubicBezTo>
                  <a:pt x="1918449" y="77722"/>
                  <a:pt x="1912202" y="80287"/>
                  <a:pt x="1904889" y="80287"/>
                </a:cubicBezTo>
                <a:cubicBezTo>
                  <a:pt x="1897501" y="80287"/>
                  <a:pt x="1891225" y="77712"/>
                  <a:pt x="1886061" y="72562"/>
                </a:cubicBezTo>
                <a:cubicBezTo>
                  <a:pt x="1880897" y="67411"/>
                  <a:pt x="1878315" y="61232"/>
                  <a:pt x="1878315" y="54024"/>
                </a:cubicBezTo>
                <a:cubicBezTo>
                  <a:pt x="1878315" y="46779"/>
                  <a:pt x="1880897" y="40581"/>
                  <a:pt x="1886061" y="35431"/>
                </a:cubicBezTo>
                <a:cubicBezTo>
                  <a:pt x="1891225" y="30280"/>
                  <a:pt x="1897501" y="27705"/>
                  <a:pt x="1904889" y="27705"/>
                </a:cubicBezTo>
                <a:cubicBezTo>
                  <a:pt x="1912202" y="27705"/>
                  <a:pt x="1918449" y="30271"/>
                  <a:pt x="1923632" y="35403"/>
                </a:cubicBezTo>
                <a:cubicBezTo>
                  <a:pt x="1928815" y="40534"/>
                  <a:pt x="1931406" y="46741"/>
                  <a:pt x="1931406" y="54024"/>
                </a:cubicBezTo>
                <a:moveTo>
                  <a:pt x="1926600" y="53996"/>
                </a:moveTo>
                <a:cubicBezTo>
                  <a:pt x="1926600" y="48025"/>
                  <a:pt x="1924480" y="42942"/>
                  <a:pt x="1920240" y="38748"/>
                </a:cubicBezTo>
                <a:cubicBezTo>
                  <a:pt x="1915999" y="34552"/>
                  <a:pt x="1910863" y="32454"/>
                  <a:pt x="1904832" y="32454"/>
                </a:cubicBezTo>
                <a:cubicBezTo>
                  <a:pt x="1898801" y="32454"/>
                  <a:pt x="1893666" y="34561"/>
                  <a:pt x="1889425" y="38776"/>
                </a:cubicBezTo>
                <a:cubicBezTo>
                  <a:pt x="1885185" y="42990"/>
                  <a:pt x="1883064" y="48063"/>
                  <a:pt x="1883064" y="53996"/>
                </a:cubicBezTo>
                <a:cubicBezTo>
                  <a:pt x="1883064" y="59892"/>
                  <a:pt x="1885185" y="64956"/>
                  <a:pt x="1889425" y="69189"/>
                </a:cubicBezTo>
                <a:cubicBezTo>
                  <a:pt x="1893666" y="73422"/>
                  <a:pt x="1898801" y="75538"/>
                  <a:pt x="1904832" y="75538"/>
                </a:cubicBezTo>
                <a:cubicBezTo>
                  <a:pt x="1910863" y="75538"/>
                  <a:pt x="1915999" y="73431"/>
                  <a:pt x="1920240" y="69218"/>
                </a:cubicBezTo>
                <a:cubicBezTo>
                  <a:pt x="1924480" y="65003"/>
                  <a:pt x="1926600" y="59929"/>
                  <a:pt x="1926600" y="53996"/>
                </a:cubicBezTo>
                <a:close/>
                <a:moveTo>
                  <a:pt x="1994166" y="34157"/>
                </a:moveTo>
                <a:lnTo>
                  <a:pt x="1994166" y="32590"/>
                </a:lnTo>
                <a:cubicBezTo>
                  <a:pt x="1994166" y="31433"/>
                  <a:pt x="1994392" y="30613"/>
                  <a:pt x="1994844" y="30129"/>
                </a:cubicBezTo>
                <a:cubicBezTo>
                  <a:pt x="1995296" y="29644"/>
                  <a:pt x="1995862" y="29401"/>
                  <a:pt x="1996540" y="29401"/>
                </a:cubicBezTo>
                <a:cubicBezTo>
                  <a:pt x="1997257" y="29401"/>
                  <a:pt x="1997841" y="29646"/>
                  <a:pt x="1998293" y="30136"/>
                </a:cubicBezTo>
                <a:cubicBezTo>
                  <a:pt x="1998745" y="30626"/>
                  <a:pt x="1998972" y="31455"/>
                  <a:pt x="1998972" y="32624"/>
                </a:cubicBezTo>
                <a:lnTo>
                  <a:pt x="1998972" y="43366"/>
                </a:lnTo>
                <a:cubicBezTo>
                  <a:pt x="1998934" y="44535"/>
                  <a:pt x="1998698" y="45364"/>
                  <a:pt x="1998265" y="45854"/>
                </a:cubicBezTo>
                <a:cubicBezTo>
                  <a:pt x="1997831" y="46344"/>
                  <a:pt x="1997257" y="46589"/>
                  <a:pt x="1996540" y="46589"/>
                </a:cubicBezTo>
                <a:cubicBezTo>
                  <a:pt x="1995900" y="46589"/>
                  <a:pt x="1995362" y="46372"/>
                  <a:pt x="1994929" y="45937"/>
                </a:cubicBezTo>
                <a:cubicBezTo>
                  <a:pt x="1994495" y="45501"/>
                  <a:pt x="1994241" y="44772"/>
                  <a:pt x="1994166" y="43750"/>
                </a:cubicBezTo>
                <a:cubicBezTo>
                  <a:pt x="1993939" y="41063"/>
                  <a:pt x="1992177" y="38509"/>
                  <a:pt x="1988879" y="36087"/>
                </a:cubicBezTo>
                <a:cubicBezTo>
                  <a:pt x="1985581" y="33665"/>
                  <a:pt x="1981143" y="32454"/>
                  <a:pt x="1975564" y="32454"/>
                </a:cubicBezTo>
                <a:cubicBezTo>
                  <a:pt x="1968515" y="32454"/>
                  <a:pt x="1963163" y="34665"/>
                  <a:pt x="1959506" y="39087"/>
                </a:cubicBezTo>
                <a:cubicBezTo>
                  <a:pt x="1955850" y="43509"/>
                  <a:pt x="1954022" y="48573"/>
                  <a:pt x="1954022" y="54279"/>
                </a:cubicBezTo>
                <a:cubicBezTo>
                  <a:pt x="1954022" y="60439"/>
                  <a:pt x="1956039" y="65523"/>
                  <a:pt x="1960072" y="69529"/>
                </a:cubicBezTo>
                <a:cubicBezTo>
                  <a:pt x="1964105" y="73535"/>
                  <a:pt x="1969326" y="75538"/>
                  <a:pt x="1975733" y="75538"/>
                </a:cubicBezTo>
                <a:cubicBezTo>
                  <a:pt x="1979427" y="75538"/>
                  <a:pt x="1983187" y="74852"/>
                  <a:pt x="1987013" y="73479"/>
                </a:cubicBezTo>
                <a:cubicBezTo>
                  <a:pt x="1990839" y="72106"/>
                  <a:pt x="1994298" y="69894"/>
                  <a:pt x="1997388" y="66843"/>
                </a:cubicBezTo>
                <a:cubicBezTo>
                  <a:pt x="1998180" y="66081"/>
                  <a:pt x="1998877" y="65700"/>
                  <a:pt x="1999480" y="65700"/>
                </a:cubicBezTo>
                <a:cubicBezTo>
                  <a:pt x="2000121" y="65700"/>
                  <a:pt x="2000658" y="65918"/>
                  <a:pt x="2001092" y="66355"/>
                </a:cubicBezTo>
                <a:cubicBezTo>
                  <a:pt x="2001525" y="66792"/>
                  <a:pt x="2001742" y="67334"/>
                  <a:pt x="2001742" y="67979"/>
                </a:cubicBezTo>
                <a:cubicBezTo>
                  <a:pt x="2001742" y="69613"/>
                  <a:pt x="1999839" y="71683"/>
                  <a:pt x="1996031" y="74190"/>
                </a:cubicBezTo>
                <a:cubicBezTo>
                  <a:pt x="1989887" y="78255"/>
                  <a:pt x="1983046" y="80287"/>
                  <a:pt x="1975507" y="80287"/>
                </a:cubicBezTo>
                <a:cubicBezTo>
                  <a:pt x="1967856" y="80287"/>
                  <a:pt x="1961570" y="77844"/>
                  <a:pt x="1956651" y="72958"/>
                </a:cubicBezTo>
                <a:cubicBezTo>
                  <a:pt x="1951732" y="68071"/>
                  <a:pt x="1949273" y="61873"/>
                  <a:pt x="1949273" y="54364"/>
                </a:cubicBezTo>
                <a:cubicBezTo>
                  <a:pt x="1949273" y="46703"/>
                  <a:pt x="1951789" y="40346"/>
                  <a:pt x="1956821" y="35290"/>
                </a:cubicBezTo>
                <a:cubicBezTo>
                  <a:pt x="1961853" y="30233"/>
                  <a:pt x="1968195" y="27705"/>
                  <a:pt x="1975847" y="27705"/>
                </a:cubicBezTo>
                <a:cubicBezTo>
                  <a:pt x="1983121" y="27705"/>
                  <a:pt x="1989228" y="29856"/>
                  <a:pt x="1994166" y="34157"/>
                </a:cubicBezTo>
                <a:close/>
                <a:moveTo>
                  <a:pt x="2070382" y="54024"/>
                </a:moveTo>
                <a:cubicBezTo>
                  <a:pt x="2070382" y="61270"/>
                  <a:pt x="2067790" y="67459"/>
                  <a:pt x="2062607" y="72591"/>
                </a:cubicBezTo>
                <a:cubicBezTo>
                  <a:pt x="2057425" y="77722"/>
                  <a:pt x="2051177" y="80287"/>
                  <a:pt x="2043864" y="80287"/>
                </a:cubicBezTo>
                <a:cubicBezTo>
                  <a:pt x="2036476" y="80287"/>
                  <a:pt x="2030200" y="77712"/>
                  <a:pt x="2025036" y="72562"/>
                </a:cubicBezTo>
                <a:cubicBezTo>
                  <a:pt x="2019872" y="67411"/>
                  <a:pt x="2017290" y="61232"/>
                  <a:pt x="2017290" y="54024"/>
                </a:cubicBezTo>
                <a:cubicBezTo>
                  <a:pt x="2017290" y="46779"/>
                  <a:pt x="2019872" y="40581"/>
                  <a:pt x="2025036" y="35431"/>
                </a:cubicBezTo>
                <a:cubicBezTo>
                  <a:pt x="2030200" y="30280"/>
                  <a:pt x="2036476" y="27705"/>
                  <a:pt x="2043864" y="27705"/>
                </a:cubicBezTo>
                <a:cubicBezTo>
                  <a:pt x="2051177" y="27705"/>
                  <a:pt x="2057425" y="30271"/>
                  <a:pt x="2062607" y="35403"/>
                </a:cubicBezTo>
                <a:cubicBezTo>
                  <a:pt x="2067790" y="40534"/>
                  <a:pt x="2070382" y="46741"/>
                  <a:pt x="2070382" y="54024"/>
                </a:cubicBezTo>
                <a:moveTo>
                  <a:pt x="2065576" y="53996"/>
                </a:moveTo>
                <a:cubicBezTo>
                  <a:pt x="2065576" y="48025"/>
                  <a:pt x="2063456" y="42942"/>
                  <a:pt x="2059215" y="38748"/>
                </a:cubicBezTo>
                <a:cubicBezTo>
                  <a:pt x="2054975" y="34552"/>
                  <a:pt x="2049839" y="32454"/>
                  <a:pt x="2043808" y="32454"/>
                </a:cubicBezTo>
                <a:cubicBezTo>
                  <a:pt x="2037777" y="32454"/>
                  <a:pt x="2032641" y="34561"/>
                  <a:pt x="2028401" y="38776"/>
                </a:cubicBezTo>
                <a:cubicBezTo>
                  <a:pt x="2024160" y="42990"/>
                  <a:pt x="2022040" y="48063"/>
                  <a:pt x="2022040" y="53996"/>
                </a:cubicBezTo>
                <a:cubicBezTo>
                  <a:pt x="2022040" y="59892"/>
                  <a:pt x="2024160" y="64956"/>
                  <a:pt x="2028401" y="69189"/>
                </a:cubicBezTo>
                <a:cubicBezTo>
                  <a:pt x="2032641" y="73422"/>
                  <a:pt x="2037777" y="75538"/>
                  <a:pt x="2043808" y="75538"/>
                </a:cubicBezTo>
                <a:cubicBezTo>
                  <a:pt x="2049839" y="75538"/>
                  <a:pt x="2054975" y="73431"/>
                  <a:pt x="2059215" y="69218"/>
                </a:cubicBezTo>
                <a:cubicBezTo>
                  <a:pt x="2063456" y="65003"/>
                  <a:pt x="2065576" y="59929"/>
                  <a:pt x="2065576" y="53996"/>
                </a:cubicBezTo>
                <a:close/>
                <a:moveTo>
                  <a:pt x="2115727" y="7463"/>
                </a:moveTo>
                <a:lnTo>
                  <a:pt x="2115727" y="73729"/>
                </a:lnTo>
                <a:lnTo>
                  <a:pt x="2134385" y="73729"/>
                </a:lnTo>
                <a:cubicBezTo>
                  <a:pt x="2135553" y="73729"/>
                  <a:pt x="2136383" y="73945"/>
                  <a:pt x="2136873" y="74379"/>
                </a:cubicBezTo>
                <a:cubicBezTo>
                  <a:pt x="2137363" y="74812"/>
                  <a:pt x="2137608" y="75387"/>
                  <a:pt x="2137608" y="76103"/>
                </a:cubicBezTo>
                <a:cubicBezTo>
                  <a:pt x="2137608" y="76782"/>
                  <a:pt x="2137363" y="77347"/>
                  <a:pt x="2136873" y="77800"/>
                </a:cubicBezTo>
                <a:cubicBezTo>
                  <a:pt x="2136383" y="78252"/>
                  <a:pt x="2135553" y="78478"/>
                  <a:pt x="2134385" y="78478"/>
                </a:cubicBezTo>
                <a:lnTo>
                  <a:pt x="2092319" y="78478"/>
                </a:lnTo>
                <a:cubicBezTo>
                  <a:pt x="2091188" y="78478"/>
                  <a:pt x="2090378" y="78252"/>
                  <a:pt x="2089888" y="77800"/>
                </a:cubicBezTo>
                <a:cubicBezTo>
                  <a:pt x="2089398" y="77347"/>
                  <a:pt x="2089153" y="76782"/>
                  <a:pt x="2089153" y="76103"/>
                </a:cubicBezTo>
                <a:cubicBezTo>
                  <a:pt x="2089153" y="75387"/>
                  <a:pt x="2089398" y="74812"/>
                  <a:pt x="2089888" y="74379"/>
                </a:cubicBezTo>
                <a:cubicBezTo>
                  <a:pt x="2090378" y="73945"/>
                  <a:pt x="2091188" y="73729"/>
                  <a:pt x="2092319" y="73729"/>
                </a:cubicBezTo>
                <a:lnTo>
                  <a:pt x="2110977" y="73729"/>
                </a:lnTo>
                <a:lnTo>
                  <a:pt x="2110977" y="12213"/>
                </a:lnTo>
                <a:lnTo>
                  <a:pt x="2097294" y="12213"/>
                </a:lnTo>
                <a:cubicBezTo>
                  <a:pt x="2096164" y="12213"/>
                  <a:pt x="2095344" y="11990"/>
                  <a:pt x="2094835" y="11543"/>
                </a:cubicBezTo>
                <a:cubicBezTo>
                  <a:pt x="2094326" y="11095"/>
                  <a:pt x="2094072" y="10518"/>
                  <a:pt x="2094072" y="9810"/>
                </a:cubicBezTo>
                <a:cubicBezTo>
                  <a:pt x="2094072" y="9140"/>
                  <a:pt x="2094317" y="8581"/>
                  <a:pt x="2094807" y="8135"/>
                </a:cubicBezTo>
                <a:cubicBezTo>
                  <a:pt x="2095297" y="7687"/>
                  <a:pt x="2096126" y="7463"/>
                  <a:pt x="2097294" y="7463"/>
                </a:cubicBezTo>
                <a:lnTo>
                  <a:pt x="2115727" y="7463"/>
                </a:lnTo>
                <a:close/>
                <a:moveTo>
                  <a:pt x="2198501" y="32454"/>
                </a:moveTo>
                <a:cubicBezTo>
                  <a:pt x="2198501" y="31381"/>
                  <a:pt x="2198727" y="30604"/>
                  <a:pt x="2199180" y="30124"/>
                </a:cubicBezTo>
                <a:cubicBezTo>
                  <a:pt x="2199632" y="29642"/>
                  <a:pt x="2200197" y="29401"/>
                  <a:pt x="2200876" y="29401"/>
                </a:cubicBezTo>
                <a:cubicBezTo>
                  <a:pt x="2201592" y="29401"/>
                  <a:pt x="2202176" y="29647"/>
                  <a:pt x="2202629" y="30140"/>
                </a:cubicBezTo>
                <a:cubicBezTo>
                  <a:pt x="2203081" y="30631"/>
                  <a:pt x="2203307" y="31463"/>
                  <a:pt x="2203307" y="32636"/>
                </a:cubicBezTo>
                <a:lnTo>
                  <a:pt x="2203307" y="40810"/>
                </a:lnTo>
                <a:cubicBezTo>
                  <a:pt x="2203307" y="41945"/>
                  <a:pt x="2203081" y="42759"/>
                  <a:pt x="2202629" y="43252"/>
                </a:cubicBezTo>
                <a:cubicBezTo>
                  <a:pt x="2202176" y="43743"/>
                  <a:pt x="2201592" y="43988"/>
                  <a:pt x="2200876" y="43988"/>
                </a:cubicBezTo>
                <a:cubicBezTo>
                  <a:pt x="2200235" y="43988"/>
                  <a:pt x="2199698" y="43779"/>
                  <a:pt x="2199264" y="43361"/>
                </a:cubicBezTo>
                <a:cubicBezTo>
                  <a:pt x="2198831" y="42942"/>
                  <a:pt x="2198576" y="42256"/>
                  <a:pt x="2198501" y="41304"/>
                </a:cubicBezTo>
                <a:cubicBezTo>
                  <a:pt x="2198275" y="39020"/>
                  <a:pt x="2197106" y="37136"/>
                  <a:pt x="2194996" y="35652"/>
                </a:cubicBezTo>
                <a:cubicBezTo>
                  <a:pt x="2191905" y="33520"/>
                  <a:pt x="2187815" y="32454"/>
                  <a:pt x="2182726" y="32454"/>
                </a:cubicBezTo>
                <a:cubicBezTo>
                  <a:pt x="2177412" y="32454"/>
                  <a:pt x="2173284" y="33528"/>
                  <a:pt x="2170344" y="35677"/>
                </a:cubicBezTo>
                <a:cubicBezTo>
                  <a:pt x="2168120" y="37298"/>
                  <a:pt x="2167008" y="39107"/>
                  <a:pt x="2167008" y="41105"/>
                </a:cubicBezTo>
                <a:cubicBezTo>
                  <a:pt x="2167008" y="43366"/>
                  <a:pt x="2168327" y="45251"/>
                  <a:pt x="2170966" y="46759"/>
                </a:cubicBezTo>
                <a:cubicBezTo>
                  <a:pt x="2172775" y="47814"/>
                  <a:pt x="2176205" y="48625"/>
                  <a:pt x="2181256" y="49190"/>
                </a:cubicBezTo>
                <a:cubicBezTo>
                  <a:pt x="2187853" y="49909"/>
                  <a:pt x="2192432" y="50722"/>
                  <a:pt x="2194996" y="51630"/>
                </a:cubicBezTo>
                <a:cubicBezTo>
                  <a:pt x="2198652" y="52954"/>
                  <a:pt x="2201375" y="54789"/>
                  <a:pt x="2203166" y="57136"/>
                </a:cubicBezTo>
                <a:cubicBezTo>
                  <a:pt x="2204956" y="59481"/>
                  <a:pt x="2205851" y="62015"/>
                  <a:pt x="2205851" y="64739"/>
                </a:cubicBezTo>
                <a:cubicBezTo>
                  <a:pt x="2205851" y="68786"/>
                  <a:pt x="2203910" y="72389"/>
                  <a:pt x="2200028" y="75548"/>
                </a:cubicBezTo>
                <a:cubicBezTo>
                  <a:pt x="2196145" y="78708"/>
                  <a:pt x="2190454" y="80287"/>
                  <a:pt x="2182953" y="80287"/>
                </a:cubicBezTo>
                <a:cubicBezTo>
                  <a:pt x="2175451" y="80287"/>
                  <a:pt x="2169307" y="78384"/>
                  <a:pt x="2164520" y="74577"/>
                </a:cubicBezTo>
                <a:cubicBezTo>
                  <a:pt x="2164520" y="75877"/>
                  <a:pt x="2164445" y="76719"/>
                  <a:pt x="2164294" y="77102"/>
                </a:cubicBezTo>
                <a:cubicBezTo>
                  <a:pt x="2164143" y="77483"/>
                  <a:pt x="2163870" y="77808"/>
                  <a:pt x="2163474" y="78077"/>
                </a:cubicBezTo>
                <a:cubicBezTo>
                  <a:pt x="2163079" y="78344"/>
                  <a:pt x="2162636" y="78478"/>
                  <a:pt x="2162146" y="78478"/>
                </a:cubicBezTo>
                <a:cubicBezTo>
                  <a:pt x="2161467" y="78478"/>
                  <a:pt x="2160902" y="78232"/>
                  <a:pt x="2160449" y="77741"/>
                </a:cubicBezTo>
                <a:cubicBezTo>
                  <a:pt x="2159997" y="77249"/>
                  <a:pt x="2159771" y="76435"/>
                  <a:pt x="2159771" y="75301"/>
                </a:cubicBezTo>
                <a:lnTo>
                  <a:pt x="2159771" y="65484"/>
                </a:lnTo>
                <a:cubicBezTo>
                  <a:pt x="2159771" y="64350"/>
                  <a:pt x="2159988" y="63537"/>
                  <a:pt x="2160421" y="63046"/>
                </a:cubicBezTo>
                <a:cubicBezTo>
                  <a:pt x="2160855" y="62554"/>
                  <a:pt x="2161429" y="62307"/>
                  <a:pt x="2162146" y="62307"/>
                </a:cubicBezTo>
                <a:cubicBezTo>
                  <a:pt x="2162824" y="62307"/>
                  <a:pt x="2163399" y="62543"/>
                  <a:pt x="2163870" y="63014"/>
                </a:cubicBezTo>
                <a:cubicBezTo>
                  <a:pt x="2164341" y="63485"/>
                  <a:pt x="2164577" y="64117"/>
                  <a:pt x="2164577" y="64908"/>
                </a:cubicBezTo>
                <a:cubicBezTo>
                  <a:pt x="2164577" y="66642"/>
                  <a:pt x="2165010" y="68093"/>
                  <a:pt x="2165877" y="69262"/>
                </a:cubicBezTo>
                <a:cubicBezTo>
                  <a:pt x="2167197" y="71071"/>
                  <a:pt x="2169298" y="72570"/>
                  <a:pt x="2172182" y="73757"/>
                </a:cubicBezTo>
                <a:cubicBezTo>
                  <a:pt x="2175065" y="74944"/>
                  <a:pt x="2178599" y="75538"/>
                  <a:pt x="2182783" y="75538"/>
                </a:cubicBezTo>
                <a:cubicBezTo>
                  <a:pt x="2188965" y="75538"/>
                  <a:pt x="2193563" y="74382"/>
                  <a:pt x="2196579" y="72071"/>
                </a:cubicBezTo>
                <a:cubicBezTo>
                  <a:pt x="2199594" y="69760"/>
                  <a:pt x="2201102" y="67317"/>
                  <a:pt x="2201102" y="64740"/>
                </a:cubicBezTo>
                <a:cubicBezTo>
                  <a:pt x="2201102" y="61785"/>
                  <a:pt x="2199575" y="59417"/>
                  <a:pt x="2196522" y="57638"/>
                </a:cubicBezTo>
                <a:cubicBezTo>
                  <a:pt x="2193431" y="55857"/>
                  <a:pt x="2188936" y="54663"/>
                  <a:pt x="2183037" y="54058"/>
                </a:cubicBezTo>
                <a:cubicBezTo>
                  <a:pt x="2177138" y="53451"/>
                  <a:pt x="2172907" y="52659"/>
                  <a:pt x="2170344" y="51681"/>
                </a:cubicBezTo>
                <a:cubicBezTo>
                  <a:pt x="2167781" y="50704"/>
                  <a:pt x="2165783" y="49237"/>
                  <a:pt x="2164351" y="47282"/>
                </a:cubicBezTo>
                <a:cubicBezTo>
                  <a:pt x="2162918" y="45325"/>
                  <a:pt x="2162202" y="43219"/>
                  <a:pt x="2162202" y="40962"/>
                </a:cubicBezTo>
                <a:cubicBezTo>
                  <a:pt x="2162202" y="36900"/>
                  <a:pt x="2164200" y="33676"/>
                  <a:pt x="2168195" y="31288"/>
                </a:cubicBezTo>
                <a:cubicBezTo>
                  <a:pt x="2172191" y="28899"/>
                  <a:pt x="2176959" y="27705"/>
                  <a:pt x="2182500" y="27705"/>
                </a:cubicBezTo>
                <a:cubicBezTo>
                  <a:pt x="2189059" y="27705"/>
                  <a:pt x="2194393" y="29288"/>
                  <a:pt x="2198501" y="32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Upgrade:TLS/1.0,HTTP/1.1">
            <a:extLst xmlns:a="http://schemas.openxmlformats.org/drawingml/2006/main">
              <a:ext uri="{FF2B5EF4-FFF2-40B4-BE49-F238E27FC236}">
                <a16:creationId xmlns:a16="http://schemas.microsoft.com/office/drawing/2014/main" id="{2E6A3C4D-BDE0-49B4-83A6-666F4897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367" y="2039155"/>
            <a:ext cx="1789039" cy="100303"/>
          </a:xfrm>
          <a:custGeom xmlns:a="http://schemas.openxmlformats.org/drawingml/2006/main">
            <a:pathLst>
              <a:path w="1789039" h="100303">
                <a:moveTo>
                  <a:pt x="53035" y="17075"/>
                </a:moveTo>
                <a:lnTo>
                  <a:pt x="53035" y="56731"/>
                </a:lnTo>
                <a:cubicBezTo>
                  <a:pt x="53035" y="63397"/>
                  <a:pt x="50811" y="68990"/>
                  <a:pt x="46363" y="73510"/>
                </a:cubicBezTo>
                <a:cubicBezTo>
                  <a:pt x="41915" y="78028"/>
                  <a:pt x="36544" y="80287"/>
                  <a:pt x="30249" y="80287"/>
                </a:cubicBezTo>
                <a:cubicBezTo>
                  <a:pt x="26027" y="80287"/>
                  <a:pt x="22277" y="79365"/>
                  <a:pt x="18998" y="77520"/>
                </a:cubicBezTo>
                <a:cubicBezTo>
                  <a:pt x="15718" y="75675"/>
                  <a:pt x="12929" y="72878"/>
                  <a:pt x="10630" y="69131"/>
                </a:cubicBezTo>
                <a:cubicBezTo>
                  <a:pt x="8330" y="65383"/>
                  <a:pt x="7181" y="61250"/>
                  <a:pt x="7181" y="56731"/>
                </a:cubicBezTo>
                <a:lnTo>
                  <a:pt x="7181" y="17075"/>
                </a:lnTo>
                <a:lnTo>
                  <a:pt x="3166" y="17075"/>
                </a:lnTo>
                <a:cubicBezTo>
                  <a:pt x="2035" y="17075"/>
                  <a:pt x="1225" y="16858"/>
                  <a:pt x="735" y="16425"/>
                </a:cubicBezTo>
                <a:cubicBezTo>
                  <a:pt x="245" y="15991"/>
                  <a:pt x="0" y="15417"/>
                  <a:pt x="0" y="14700"/>
                </a:cubicBezTo>
                <a:cubicBezTo>
                  <a:pt x="0" y="13984"/>
                  <a:pt x="264" y="13381"/>
                  <a:pt x="792" y="12891"/>
                </a:cubicBezTo>
                <a:cubicBezTo>
                  <a:pt x="1244" y="12514"/>
                  <a:pt x="2035" y="12326"/>
                  <a:pt x="3166" y="12326"/>
                </a:cubicBezTo>
                <a:lnTo>
                  <a:pt x="20694" y="12326"/>
                </a:lnTo>
                <a:cubicBezTo>
                  <a:pt x="21825" y="12326"/>
                  <a:pt x="22635" y="12543"/>
                  <a:pt x="23125" y="12976"/>
                </a:cubicBezTo>
                <a:cubicBezTo>
                  <a:pt x="23615" y="13409"/>
                  <a:pt x="23860" y="13984"/>
                  <a:pt x="23860" y="14700"/>
                </a:cubicBezTo>
                <a:cubicBezTo>
                  <a:pt x="23860" y="15417"/>
                  <a:pt x="23615" y="15991"/>
                  <a:pt x="23125" y="16425"/>
                </a:cubicBezTo>
                <a:cubicBezTo>
                  <a:pt x="22635" y="16858"/>
                  <a:pt x="21825" y="17075"/>
                  <a:pt x="20694" y="17075"/>
                </a:cubicBezTo>
                <a:lnTo>
                  <a:pt x="11930" y="17075"/>
                </a:lnTo>
                <a:lnTo>
                  <a:pt x="11930" y="56728"/>
                </a:lnTo>
                <a:cubicBezTo>
                  <a:pt x="11930" y="61962"/>
                  <a:pt x="13720" y="66406"/>
                  <a:pt x="17301" y="70059"/>
                </a:cubicBezTo>
                <a:cubicBezTo>
                  <a:pt x="20882" y="73712"/>
                  <a:pt x="25123" y="75538"/>
                  <a:pt x="30023" y="75538"/>
                </a:cubicBezTo>
                <a:cubicBezTo>
                  <a:pt x="33151" y="75538"/>
                  <a:pt x="36007" y="74822"/>
                  <a:pt x="38589" y="73391"/>
                </a:cubicBezTo>
                <a:cubicBezTo>
                  <a:pt x="41171" y="71960"/>
                  <a:pt x="43432" y="69757"/>
                  <a:pt x="45374" y="66783"/>
                </a:cubicBezTo>
                <a:cubicBezTo>
                  <a:pt x="47315" y="63808"/>
                  <a:pt x="48285" y="60456"/>
                  <a:pt x="48285" y="56728"/>
                </a:cubicBezTo>
                <a:lnTo>
                  <a:pt x="48285" y="17075"/>
                </a:lnTo>
                <a:lnTo>
                  <a:pt x="39522" y="17075"/>
                </a:lnTo>
                <a:cubicBezTo>
                  <a:pt x="38391" y="17075"/>
                  <a:pt x="37580" y="16858"/>
                  <a:pt x="37090" y="16425"/>
                </a:cubicBezTo>
                <a:cubicBezTo>
                  <a:pt x="36600" y="15991"/>
                  <a:pt x="36355" y="15417"/>
                  <a:pt x="36355" y="14700"/>
                </a:cubicBezTo>
                <a:cubicBezTo>
                  <a:pt x="36355" y="13984"/>
                  <a:pt x="36600" y="13409"/>
                  <a:pt x="37090" y="12976"/>
                </a:cubicBezTo>
                <a:cubicBezTo>
                  <a:pt x="37580" y="12543"/>
                  <a:pt x="38391" y="12326"/>
                  <a:pt x="39522" y="12326"/>
                </a:cubicBezTo>
                <a:lnTo>
                  <a:pt x="57049" y="12326"/>
                </a:lnTo>
                <a:cubicBezTo>
                  <a:pt x="58180" y="12326"/>
                  <a:pt x="58990" y="12543"/>
                  <a:pt x="59480" y="12976"/>
                </a:cubicBezTo>
                <a:cubicBezTo>
                  <a:pt x="59970" y="13409"/>
                  <a:pt x="60215" y="13984"/>
                  <a:pt x="60215" y="14700"/>
                </a:cubicBezTo>
                <a:cubicBezTo>
                  <a:pt x="60215" y="15417"/>
                  <a:pt x="59970" y="15991"/>
                  <a:pt x="59480" y="16425"/>
                </a:cubicBezTo>
                <a:cubicBezTo>
                  <a:pt x="58990" y="16858"/>
                  <a:pt x="58180" y="17075"/>
                  <a:pt x="57049" y="17075"/>
                </a:cubicBezTo>
                <a:lnTo>
                  <a:pt x="53035" y="17075"/>
                </a:lnTo>
                <a:close/>
                <a:moveTo>
                  <a:pt x="81644" y="29401"/>
                </a:moveTo>
                <a:lnTo>
                  <a:pt x="81644" y="38018"/>
                </a:lnTo>
                <a:cubicBezTo>
                  <a:pt x="84471" y="34599"/>
                  <a:pt x="87505" y="32025"/>
                  <a:pt x="90747" y="30297"/>
                </a:cubicBezTo>
                <a:cubicBezTo>
                  <a:pt x="93988" y="28569"/>
                  <a:pt x="97814" y="27705"/>
                  <a:pt x="102224" y="27705"/>
                </a:cubicBezTo>
                <a:cubicBezTo>
                  <a:pt x="106898" y="27705"/>
                  <a:pt x="111214" y="28799"/>
                  <a:pt x="115172" y="30988"/>
                </a:cubicBezTo>
                <a:cubicBezTo>
                  <a:pt x="119130" y="33176"/>
                  <a:pt x="122193" y="36224"/>
                  <a:pt x="124360" y="40130"/>
                </a:cubicBezTo>
                <a:cubicBezTo>
                  <a:pt x="126527" y="44035"/>
                  <a:pt x="127611" y="48139"/>
                  <a:pt x="127611" y="52441"/>
                </a:cubicBezTo>
                <a:cubicBezTo>
                  <a:pt x="127611" y="59272"/>
                  <a:pt x="125170" y="65112"/>
                  <a:pt x="120289" y="69962"/>
                </a:cubicBezTo>
                <a:cubicBezTo>
                  <a:pt x="115408" y="74810"/>
                  <a:pt x="109405" y="77234"/>
                  <a:pt x="102281" y="77234"/>
                </a:cubicBezTo>
                <a:cubicBezTo>
                  <a:pt x="93800" y="77234"/>
                  <a:pt x="86921" y="73796"/>
                  <a:pt x="81644" y="66921"/>
                </a:cubicBezTo>
                <a:lnTo>
                  <a:pt x="81644" y="95553"/>
                </a:lnTo>
                <a:lnTo>
                  <a:pt x="93178" y="95553"/>
                </a:lnTo>
                <a:cubicBezTo>
                  <a:pt x="94309" y="95553"/>
                  <a:pt x="95119" y="95770"/>
                  <a:pt x="95609" y="96203"/>
                </a:cubicBezTo>
                <a:cubicBezTo>
                  <a:pt x="96099" y="96637"/>
                  <a:pt x="96344" y="97212"/>
                  <a:pt x="96344" y="97928"/>
                </a:cubicBezTo>
                <a:cubicBezTo>
                  <a:pt x="96344" y="98606"/>
                  <a:pt x="96099" y="99172"/>
                  <a:pt x="95609" y="99624"/>
                </a:cubicBezTo>
                <a:cubicBezTo>
                  <a:pt x="95119" y="100076"/>
                  <a:pt x="94309" y="100303"/>
                  <a:pt x="93178" y="100303"/>
                </a:cubicBezTo>
                <a:lnTo>
                  <a:pt x="70505" y="100303"/>
                </a:lnTo>
                <a:cubicBezTo>
                  <a:pt x="69374" y="100303"/>
                  <a:pt x="68564" y="100086"/>
                  <a:pt x="68074" y="99652"/>
                </a:cubicBezTo>
                <a:cubicBezTo>
                  <a:pt x="67584" y="99219"/>
                  <a:pt x="67339" y="98644"/>
                  <a:pt x="67339" y="97928"/>
                </a:cubicBezTo>
                <a:cubicBezTo>
                  <a:pt x="67339" y="97212"/>
                  <a:pt x="67584" y="96637"/>
                  <a:pt x="68074" y="96203"/>
                </a:cubicBezTo>
                <a:cubicBezTo>
                  <a:pt x="68564" y="95770"/>
                  <a:pt x="69374" y="95553"/>
                  <a:pt x="70505" y="95553"/>
                </a:cubicBezTo>
                <a:lnTo>
                  <a:pt x="76894" y="95553"/>
                </a:lnTo>
                <a:lnTo>
                  <a:pt x="76894" y="34150"/>
                </a:lnTo>
                <a:lnTo>
                  <a:pt x="70505" y="34150"/>
                </a:lnTo>
                <a:cubicBezTo>
                  <a:pt x="69374" y="34150"/>
                  <a:pt x="68564" y="33924"/>
                  <a:pt x="68074" y="33472"/>
                </a:cubicBezTo>
                <a:cubicBezTo>
                  <a:pt x="67584" y="33020"/>
                  <a:pt x="67339" y="32435"/>
                  <a:pt x="67339" y="31719"/>
                </a:cubicBezTo>
                <a:cubicBezTo>
                  <a:pt x="67339" y="31057"/>
                  <a:pt x="67584" y="30505"/>
                  <a:pt x="68074" y="30064"/>
                </a:cubicBezTo>
                <a:cubicBezTo>
                  <a:pt x="68564" y="29622"/>
                  <a:pt x="69374" y="29401"/>
                  <a:pt x="70505" y="29401"/>
                </a:cubicBezTo>
                <a:lnTo>
                  <a:pt x="81644" y="29401"/>
                </a:lnTo>
                <a:moveTo>
                  <a:pt x="122805" y="52441"/>
                </a:moveTo>
                <a:cubicBezTo>
                  <a:pt x="122805" y="46952"/>
                  <a:pt x="120817" y="42249"/>
                  <a:pt x="116840" y="38331"/>
                </a:cubicBezTo>
                <a:cubicBezTo>
                  <a:pt x="112863" y="34413"/>
                  <a:pt x="108010" y="32454"/>
                  <a:pt x="102281" y="32454"/>
                </a:cubicBezTo>
                <a:cubicBezTo>
                  <a:pt x="96514" y="32454"/>
                  <a:pt x="91633" y="34422"/>
                  <a:pt x="87637" y="38359"/>
                </a:cubicBezTo>
                <a:cubicBezTo>
                  <a:pt x="83641" y="42296"/>
                  <a:pt x="81644" y="46990"/>
                  <a:pt x="81644" y="52441"/>
                </a:cubicBezTo>
                <a:cubicBezTo>
                  <a:pt x="81644" y="57930"/>
                  <a:pt x="83641" y="62643"/>
                  <a:pt x="87637" y="66580"/>
                </a:cubicBezTo>
                <a:cubicBezTo>
                  <a:pt x="91633" y="70516"/>
                  <a:pt x="96514" y="72485"/>
                  <a:pt x="102281" y="72485"/>
                </a:cubicBezTo>
                <a:cubicBezTo>
                  <a:pt x="107973" y="72485"/>
                  <a:pt x="112816" y="70526"/>
                  <a:pt x="116812" y="66608"/>
                </a:cubicBezTo>
                <a:cubicBezTo>
                  <a:pt x="120807" y="62690"/>
                  <a:pt x="122805" y="57968"/>
                  <a:pt x="122805" y="52441"/>
                </a:cubicBezTo>
                <a:close/>
                <a:moveTo>
                  <a:pt x="184999" y="38075"/>
                </a:moveTo>
                <a:lnTo>
                  <a:pt x="184999" y="29401"/>
                </a:lnTo>
                <a:lnTo>
                  <a:pt x="196137" y="29401"/>
                </a:lnTo>
                <a:cubicBezTo>
                  <a:pt x="197268" y="29401"/>
                  <a:pt x="198079" y="29622"/>
                  <a:pt x="198569" y="30064"/>
                </a:cubicBezTo>
                <a:cubicBezTo>
                  <a:pt x="199059" y="30505"/>
                  <a:pt x="199304" y="31076"/>
                  <a:pt x="199304" y="31776"/>
                </a:cubicBezTo>
                <a:cubicBezTo>
                  <a:pt x="199304" y="32454"/>
                  <a:pt x="199059" y="33020"/>
                  <a:pt x="198569" y="33472"/>
                </a:cubicBezTo>
                <a:cubicBezTo>
                  <a:pt x="198079" y="33924"/>
                  <a:pt x="197268" y="34150"/>
                  <a:pt x="196137" y="34150"/>
                </a:cubicBezTo>
                <a:lnTo>
                  <a:pt x="189748" y="34150"/>
                </a:lnTo>
                <a:lnTo>
                  <a:pt x="189748" y="81710"/>
                </a:lnTo>
                <a:cubicBezTo>
                  <a:pt x="189748" y="84884"/>
                  <a:pt x="189070" y="87718"/>
                  <a:pt x="187713" y="90212"/>
                </a:cubicBezTo>
                <a:cubicBezTo>
                  <a:pt x="186808" y="91875"/>
                  <a:pt x="185300" y="93595"/>
                  <a:pt x="183190" y="95371"/>
                </a:cubicBezTo>
                <a:cubicBezTo>
                  <a:pt x="181079" y="97147"/>
                  <a:pt x="179156" y="98413"/>
                  <a:pt x="177423" y="99168"/>
                </a:cubicBezTo>
                <a:cubicBezTo>
                  <a:pt x="175689" y="99924"/>
                  <a:pt x="173370" y="100303"/>
                  <a:pt x="170468" y="100303"/>
                </a:cubicBezTo>
                <a:lnTo>
                  <a:pt x="157011" y="100303"/>
                </a:lnTo>
                <a:cubicBezTo>
                  <a:pt x="155881" y="100303"/>
                  <a:pt x="155070" y="100088"/>
                  <a:pt x="154580" y="99659"/>
                </a:cubicBezTo>
                <a:cubicBezTo>
                  <a:pt x="154090" y="99232"/>
                  <a:pt x="153845" y="98664"/>
                  <a:pt x="153845" y="97956"/>
                </a:cubicBezTo>
                <a:cubicBezTo>
                  <a:pt x="153845" y="97248"/>
                  <a:pt x="154090" y="96670"/>
                  <a:pt x="154580" y="96223"/>
                </a:cubicBezTo>
                <a:cubicBezTo>
                  <a:pt x="155070" y="95776"/>
                  <a:pt x="155881" y="95553"/>
                  <a:pt x="157011" y="95553"/>
                </a:cubicBezTo>
                <a:lnTo>
                  <a:pt x="170638" y="95553"/>
                </a:lnTo>
                <a:cubicBezTo>
                  <a:pt x="173427" y="95553"/>
                  <a:pt x="175943" y="94836"/>
                  <a:pt x="178186" y="93403"/>
                </a:cubicBezTo>
                <a:cubicBezTo>
                  <a:pt x="180429" y="91969"/>
                  <a:pt x="182285" y="89876"/>
                  <a:pt x="183755" y="87122"/>
                </a:cubicBezTo>
                <a:cubicBezTo>
                  <a:pt x="184584" y="85537"/>
                  <a:pt x="184999" y="83519"/>
                  <a:pt x="184999" y="81066"/>
                </a:cubicBezTo>
                <a:lnTo>
                  <a:pt x="184999" y="66806"/>
                </a:lnTo>
                <a:cubicBezTo>
                  <a:pt x="179910" y="73758"/>
                  <a:pt x="173352" y="77234"/>
                  <a:pt x="165323" y="77234"/>
                </a:cubicBezTo>
                <a:cubicBezTo>
                  <a:pt x="158802" y="77234"/>
                  <a:pt x="153176" y="74810"/>
                  <a:pt x="148446" y="69962"/>
                </a:cubicBezTo>
                <a:cubicBezTo>
                  <a:pt x="143715" y="65112"/>
                  <a:pt x="141350" y="59272"/>
                  <a:pt x="141350" y="52441"/>
                </a:cubicBezTo>
                <a:cubicBezTo>
                  <a:pt x="141350" y="45610"/>
                  <a:pt x="143715" y="39780"/>
                  <a:pt x="148446" y="34951"/>
                </a:cubicBezTo>
                <a:cubicBezTo>
                  <a:pt x="153176" y="30120"/>
                  <a:pt x="158802" y="27705"/>
                  <a:pt x="165323" y="27705"/>
                </a:cubicBezTo>
                <a:cubicBezTo>
                  <a:pt x="173352" y="27705"/>
                  <a:pt x="179910" y="31161"/>
                  <a:pt x="184999" y="38075"/>
                </a:cubicBezTo>
                <a:moveTo>
                  <a:pt x="184999" y="52441"/>
                </a:moveTo>
                <a:cubicBezTo>
                  <a:pt x="184999" y="46839"/>
                  <a:pt x="183086" y="42107"/>
                  <a:pt x="179260" y="38246"/>
                </a:cubicBezTo>
                <a:cubicBezTo>
                  <a:pt x="175434" y="34385"/>
                  <a:pt x="170864" y="32454"/>
                  <a:pt x="165549" y="32454"/>
                </a:cubicBezTo>
                <a:cubicBezTo>
                  <a:pt x="160234" y="32454"/>
                  <a:pt x="155673" y="34394"/>
                  <a:pt x="151866" y="38274"/>
                </a:cubicBezTo>
                <a:cubicBezTo>
                  <a:pt x="148059" y="42154"/>
                  <a:pt x="146156" y="46877"/>
                  <a:pt x="146156" y="52441"/>
                </a:cubicBezTo>
                <a:cubicBezTo>
                  <a:pt x="146156" y="58043"/>
                  <a:pt x="148059" y="62785"/>
                  <a:pt x="151866" y="66665"/>
                </a:cubicBezTo>
                <a:cubicBezTo>
                  <a:pt x="155673" y="70545"/>
                  <a:pt x="160234" y="72485"/>
                  <a:pt x="165549" y="72485"/>
                </a:cubicBezTo>
                <a:cubicBezTo>
                  <a:pt x="170864" y="72485"/>
                  <a:pt x="175434" y="70545"/>
                  <a:pt x="179260" y="66665"/>
                </a:cubicBezTo>
                <a:cubicBezTo>
                  <a:pt x="183086" y="62785"/>
                  <a:pt x="184999" y="58043"/>
                  <a:pt x="184999" y="52441"/>
                </a:cubicBezTo>
                <a:close/>
                <a:moveTo>
                  <a:pt x="232832" y="29401"/>
                </a:moveTo>
                <a:lnTo>
                  <a:pt x="232832" y="41418"/>
                </a:lnTo>
                <a:cubicBezTo>
                  <a:pt x="239014" y="35851"/>
                  <a:pt x="243640" y="32268"/>
                  <a:pt x="246712" y="30670"/>
                </a:cubicBezTo>
                <a:cubicBezTo>
                  <a:pt x="249784" y="29070"/>
                  <a:pt x="252621" y="28270"/>
                  <a:pt x="255222" y="28270"/>
                </a:cubicBezTo>
                <a:cubicBezTo>
                  <a:pt x="258049" y="28270"/>
                  <a:pt x="260678" y="29228"/>
                  <a:pt x="263109" y="31145"/>
                </a:cubicBezTo>
                <a:cubicBezTo>
                  <a:pt x="265540" y="33061"/>
                  <a:pt x="266756" y="34513"/>
                  <a:pt x="266756" y="35500"/>
                </a:cubicBezTo>
                <a:cubicBezTo>
                  <a:pt x="266756" y="36221"/>
                  <a:pt x="266520" y="36817"/>
                  <a:pt x="266049" y="37288"/>
                </a:cubicBezTo>
                <a:cubicBezTo>
                  <a:pt x="265578" y="37760"/>
                  <a:pt x="264984" y="37995"/>
                  <a:pt x="264268" y="37995"/>
                </a:cubicBezTo>
                <a:cubicBezTo>
                  <a:pt x="263891" y="37995"/>
                  <a:pt x="263571" y="37929"/>
                  <a:pt x="263307" y="37797"/>
                </a:cubicBezTo>
                <a:cubicBezTo>
                  <a:pt x="263043" y="37665"/>
                  <a:pt x="262553" y="37237"/>
                  <a:pt x="261837" y="36511"/>
                </a:cubicBezTo>
                <a:cubicBezTo>
                  <a:pt x="260518" y="35175"/>
                  <a:pt x="259368" y="34259"/>
                  <a:pt x="258388" y="33763"/>
                </a:cubicBezTo>
                <a:cubicBezTo>
                  <a:pt x="257408" y="33268"/>
                  <a:pt x="256447" y="33020"/>
                  <a:pt x="255504" y="33020"/>
                </a:cubicBezTo>
                <a:cubicBezTo>
                  <a:pt x="253431" y="33020"/>
                  <a:pt x="250934" y="33848"/>
                  <a:pt x="248013" y="35506"/>
                </a:cubicBezTo>
                <a:cubicBezTo>
                  <a:pt x="245092" y="37163"/>
                  <a:pt x="240031" y="41212"/>
                  <a:pt x="232832" y="47653"/>
                </a:cubicBezTo>
                <a:lnTo>
                  <a:pt x="232832" y="73729"/>
                </a:lnTo>
                <a:lnTo>
                  <a:pt x="253865" y="73729"/>
                </a:lnTo>
                <a:cubicBezTo>
                  <a:pt x="255033" y="73729"/>
                  <a:pt x="255863" y="73945"/>
                  <a:pt x="256353" y="74379"/>
                </a:cubicBezTo>
                <a:cubicBezTo>
                  <a:pt x="256843" y="74812"/>
                  <a:pt x="257088" y="75387"/>
                  <a:pt x="257088" y="76103"/>
                </a:cubicBezTo>
                <a:cubicBezTo>
                  <a:pt x="257088" y="76782"/>
                  <a:pt x="256843" y="77347"/>
                  <a:pt x="256353" y="77800"/>
                </a:cubicBezTo>
                <a:cubicBezTo>
                  <a:pt x="255863" y="78252"/>
                  <a:pt x="255033" y="78478"/>
                  <a:pt x="253865" y="78478"/>
                </a:cubicBezTo>
                <a:lnTo>
                  <a:pt x="216605" y="78478"/>
                </a:lnTo>
                <a:cubicBezTo>
                  <a:pt x="215474" y="78478"/>
                  <a:pt x="214664" y="78256"/>
                  <a:pt x="214173" y="77812"/>
                </a:cubicBezTo>
                <a:cubicBezTo>
                  <a:pt x="213683" y="77368"/>
                  <a:pt x="213438" y="76798"/>
                  <a:pt x="213438" y="76103"/>
                </a:cubicBezTo>
                <a:cubicBezTo>
                  <a:pt x="213438" y="75463"/>
                  <a:pt x="213674" y="74925"/>
                  <a:pt x="214145" y="74492"/>
                </a:cubicBezTo>
                <a:cubicBezTo>
                  <a:pt x="214616" y="74058"/>
                  <a:pt x="215436" y="73842"/>
                  <a:pt x="216605" y="73842"/>
                </a:cubicBezTo>
                <a:lnTo>
                  <a:pt x="228082" y="73842"/>
                </a:lnTo>
                <a:lnTo>
                  <a:pt x="228082" y="34150"/>
                </a:lnTo>
                <a:lnTo>
                  <a:pt x="219319" y="34150"/>
                </a:lnTo>
                <a:cubicBezTo>
                  <a:pt x="218188" y="34150"/>
                  <a:pt x="217377" y="33924"/>
                  <a:pt x="216887" y="33472"/>
                </a:cubicBezTo>
                <a:cubicBezTo>
                  <a:pt x="216397" y="33020"/>
                  <a:pt x="216152" y="32435"/>
                  <a:pt x="216152" y="31719"/>
                </a:cubicBezTo>
                <a:cubicBezTo>
                  <a:pt x="216152" y="31057"/>
                  <a:pt x="216388" y="30505"/>
                  <a:pt x="216859" y="30064"/>
                </a:cubicBezTo>
                <a:cubicBezTo>
                  <a:pt x="217330" y="29622"/>
                  <a:pt x="218150" y="29401"/>
                  <a:pt x="219319" y="29401"/>
                </a:cubicBezTo>
                <a:lnTo>
                  <a:pt x="232832" y="29401"/>
                </a:lnTo>
                <a:close/>
                <a:moveTo>
                  <a:pt x="321656" y="78478"/>
                </a:moveTo>
                <a:lnTo>
                  <a:pt x="321656" y="71580"/>
                </a:lnTo>
                <a:cubicBezTo>
                  <a:pt x="314758" y="77385"/>
                  <a:pt x="307389" y="80287"/>
                  <a:pt x="299549" y="80287"/>
                </a:cubicBezTo>
                <a:cubicBezTo>
                  <a:pt x="293857" y="80287"/>
                  <a:pt x="289409" y="78845"/>
                  <a:pt x="286205" y="75962"/>
                </a:cubicBezTo>
                <a:cubicBezTo>
                  <a:pt x="283001" y="73078"/>
                  <a:pt x="281399" y="69545"/>
                  <a:pt x="281399" y="65361"/>
                </a:cubicBezTo>
                <a:cubicBezTo>
                  <a:pt x="281399" y="60762"/>
                  <a:pt x="283510" y="56748"/>
                  <a:pt x="287732" y="53318"/>
                </a:cubicBezTo>
                <a:cubicBezTo>
                  <a:pt x="291954" y="49887"/>
                  <a:pt x="298117" y="48172"/>
                  <a:pt x="306221" y="48172"/>
                </a:cubicBezTo>
                <a:cubicBezTo>
                  <a:pt x="308407" y="48172"/>
                  <a:pt x="310782" y="48314"/>
                  <a:pt x="313345" y="48596"/>
                </a:cubicBezTo>
                <a:cubicBezTo>
                  <a:pt x="315908" y="48879"/>
                  <a:pt x="318678" y="49322"/>
                  <a:pt x="321656" y="49925"/>
                </a:cubicBezTo>
                <a:lnTo>
                  <a:pt x="321656" y="42186"/>
                </a:lnTo>
                <a:cubicBezTo>
                  <a:pt x="321656" y="39568"/>
                  <a:pt x="320450" y="37291"/>
                  <a:pt x="318038" y="35357"/>
                </a:cubicBezTo>
                <a:cubicBezTo>
                  <a:pt x="315625" y="33422"/>
                  <a:pt x="312007" y="32454"/>
                  <a:pt x="307182" y="32454"/>
                </a:cubicBezTo>
                <a:cubicBezTo>
                  <a:pt x="303488" y="32454"/>
                  <a:pt x="298305" y="33544"/>
                  <a:pt x="291633" y="35725"/>
                </a:cubicBezTo>
                <a:cubicBezTo>
                  <a:pt x="290427" y="36107"/>
                  <a:pt x="289654" y="36299"/>
                  <a:pt x="289315" y="36299"/>
                </a:cubicBezTo>
                <a:cubicBezTo>
                  <a:pt x="288712" y="36299"/>
                  <a:pt x="288194" y="36073"/>
                  <a:pt x="287760" y="35620"/>
                </a:cubicBezTo>
                <a:cubicBezTo>
                  <a:pt x="287327" y="35168"/>
                  <a:pt x="287110" y="34603"/>
                  <a:pt x="287110" y="33924"/>
                </a:cubicBezTo>
                <a:cubicBezTo>
                  <a:pt x="287110" y="33283"/>
                  <a:pt x="287298" y="32775"/>
                  <a:pt x="287675" y="32398"/>
                </a:cubicBezTo>
                <a:cubicBezTo>
                  <a:pt x="288203" y="31832"/>
                  <a:pt x="290333" y="31059"/>
                  <a:pt x="294064" y="30079"/>
                </a:cubicBezTo>
                <a:cubicBezTo>
                  <a:pt x="299945" y="28496"/>
                  <a:pt x="304392" y="27705"/>
                  <a:pt x="307408" y="27705"/>
                </a:cubicBezTo>
                <a:cubicBezTo>
                  <a:pt x="313401" y="27705"/>
                  <a:pt x="318075" y="29188"/>
                  <a:pt x="321430" y="32154"/>
                </a:cubicBezTo>
                <a:cubicBezTo>
                  <a:pt x="324785" y="35120"/>
                  <a:pt x="326462" y="38473"/>
                  <a:pt x="326462" y="42214"/>
                </a:cubicBezTo>
                <a:lnTo>
                  <a:pt x="326462" y="73729"/>
                </a:lnTo>
                <a:lnTo>
                  <a:pt x="332795" y="73729"/>
                </a:lnTo>
                <a:cubicBezTo>
                  <a:pt x="333963" y="73729"/>
                  <a:pt x="334792" y="73945"/>
                  <a:pt x="335282" y="74379"/>
                </a:cubicBezTo>
                <a:cubicBezTo>
                  <a:pt x="335772" y="74812"/>
                  <a:pt x="336017" y="75387"/>
                  <a:pt x="336017" y="76103"/>
                </a:cubicBezTo>
                <a:cubicBezTo>
                  <a:pt x="336017" y="76782"/>
                  <a:pt x="335772" y="77347"/>
                  <a:pt x="335282" y="77800"/>
                </a:cubicBezTo>
                <a:cubicBezTo>
                  <a:pt x="334792" y="78252"/>
                  <a:pt x="333963" y="78478"/>
                  <a:pt x="332795" y="78478"/>
                </a:cubicBezTo>
                <a:lnTo>
                  <a:pt x="321656" y="78478"/>
                </a:lnTo>
                <a:moveTo>
                  <a:pt x="321656" y="54788"/>
                </a:moveTo>
                <a:cubicBezTo>
                  <a:pt x="319432" y="54147"/>
                  <a:pt x="317076" y="53676"/>
                  <a:pt x="314589" y="53374"/>
                </a:cubicBezTo>
                <a:cubicBezTo>
                  <a:pt x="312101" y="53073"/>
                  <a:pt x="309481" y="52922"/>
                  <a:pt x="306729" y="52922"/>
                </a:cubicBezTo>
                <a:cubicBezTo>
                  <a:pt x="299832" y="52922"/>
                  <a:pt x="294441" y="54411"/>
                  <a:pt x="290559" y="57388"/>
                </a:cubicBezTo>
                <a:cubicBezTo>
                  <a:pt x="287619" y="59612"/>
                  <a:pt x="286149" y="62270"/>
                  <a:pt x="286149" y="65361"/>
                </a:cubicBezTo>
                <a:cubicBezTo>
                  <a:pt x="286149" y="68225"/>
                  <a:pt x="287270" y="70638"/>
                  <a:pt x="289513" y="72598"/>
                </a:cubicBezTo>
                <a:cubicBezTo>
                  <a:pt x="291756" y="74558"/>
                  <a:pt x="295026" y="75538"/>
                  <a:pt x="299323" y="75538"/>
                </a:cubicBezTo>
                <a:cubicBezTo>
                  <a:pt x="303431" y="75538"/>
                  <a:pt x="307248" y="74718"/>
                  <a:pt x="310772" y="73078"/>
                </a:cubicBezTo>
                <a:cubicBezTo>
                  <a:pt x="314296" y="71439"/>
                  <a:pt x="317924" y="68828"/>
                  <a:pt x="321656" y="65248"/>
                </a:cubicBezTo>
                <a:lnTo>
                  <a:pt x="321656" y="54788"/>
                </a:lnTo>
                <a:close/>
                <a:moveTo>
                  <a:pt x="400756" y="7463"/>
                </a:moveTo>
                <a:lnTo>
                  <a:pt x="400756" y="73729"/>
                </a:lnTo>
                <a:lnTo>
                  <a:pt x="407088" y="73729"/>
                </a:lnTo>
                <a:cubicBezTo>
                  <a:pt x="408257" y="73729"/>
                  <a:pt x="409086" y="73945"/>
                  <a:pt x="409576" y="74379"/>
                </a:cubicBezTo>
                <a:cubicBezTo>
                  <a:pt x="410066" y="74812"/>
                  <a:pt x="410311" y="75387"/>
                  <a:pt x="410311" y="76103"/>
                </a:cubicBezTo>
                <a:cubicBezTo>
                  <a:pt x="410311" y="76750"/>
                  <a:pt x="410066" y="77289"/>
                  <a:pt x="409576" y="77720"/>
                </a:cubicBezTo>
                <a:cubicBezTo>
                  <a:pt x="409086" y="78150"/>
                  <a:pt x="408257" y="78365"/>
                  <a:pt x="407088" y="78365"/>
                </a:cubicBezTo>
                <a:lnTo>
                  <a:pt x="395950" y="78365"/>
                </a:lnTo>
                <a:lnTo>
                  <a:pt x="395950" y="68962"/>
                </a:lnTo>
                <a:cubicBezTo>
                  <a:pt x="390446" y="76512"/>
                  <a:pt x="383454" y="80287"/>
                  <a:pt x="374973" y="80287"/>
                </a:cubicBezTo>
                <a:cubicBezTo>
                  <a:pt x="370676" y="80287"/>
                  <a:pt x="366558" y="79146"/>
                  <a:pt x="362619" y="76863"/>
                </a:cubicBezTo>
                <a:cubicBezTo>
                  <a:pt x="358680" y="74580"/>
                  <a:pt x="355570" y="71326"/>
                  <a:pt x="353290" y="67099"/>
                </a:cubicBezTo>
                <a:cubicBezTo>
                  <a:pt x="351009" y="62873"/>
                  <a:pt x="349869" y="58515"/>
                  <a:pt x="349869" y="54024"/>
                </a:cubicBezTo>
                <a:cubicBezTo>
                  <a:pt x="349869" y="49496"/>
                  <a:pt x="351009" y="45129"/>
                  <a:pt x="353290" y="40921"/>
                </a:cubicBezTo>
                <a:cubicBezTo>
                  <a:pt x="355570" y="36714"/>
                  <a:pt x="358680" y="33459"/>
                  <a:pt x="362619" y="31157"/>
                </a:cubicBezTo>
                <a:cubicBezTo>
                  <a:pt x="366558" y="28856"/>
                  <a:pt x="370695" y="27705"/>
                  <a:pt x="375030" y="27705"/>
                </a:cubicBezTo>
                <a:cubicBezTo>
                  <a:pt x="383322" y="27705"/>
                  <a:pt x="390296" y="31461"/>
                  <a:pt x="395950" y="38974"/>
                </a:cubicBezTo>
                <a:lnTo>
                  <a:pt x="395950" y="12213"/>
                </a:lnTo>
                <a:lnTo>
                  <a:pt x="389617" y="12213"/>
                </a:lnTo>
                <a:cubicBezTo>
                  <a:pt x="388449" y="12213"/>
                  <a:pt x="387619" y="11992"/>
                  <a:pt x="387129" y="11550"/>
                </a:cubicBezTo>
                <a:cubicBezTo>
                  <a:pt x="386639" y="11108"/>
                  <a:pt x="386394" y="10538"/>
                  <a:pt x="386394" y="9838"/>
                </a:cubicBezTo>
                <a:cubicBezTo>
                  <a:pt x="386394" y="9160"/>
                  <a:pt x="386639" y="8594"/>
                  <a:pt x="387129" y="8142"/>
                </a:cubicBezTo>
                <a:cubicBezTo>
                  <a:pt x="387619" y="7689"/>
                  <a:pt x="388449" y="7463"/>
                  <a:pt x="389617" y="7463"/>
                </a:cubicBezTo>
                <a:lnTo>
                  <a:pt x="400756" y="7463"/>
                </a:lnTo>
                <a:moveTo>
                  <a:pt x="395950" y="53996"/>
                </a:moveTo>
                <a:cubicBezTo>
                  <a:pt x="395950" y="47950"/>
                  <a:pt x="393914" y="42848"/>
                  <a:pt x="389843" y="38691"/>
                </a:cubicBezTo>
                <a:cubicBezTo>
                  <a:pt x="385772" y="34533"/>
                  <a:pt x="380929" y="32454"/>
                  <a:pt x="375312" y="32454"/>
                </a:cubicBezTo>
                <a:cubicBezTo>
                  <a:pt x="369658" y="32454"/>
                  <a:pt x="364796" y="34533"/>
                  <a:pt x="360725" y="38691"/>
                </a:cubicBezTo>
                <a:cubicBezTo>
                  <a:pt x="356654" y="42848"/>
                  <a:pt x="354619" y="47950"/>
                  <a:pt x="354619" y="53996"/>
                </a:cubicBezTo>
                <a:cubicBezTo>
                  <a:pt x="354619" y="60005"/>
                  <a:pt x="356654" y="65097"/>
                  <a:pt x="360725" y="69274"/>
                </a:cubicBezTo>
                <a:cubicBezTo>
                  <a:pt x="364796" y="73450"/>
                  <a:pt x="369658" y="75538"/>
                  <a:pt x="375312" y="75538"/>
                </a:cubicBezTo>
                <a:cubicBezTo>
                  <a:pt x="380929" y="75538"/>
                  <a:pt x="385772" y="73450"/>
                  <a:pt x="389843" y="69274"/>
                </a:cubicBezTo>
                <a:cubicBezTo>
                  <a:pt x="393914" y="65097"/>
                  <a:pt x="395950" y="60005"/>
                  <a:pt x="395950" y="53996"/>
                </a:cubicBezTo>
                <a:close/>
                <a:moveTo>
                  <a:pt x="472674" y="55070"/>
                </a:moveTo>
                <a:lnTo>
                  <a:pt x="424276" y="55070"/>
                </a:lnTo>
                <a:cubicBezTo>
                  <a:pt x="425105" y="61214"/>
                  <a:pt x="427678" y="66162"/>
                  <a:pt x="431994" y="69912"/>
                </a:cubicBezTo>
                <a:cubicBezTo>
                  <a:pt x="436309" y="73663"/>
                  <a:pt x="441653" y="75538"/>
                  <a:pt x="448023" y="75538"/>
                </a:cubicBezTo>
                <a:cubicBezTo>
                  <a:pt x="451566" y="75538"/>
                  <a:pt x="455279" y="74954"/>
                  <a:pt x="459161" y="73785"/>
                </a:cubicBezTo>
                <a:cubicBezTo>
                  <a:pt x="463044" y="72617"/>
                  <a:pt x="466210" y="71071"/>
                  <a:pt x="468660" y="69149"/>
                </a:cubicBezTo>
                <a:cubicBezTo>
                  <a:pt x="469376" y="68583"/>
                  <a:pt x="469998" y="68301"/>
                  <a:pt x="470526" y="68301"/>
                </a:cubicBezTo>
                <a:cubicBezTo>
                  <a:pt x="471129" y="68301"/>
                  <a:pt x="471657" y="68536"/>
                  <a:pt x="472109" y="69007"/>
                </a:cubicBezTo>
                <a:cubicBezTo>
                  <a:pt x="472561" y="69479"/>
                  <a:pt x="472787" y="70035"/>
                  <a:pt x="472787" y="70675"/>
                </a:cubicBezTo>
                <a:cubicBezTo>
                  <a:pt x="472787" y="71316"/>
                  <a:pt x="472486" y="71938"/>
                  <a:pt x="471883" y="72541"/>
                </a:cubicBezTo>
                <a:cubicBezTo>
                  <a:pt x="470073" y="74426"/>
                  <a:pt x="466860" y="76188"/>
                  <a:pt x="462243" y="77828"/>
                </a:cubicBezTo>
                <a:cubicBezTo>
                  <a:pt x="457625" y="79467"/>
                  <a:pt x="452885" y="80287"/>
                  <a:pt x="448023" y="80287"/>
                </a:cubicBezTo>
                <a:cubicBezTo>
                  <a:pt x="439881" y="80287"/>
                  <a:pt x="433087" y="77618"/>
                  <a:pt x="427640" y="72278"/>
                </a:cubicBezTo>
                <a:cubicBezTo>
                  <a:pt x="422193" y="66938"/>
                  <a:pt x="419470" y="60476"/>
                  <a:pt x="419470" y="52892"/>
                </a:cubicBezTo>
                <a:cubicBezTo>
                  <a:pt x="419470" y="45987"/>
                  <a:pt x="422024" y="40063"/>
                  <a:pt x="427131" y="35120"/>
                </a:cubicBezTo>
                <a:cubicBezTo>
                  <a:pt x="432239" y="30177"/>
                  <a:pt x="438562" y="27705"/>
                  <a:pt x="446100" y="27705"/>
                </a:cubicBezTo>
                <a:cubicBezTo>
                  <a:pt x="453865" y="27705"/>
                  <a:pt x="460254" y="30245"/>
                  <a:pt x="465268" y="35325"/>
                </a:cubicBezTo>
                <a:cubicBezTo>
                  <a:pt x="470281" y="40406"/>
                  <a:pt x="472750" y="46987"/>
                  <a:pt x="472674" y="55070"/>
                </a:cubicBezTo>
                <a:moveTo>
                  <a:pt x="467868" y="50321"/>
                </a:moveTo>
                <a:cubicBezTo>
                  <a:pt x="466926" y="45031"/>
                  <a:pt x="464448" y="40731"/>
                  <a:pt x="460433" y="37421"/>
                </a:cubicBezTo>
                <a:cubicBezTo>
                  <a:pt x="456419" y="34110"/>
                  <a:pt x="451641" y="32454"/>
                  <a:pt x="446100" y="32454"/>
                </a:cubicBezTo>
                <a:cubicBezTo>
                  <a:pt x="440559" y="32454"/>
                  <a:pt x="435791" y="34091"/>
                  <a:pt x="431796" y="37364"/>
                </a:cubicBezTo>
                <a:cubicBezTo>
                  <a:pt x="427800" y="40637"/>
                  <a:pt x="425312" y="44955"/>
                  <a:pt x="424332" y="50321"/>
                </a:cubicBezTo>
                <a:lnTo>
                  <a:pt x="467868" y="50321"/>
                </a:lnTo>
                <a:close/>
                <a:moveTo>
                  <a:pt x="515475" y="29401"/>
                </a:moveTo>
                <a:lnTo>
                  <a:pt x="517511" y="29401"/>
                </a:lnTo>
                <a:cubicBezTo>
                  <a:pt x="519621" y="29401"/>
                  <a:pt x="521431" y="30155"/>
                  <a:pt x="522938" y="31663"/>
                </a:cubicBezTo>
                <a:cubicBezTo>
                  <a:pt x="524446" y="33170"/>
                  <a:pt x="525200" y="34961"/>
                  <a:pt x="525200" y="37034"/>
                </a:cubicBezTo>
                <a:cubicBezTo>
                  <a:pt x="525200" y="39258"/>
                  <a:pt x="524437" y="41105"/>
                  <a:pt x="522910" y="42575"/>
                </a:cubicBezTo>
                <a:cubicBezTo>
                  <a:pt x="521384" y="44045"/>
                  <a:pt x="519584" y="44780"/>
                  <a:pt x="517511" y="44780"/>
                </a:cubicBezTo>
                <a:lnTo>
                  <a:pt x="515475" y="44780"/>
                </a:lnTo>
                <a:cubicBezTo>
                  <a:pt x="513364" y="44780"/>
                  <a:pt x="511555" y="44026"/>
                  <a:pt x="510047" y="42518"/>
                </a:cubicBezTo>
                <a:cubicBezTo>
                  <a:pt x="508539" y="41011"/>
                  <a:pt x="507786" y="39220"/>
                  <a:pt x="507786" y="37147"/>
                </a:cubicBezTo>
                <a:cubicBezTo>
                  <a:pt x="507786" y="34923"/>
                  <a:pt x="508549" y="33076"/>
                  <a:pt x="510075" y="31606"/>
                </a:cubicBezTo>
                <a:cubicBezTo>
                  <a:pt x="511602" y="30136"/>
                  <a:pt x="513402" y="29401"/>
                  <a:pt x="515475" y="29401"/>
                </a:cubicBezTo>
                <a:moveTo>
                  <a:pt x="515475" y="64908"/>
                </a:moveTo>
                <a:lnTo>
                  <a:pt x="517511" y="64908"/>
                </a:lnTo>
                <a:cubicBezTo>
                  <a:pt x="519621" y="64908"/>
                  <a:pt x="521431" y="65656"/>
                  <a:pt x="522938" y="67150"/>
                </a:cubicBezTo>
                <a:cubicBezTo>
                  <a:pt x="524446" y="68644"/>
                  <a:pt x="525200" y="70450"/>
                  <a:pt x="525200" y="72570"/>
                </a:cubicBezTo>
                <a:cubicBezTo>
                  <a:pt x="525200" y="74764"/>
                  <a:pt x="524437" y="76599"/>
                  <a:pt x="522910" y="78075"/>
                </a:cubicBezTo>
                <a:cubicBezTo>
                  <a:pt x="521384" y="79550"/>
                  <a:pt x="519584" y="80287"/>
                  <a:pt x="517511" y="80287"/>
                </a:cubicBezTo>
                <a:lnTo>
                  <a:pt x="515475" y="80287"/>
                </a:lnTo>
                <a:cubicBezTo>
                  <a:pt x="513364" y="80287"/>
                  <a:pt x="511555" y="79540"/>
                  <a:pt x="510047" y="78047"/>
                </a:cubicBezTo>
                <a:cubicBezTo>
                  <a:pt x="508539" y="76552"/>
                  <a:pt x="507786" y="74745"/>
                  <a:pt x="507786" y="72626"/>
                </a:cubicBezTo>
                <a:cubicBezTo>
                  <a:pt x="507786" y="70432"/>
                  <a:pt x="508549" y="68597"/>
                  <a:pt x="510075" y="67122"/>
                </a:cubicBezTo>
                <a:cubicBezTo>
                  <a:pt x="511602" y="65646"/>
                  <a:pt x="513402" y="64908"/>
                  <a:pt x="515475" y="64908"/>
                </a:cubicBezTo>
                <a:close/>
                <a:moveTo>
                  <a:pt x="657786" y="17075"/>
                </a:moveTo>
                <a:lnTo>
                  <a:pt x="657786" y="73729"/>
                </a:lnTo>
                <a:lnTo>
                  <a:pt x="670112" y="73729"/>
                </a:lnTo>
                <a:cubicBezTo>
                  <a:pt x="671243" y="73729"/>
                  <a:pt x="672053" y="73945"/>
                  <a:pt x="672543" y="74379"/>
                </a:cubicBezTo>
                <a:cubicBezTo>
                  <a:pt x="673033" y="74812"/>
                  <a:pt x="673278" y="75387"/>
                  <a:pt x="673278" y="76103"/>
                </a:cubicBezTo>
                <a:cubicBezTo>
                  <a:pt x="673278" y="76782"/>
                  <a:pt x="673033" y="77347"/>
                  <a:pt x="672543" y="77800"/>
                </a:cubicBezTo>
                <a:cubicBezTo>
                  <a:pt x="672053" y="78252"/>
                  <a:pt x="671243" y="78478"/>
                  <a:pt x="670112" y="78478"/>
                </a:cubicBezTo>
                <a:lnTo>
                  <a:pt x="640654" y="78478"/>
                </a:lnTo>
                <a:cubicBezTo>
                  <a:pt x="639524" y="78478"/>
                  <a:pt x="638713" y="78252"/>
                  <a:pt x="638223" y="77800"/>
                </a:cubicBezTo>
                <a:cubicBezTo>
                  <a:pt x="637733" y="77347"/>
                  <a:pt x="637488" y="76782"/>
                  <a:pt x="637488" y="76103"/>
                </a:cubicBezTo>
                <a:cubicBezTo>
                  <a:pt x="637488" y="75387"/>
                  <a:pt x="637733" y="74812"/>
                  <a:pt x="638223" y="74379"/>
                </a:cubicBezTo>
                <a:cubicBezTo>
                  <a:pt x="638713" y="73945"/>
                  <a:pt x="639524" y="73729"/>
                  <a:pt x="640654" y="73729"/>
                </a:cubicBezTo>
                <a:lnTo>
                  <a:pt x="652980" y="73729"/>
                </a:lnTo>
                <a:lnTo>
                  <a:pt x="652980" y="17075"/>
                </a:lnTo>
                <a:lnTo>
                  <a:pt x="633530" y="17075"/>
                </a:lnTo>
                <a:lnTo>
                  <a:pt x="633530" y="33472"/>
                </a:lnTo>
                <a:cubicBezTo>
                  <a:pt x="633530" y="34660"/>
                  <a:pt x="633314" y="35504"/>
                  <a:pt x="632880" y="36004"/>
                </a:cubicBezTo>
                <a:cubicBezTo>
                  <a:pt x="632447" y="36502"/>
                  <a:pt x="631872" y="36751"/>
                  <a:pt x="631156" y="36751"/>
                </a:cubicBezTo>
                <a:cubicBezTo>
                  <a:pt x="630477" y="36751"/>
                  <a:pt x="629912" y="36502"/>
                  <a:pt x="629459" y="36004"/>
                </a:cubicBezTo>
                <a:cubicBezTo>
                  <a:pt x="629007" y="35504"/>
                  <a:pt x="628781" y="34660"/>
                  <a:pt x="628781" y="33472"/>
                </a:cubicBezTo>
                <a:lnTo>
                  <a:pt x="628781" y="12326"/>
                </a:lnTo>
                <a:lnTo>
                  <a:pt x="681985" y="12326"/>
                </a:lnTo>
                <a:lnTo>
                  <a:pt x="681985" y="33472"/>
                </a:lnTo>
                <a:cubicBezTo>
                  <a:pt x="681985" y="34660"/>
                  <a:pt x="681769" y="35504"/>
                  <a:pt x="681335" y="36004"/>
                </a:cubicBezTo>
                <a:cubicBezTo>
                  <a:pt x="680902" y="36502"/>
                  <a:pt x="680327" y="36751"/>
                  <a:pt x="679611" y="36751"/>
                </a:cubicBezTo>
                <a:cubicBezTo>
                  <a:pt x="678894" y="36751"/>
                  <a:pt x="678320" y="36502"/>
                  <a:pt x="677886" y="36004"/>
                </a:cubicBezTo>
                <a:cubicBezTo>
                  <a:pt x="677453" y="35504"/>
                  <a:pt x="677236" y="34660"/>
                  <a:pt x="677236" y="33472"/>
                </a:cubicBezTo>
                <a:lnTo>
                  <a:pt x="677236" y="17075"/>
                </a:lnTo>
                <a:lnTo>
                  <a:pt x="657786" y="17075"/>
                </a:lnTo>
                <a:close/>
                <a:moveTo>
                  <a:pt x="716701" y="17075"/>
                </a:moveTo>
                <a:lnTo>
                  <a:pt x="716701" y="73729"/>
                </a:lnTo>
                <a:lnTo>
                  <a:pt x="748250" y="73729"/>
                </a:lnTo>
                <a:lnTo>
                  <a:pt x="748250" y="54844"/>
                </a:lnTo>
                <a:cubicBezTo>
                  <a:pt x="748250" y="53713"/>
                  <a:pt x="748476" y="52903"/>
                  <a:pt x="748929" y="52413"/>
                </a:cubicBezTo>
                <a:cubicBezTo>
                  <a:pt x="749381" y="51923"/>
                  <a:pt x="749965" y="51678"/>
                  <a:pt x="750681" y="51678"/>
                </a:cubicBezTo>
                <a:cubicBezTo>
                  <a:pt x="751360" y="51678"/>
                  <a:pt x="751925" y="51913"/>
                  <a:pt x="752378" y="52385"/>
                </a:cubicBezTo>
                <a:cubicBezTo>
                  <a:pt x="752830" y="52856"/>
                  <a:pt x="753056" y="53676"/>
                  <a:pt x="753056" y="54844"/>
                </a:cubicBezTo>
                <a:lnTo>
                  <a:pt x="753056" y="78478"/>
                </a:lnTo>
                <a:lnTo>
                  <a:pt x="700587" y="78478"/>
                </a:lnTo>
                <a:cubicBezTo>
                  <a:pt x="699456" y="78478"/>
                  <a:pt x="698645" y="78252"/>
                  <a:pt x="698155" y="77800"/>
                </a:cubicBezTo>
                <a:cubicBezTo>
                  <a:pt x="697665" y="77347"/>
                  <a:pt x="697420" y="76782"/>
                  <a:pt x="697420" y="76103"/>
                </a:cubicBezTo>
                <a:cubicBezTo>
                  <a:pt x="697420" y="75387"/>
                  <a:pt x="697665" y="74812"/>
                  <a:pt x="698155" y="74379"/>
                </a:cubicBezTo>
                <a:cubicBezTo>
                  <a:pt x="698645" y="73945"/>
                  <a:pt x="699456" y="73729"/>
                  <a:pt x="700587" y="73729"/>
                </a:cubicBezTo>
                <a:lnTo>
                  <a:pt x="711895" y="73729"/>
                </a:lnTo>
                <a:lnTo>
                  <a:pt x="711895" y="17075"/>
                </a:lnTo>
                <a:lnTo>
                  <a:pt x="700587" y="17075"/>
                </a:lnTo>
                <a:cubicBezTo>
                  <a:pt x="699456" y="17075"/>
                  <a:pt x="698645" y="16858"/>
                  <a:pt x="698155" y="16425"/>
                </a:cubicBezTo>
                <a:cubicBezTo>
                  <a:pt x="697665" y="15991"/>
                  <a:pt x="697420" y="15417"/>
                  <a:pt x="697420" y="14700"/>
                </a:cubicBezTo>
                <a:cubicBezTo>
                  <a:pt x="697420" y="13984"/>
                  <a:pt x="697665" y="13409"/>
                  <a:pt x="698155" y="12976"/>
                </a:cubicBezTo>
                <a:cubicBezTo>
                  <a:pt x="698645" y="12543"/>
                  <a:pt x="699456" y="12326"/>
                  <a:pt x="700587" y="12326"/>
                </a:cubicBezTo>
                <a:lnTo>
                  <a:pt x="728009" y="12326"/>
                </a:lnTo>
                <a:cubicBezTo>
                  <a:pt x="729139" y="12326"/>
                  <a:pt x="729950" y="12543"/>
                  <a:pt x="730440" y="12976"/>
                </a:cubicBezTo>
                <a:cubicBezTo>
                  <a:pt x="730930" y="13409"/>
                  <a:pt x="731175" y="13984"/>
                  <a:pt x="731175" y="14700"/>
                </a:cubicBezTo>
                <a:cubicBezTo>
                  <a:pt x="731175" y="15417"/>
                  <a:pt x="730930" y="15991"/>
                  <a:pt x="730440" y="16425"/>
                </a:cubicBezTo>
                <a:cubicBezTo>
                  <a:pt x="729950" y="16858"/>
                  <a:pt x="729139" y="17075"/>
                  <a:pt x="728009" y="17075"/>
                </a:cubicBezTo>
                <a:lnTo>
                  <a:pt x="716701" y="17075"/>
                </a:lnTo>
                <a:close/>
                <a:moveTo>
                  <a:pt x="811405" y="17126"/>
                </a:moveTo>
                <a:lnTo>
                  <a:pt x="811405" y="15526"/>
                </a:lnTo>
                <a:cubicBezTo>
                  <a:pt x="811405" y="14383"/>
                  <a:pt x="811622" y="13564"/>
                  <a:pt x="812056" y="13070"/>
                </a:cubicBezTo>
                <a:cubicBezTo>
                  <a:pt x="812489" y="12574"/>
                  <a:pt x="813064" y="12326"/>
                  <a:pt x="813780" y="12326"/>
                </a:cubicBezTo>
                <a:cubicBezTo>
                  <a:pt x="814496" y="12326"/>
                  <a:pt x="815071" y="12571"/>
                  <a:pt x="815505" y="13061"/>
                </a:cubicBezTo>
                <a:cubicBezTo>
                  <a:pt x="815938" y="13551"/>
                  <a:pt x="816155" y="14361"/>
                  <a:pt x="816155" y="15492"/>
                </a:cubicBezTo>
                <a:lnTo>
                  <a:pt x="816155" y="27592"/>
                </a:lnTo>
                <a:cubicBezTo>
                  <a:pt x="816155" y="28722"/>
                  <a:pt x="815938" y="29533"/>
                  <a:pt x="815505" y="30023"/>
                </a:cubicBezTo>
                <a:cubicBezTo>
                  <a:pt x="815071" y="30513"/>
                  <a:pt x="814496" y="30758"/>
                  <a:pt x="813780" y="30758"/>
                </a:cubicBezTo>
                <a:cubicBezTo>
                  <a:pt x="813102" y="30758"/>
                  <a:pt x="812546" y="30533"/>
                  <a:pt x="812112" y="30083"/>
                </a:cubicBezTo>
                <a:cubicBezTo>
                  <a:pt x="811679" y="29632"/>
                  <a:pt x="811443" y="28899"/>
                  <a:pt x="811405" y="27885"/>
                </a:cubicBezTo>
                <a:cubicBezTo>
                  <a:pt x="811217" y="24731"/>
                  <a:pt x="809587" y="21895"/>
                  <a:pt x="806515" y="19379"/>
                </a:cubicBezTo>
                <a:cubicBezTo>
                  <a:pt x="803443" y="16863"/>
                  <a:pt x="799419" y="15605"/>
                  <a:pt x="794443" y="15605"/>
                </a:cubicBezTo>
                <a:cubicBezTo>
                  <a:pt x="789204" y="15605"/>
                  <a:pt x="785039" y="16944"/>
                  <a:pt x="781948" y="19623"/>
                </a:cubicBezTo>
                <a:cubicBezTo>
                  <a:pt x="778857" y="22300"/>
                  <a:pt x="777312" y="25456"/>
                  <a:pt x="777312" y="29088"/>
                </a:cubicBezTo>
                <a:cubicBezTo>
                  <a:pt x="777312" y="30961"/>
                  <a:pt x="777745" y="32666"/>
                  <a:pt x="778612" y="34202"/>
                </a:cubicBezTo>
                <a:cubicBezTo>
                  <a:pt x="779479" y="35736"/>
                  <a:pt x="780629" y="36982"/>
                  <a:pt x="782061" y="37937"/>
                </a:cubicBezTo>
                <a:cubicBezTo>
                  <a:pt x="783493" y="38892"/>
                  <a:pt x="785114" y="39660"/>
                  <a:pt x="786923" y="40241"/>
                </a:cubicBezTo>
                <a:cubicBezTo>
                  <a:pt x="788733" y="40820"/>
                  <a:pt x="791560" y="41429"/>
                  <a:pt x="795404" y="42066"/>
                </a:cubicBezTo>
                <a:cubicBezTo>
                  <a:pt x="801850" y="43123"/>
                  <a:pt x="806298" y="44199"/>
                  <a:pt x="808748" y="45294"/>
                </a:cubicBezTo>
                <a:cubicBezTo>
                  <a:pt x="812027" y="46767"/>
                  <a:pt x="814506" y="48805"/>
                  <a:pt x="816183" y="51409"/>
                </a:cubicBezTo>
                <a:cubicBezTo>
                  <a:pt x="817860" y="54014"/>
                  <a:pt x="818699" y="57090"/>
                  <a:pt x="818699" y="60640"/>
                </a:cubicBezTo>
                <a:cubicBezTo>
                  <a:pt x="818699" y="66074"/>
                  <a:pt x="816532" y="70708"/>
                  <a:pt x="812197" y="74540"/>
                </a:cubicBezTo>
                <a:cubicBezTo>
                  <a:pt x="807862" y="78371"/>
                  <a:pt x="802020" y="80287"/>
                  <a:pt x="794669" y="80287"/>
                </a:cubicBezTo>
                <a:cubicBezTo>
                  <a:pt x="786415" y="80287"/>
                  <a:pt x="779818" y="77705"/>
                  <a:pt x="774880" y="72541"/>
                </a:cubicBezTo>
                <a:lnTo>
                  <a:pt x="774880" y="75282"/>
                </a:lnTo>
                <a:cubicBezTo>
                  <a:pt x="774880" y="76423"/>
                  <a:pt x="774664" y="77241"/>
                  <a:pt x="774230" y="77736"/>
                </a:cubicBezTo>
                <a:cubicBezTo>
                  <a:pt x="773797" y="78231"/>
                  <a:pt x="773222" y="78478"/>
                  <a:pt x="772506" y="78478"/>
                </a:cubicBezTo>
                <a:cubicBezTo>
                  <a:pt x="771827" y="78478"/>
                  <a:pt x="771262" y="78232"/>
                  <a:pt x="770809" y="77741"/>
                </a:cubicBezTo>
                <a:cubicBezTo>
                  <a:pt x="770357" y="77250"/>
                  <a:pt x="770131" y="76437"/>
                  <a:pt x="770131" y="75303"/>
                </a:cubicBezTo>
                <a:lnTo>
                  <a:pt x="770131" y="62147"/>
                </a:lnTo>
                <a:cubicBezTo>
                  <a:pt x="770131" y="60975"/>
                  <a:pt x="770348" y="60143"/>
                  <a:pt x="770781" y="59652"/>
                </a:cubicBezTo>
                <a:cubicBezTo>
                  <a:pt x="771215" y="59161"/>
                  <a:pt x="771789" y="58915"/>
                  <a:pt x="772506" y="58915"/>
                </a:cubicBezTo>
                <a:cubicBezTo>
                  <a:pt x="773184" y="58915"/>
                  <a:pt x="773740" y="59141"/>
                  <a:pt x="774174" y="59594"/>
                </a:cubicBezTo>
                <a:cubicBezTo>
                  <a:pt x="774607" y="60046"/>
                  <a:pt x="774843" y="60781"/>
                  <a:pt x="774880" y="61799"/>
                </a:cubicBezTo>
                <a:cubicBezTo>
                  <a:pt x="775069" y="65266"/>
                  <a:pt x="776925" y="68423"/>
                  <a:pt x="780450" y="71269"/>
                </a:cubicBezTo>
                <a:cubicBezTo>
                  <a:pt x="783974" y="74115"/>
                  <a:pt x="788714" y="75538"/>
                  <a:pt x="794669" y="75538"/>
                </a:cubicBezTo>
                <a:cubicBezTo>
                  <a:pt x="800625" y="75538"/>
                  <a:pt x="805327" y="74049"/>
                  <a:pt x="808776" y="71071"/>
                </a:cubicBezTo>
                <a:cubicBezTo>
                  <a:pt x="812225" y="68093"/>
                  <a:pt x="813950" y="64569"/>
                  <a:pt x="813950" y="60498"/>
                </a:cubicBezTo>
                <a:cubicBezTo>
                  <a:pt x="813950" y="58010"/>
                  <a:pt x="813290" y="55796"/>
                  <a:pt x="811971" y="53855"/>
                </a:cubicBezTo>
                <a:cubicBezTo>
                  <a:pt x="810652" y="51913"/>
                  <a:pt x="808691" y="50377"/>
                  <a:pt x="806091" y="49247"/>
                </a:cubicBezTo>
                <a:cubicBezTo>
                  <a:pt x="804281" y="48455"/>
                  <a:pt x="800512" y="47569"/>
                  <a:pt x="794783" y="46589"/>
                </a:cubicBezTo>
                <a:cubicBezTo>
                  <a:pt x="786905" y="45275"/>
                  <a:pt x="781232" y="43265"/>
                  <a:pt x="777764" y="40559"/>
                </a:cubicBezTo>
                <a:cubicBezTo>
                  <a:pt x="774296" y="37853"/>
                  <a:pt x="772562" y="34001"/>
                  <a:pt x="772562" y="29003"/>
                </a:cubicBezTo>
                <a:cubicBezTo>
                  <a:pt x="772562" y="24044"/>
                  <a:pt x="774551" y="19780"/>
                  <a:pt x="778527" y="16211"/>
                </a:cubicBezTo>
                <a:cubicBezTo>
                  <a:pt x="782504" y="12641"/>
                  <a:pt x="787753" y="10856"/>
                  <a:pt x="794274" y="10856"/>
                </a:cubicBezTo>
                <a:cubicBezTo>
                  <a:pt x="800908" y="10856"/>
                  <a:pt x="806618" y="12946"/>
                  <a:pt x="811405" y="17126"/>
                </a:cubicBezTo>
                <a:close/>
                <a:moveTo>
                  <a:pt x="885247" y="4127"/>
                </a:moveTo>
                <a:lnTo>
                  <a:pt x="847025" y="85998"/>
                </a:lnTo>
                <a:cubicBezTo>
                  <a:pt x="846384" y="87393"/>
                  <a:pt x="845555" y="88090"/>
                  <a:pt x="844537" y="88090"/>
                </a:cubicBezTo>
                <a:cubicBezTo>
                  <a:pt x="843897" y="88090"/>
                  <a:pt x="843341" y="87854"/>
                  <a:pt x="842870" y="87383"/>
                </a:cubicBezTo>
                <a:cubicBezTo>
                  <a:pt x="842398" y="86912"/>
                  <a:pt x="842163" y="86394"/>
                  <a:pt x="842163" y="85828"/>
                </a:cubicBezTo>
                <a:cubicBezTo>
                  <a:pt x="842163" y="85376"/>
                  <a:pt x="842351" y="84754"/>
                  <a:pt x="842728" y="83962"/>
                </a:cubicBezTo>
                <a:lnTo>
                  <a:pt x="880893" y="2092"/>
                </a:lnTo>
                <a:cubicBezTo>
                  <a:pt x="881308" y="1225"/>
                  <a:pt x="881703" y="660"/>
                  <a:pt x="882080" y="396"/>
                </a:cubicBezTo>
                <a:cubicBezTo>
                  <a:pt x="882457" y="132"/>
                  <a:pt x="882910" y="0"/>
                  <a:pt x="883437" y="0"/>
                </a:cubicBezTo>
                <a:cubicBezTo>
                  <a:pt x="884078" y="0"/>
                  <a:pt x="884634" y="236"/>
                  <a:pt x="885105" y="707"/>
                </a:cubicBezTo>
                <a:cubicBezTo>
                  <a:pt x="885576" y="1178"/>
                  <a:pt x="885812" y="1696"/>
                  <a:pt x="885812" y="2262"/>
                </a:cubicBezTo>
                <a:cubicBezTo>
                  <a:pt x="885812" y="2676"/>
                  <a:pt x="885623" y="3298"/>
                  <a:pt x="885247" y="4127"/>
                </a:cubicBezTo>
                <a:close/>
                <a:moveTo>
                  <a:pt x="935737" y="6559"/>
                </a:moveTo>
                <a:lnTo>
                  <a:pt x="935737" y="73729"/>
                </a:lnTo>
                <a:lnTo>
                  <a:pt x="952021" y="73729"/>
                </a:lnTo>
                <a:cubicBezTo>
                  <a:pt x="953152" y="73729"/>
                  <a:pt x="953962" y="73945"/>
                  <a:pt x="954452" y="74379"/>
                </a:cubicBezTo>
                <a:cubicBezTo>
                  <a:pt x="954942" y="74812"/>
                  <a:pt x="955187" y="75387"/>
                  <a:pt x="955187" y="76103"/>
                </a:cubicBezTo>
                <a:cubicBezTo>
                  <a:pt x="955187" y="76782"/>
                  <a:pt x="954942" y="77347"/>
                  <a:pt x="954452" y="77800"/>
                </a:cubicBezTo>
                <a:cubicBezTo>
                  <a:pt x="953962" y="78252"/>
                  <a:pt x="953152" y="78478"/>
                  <a:pt x="952021" y="78478"/>
                </a:cubicBezTo>
                <a:lnTo>
                  <a:pt x="914704" y="78478"/>
                </a:lnTo>
                <a:cubicBezTo>
                  <a:pt x="913574" y="78478"/>
                  <a:pt x="912763" y="78252"/>
                  <a:pt x="912273" y="77800"/>
                </a:cubicBezTo>
                <a:cubicBezTo>
                  <a:pt x="911783" y="77347"/>
                  <a:pt x="911538" y="76782"/>
                  <a:pt x="911538" y="76103"/>
                </a:cubicBezTo>
                <a:cubicBezTo>
                  <a:pt x="911538" y="75387"/>
                  <a:pt x="911783" y="74812"/>
                  <a:pt x="912273" y="74379"/>
                </a:cubicBezTo>
                <a:cubicBezTo>
                  <a:pt x="912763" y="73945"/>
                  <a:pt x="913574" y="73729"/>
                  <a:pt x="914704" y="73729"/>
                </a:cubicBezTo>
                <a:lnTo>
                  <a:pt x="930988" y="73729"/>
                </a:lnTo>
                <a:lnTo>
                  <a:pt x="930988" y="13117"/>
                </a:lnTo>
                <a:lnTo>
                  <a:pt x="915496" y="17980"/>
                </a:lnTo>
                <a:cubicBezTo>
                  <a:pt x="914742" y="18206"/>
                  <a:pt x="914196" y="18319"/>
                  <a:pt x="913856" y="18319"/>
                </a:cubicBezTo>
                <a:cubicBezTo>
                  <a:pt x="913291" y="18319"/>
                  <a:pt x="912773" y="18083"/>
                  <a:pt x="912301" y="17612"/>
                </a:cubicBezTo>
                <a:cubicBezTo>
                  <a:pt x="911830" y="17141"/>
                  <a:pt x="911595" y="16585"/>
                  <a:pt x="911595" y="15944"/>
                </a:cubicBezTo>
                <a:cubicBezTo>
                  <a:pt x="911595" y="15379"/>
                  <a:pt x="911783" y="14851"/>
                  <a:pt x="912160" y="14361"/>
                </a:cubicBezTo>
                <a:cubicBezTo>
                  <a:pt x="912462" y="14060"/>
                  <a:pt x="913084" y="13739"/>
                  <a:pt x="914026" y="13400"/>
                </a:cubicBezTo>
                <a:lnTo>
                  <a:pt x="935737" y="6559"/>
                </a:lnTo>
                <a:close/>
                <a:moveTo>
                  <a:pt x="1001889" y="64908"/>
                </a:moveTo>
                <a:lnTo>
                  <a:pt x="1003925" y="64908"/>
                </a:lnTo>
                <a:cubicBezTo>
                  <a:pt x="1006036" y="64908"/>
                  <a:pt x="1007845" y="65656"/>
                  <a:pt x="1009353" y="67150"/>
                </a:cubicBezTo>
                <a:cubicBezTo>
                  <a:pt x="1010860" y="68644"/>
                  <a:pt x="1011614" y="70450"/>
                  <a:pt x="1011614" y="72570"/>
                </a:cubicBezTo>
                <a:cubicBezTo>
                  <a:pt x="1011614" y="74764"/>
                  <a:pt x="1010851" y="76599"/>
                  <a:pt x="1009324" y="78075"/>
                </a:cubicBezTo>
                <a:cubicBezTo>
                  <a:pt x="1007798" y="79550"/>
                  <a:pt x="1005998" y="80287"/>
                  <a:pt x="1003925" y="80287"/>
                </a:cubicBezTo>
                <a:lnTo>
                  <a:pt x="1001889" y="80287"/>
                </a:lnTo>
                <a:cubicBezTo>
                  <a:pt x="999778" y="80287"/>
                  <a:pt x="997969" y="79540"/>
                  <a:pt x="996461" y="78047"/>
                </a:cubicBezTo>
                <a:cubicBezTo>
                  <a:pt x="994954" y="76552"/>
                  <a:pt x="994200" y="74745"/>
                  <a:pt x="994200" y="72626"/>
                </a:cubicBezTo>
                <a:cubicBezTo>
                  <a:pt x="994200" y="70432"/>
                  <a:pt x="994963" y="68597"/>
                  <a:pt x="996490" y="67122"/>
                </a:cubicBezTo>
                <a:cubicBezTo>
                  <a:pt x="998016" y="65646"/>
                  <a:pt x="999816" y="64908"/>
                  <a:pt x="1001889" y="64908"/>
                </a:cubicBezTo>
                <a:close/>
                <a:moveTo>
                  <a:pt x="1094163" y="37113"/>
                </a:moveTo>
                <a:lnTo>
                  <a:pt x="1094163" y="48884"/>
                </a:lnTo>
                <a:cubicBezTo>
                  <a:pt x="1094163" y="59106"/>
                  <a:pt x="1091731" y="67198"/>
                  <a:pt x="1086869" y="73158"/>
                </a:cubicBezTo>
                <a:cubicBezTo>
                  <a:pt x="1083062" y="77835"/>
                  <a:pt x="1078256" y="80174"/>
                  <a:pt x="1072451" y="80174"/>
                </a:cubicBezTo>
                <a:cubicBezTo>
                  <a:pt x="1069662" y="80174"/>
                  <a:pt x="1067033" y="79618"/>
                  <a:pt x="1064564" y="78504"/>
                </a:cubicBezTo>
                <a:cubicBezTo>
                  <a:pt x="1062095" y="77393"/>
                  <a:pt x="1059993" y="75836"/>
                  <a:pt x="1058260" y="73836"/>
                </a:cubicBezTo>
                <a:cubicBezTo>
                  <a:pt x="1057166" y="72591"/>
                  <a:pt x="1055970" y="70592"/>
                  <a:pt x="1054669" y="67840"/>
                </a:cubicBezTo>
                <a:cubicBezTo>
                  <a:pt x="1053369" y="65086"/>
                  <a:pt x="1052436" y="62558"/>
                  <a:pt x="1051870" y="60256"/>
                </a:cubicBezTo>
                <a:cubicBezTo>
                  <a:pt x="1051003" y="57012"/>
                  <a:pt x="1050570" y="53222"/>
                  <a:pt x="1050570" y="48884"/>
                </a:cubicBezTo>
                <a:lnTo>
                  <a:pt x="1050570" y="37113"/>
                </a:lnTo>
                <a:cubicBezTo>
                  <a:pt x="1050570" y="26854"/>
                  <a:pt x="1053001" y="18744"/>
                  <a:pt x="1057864" y="12783"/>
                </a:cubicBezTo>
                <a:cubicBezTo>
                  <a:pt x="1061671" y="8106"/>
                  <a:pt x="1066477" y="5767"/>
                  <a:pt x="1072282" y="5767"/>
                </a:cubicBezTo>
                <a:cubicBezTo>
                  <a:pt x="1075109" y="5767"/>
                  <a:pt x="1077747" y="6324"/>
                  <a:pt x="1080197" y="7437"/>
                </a:cubicBezTo>
                <a:cubicBezTo>
                  <a:pt x="1082647" y="8549"/>
                  <a:pt x="1084739" y="10105"/>
                  <a:pt x="1086473" y="12105"/>
                </a:cubicBezTo>
                <a:cubicBezTo>
                  <a:pt x="1087604" y="13388"/>
                  <a:pt x="1088810" y="15406"/>
                  <a:pt x="1090092" y="18160"/>
                </a:cubicBezTo>
                <a:cubicBezTo>
                  <a:pt x="1091373" y="20913"/>
                  <a:pt x="1092316" y="23421"/>
                  <a:pt x="1092919" y="25685"/>
                </a:cubicBezTo>
                <a:cubicBezTo>
                  <a:pt x="1093748" y="28929"/>
                  <a:pt x="1094163" y="32739"/>
                  <a:pt x="1094163" y="37113"/>
                </a:cubicBezTo>
                <a:moveTo>
                  <a:pt x="1089413" y="37751"/>
                </a:moveTo>
                <a:cubicBezTo>
                  <a:pt x="1089413" y="33262"/>
                  <a:pt x="1088782" y="29085"/>
                  <a:pt x="1087519" y="25219"/>
                </a:cubicBezTo>
                <a:cubicBezTo>
                  <a:pt x="1086256" y="21352"/>
                  <a:pt x="1084833" y="18266"/>
                  <a:pt x="1083250" y="15962"/>
                </a:cubicBezTo>
                <a:cubicBezTo>
                  <a:pt x="1082308" y="14640"/>
                  <a:pt x="1081083" y="13498"/>
                  <a:pt x="1079575" y="12536"/>
                </a:cubicBezTo>
                <a:cubicBezTo>
                  <a:pt x="1077427" y="11190"/>
                  <a:pt x="1075014" y="10517"/>
                  <a:pt x="1072338" y="10517"/>
                </a:cubicBezTo>
                <a:cubicBezTo>
                  <a:pt x="1067023" y="10560"/>
                  <a:pt x="1062858" y="13301"/>
                  <a:pt x="1059843" y="18740"/>
                </a:cubicBezTo>
                <a:cubicBezTo>
                  <a:pt x="1056827" y="24177"/>
                  <a:pt x="1055319" y="30516"/>
                  <a:pt x="1055319" y="37757"/>
                </a:cubicBezTo>
                <a:lnTo>
                  <a:pt x="1055319" y="48220"/>
                </a:lnTo>
                <a:cubicBezTo>
                  <a:pt x="1055319" y="52708"/>
                  <a:pt x="1055951" y="56894"/>
                  <a:pt x="1057214" y="60779"/>
                </a:cubicBezTo>
                <a:cubicBezTo>
                  <a:pt x="1058476" y="64663"/>
                  <a:pt x="1059918" y="67754"/>
                  <a:pt x="1061539" y="70053"/>
                </a:cubicBezTo>
                <a:cubicBezTo>
                  <a:pt x="1062443" y="71335"/>
                  <a:pt x="1063650" y="72447"/>
                  <a:pt x="1065157" y="73389"/>
                </a:cubicBezTo>
                <a:cubicBezTo>
                  <a:pt x="1067306" y="74746"/>
                  <a:pt x="1069737" y="75425"/>
                  <a:pt x="1072451" y="75425"/>
                </a:cubicBezTo>
                <a:cubicBezTo>
                  <a:pt x="1077728" y="75425"/>
                  <a:pt x="1081875" y="72701"/>
                  <a:pt x="1084890" y="67255"/>
                </a:cubicBezTo>
                <a:cubicBezTo>
                  <a:pt x="1087905" y="61808"/>
                  <a:pt x="1089413" y="55463"/>
                  <a:pt x="1089413" y="48220"/>
                </a:cubicBezTo>
                <a:lnTo>
                  <a:pt x="1089413" y="37751"/>
                </a:lnTo>
                <a:close/>
                <a:moveTo>
                  <a:pt x="1132440" y="61403"/>
                </a:moveTo>
                <a:lnTo>
                  <a:pt x="1147875" y="61403"/>
                </a:lnTo>
                <a:lnTo>
                  <a:pt x="1131083" y="92613"/>
                </a:lnTo>
                <a:cubicBezTo>
                  <a:pt x="1130065" y="94498"/>
                  <a:pt x="1128840" y="95440"/>
                  <a:pt x="1127408" y="95440"/>
                </a:cubicBezTo>
                <a:cubicBezTo>
                  <a:pt x="1126465" y="95440"/>
                  <a:pt x="1125664" y="95110"/>
                  <a:pt x="1125005" y="94451"/>
                </a:cubicBezTo>
                <a:cubicBezTo>
                  <a:pt x="1124345" y="93791"/>
                  <a:pt x="1124015" y="92990"/>
                  <a:pt x="1124015" y="92048"/>
                </a:cubicBezTo>
                <a:cubicBezTo>
                  <a:pt x="1124015" y="91671"/>
                  <a:pt x="1124072" y="91256"/>
                  <a:pt x="1124185" y="90804"/>
                </a:cubicBezTo>
                <a:lnTo>
                  <a:pt x="1132440" y="61403"/>
                </a:lnTo>
                <a:close/>
                <a:moveTo>
                  <a:pt x="1296915" y="46476"/>
                </a:moveTo>
                <a:lnTo>
                  <a:pt x="1265422" y="46476"/>
                </a:lnTo>
                <a:lnTo>
                  <a:pt x="1265422" y="73729"/>
                </a:lnTo>
                <a:lnTo>
                  <a:pt x="1271811" y="73729"/>
                </a:lnTo>
                <a:cubicBezTo>
                  <a:pt x="1272942" y="73729"/>
                  <a:pt x="1273752" y="73945"/>
                  <a:pt x="1274242" y="74379"/>
                </a:cubicBezTo>
                <a:cubicBezTo>
                  <a:pt x="1274732" y="74812"/>
                  <a:pt x="1274977" y="75387"/>
                  <a:pt x="1274977" y="76103"/>
                </a:cubicBezTo>
                <a:cubicBezTo>
                  <a:pt x="1274977" y="76782"/>
                  <a:pt x="1274732" y="77347"/>
                  <a:pt x="1274242" y="77800"/>
                </a:cubicBezTo>
                <a:cubicBezTo>
                  <a:pt x="1273752" y="78252"/>
                  <a:pt x="1272942" y="78478"/>
                  <a:pt x="1271811" y="78478"/>
                </a:cubicBezTo>
                <a:lnTo>
                  <a:pt x="1255301" y="78478"/>
                </a:lnTo>
                <a:cubicBezTo>
                  <a:pt x="1254170" y="78478"/>
                  <a:pt x="1253360" y="78252"/>
                  <a:pt x="1252870" y="77800"/>
                </a:cubicBezTo>
                <a:cubicBezTo>
                  <a:pt x="1252380" y="77347"/>
                  <a:pt x="1252135" y="76782"/>
                  <a:pt x="1252135" y="76103"/>
                </a:cubicBezTo>
                <a:cubicBezTo>
                  <a:pt x="1252135" y="75387"/>
                  <a:pt x="1252380" y="74812"/>
                  <a:pt x="1252870" y="74379"/>
                </a:cubicBezTo>
                <a:cubicBezTo>
                  <a:pt x="1253360" y="73945"/>
                  <a:pt x="1254170" y="73729"/>
                  <a:pt x="1255301" y="73729"/>
                </a:cubicBezTo>
                <a:lnTo>
                  <a:pt x="1260673" y="73729"/>
                </a:lnTo>
                <a:lnTo>
                  <a:pt x="1260673" y="17075"/>
                </a:lnTo>
                <a:lnTo>
                  <a:pt x="1257733" y="17075"/>
                </a:lnTo>
                <a:cubicBezTo>
                  <a:pt x="1256564" y="17075"/>
                  <a:pt x="1255735" y="16858"/>
                  <a:pt x="1255245" y="16425"/>
                </a:cubicBezTo>
                <a:cubicBezTo>
                  <a:pt x="1254755" y="15991"/>
                  <a:pt x="1254510" y="15417"/>
                  <a:pt x="1254510" y="14700"/>
                </a:cubicBezTo>
                <a:cubicBezTo>
                  <a:pt x="1254510" y="13984"/>
                  <a:pt x="1254755" y="13409"/>
                  <a:pt x="1255245" y="12976"/>
                </a:cubicBezTo>
                <a:cubicBezTo>
                  <a:pt x="1255735" y="12543"/>
                  <a:pt x="1256564" y="12326"/>
                  <a:pt x="1257733" y="12326"/>
                </a:cubicBezTo>
                <a:lnTo>
                  <a:pt x="1271811" y="12326"/>
                </a:lnTo>
                <a:cubicBezTo>
                  <a:pt x="1272942" y="12326"/>
                  <a:pt x="1273752" y="12543"/>
                  <a:pt x="1274242" y="12976"/>
                </a:cubicBezTo>
                <a:cubicBezTo>
                  <a:pt x="1274732" y="13409"/>
                  <a:pt x="1274977" y="13984"/>
                  <a:pt x="1274977" y="14700"/>
                </a:cubicBezTo>
                <a:cubicBezTo>
                  <a:pt x="1274977" y="15417"/>
                  <a:pt x="1274732" y="15991"/>
                  <a:pt x="1274242" y="16425"/>
                </a:cubicBezTo>
                <a:cubicBezTo>
                  <a:pt x="1273752" y="16858"/>
                  <a:pt x="1272942" y="17075"/>
                  <a:pt x="1271811" y="17075"/>
                </a:cubicBezTo>
                <a:lnTo>
                  <a:pt x="1265422" y="17075"/>
                </a:lnTo>
                <a:lnTo>
                  <a:pt x="1265422" y="41727"/>
                </a:lnTo>
                <a:lnTo>
                  <a:pt x="1296915" y="41727"/>
                </a:lnTo>
                <a:lnTo>
                  <a:pt x="1296915" y="17075"/>
                </a:lnTo>
                <a:lnTo>
                  <a:pt x="1290582" y="17075"/>
                </a:lnTo>
                <a:cubicBezTo>
                  <a:pt x="1289452" y="17075"/>
                  <a:pt x="1288641" y="16858"/>
                  <a:pt x="1288151" y="16425"/>
                </a:cubicBezTo>
                <a:cubicBezTo>
                  <a:pt x="1287661" y="15991"/>
                  <a:pt x="1287416" y="15417"/>
                  <a:pt x="1287416" y="14700"/>
                </a:cubicBezTo>
                <a:cubicBezTo>
                  <a:pt x="1287416" y="13984"/>
                  <a:pt x="1287652" y="13409"/>
                  <a:pt x="1288123" y="12976"/>
                </a:cubicBezTo>
                <a:cubicBezTo>
                  <a:pt x="1288594" y="12543"/>
                  <a:pt x="1289414" y="12326"/>
                  <a:pt x="1290582" y="12326"/>
                </a:cubicBezTo>
                <a:lnTo>
                  <a:pt x="1304661" y="12326"/>
                </a:lnTo>
                <a:cubicBezTo>
                  <a:pt x="1305829" y="12326"/>
                  <a:pt x="1306659" y="12543"/>
                  <a:pt x="1307149" y="12976"/>
                </a:cubicBezTo>
                <a:cubicBezTo>
                  <a:pt x="1307639" y="13409"/>
                  <a:pt x="1307884" y="13984"/>
                  <a:pt x="1307884" y="14700"/>
                </a:cubicBezTo>
                <a:cubicBezTo>
                  <a:pt x="1307884" y="15417"/>
                  <a:pt x="1307639" y="15991"/>
                  <a:pt x="1307149" y="16425"/>
                </a:cubicBezTo>
                <a:cubicBezTo>
                  <a:pt x="1306659" y="16858"/>
                  <a:pt x="1305829" y="17075"/>
                  <a:pt x="1304661" y="17075"/>
                </a:cubicBezTo>
                <a:lnTo>
                  <a:pt x="1301721" y="17075"/>
                </a:lnTo>
                <a:lnTo>
                  <a:pt x="1301721" y="73729"/>
                </a:lnTo>
                <a:lnTo>
                  <a:pt x="1307092" y="73729"/>
                </a:lnTo>
                <a:cubicBezTo>
                  <a:pt x="1308223" y="73729"/>
                  <a:pt x="1309033" y="73945"/>
                  <a:pt x="1309523" y="74379"/>
                </a:cubicBezTo>
                <a:cubicBezTo>
                  <a:pt x="1310013" y="74812"/>
                  <a:pt x="1310258" y="75387"/>
                  <a:pt x="1310258" y="76103"/>
                </a:cubicBezTo>
                <a:cubicBezTo>
                  <a:pt x="1310258" y="76782"/>
                  <a:pt x="1310013" y="77347"/>
                  <a:pt x="1309523" y="77800"/>
                </a:cubicBezTo>
                <a:cubicBezTo>
                  <a:pt x="1309033" y="78252"/>
                  <a:pt x="1308223" y="78478"/>
                  <a:pt x="1307092" y="78478"/>
                </a:cubicBezTo>
                <a:lnTo>
                  <a:pt x="1290582" y="78478"/>
                </a:lnTo>
                <a:cubicBezTo>
                  <a:pt x="1289452" y="78478"/>
                  <a:pt x="1288641" y="78252"/>
                  <a:pt x="1288151" y="77800"/>
                </a:cubicBezTo>
                <a:cubicBezTo>
                  <a:pt x="1287661" y="77347"/>
                  <a:pt x="1287416" y="76782"/>
                  <a:pt x="1287416" y="76103"/>
                </a:cubicBezTo>
                <a:cubicBezTo>
                  <a:pt x="1287416" y="75387"/>
                  <a:pt x="1287652" y="74812"/>
                  <a:pt x="1288123" y="74379"/>
                </a:cubicBezTo>
                <a:cubicBezTo>
                  <a:pt x="1288594" y="73945"/>
                  <a:pt x="1289414" y="73729"/>
                  <a:pt x="1290582" y="73729"/>
                </a:cubicBezTo>
                <a:lnTo>
                  <a:pt x="1296915" y="73729"/>
                </a:lnTo>
                <a:lnTo>
                  <a:pt x="1296915" y="46476"/>
                </a:lnTo>
                <a:close/>
                <a:moveTo>
                  <a:pt x="1352663" y="17075"/>
                </a:moveTo>
                <a:lnTo>
                  <a:pt x="1352663" y="73729"/>
                </a:lnTo>
                <a:lnTo>
                  <a:pt x="1364989" y="73729"/>
                </a:lnTo>
                <a:cubicBezTo>
                  <a:pt x="1366120" y="73729"/>
                  <a:pt x="1366930" y="73945"/>
                  <a:pt x="1367420" y="74379"/>
                </a:cubicBezTo>
                <a:cubicBezTo>
                  <a:pt x="1367910" y="74812"/>
                  <a:pt x="1368155" y="75387"/>
                  <a:pt x="1368155" y="76103"/>
                </a:cubicBezTo>
                <a:cubicBezTo>
                  <a:pt x="1368155" y="76782"/>
                  <a:pt x="1367910" y="77347"/>
                  <a:pt x="1367420" y="77800"/>
                </a:cubicBezTo>
                <a:cubicBezTo>
                  <a:pt x="1366930" y="78252"/>
                  <a:pt x="1366120" y="78478"/>
                  <a:pt x="1364989" y="78478"/>
                </a:cubicBezTo>
                <a:lnTo>
                  <a:pt x="1335531" y="78478"/>
                </a:lnTo>
                <a:cubicBezTo>
                  <a:pt x="1334400" y="78478"/>
                  <a:pt x="1333590" y="78252"/>
                  <a:pt x="1333100" y="77800"/>
                </a:cubicBezTo>
                <a:cubicBezTo>
                  <a:pt x="1332610" y="77347"/>
                  <a:pt x="1332365" y="76782"/>
                  <a:pt x="1332365" y="76103"/>
                </a:cubicBezTo>
                <a:cubicBezTo>
                  <a:pt x="1332365" y="75387"/>
                  <a:pt x="1332610" y="74812"/>
                  <a:pt x="1333100" y="74379"/>
                </a:cubicBezTo>
                <a:cubicBezTo>
                  <a:pt x="1333590" y="73945"/>
                  <a:pt x="1334400" y="73729"/>
                  <a:pt x="1335531" y="73729"/>
                </a:cubicBezTo>
                <a:lnTo>
                  <a:pt x="1347857" y="73729"/>
                </a:lnTo>
                <a:lnTo>
                  <a:pt x="1347857" y="17075"/>
                </a:lnTo>
                <a:lnTo>
                  <a:pt x="1328407" y="17075"/>
                </a:lnTo>
                <a:lnTo>
                  <a:pt x="1328407" y="33472"/>
                </a:lnTo>
                <a:cubicBezTo>
                  <a:pt x="1328407" y="34660"/>
                  <a:pt x="1328190" y="35504"/>
                  <a:pt x="1327757" y="36004"/>
                </a:cubicBezTo>
                <a:cubicBezTo>
                  <a:pt x="1327323" y="36502"/>
                  <a:pt x="1326749" y="36751"/>
                  <a:pt x="1326032" y="36751"/>
                </a:cubicBezTo>
                <a:cubicBezTo>
                  <a:pt x="1325354" y="36751"/>
                  <a:pt x="1324789" y="36502"/>
                  <a:pt x="1324336" y="36004"/>
                </a:cubicBezTo>
                <a:cubicBezTo>
                  <a:pt x="1323884" y="35504"/>
                  <a:pt x="1323658" y="34660"/>
                  <a:pt x="1323658" y="33472"/>
                </a:cubicBezTo>
                <a:lnTo>
                  <a:pt x="1323658" y="12326"/>
                </a:lnTo>
                <a:lnTo>
                  <a:pt x="1376862" y="12326"/>
                </a:lnTo>
                <a:lnTo>
                  <a:pt x="1376862" y="33472"/>
                </a:lnTo>
                <a:cubicBezTo>
                  <a:pt x="1376862" y="34660"/>
                  <a:pt x="1376645" y="35504"/>
                  <a:pt x="1376212" y="36004"/>
                </a:cubicBezTo>
                <a:cubicBezTo>
                  <a:pt x="1375778" y="36502"/>
                  <a:pt x="1375204" y="36751"/>
                  <a:pt x="1374487" y="36751"/>
                </a:cubicBezTo>
                <a:cubicBezTo>
                  <a:pt x="1373771" y="36751"/>
                  <a:pt x="1373196" y="36502"/>
                  <a:pt x="1372763" y="36004"/>
                </a:cubicBezTo>
                <a:cubicBezTo>
                  <a:pt x="1372330" y="35504"/>
                  <a:pt x="1372113" y="34660"/>
                  <a:pt x="1372113" y="33472"/>
                </a:cubicBezTo>
                <a:lnTo>
                  <a:pt x="1372113" y="17075"/>
                </a:lnTo>
                <a:lnTo>
                  <a:pt x="1352663" y="17075"/>
                </a:lnTo>
                <a:close/>
                <a:moveTo>
                  <a:pt x="1422151" y="17075"/>
                </a:moveTo>
                <a:lnTo>
                  <a:pt x="1422151" y="73729"/>
                </a:lnTo>
                <a:lnTo>
                  <a:pt x="1434477" y="73729"/>
                </a:lnTo>
                <a:cubicBezTo>
                  <a:pt x="1435607" y="73729"/>
                  <a:pt x="1436418" y="73945"/>
                  <a:pt x="1436908" y="74379"/>
                </a:cubicBezTo>
                <a:cubicBezTo>
                  <a:pt x="1437398" y="74812"/>
                  <a:pt x="1437643" y="75387"/>
                  <a:pt x="1437643" y="76103"/>
                </a:cubicBezTo>
                <a:cubicBezTo>
                  <a:pt x="1437643" y="76782"/>
                  <a:pt x="1437398" y="77347"/>
                  <a:pt x="1436908" y="77800"/>
                </a:cubicBezTo>
                <a:cubicBezTo>
                  <a:pt x="1436418" y="78252"/>
                  <a:pt x="1435607" y="78478"/>
                  <a:pt x="1434477" y="78478"/>
                </a:cubicBezTo>
                <a:lnTo>
                  <a:pt x="1405019" y="78478"/>
                </a:lnTo>
                <a:cubicBezTo>
                  <a:pt x="1403888" y="78478"/>
                  <a:pt x="1403078" y="78252"/>
                  <a:pt x="1402588" y="77800"/>
                </a:cubicBezTo>
                <a:cubicBezTo>
                  <a:pt x="1402098" y="77347"/>
                  <a:pt x="1401853" y="76782"/>
                  <a:pt x="1401853" y="76103"/>
                </a:cubicBezTo>
                <a:cubicBezTo>
                  <a:pt x="1401853" y="75387"/>
                  <a:pt x="1402098" y="74812"/>
                  <a:pt x="1402588" y="74379"/>
                </a:cubicBezTo>
                <a:cubicBezTo>
                  <a:pt x="1403078" y="73945"/>
                  <a:pt x="1403888" y="73729"/>
                  <a:pt x="1405019" y="73729"/>
                </a:cubicBezTo>
                <a:lnTo>
                  <a:pt x="1417345" y="73729"/>
                </a:lnTo>
                <a:lnTo>
                  <a:pt x="1417345" y="17075"/>
                </a:lnTo>
                <a:lnTo>
                  <a:pt x="1397895" y="17075"/>
                </a:lnTo>
                <a:lnTo>
                  <a:pt x="1397895" y="33472"/>
                </a:lnTo>
                <a:cubicBezTo>
                  <a:pt x="1397895" y="34660"/>
                  <a:pt x="1397678" y="35504"/>
                  <a:pt x="1397245" y="36004"/>
                </a:cubicBezTo>
                <a:cubicBezTo>
                  <a:pt x="1396811" y="36502"/>
                  <a:pt x="1396236" y="36751"/>
                  <a:pt x="1395520" y="36751"/>
                </a:cubicBezTo>
                <a:cubicBezTo>
                  <a:pt x="1394842" y="36751"/>
                  <a:pt x="1394276" y="36502"/>
                  <a:pt x="1393824" y="36004"/>
                </a:cubicBezTo>
                <a:cubicBezTo>
                  <a:pt x="1393372" y="35504"/>
                  <a:pt x="1393146" y="34660"/>
                  <a:pt x="1393146" y="33472"/>
                </a:cubicBezTo>
                <a:lnTo>
                  <a:pt x="1393146" y="12326"/>
                </a:lnTo>
                <a:lnTo>
                  <a:pt x="1446350" y="12326"/>
                </a:lnTo>
                <a:lnTo>
                  <a:pt x="1446350" y="33472"/>
                </a:lnTo>
                <a:cubicBezTo>
                  <a:pt x="1446350" y="34660"/>
                  <a:pt x="1446133" y="35504"/>
                  <a:pt x="1445700" y="36004"/>
                </a:cubicBezTo>
                <a:cubicBezTo>
                  <a:pt x="1445266" y="36502"/>
                  <a:pt x="1444691" y="36751"/>
                  <a:pt x="1443975" y="36751"/>
                </a:cubicBezTo>
                <a:cubicBezTo>
                  <a:pt x="1443259" y="36751"/>
                  <a:pt x="1442684" y="36502"/>
                  <a:pt x="1442251" y="36004"/>
                </a:cubicBezTo>
                <a:cubicBezTo>
                  <a:pt x="1441817" y="35504"/>
                  <a:pt x="1441601" y="34660"/>
                  <a:pt x="1441601" y="33472"/>
                </a:cubicBezTo>
                <a:lnTo>
                  <a:pt x="1441601" y="17075"/>
                </a:lnTo>
                <a:lnTo>
                  <a:pt x="1422151" y="17075"/>
                </a:lnTo>
                <a:close/>
                <a:moveTo>
                  <a:pt x="1478974" y="51339"/>
                </a:moveTo>
                <a:lnTo>
                  <a:pt x="1478974" y="73729"/>
                </a:lnTo>
                <a:lnTo>
                  <a:pt x="1495257" y="73729"/>
                </a:lnTo>
                <a:cubicBezTo>
                  <a:pt x="1496388" y="73729"/>
                  <a:pt x="1497198" y="73945"/>
                  <a:pt x="1497688" y="74379"/>
                </a:cubicBezTo>
                <a:cubicBezTo>
                  <a:pt x="1498178" y="74812"/>
                  <a:pt x="1498423" y="75387"/>
                  <a:pt x="1498423" y="76103"/>
                </a:cubicBezTo>
                <a:cubicBezTo>
                  <a:pt x="1498423" y="76782"/>
                  <a:pt x="1498178" y="77347"/>
                  <a:pt x="1497688" y="77800"/>
                </a:cubicBezTo>
                <a:cubicBezTo>
                  <a:pt x="1497198" y="78252"/>
                  <a:pt x="1496388" y="78478"/>
                  <a:pt x="1495257" y="78478"/>
                </a:cubicBezTo>
                <a:lnTo>
                  <a:pt x="1467835" y="78478"/>
                </a:lnTo>
                <a:cubicBezTo>
                  <a:pt x="1466704" y="78478"/>
                  <a:pt x="1465894" y="78252"/>
                  <a:pt x="1465404" y="77800"/>
                </a:cubicBezTo>
                <a:cubicBezTo>
                  <a:pt x="1464914" y="77347"/>
                  <a:pt x="1464669" y="76782"/>
                  <a:pt x="1464669" y="76103"/>
                </a:cubicBezTo>
                <a:cubicBezTo>
                  <a:pt x="1464669" y="75387"/>
                  <a:pt x="1464914" y="74812"/>
                  <a:pt x="1465404" y="74379"/>
                </a:cubicBezTo>
                <a:cubicBezTo>
                  <a:pt x="1465894" y="73945"/>
                  <a:pt x="1466704" y="73729"/>
                  <a:pt x="1467835" y="73729"/>
                </a:cubicBezTo>
                <a:lnTo>
                  <a:pt x="1474224" y="73729"/>
                </a:lnTo>
                <a:lnTo>
                  <a:pt x="1474224" y="17075"/>
                </a:lnTo>
                <a:lnTo>
                  <a:pt x="1467835" y="17075"/>
                </a:lnTo>
                <a:cubicBezTo>
                  <a:pt x="1466704" y="17075"/>
                  <a:pt x="1465894" y="16858"/>
                  <a:pt x="1465404" y="16425"/>
                </a:cubicBezTo>
                <a:cubicBezTo>
                  <a:pt x="1464914" y="15991"/>
                  <a:pt x="1464669" y="15417"/>
                  <a:pt x="1464669" y="14700"/>
                </a:cubicBezTo>
                <a:cubicBezTo>
                  <a:pt x="1464669" y="13984"/>
                  <a:pt x="1464914" y="13409"/>
                  <a:pt x="1465404" y="12976"/>
                </a:cubicBezTo>
                <a:cubicBezTo>
                  <a:pt x="1465894" y="12543"/>
                  <a:pt x="1466704" y="12326"/>
                  <a:pt x="1467835" y="12326"/>
                </a:cubicBezTo>
                <a:lnTo>
                  <a:pt x="1495427" y="12326"/>
                </a:lnTo>
                <a:cubicBezTo>
                  <a:pt x="1501948" y="12326"/>
                  <a:pt x="1507272" y="14248"/>
                  <a:pt x="1511399" y="18093"/>
                </a:cubicBezTo>
                <a:cubicBezTo>
                  <a:pt x="1515527" y="21938"/>
                  <a:pt x="1517591" y="26442"/>
                  <a:pt x="1517591" y="31606"/>
                </a:cubicBezTo>
                <a:cubicBezTo>
                  <a:pt x="1517591" y="34659"/>
                  <a:pt x="1516922" y="37411"/>
                  <a:pt x="1515583" y="39861"/>
                </a:cubicBezTo>
                <a:cubicBezTo>
                  <a:pt x="1514245" y="42311"/>
                  <a:pt x="1512634" y="44233"/>
                  <a:pt x="1510749" y="45628"/>
                </a:cubicBezTo>
                <a:cubicBezTo>
                  <a:pt x="1507922" y="47739"/>
                  <a:pt x="1505001" y="49284"/>
                  <a:pt x="1501985" y="50264"/>
                </a:cubicBezTo>
                <a:cubicBezTo>
                  <a:pt x="1499799" y="50981"/>
                  <a:pt x="1497085" y="51339"/>
                  <a:pt x="1493844" y="51339"/>
                </a:cubicBezTo>
                <a:lnTo>
                  <a:pt x="1478974" y="51339"/>
                </a:lnTo>
                <a:moveTo>
                  <a:pt x="1478974" y="46589"/>
                </a:moveTo>
                <a:lnTo>
                  <a:pt x="1494126" y="46589"/>
                </a:lnTo>
                <a:cubicBezTo>
                  <a:pt x="1497632" y="46589"/>
                  <a:pt x="1500921" y="45807"/>
                  <a:pt x="1503993" y="44243"/>
                </a:cubicBezTo>
                <a:cubicBezTo>
                  <a:pt x="1507065" y="42679"/>
                  <a:pt x="1509307" y="40766"/>
                  <a:pt x="1510721" y="38504"/>
                </a:cubicBezTo>
                <a:cubicBezTo>
                  <a:pt x="1512134" y="36242"/>
                  <a:pt x="1512841" y="33943"/>
                  <a:pt x="1512841" y="31606"/>
                </a:cubicBezTo>
                <a:cubicBezTo>
                  <a:pt x="1512841" y="27874"/>
                  <a:pt x="1511239" y="24520"/>
                  <a:pt x="1508035" y="21542"/>
                </a:cubicBezTo>
                <a:cubicBezTo>
                  <a:pt x="1504831" y="18564"/>
                  <a:pt x="1500779" y="17075"/>
                  <a:pt x="1495879" y="17075"/>
                </a:cubicBezTo>
                <a:lnTo>
                  <a:pt x="1478974" y="17075"/>
                </a:lnTo>
                <a:lnTo>
                  <a:pt x="1478974" y="46589"/>
                </a:lnTo>
                <a:close/>
                <a:moveTo>
                  <a:pt x="1580124" y="4127"/>
                </a:moveTo>
                <a:lnTo>
                  <a:pt x="1541902" y="85998"/>
                </a:lnTo>
                <a:cubicBezTo>
                  <a:pt x="1541262" y="87393"/>
                  <a:pt x="1540432" y="88090"/>
                  <a:pt x="1539415" y="88090"/>
                </a:cubicBezTo>
                <a:cubicBezTo>
                  <a:pt x="1538774" y="88090"/>
                  <a:pt x="1538218" y="87854"/>
                  <a:pt x="1537747" y="87383"/>
                </a:cubicBezTo>
                <a:cubicBezTo>
                  <a:pt x="1537276" y="86912"/>
                  <a:pt x="1537040" y="86394"/>
                  <a:pt x="1537040" y="85828"/>
                </a:cubicBezTo>
                <a:cubicBezTo>
                  <a:pt x="1537040" y="85376"/>
                  <a:pt x="1537228" y="84754"/>
                  <a:pt x="1537605" y="83962"/>
                </a:cubicBezTo>
                <a:lnTo>
                  <a:pt x="1575770" y="2092"/>
                </a:lnTo>
                <a:cubicBezTo>
                  <a:pt x="1576185" y="1225"/>
                  <a:pt x="1576580" y="660"/>
                  <a:pt x="1576957" y="396"/>
                </a:cubicBezTo>
                <a:cubicBezTo>
                  <a:pt x="1577334" y="132"/>
                  <a:pt x="1577787" y="0"/>
                  <a:pt x="1578314" y="0"/>
                </a:cubicBezTo>
                <a:cubicBezTo>
                  <a:pt x="1578955" y="0"/>
                  <a:pt x="1579511" y="236"/>
                  <a:pt x="1579982" y="707"/>
                </a:cubicBezTo>
                <a:cubicBezTo>
                  <a:pt x="1580453" y="1178"/>
                  <a:pt x="1580689" y="1696"/>
                  <a:pt x="1580689" y="2262"/>
                </a:cubicBezTo>
                <a:cubicBezTo>
                  <a:pt x="1580689" y="2676"/>
                  <a:pt x="1580501" y="3298"/>
                  <a:pt x="1580124" y="4127"/>
                </a:cubicBezTo>
                <a:close/>
                <a:moveTo>
                  <a:pt x="1630614" y="6559"/>
                </a:moveTo>
                <a:lnTo>
                  <a:pt x="1630614" y="73729"/>
                </a:lnTo>
                <a:lnTo>
                  <a:pt x="1646897" y="73729"/>
                </a:lnTo>
                <a:cubicBezTo>
                  <a:pt x="1648028" y="73729"/>
                  <a:pt x="1648838" y="73945"/>
                  <a:pt x="1649328" y="74379"/>
                </a:cubicBezTo>
                <a:cubicBezTo>
                  <a:pt x="1649819" y="74812"/>
                  <a:pt x="1650064" y="75387"/>
                  <a:pt x="1650064" y="76103"/>
                </a:cubicBezTo>
                <a:cubicBezTo>
                  <a:pt x="1650064" y="76782"/>
                  <a:pt x="1649819" y="77347"/>
                  <a:pt x="1649328" y="77800"/>
                </a:cubicBezTo>
                <a:cubicBezTo>
                  <a:pt x="1648838" y="78252"/>
                  <a:pt x="1648028" y="78478"/>
                  <a:pt x="1646897" y="78478"/>
                </a:cubicBezTo>
                <a:lnTo>
                  <a:pt x="1609581" y="78478"/>
                </a:lnTo>
                <a:cubicBezTo>
                  <a:pt x="1608450" y="78478"/>
                  <a:pt x="1607639" y="78252"/>
                  <a:pt x="1607149" y="77800"/>
                </a:cubicBezTo>
                <a:cubicBezTo>
                  <a:pt x="1606659" y="77347"/>
                  <a:pt x="1606414" y="76782"/>
                  <a:pt x="1606414" y="76103"/>
                </a:cubicBezTo>
                <a:cubicBezTo>
                  <a:pt x="1606414" y="75387"/>
                  <a:pt x="1606659" y="74812"/>
                  <a:pt x="1607149" y="74379"/>
                </a:cubicBezTo>
                <a:cubicBezTo>
                  <a:pt x="1607639" y="73945"/>
                  <a:pt x="1608450" y="73729"/>
                  <a:pt x="1609581" y="73729"/>
                </a:cubicBezTo>
                <a:lnTo>
                  <a:pt x="1625864" y="73729"/>
                </a:lnTo>
                <a:lnTo>
                  <a:pt x="1625864" y="13117"/>
                </a:lnTo>
                <a:lnTo>
                  <a:pt x="1610372" y="17980"/>
                </a:lnTo>
                <a:cubicBezTo>
                  <a:pt x="1609618" y="18206"/>
                  <a:pt x="1609072" y="18319"/>
                  <a:pt x="1608733" y="18319"/>
                </a:cubicBezTo>
                <a:cubicBezTo>
                  <a:pt x="1608167" y="18319"/>
                  <a:pt x="1607649" y="18083"/>
                  <a:pt x="1607178" y="17612"/>
                </a:cubicBezTo>
                <a:cubicBezTo>
                  <a:pt x="1606707" y="17141"/>
                  <a:pt x="1606471" y="16585"/>
                  <a:pt x="1606471" y="15944"/>
                </a:cubicBezTo>
                <a:cubicBezTo>
                  <a:pt x="1606471" y="15379"/>
                  <a:pt x="1606659" y="14851"/>
                  <a:pt x="1607036" y="14361"/>
                </a:cubicBezTo>
                <a:cubicBezTo>
                  <a:pt x="1607338" y="14060"/>
                  <a:pt x="1607960" y="13739"/>
                  <a:pt x="1608902" y="13400"/>
                </a:cubicBezTo>
                <a:lnTo>
                  <a:pt x="1630614" y="6559"/>
                </a:lnTo>
                <a:close/>
                <a:moveTo>
                  <a:pt x="1696765" y="64908"/>
                </a:moveTo>
                <a:lnTo>
                  <a:pt x="1698801" y="64908"/>
                </a:lnTo>
                <a:cubicBezTo>
                  <a:pt x="1700912" y="64908"/>
                  <a:pt x="1702721" y="65656"/>
                  <a:pt x="1704229" y="67150"/>
                </a:cubicBezTo>
                <a:cubicBezTo>
                  <a:pt x="1705736" y="68644"/>
                  <a:pt x="1706490" y="70450"/>
                  <a:pt x="1706490" y="72570"/>
                </a:cubicBezTo>
                <a:cubicBezTo>
                  <a:pt x="1706490" y="74764"/>
                  <a:pt x="1705727" y="76599"/>
                  <a:pt x="1704200" y="78075"/>
                </a:cubicBezTo>
                <a:cubicBezTo>
                  <a:pt x="1702674" y="79550"/>
                  <a:pt x="1700874" y="80287"/>
                  <a:pt x="1698801" y="80287"/>
                </a:cubicBezTo>
                <a:lnTo>
                  <a:pt x="1696765" y="80287"/>
                </a:lnTo>
                <a:cubicBezTo>
                  <a:pt x="1694654" y="80287"/>
                  <a:pt x="1692845" y="79540"/>
                  <a:pt x="1691337" y="78047"/>
                </a:cubicBezTo>
                <a:cubicBezTo>
                  <a:pt x="1689830" y="76552"/>
                  <a:pt x="1689076" y="74745"/>
                  <a:pt x="1689076" y="72626"/>
                </a:cubicBezTo>
                <a:cubicBezTo>
                  <a:pt x="1689076" y="70432"/>
                  <a:pt x="1689839" y="68597"/>
                  <a:pt x="1691366" y="67122"/>
                </a:cubicBezTo>
                <a:cubicBezTo>
                  <a:pt x="1692892" y="65646"/>
                  <a:pt x="1694692" y="64908"/>
                  <a:pt x="1696765" y="64908"/>
                </a:cubicBezTo>
                <a:close/>
                <a:moveTo>
                  <a:pt x="1769589" y="6559"/>
                </a:moveTo>
                <a:lnTo>
                  <a:pt x="1769589" y="73729"/>
                </a:lnTo>
                <a:lnTo>
                  <a:pt x="1785873" y="73729"/>
                </a:lnTo>
                <a:cubicBezTo>
                  <a:pt x="1787003" y="73729"/>
                  <a:pt x="1787814" y="73945"/>
                  <a:pt x="1788304" y="74379"/>
                </a:cubicBezTo>
                <a:cubicBezTo>
                  <a:pt x="1788794" y="74812"/>
                  <a:pt x="1789039" y="75387"/>
                  <a:pt x="1789039" y="76103"/>
                </a:cubicBezTo>
                <a:cubicBezTo>
                  <a:pt x="1789039" y="76782"/>
                  <a:pt x="1788794" y="77347"/>
                  <a:pt x="1788304" y="77800"/>
                </a:cubicBezTo>
                <a:cubicBezTo>
                  <a:pt x="1787814" y="78252"/>
                  <a:pt x="1787003" y="78478"/>
                  <a:pt x="1785873" y="78478"/>
                </a:cubicBezTo>
                <a:lnTo>
                  <a:pt x="1748556" y="78478"/>
                </a:lnTo>
                <a:cubicBezTo>
                  <a:pt x="1747425" y="78478"/>
                  <a:pt x="1746615" y="78252"/>
                  <a:pt x="1746125" y="77800"/>
                </a:cubicBezTo>
                <a:cubicBezTo>
                  <a:pt x="1745635" y="77347"/>
                  <a:pt x="1745390" y="76782"/>
                  <a:pt x="1745390" y="76103"/>
                </a:cubicBezTo>
                <a:cubicBezTo>
                  <a:pt x="1745390" y="75387"/>
                  <a:pt x="1745635" y="74812"/>
                  <a:pt x="1746125" y="74379"/>
                </a:cubicBezTo>
                <a:cubicBezTo>
                  <a:pt x="1746615" y="73945"/>
                  <a:pt x="1747425" y="73729"/>
                  <a:pt x="1748556" y="73729"/>
                </a:cubicBezTo>
                <a:lnTo>
                  <a:pt x="1764840" y="73729"/>
                </a:lnTo>
                <a:lnTo>
                  <a:pt x="1764840" y="13117"/>
                </a:lnTo>
                <a:lnTo>
                  <a:pt x="1749348" y="17980"/>
                </a:lnTo>
                <a:cubicBezTo>
                  <a:pt x="1748594" y="18206"/>
                  <a:pt x="1748047" y="18319"/>
                  <a:pt x="1747708" y="18319"/>
                </a:cubicBezTo>
                <a:cubicBezTo>
                  <a:pt x="1747143" y="18319"/>
                  <a:pt x="1746624" y="18083"/>
                  <a:pt x="1746153" y="17612"/>
                </a:cubicBezTo>
                <a:cubicBezTo>
                  <a:pt x="1745682" y="17141"/>
                  <a:pt x="1745446" y="16585"/>
                  <a:pt x="1745446" y="15944"/>
                </a:cubicBezTo>
                <a:cubicBezTo>
                  <a:pt x="1745446" y="15379"/>
                  <a:pt x="1745635" y="14851"/>
                  <a:pt x="1746012" y="14361"/>
                </a:cubicBezTo>
                <a:cubicBezTo>
                  <a:pt x="1746313" y="14060"/>
                  <a:pt x="1746935" y="13739"/>
                  <a:pt x="1747878" y="13400"/>
                </a:cubicBezTo>
                <a:lnTo>
                  <a:pt x="1769589" y="6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Connection:Upgrade">
            <a:extLst xmlns:a="http://schemas.openxmlformats.org/drawingml/2006/main">
              <a:ext uri="{FF2B5EF4-FFF2-40B4-BE49-F238E27FC236}">
                <a16:creationId xmlns:a16="http://schemas.microsoft.com/office/drawing/2014/main" id="{05EB2861-3131-4BC8-80E0-7E062849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55" y="2183246"/>
            <a:ext cx="1304152" cy="95214"/>
          </a:xfrm>
          <a:custGeom xmlns:a="http://schemas.openxmlformats.org/drawingml/2006/main">
            <a:pathLst>
              <a:path w="1304152" h="95214">
                <a:moveTo>
                  <a:pt x="48455" y="13785"/>
                </a:moveTo>
                <a:lnTo>
                  <a:pt x="48455" y="10426"/>
                </a:lnTo>
                <a:cubicBezTo>
                  <a:pt x="48455" y="9287"/>
                  <a:pt x="48672" y="8471"/>
                  <a:pt x="49105" y="7977"/>
                </a:cubicBezTo>
                <a:cubicBezTo>
                  <a:pt x="49539" y="7484"/>
                  <a:pt x="50114" y="7237"/>
                  <a:pt x="50830" y="7237"/>
                </a:cubicBezTo>
                <a:cubicBezTo>
                  <a:pt x="51546" y="7237"/>
                  <a:pt x="52121" y="7482"/>
                  <a:pt x="52554" y="7972"/>
                </a:cubicBezTo>
                <a:cubicBezTo>
                  <a:pt x="52988" y="8462"/>
                  <a:pt x="53204" y="9273"/>
                  <a:pt x="53204" y="10403"/>
                </a:cubicBezTo>
                <a:lnTo>
                  <a:pt x="53204" y="23577"/>
                </a:lnTo>
                <a:cubicBezTo>
                  <a:pt x="53204" y="24746"/>
                  <a:pt x="52988" y="25575"/>
                  <a:pt x="52554" y="26065"/>
                </a:cubicBezTo>
                <a:cubicBezTo>
                  <a:pt x="52121" y="26555"/>
                  <a:pt x="51546" y="26800"/>
                  <a:pt x="50830" y="26800"/>
                </a:cubicBezTo>
                <a:cubicBezTo>
                  <a:pt x="50189" y="26800"/>
                  <a:pt x="49652" y="26575"/>
                  <a:pt x="49218" y="26125"/>
                </a:cubicBezTo>
                <a:cubicBezTo>
                  <a:pt x="48785" y="25674"/>
                  <a:pt x="48530" y="24941"/>
                  <a:pt x="48455" y="23927"/>
                </a:cubicBezTo>
                <a:cubicBezTo>
                  <a:pt x="48267" y="20772"/>
                  <a:pt x="46552" y="17973"/>
                  <a:pt x="43310" y="15531"/>
                </a:cubicBezTo>
                <a:cubicBezTo>
                  <a:pt x="38937" y="12188"/>
                  <a:pt x="33962" y="10517"/>
                  <a:pt x="28383" y="10517"/>
                </a:cubicBezTo>
                <a:cubicBezTo>
                  <a:pt x="24727" y="10517"/>
                  <a:pt x="21278" y="11325"/>
                  <a:pt x="18036" y="12942"/>
                </a:cubicBezTo>
                <a:cubicBezTo>
                  <a:pt x="15624" y="14107"/>
                  <a:pt x="13702" y="15536"/>
                  <a:pt x="12269" y="17229"/>
                </a:cubicBezTo>
                <a:cubicBezTo>
                  <a:pt x="9781" y="20164"/>
                  <a:pt x="7803" y="23419"/>
                  <a:pt x="6333" y="26993"/>
                </a:cubicBezTo>
                <a:cubicBezTo>
                  <a:pt x="5277" y="29627"/>
                  <a:pt x="4749" y="32599"/>
                  <a:pt x="4749" y="35910"/>
                </a:cubicBezTo>
                <a:lnTo>
                  <a:pt x="4749" y="44206"/>
                </a:lnTo>
                <a:cubicBezTo>
                  <a:pt x="4749" y="51279"/>
                  <a:pt x="7313" y="57421"/>
                  <a:pt x="12439" y="62633"/>
                </a:cubicBezTo>
                <a:cubicBezTo>
                  <a:pt x="17565" y="67844"/>
                  <a:pt x="23521" y="70449"/>
                  <a:pt x="30306" y="70449"/>
                </a:cubicBezTo>
                <a:cubicBezTo>
                  <a:pt x="34377" y="70449"/>
                  <a:pt x="38023" y="69563"/>
                  <a:pt x="41246" y="67792"/>
                </a:cubicBezTo>
                <a:cubicBezTo>
                  <a:pt x="44469" y="66020"/>
                  <a:pt x="47588" y="63344"/>
                  <a:pt x="50604" y="59763"/>
                </a:cubicBezTo>
                <a:cubicBezTo>
                  <a:pt x="51244" y="58972"/>
                  <a:pt x="51961" y="58576"/>
                  <a:pt x="52752" y="58576"/>
                </a:cubicBezTo>
                <a:cubicBezTo>
                  <a:pt x="53431" y="58576"/>
                  <a:pt x="53977" y="58783"/>
                  <a:pt x="54392" y="59198"/>
                </a:cubicBezTo>
                <a:cubicBezTo>
                  <a:pt x="54806" y="59612"/>
                  <a:pt x="55014" y="60140"/>
                  <a:pt x="55014" y="60781"/>
                </a:cubicBezTo>
                <a:cubicBezTo>
                  <a:pt x="55014" y="61648"/>
                  <a:pt x="54203" y="62967"/>
                  <a:pt x="52583" y="64739"/>
                </a:cubicBezTo>
                <a:cubicBezTo>
                  <a:pt x="49492" y="68206"/>
                  <a:pt x="46014" y="70817"/>
                  <a:pt x="42151" y="72570"/>
                </a:cubicBezTo>
                <a:cubicBezTo>
                  <a:pt x="38287" y="74322"/>
                  <a:pt x="34377" y="75199"/>
                  <a:pt x="30419" y="75199"/>
                </a:cubicBezTo>
                <a:cubicBezTo>
                  <a:pt x="26989" y="75199"/>
                  <a:pt x="23502" y="74540"/>
                  <a:pt x="19959" y="73223"/>
                </a:cubicBezTo>
                <a:cubicBezTo>
                  <a:pt x="17245" y="72207"/>
                  <a:pt x="15002" y="71021"/>
                  <a:pt x="13230" y="69667"/>
                </a:cubicBezTo>
                <a:cubicBezTo>
                  <a:pt x="11459" y="68312"/>
                  <a:pt x="9282" y="66026"/>
                  <a:pt x="6700" y="62809"/>
                </a:cubicBezTo>
                <a:cubicBezTo>
                  <a:pt x="4118" y="59591"/>
                  <a:pt x="2356" y="56618"/>
                  <a:pt x="1414" y="53890"/>
                </a:cubicBezTo>
                <a:cubicBezTo>
                  <a:pt x="471" y="51161"/>
                  <a:pt x="0" y="48159"/>
                  <a:pt x="0" y="44886"/>
                </a:cubicBezTo>
                <a:lnTo>
                  <a:pt x="0" y="35233"/>
                </a:lnTo>
                <a:cubicBezTo>
                  <a:pt x="0" y="30567"/>
                  <a:pt x="1253" y="25797"/>
                  <a:pt x="3760" y="20923"/>
                </a:cubicBezTo>
                <a:cubicBezTo>
                  <a:pt x="6267" y="16050"/>
                  <a:pt x="9697" y="12306"/>
                  <a:pt x="14050" y="9691"/>
                </a:cubicBezTo>
                <a:cubicBezTo>
                  <a:pt x="18404" y="7075"/>
                  <a:pt x="23125" y="5767"/>
                  <a:pt x="28214" y="5767"/>
                </a:cubicBezTo>
                <a:cubicBezTo>
                  <a:pt x="36054" y="5767"/>
                  <a:pt x="42801" y="8440"/>
                  <a:pt x="48455" y="13785"/>
                </a:cubicBezTo>
                <a:close/>
                <a:moveTo>
                  <a:pt x="123597" y="48936"/>
                </a:moveTo>
                <a:cubicBezTo>
                  <a:pt x="123597" y="56181"/>
                  <a:pt x="121005" y="62370"/>
                  <a:pt x="115822" y="67502"/>
                </a:cubicBezTo>
                <a:cubicBezTo>
                  <a:pt x="110639" y="72633"/>
                  <a:pt x="104392" y="75199"/>
                  <a:pt x="97079" y="75199"/>
                </a:cubicBezTo>
                <a:cubicBezTo>
                  <a:pt x="89691" y="75199"/>
                  <a:pt x="83415" y="72624"/>
                  <a:pt x="78251" y="67474"/>
                </a:cubicBezTo>
                <a:cubicBezTo>
                  <a:pt x="73087" y="62323"/>
                  <a:pt x="70505" y="56143"/>
                  <a:pt x="70505" y="48936"/>
                </a:cubicBezTo>
                <a:cubicBezTo>
                  <a:pt x="70505" y="41690"/>
                  <a:pt x="73087" y="35493"/>
                  <a:pt x="78251" y="30343"/>
                </a:cubicBezTo>
                <a:cubicBezTo>
                  <a:pt x="83415" y="25192"/>
                  <a:pt x="89691" y="22616"/>
                  <a:pt x="97079" y="22616"/>
                </a:cubicBezTo>
                <a:cubicBezTo>
                  <a:pt x="104392" y="22616"/>
                  <a:pt x="110639" y="25182"/>
                  <a:pt x="115822" y="30314"/>
                </a:cubicBezTo>
                <a:cubicBezTo>
                  <a:pt x="121005" y="35445"/>
                  <a:pt x="123597" y="41653"/>
                  <a:pt x="123597" y="48936"/>
                </a:cubicBezTo>
                <a:moveTo>
                  <a:pt x="118791" y="48907"/>
                </a:moveTo>
                <a:cubicBezTo>
                  <a:pt x="118791" y="42936"/>
                  <a:pt x="116670" y="37854"/>
                  <a:pt x="112430" y="33659"/>
                </a:cubicBezTo>
                <a:cubicBezTo>
                  <a:pt x="108189" y="29463"/>
                  <a:pt x="103054" y="27366"/>
                  <a:pt x="97023" y="27366"/>
                </a:cubicBezTo>
                <a:cubicBezTo>
                  <a:pt x="90992" y="27366"/>
                  <a:pt x="85856" y="29473"/>
                  <a:pt x="81615" y="33687"/>
                </a:cubicBezTo>
                <a:cubicBezTo>
                  <a:pt x="77375" y="37901"/>
                  <a:pt x="75255" y="42974"/>
                  <a:pt x="75255" y="48907"/>
                </a:cubicBezTo>
                <a:cubicBezTo>
                  <a:pt x="75255" y="54803"/>
                  <a:pt x="77375" y="59867"/>
                  <a:pt x="81615" y="64101"/>
                </a:cubicBezTo>
                <a:cubicBezTo>
                  <a:pt x="85856" y="68333"/>
                  <a:pt x="90992" y="70449"/>
                  <a:pt x="97023" y="70449"/>
                </a:cubicBezTo>
                <a:cubicBezTo>
                  <a:pt x="103054" y="70449"/>
                  <a:pt x="108189" y="68343"/>
                  <a:pt x="112430" y="64129"/>
                </a:cubicBezTo>
                <a:cubicBezTo>
                  <a:pt x="116670" y="59914"/>
                  <a:pt x="118791" y="54841"/>
                  <a:pt x="118791" y="48907"/>
                </a:cubicBezTo>
                <a:close/>
                <a:moveTo>
                  <a:pt x="151188" y="24312"/>
                </a:moveTo>
                <a:lnTo>
                  <a:pt x="151188" y="31436"/>
                </a:lnTo>
                <a:cubicBezTo>
                  <a:pt x="154505" y="28103"/>
                  <a:pt x="157501" y="25799"/>
                  <a:pt x="160178" y="24526"/>
                </a:cubicBezTo>
                <a:cubicBezTo>
                  <a:pt x="162854" y="23253"/>
                  <a:pt x="165869" y="22616"/>
                  <a:pt x="169224" y="22616"/>
                </a:cubicBezTo>
                <a:cubicBezTo>
                  <a:pt x="172843" y="22616"/>
                  <a:pt x="176141" y="23391"/>
                  <a:pt x="179119" y="24940"/>
                </a:cubicBezTo>
                <a:cubicBezTo>
                  <a:pt x="181230" y="26074"/>
                  <a:pt x="183143" y="27954"/>
                  <a:pt x="184858" y="30581"/>
                </a:cubicBezTo>
                <a:cubicBezTo>
                  <a:pt x="186573" y="33207"/>
                  <a:pt x="187430" y="35898"/>
                  <a:pt x="187430" y="38656"/>
                </a:cubicBezTo>
                <a:lnTo>
                  <a:pt x="187430" y="68640"/>
                </a:lnTo>
                <a:lnTo>
                  <a:pt x="191445" y="68640"/>
                </a:lnTo>
                <a:cubicBezTo>
                  <a:pt x="192575" y="68640"/>
                  <a:pt x="193386" y="68857"/>
                  <a:pt x="193876" y="69290"/>
                </a:cubicBezTo>
                <a:cubicBezTo>
                  <a:pt x="194366" y="69724"/>
                  <a:pt x="194611" y="70298"/>
                  <a:pt x="194611" y="71015"/>
                </a:cubicBezTo>
                <a:cubicBezTo>
                  <a:pt x="194611" y="71693"/>
                  <a:pt x="194366" y="72259"/>
                  <a:pt x="193876" y="72711"/>
                </a:cubicBezTo>
                <a:cubicBezTo>
                  <a:pt x="193386" y="73163"/>
                  <a:pt x="192575" y="73389"/>
                  <a:pt x="191445" y="73389"/>
                </a:cubicBezTo>
                <a:lnTo>
                  <a:pt x="178723" y="73389"/>
                </a:lnTo>
                <a:cubicBezTo>
                  <a:pt x="177554" y="73389"/>
                  <a:pt x="176725" y="73163"/>
                  <a:pt x="176235" y="72711"/>
                </a:cubicBezTo>
                <a:cubicBezTo>
                  <a:pt x="175745" y="72259"/>
                  <a:pt x="175500" y="71693"/>
                  <a:pt x="175500" y="71015"/>
                </a:cubicBezTo>
                <a:cubicBezTo>
                  <a:pt x="175500" y="70298"/>
                  <a:pt x="175745" y="69724"/>
                  <a:pt x="176235" y="69290"/>
                </a:cubicBezTo>
                <a:cubicBezTo>
                  <a:pt x="176725" y="68857"/>
                  <a:pt x="177554" y="68640"/>
                  <a:pt x="178723" y="68640"/>
                </a:cubicBezTo>
                <a:lnTo>
                  <a:pt x="182681" y="68640"/>
                </a:lnTo>
                <a:lnTo>
                  <a:pt x="182681" y="39402"/>
                </a:lnTo>
                <a:cubicBezTo>
                  <a:pt x="182681" y="36033"/>
                  <a:pt x="181456" y="33184"/>
                  <a:pt x="179006" y="30857"/>
                </a:cubicBezTo>
                <a:cubicBezTo>
                  <a:pt x="176556" y="28529"/>
                  <a:pt x="173276" y="27366"/>
                  <a:pt x="169168" y="27366"/>
                </a:cubicBezTo>
                <a:cubicBezTo>
                  <a:pt x="166039" y="27366"/>
                  <a:pt x="163325" y="27997"/>
                  <a:pt x="161026" y="29260"/>
                </a:cubicBezTo>
                <a:cubicBezTo>
                  <a:pt x="158727" y="30522"/>
                  <a:pt x="155447" y="33660"/>
                  <a:pt x="151188" y="38674"/>
                </a:cubicBezTo>
                <a:lnTo>
                  <a:pt x="151188" y="68640"/>
                </a:lnTo>
                <a:lnTo>
                  <a:pt x="156559" y="68640"/>
                </a:lnTo>
                <a:cubicBezTo>
                  <a:pt x="157690" y="68640"/>
                  <a:pt x="158500" y="68857"/>
                  <a:pt x="158990" y="69290"/>
                </a:cubicBezTo>
                <a:cubicBezTo>
                  <a:pt x="159480" y="69724"/>
                  <a:pt x="159725" y="70298"/>
                  <a:pt x="159725" y="71015"/>
                </a:cubicBezTo>
                <a:cubicBezTo>
                  <a:pt x="159725" y="71693"/>
                  <a:pt x="159480" y="72259"/>
                  <a:pt x="158990" y="72711"/>
                </a:cubicBezTo>
                <a:cubicBezTo>
                  <a:pt x="158500" y="73163"/>
                  <a:pt x="157690" y="73389"/>
                  <a:pt x="156559" y="73389"/>
                </a:cubicBezTo>
                <a:lnTo>
                  <a:pt x="141067" y="73389"/>
                </a:lnTo>
                <a:cubicBezTo>
                  <a:pt x="139936" y="73389"/>
                  <a:pt x="139126" y="73163"/>
                  <a:pt x="138636" y="72711"/>
                </a:cubicBezTo>
                <a:cubicBezTo>
                  <a:pt x="138146" y="72259"/>
                  <a:pt x="137901" y="71693"/>
                  <a:pt x="137901" y="71015"/>
                </a:cubicBezTo>
                <a:cubicBezTo>
                  <a:pt x="137901" y="70298"/>
                  <a:pt x="138146" y="69724"/>
                  <a:pt x="138636" y="69290"/>
                </a:cubicBezTo>
                <a:cubicBezTo>
                  <a:pt x="139126" y="68857"/>
                  <a:pt x="139936" y="68640"/>
                  <a:pt x="141067" y="68640"/>
                </a:cubicBezTo>
                <a:lnTo>
                  <a:pt x="146438" y="68640"/>
                </a:lnTo>
                <a:lnTo>
                  <a:pt x="146438" y="29062"/>
                </a:lnTo>
                <a:lnTo>
                  <a:pt x="142424" y="29062"/>
                </a:lnTo>
                <a:cubicBezTo>
                  <a:pt x="141293" y="29062"/>
                  <a:pt x="140483" y="28836"/>
                  <a:pt x="139993" y="28383"/>
                </a:cubicBezTo>
                <a:cubicBezTo>
                  <a:pt x="139503" y="27931"/>
                  <a:pt x="139258" y="27347"/>
                  <a:pt x="139258" y="26630"/>
                </a:cubicBezTo>
                <a:cubicBezTo>
                  <a:pt x="139258" y="25969"/>
                  <a:pt x="139503" y="25417"/>
                  <a:pt x="139993" y="24975"/>
                </a:cubicBezTo>
                <a:cubicBezTo>
                  <a:pt x="140483" y="24533"/>
                  <a:pt x="141293" y="24312"/>
                  <a:pt x="142424" y="24312"/>
                </a:cubicBezTo>
                <a:lnTo>
                  <a:pt x="151188" y="24312"/>
                </a:lnTo>
                <a:close/>
                <a:moveTo>
                  <a:pt x="220676" y="24312"/>
                </a:moveTo>
                <a:lnTo>
                  <a:pt x="220676" y="31436"/>
                </a:lnTo>
                <a:cubicBezTo>
                  <a:pt x="223993" y="28103"/>
                  <a:pt x="226989" y="25799"/>
                  <a:pt x="229666" y="24526"/>
                </a:cubicBezTo>
                <a:cubicBezTo>
                  <a:pt x="232342" y="23253"/>
                  <a:pt x="235357" y="22616"/>
                  <a:pt x="238712" y="22616"/>
                </a:cubicBezTo>
                <a:cubicBezTo>
                  <a:pt x="242331" y="22616"/>
                  <a:pt x="245629" y="23391"/>
                  <a:pt x="248607" y="24940"/>
                </a:cubicBezTo>
                <a:cubicBezTo>
                  <a:pt x="250717" y="26074"/>
                  <a:pt x="252630" y="27954"/>
                  <a:pt x="254345" y="30581"/>
                </a:cubicBezTo>
                <a:cubicBezTo>
                  <a:pt x="256060" y="33207"/>
                  <a:pt x="256918" y="35898"/>
                  <a:pt x="256918" y="38656"/>
                </a:cubicBezTo>
                <a:lnTo>
                  <a:pt x="256918" y="68640"/>
                </a:lnTo>
                <a:lnTo>
                  <a:pt x="260932" y="68640"/>
                </a:lnTo>
                <a:cubicBezTo>
                  <a:pt x="262063" y="68640"/>
                  <a:pt x="262874" y="68857"/>
                  <a:pt x="263364" y="69290"/>
                </a:cubicBezTo>
                <a:cubicBezTo>
                  <a:pt x="263854" y="69724"/>
                  <a:pt x="264099" y="70298"/>
                  <a:pt x="264099" y="71015"/>
                </a:cubicBezTo>
                <a:cubicBezTo>
                  <a:pt x="264099" y="71693"/>
                  <a:pt x="263854" y="72259"/>
                  <a:pt x="263364" y="72711"/>
                </a:cubicBezTo>
                <a:cubicBezTo>
                  <a:pt x="262874" y="73163"/>
                  <a:pt x="262063" y="73389"/>
                  <a:pt x="260932" y="73389"/>
                </a:cubicBezTo>
                <a:lnTo>
                  <a:pt x="248211" y="73389"/>
                </a:lnTo>
                <a:cubicBezTo>
                  <a:pt x="247042" y="73389"/>
                  <a:pt x="246213" y="73163"/>
                  <a:pt x="245723" y="72711"/>
                </a:cubicBezTo>
                <a:cubicBezTo>
                  <a:pt x="245233" y="72259"/>
                  <a:pt x="244988" y="71693"/>
                  <a:pt x="244988" y="71015"/>
                </a:cubicBezTo>
                <a:cubicBezTo>
                  <a:pt x="244988" y="70298"/>
                  <a:pt x="245233" y="69724"/>
                  <a:pt x="245723" y="69290"/>
                </a:cubicBezTo>
                <a:cubicBezTo>
                  <a:pt x="246213" y="68857"/>
                  <a:pt x="247042" y="68640"/>
                  <a:pt x="248211" y="68640"/>
                </a:cubicBezTo>
                <a:lnTo>
                  <a:pt x="252169" y="68640"/>
                </a:lnTo>
                <a:lnTo>
                  <a:pt x="252169" y="39402"/>
                </a:lnTo>
                <a:cubicBezTo>
                  <a:pt x="252169" y="36033"/>
                  <a:pt x="250944" y="33184"/>
                  <a:pt x="248493" y="30857"/>
                </a:cubicBezTo>
                <a:cubicBezTo>
                  <a:pt x="246043" y="28529"/>
                  <a:pt x="242764" y="27366"/>
                  <a:pt x="238655" y="27366"/>
                </a:cubicBezTo>
                <a:cubicBezTo>
                  <a:pt x="235527" y="27366"/>
                  <a:pt x="232813" y="27997"/>
                  <a:pt x="230514" y="29260"/>
                </a:cubicBezTo>
                <a:cubicBezTo>
                  <a:pt x="228214" y="30522"/>
                  <a:pt x="224935" y="33660"/>
                  <a:pt x="220676" y="38674"/>
                </a:cubicBezTo>
                <a:lnTo>
                  <a:pt x="220676" y="68640"/>
                </a:lnTo>
                <a:lnTo>
                  <a:pt x="226047" y="68640"/>
                </a:lnTo>
                <a:cubicBezTo>
                  <a:pt x="227178" y="68640"/>
                  <a:pt x="227988" y="68857"/>
                  <a:pt x="228478" y="69290"/>
                </a:cubicBezTo>
                <a:cubicBezTo>
                  <a:pt x="228968" y="69724"/>
                  <a:pt x="229213" y="70298"/>
                  <a:pt x="229213" y="71015"/>
                </a:cubicBezTo>
                <a:cubicBezTo>
                  <a:pt x="229213" y="71693"/>
                  <a:pt x="228968" y="72259"/>
                  <a:pt x="228478" y="72711"/>
                </a:cubicBezTo>
                <a:cubicBezTo>
                  <a:pt x="227988" y="73163"/>
                  <a:pt x="227178" y="73389"/>
                  <a:pt x="226047" y="73389"/>
                </a:cubicBezTo>
                <a:lnTo>
                  <a:pt x="210555" y="73389"/>
                </a:lnTo>
                <a:cubicBezTo>
                  <a:pt x="209424" y="73389"/>
                  <a:pt x="208614" y="73163"/>
                  <a:pt x="208124" y="72711"/>
                </a:cubicBezTo>
                <a:cubicBezTo>
                  <a:pt x="207634" y="72259"/>
                  <a:pt x="207389" y="71693"/>
                  <a:pt x="207389" y="71015"/>
                </a:cubicBezTo>
                <a:cubicBezTo>
                  <a:pt x="207389" y="70298"/>
                  <a:pt x="207634" y="69724"/>
                  <a:pt x="208124" y="69290"/>
                </a:cubicBezTo>
                <a:cubicBezTo>
                  <a:pt x="208614" y="68857"/>
                  <a:pt x="209424" y="68640"/>
                  <a:pt x="210555" y="68640"/>
                </a:cubicBezTo>
                <a:lnTo>
                  <a:pt x="215926" y="68640"/>
                </a:lnTo>
                <a:lnTo>
                  <a:pt x="215926" y="29062"/>
                </a:lnTo>
                <a:lnTo>
                  <a:pt x="211912" y="29062"/>
                </a:lnTo>
                <a:cubicBezTo>
                  <a:pt x="210781" y="29062"/>
                  <a:pt x="209971" y="28836"/>
                  <a:pt x="209481" y="28383"/>
                </a:cubicBezTo>
                <a:cubicBezTo>
                  <a:pt x="208991" y="27931"/>
                  <a:pt x="208746" y="27347"/>
                  <a:pt x="208746" y="26630"/>
                </a:cubicBezTo>
                <a:cubicBezTo>
                  <a:pt x="208746" y="25969"/>
                  <a:pt x="208991" y="25417"/>
                  <a:pt x="209481" y="24975"/>
                </a:cubicBezTo>
                <a:cubicBezTo>
                  <a:pt x="209971" y="24533"/>
                  <a:pt x="210781" y="24312"/>
                  <a:pt x="211912" y="24312"/>
                </a:cubicBezTo>
                <a:lnTo>
                  <a:pt x="220676" y="24312"/>
                </a:lnTo>
                <a:close/>
                <a:moveTo>
                  <a:pt x="331211" y="49982"/>
                </a:moveTo>
                <a:lnTo>
                  <a:pt x="282813" y="49982"/>
                </a:lnTo>
                <a:cubicBezTo>
                  <a:pt x="283642" y="56126"/>
                  <a:pt x="286215" y="61073"/>
                  <a:pt x="290531" y="64823"/>
                </a:cubicBezTo>
                <a:cubicBezTo>
                  <a:pt x="294847" y="68574"/>
                  <a:pt x="300190" y="70449"/>
                  <a:pt x="306560" y="70449"/>
                </a:cubicBezTo>
                <a:cubicBezTo>
                  <a:pt x="310103" y="70449"/>
                  <a:pt x="313816" y="69865"/>
                  <a:pt x="317698" y="68697"/>
                </a:cubicBezTo>
                <a:cubicBezTo>
                  <a:pt x="321581" y="67528"/>
                  <a:pt x="324747" y="65983"/>
                  <a:pt x="327197" y="64060"/>
                </a:cubicBezTo>
                <a:cubicBezTo>
                  <a:pt x="327913" y="63495"/>
                  <a:pt x="328535" y="63212"/>
                  <a:pt x="329063" y="63212"/>
                </a:cubicBezTo>
                <a:cubicBezTo>
                  <a:pt x="329666" y="63212"/>
                  <a:pt x="330194" y="63448"/>
                  <a:pt x="330646" y="63919"/>
                </a:cubicBezTo>
                <a:cubicBezTo>
                  <a:pt x="331098" y="64390"/>
                  <a:pt x="331325" y="64946"/>
                  <a:pt x="331325" y="65587"/>
                </a:cubicBezTo>
                <a:cubicBezTo>
                  <a:pt x="331325" y="66228"/>
                  <a:pt x="331023" y="66850"/>
                  <a:pt x="330420" y="67453"/>
                </a:cubicBezTo>
                <a:cubicBezTo>
                  <a:pt x="328611" y="69337"/>
                  <a:pt x="325397" y="71099"/>
                  <a:pt x="320780" y="72739"/>
                </a:cubicBezTo>
                <a:cubicBezTo>
                  <a:pt x="316162" y="74379"/>
                  <a:pt x="311422" y="75199"/>
                  <a:pt x="306560" y="75199"/>
                </a:cubicBezTo>
                <a:cubicBezTo>
                  <a:pt x="298418" y="75199"/>
                  <a:pt x="291624" y="72529"/>
                  <a:pt x="286177" y="67189"/>
                </a:cubicBezTo>
                <a:cubicBezTo>
                  <a:pt x="280730" y="61850"/>
                  <a:pt x="278007" y="55388"/>
                  <a:pt x="278007" y="47803"/>
                </a:cubicBezTo>
                <a:cubicBezTo>
                  <a:pt x="278007" y="40898"/>
                  <a:pt x="280561" y="34974"/>
                  <a:pt x="285668" y="30032"/>
                </a:cubicBezTo>
                <a:cubicBezTo>
                  <a:pt x="290776" y="25088"/>
                  <a:pt x="297099" y="22616"/>
                  <a:pt x="304637" y="22616"/>
                </a:cubicBezTo>
                <a:cubicBezTo>
                  <a:pt x="312402" y="22616"/>
                  <a:pt x="318791" y="25156"/>
                  <a:pt x="323805" y="30237"/>
                </a:cubicBezTo>
                <a:cubicBezTo>
                  <a:pt x="328818" y="35317"/>
                  <a:pt x="331287" y="41899"/>
                  <a:pt x="331211" y="49982"/>
                </a:cubicBezTo>
                <a:moveTo>
                  <a:pt x="326406" y="45232"/>
                </a:moveTo>
                <a:cubicBezTo>
                  <a:pt x="325463" y="39942"/>
                  <a:pt x="322985" y="35642"/>
                  <a:pt x="318970" y="32332"/>
                </a:cubicBezTo>
                <a:cubicBezTo>
                  <a:pt x="314956" y="29021"/>
                  <a:pt x="310178" y="27366"/>
                  <a:pt x="304637" y="27366"/>
                </a:cubicBezTo>
                <a:cubicBezTo>
                  <a:pt x="299097" y="27366"/>
                  <a:pt x="294328" y="29002"/>
                  <a:pt x="290333" y="32276"/>
                </a:cubicBezTo>
                <a:cubicBezTo>
                  <a:pt x="286337" y="35548"/>
                  <a:pt x="283849" y="39867"/>
                  <a:pt x="282869" y="45232"/>
                </a:cubicBezTo>
                <a:lnTo>
                  <a:pt x="326406" y="45232"/>
                </a:lnTo>
                <a:close/>
                <a:moveTo>
                  <a:pt x="394819" y="29069"/>
                </a:moveTo>
                <a:lnTo>
                  <a:pt x="394819" y="27502"/>
                </a:lnTo>
                <a:cubicBezTo>
                  <a:pt x="394819" y="26345"/>
                  <a:pt x="395045" y="25524"/>
                  <a:pt x="395497" y="25040"/>
                </a:cubicBezTo>
                <a:cubicBezTo>
                  <a:pt x="395950" y="24555"/>
                  <a:pt x="396515" y="24312"/>
                  <a:pt x="397193" y="24312"/>
                </a:cubicBezTo>
                <a:cubicBezTo>
                  <a:pt x="397910" y="24312"/>
                  <a:pt x="398494" y="24557"/>
                  <a:pt x="398946" y="25047"/>
                </a:cubicBezTo>
                <a:cubicBezTo>
                  <a:pt x="399399" y="25537"/>
                  <a:pt x="399625" y="26367"/>
                  <a:pt x="399625" y="27535"/>
                </a:cubicBezTo>
                <a:lnTo>
                  <a:pt x="399625" y="38278"/>
                </a:lnTo>
                <a:cubicBezTo>
                  <a:pt x="399587" y="39446"/>
                  <a:pt x="399351" y="40276"/>
                  <a:pt x="398918" y="40766"/>
                </a:cubicBezTo>
                <a:cubicBezTo>
                  <a:pt x="398484" y="41256"/>
                  <a:pt x="397910" y="41501"/>
                  <a:pt x="397193" y="41501"/>
                </a:cubicBezTo>
                <a:cubicBezTo>
                  <a:pt x="396553" y="41501"/>
                  <a:pt x="396016" y="41283"/>
                  <a:pt x="395582" y="40849"/>
                </a:cubicBezTo>
                <a:cubicBezTo>
                  <a:pt x="395149" y="40413"/>
                  <a:pt x="394894" y="39684"/>
                  <a:pt x="394819" y="38661"/>
                </a:cubicBezTo>
                <a:cubicBezTo>
                  <a:pt x="394593" y="35974"/>
                  <a:pt x="392830" y="33420"/>
                  <a:pt x="389532" y="30998"/>
                </a:cubicBezTo>
                <a:cubicBezTo>
                  <a:pt x="386234" y="28576"/>
                  <a:pt x="381796" y="27366"/>
                  <a:pt x="376217" y="27366"/>
                </a:cubicBezTo>
                <a:cubicBezTo>
                  <a:pt x="369168" y="27366"/>
                  <a:pt x="363816" y="29576"/>
                  <a:pt x="360160" y="33998"/>
                </a:cubicBezTo>
                <a:cubicBezTo>
                  <a:pt x="356503" y="38420"/>
                  <a:pt x="354675" y="43484"/>
                  <a:pt x="354675" y="49190"/>
                </a:cubicBezTo>
                <a:cubicBezTo>
                  <a:pt x="354675" y="55351"/>
                  <a:pt x="356692" y="60434"/>
                  <a:pt x="360725" y="64440"/>
                </a:cubicBezTo>
                <a:cubicBezTo>
                  <a:pt x="364758" y="68446"/>
                  <a:pt x="369979" y="70449"/>
                  <a:pt x="376387" y="70449"/>
                </a:cubicBezTo>
                <a:cubicBezTo>
                  <a:pt x="380081" y="70449"/>
                  <a:pt x="383841" y="69763"/>
                  <a:pt x="387666" y="68391"/>
                </a:cubicBezTo>
                <a:cubicBezTo>
                  <a:pt x="391492" y="67017"/>
                  <a:pt x="394951" y="64805"/>
                  <a:pt x="398042" y="61754"/>
                </a:cubicBezTo>
                <a:cubicBezTo>
                  <a:pt x="398833" y="60992"/>
                  <a:pt x="399530" y="60611"/>
                  <a:pt x="400134" y="60611"/>
                </a:cubicBezTo>
                <a:cubicBezTo>
                  <a:pt x="400774" y="60611"/>
                  <a:pt x="401312" y="60830"/>
                  <a:pt x="401745" y="61267"/>
                </a:cubicBezTo>
                <a:cubicBezTo>
                  <a:pt x="402178" y="61704"/>
                  <a:pt x="402395" y="62245"/>
                  <a:pt x="402395" y="62891"/>
                </a:cubicBezTo>
                <a:cubicBezTo>
                  <a:pt x="402395" y="64524"/>
                  <a:pt x="400492" y="66595"/>
                  <a:pt x="396685" y="69101"/>
                </a:cubicBezTo>
                <a:cubicBezTo>
                  <a:pt x="390541" y="73166"/>
                  <a:pt x="383699" y="75199"/>
                  <a:pt x="376160" y="75199"/>
                </a:cubicBezTo>
                <a:cubicBezTo>
                  <a:pt x="368509" y="75199"/>
                  <a:pt x="362223" y="72756"/>
                  <a:pt x="357304" y="67870"/>
                </a:cubicBezTo>
                <a:cubicBezTo>
                  <a:pt x="352385" y="62982"/>
                  <a:pt x="349926" y="56784"/>
                  <a:pt x="349926" y="49275"/>
                </a:cubicBezTo>
                <a:cubicBezTo>
                  <a:pt x="349926" y="41615"/>
                  <a:pt x="352442" y="35257"/>
                  <a:pt x="357474" y="30201"/>
                </a:cubicBezTo>
                <a:cubicBezTo>
                  <a:pt x="362506" y="25145"/>
                  <a:pt x="368848" y="22616"/>
                  <a:pt x="376500" y="22616"/>
                </a:cubicBezTo>
                <a:cubicBezTo>
                  <a:pt x="383775" y="22616"/>
                  <a:pt x="389881" y="24767"/>
                  <a:pt x="394819" y="29069"/>
                </a:cubicBezTo>
                <a:close/>
                <a:moveTo>
                  <a:pt x="434736" y="24312"/>
                </a:moveTo>
                <a:lnTo>
                  <a:pt x="460518" y="24312"/>
                </a:lnTo>
                <a:cubicBezTo>
                  <a:pt x="461649" y="24312"/>
                  <a:pt x="462459" y="24533"/>
                  <a:pt x="462949" y="24975"/>
                </a:cubicBezTo>
                <a:cubicBezTo>
                  <a:pt x="463439" y="25417"/>
                  <a:pt x="463684" y="25987"/>
                  <a:pt x="463684" y="26687"/>
                </a:cubicBezTo>
                <a:cubicBezTo>
                  <a:pt x="463684" y="27366"/>
                  <a:pt x="463439" y="27931"/>
                  <a:pt x="462949" y="28383"/>
                </a:cubicBezTo>
                <a:cubicBezTo>
                  <a:pt x="462459" y="28836"/>
                  <a:pt x="461649" y="29062"/>
                  <a:pt x="460518" y="29062"/>
                </a:cubicBezTo>
                <a:lnTo>
                  <a:pt x="434736" y="29062"/>
                </a:lnTo>
                <a:lnTo>
                  <a:pt x="434736" y="60754"/>
                </a:lnTo>
                <a:cubicBezTo>
                  <a:pt x="434736" y="63513"/>
                  <a:pt x="435838" y="65819"/>
                  <a:pt x="438043" y="67672"/>
                </a:cubicBezTo>
                <a:cubicBezTo>
                  <a:pt x="440248" y="69523"/>
                  <a:pt x="443481" y="70449"/>
                  <a:pt x="447740" y="70449"/>
                </a:cubicBezTo>
                <a:cubicBezTo>
                  <a:pt x="450944" y="70449"/>
                  <a:pt x="454412" y="69969"/>
                  <a:pt x="458143" y="69007"/>
                </a:cubicBezTo>
                <a:cubicBezTo>
                  <a:pt x="461875" y="68046"/>
                  <a:pt x="464778" y="66963"/>
                  <a:pt x="466851" y="65756"/>
                </a:cubicBezTo>
                <a:cubicBezTo>
                  <a:pt x="467605" y="65266"/>
                  <a:pt x="468226" y="65021"/>
                  <a:pt x="468716" y="65021"/>
                </a:cubicBezTo>
                <a:cubicBezTo>
                  <a:pt x="469320" y="65021"/>
                  <a:pt x="469847" y="65257"/>
                  <a:pt x="470300" y="65728"/>
                </a:cubicBezTo>
                <a:cubicBezTo>
                  <a:pt x="470752" y="66199"/>
                  <a:pt x="470978" y="66755"/>
                  <a:pt x="470978" y="67396"/>
                </a:cubicBezTo>
                <a:cubicBezTo>
                  <a:pt x="470978" y="67961"/>
                  <a:pt x="470733" y="68489"/>
                  <a:pt x="470243" y="68979"/>
                </a:cubicBezTo>
                <a:cubicBezTo>
                  <a:pt x="469037" y="70223"/>
                  <a:pt x="466106" y="71571"/>
                  <a:pt x="461451" y="73022"/>
                </a:cubicBezTo>
                <a:cubicBezTo>
                  <a:pt x="456796" y="74473"/>
                  <a:pt x="452339" y="75199"/>
                  <a:pt x="448079" y="75199"/>
                </a:cubicBezTo>
                <a:cubicBezTo>
                  <a:pt x="442538" y="75199"/>
                  <a:pt x="438128" y="73895"/>
                  <a:pt x="434849" y="71289"/>
                </a:cubicBezTo>
                <a:cubicBezTo>
                  <a:pt x="431569" y="68681"/>
                  <a:pt x="429930" y="65166"/>
                  <a:pt x="429930" y="60746"/>
                </a:cubicBezTo>
                <a:lnTo>
                  <a:pt x="429930" y="29062"/>
                </a:lnTo>
                <a:lnTo>
                  <a:pt x="421166" y="29062"/>
                </a:lnTo>
                <a:cubicBezTo>
                  <a:pt x="420035" y="29062"/>
                  <a:pt x="419225" y="28839"/>
                  <a:pt x="418735" y="28392"/>
                </a:cubicBezTo>
                <a:cubicBezTo>
                  <a:pt x="418245" y="27944"/>
                  <a:pt x="418000" y="27367"/>
                  <a:pt x="418000" y="26659"/>
                </a:cubicBezTo>
                <a:cubicBezTo>
                  <a:pt x="418000" y="25989"/>
                  <a:pt x="418245" y="25430"/>
                  <a:pt x="418735" y="24984"/>
                </a:cubicBezTo>
                <a:cubicBezTo>
                  <a:pt x="419225" y="24536"/>
                  <a:pt x="420035" y="24312"/>
                  <a:pt x="421166" y="24312"/>
                </a:cubicBezTo>
                <a:lnTo>
                  <a:pt x="429930" y="24312"/>
                </a:lnTo>
                <a:lnTo>
                  <a:pt x="429930" y="10198"/>
                </a:lnTo>
                <a:cubicBezTo>
                  <a:pt x="429930" y="9059"/>
                  <a:pt x="430156" y="8244"/>
                  <a:pt x="430608" y="7751"/>
                </a:cubicBezTo>
                <a:cubicBezTo>
                  <a:pt x="431061" y="7258"/>
                  <a:pt x="431626" y="7011"/>
                  <a:pt x="432305" y="7011"/>
                </a:cubicBezTo>
                <a:cubicBezTo>
                  <a:pt x="433021" y="7011"/>
                  <a:pt x="433605" y="7258"/>
                  <a:pt x="434057" y="7751"/>
                </a:cubicBezTo>
                <a:cubicBezTo>
                  <a:pt x="434510" y="8244"/>
                  <a:pt x="434736" y="9059"/>
                  <a:pt x="434736" y="10198"/>
                </a:cubicBezTo>
                <a:lnTo>
                  <a:pt x="434736" y="24312"/>
                </a:lnTo>
                <a:close/>
                <a:moveTo>
                  <a:pt x="516323" y="0"/>
                </a:moveTo>
                <a:lnTo>
                  <a:pt x="516323" y="12213"/>
                </a:lnTo>
                <a:lnTo>
                  <a:pt x="509312" y="12213"/>
                </a:lnTo>
                <a:lnTo>
                  <a:pt x="509312" y="0"/>
                </a:lnTo>
                <a:lnTo>
                  <a:pt x="516323" y="0"/>
                </a:lnTo>
                <a:moveTo>
                  <a:pt x="516493" y="24312"/>
                </a:moveTo>
                <a:lnTo>
                  <a:pt x="516493" y="68640"/>
                </a:lnTo>
                <a:lnTo>
                  <a:pt x="535151" y="68640"/>
                </a:lnTo>
                <a:cubicBezTo>
                  <a:pt x="536320" y="68640"/>
                  <a:pt x="537149" y="68857"/>
                  <a:pt x="537639" y="69290"/>
                </a:cubicBezTo>
                <a:cubicBezTo>
                  <a:pt x="538129" y="69724"/>
                  <a:pt x="538374" y="70298"/>
                  <a:pt x="538374" y="71015"/>
                </a:cubicBezTo>
                <a:cubicBezTo>
                  <a:pt x="538374" y="71693"/>
                  <a:pt x="538129" y="72259"/>
                  <a:pt x="537639" y="72711"/>
                </a:cubicBezTo>
                <a:cubicBezTo>
                  <a:pt x="537149" y="73163"/>
                  <a:pt x="536320" y="73389"/>
                  <a:pt x="535151" y="73389"/>
                </a:cubicBezTo>
                <a:lnTo>
                  <a:pt x="493085" y="73389"/>
                </a:lnTo>
                <a:cubicBezTo>
                  <a:pt x="491954" y="73389"/>
                  <a:pt x="491144" y="73163"/>
                  <a:pt x="490654" y="72711"/>
                </a:cubicBezTo>
                <a:cubicBezTo>
                  <a:pt x="490164" y="72259"/>
                  <a:pt x="489919" y="71693"/>
                  <a:pt x="489919" y="71015"/>
                </a:cubicBezTo>
                <a:cubicBezTo>
                  <a:pt x="489919" y="70298"/>
                  <a:pt x="490164" y="69724"/>
                  <a:pt x="490654" y="69290"/>
                </a:cubicBezTo>
                <a:cubicBezTo>
                  <a:pt x="491144" y="68857"/>
                  <a:pt x="491954" y="68640"/>
                  <a:pt x="493085" y="68640"/>
                </a:cubicBezTo>
                <a:lnTo>
                  <a:pt x="511743" y="68640"/>
                </a:lnTo>
                <a:lnTo>
                  <a:pt x="511743" y="29062"/>
                </a:lnTo>
                <a:lnTo>
                  <a:pt x="497891" y="29062"/>
                </a:lnTo>
                <a:cubicBezTo>
                  <a:pt x="496760" y="29062"/>
                  <a:pt x="495940" y="28839"/>
                  <a:pt x="495432" y="28392"/>
                </a:cubicBezTo>
                <a:cubicBezTo>
                  <a:pt x="494923" y="27944"/>
                  <a:pt x="494668" y="27386"/>
                  <a:pt x="494668" y="26715"/>
                </a:cubicBezTo>
                <a:cubicBezTo>
                  <a:pt x="494668" y="26007"/>
                  <a:pt x="494913" y="25430"/>
                  <a:pt x="495403" y="24984"/>
                </a:cubicBezTo>
                <a:cubicBezTo>
                  <a:pt x="495893" y="24536"/>
                  <a:pt x="496723" y="24312"/>
                  <a:pt x="497891" y="24312"/>
                </a:cubicBezTo>
                <a:lnTo>
                  <a:pt x="516493" y="24312"/>
                </a:lnTo>
                <a:close/>
                <a:moveTo>
                  <a:pt x="610010" y="48936"/>
                </a:moveTo>
                <a:cubicBezTo>
                  <a:pt x="610010" y="56181"/>
                  <a:pt x="607419" y="62370"/>
                  <a:pt x="602236" y="67502"/>
                </a:cubicBezTo>
                <a:cubicBezTo>
                  <a:pt x="597053" y="72633"/>
                  <a:pt x="590805" y="75199"/>
                  <a:pt x="583493" y="75199"/>
                </a:cubicBezTo>
                <a:cubicBezTo>
                  <a:pt x="576105" y="75199"/>
                  <a:pt x="569829" y="72624"/>
                  <a:pt x="564665" y="67474"/>
                </a:cubicBezTo>
                <a:cubicBezTo>
                  <a:pt x="559501" y="62323"/>
                  <a:pt x="556919" y="56143"/>
                  <a:pt x="556919" y="48936"/>
                </a:cubicBezTo>
                <a:cubicBezTo>
                  <a:pt x="556919" y="41690"/>
                  <a:pt x="559501" y="35493"/>
                  <a:pt x="564665" y="30343"/>
                </a:cubicBezTo>
                <a:cubicBezTo>
                  <a:pt x="569829" y="25192"/>
                  <a:pt x="576105" y="22616"/>
                  <a:pt x="583493" y="22616"/>
                </a:cubicBezTo>
                <a:cubicBezTo>
                  <a:pt x="590805" y="22616"/>
                  <a:pt x="597053" y="25182"/>
                  <a:pt x="602236" y="30314"/>
                </a:cubicBezTo>
                <a:cubicBezTo>
                  <a:pt x="607419" y="35445"/>
                  <a:pt x="610010" y="41653"/>
                  <a:pt x="610010" y="48936"/>
                </a:cubicBezTo>
                <a:moveTo>
                  <a:pt x="605204" y="48907"/>
                </a:moveTo>
                <a:cubicBezTo>
                  <a:pt x="605204" y="42936"/>
                  <a:pt x="603084" y="37854"/>
                  <a:pt x="598843" y="33659"/>
                </a:cubicBezTo>
                <a:cubicBezTo>
                  <a:pt x="594603" y="29463"/>
                  <a:pt x="589467" y="27366"/>
                  <a:pt x="583436" y="27366"/>
                </a:cubicBezTo>
                <a:cubicBezTo>
                  <a:pt x="577405" y="27366"/>
                  <a:pt x="572269" y="29473"/>
                  <a:pt x="568029" y="33687"/>
                </a:cubicBezTo>
                <a:cubicBezTo>
                  <a:pt x="563788" y="37901"/>
                  <a:pt x="561668" y="42974"/>
                  <a:pt x="561668" y="48907"/>
                </a:cubicBezTo>
                <a:cubicBezTo>
                  <a:pt x="561668" y="54803"/>
                  <a:pt x="563788" y="59867"/>
                  <a:pt x="568029" y="64101"/>
                </a:cubicBezTo>
                <a:cubicBezTo>
                  <a:pt x="572269" y="68333"/>
                  <a:pt x="577405" y="70449"/>
                  <a:pt x="583436" y="70449"/>
                </a:cubicBezTo>
                <a:cubicBezTo>
                  <a:pt x="589467" y="70449"/>
                  <a:pt x="594603" y="68343"/>
                  <a:pt x="598843" y="64129"/>
                </a:cubicBezTo>
                <a:cubicBezTo>
                  <a:pt x="603084" y="59914"/>
                  <a:pt x="605204" y="54841"/>
                  <a:pt x="605204" y="48907"/>
                </a:cubicBezTo>
                <a:close/>
                <a:moveTo>
                  <a:pt x="637601" y="24312"/>
                </a:moveTo>
                <a:lnTo>
                  <a:pt x="637601" y="31436"/>
                </a:lnTo>
                <a:cubicBezTo>
                  <a:pt x="640918" y="28103"/>
                  <a:pt x="643915" y="25799"/>
                  <a:pt x="646591" y="24526"/>
                </a:cubicBezTo>
                <a:cubicBezTo>
                  <a:pt x="649267" y="23253"/>
                  <a:pt x="652283" y="22616"/>
                  <a:pt x="655638" y="22616"/>
                </a:cubicBezTo>
                <a:cubicBezTo>
                  <a:pt x="659256" y="22616"/>
                  <a:pt x="662554" y="23391"/>
                  <a:pt x="665532" y="24940"/>
                </a:cubicBezTo>
                <a:cubicBezTo>
                  <a:pt x="667643" y="26074"/>
                  <a:pt x="669556" y="27954"/>
                  <a:pt x="671271" y="30581"/>
                </a:cubicBezTo>
                <a:cubicBezTo>
                  <a:pt x="672986" y="33207"/>
                  <a:pt x="673844" y="35898"/>
                  <a:pt x="673844" y="38656"/>
                </a:cubicBezTo>
                <a:lnTo>
                  <a:pt x="673844" y="68640"/>
                </a:lnTo>
                <a:lnTo>
                  <a:pt x="677858" y="68640"/>
                </a:lnTo>
                <a:cubicBezTo>
                  <a:pt x="678989" y="68640"/>
                  <a:pt x="679799" y="68857"/>
                  <a:pt x="680289" y="69290"/>
                </a:cubicBezTo>
                <a:cubicBezTo>
                  <a:pt x="680779" y="69724"/>
                  <a:pt x="681024" y="70298"/>
                  <a:pt x="681024" y="71015"/>
                </a:cubicBezTo>
                <a:cubicBezTo>
                  <a:pt x="681024" y="71693"/>
                  <a:pt x="680779" y="72259"/>
                  <a:pt x="680289" y="72711"/>
                </a:cubicBezTo>
                <a:cubicBezTo>
                  <a:pt x="679799" y="73163"/>
                  <a:pt x="678989" y="73389"/>
                  <a:pt x="677858" y="73389"/>
                </a:cubicBezTo>
                <a:lnTo>
                  <a:pt x="665136" y="73389"/>
                </a:lnTo>
                <a:cubicBezTo>
                  <a:pt x="663968" y="73389"/>
                  <a:pt x="663139" y="73163"/>
                  <a:pt x="662649" y="72711"/>
                </a:cubicBezTo>
                <a:cubicBezTo>
                  <a:pt x="662159" y="72259"/>
                  <a:pt x="661914" y="71693"/>
                  <a:pt x="661914" y="71015"/>
                </a:cubicBezTo>
                <a:cubicBezTo>
                  <a:pt x="661914" y="70298"/>
                  <a:pt x="662159" y="69724"/>
                  <a:pt x="662649" y="69290"/>
                </a:cubicBezTo>
                <a:cubicBezTo>
                  <a:pt x="663139" y="68857"/>
                  <a:pt x="663968" y="68640"/>
                  <a:pt x="665136" y="68640"/>
                </a:cubicBezTo>
                <a:lnTo>
                  <a:pt x="669094" y="68640"/>
                </a:lnTo>
                <a:lnTo>
                  <a:pt x="669094" y="39402"/>
                </a:lnTo>
                <a:cubicBezTo>
                  <a:pt x="669094" y="36033"/>
                  <a:pt x="667869" y="33184"/>
                  <a:pt x="665419" y="30857"/>
                </a:cubicBezTo>
                <a:cubicBezTo>
                  <a:pt x="662969" y="28529"/>
                  <a:pt x="659690" y="27366"/>
                  <a:pt x="655581" y="27366"/>
                </a:cubicBezTo>
                <a:cubicBezTo>
                  <a:pt x="652452" y="27366"/>
                  <a:pt x="649738" y="27997"/>
                  <a:pt x="647439" y="29260"/>
                </a:cubicBezTo>
                <a:cubicBezTo>
                  <a:pt x="645140" y="30522"/>
                  <a:pt x="641861" y="33660"/>
                  <a:pt x="637601" y="38674"/>
                </a:cubicBezTo>
                <a:lnTo>
                  <a:pt x="637601" y="68640"/>
                </a:lnTo>
                <a:lnTo>
                  <a:pt x="642972" y="68640"/>
                </a:lnTo>
                <a:cubicBezTo>
                  <a:pt x="644103" y="68640"/>
                  <a:pt x="644914" y="68857"/>
                  <a:pt x="645404" y="69290"/>
                </a:cubicBezTo>
                <a:cubicBezTo>
                  <a:pt x="645894" y="69724"/>
                  <a:pt x="646139" y="70298"/>
                  <a:pt x="646139" y="71015"/>
                </a:cubicBezTo>
                <a:cubicBezTo>
                  <a:pt x="646139" y="71693"/>
                  <a:pt x="645894" y="72259"/>
                  <a:pt x="645404" y="72711"/>
                </a:cubicBezTo>
                <a:cubicBezTo>
                  <a:pt x="644914" y="73163"/>
                  <a:pt x="644103" y="73389"/>
                  <a:pt x="642972" y="73389"/>
                </a:cubicBezTo>
                <a:lnTo>
                  <a:pt x="627480" y="73389"/>
                </a:lnTo>
                <a:cubicBezTo>
                  <a:pt x="626350" y="73389"/>
                  <a:pt x="625539" y="73163"/>
                  <a:pt x="625049" y="72711"/>
                </a:cubicBezTo>
                <a:cubicBezTo>
                  <a:pt x="624559" y="72259"/>
                  <a:pt x="624314" y="71693"/>
                  <a:pt x="624314" y="71015"/>
                </a:cubicBezTo>
                <a:cubicBezTo>
                  <a:pt x="624314" y="70298"/>
                  <a:pt x="624559" y="69724"/>
                  <a:pt x="625049" y="69290"/>
                </a:cubicBezTo>
                <a:cubicBezTo>
                  <a:pt x="625539" y="68857"/>
                  <a:pt x="626350" y="68640"/>
                  <a:pt x="627480" y="68640"/>
                </a:cubicBezTo>
                <a:lnTo>
                  <a:pt x="632852" y="68640"/>
                </a:lnTo>
                <a:lnTo>
                  <a:pt x="632852" y="29062"/>
                </a:lnTo>
                <a:lnTo>
                  <a:pt x="628837" y="29062"/>
                </a:lnTo>
                <a:cubicBezTo>
                  <a:pt x="627707" y="29062"/>
                  <a:pt x="626896" y="28836"/>
                  <a:pt x="626406" y="28383"/>
                </a:cubicBezTo>
                <a:cubicBezTo>
                  <a:pt x="625916" y="27931"/>
                  <a:pt x="625671" y="27347"/>
                  <a:pt x="625671" y="26630"/>
                </a:cubicBezTo>
                <a:cubicBezTo>
                  <a:pt x="625671" y="25969"/>
                  <a:pt x="625916" y="25417"/>
                  <a:pt x="626406" y="24975"/>
                </a:cubicBezTo>
                <a:cubicBezTo>
                  <a:pt x="626896" y="24533"/>
                  <a:pt x="627707" y="24312"/>
                  <a:pt x="628837" y="24312"/>
                </a:cubicBezTo>
                <a:lnTo>
                  <a:pt x="637601" y="24312"/>
                </a:lnTo>
                <a:close/>
                <a:moveTo>
                  <a:pt x="721450" y="24312"/>
                </a:moveTo>
                <a:lnTo>
                  <a:pt x="723485" y="24312"/>
                </a:lnTo>
                <a:cubicBezTo>
                  <a:pt x="725596" y="24312"/>
                  <a:pt x="727406" y="25066"/>
                  <a:pt x="728913" y="26574"/>
                </a:cubicBezTo>
                <a:cubicBezTo>
                  <a:pt x="730421" y="28082"/>
                  <a:pt x="731175" y="29872"/>
                  <a:pt x="731175" y="31945"/>
                </a:cubicBezTo>
                <a:cubicBezTo>
                  <a:pt x="731175" y="34169"/>
                  <a:pt x="730412" y="36016"/>
                  <a:pt x="728885" y="37486"/>
                </a:cubicBezTo>
                <a:cubicBezTo>
                  <a:pt x="727358" y="38956"/>
                  <a:pt x="725559" y="39691"/>
                  <a:pt x="723485" y="39691"/>
                </a:cubicBezTo>
                <a:lnTo>
                  <a:pt x="721450" y="39691"/>
                </a:lnTo>
                <a:cubicBezTo>
                  <a:pt x="719339" y="39691"/>
                  <a:pt x="717530" y="38937"/>
                  <a:pt x="716022" y="37430"/>
                </a:cubicBezTo>
                <a:cubicBezTo>
                  <a:pt x="714514" y="35922"/>
                  <a:pt x="713760" y="34132"/>
                  <a:pt x="713760" y="32058"/>
                </a:cubicBezTo>
                <a:cubicBezTo>
                  <a:pt x="713760" y="29834"/>
                  <a:pt x="714524" y="27987"/>
                  <a:pt x="716050" y="26517"/>
                </a:cubicBezTo>
                <a:cubicBezTo>
                  <a:pt x="717577" y="25047"/>
                  <a:pt x="719377" y="24312"/>
                  <a:pt x="721450" y="24312"/>
                </a:cubicBezTo>
                <a:moveTo>
                  <a:pt x="721450" y="59820"/>
                </a:moveTo>
                <a:lnTo>
                  <a:pt x="723485" y="59820"/>
                </a:lnTo>
                <a:cubicBezTo>
                  <a:pt x="725596" y="59820"/>
                  <a:pt x="727406" y="60567"/>
                  <a:pt x="728913" y="62062"/>
                </a:cubicBezTo>
                <a:cubicBezTo>
                  <a:pt x="730421" y="63555"/>
                  <a:pt x="731175" y="65362"/>
                  <a:pt x="731175" y="67481"/>
                </a:cubicBezTo>
                <a:cubicBezTo>
                  <a:pt x="731175" y="69675"/>
                  <a:pt x="730412" y="71511"/>
                  <a:pt x="728885" y="72987"/>
                </a:cubicBezTo>
                <a:cubicBezTo>
                  <a:pt x="727358" y="74461"/>
                  <a:pt x="725559" y="75199"/>
                  <a:pt x="723485" y="75199"/>
                </a:cubicBezTo>
                <a:lnTo>
                  <a:pt x="721450" y="75199"/>
                </a:lnTo>
                <a:cubicBezTo>
                  <a:pt x="719339" y="75199"/>
                  <a:pt x="717530" y="74452"/>
                  <a:pt x="716022" y="72958"/>
                </a:cubicBezTo>
                <a:cubicBezTo>
                  <a:pt x="714514" y="71463"/>
                  <a:pt x="713760" y="69657"/>
                  <a:pt x="713760" y="67537"/>
                </a:cubicBezTo>
                <a:cubicBezTo>
                  <a:pt x="713760" y="65343"/>
                  <a:pt x="714524" y="63508"/>
                  <a:pt x="716050" y="62034"/>
                </a:cubicBezTo>
                <a:cubicBezTo>
                  <a:pt x="717577" y="60558"/>
                  <a:pt x="719377" y="59820"/>
                  <a:pt x="721450" y="59820"/>
                </a:cubicBezTo>
                <a:close/>
                <a:moveTo>
                  <a:pt x="884398" y="11987"/>
                </a:moveTo>
                <a:lnTo>
                  <a:pt x="884398" y="51643"/>
                </a:lnTo>
                <a:cubicBezTo>
                  <a:pt x="884398" y="58308"/>
                  <a:pt x="882175" y="63901"/>
                  <a:pt x="877727" y="68421"/>
                </a:cubicBezTo>
                <a:cubicBezTo>
                  <a:pt x="873279" y="72939"/>
                  <a:pt x="867907" y="75199"/>
                  <a:pt x="861613" y="75199"/>
                </a:cubicBezTo>
                <a:cubicBezTo>
                  <a:pt x="857391" y="75199"/>
                  <a:pt x="853640" y="74276"/>
                  <a:pt x="850361" y="72432"/>
                </a:cubicBezTo>
                <a:cubicBezTo>
                  <a:pt x="847082" y="70586"/>
                  <a:pt x="844292" y="67790"/>
                  <a:pt x="841993" y="64043"/>
                </a:cubicBezTo>
                <a:cubicBezTo>
                  <a:pt x="839694" y="60294"/>
                  <a:pt x="838544" y="56161"/>
                  <a:pt x="838544" y="51643"/>
                </a:cubicBezTo>
                <a:lnTo>
                  <a:pt x="838544" y="11987"/>
                </a:lnTo>
                <a:lnTo>
                  <a:pt x="834530" y="11987"/>
                </a:lnTo>
                <a:cubicBezTo>
                  <a:pt x="833399" y="11987"/>
                  <a:pt x="832589" y="11770"/>
                  <a:pt x="832099" y="11336"/>
                </a:cubicBezTo>
                <a:cubicBezTo>
                  <a:pt x="831609" y="10903"/>
                  <a:pt x="831364" y="10328"/>
                  <a:pt x="831364" y="9612"/>
                </a:cubicBezTo>
                <a:cubicBezTo>
                  <a:pt x="831364" y="8896"/>
                  <a:pt x="831627" y="8293"/>
                  <a:pt x="832155" y="7803"/>
                </a:cubicBezTo>
                <a:cubicBezTo>
                  <a:pt x="832607" y="7426"/>
                  <a:pt x="833399" y="7237"/>
                  <a:pt x="834530" y="7237"/>
                </a:cubicBezTo>
                <a:lnTo>
                  <a:pt x="852057" y="7237"/>
                </a:lnTo>
                <a:cubicBezTo>
                  <a:pt x="853188" y="7237"/>
                  <a:pt x="853999" y="7454"/>
                  <a:pt x="854489" y="7887"/>
                </a:cubicBezTo>
                <a:cubicBezTo>
                  <a:pt x="854979" y="8321"/>
                  <a:pt x="855224" y="8896"/>
                  <a:pt x="855224" y="9612"/>
                </a:cubicBezTo>
                <a:cubicBezTo>
                  <a:pt x="855224" y="10328"/>
                  <a:pt x="854979" y="10903"/>
                  <a:pt x="854489" y="11336"/>
                </a:cubicBezTo>
                <a:cubicBezTo>
                  <a:pt x="853999" y="11770"/>
                  <a:pt x="853188" y="11987"/>
                  <a:pt x="852057" y="11987"/>
                </a:cubicBezTo>
                <a:lnTo>
                  <a:pt x="843294" y="11987"/>
                </a:lnTo>
                <a:lnTo>
                  <a:pt x="843294" y="51639"/>
                </a:lnTo>
                <a:cubicBezTo>
                  <a:pt x="843294" y="56874"/>
                  <a:pt x="845084" y="61317"/>
                  <a:pt x="848665" y="64970"/>
                </a:cubicBezTo>
                <a:cubicBezTo>
                  <a:pt x="852246" y="68623"/>
                  <a:pt x="856486" y="70449"/>
                  <a:pt x="861387" y="70449"/>
                </a:cubicBezTo>
                <a:cubicBezTo>
                  <a:pt x="864515" y="70449"/>
                  <a:pt x="867370" y="69734"/>
                  <a:pt x="869952" y="68302"/>
                </a:cubicBezTo>
                <a:cubicBezTo>
                  <a:pt x="872534" y="66871"/>
                  <a:pt x="874796" y="64669"/>
                  <a:pt x="876737" y="61694"/>
                </a:cubicBezTo>
                <a:cubicBezTo>
                  <a:pt x="878678" y="58719"/>
                  <a:pt x="879649" y="55367"/>
                  <a:pt x="879649" y="51639"/>
                </a:cubicBezTo>
                <a:lnTo>
                  <a:pt x="879649" y="11987"/>
                </a:lnTo>
                <a:lnTo>
                  <a:pt x="870885" y="11987"/>
                </a:lnTo>
                <a:cubicBezTo>
                  <a:pt x="869754" y="11987"/>
                  <a:pt x="868944" y="11770"/>
                  <a:pt x="868454" y="11336"/>
                </a:cubicBezTo>
                <a:cubicBezTo>
                  <a:pt x="867964" y="10903"/>
                  <a:pt x="867719" y="10328"/>
                  <a:pt x="867719" y="9612"/>
                </a:cubicBezTo>
                <a:cubicBezTo>
                  <a:pt x="867719" y="8896"/>
                  <a:pt x="867964" y="8321"/>
                  <a:pt x="868454" y="7887"/>
                </a:cubicBezTo>
                <a:cubicBezTo>
                  <a:pt x="868944" y="7454"/>
                  <a:pt x="869754" y="7237"/>
                  <a:pt x="870885" y="7237"/>
                </a:cubicBezTo>
                <a:lnTo>
                  <a:pt x="888413" y="7237"/>
                </a:lnTo>
                <a:cubicBezTo>
                  <a:pt x="889544" y="7237"/>
                  <a:pt x="890354" y="7454"/>
                  <a:pt x="890844" y="7887"/>
                </a:cubicBezTo>
                <a:cubicBezTo>
                  <a:pt x="891334" y="8321"/>
                  <a:pt x="891579" y="8896"/>
                  <a:pt x="891579" y="9612"/>
                </a:cubicBezTo>
                <a:cubicBezTo>
                  <a:pt x="891579" y="10328"/>
                  <a:pt x="891334" y="10903"/>
                  <a:pt x="890844" y="11336"/>
                </a:cubicBezTo>
                <a:cubicBezTo>
                  <a:pt x="890354" y="11770"/>
                  <a:pt x="889544" y="11987"/>
                  <a:pt x="888413" y="11987"/>
                </a:cubicBezTo>
                <a:lnTo>
                  <a:pt x="884398" y="11987"/>
                </a:lnTo>
                <a:close/>
                <a:moveTo>
                  <a:pt x="913008" y="24312"/>
                </a:moveTo>
                <a:lnTo>
                  <a:pt x="913008" y="32929"/>
                </a:lnTo>
                <a:cubicBezTo>
                  <a:pt x="915835" y="29510"/>
                  <a:pt x="918870" y="26936"/>
                  <a:pt x="922111" y="25208"/>
                </a:cubicBezTo>
                <a:cubicBezTo>
                  <a:pt x="925353" y="23480"/>
                  <a:pt x="929179" y="22616"/>
                  <a:pt x="933589" y="22616"/>
                </a:cubicBezTo>
                <a:cubicBezTo>
                  <a:pt x="938263" y="22616"/>
                  <a:pt x="942579" y="23710"/>
                  <a:pt x="946537" y="25899"/>
                </a:cubicBezTo>
                <a:cubicBezTo>
                  <a:pt x="950494" y="28088"/>
                  <a:pt x="953557" y="31135"/>
                  <a:pt x="955724" y="35041"/>
                </a:cubicBezTo>
                <a:cubicBezTo>
                  <a:pt x="957892" y="38947"/>
                  <a:pt x="958975" y="43051"/>
                  <a:pt x="958975" y="47353"/>
                </a:cubicBezTo>
                <a:cubicBezTo>
                  <a:pt x="958975" y="54183"/>
                  <a:pt x="956535" y="60023"/>
                  <a:pt x="951653" y="64873"/>
                </a:cubicBezTo>
                <a:cubicBezTo>
                  <a:pt x="946772" y="69721"/>
                  <a:pt x="940769" y="72145"/>
                  <a:pt x="933645" y="72145"/>
                </a:cubicBezTo>
                <a:cubicBezTo>
                  <a:pt x="925164" y="72145"/>
                  <a:pt x="918285" y="68708"/>
                  <a:pt x="913008" y="61832"/>
                </a:cubicBezTo>
                <a:lnTo>
                  <a:pt x="913008" y="90465"/>
                </a:lnTo>
                <a:lnTo>
                  <a:pt x="924542" y="90465"/>
                </a:lnTo>
                <a:cubicBezTo>
                  <a:pt x="925673" y="90465"/>
                  <a:pt x="926484" y="90681"/>
                  <a:pt x="926974" y="91115"/>
                </a:cubicBezTo>
                <a:cubicBezTo>
                  <a:pt x="927464" y="91548"/>
                  <a:pt x="927709" y="92123"/>
                  <a:pt x="927709" y="92839"/>
                </a:cubicBezTo>
                <a:cubicBezTo>
                  <a:pt x="927709" y="93518"/>
                  <a:pt x="927464" y="94083"/>
                  <a:pt x="926974" y="94535"/>
                </a:cubicBezTo>
                <a:cubicBezTo>
                  <a:pt x="926484" y="94988"/>
                  <a:pt x="925673" y="95214"/>
                  <a:pt x="924542" y="95214"/>
                </a:cubicBezTo>
                <a:lnTo>
                  <a:pt x="901870" y="95214"/>
                </a:lnTo>
                <a:cubicBezTo>
                  <a:pt x="900739" y="95214"/>
                  <a:pt x="899928" y="94997"/>
                  <a:pt x="899438" y="94564"/>
                </a:cubicBezTo>
                <a:cubicBezTo>
                  <a:pt x="898948" y="94130"/>
                  <a:pt x="898703" y="93555"/>
                  <a:pt x="898703" y="92839"/>
                </a:cubicBezTo>
                <a:cubicBezTo>
                  <a:pt x="898703" y="92123"/>
                  <a:pt x="898948" y="91548"/>
                  <a:pt x="899438" y="91115"/>
                </a:cubicBezTo>
                <a:cubicBezTo>
                  <a:pt x="899928" y="90681"/>
                  <a:pt x="900739" y="90465"/>
                  <a:pt x="901870" y="90465"/>
                </a:cubicBezTo>
                <a:lnTo>
                  <a:pt x="908259" y="90465"/>
                </a:lnTo>
                <a:lnTo>
                  <a:pt x="908259" y="29062"/>
                </a:lnTo>
                <a:lnTo>
                  <a:pt x="901870" y="29062"/>
                </a:lnTo>
                <a:cubicBezTo>
                  <a:pt x="900739" y="29062"/>
                  <a:pt x="899928" y="28836"/>
                  <a:pt x="899438" y="28383"/>
                </a:cubicBezTo>
                <a:cubicBezTo>
                  <a:pt x="898948" y="27931"/>
                  <a:pt x="898703" y="27347"/>
                  <a:pt x="898703" y="26630"/>
                </a:cubicBezTo>
                <a:cubicBezTo>
                  <a:pt x="898703" y="25969"/>
                  <a:pt x="898948" y="25417"/>
                  <a:pt x="899438" y="24975"/>
                </a:cubicBezTo>
                <a:cubicBezTo>
                  <a:pt x="899928" y="24533"/>
                  <a:pt x="900739" y="24312"/>
                  <a:pt x="901870" y="24312"/>
                </a:cubicBezTo>
                <a:lnTo>
                  <a:pt x="913008" y="24312"/>
                </a:lnTo>
                <a:moveTo>
                  <a:pt x="954170" y="47353"/>
                </a:moveTo>
                <a:cubicBezTo>
                  <a:pt x="954170" y="41863"/>
                  <a:pt x="952181" y="37160"/>
                  <a:pt x="948205" y="33242"/>
                </a:cubicBezTo>
                <a:cubicBezTo>
                  <a:pt x="944228" y="29324"/>
                  <a:pt x="939375" y="27366"/>
                  <a:pt x="933645" y="27366"/>
                </a:cubicBezTo>
                <a:cubicBezTo>
                  <a:pt x="927878" y="27366"/>
                  <a:pt x="922997" y="29334"/>
                  <a:pt x="919001" y="33270"/>
                </a:cubicBezTo>
                <a:cubicBezTo>
                  <a:pt x="915006" y="37207"/>
                  <a:pt x="913008" y="41901"/>
                  <a:pt x="913008" y="47353"/>
                </a:cubicBezTo>
                <a:cubicBezTo>
                  <a:pt x="913008" y="52842"/>
                  <a:pt x="915006" y="57555"/>
                  <a:pt x="919001" y="61491"/>
                </a:cubicBezTo>
                <a:cubicBezTo>
                  <a:pt x="922997" y="65428"/>
                  <a:pt x="927878" y="67396"/>
                  <a:pt x="933645" y="67396"/>
                </a:cubicBezTo>
                <a:cubicBezTo>
                  <a:pt x="939337" y="67396"/>
                  <a:pt x="944181" y="65437"/>
                  <a:pt x="948176" y="61519"/>
                </a:cubicBezTo>
                <a:cubicBezTo>
                  <a:pt x="952172" y="57602"/>
                  <a:pt x="954170" y="52879"/>
                  <a:pt x="954170" y="47353"/>
                </a:cubicBezTo>
                <a:close/>
                <a:moveTo>
                  <a:pt x="1016364" y="32986"/>
                </a:moveTo>
                <a:lnTo>
                  <a:pt x="1016364" y="24312"/>
                </a:lnTo>
                <a:lnTo>
                  <a:pt x="1027502" y="24312"/>
                </a:lnTo>
                <a:cubicBezTo>
                  <a:pt x="1028633" y="24312"/>
                  <a:pt x="1029443" y="24533"/>
                  <a:pt x="1029933" y="24975"/>
                </a:cubicBezTo>
                <a:cubicBezTo>
                  <a:pt x="1030423" y="25417"/>
                  <a:pt x="1030668" y="25987"/>
                  <a:pt x="1030668" y="26687"/>
                </a:cubicBezTo>
                <a:cubicBezTo>
                  <a:pt x="1030668" y="27366"/>
                  <a:pt x="1030423" y="27931"/>
                  <a:pt x="1029933" y="28383"/>
                </a:cubicBezTo>
                <a:cubicBezTo>
                  <a:pt x="1029443" y="28836"/>
                  <a:pt x="1028633" y="29062"/>
                  <a:pt x="1027502" y="29062"/>
                </a:cubicBezTo>
                <a:lnTo>
                  <a:pt x="1021113" y="29062"/>
                </a:lnTo>
                <a:lnTo>
                  <a:pt x="1021113" y="76621"/>
                </a:lnTo>
                <a:cubicBezTo>
                  <a:pt x="1021113" y="79795"/>
                  <a:pt x="1020435" y="82630"/>
                  <a:pt x="1019078" y="85123"/>
                </a:cubicBezTo>
                <a:cubicBezTo>
                  <a:pt x="1018173" y="86786"/>
                  <a:pt x="1016665" y="88506"/>
                  <a:pt x="1014554" y="90283"/>
                </a:cubicBezTo>
                <a:cubicBezTo>
                  <a:pt x="1012444" y="92059"/>
                  <a:pt x="1010521" y="93325"/>
                  <a:pt x="1008787" y="94080"/>
                </a:cubicBezTo>
                <a:cubicBezTo>
                  <a:pt x="1007053" y="94836"/>
                  <a:pt x="1004735" y="95214"/>
                  <a:pt x="1001833" y="95214"/>
                </a:cubicBezTo>
                <a:lnTo>
                  <a:pt x="988376" y="95214"/>
                </a:lnTo>
                <a:cubicBezTo>
                  <a:pt x="987245" y="95214"/>
                  <a:pt x="986435" y="95000"/>
                  <a:pt x="985945" y="94571"/>
                </a:cubicBezTo>
                <a:cubicBezTo>
                  <a:pt x="985455" y="94143"/>
                  <a:pt x="985210" y="93575"/>
                  <a:pt x="985210" y="92867"/>
                </a:cubicBezTo>
                <a:cubicBezTo>
                  <a:pt x="985210" y="92160"/>
                  <a:pt x="985455" y="91582"/>
                  <a:pt x="985945" y="91134"/>
                </a:cubicBezTo>
                <a:cubicBezTo>
                  <a:pt x="986435" y="90688"/>
                  <a:pt x="987245" y="90465"/>
                  <a:pt x="988376" y="90465"/>
                </a:cubicBezTo>
                <a:lnTo>
                  <a:pt x="1002002" y="90465"/>
                </a:lnTo>
                <a:cubicBezTo>
                  <a:pt x="1004792" y="90465"/>
                  <a:pt x="1007308" y="89748"/>
                  <a:pt x="1009551" y="88314"/>
                </a:cubicBezTo>
                <a:cubicBezTo>
                  <a:pt x="1011793" y="86881"/>
                  <a:pt x="1013650" y="84787"/>
                  <a:pt x="1015120" y="82033"/>
                </a:cubicBezTo>
                <a:cubicBezTo>
                  <a:pt x="1015949" y="80449"/>
                  <a:pt x="1016364" y="78430"/>
                  <a:pt x="1016364" y="75978"/>
                </a:cubicBezTo>
                <a:lnTo>
                  <a:pt x="1016364" y="61717"/>
                </a:lnTo>
                <a:cubicBezTo>
                  <a:pt x="1011275" y="68669"/>
                  <a:pt x="1004716" y="72145"/>
                  <a:pt x="996688" y="72145"/>
                </a:cubicBezTo>
                <a:cubicBezTo>
                  <a:pt x="990167" y="72145"/>
                  <a:pt x="984541" y="69721"/>
                  <a:pt x="979810" y="64873"/>
                </a:cubicBezTo>
                <a:cubicBezTo>
                  <a:pt x="975080" y="60023"/>
                  <a:pt x="972715" y="54183"/>
                  <a:pt x="972715" y="47353"/>
                </a:cubicBezTo>
                <a:cubicBezTo>
                  <a:pt x="972715" y="40522"/>
                  <a:pt x="975080" y="34692"/>
                  <a:pt x="979810" y="29862"/>
                </a:cubicBezTo>
                <a:cubicBezTo>
                  <a:pt x="984541" y="25031"/>
                  <a:pt x="990167" y="22616"/>
                  <a:pt x="996688" y="22616"/>
                </a:cubicBezTo>
                <a:cubicBezTo>
                  <a:pt x="1004716" y="22616"/>
                  <a:pt x="1011275" y="26073"/>
                  <a:pt x="1016364" y="32986"/>
                </a:cubicBezTo>
                <a:moveTo>
                  <a:pt x="1016364" y="47353"/>
                </a:moveTo>
                <a:cubicBezTo>
                  <a:pt x="1016364" y="41750"/>
                  <a:pt x="1014451" y="37019"/>
                  <a:pt x="1010625" y="33157"/>
                </a:cubicBezTo>
                <a:cubicBezTo>
                  <a:pt x="1006799" y="29296"/>
                  <a:pt x="1002229" y="27366"/>
                  <a:pt x="996914" y="27366"/>
                </a:cubicBezTo>
                <a:cubicBezTo>
                  <a:pt x="991599" y="27366"/>
                  <a:pt x="987038" y="29306"/>
                  <a:pt x="983231" y="33186"/>
                </a:cubicBezTo>
                <a:cubicBezTo>
                  <a:pt x="979424" y="37066"/>
                  <a:pt x="977520" y="41788"/>
                  <a:pt x="977520" y="47353"/>
                </a:cubicBezTo>
                <a:cubicBezTo>
                  <a:pt x="977520" y="52955"/>
                  <a:pt x="979424" y="57696"/>
                  <a:pt x="983231" y="61576"/>
                </a:cubicBezTo>
                <a:cubicBezTo>
                  <a:pt x="987038" y="65456"/>
                  <a:pt x="991599" y="67396"/>
                  <a:pt x="996914" y="67396"/>
                </a:cubicBezTo>
                <a:cubicBezTo>
                  <a:pt x="1002229" y="67396"/>
                  <a:pt x="1006799" y="65456"/>
                  <a:pt x="1010625" y="61576"/>
                </a:cubicBezTo>
                <a:cubicBezTo>
                  <a:pt x="1014451" y="57696"/>
                  <a:pt x="1016364" y="52955"/>
                  <a:pt x="1016364" y="47353"/>
                </a:cubicBezTo>
                <a:close/>
                <a:moveTo>
                  <a:pt x="1064196" y="24312"/>
                </a:moveTo>
                <a:lnTo>
                  <a:pt x="1064196" y="36329"/>
                </a:lnTo>
                <a:cubicBezTo>
                  <a:pt x="1070378" y="30762"/>
                  <a:pt x="1075005" y="27179"/>
                  <a:pt x="1078077" y="25581"/>
                </a:cubicBezTo>
                <a:cubicBezTo>
                  <a:pt x="1081149" y="23981"/>
                  <a:pt x="1083985" y="23182"/>
                  <a:pt x="1086586" y="23182"/>
                </a:cubicBezTo>
                <a:cubicBezTo>
                  <a:pt x="1089413" y="23182"/>
                  <a:pt x="1092042" y="24140"/>
                  <a:pt x="1094474" y="26056"/>
                </a:cubicBezTo>
                <a:cubicBezTo>
                  <a:pt x="1096905" y="27973"/>
                  <a:pt x="1098120" y="29425"/>
                  <a:pt x="1098120" y="30412"/>
                </a:cubicBezTo>
                <a:cubicBezTo>
                  <a:pt x="1098120" y="31133"/>
                  <a:pt x="1097885" y="31729"/>
                  <a:pt x="1097414" y="32200"/>
                </a:cubicBezTo>
                <a:cubicBezTo>
                  <a:pt x="1096943" y="32671"/>
                  <a:pt x="1096349" y="32906"/>
                  <a:pt x="1095633" y="32906"/>
                </a:cubicBezTo>
                <a:cubicBezTo>
                  <a:pt x="1095256" y="32906"/>
                  <a:pt x="1094935" y="32841"/>
                  <a:pt x="1094671" y="32709"/>
                </a:cubicBezTo>
                <a:cubicBezTo>
                  <a:pt x="1094408" y="32577"/>
                  <a:pt x="1093918" y="32148"/>
                  <a:pt x="1093201" y="31422"/>
                </a:cubicBezTo>
                <a:cubicBezTo>
                  <a:pt x="1091882" y="30087"/>
                  <a:pt x="1090733" y="29171"/>
                  <a:pt x="1089752" y="28675"/>
                </a:cubicBezTo>
                <a:cubicBezTo>
                  <a:pt x="1088772" y="28179"/>
                  <a:pt x="1087811" y="27931"/>
                  <a:pt x="1086869" y="27931"/>
                </a:cubicBezTo>
                <a:cubicBezTo>
                  <a:pt x="1084796" y="27931"/>
                  <a:pt x="1082299" y="28760"/>
                  <a:pt x="1079377" y="30417"/>
                </a:cubicBezTo>
                <a:cubicBezTo>
                  <a:pt x="1076456" y="32074"/>
                  <a:pt x="1071396" y="36123"/>
                  <a:pt x="1064196" y="42564"/>
                </a:cubicBezTo>
                <a:lnTo>
                  <a:pt x="1064196" y="68640"/>
                </a:lnTo>
                <a:lnTo>
                  <a:pt x="1085229" y="68640"/>
                </a:lnTo>
                <a:cubicBezTo>
                  <a:pt x="1086398" y="68640"/>
                  <a:pt x="1087227" y="68857"/>
                  <a:pt x="1087717" y="69290"/>
                </a:cubicBezTo>
                <a:cubicBezTo>
                  <a:pt x="1088207" y="69724"/>
                  <a:pt x="1088452" y="70298"/>
                  <a:pt x="1088452" y="71015"/>
                </a:cubicBezTo>
                <a:cubicBezTo>
                  <a:pt x="1088452" y="71693"/>
                  <a:pt x="1088207" y="72259"/>
                  <a:pt x="1087717" y="72711"/>
                </a:cubicBezTo>
                <a:cubicBezTo>
                  <a:pt x="1087227" y="73163"/>
                  <a:pt x="1086398" y="73389"/>
                  <a:pt x="1085229" y="73389"/>
                </a:cubicBezTo>
                <a:lnTo>
                  <a:pt x="1047969" y="73389"/>
                </a:lnTo>
                <a:cubicBezTo>
                  <a:pt x="1046838" y="73389"/>
                  <a:pt x="1046028" y="73167"/>
                  <a:pt x="1045538" y="72723"/>
                </a:cubicBezTo>
                <a:cubicBezTo>
                  <a:pt x="1045048" y="72279"/>
                  <a:pt x="1044803" y="71710"/>
                  <a:pt x="1044803" y="71015"/>
                </a:cubicBezTo>
                <a:cubicBezTo>
                  <a:pt x="1044803" y="70374"/>
                  <a:pt x="1045038" y="69837"/>
                  <a:pt x="1045510" y="69403"/>
                </a:cubicBezTo>
                <a:cubicBezTo>
                  <a:pt x="1045981" y="68970"/>
                  <a:pt x="1046801" y="68753"/>
                  <a:pt x="1047969" y="68753"/>
                </a:cubicBezTo>
                <a:lnTo>
                  <a:pt x="1059447" y="68753"/>
                </a:lnTo>
                <a:lnTo>
                  <a:pt x="1059447" y="29062"/>
                </a:lnTo>
                <a:lnTo>
                  <a:pt x="1050683" y="29062"/>
                </a:lnTo>
                <a:cubicBezTo>
                  <a:pt x="1049552" y="29062"/>
                  <a:pt x="1048742" y="28836"/>
                  <a:pt x="1048252" y="28383"/>
                </a:cubicBezTo>
                <a:cubicBezTo>
                  <a:pt x="1047762" y="27931"/>
                  <a:pt x="1047517" y="27347"/>
                  <a:pt x="1047517" y="26630"/>
                </a:cubicBezTo>
                <a:cubicBezTo>
                  <a:pt x="1047517" y="25969"/>
                  <a:pt x="1047752" y="25417"/>
                  <a:pt x="1048224" y="24975"/>
                </a:cubicBezTo>
                <a:cubicBezTo>
                  <a:pt x="1048695" y="24533"/>
                  <a:pt x="1049515" y="24312"/>
                  <a:pt x="1050683" y="24312"/>
                </a:cubicBezTo>
                <a:lnTo>
                  <a:pt x="1064196" y="24312"/>
                </a:lnTo>
                <a:close/>
                <a:moveTo>
                  <a:pt x="1153021" y="73389"/>
                </a:moveTo>
                <a:lnTo>
                  <a:pt x="1153021" y="66491"/>
                </a:lnTo>
                <a:cubicBezTo>
                  <a:pt x="1146123" y="72296"/>
                  <a:pt x="1138754" y="75199"/>
                  <a:pt x="1130913" y="75199"/>
                </a:cubicBezTo>
                <a:cubicBezTo>
                  <a:pt x="1125222" y="75199"/>
                  <a:pt x="1120774" y="73757"/>
                  <a:pt x="1117570" y="70873"/>
                </a:cubicBezTo>
                <a:cubicBezTo>
                  <a:pt x="1114366" y="67990"/>
                  <a:pt x="1112764" y="64456"/>
                  <a:pt x="1112764" y="60272"/>
                </a:cubicBezTo>
                <a:cubicBezTo>
                  <a:pt x="1112764" y="55673"/>
                  <a:pt x="1114875" y="51659"/>
                  <a:pt x="1119096" y="48229"/>
                </a:cubicBezTo>
                <a:cubicBezTo>
                  <a:pt x="1123318" y="44799"/>
                  <a:pt x="1129481" y="43084"/>
                  <a:pt x="1137585" y="43084"/>
                </a:cubicBezTo>
                <a:cubicBezTo>
                  <a:pt x="1139771" y="43084"/>
                  <a:pt x="1142146" y="43225"/>
                  <a:pt x="1144709" y="43508"/>
                </a:cubicBezTo>
                <a:cubicBezTo>
                  <a:pt x="1147272" y="43790"/>
                  <a:pt x="1150043" y="44233"/>
                  <a:pt x="1153021" y="44836"/>
                </a:cubicBezTo>
                <a:lnTo>
                  <a:pt x="1153021" y="37098"/>
                </a:lnTo>
                <a:cubicBezTo>
                  <a:pt x="1153021" y="34479"/>
                  <a:pt x="1151814" y="32203"/>
                  <a:pt x="1149402" y="30269"/>
                </a:cubicBezTo>
                <a:cubicBezTo>
                  <a:pt x="1146990" y="28333"/>
                  <a:pt x="1143371" y="27366"/>
                  <a:pt x="1138546" y="27366"/>
                </a:cubicBezTo>
                <a:cubicBezTo>
                  <a:pt x="1134852" y="27366"/>
                  <a:pt x="1129669" y="28456"/>
                  <a:pt x="1122998" y="30636"/>
                </a:cubicBezTo>
                <a:cubicBezTo>
                  <a:pt x="1121791" y="31019"/>
                  <a:pt x="1121019" y="31210"/>
                  <a:pt x="1120680" y="31210"/>
                </a:cubicBezTo>
                <a:cubicBezTo>
                  <a:pt x="1120076" y="31210"/>
                  <a:pt x="1119558" y="30984"/>
                  <a:pt x="1119125" y="30532"/>
                </a:cubicBezTo>
                <a:cubicBezTo>
                  <a:pt x="1118691" y="30079"/>
                  <a:pt x="1118474" y="29514"/>
                  <a:pt x="1118474" y="28836"/>
                </a:cubicBezTo>
                <a:cubicBezTo>
                  <a:pt x="1118474" y="28195"/>
                  <a:pt x="1118663" y="27686"/>
                  <a:pt x="1119040" y="27309"/>
                </a:cubicBezTo>
                <a:cubicBezTo>
                  <a:pt x="1119568" y="26744"/>
                  <a:pt x="1121697" y="25971"/>
                  <a:pt x="1125429" y="24991"/>
                </a:cubicBezTo>
                <a:cubicBezTo>
                  <a:pt x="1131309" y="23408"/>
                  <a:pt x="1135757" y="22616"/>
                  <a:pt x="1138772" y="22616"/>
                </a:cubicBezTo>
                <a:cubicBezTo>
                  <a:pt x="1144766" y="22616"/>
                  <a:pt x="1149440" y="24099"/>
                  <a:pt x="1152794" y="27065"/>
                </a:cubicBezTo>
                <a:cubicBezTo>
                  <a:pt x="1156149" y="30031"/>
                  <a:pt x="1157827" y="33385"/>
                  <a:pt x="1157827" y="37126"/>
                </a:cubicBezTo>
                <a:lnTo>
                  <a:pt x="1157827" y="68640"/>
                </a:lnTo>
                <a:lnTo>
                  <a:pt x="1164159" y="68640"/>
                </a:lnTo>
                <a:cubicBezTo>
                  <a:pt x="1165328" y="68640"/>
                  <a:pt x="1166157" y="68857"/>
                  <a:pt x="1166647" y="69290"/>
                </a:cubicBezTo>
                <a:cubicBezTo>
                  <a:pt x="1167137" y="69724"/>
                  <a:pt x="1167382" y="70298"/>
                  <a:pt x="1167382" y="71015"/>
                </a:cubicBezTo>
                <a:cubicBezTo>
                  <a:pt x="1167382" y="71693"/>
                  <a:pt x="1167137" y="72259"/>
                  <a:pt x="1166647" y="72711"/>
                </a:cubicBezTo>
                <a:cubicBezTo>
                  <a:pt x="1166157" y="73163"/>
                  <a:pt x="1165328" y="73389"/>
                  <a:pt x="1164159" y="73389"/>
                </a:cubicBezTo>
                <a:lnTo>
                  <a:pt x="1153021" y="73389"/>
                </a:lnTo>
                <a:moveTo>
                  <a:pt x="1153021" y="49699"/>
                </a:moveTo>
                <a:cubicBezTo>
                  <a:pt x="1150797" y="49058"/>
                  <a:pt x="1148441" y="48587"/>
                  <a:pt x="1145953" y="48285"/>
                </a:cubicBezTo>
                <a:cubicBezTo>
                  <a:pt x="1143465" y="47984"/>
                  <a:pt x="1140846" y="47833"/>
                  <a:pt x="1138094" y="47833"/>
                </a:cubicBezTo>
                <a:cubicBezTo>
                  <a:pt x="1131196" y="47833"/>
                  <a:pt x="1125806" y="49322"/>
                  <a:pt x="1121923" y="52300"/>
                </a:cubicBezTo>
                <a:cubicBezTo>
                  <a:pt x="1118983" y="54524"/>
                  <a:pt x="1117513" y="57181"/>
                  <a:pt x="1117513" y="60272"/>
                </a:cubicBezTo>
                <a:cubicBezTo>
                  <a:pt x="1117513" y="63137"/>
                  <a:pt x="1118635" y="65549"/>
                  <a:pt x="1120877" y="67509"/>
                </a:cubicBezTo>
                <a:cubicBezTo>
                  <a:pt x="1123120" y="69469"/>
                  <a:pt x="1126390" y="70449"/>
                  <a:pt x="1130687" y="70449"/>
                </a:cubicBezTo>
                <a:cubicBezTo>
                  <a:pt x="1134796" y="70449"/>
                  <a:pt x="1138612" y="69629"/>
                  <a:pt x="1142137" y="67990"/>
                </a:cubicBezTo>
                <a:cubicBezTo>
                  <a:pt x="1145661" y="66350"/>
                  <a:pt x="1149289" y="63740"/>
                  <a:pt x="1153021" y="60159"/>
                </a:cubicBezTo>
                <a:lnTo>
                  <a:pt x="1153021" y="49699"/>
                </a:lnTo>
                <a:close/>
                <a:moveTo>
                  <a:pt x="1232120" y="2375"/>
                </a:moveTo>
                <a:lnTo>
                  <a:pt x="1232120" y="68640"/>
                </a:lnTo>
                <a:lnTo>
                  <a:pt x="1238452" y="68640"/>
                </a:lnTo>
                <a:cubicBezTo>
                  <a:pt x="1239621" y="68640"/>
                  <a:pt x="1240450" y="68857"/>
                  <a:pt x="1240940" y="69290"/>
                </a:cubicBezTo>
                <a:cubicBezTo>
                  <a:pt x="1241430" y="69724"/>
                  <a:pt x="1241675" y="70298"/>
                  <a:pt x="1241675" y="71015"/>
                </a:cubicBezTo>
                <a:cubicBezTo>
                  <a:pt x="1241675" y="71661"/>
                  <a:pt x="1241430" y="72200"/>
                  <a:pt x="1240940" y="72631"/>
                </a:cubicBezTo>
                <a:cubicBezTo>
                  <a:pt x="1240450" y="73061"/>
                  <a:pt x="1239621" y="73276"/>
                  <a:pt x="1238452" y="73276"/>
                </a:cubicBezTo>
                <a:lnTo>
                  <a:pt x="1227314" y="73276"/>
                </a:lnTo>
                <a:lnTo>
                  <a:pt x="1227314" y="63873"/>
                </a:lnTo>
                <a:cubicBezTo>
                  <a:pt x="1221811" y="71423"/>
                  <a:pt x="1214819" y="75199"/>
                  <a:pt x="1206338" y="75199"/>
                </a:cubicBezTo>
                <a:cubicBezTo>
                  <a:pt x="1202041" y="75199"/>
                  <a:pt x="1197922" y="74057"/>
                  <a:pt x="1193984" y="71774"/>
                </a:cubicBezTo>
                <a:cubicBezTo>
                  <a:pt x="1190045" y="69492"/>
                  <a:pt x="1186935" y="66237"/>
                  <a:pt x="1184654" y="62011"/>
                </a:cubicBezTo>
                <a:cubicBezTo>
                  <a:pt x="1182374" y="57784"/>
                  <a:pt x="1181234" y="53426"/>
                  <a:pt x="1181234" y="48936"/>
                </a:cubicBezTo>
                <a:cubicBezTo>
                  <a:pt x="1181234" y="44408"/>
                  <a:pt x="1182374" y="40040"/>
                  <a:pt x="1184654" y="35832"/>
                </a:cubicBezTo>
                <a:cubicBezTo>
                  <a:pt x="1186935" y="31625"/>
                  <a:pt x="1190045" y="28370"/>
                  <a:pt x="1193984" y="26069"/>
                </a:cubicBezTo>
                <a:cubicBezTo>
                  <a:pt x="1197922" y="23767"/>
                  <a:pt x="1202059" y="22616"/>
                  <a:pt x="1206394" y="22616"/>
                </a:cubicBezTo>
                <a:cubicBezTo>
                  <a:pt x="1214687" y="22616"/>
                  <a:pt x="1221660" y="26373"/>
                  <a:pt x="1227314" y="33885"/>
                </a:cubicBezTo>
                <a:lnTo>
                  <a:pt x="1227314" y="7124"/>
                </a:lnTo>
                <a:lnTo>
                  <a:pt x="1220982" y="7124"/>
                </a:lnTo>
                <a:cubicBezTo>
                  <a:pt x="1219813" y="7124"/>
                  <a:pt x="1218984" y="6903"/>
                  <a:pt x="1218494" y="6461"/>
                </a:cubicBezTo>
                <a:cubicBezTo>
                  <a:pt x="1218004" y="6020"/>
                  <a:pt x="1217759" y="5449"/>
                  <a:pt x="1217759" y="4749"/>
                </a:cubicBezTo>
                <a:cubicBezTo>
                  <a:pt x="1217759" y="4071"/>
                  <a:pt x="1218004" y="3506"/>
                  <a:pt x="1218494" y="3053"/>
                </a:cubicBezTo>
                <a:cubicBezTo>
                  <a:pt x="1218984" y="2601"/>
                  <a:pt x="1219813" y="2375"/>
                  <a:pt x="1220982" y="2375"/>
                </a:cubicBezTo>
                <a:lnTo>
                  <a:pt x="1232120" y="2375"/>
                </a:lnTo>
                <a:moveTo>
                  <a:pt x="1227314" y="48907"/>
                </a:moveTo>
                <a:cubicBezTo>
                  <a:pt x="1227314" y="42861"/>
                  <a:pt x="1225279" y="37760"/>
                  <a:pt x="1221208" y="33603"/>
                </a:cubicBezTo>
                <a:cubicBezTo>
                  <a:pt x="1217137" y="29445"/>
                  <a:pt x="1212293" y="27366"/>
                  <a:pt x="1206677" y="27366"/>
                </a:cubicBezTo>
                <a:cubicBezTo>
                  <a:pt x="1201023" y="27366"/>
                  <a:pt x="1196160" y="29445"/>
                  <a:pt x="1192089" y="33603"/>
                </a:cubicBezTo>
                <a:cubicBezTo>
                  <a:pt x="1188019" y="37760"/>
                  <a:pt x="1185983" y="42861"/>
                  <a:pt x="1185983" y="48907"/>
                </a:cubicBezTo>
                <a:cubicBezTo>
                  <a:pt x="1185983" y="54916"/>
                  <a:pt x="1188019" y="60009"/>
                  <a:pt x="1192089" y="64186"/>
                </a:cubicBezTo>
                <a:cubicBezTo>
                  <a:pt x="1196160" y="68361"/>
                  <a:pt x="1201023" y="70449"/>
                  <a:pt x="1206677" y="70449"/>
                </a:cubicBezTo>
                <a:cubicBezTo>
                  <a:pt x="1212293" y="70449"/>
                  <a:pt x="1217137" y="68361"/>
                  <a:pt x="1221208" y="64186"/>
                </a:cubicBezTo>
                <a:cubicBezTo>
                  <a:pt x="1225279" y="60009"/>
                  <a:pt x="1227314" y="54916"/>
                  <a:pt x="1227314" y="48907"/>
                </a:cubicBezTo>
                <a:close/>
                <a:moveTo>
                  <a:pt x="1304039" y="49982"/>
                </a:moveTo>
                <a:lnTo>
                  <a:pt x="1255641" y="49982"/>
                </a:lnTo>
                <a:cubicBezTo>
                  <a:pt x="1256470" y="56126"/>
                  <a:pt x="1259042" y="61073"/>
                  <a:pt x="1263358" y="64823"/>
                </a:cubicBezTo>
                <a:cubicBezTo>
                  <a:pt x="1267674" y="68574"/>
                  <a:pt x="1273017" y="70449"/>
                  <a:pt x="1279387" y="70449"/>
                </a:cubicBezTo>
                <a:cubicBezTo>
                  <a:pt x="1282931" y="70449"/>
                  <a:pt x="1286643" y="69865"/>
                  <a:pt x="1290526" y="68697"/>
                </a:cubicBezTo>
                <a:cubicBezTo>
                  <a:pt x="1294408" y="67528"/>
                  <a:pt x="1297575" y="65983"/>
                  <a:pt x="1300025" y="64060"/>
                </a:cubicBezTo>
                <a:cubicBezTo>
                  <a:pt x="1300741" y="63495"/>
                  <a:pt x="1301363" y="63212"/>
                  <a:pt x="1301891" y="63212"/>
                </a:cubicBezTo>
                <a:cubicBezTo>
                  <a:pt x="1302494" y="63212"/>
                  <a:pt x="1303021" y="63448"/>
                  <a:pt x="1303474" y="63919"/>
                </a:cubicBezTo>
                <a:cubicBezTo>
                  <a:pt x="1303926" y="64390"/>
                  <a:pt x="1304152" y="64946"/>
                  <a:pt x="1304152" y="65587"/>
                </a:cubicBezTo>
                <a:cubicBezTo>
                  <a:pt x="1304152" y="66228"/>
                  <a:pt x="1303851" y="66850"/>
                  <a:pt x="1303247" y="67453"/>
                </a:cubicBezTo>
                <a:cubicBezTo>
                  <a:pt x="1301438" y="69337"/>
                  <a:pt x="1298225" y="71099"/>
                  <a:pt x="1293607" y="72739"/>
                </a:cubicBezTo>
                <a:cubicBezTo>
                  <a:pt x="1288990" y="74379"/>
                  <a:pt x="1284250" y="75199"/>
                  <a:pt x="1279387" y="75199"/>
                </a:cubicBezTo>
                <a:cubicBezTo>
                  <a:pt x="1271246" y="75199"/>
                  <a:pt x="1264451" y="72529"/>
                  <a:pt x="1259005" y="67189"/>
                </a:cubicBezTo>
                <a:cubicBezTo>
                  <a:pt x="1253558" y="61850"/>
                  <a:pt x="1250835" y="55388"/>
                  <a:pt x="1250835" y="47803"/>
                </a:cubicBezTo>
                <a:cubicBezTo>
                  <a:pt x="1250835" y="40898"/>
                  <a:pt x="1253388" y="34974"/>
                  <a:pt x="1258496" y="30032"/>
                </a:cubicBezTo>
                <a:cubicBezTo>
                  <a:pt x="1263603" y="25088"/>
                  <a:pt x="1269926" y="22616"/>
                  <a:pt x="1277465" y="22616"/>
                </a:cubicBezTo>
                <a:cubicBezTo>
                  <a:pt x="1285230" y="22616"/>
                  <a:pt x="1291619" y="25156"/>
                  <a:pt x="1296632" y="30237"/>
                </a:cubicBezTo>
                <a:cubicBezTo>
                  <a:pt x="1301645" y="35317"/>
                  <a:pt x="1304114" y="41899"/>
                  <a:pt x="1304039" y="49982"/>
                </a:cubicBezTo>
                <a:moveTo>
                  <a:pt x="1299233" y="45232"/>
                </a:moveTo>
                <a:cubicBezTo>
                  <a:pt x="1298291" y="39942"/>
                  <a:pt x="1295812" y="35642"/>
                  <a:pt x="1291798" y="32332"/>
                </a:cubicBezTo>
                <a:cubicBezTo>
                  <a:pt x="1287784" y="29021"/>
                  <a:pt x="1283006" y="27366"/>
                  <a:pt x="1277465" y="27366"/>
                </a:cubicBezTo>
                <a:cubicBezTo>
                  <a:pt x="1271924" y="27366"/>
                  <a:pt x="1267156" y="29002"/>
                  <a:pt x="1263160" y="32276"/>
                </a:cubicBezTo>
                <a:cubicBezTo>
                  <a:pt x="1259165" y="35548"/>
                  <a:pt x="1256677" y="39867"/>
                  <a:pt x="1255697" y="45232"/>
                </a:cubicBezTo>
                <a:lnTo>
                  <a:pt x="1299233" y="452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GET/dogHTTP/1.1">
            <a:extLst xmlns:a="http://schemas.openxmlformats.org/drawingml/2006/main">
              <a:ext uri="{FF2B5EF4-FFF2-40B4-BE49-F238E27FC236}">
                <a16:creationId xmlns:a16="http://schemas.microsoft.com/office/drawing/2014/main" id="{C3753828-ACF9-4FFF-A837-F3E2FB69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912" y="1206276"/>
            <a:ext cx="1161106" cy="100303"/>
          </a:xfrm>
          <a:custGeom xmlns:a="http://schemas.openxmlformats.org/drawingml/2006/main">
            <a:pathLst>
              <a:path w="1161106" h="100303">
                <a:moveTo>
                  <a:pt x="53318" y="53939"/>
                </a:moveTo>
                <a:lnTo>
                  <a:pt x="53318" y="74241"/>
                </a:lnTo>
                <a:cubicBezTo>
                  <a:pt x="49699" y="76238"/>
                  <a:pt x="46090" y="77744"/>
                  <a:pt x="42490" y="78761"/>
                </a:cubicBezTo>
                <a:cubicBezTo>
                  <a:pt x="38890" y="79778"/>
                  <a:pt x="35300" y="80287"/>
                  <a:pt x="31719" y="80287"/>
                </a:cubicBezTo>
                <a:cubicBezTo>
                  <a:pt x="26630" y="80287"/>
                  <a:pt x="22154" y="79535"/>
                  <a:pt x="18291" y="78029"/>
                </a:cubicBezTo>
                <a:cubicBezTo>
                  <a:pt x="14427" y="76524"/>
                  <a:pt x="11157" y="74417"/>
                  <a:pt x="8481" y="71707"/>
                </a:cubicBezTo>
                <a:cubicBezTo>
                  <a:pt x="5805" y="68998"/>
                  <a:pt x="3722" y="65969"/>
                  <a:pt x="2233" y="62620"/>
                </a:cubicBezTo>
                <a:cubicBezTo>
                  <a:pt x="744" y="59270"/>
                  <a:pt x="0" y="55017"/>
                  <a:pt x="0" y="49862"/>
                </a:cubicBezTo>
                <a:lnTo>
                  <a:pt x="0" y="41168"/>
                </a:lnTo>
                <a:cubicBezTo>
                  <a:pt x="0" y="35975"/>
                  <a:pt x="1291" y="30923"/>
                  <a:pt x="3873" y="26012"/>
                </a:cubicBezTo>
                <a:cubicBezTo>
                  <a:pt x="6455" y="21101"/>
                  <a:pt x="9989" y="17348"/>
                  <a:pt x="14474" y="14752"/>
                </a:cubicBezTo>
                <a:cubicBezTo>
                  <a:pt x="18960" y="12154"/>
                  <a:pt x="23841" y="10856"/>
                  <a:pt x="29118" y="10856"/>
                </a:cubicBezTo>
                <a:cubicBezTo>
                  <a:pt x="36770" y="10856"/>
                  <a:pt x="43235" y="12945"/>
                  <a:pt x="48512" y="17125"/>
                </a:cubicBezTo>
                <a:cubicBezTo>
                  <a:pt x="48512" y="15259"/>
                  <a:pt x="48578" y="14136"/>
                  <a:pt x="48709" y="13755"/>
                </a:cubicBezTo>
                <a:cubicBezTo>
                  <a:pt x="48841" y="13374"/>
                  <a:pt x="49115" y="13040"/>
                  <a:pt x="49529" y="12755"/>
                </a:cubicBezTo>
                <a:cubicBezTo>
                  <a:pt x="49944" y="12469"/>
                  <a:pt x="50415" y="12326"/>
                  <a:pt x="50943" y="12326"/>
                </a:cubicBezTo>
                <a:cubicBezTo>
                  <a:pt x="51621" y="12326"/>
                  <a:pt x="52187" y="12571"/>
                  <a:pt x="52639" y="13061"/>
                </a:cubicBezTo>
                <a:cubicBezTo>
                  <a:pt x="53091" y="13551"/>
                  <a:pt x="53318" y="14361"/>
                  <a:pt x="53318" y="15492"/>
                </a:cubicBezTo>
                <a:lnTo>
                  <a:pt x="53318" y="26235"/>
                </a:lnTo>
                <a:cubicBezTo>
                  <a:pt x="53318" y="27403"/>
                  <a:pt x="53091" y="28223"/>
                  <a:pt x="52639" y="28694"/>
                </a:cubicBezTo>
                <a:cubicBezTo>
                  <a:pt x="52187" y="29165"/>
                  <a:pt x="51621" y="29401"/>
                  <a:pt x="50943" y="29401"/>
                </a:cubicBezTo>
                <a:cubicBezTo>
                  <a:pt x="50302" y="29401"/>
                  <a:pt x="49765" y="29185"/>
                  <a:pt x="49331" y="28754"/>
                </a:cubicBezTo>
                <a:cubicBezTo>
                  <a:pt x="48898" y="28322"/>
                  <a:pt x="48662" y="27562"/>
                  <a:pt x="48625" y="26473"/>
                </a:cubicBezTo>
                <a:cubicBezTo>
                  <a:pt x="48399" y="23282"/>
                  <a:pt x="46316" y="20673"/>
                  <a:pt x="42377" y="18646"/>
                </a:cubicBezTo>
                <a:cubicBezTo>
                  <a:pt x="38438" y="16619"/>
                  <a:pt x="34150" y="15605"/>
                  <a:pt x="29514" y="15605"/>
                </a:cubicBezTo>
                <a:cubicBezTo>
                  <a:pt x="25142" y="15605"/>
                  <a:pt x="21193" y="16555"/>
                  <a:pt x="17669" y="18455"/>
                </a:cubicBezTo>
                <a:cubicBezTo>
                  <a:pt x="14145" y="20355"/>
                  <a:pt x="10856" y="23976"/>
                  <a:pt x="7803" y="29318"/>
                </a:cubicBezTo>
                <a:cubicBezTo>
                  <a:pt x="5767" y="32818"/>
                  <a:pt x="4749" y="36787"/>
                  <a:pt x="4749" y="41227"/>
                </a:cubicBezTo>
                <a:lnTo>
                  <a:pt x="4749" y="49860"/>
                </a:lnTo>
                <a:cubicBezTo>
                  <a:pt x="4749" y="57724"/>
                  <a:pt x="7162" y="63969"/>
                  <a:pt x="11987" y="68598"/>
                </a:cubicBezTo>
                <a:cubicBezTo>
                  <a:pt x="16811" y="73224"/>
                  <a:pt x="23464" y="75538"/>
                  <a:pt x="31945" y="75538"/>
                </a:cubicBezTo>
                <a:cubicBezTo>
                  <a:pt x="34810" y="75538"/>
                  <a:pt x="37467" y="75237"/>
                  <a:pt x="39917" y="74635"/>
                </a:cubicBezTo>
                <a:cubicBezTo>
                  <a:pt x="42368" y="74033"/>
                  <a:pt x="45232" y="72980"/>
                  <a:pt x="48512" y="71476"/>
                </a:cubicBezTo>
                <a:lnTo>
                  <a:pt x="48512" y="53826"/>
                </a:lnTo>
                <a:lnTo>
                  <a:pt x="32171" y="53826"/>
                </a:lnTo>
                <a:cubicBezTo>
                  <a:pt x="31041" y="53826"/>
                  <a:pt x="30230" y="53610"/>
                  <a:pt x="29740" y="53176"/>
                </a:cubicBezTo>
                <a:cubicBezTo>
                  <a:pt x="29250" y="52743"/>
                  <a:pt x="29005" y="52168"/>
                  <a:pt x="29005" y="51452"/>
                </a:cubicBezTo>
                <a:cubicBezTo>
                  <a:pt x="29005" y="50752"/>
                  <a:pt x="29250" y="50181"/>
                  <a:pt x="29740" y="49740"/>
                </a:cubicBezTo>
                <a:cubicBezTo>
                  <a:pt x="30230" y="49298"/>
                  <a:pt x="31041" y="49077"/>
                  <a:pt x="32171" y="49077"/>
                </a:cubicBezTo>
                <a:lnTo>
                  <a:pt x="55014" y="49190"/>
                </a:lnTo>
                <a:cubicBezTo>
                  <a:pt x="56145" y="49190"/>
                  <a:pt x="56955" y="49407"/>
                  <a:pt x="57445" y="49840"/>
                </a:cubicBezTo>
                <a:cubicBezTo>
                  <a:pt x="57935" y="50274"/>
                  <a:pt x="58180" y="50849"/>
                  <a:pt x="58180" y="51565"/>
                </a:cubicBezTo>
                <a:cubicBezTo>
                  <a:pt x="58180" y="52055"/>
                  <a:pt x="58029" y="52507"/>
                  <a:pt x="57728" y="52922"/>
                </a:cubicBezTo>
                <a:cubicBezTo>
                  <a:pt x="57426" y="53336"/>
                  <a:pt x="57087" y="53610"/>
                  <a:pt x="56710" y="53742"/>
                </a:cubicBezTo>
                <a:cubicBezTo>
                  <a:pt x="56333" y="53874"/>
                  <a:pt x="55202" y="53939"/>
                  <a:pt x="53318" y="53939"/>
                </a:cubicBezTo>
                <a:close/>
                <a:moveTo>
                  <a:pt x="81531" y="46476"/>
                </a:moveTo>
                <a:lnTo>
                  <a:pt x="81531" y="73729"/>
                </a:lnTo>
                <a:lnTo>
                  <a:pt x="118056" y="73729"/>
                </a:lnTo>
                <a:lnTo>
                  <a:pt x="118056" y="59707"/>
                </a:lnTo>
                <a:cubicBezTo>
                  <a:pt x="118056" y="58576"/>
                  <a:pt x="118272" y="57765"/>
                  <a:pt x="118706" y="57275"/>
                </a:cubicBezTo>
                <a:cubicBezTo>
                  <a:pt x="119139" y="56785"/>
                  <a:pt x="119714" y="56540"/>
                  <a:pt x="120430" y="56540"/>
                </a:cubicBezTo>
                <a:cubicBezTo>
                  <a:pt x="121147" y="56540"/>
                  <a:pt x="121721" y="56785"/>
                  <a:pt x="122155" y="57275"/>
                </a:cubicBezTo>
                <a:cubicBezTo>
                  <a:pt x="122588" y="57765"/>
                  <a:pt x="122805" y="58576"/>
                  <a:pt x="122805" y="59707"/>
                </a:cubicBezTo>
                <a:lnTo>
                  <a:pt x="122805" y="78478"/>
                </a:lnTo>
                <a:lnTo>
                  <a:pt x="70392" y="78478"/>
                </a:lnTo>
                <a:cubicBezTo>
                  <a:pt x="69261" y="78478"/>
                  <a:pt x="68451" y="78252"/>
                  <a:pt x="67961" y="77800"/>
                </a:cubicBezTo>
                <a:cubicBezTo>
                  <a:pt x="67471" y="77347"/>
                  <a:pt x="67226" y="76782"/>
                  <a:pt x="67226" y="76103"/>
                </a:cubicBezTo>
                <a:cubicBezTo>
                  <a:pt x="67226" y="75387"/>
                  <a:pt x="67471" y="74812"/>
                  <a:pt x="67961" y="74379"/>
                </a:cubicBezTo>
                <a:cubicBezTo>
                  <a:pt x="68451" y="73945"/>
                  <a:pt x="69261" y="73729"/>
                  <a:pt x="70392" y="73729"/>
                </a:cubicBezTo>
                <a:lnTo>
                  <a:pt x="76781" y="73729"/>
                </a:lnTo>
                <a:lnTo>
                  <a:pt x="76781" y="17075"/>
                </a:lnTo>
                <a:lnTo>
                  <a:pt x="70392" y="17075"/>
                </a:lnTo>
                <a:cubicBezTo>
                  <a:pt x="69261" y="17075"/>
                  <a:pt x="68451" y="16858"/>
                  <a:pt x="67961" y="16425"/>
                </a:cubicBezTo>
                <a:cubicBezTo>
                  <a:pt x="67471" y="15991"/>
                  <a:pt x="67226" y="15417"/>
                  <a:pt x="67226" y="14700"/>
                </a:cubicBezTo>
                <a:cubicBezTo>
                  <a:pt x="67226" y="13984"/>
                  <a:pt x="67471" y="13409"/>
                  <a:pt x="67961" y="12976"/>
                </a:cubicBezTo>
                <a:cubicBezTo>
                  <a:pt x="68451" y="12543"/>
                  <a:pt x="69261" y="12326"/>
                  <a:pt x="70392" y="12326"/>
                </a:cubicBezTo>
                <a:lnTo>
                  <a:pt x="120317" y="12326"/>
                </a:lnTo>
                <a:lnTo>
                  <a:pt x="120317" y="28722"/>
                </a:lnTo>
                <a:cubicBezTo>
                  <a:pt x="120317" y="29853"/>
                  <a:pt x="120101" y="30664"/>
                  <a:pt x="119667" y="31154"/>
                </a:cubicBezTo>
                <a:cubicBezTo>
                  <a:pt x="119234" y="31644"/>
                  <a:pt x="118659" y="31889"/>
                  <a:pt x="117943" y="31889"/>
                </a:cubicBezTo>
                <a:cubicBezTo>
                  <a:pt x="117226" y="31889"/>
                  <a:pt x="116652" y="31644"/>
                  <a:pt x="116218" y="31154"/>
                </a:cubicBezTo>
                <a:cubicBezTo>
                  <a:pt x="115785" y="30664"/>
                  <a:pt x="115568" y="29853"/>
                  <a:pt x="115568" y="28722"/>
                </a:cubicBezTo>
                <a:lnTo>
                  <a:pt x="115568" y="17075"/>
                </a:lnTo>
                <a:lnTo>
                  <a:pt x="81531" y="17075"/>
                </a:lnTo>
                <a:lnTo>
                  <a:pt x="81531" y="41727"/>
                </a:lnTo>
                <a:lnTo>
                  <a:pt x="98549" y="41727"/>
                </a:lnTo>
                <a:lnTo>
                  <a:pt x="98549" y="36299"/>
                </a:lnTo>
                <a:cubicBezTo>
                  <a:pt x="98549" y="35168"/>
                  <a:pt x="98775" y="34358"/>
                  <a:pt x="99228" y="33868"/>
                </a:cubicBezTo>
                <a:cubicBezTo>
                  <a:pt x="99680" y="33378"/>
                  <a:pt x="100264" y="33133"/>
                  <a:pt x="100981" y="33133"/>
                </a:cubicBezTo>
                <a:cubicBezTo>
                  <a:pt x="101659" y="33133"/>
                  <a:pt x="102224" y="33378"/>
                  <a:pt x="102677" y="33868"/>
                </a:cubicBezTo>
                <a:cubicBezTo>
                  <a:pt x="103129" y="34358"/>
                  <a:pt x="103355" y="35168"/>
                  <a:pt x="103355" y="36299"/>
                </a:cubicBezTo>
                <a:lnTo>
                  <a:pt x="103355" y="51904"/>
                </a:lnTo>
                <a:cubicBezTo>
                  <a:pt x="103355" y="53035"/>
                  <a:pt x="103129" y="53845"/>
                  <a:pt x="102677" y="54335"/>
                </a:cubicBezTo>
                <a:cubicBezTo>
                  <a:pt x="102224" y="54825"/>
                  <a:pt x="101659" y="55070"/>
                  <a:pt x="100981" y="55070"/>
                </a:cubicBezTo>
                <a:cubicBezTo>
                  <a:pt x="100264" y="55070"/>
                  <a:pt x="99680" y="54825"/>
                  <a:pt x="99228" y="54335"/>
                </a:cubicBezTo>
                <a:cubicBezTo>
                  <a:pt x="98775" y="53845"/>
                  <a:pt x="98549" y="53035"/>
                  <a:pt x="98549" y="51904"/>
                </a:cubicBezTo>
                <a:lnTo>
                  <a:pt x="98549" y="46476"/>
                </a:lnTo>
                <a:lnTo>
                  <a:pt x="81531" y="46476"/>
                </a:lnTo>
                <a:close/>
                <a:moveTo>
                  <a:pt x="168828" y="17075"/>
                </a:moveTo>
                <a:lnTo>
                  <a:pt x="168828" y="73729"/>
                </a:lnTo>
                <a:lnTo>
                  <a:pt x="181154" y="73729"/>
                </a:lnTo>
                <a:cubicBezTo>
                  <a:pt x="182285" y="73729"/>
                  <a:pt x="183095" y="73945"/>
                  <a:pt x="183585" y="74379"/>
                </a:cubicBezTo>
                <a:cubicBezTo>
                  <a:pt x="184075" y="74812"/>
                  <a:pt x="184320" y="75387"/>
                  <a:pt x="184320" y="76103"/>
                </a:cubicBezTo>
                <a:cubicBezTo>
                  <a:pt x="184320" y="76782"/>
                  <a:pt x="184075" y="77347"/>
                  <a:pt x="183585" y="77800"/>
                </a:cubicBezTo>
                <a:cubicBezTo>
                  <a:pt x="183095" y="78252"/>
                  <a:pt x="182285" y="78478"/>
                  <a:pt x="181154" y="78478"/>
                </a:cubicBezTo>
                <a:lnTo>
                  <a:pt x="151697" y="78478"/>
                </a:lnTo>
                <a:cubicBezTo>
                  <a:pt x="150566" y="78478"/>
                  <a:pt x="149755" y="78252"/>
                  <a:pt x="149265" y="77800"/>
                </a:cubicBezTo>
                <a:cubicBezTo>
                  <a:pt x="148775" y="77347"/>
                  <a:pt x="148530" y="76782"/>
                  <a:pt x="148530" y="76103"/>
                </a:cubicBezTo>
                <a:cubicBezTo>
                  <a:pt x="148530" y="75387"/>
                  <a:pt x="148775" y="74812"/>
                  <a:pt x="149265" y="74379"/>
                </a:cubicBezTo>
                <a:cubicBezTo>
                  <a:pt x="149755" y="73945"/>
                  <a:pt x="150566" y="73729"/>
                  <a:pt x="151697" y="73729"/>
                </a:cubicBezTo>
                <a:lnTo>
                  <a:pt x="164022" y="73729"/>
                </a:lnTo>
                <a:lnTo>
                  <a:pt x="164022" y="17075"/>
                </a:lnTo>
                <a:lnTo>
                  <a:pt x="144573" y="17075"/>
                </a:lnTo>
                <a:lnTo>
                  <a:pt x="144573" y="33472"/>
                </a:lnTo>
                <a:cubicBezTo>
                  <a:pt x="144573" y="34660"/>
                  <a:pt x="144356" y="35504"/>
                  <a:pt x="143922" y="36004"/>
                </a:cubicBezTo>
                <a:cubicBezTo>
                  <a:pt x="143489" y="36502"/>
                  <a:pt x="142914" y="36751"/>
                  <a:pt x="142198" y="36751"/>
                </a:cubicBezTo>
                <a:cubicBezTo>
                  <a:pt x="141519" y="36751"/>
                  <a:pt x="140954" y="36502"/>
                  <a:pt x="140502" y="36004"/>
                </a:cubicBezTo>
                <a:cubicBezTo>
                  <a:pt x="140049" y="35504"/>
                  <a:pt x="139823" y="34660"/>
                  <a:pt x="139823" y="33472"/>
                </a:cubicBezTo>
                <a:lnTo>
                  <a:pt x="139823" y="12326"/>
                </a:lnTo>
                <a:lnTo>
                  <a:pt x="193028" y="12326"/>
                </a:lnTo>
                <a:lnTo>
                  <a:pt x="193028" y="33472"/>
                </a:lnTo>
                <a:cubicBezTo>
                  <a:pt x="193028" y="34660"/>
                  <a:pt x="192811" y="35504"/>
                  <a:pt x="192377" y="36004"/>
                </a:cubicBezTo>
                <a:cubicBezTo>
                  <a:pt x="191944" y="36502"/>
                  <a:pt x="191369" y="36751"/>
                  <a:pt x="190653" y="36751"/>
                </a:cubicBezTo>
                <a:cubicBezTo>
                  <a:pt x="189937" y="36751"/>
                  <a:pt x="189362" y="36502"/>
                  <a:pt x="188928" y="36004"/>
                </a:cubicBezTo>
                <a:cubicBezTo>
                  <a:pt x="188495" y="35504"/>
                  <a:pt x="188278" y="34660"/>
                  <a:pt x="188278" y="33472"/>
                </a:cubicBezTo>
                <a:lnTo>
                  <a:pt x="188278" y="17075"/>
                </a:lnTo>
                <a:lnTo>
                  <a:pt x="168828" y="17075"/>
                </a:lnTo>
                <a:close/>
                <a:moveTo>
                  <a:pt x="326801" y="4127"/>
                </a:moveTo>
                <a:lnTo>
                  <a:pt x="288580" y="85998"/>
                </a:lnTo>
                <a:cubicBezTo>
                  <a:pt x="287939" y="87393"/>
                  <a:pt x="287110" y="88090"/>
                  <a:pt x="286092" y="88090"/>
                </a:cubicBezTo>
                <a:cubicBezTo>
                  <a:pt x="285451" y="88090"/>
                  <a:pt x="284895" y="87854"/>
                  <a:pt x="284424" y="87383"/>
                </a:cubicBezTo>
                <a:cubicBezTo>
                  <a:pt x="283953" y="86912"/>
                  <a:pt x="283718" y="86394"/>
                  <a:pt x="283718" y="85828"/>
                </a:cubicBezTo>
                <a:cubicBezTo>
                  <a:pt x="283718" y="85376"/>
                  <a:pt x="283906" y="84754"/>
                  <a:pt x="284283" y="83962"/>
                </a:cubicBezTo>
                <a:lnTo>
                  <a:pt x="322448" y="2092"/>
                </a:lnTo>
                <a:cubicBezTo>
                  <a:pt x="322862" y="1225"/>
                  <a:pt x="323258" y="660"/>
                  <a:pt x="323635" y="396"/>
                </a:cubicBezTo>
                <a:cubicBezTo>
                  <a:pt x="324012" y="132"/>
                  <a:pt x="324464" y="0"/>
                  <a:pt x="324992" y="0"/>
                </a:cubicBezTo>
                <a:cubicBezTo>
                  <a:pt x="325633" y="0"/>
                  <a:pt x="326189" y="236"/>
                  <a:pt x="326660" y="707"/>
                </a:cubicBezTo>
                <a:cubicBezTo>
                  <a:pt x="327131" y="1178"/>
                  <a:pt x="327367" y="1696"/>
                  <a:pt x="327367" y="2262"/>
                </a:cubicBezTo>
                <a:cubicBezTo>
                  <a:pt x="327367" y="2676"/>
                  <a:pt x="327178" y="3298"/>
                  <a:pt x="326801" y="4127"/>
                </a:cubicBezTo>
                <a:close/>
                <a:moveTo>
                  <a:pt x="398211" y="7463"/>
                </a:moveTo>
                <a:lnTo>
                  <a:pt x="398211" y="73729"/>
                </a:lnTo>
                <a:lnTo>
                  <a:pt x="404544" y="73729"/>
                </a:lnTo>
                <a:cubicBezTo>
                  <a:pt x="405712" y="73729"/>
                  <a:pt x="406541" y="73945"/>
                  <a:pt x="407032" y="74379"/>
                </a:cubicBezTo>
                <a:cubicBezTo>
                  <a:pt x="407522" y="74812"/>
                  <a:pt x="407767" y="75387"/>
                  <a:pt x="407767" y="76103"/>
                </a:cubicBezTo>
                <a:cubicBezTo>
                  <a:pt x="407767" y="76750"/>
                  <a:pt x="407522" y="77289"/>
                  <a:pt x="407032" y="77720"/>
                </a:cubicBezTo>
                <a:cubicBezTo>
                  <a:pt x="406541" y="78150"/>
                  <a:pt x="405712" y="78365"/>
                  <a:pt x="404544" y="78365"/>
                </a:cubicBezTo>
                <a:lnTo>
                  <a:pt x="393405" y="78365"/>
                </a:lnTo>
                <a:lnTo>
                  <a:pt x="393405" y="68962"/>
                </a:lnTo>
                <a:cubicBezTo>
                  <a:pt x="387902" y="76512"/>
                  <a:pt x="380910" y="80287"/>
                  <a:pt x="372429" y="80287"/>
                </a:cubicBezTo>
                <a:cubicBezTo>
                  <a:pt x="368132" y="80287"/>
                  <a:pt x="364014" y="79146"/>
                  <a:pt x="360075" y="76863"/>
                </a:cubicBezTo>
                <a:cubicBezTo>
                  <a:pt x="356136" y="74580"/>
                  <a:pt x="353026" y="71326"/>
                  <a:pt x="350746" y="67099"/>
                </a:cubicBezTo>
                <a:cubicBezTo>
                  <a:pt x="348465" y="62873"/>
                  <a:pt x="347325" y="58515"/>
                  <a:pt x="347325" y="54024"/>
                </a:cubicBezTo>
                <a:cubicBezTo>
                  <a:pt x="347325" y="49496"/>
                  <a:pt x="348465" y="45129"/>
                  <a:pt x="350746" y="40921"/>
                </a:cubicBezTo>
                <a:cubicBezTo>
                  <a:pt x="353026" y="36714"/>
                  <a:pt x="356136" y="33459"/>
                  <a:pt x="360075" y="31157"/>
                </a:cubicBezTo>
                <a:cubicBezTo>
                  <a:pt x="364014" y="28856"/>
                  <a:pt x="368151" y="27705"/>
                  <a:pt x="372485" y="27705"/>
                </a:cubicBezTo>
                <a:cubicBezTo>
                  <a:pt x="380778" y="27705"/>
                  <a:pt x="387751" y="31461"/>
                  <a:pt x="393405" y="38974"/>
                </a:cubicBezTo>
                <a:lnTo>
                  <a:pt x="393405" y="12213"/>
                </a:lnTo>
                <a:lnTo>
                  <a:pt x="387073" y="12213"/>
                </a:lnTo>
                <a:cubicBezTo>
                  <a:pt x="385904" y="12213"/>
                  <a:pt x="385075" y="11992"/>
                  <a:pt x="384585" y="11550"/>
                </a:cubicBezTo>
                <a:cubicBezTo>
                  <a:pt x="384095" y="11108"/>
                  <a:pt x="383850" y="10538"/>
                  <a:pt x="383850" y="9838"/>
                </a:cubicBezTo>
                <a:cubicBezTo>
                  <a:pt x="383850" y="9160"/>
                  <a:pt x="384095" y="8594"/>
                  <a:pt x="384585" y="8142"/>
                </a:cubicBezTo>
                <a:cubicBezTo>
                  <a:pt x="385075" y="7689"/>
                  <a:pt x="385904" y="7463"/>
                  <a:pt x="387073" y="7463"/>
                </a:cubicBezTo>
                <a:lnTo>
                  <a:pt x="398211" y="7463"/>
                </a:lnTo>
                <a:moveTo>
                  <a:pt x="393405" y="53996"/>
                </a:moveTo>
                <a:cubicBezTo>
                  <a:pt x="393405" y="47950"/>
                  <a:pt x="391370" y="42848"/>
                  <a:pt x="387299" y="38691"/>
                </a:cubicBezTo>
                <a:cubicBezTo>
                  <a:pt x="383228" y="34533"/>
                  <a:pt x="378384" y="32454"/>
                  <a:pt x="372768" y="32454"/>
                </a:cubicBezTo>
                <a:cubicBezTo>
                  <a:pt x="367114" y="32454"/>
                  <a:pt x="362252" y="34533"/>
                  <a:pt x="358181" y="38691"/>
                </a:cubicBezTo>
                <a:cubicBezTo>
                  <a:pt x="354110" y="42848"/>
                  <a:pt x="352074" y="47950"/>
                  <a:pt x="352074" y="53996"/>
                </a:cubicBezTo>
                <a:cubicBezTo>
                  <a:pt x="352074" y="60005"/>
                  <a:pt x="354110" y="65097"/>
                  <a:pt x="358181" y="69274"/>
                </a:cubicBezTo>
                <a:cubicBezTo>
                  <a:pt x="362252" y="73450"/>
                  <a:pt x="367114" y="75538"/>
                  <a:pt x="372768" y="75538"/>
                </a:cubicBezTo>
                <a:cubicBezTo>
                  <a:pt x="378384" y="75538"/>
                  <a:pt x="383228" y="73450"/>
                  <a:pt x="387299" y="69274"/>
                </a:cubicBezTo>
                <a:cubicBezTo>
                  <a:pt x="391370" y="65097"/>
                  <a:pt x="393405" y="60005"/>
                  <a:pt x="393405" y="53996"/>
                </a:cubicBezTo>
                <a:close/>
                <a:moveTo>
                  <a:pt x="470978" y="54024"/>
                </a:moveTo>
                <a:cubicBezTo>
                  <a:pt x="470978" y="61270"/>
                  <a:pt x="468387" y="67459"/>
                  <a:pt x="463204" y="72591"/>
                </a:cubicBezTo>
                <a:cubicBezTo>
                  <a:pt x="458021" y="77722"/>
                  <a:pt x="451773" y="80287"/>
                  <a:pt x="444461" y="80287"/>
                </a:cubicBezTo>
                <a:cubicBezTo>
                  <a:pt x="437073" y="80287"/>
                  <a:pt x="430797" y="77712"/>
                  <a:pt x="425633" y="72562"/>
                </a:cubicBezTo>
                <a:cubicBezTo>
                  <a:pt x="420469" y="67411"/>
                  <a:pt x="417887" y="61232"/>
                  <a:pt x="417887" y="54024"/>
                </a:cubicBezTo>
                <a:cubicBezTo>
                  <a:pt x="417887" y="46779"/>
                  <a:pt x="420469" y="40581"/>
                  <a:pt x="425633" y="35431"/>
                </a:cubicBezTo>
                <a:cubicBezTo>
                  <a:pt x="430797" y="30280"/>
                  <a:pt x="437073" y="27705"/>
                  <a:pt x="444461" y="27705"/>
                </a:cubicBezTo>
                <a:cubicBezTo>
                  <a:pt x="451773" y="27705"/>
                  <a:pt x="458021" y="30271"/>
                  <a:pt x="463204" y="35403"/>
                </a:cubicBezTo>
                <a:cubicBezTo>
                  <a:pt x="468387" y="40534"/>
                  <a:pt x="470978" y="46741"/>
                  <a:pt x="470978" y="54024"/>
                </a:cubicBezTo>
                <a:moveTo>
                  <a:pt x="466172" y="53996"/>
                </a:moveTo>
                <a:cubicBezTo>
                  <a:pt x="466172" y="48025"/>
                  <a:pt x="464052" y="42942"/>
                  <a:pt x="459811" y="38748"/>
                </a:cubicBezTo>
                <a:cubicBezTo>
                  <a:pt x="455571" y="34552"/>
                  <a:pt x="450435" y="32454"/>
                  <a:pt x="444404" y="32454"/>
                </a:cubicBezTo>
                <a:cubicBezTo>
                  <a:pt x="438373" y="32454"/>
                  <a:pt x="433237" y="34561"/>
                  <a:pt x="428997" y="38776"/>
                </a:cubicBezTo>
                <a:cubicBezTo>
                  <a:pt x="424756" y="42990"/>
                  <a:pt x="422636" y="48063"/>
                  <a:pt x="422636" y="53996"/>
                </a:cubicBezTo>
                <a:cubicBezTo>
                  <a:pt x="422636" y="59892"/>
                  <a:pt x="424756" y="64956"/>
                  <a:pt x="428997" y="69189"/>
                </a:cubicBezTo>
                <a:cubicBezTo>
                  <a:pt x="433237" y="73422"/>
                  <a:pt x="438373" y="75538"/>
                  <a:pt x="444404" y="75538"/>
                </a:cubicBezTo>
                <a:cubicBezTo>
                  <a:pt x="450435" y="75538"/>
                  <a:pt x="455571" y="73431"/>
                  <a:pt x="459811" y="69218"/>
                </a:cubicBezTo>
                <a:cubicBezTo>
                  <a:pt x="464052" y="65003"/>
                  <a:pt x="466172" y="59929"/>
                  <a:pt x="466172" y="53996"/>
                </a:cubicBezTo>
                <a:close/>
                <a:moveTo>
                  <a:pt x="529893" y="38075"/>
                </a:moveTo>
                <a:lnTo>
                  <a:pt x="529893" y="29401"/>
                </a:lnTo>
                <a:lnTo>
                  <a:pt x="541031" y="29401"/>
                </a:lnTo>
                <a:cubicBezTo>
                  <a:pt x="542162" y="29401"/>
                  <a:pt x="542973" y="29622"/>
                  <a:pt x="543463" y="30064"/>
                </a:cubicBezTo>
                <a:cubicBezTo>
                  <a:pt x="543953" y="30505"/>
                  <a:pt x="544198" y="31076"/>
                  <a:pt x="544198" y="31776"/>
                </a:cubicBezTo>
                <a:cubicBezTo>
                  <a:pt x="544198" y="32454"/>
                  <a:pt x="543953" y="33020"/>
                  <a:pt x="543463" y="33472"/>
                </a:cubicBezTo>
                <a:cubicBezTo>
                  <a:pt x="542973" y="33924"/>
                  <a:pt x="542162" y="34150"/>
                  <a:pt x="541031" y="34150"/>
                </a:cubicBezTo>
                <a:lnTo>
                  <a:pt x="534642" y="34150"/>
                </a:lnTo>
                <a:lnTo>
                  <a:pt x="534642" y="81710"/>
                </a:lnTo>
                <a:cubicBezTo>
                  <a:pt x="534642" y="84884"/>
                  <a:pt x="533964" y="87718"/>
                  <a:pt x="532607" y="90212"/>
                </a:cubicBezTo>
                <a:cubicBezTo>
                  <a:pt x="531702" y="91875"/>
                  <a:pt x="530194" y="93595"/>
                  <a:pt x="528084" y="95371"/>
                </a:cubicBezTo>
                <a:cubicBezTo>
                  <a:pt x="525973" y="97147"/>
                  <a:pt x="524050" y="98413"/>
                  <a:pt x="522316" y="99168"/>
                </a:cubicBezTo>
                <a:cubicBezTo>
                  <a:pt x="520583" y="99924"/>
                  <a:pt x="518264" y="100303"/>
                  <a:pt x="515362" y="100303"/>
                </a:cubicBezTo>
                <a:lnTo>
                  <a:pt x="501905" y="100303"/>
                </a:lnTo>
                <a:cubicBezTo>
                  <a:pt x="500775" y="100303"/>
                  <a:pt x="499964" y="100088"/>
                  <a:pt x="499474" y="99659"/>
                </a:cubicBezTo>
                <a:cubicBezTo>
                  <a:pt x="498984" y="99232"/>
                  <a:pt x="498739" y="98664"/>
                  <a:pt x="498739" y="97956"/>
                </a:cubicBezTo>
                <a:cubicBezTo>
                  <a:pt x="498739" y="97248"/>
                  <a:pt x="498984" y="96670"/>
                  <a:pt x="499474" y="96223"/>
                </a:cubicBezTo>
                <a:cubicBezTo>
                  <a:pt x="499964" y="95776"/>
                  <a:pt x="500775" y="95553"/>
                  <a:pt x="501905" y="95553"/>
                </a:cubicBezTo>
                <a:lnTo>
                  <a:pt x="515532" y="95553"/>
                </a:lnTo>
                <a:cubicBezTo>
                  <a:pt x="518321" y="95553"/>
                  <a:pt x="520837" y="94836"/>
                  <a:pt x="523080" y="93403"/>
                </a:cubicBezTo>
                <a:cubicBezTo>
                  <a:pt x="525323" y="91969"/>
                  <a:pt x="527179" y="89876"/>
                  <a:pt x="528649" y="87122"/>
                </a:cubicBezTo>
                <a:cubicBezTo>
                  <a:pt x="529478" y="85537"/>
                  <a:pt x="529893" y="83519"/>
                  <a:pt x="529893" y="81066"/>
                </a:cubicBezTo>
                <a:lnTo>
                  <a:pt x="529893" y="66806"/>
                </a:lnTo>
                <a:cubicBezTo>
                  <a:pt x="524804" y="73758"/>
                  <a:pt x="518246" y="77234"/>
                  <a:pt x="510217" y="77234"/>
                </a:cubicBezTo>
                <a:cubicBezTo>
                  <a:pt x="503696" y="77234"/>
                  <a:pt x="498070" y="74810"/>
                  <a:pt x="493340" y="69962"/>
                </a:cubicBezTo>
                <a:cubicBezTo>
                  <a:pt x="488609" y="65112"/>
                  <a:pt x="486244" y="59272"/>
                  <a:pt x="486244" y="52441"/>
                </a:cubicBezTo>
                <a:cubicBezTo>
                  <a:pt x="486244" y="45610"/>
                  <a:pt x="488609" y="39780"/>
                  <a:pt x="493340" y="34951"/>
                </a:cubicBezTo>
                <a:cubicBezTo>
                  <a:pt x="498070" y="30120"/>
                  <a:pt x="503696" y="27705"/>
                  <a:pt x="510217" y="27705"/>
                </a:cubicBezTo>
                <a:cubicBezTo>
                  <a:pt x="518246" y="27705"/>
                  <a:pt x="524804" y="31161"/>
                  <a:pt x="529893" y="38075"/>
                </a:cubicBezTo>
                <a:moveTo>
                  <a:pt x="529893" y="52441"/>
                </a:moveTo>
                <a:cubicBezTo>
                  <a:pt x="529893" y="46839"/>
                  <a:pt x="527980" y="42107"/>
                  <a:pt x="524154" y="38246"/>
                </a:cubicBezTo>
                <a:cubicBezTo>
                  <a:pt x="520328" y="34385"/>
                  <a:pt x="515758" y="32454"/>
                  <a:pt x="510443" y="32454"/>
                </a:cubicBezTo>
                <a:cubicBezTo>
                  <a:pt x="505128" y="32454"/>
                  <a:pt x="500567" y="34394"/>
                  <a:pt x="496760" y="38274"/>
                </a:cubicBezTo>
                <a:cubicBezTo>
                  <a:pt x="492953" y="42154"/>
                  <a:pt x="491050" y="46877"/>
                  <a:pt x="491050" y="52441"/>
                </a:cubicBezTo>
                <a:cubicBezTo>
                  <a:pt x="491050" y="58043"/>
                  <a:pt x="492953" y="62785"/>
                  <a:pt x="496760" y="66665"/>
                </a:cubicBezTo>
                <a:cubicBezTo>
                  <a:pt x="500567" y="70545"/>
                  <a:pt x="505128" y="72485"/>
                  <a:pt x="510443" y="72485"/>
                </a:cubicBezTo>
                <a:cubicBezTo>
                  <a:pt x="515758" y="72485"/>
                  <a:pt x="520328" y="70545"/>
                  <a:pt x="524154" y="66665"/>
                </a:cubicBezTo>
                <a:cubicBezTo>
                  <a:pt x="527980" y="62785"/>
                  <a:pt x="529893" y="58043"/>
                  <a:pt x="529893" y="52441"/>
                </a:cubicBezTo>
                <a:close/>
                <a:moveTo>
                  <a:pt x="668981" y="46476"/>
                </a:moveTo>
                <a:lnTo>
                  <a:pt x="637488" y="46476"/>
                </a:lnTo>
                <a:lnTo>
                  <a:pt x="637488" y="73729"/>
                </a:lnTo>
                <a:lnTo>
                  <a:pt x="643877" y="73729"/>
                </a:lnTo>
                <a:cubicBezTo>
                  <a:pt x="645008" y="73729"/>
                  <a:pt x="645818" y="73945"/>
                  <a:pt x="646308" y="74379"/>
                </a:cubicBezTo>
                <a:cubicBezTo>
                  <a:pt x="646798" y="74812"/>
                  <a:pt x="647043" y="75387"/>
                  <a:pt x="647043" y="76103"/>
                </a:cubicBezTo>
                <a:cubicBezTo>
                  <a:pt x="647043" y="76782"/>
                  <a:pt x="646798" y="77347"/>
                  <a:pt x="646308" y="77800"/>
                </a:cubicBezTo>
                <a:cubicBezTo>
                  <a:pt x="645818" y="78252"/>
                  <a:pt x="645008" y="78478"/>
                  <a:pt x="643877" y="78478"/>
                </a:cubicBezTo>
                <a:lnTo>
                  <a:pt x="627367" y="78478"/>
                </a:lnTo>
                <a:cubicBezTo>
                  <a:pt x="626237" y="78478"/>
                  <a:pt x="625426" y="78252"/>
                  <a:pt x="624936" y="77800"/>
                </a:cubicBezTo>
                <a:cubicBezTo>
                  <a:pt x="624446" y="77347"/>
                  <a:pt x="624201" y="76782"/>
                  <a:pt x="624201" y="76103"/>
                </a:cubicBezTo>
                <a:cubicBezTo>
                  <a:pt x="624201" y="75387"/>
                  <a:pt x="624446" y="74812"/>
                  <a:pt x="624936" y="74379"/>
                </a:cubicBezTo>
                <a:cubicBezTo>
                  <a:pt x="625426" y="73945"/>
                  <a:pt x="626237" y="73729"/>
                  <a:pt x="627367" y="73729"/>
                </a:cubicBezTo>
                <a:lnTo>
                  <a:pt x="632739" y="73729"/>
                </a:lnTo>
                <a:lnTo>
                  <a:pt x="632739" y="17075"/>
                </a:lnTo>
                <a:lnTo>
                  <a:pt x="629799" y="17075"/>
                </a:lnTo>
                <a:cubicBezTo>
                  <a:pt x="628630" y="17075"/>
                  <a:pt x="627801" y="16858"/>
                  <a:pt x="627311" y="16425"/>
                </a:cubicBezTo>
                <a:cubicBezTo>
                  <a:pt x="626821" y="15991"/>
                  <a:pt x="626576" y="15417"/>
                  <a:pt x="626576" y="14700"/>
                </a:cubicBezTo>
                <a:cubicBezTo>
                  <a:pt x="626576" y="13984"/>
                  <a:pt x="626821" y="13409"/>
                  <a:pt x="627311" y="12976"/>
                </a:cubicBezTo>
                <a:cubicBezTo>
                  <a:pt x="627801" y="12543"/>
                  <a:pt x="628630" y="12326"/>
                  <a:pt x="629799" y="12326"/>
                </a:cubicBezTo>
                <a:lnTo>
                  <a:pt x="643877" y="12326"/>
                </a:lnTo>
                <a:cubicBezTo>
                  <a:pt x="645008" y="12326"/>
                  <a:pt x="645818" y="12543"/>
                  <a:pt x="646308" y="12976"/>
                </a:cubicBezTo>
                <a:cubicBezTo>
                  <a:pt x="646798" y="13409"/>
                  <a:pt x="647043" y="13984"/>
                  <a:pt x="647043" y="14700"/>
                </a:cubicBezTo>
                <a:cubicBezTo>
                  <a:pt x="647043" y="15417"/>
                  <a:pt x="646798" y="15991"/>
                  <a:pt x="646308" y="16425"/>
                </a:cubicBezTo>
                <a:cubicBezTo>
                  <a:pt x="645818" y="16858"/>
                  <a:pt x="645008" y="17075"/>
                  <a:pt x="643877" y="17075"/>
                </a:cubicBezTo>
                <a:lnTo>
                  <a:pt x="637488" y="17075"/>
                </a:lnTo>
                <a:lnTo>
                  <a:pt x="637488" y="41727"/>
                </a:lnTo>
                <a:lnTo>
                  <a:pt x="668981" y="41727"/>
                </a:lnTo>
                <a:lnTo>
                  <a:pt x="668981" y="17075"/>
                </a:lnTo>
                <a:lnTo>
                  <a:pt x="662649" y="17075"/>
                </a:lnTo>
                <a:cubicBezTo>
                  <a:pt x="661518" y="17075"/>
                  <a:pt x="660707" y="16858"/>
                  <a:pt x="660217" y="16425"/>
                </a:cubicBezTo>
                <a:cubicBezTo>
                  <a:pt x="659727" y="15991"/>
                  <a:pt x="659482" y="15417"/>
                  <a:pt x="659482" y="14700"/>
                </a:cubicBezTo>
                <a:cubicBezTo>
                  <a:pt x="659482" y="13984"/>
                  <a:pt x="659718" y="13409"/>
                  <a:pt x="660189" y="12976"/>
                </a:cubicBezTo>
                <a:cubicBezTo>
                  <a:pt x="660660" y="12543"/>
                  <a:pt x="661480" y="12326"/>
                  <a:pt x="662649" y="12326"/>
                </a:cubicBezTo>
                <a:lnTo>
                  <a:pt x="676727" y="12326"/>
                </a:lnTo>
                <a:cubicBezTo>
                  <a:pt x="677896" y="12326"/>
                  <a:pt x="678725" y="12543"/>
                  <a:pt x="679215" y="12976"/>
                </a:cubicBezTo>
                <a:cubicBezTo>
                  <a:pt x="679705" y="13409"/>
                  <a:pt x="679950" y="13984"/>
                  <a:pt x="679950" y="14700"/>
                </a:cubicBezTo>
                <a:cubicBezTo>
                  <a:pt x="679950" y="15417"/>
                  <a:pt x="679705" y="15991"/>
                  <a:pt x="679215" y="16425"/>
                </a:cubicBezTo>
                <a:cubicBezTo>
                  <a:pt x="678725" y="16858"/>
                  <a:pt x="677896" y="17075"/>
                  <a:pt x="676727" y="17075"/>
                </a:cubicBezTo>
                <a:lnTo>
                  <a:pt x="673787" y="17075"/>
                </a:lnTo>
                <a:lnTo>
                  <a:pt x="673787" y="73729"/>
                </a:lnTo>
                <a:lnTo>
                  <a:pt x="679158" y="73729"/>
                </a:lnTo>
                <a:cubicBezTo>
                  <a:pt x="680289" y="73729"/>
                  <a:pt x="681100" y="73945"/>
                  <a:pt x="681590" y="74379"/>
                </a:cubicBezTo>
                <a:cubicBezTo>
                  <a:pt x="682080" y="74812"/>
                  <a:pt x="682325" y="75387"/>
                  <a:pt x="682325" y="76103"/>
                </a:cubicBezTo>
                <a:cubicBezTo>
                  <a:pt x="682325" y="76782"/>
                  <a:pt x="682080" y="77347"/>
                  <a:pt x="681590" y="77800"/>
                </a:cubicBezTo>
                <a:cubicBezTo>
                  <a:pt x="681100" y="78252"/>
                  <a:pt x="680289" y="78478"/>
                  <a:pt x="679158" y="78478"/>
                </a:cubicBezTo>
                <a:lnTo>
                  <a:pt x="662649" y="78478"/>
                </a:lnTo>
                <a:cubicBezTo>
                  <a:pt x="661518" y="78478"/>
                  <a:pt x="660707" y="78252"/>
                  <a:pt x="660217" y="77800"/>
                </a:cubicBezTo>
                <a:cubicBezTo>
                  <a:pt x="659727" y="77347"/>
                  <a:pt x="659482" y="76782"/>
                  <a:pt x="659482" y="76103"/>
                </a:cubicBezTo>
                <a:cubicBezTo>
                  <a:pt x="659482" y="75387"/>
                  <a:pt x="659718" y="74812"/>
                  <a:pt x="660189" y="74379"/>
                </a:cubicBezTo>
                <a:cubicBezTo>
                  <a:pt x="660660" y="73945"/>
                  <a:pt x="661480" y="73729"/>
                  <a:pt x="662649" y="73729"/>
                </a:cubicBezTo>
                <a:lnTo>
                  <a:pt x="668981" y="73729"/>
                </a:lnTo>
                <a:lnTo>
                  <a:pt x="668981" y="46476"/>
                </a:lnTo>
                <a:close/>
                <a:moveTo>
                  <a:pt x="724729" y="17075"/>
                </a:moveTo>
                <a:lnTo>
                  <a:pt x="724729" y="73729"/>
                </a:lnTo>
                <a:lnTo>
                  <a:pt x="737055" y="73729"/>
                </a:lnTo>
                <a:cubicBezTo>
                  <a:pt x="738186" y="73729"/>
                  <a:pt x="738996" y="73945"/>
                  <a:pt x="739486" y="74379"/>
                </a:cubicBezTo>
                <a:cubicBezTo>
                  <a:pt x="739976" y="74812"/>
                  <a:pt x="740221" y="75387"/>
                  <a:pt x="740221" y="76103"/>
                </a:cubicBezTo>
                <a:cubicBezTo>
                  <a:pt x="740221" y="76782"/>
                  <a:pt x="739976" y="77347"/>
                  <a:pt x="739486" y="77800"/>
                </a:cubicBezTo>
                <a:cubicBezTo>
                  <a:pt x="738996" y="78252"/>
                  <a:pt x="738186" y="78478"/>
                  <a:pt x="737055" y="78478"/>
                </a:cubicBezTo>
                <a:lnTo>
                  <a:pt x="707598" y="78478"/>
                </a:lnTo>
                <a:cubicBezTo>
                  <a:pt x="706467" y="78478"/>
                  <a:pt x="705656" y="78252"/>
                  <a:pt x="705166" y="77800"/>
                </a:cubicBezTo>
                <a:cubicBezTo>
                  <a:pt x="704676" y="77347"/>
                  <a:pt x="704431" y="76782"/>
                  <a:pt x="704431" y="76103"/>
                </a:cubicBezTo>
                <a:cubicBezTo>
                  <a:pt x="704431" y="75387"/>
                  <a:pt x="704676" y="74812"/>
                  <a:pt x="705166" y="74379"/>
                </a:cubicBezTo>
                <a:cubicBezTo>
                  <a:pt x="705656" y="73945"/>
                  <a:pt x="706467" y="73729"/>
                  <a:pt x="707598" y="73729"/>
                </a:cubicBezTo>
                <a:lnTo>
                  <a:pt x="719923" y="73729"/>
                </a:lnTo>
                <a:lnTo>
                  <a:pt x="719923" y="17075"/>
                </a:lnTo>
                <a:lnTo>
                  <a:pt x="700473" y="17075"/>
                </a:lnTo>
                <a:lnTo>
                  <a:pt x="700473" y="33472"/>
                </a:lnTo>
                <a:cubicBezTo>
                  <a:pt x="700473" y="34660"/>
                  <a:pt x="700257" y="35504"/>
                  <a:pt x="699823" y="36004"/>
                </a:cubicBezTo>
                <a:cubicBezTo>
                  <a:pt x="699390" y="36502"/>
                  <a:pt x="698815" y="36751"/>
                  <a:pt x="698099" y="36751"/>
                </a:cubicBezTo>
                <a:cubicBezTo>
                  <a:pt x="697420" y="36751"/>
                  <a:pt x="696855" y="36502"/>
                  <a:pt x="696403" y="36004"/>
                </a:cubicBezTo>
                <a:cubicBezTo>
                  <a:pt x="695950" y="35504"/>
                  <a:pt x="695724" y="34660"/>
                  <a:pt x="695724" y="33472"/>
                </a:cubicBezTo>
                <a:lnTo>
                  <a:pt x="695724" y="12326"/>
                </a:lnTo>
                <a:lnTo>
                  <a:pt x="748929" y="12326"/>
                </a:lnTo>
                <a:lnTo>
                  <a:pt x="748929" y="33472"/>
                </a:lnTo>
                <a:cubicBezTo>
                  <a:pt x="748929" y="34660"/>
                  <a:pt x="748712" y="35504"/>
                  <a:pt x="748278" y="36004"/>
                </a:cubicBezTo>
                <a:cubicBezTo>
                  <a:pt x="747845" y="36502"/>
                  <a:pt x="747270" y="36751"/>
                  <a:pt x="746554" y="36751"/>
                </a:cubicBezTo>
                <a:cubicBezTo>
                  <a:pt x="745838" y="36751"/>
                  <a:pt x="745263" y="36502"/>
                  <a:pt x="744829" y="36004"/>
                </a:cubicBezTo>
                <a:cubicBezTo>
                  <a:pt x="744396" y="35504"/>
                  <a:pt x="744179" y="34660"/>
                  <a:pt x="744179" y="33472"/>
                </a:cubicBezTo>
                <a:lnTo>
                  <a:pt x="744179" y="17075"/>
                </a:lnTo>
                <a:lnTo>
                  <a:pt x="724729" y="17075"/>
                </a:lnTo>
                <a:close/>
                <a:moveTo>
                  <a:pt x="794217" y="17075"/>
                </a:moveTo>
                <a:lnTo>
                  <a:pt x="794217" y="73729"/>
                </a:lnTo>
                <a:lnTo>
                  <a:pt x="806543" y="73729"/>
                </a:lnTo>
                <a:cubicBezTo>
                  <a:pt x="807674" y="73729"/>
                  <a:pt x="808484" y="73945"/>
                  <a:pt x="808974" y="74379"/>
                </a:cubicBezTo>
                <a:cubicBezTo>
                  <a:pt x="809464" y="74812"/>
                  <a:pt x="809709" y="75387"/>
                  <a:pt x="809709" y="76103"/>
                </a:cubicBezTo>
                <a:cubicBezTo>
                  <a:pt x="809709" y="76782"/>
                  <a:pt x="809464" y="77347"/>
                  <a:pt x="808974" y="77800"/>
                </a:cubicBezTo>
                <a:cubicBezTo>
                  <a:pt x="808484" y="78252"/>
                  <a:pt x="807674" y="78478"/>
                  <a:pt x="806543" y="78478"/>
                </a:cubicBezTo>
                <a:lnTo>
                  <a:pt x="777085" y="78478"/>
                </a:lnTo>
                <a:cubicBezTo>
                  <a:pt x="775955" y="78478"/>
                  <a:pt x="775144" y="78252"/>
                  <a:pt x="774654" y="77800"/>
                </a:cubicBezTo>
                <a:cubicBezTo>
                  <a:pt x="774164" y="77347"/>
                  <a:pt x="773919" y="76782"/>
                  <a:pt x="773919" y="76103"/>
                </a:cubicBezTo>
                <a:cubicBezTo>
                  <a:pt x="773919" y="75387"/>
                  <a:pt x="774164" y="74812"/>
                  <a:pt x="774654" y="74379"/>
                </a:cubicBezTo>
                <a:cubicBezTo>
                  <a:pt x="775144" y="73945"/>
                  <a:pt x="775955" y="73729"/>
                  <a:pt x="777085" y="73729"/>
                </a:cubicBezTo>
                <a:lnTo>
                  <a:pt x="789411" y="73729"/>
                </a:lnTo>
                <a:lnTo>
                  <a:pt x="789411" y="17075"/>
                </a:lnTo>
                <a:lnTo>
                  <a:pt x="769961" y="17075"/>
                </a:lnTo>
                <a:lnTo>
                  <a:pt x="769961" y="33472"/>
                </a:lnTo>
                <a:cubicBezTo>
                  <a:pt x="769961" y="34660"/>
                  <a:pt x="769745" y="35504"/>
                  <a:pt x="769311" y="36004"/>
                </a:cubicBezTo>
                <a:cubicBezTo>
                  <a:pt x="768878" y="36502"/>
                  <a:pt x="768303" y="36751"/>
                  <a:pt x="767587" y="36751"/>
                </a:cubicBezTo>
                <a:cubicBezTo>
                  <a:pt x="766908" y="36751"/>
                  <a:pt x="766343" y="36502"/>
                  <a:pt x="765890" y="36004"/>
                </a:cubicBezTo>
                <a:cubicBezTo>
                  <a:pt x="765438" y="35504"/>
                  <a:pt x="765212" y="34660"/>
                  <a:pt x="765212" y="33472"/>
                </a:cubicBezTo>
                <a:lnTo>
                  <a:pt x="765212" y="12326"/>
                </a:lnTo>
                <a:lnTo>
                  <a:pt x="818416" y="12326"/>
                </a:lnTo>
                <a:lnTo>
                  <a:pt x="818416" y="33472"/>
                </a:lnTo>
                <a:cubicBezTo>
                  <a:pt x="818416" y="34660"/>
                  <a:pt x="818200" y="35504"/>
                  <a:pt x="817766" y="36004"/>
                </a:cubicBezTo>
                <a:cubicBezTo>
                  <a:pt x="817333" y="36502"/>
                  <a:pt x="816758" y="36751"/>
                  <a:pt x="816042" y="36751"/>
                </a:cubicBezTo>
                <a:cubicBezTo>
                  <a:pt x="815326" y="36751"/>
                  <a:pt x="814751" y="36502"/>
                  <a:pt x="814317" y="36004"/>
                </a:cubicBezTo>
                <a:cubicBezTo>
                  <a:pt x="813884" y="35504"/>
                  <a:pt x="813667" y="34660"/>
                  <a:pt x="813667" y="33472"/>
                </a:cubicBezTo>
                <a:lnTo>
                  <a:pt x="813667" y="17075"/>
                </a:lnTo>
                <a:lnTo>
                  <a:pt x="794217" y="17075"/>
                </a:lnTo>
                <a:close/>
                <a:moveTo>
                  <a:pt x="851040" y="51339"/>
                </a:moveTo>
                <a:lnTo>
                  <a:pt x="851040" y="73729"/>
                </a:lnTo>
                <a:lnTo>
                  <a:pt x="867323" y="73729"/>
                </a:lnTo>
                <a:cubicBezTo>
                  <a:pt x="868454" y="73729"/>
                  <a:pt x="869264" y="73945"/>
                  <a:pt x="869754" y="74379"/>
                </a:cubicBezTo>
                <a:cubicBezTo>
                  <a:pt x="870244" y="74812"/>
                  <a:pt x="870489" y="75387"/>
                  <a:pt x="870489" y="76103"/>
                </a:cubicBezTo>
                <a:cubicBezTo>
                  <a:pt x="870489" y="76782"/>
                  <a:pt x="870244" y="77347"/>
                  <a:pt x="869754" y="77800"/>
                </a:cubicBezTo>
                <a:cubicBezTo>
                  <a:pt x="869264" y="78252"/>
                  <a:pt x="868454" y="78478"/>
                  <a:pt x="867323" y="78478"/>
                </a:cubicBezTo>
                <a:lnTo>
                  <a:pt x="839901" y="78478"/>
                </a:lnTo>
                <a:cubicBezTo>
                  <a:pt x="838770" y="78478"/>
                  <a:pt x="837960" y="78252"/>
                  <a:pt x="837470" y="77800"/>
                </a:cubicBezTo>
                <a:cubicBezTo>
                  <a:pt x="836980" y="77347"/>
                  <a:pt x="836735" y="76782"/>
                  <a:pt x="836735" y="76103"/>
                </a:cubicBezTo>
                <a:cubicBezTo>
                  <a:pt x="836735" y="75387"/>
                  <a:pt x="836980" y="74812"/>
                  <a:pt x="837470" y="74379"/>
                </a:cubicBezTo>
                <a:cubicBezTo>
                  <a:pt x="837960" y="73945"/>
                  <a:pt x="838770" y="73729"/>
                  <a:pt x="839901" y="73729"/>
                </a:cubicBezTo>
                <a:lnTo>
                  <a:pt x="846290" y="73729"/>
                </a:lnTo>
                <a:lnTo>
                  <a:pt x="846290" y="17075"/>
                </a:lnTo>
                <a:lnTo>
                  <a:pt x="839901" y="17075"/>
                </a:lnTo>
                <a:cubicBezTo>
                  <a:pt x="838770" y="17075"/>
                  <a:pt x="837960" y="16858"/>
                  <a:pt x="837470" y="16425"/>
                </a:cubicBezTo>
                <a:cubicBezTo>
                  <a:pt x="836980" y="15991"/>
                  <a:pt x="836735" y="15417"/>
                  <a:pt x="836735" y="14700"/>
                </a:cubicBezTo>
                <a:cubicBezTo>
                  <a:pt x="836735" y="13984"/>
                  <a:pt x="836980" y="13409"/>
                  <a:pt x="837470" y="12976"/>
                </a:cubicBezTo>
                <a:cubicBezTo>
                  <a:pt x="837960" y="12543"/>
                  <a:pt x="838770" y="12326"/>
                  <a:pt x="839901" y="12326"/>
                </a:cubicBezTo>
                <a:lnTo>
                  <a:pt x="867493" y="12326"/>
                </a:lnTo>
                <a:cubicBezTo>
                  <a:pt x="874014" y="12326"/>
                  <a:pt x="879338" y="14248"/>
                  <a:pt x="883466" y="18093"/>
                </a:cubicBezTo>
                <a:cubicBezTo>
                  <a:pt x="887593" y="21938"/>
                  <a:pt x="889657" y="26442"/>
                  <a:pt x="889657" y="31606"/>
                </a:cubicBezTo>
                <a:cubicBezTo>
                  <a:pt x="889657" y="34659"/>
                  <a:pt x="888988" y="37411"/>
                  <a:pt x="887649" y="39861"/>
                </a:cubicBezTo>
                <a:cubicBezTo>
                  <a:pt x="886311" y="42311"/>
                  <a:pt x="884700" y="44233"/>
                  <a:pt x="882815" y="45628"/>
                </a:cubicBezTo>
                <a:cubicBezTo>
                  <a:pt x="879988" y="47739"/>
                  <a:pt x="877067" y="49284"/>
                  <a:pt x="874052" y="50264"/>
                </a:cubicBezTo>
                <a:cubicBezTo>
                  <a:pt x="871865" y="50981"/>
                  <a:pt x="869151" y="51339"/>
                  <a:pt x="865910" y="51339"/>
                </a:cubicBezTo>
                <a:lnTo>
                  <a:pt x="851040" y="51339"/>
                </a:lnTo>
                <a:moveTo>
                  <a:pt x="851040" y="46589"/>
                </a:moveTo>
                <a:lnTo>
                  <a:pt x="866192" y="46589"/>
                </a:lnTo>
                <a:cubicBezTo>
                  <a:pt x="869698" y="46589"/>
                  <a:pt x="872987" y="45807"/>
                  <a:pt x="876059" y="44243"/>
                </a:cubicBezTo>
                <a:cubicBezTo>
                  <a:pt x="879131" y="42679"/>
                  <a:pt x="881374" y="40766"/>
                  <a:pt x="882787" y="38504"/>
                </a:cubicBezTo>
                <a:cubicBezTo>
                  <a:pt x="884201" y="36242"/>
                  <a:pt x="884907" y="33943"/>
                  <a:pt x="884907" y="31606"/>
                </a:cubicBezTo>
                <a:cubicBezTo>
                  <a:pt x="884907" y="27874"/>
                  <a:pt x="883305" y="24520"/>
                  <a:pt x="880101" y="21542"/>
                </a:cubicBezTo>
                <a:cubicBezTo>
                  <a:pt x="876897" y="18564"/>
                  <a:pt x="872845" y="17075"/>
                  <a:pt x="867945" y="17075"/>
                </a:cubicBezTo>
                <a:lnTo>
                  <a:pt x="851040" y="17075"/>
                </a:lnTo>
                <a:lnTo>
                  <a:pt x="851040" y="46589"/>
                </a:lnTo>
                <a:close/>
                <a:moveTo>
                  <a:pt x="952191" y="4127"/>
                </a:moveTo>
                <a:lnTo>
                  <a:pt x="913969" y="85998"/>
                </a:lnTo>
                <a:cubicBezTo>
                  <a:pt x="913329" y="87393"/>
                  <a:pt x="912499" y="88090"/>
                  <a:pt x="911482" y="88090"/>
                </a:cubicBezTo>
                <a:cubicBezTo>
                  <a:pt x="910841" y="88090"/>
                  <a:pt x="910285" y="87854"/>
                  <a:pt x="909814" y="87383"/>
                </a:cubicBezTo>
                <a:cubicBezTo>
                  <a:pt x="909342" y="86912"/>
                  <a:pt x="909107" y="86394"/>
                  <a:pt x="909107" y="85828"/>
                </a:cubicBezTo>
                <a:cubicBezTo>
                  <a:pt x="909107" y="85376"/>
                  <a:pt x="909295" y="84754"/>
                  <a:pt x="909672" y="83962"/>
                </a:cubicBezTo>
                <a:lnTo>
                  <a:pt x="947837" y="2092"/>
                </a:lnTo>
                <a:cubicBezTo>
                  <a:pt x="948252" y="1225"/>
                  <a:pt x="948647" y="660"/>
                  <a:pt x="949024" y="396"/>
                </a:cubicBezTo>
                <a:cubicBezTo>
                  <a:pt x="949401" y="132"/>
                  <a:pt x="949854" y="0"/>
                  <a:pt x="950381" y="0"/>
                </a:cubicBezTo>
                <a:cubicBezTo>
                  <a:pt x="951022" y="0"/>
                  <a:pt x="951578" y="236"/>
                  <a:pt x="952049" y="707"/>
                </a:cubicBezTo>
                <a:cubicBezTo>
                  <a:pt x="952520" y="1178"/>
                  <a:pt x="952756" y="1696"/>
                  <a:pt x="952756" y="2262"/>
                </a:cubicBezTo>
                <a:cubicBezTo>
                  <a:pt x="952756" y="2676"/>
                  <a:pt x="952568" y="3298"/>
                  <a:pt x="952191" y="4127"/>
                </a:cubicBezTo>
                <a:close/>
                <a:moveTo>
                  <a:pt x="1002681" y="6559"/>
                </a:moveTo>
                <a:lnTo>
                  <a:pt x="1002681" y="73729"/>
                </a:lnTo>
                <a:lnTo>
                  <a:pt x="1018964" y="73729"/>
                </a:lnTo>
                <a:cubicBezTo>
                  <a:pt x="1020095" y="73729"/>
                  <a:pt x="1020906" y="73945"/>
                  <a:pt x="1021396" y="74379"/>
                </a:cubicBezTo>
                <a:cubicBezTo>
                  <a:pt x="1021886" y="74812"/>
                  <a:pt x="1022131" y="75387"/>
                  <a:pt x="1022131" y="76103"/>
                </a:cubicBezTo>
                <a:cubicBezTo>
                  <a:pt x="1022131" y="76782"/>
                  <a:pt x="1021886" y="77347"/>
                  <a:pt x="1021396" y="77800"/>
                </a:cubicBezTo>
                <a:cubicBezTo>
                  <a:pt x="1020906" y="78252"/>
                  <a:pt x="1020095" y="78478"/>
                  <a:pt x="1018964" y="78478"/>
                </a:cubicBezTo>
                <a:lnTo>
                  <a:pt x="981648" y="78478"/>
                </a:lnTo>
                <a:cubicBezTo>
                  <a:pt x="980517" y="78478"/>
                  <a:pt x="979707" y="78252"/>
                  <a:pt x="979217" y="77800"/>
                </a:cubicBezTo>
                <a:cubicBezTo>
                  <a:pt x="978727" y="77347"/>
                  <a:pt x="978482" y="76782"/>
                  <a:pt x="978482" y="76103"/>
                </a:cubicBezTo>
                <a:cubicBezTo>
                  <a:pt x="978482" y="75387"/>
                  <a:pt x="978727" y="74812"/>
                  <a:pt x="979217" y="74379"/>
                </a:cubicBezTo>
                <a:cubicBezTo>
                  <a:pt x="979707" y="73945"/>
                  <a:pt x="980517" y="73729"/>
                  <a:pt x="981648" y="73729"/>
                </a:cubicBezTo>
                <a:lnTo>
                  <a:pt x="997931" y="73729"/>
                </a:lnTo>
                <a:lnTo>
                  <a:pt x="997931" y="13117"/>
                </a:lnTo>
                <a:lnTo>
                  <a:pt x="982439" y="17980"/>
                </a:lnTo>
                <a:cubicBezTo>
                  <a:pt x="981686" y="18206"/>
                  <a:pt x="981139" y="18319"/>
                  <a:pt x="980800" y="18319"/>
                </a:cubicBezTo>
                <a:cubicBezTo>
                  <a:pt x="980234" y="18319"/>
                  <a:pt x="979716" y="18083"/>
                  <a:pt x="979245" y="17612"/>
                </a:cubicBezTo>
                <a:cubicBezTo>
                  <a:pt x="978774" y="17141"/>
                  <a:pt x="978538" y="16585"/>
                  <a:pt x="978538" y="15944"/>
                </a:cubicBezTo>
                <a:cubicBezTo>
                  <a:pt x="978538" y="15379"/>
                  <a:pt x="978727" y="14851"/>
                  <a:pt x="979104" y="14361"/>
                </a:cubicBezTo>
                <a:cubicBezTo>
                  <a:pt x="979405" y="14060"/>
                  <a:pt x="980027" y="13739"/>
                  <a:pt x="980969" y="13400"/>
                </a:cubicBezTo>
                <a:lnTo>
                  <a:pt x="1002681" y="6559"/>
                </a:lnTo>
                <a:close/>
                <a:moveTo>
                  <a:pt x="1068833" y="64908"/>
                </a:moveTo>
                <a:lnTo>
                  <a:pt x="1070868" y="64908"/>
                </a:lnTo>
                <a:cubicBezTo>
                  <a:pt x="1072979" y="64908"/>
                  <a:pt x="1074788" y="65656"/>
                  <a:pt x="1076296" y="67150"/>
                </a:cubicBezTo>
                <a:cubicBezTo>
                  <a:pt x="1077804" y="68644"/>
                  <a:pt x="1078557" y="70450"/>
                  <a:pt x="1078557" y="72570"/>
                </a:cubicBezTo>
                <a:cubicBezTo>
                  <a:pt x="1078557" y="74764"/>
                  <a:pt x="1077794" y="76599"/>
                  <a:pt x="1076268" y="78075"/>
                </a:cubicBezTo>
                <a:cubicBezTo>
                  <a:pt x="1074741" y="79550"/>
                  <a:pt x="1072941" y="80287"/>
                  <a:pt x="1070868" y="80287"/>
                </a:cubicBezTo>
                <a:lnTo>
                  <a:pt x="1068833" y="80287"/>
                </a:lnTo>
                <a:cubicBezTo>
                  <a:pt x="1066722" y="80287"/>
                  <a:pt x="1064912" y="79540"/>
                  <a:pt x="1063405" y="78047"/>
                </a:cubicBezTo>
                <a:cubicBezTo>
                  <a:pt x="1061897" y="76552"/>
                  <a:pt x="1061143" y="74745"/>
                  <a:pt x="1061143" y="72626"/>
                </a:cubicBezTo>
                <a:cubicBezTo>
                  <a:pt x="1061143" y="70432"/>
                  <a:pt x="1061906" y="68597"/>
                  <a:pt x="1063433" y="67122"/>
                </a:cubicBezTo>
                <a:cubicBezTo>
                  <a:pt x="1064960" y="65646"/>
                  <a:pt x="1066759" y="64908"/>
                  <a:pt x="1068833" y="64908"/>
                </a:cubicBezTo>
                <a:close/>
                <a:moveTo>
                  <a:pt x="1141656" y="6559"/>
                </a:moveTo>
                <a:lnTo>
                  <a:pt x="1141656" y="73729"/>
                </a:lnTo>
                <a:lnTo>
                  <a:pt x="1157940" y="73729"/>
                </a:lnTo>
                <a:cubicBezTo>
                  <a:pt x="1159070" y="73729"/>
                  <a:pt x="1159881" y="73945"/>
                  <a:pt x="1160371" y="74379"/>
                </a:cubicBezTo>
                <a:cubicBezTo>
                  <a:pt x="1160861" y="74812"/>
                  <a:pt x="1161106" y="75387"/>
                  <a:pt x="1161106" y="76103"/>
                </a:cubicBezTo>
                <a:cubicBezTo>
                  <a:pt x="1161106" y="76782"/>
                  <a:pt x="1160861" y="77347"/>
                  <a:pt x="1160371" y="77800"/>
                </a:cubicBezTo>
                <a:cubicBezTo>
                  <a:pt x="1159881" y="78252"/>
                  <a:pt x="1159070" y="78478"/>
                  <a:pt x="1157940" y="78478"/>
                </a:cubicBezTo>
                <a:lnTo>
                  <a:pt x="1120623" y="78478"/>
                </a:lnTo>
                <a:cubicBezTo>
                  <a:pt x="1119492" y="78478"/>
                  <a:pt x="1118682" y="78252"/>
                  <a:pt x="1118192" y="77800"/>
                </a:cubicBezTo>
                <a:cubicBezTo>
                  <a:pt x="1117702" y="77347"/>
                  <a:pt x="1117457" y="76782"/>
                  <a:pt x="1117457" y="76103"/>
                </a:cubicBezTo>
                <a:cubicBezTo>
                  <a:pt x="1117457" y="75387"/>
                  <a:pt x="1117702" y="74812"/>
                  <a:pt x="1118192" y="74379"/>
                </a:cubicBezTo>
                <a:cubicBezTo>
                  <a:pt x="1118682" y="73945"/>
                  <a:pt x="1119492" y="73729"/>
                  <a:pt x="1120623" y="73729"/>
                </a:cubicBezTo>
                <a:lnTo>
                  <a:pt x="1136907" y="73729"/>
                </a:lnTo>
                <a:lnTo>
                  <a:pt x="1136907" y="13117"/>
                </a:lnTo>
                <a:lnTo>
                  <a:pt x="1121415" y="17980"/>
                </a:lnTo>
                <a:cubicBezTo>
                  <a:pt x="1120661" y="18206"/>
                  <a:pt x="1120114" y="18319"/>
                  <a:pt x="1119775" y="18319"/>
                </a:cubicBezTo>
                <a:cubicBezTo>
                  <a:pt x="1119209" y="18319"/>
                  <a:pt x="1118691" y="18083"/>
                  <a:pt x="1118220" y="17612"/>
                </a:cubicBezTo>
                <a:cubicBezTo>
                  <a:pt x="1117749" y="17141"/>
                  <a:pt x="1117513" y="16585"/>
                  <a:pt x="1117513" y="15944"/>
                </a:cubicBezTo>
                <a:cubicBezTo>
                  <a:pt x="1117513" y="15379"/>
                  <a:pt x="1117702" y="14851"/>
                  <a:pt x="1118079" y="14361"/>
                </a:cubicBezTo>
                <a:cubicBezTo>
                  <a:pt x="1118380" y="14060"/>
                  <a:pt x="1119002" y="13739"/>
                  <a:pt x="1119944" y="13400"/>
                </a:cubicBezTo>
                <a:lnTo>
                  <a:pt x="1141656" y="6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Host:server.com">
            <a:extLst xmlns:a="http://schemas.openxmlformats.org/drawingml/2006/main">
              <a:ext uri="{FF2B5EF4-FFF2-40B4-BE49-F238E27FC236}">
                <a16:creationId xmlns:a16="http://schemas.microsoft.com/office/drawing/2014/main" id="{0490FE56-36E4-4B82-A8E9-3736DA3E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724" y="1357378"/>
            <a:ext cx="1104962" cy="68188"/>
          </a:xfrm>
          <a:custGeom xmlns:a="http://schemas.openxmlformats.org/drawingml/2006/main">
            <a:pathLst>
              <a:path w="1104962" h="68188">
                <a:moveTo>
                  <a:pt x="44780" y="34377"/>
                </a:moveTo>
                <a:lnTo>
                  <a:pt x="13287" y="34377"/>
                </a:lnTo>
                <a:lnTo>
                  <a:pt x="13287" y="61629"/>
                </a:lnTo>
                <a:lnTo>
                  <a:pt x="19676" y="61629"/>
                </a:lnTo>
                <a:cubicBezTo>
                  <a:pt x="20807" y="61629"/>
                  <a:pt x="21617" y="61846"/>
                  <a:pt x="22107" y="62279"/>
                </a:cubicBezTo>
                <a:cubicBezTo>
                  <a:pt x="22597" y="62713"/>
                  <a:pt x="22842" y="63287"/>
                  <a:pt x="22842" y="64004"/>
                </a:cubicBezTo>
                <a:cubicBezTo>
                  <a:pt x="22842" y="64682"/>
                  <a:pt x="22597" y="65248"/>
                  <a:pt x="22107" y="65700"/>
                </a:cubicBezTo>
                <a:cubicBezTo>
                  <a:pt x="21617" y="66152"/>
                  <a:pt x="20807" y="66378"/>
                  <a:pt x="19676" y="66378"/>
                </a:cubicBezTo>
                <a:lnTo>
                  <a:pt x="3166" y="66378"/>
                </a:lnTo>
                <a:cubicBezTo>
                  <a:pt x="2035" y="66378"/>
                  <a:pt x="1225" y="66152"/>
                  <a:pt x="735" y="65700"/>
                </a:cubicBezTo>
                <a:cubicBezTo>
                  <a:pt x="245" y="65248"/>
                  <a:pt x="0" y="64682"/>
                  <a:pt x="0" y="64004"/>
                </a:cubicBezTo>
                <a:cubicBezTo>
                  <a:pt x="0" y="63287"/>
                  <a:pt x="245" y="62713"/>
                  <a:pt x="735" y="62279"/>
                </a:cubicBezTo>
                <a:cubicBezTo>
                  <a:pt x="1225" y="61846"/>
                  <a:pt x="2035" y="61629"/>
                  <a:pt x="3166" y="61629"/>
                </a:cubicBezTo>
                <a:lnTo>
                  <a:pt x="8538" y="61629"/>
                </a:lnTo>
                <a:lnTo>
                  <a:pt x="8538" y="4976"/>
                </a:lnTo>
                <a:lnTo>
                  <a:pt x="5597" y="4976"/>
                </a:lnTo>
                <a:cubicBezTo>
                  <a:pt x="4429" y="4976"/>
                  <a:pt x="3600" y="4759"/>
                  <a:pt x="3110" y="4325"/>
                </a:cubicBezTo>
                <a:cubicBezTo>
                  <a:pt x="2620" y="3892"/>
                  <a:pt x="2375" y="3317"/>
                  <a:pt x="2375" y="2601"/>
                </a:cubicBezTo>
                <a:cubicBezTo>
                  <a:pt x="2375" y="1885"/>
                  <a:pt x="2620" y="1310"/>
                  <a:pt x="3110" y="876"/>
                </a:cubicBezTo>
                <a:cubicBezTo>
                  <a:pt x="3600" y="443"/>
                  <a:pt x="4429" y="226"/>
                  <a:pt x="5597" y="226"/>
                </a:cubicBezTo>
                <a:lnTo>
                  <a:pt x="19676" y="226"/>
                </a:lnTo>
                <a:cubicBezTo>
                  <a:pt x="20807" y="226"/>
                  <a:pt x="21617" y="443"/>
                  <a:pt x="22107" y="876"/>
                </a:cubicBezTo>
                <a:cubicBezTo>
                  <a:pt x="22597" y="1310"/>
                  <a:pt x="22842" y="1885"/>
                  <a:pt x="22842" y="2601"/>
                </a:cubicBezTo>
                <a:cubicBezTo>
                  <a:pt x="22842" y="3317"/>
                  <a:pt x="22597" y="3892"/>
                  <a:pt x="22107" y="4325"/>
                </a:cubicBezTo>
                <a:cubicBezTo>
                  <a:pt x="21617" y="4759"/>
                  <a:pt x="20807" y="4976"/>
                  <a:pt x="19676" y="4976"/>
                </a:cubicBezTo>
                <a:lnTo>
                  <a:pt x="13287" y="4976"/>
                </a:lnTo>
                <a:lnTo>
                  <a:pt x="13287" y="29627"/>
                </a:lnTo>
                <a:lnTo>
                  <a:pt x="44780" y="29627"/>
                </a:lnTo>
                <a:lnTo>
                  <a:pt x="44780" y="4976"/>
                </a:lnTo>
                <a:lnTo>
                  <a:pt x="38447" y="4976"/>
                </a:lnTo>
                <a:cubicBezTo>
                  <a:pt x="37317" y="4976"/>
                  <a:pt x="36506" y="4759"/>
                  <a:pt x="36016" y="4325"/>
                </a:cubicBezTo>
                <a:cubicBezTo>
                  <a:pt x="35526" y="3892"/>
                  <a:pt x="35281" y="3317"/>
                  <a:pt x="35281" y="2601"/>
                </a:cubicBezTo>
                <a:cubicBezTo>
                  <a:pt x="35281" y="1885"/>
                  <a:pt x="35517" y="1310"/>
                  <a:pt x="35988" y="876"/>
                </a:cubicBezTo>
                <a:cubicBezTo>
                  <a:pt x="36459" y="443"/>
                  <a:pt x="37279" y="226"/>
                  <a:pt x="38447" y="226"/>
                </a:cubicBezTo>
                <a:lnTo>
                  <a:pt x="52526" y="226"/>
                </a:lnTo>
                <a:cubicBezTo>
                  <a:pt x="53694" y="226"/>
                  <a:pt x="54524" y="443"/>
                  <a:pt x="55014" y="876"/>
                </a:cubicBezTo>
                <a:cubicBezTo>
                  <a:pt x="55504" y="1310"/>
                  <a:pt x="55749" y="1885"/>
                  <a:pt x="55749" y="2601"/>
                </a:cubicBezTo>
                <a:cubicBezTo>
                  <a:pt x="55749" y="3317"/>
                  <a:pt x="55504" y="3892"/>
                  <a:pt x="55014" y="4325"/>
                </a:cubicBezTo>
                <a:cubicBezTo>
                  <a:pt x="54524" y="4759"/>
                  <a:pt x="53694" y="4976"/>
                  <a:pt x="52526" y="4976"/>
                </a:cubicBezTo>
                <a:lnTo>
                  <a:pt x="49586" y="4976"/>
                </a:lnTo>
                <a:lnTo>
                  <a:pt x="49586" y="61629"/>
                </a:lnTo>
                <a:lnTo>
                  <a:pt x="54957" y="61629"/>
                </a:lnTo>
                <a:cubicBezTo>
                  <a:pt x="56088" y="61629"/>
                  <a:pt x="56898" y="61846"/>
                  <a:pt x="57388" y="62279"/>
                </a:cubicBezTo>
                <a:cubicBezTo>
                  <a:pt x="57878" y="62713"/>
                  <a:pt x="58123" y="63287"/>
                  <a:pt x="58123" y="64004"/>
                </a:cubicBezTo>
                <a:cubicBezTo>
                  <a:pt x="58123" y="64682"/>
                  <a:pt x="57878" y="65248"/>
                  <a:pt x="57388" y="65700"/>
                </a:cubicBezTo>
                <a:cubicBezTo>
                  <a:pt x="56898" y="66152"/>
                  <a:pt x="56088" y="66378"/>
                  <a:pt x="54957" y="66378"/>
                </a:cubicBezTo>
                <a:lnTo>
                  <a:pt x="38447" y="66378"/>
                </a:lnTo>
                <a:cubicBezTo>
                  <a:pt x="37317" y="66378"/>
                  <a:pt x="36506" y="66152"/>
                  <a:pt x="36016" y="65700"/>
                </a:cubicBezTo>
                <a:cubicBezTo>
                  <a:pt x="35526" y="65248"/>
                  <a:pt x="35281" y="64682"/>
                  <a:pt x="35281" y="64004"/>
                </a:cubicBezTo>
                <a:cubicBezTo>
                  <a:pt x="35281" y="63287"/>
                  <a:pt x="35517" y="62713"/>
                  <a:pt x="35988" y="62279"/>
                </a:cubicBezTo>
                <a:cubicBezTo>
                  <a:pt x="36459" y="61846"/>
                  <a:pt x="37279" y="61629"/>
                  <a:pt x="38447" y="61629"/>
                </a:cubicBezTo>
                <a:lnTo>
                  <a:pt x="44780" y="61629"/>
                </a:lnTo>
                <a:lnTo>
                  <a:pt x="44780" y="34377"/>
                </a:lnTo>
                <a:close/>
                <a:moveTo>
                  <a:pt x="124727" y="41925"/>
                </a:moveTo>
                <a:cubicBezTo>
                  <a:pt x="124727" y="49170"/>
                  <a:pt x="122136" y="55359"/>
                  <a:pt x="116953" y="60491"/>
                </a:cubicBezTo>
                <a:cubicBezTo>
                  <a:pt x="111770" y="65622"/>
                  <a:pt x="105523" y="68188"/>
                  <a:pt x="98210" y="68188"/>
                </a:cubicBezTo>
                <a:cubicBezTo>
                  <a:pt x="90822" y="68188"/>
                  <a:pt x="84546" y="65613"/>
                  <a:pt x="79382" y="60463"/>
                </a:cubicBezTo>
                <a:cubicBezTo>
                  <a:pt x="74218" y="55312"/>
                  <a:pt x="71636" y="49132"/>
                  <a:pt x="71636" y="41925"/>
                </a:cubicBezTo>
                <a:cubicBezTo>
                  <a:pt x="71636" y="34679"/>
                  <a:pt x="74218" y="28482"/>
                  <a:pt x="79382" y="23332"/>
                </a:cubicBezTo>
                <a:cubicBezTo>
                  <a:pt x="84546" y="18181"/>
                  <a:pt x="90822" y="15605"/>
                  <a:pt x="98210" y="15605"/>
                </a:cubicBezTo>
                <a:cubicBezTo>
                  <a:pt x="105523" y="15605"/>
                  <a:pt x="111770" y="18171"/>
                  <a:pt x="116953" y="23303"/>
                </a:cubicBezTo>
                <a:cubicBezTo>
                  <a:pt x="122136" y="28434"/>
                  <a:pt x="124727" y="34642"/>
                  <a:pt x="124727" y="41925"/>
                </a:cubicBezTo>
                <a:moveTo>
                  <a:pt x="119922" y="41896"/>
                </a:moveTo>
                <a:cubicBezTo>
                  <a:pt x="119922" y="35925"/>
                  <a:pt x="117801" y="30843"/>
                  <a:pt x="113561" y="26648"/>
                </a:cubicBezTo>
                <a:cubicBezTo>
                  <a:pt x="109320" y="22452"/>
                  <a:pt x="104184" y="20355"/>
                  <a:pt x="98153" y="20355"/>
                </a:cubicBezTo>
                <a:cubicBezTo>
                  <a:pt x="92123" y="20355"/>
                  <a:pt x="86987" y="22462"/>
                  <a:pt x="82746" y="26676"/>
                </a:cubicBezTo>
                <a:cubicBezTo>
                  <a:pt x="78506" y="30890"/>
                  <a:pt x="76385" y="35963"/>
                  <a:pt x="76385" y="41896"/>
                </a:cubicBezTo>
                <a:cubicBezTo>
                  <a:pt x="76385" y="47792"/>
                  <a:pt x="78506" y="52856"/>
                  <a:pt x="82746" y="57090"/>
                </a:cubicBezTo>
                <a:cubicBezTo>
                  <a:pt x="86987" y="61322"/>
                  <a:pt x="92123" y="63438"/>
                  <a:pt x="98153" y="63438"/>
                </a:cubicBezTo>
                <a:cubicBezTo>
                  <a:pt x="104184" y="63438"/>
                  <a:pt x="109320" y="61332"/>
                  <a:pt x="113561" y="57118"/>
                </a:cubicBezTo>
                <a:cubicBezTo>
                  <a:pt x="117801" y="52903"/>
                  <a:pt x="119922" y="47830"/>
                  <a:pt x="119922" y="41896"/>
                </a:cubicBezTo>
                <a:close/>
                <a:moveTo>
                  <a:pt x="183359" y="20355"/>
                </a:moveTo>
                <a:cubicBezTo>
                  <a:pt x="183359" y="19281"/>
                  <a:pt x="183585" y="18505"/>
                  <a:pt x="184038" y="18024"/>
                </a:cubicBezTo>
                <a:cubicBezTo>
                  <a:pt x="184490" y="17542"/>
                  <a:pt x="185055" y="17301"/>
                  <a:pt x="185734" y="17301"/>
                </a:cubicBezTo>
                <a:cubicBezTo>
                  <a:pt x="186450" y="17301"/>
                  <a:pt x="187034" y="17548"/>
                  <a:pt x="187487" y="18040"/>
                </a:cubicBezTo>
                <a:cubicBezTo>
                  <a:pt x="187939" y="18531"/>
                  <a:pt x="188165" y="19363"/>
                  <a:pt x="188165" y="20537"/>
                </a:cubicBezTo>
                <a:lnTo>
                  <a:pt x="188165" y="28710"/>
                </a:lnTo>
                <a:cubicBezTo>
                  <a:pt x="188165" y="29846"/>
                  <a:pt x="187939" y="30660"/>
                  <a:pt x="187487" y="31152"/>
                </a:cubicBezTo>
                <a:cubicBezTo>
                  <a:pt x="187034" y="31643"/>
                  <a:pt x="186450" y="31889"/>
                  <a:pt x="185734" y="31889"/>
                </a:cubicBezTo>
                <a:cubicBezTo>
                  <a:pt x="185093" y="31889"/>
                  <a:pt x="184556" y="31680"/>
                  <a:pt x="184123" y="31262"/>
                </a:cubicBezTo>
                <a:cubicBezTo>
                  <a:pt x="183689" y="30842"/>
                  <a:pt x="183435" y="30157"/>
                  <a:pt x="183359" y="29205"/>
                </a:cubicBezTo>
                <a:cubicBezTo>
                  <a:pt x="183133" y="26921"/>
                  <a:pt x="181965" y="25037"/>
                  <a:pt x="179854" y="23553"/>
                </a:cubicBezTo>
                <a:cubicBezTo>
                  <a:pt x="176763" y="21421"/>
                  <a:pt x="172673" y="20355"/>
                  <a:pt x="167584" y="20355"/>
                </a:cubicBezTo>
                <a:cubicBezTo>
                  <a:pt x="162270" y="20355"/>
                  <a:pt x="158142" y="21429"/>
                  <a:pt x="155202" y="23577"/>
                </a:cubicBezTo>
                <a:cubicBezTo>
                  <a:pt x="152978" y="25198"/>
                  <a:pt x="151866" y="27007"/>
                  <a:pt x="151866" y="29005"/>
                </a:cubicBezTo>
                <a:cubicBezTo>
                  <a:pt x="151866" y="31267"/>
                  <a:pt x="153186" y="33151"/>
                  <a:pt x="155824" y="34659"/>
                </a:cubicBezTo>
                <a:cubicBezTo>
                  <a:pt x="157633" y="35715"/>
                  <a:pt x="161064" y="36525"/>
                  <a:pt x="166114" y="37090"/>
                </a:cubicBezTo>
                <a:cubicBezTo>
                  <a:pt x="172711" y="37809"/>
                  <a:pt x="177291" y="38622"/>
                  <a:pt x="179854" y="39531"/>
                </a:cubicBezTo>
                <a:cubicBezTo>
                  <a:pt x="183510" y="40855"/>
                  <a:pt x="186233" y="42690"/>
                  <a:pt x="188024" y="45036"/>
                </a:cubicBezTo>
                <a:cubicBezTo>
                  <a:pt x="189814" y="47381"/>
                  <a:pt x="190709" y="49916"/>
                  <a:pt x="190709" y="52639"/>
                </a:cubicBezTo>
                <a:cubicBezTo>
                  <a:pt x="190709" y="56686"/>
                  <a:pt x="188768" y="60290"/>
                  <a:pt x="184886" y="63449"/>
                </a:cubicBezTo>
                <a:cubicBezTo>
                  <a:pt x="181003" y="66608"/>
                  <a:pt x="175312" y="68188"/>
                  <a:pt x="167811" y="68188"/>
                </a:cubicBezTo>
                <a:cubicBezTo>
                  <a:pt x="160310" y="68188"/>
                  <a:pt x="154166" y="66284"/>
                  <a:pt x="149379" y="62477"/>
                </a:cubicBezTo>
                <a:cubicBezTo>
                  <a:pt x="149379" y="63777"/>
                  <a:pt x="149303" y="64619"/>
                  <a:pt x="149152" y="65002"/>
                </a:cubicBezTo>
                <a:cubicBezTo>
                  <a:pt x="149002" y="65384"/>
                  <a:pt x="148728" y="65709"/>
                  <a:pt x="148333" y="65977"/>
                </a:cubicBezTo>
                <a:cubicBezTo>
                  <a:pt x="147937" y="66245"/>
                  <a:pt x="147494" y="66378"/>
                  <a:pt x="147004" y="66378"/>
                </a:cubicBezTo>
                <a:cubicBezTo>
                  <a:pt x="146325" y="66378"/>
                  <a:pt x="145760" y="66133"/>
                  <a:pt x="145308" y="65642"/>
                </a:cubicBezTo>
                <a:cubicBezTo>
                  <a:pt x="144855" y="65149"/>
                  <a:pt x="144629" y="64336"/>
                  <a:pt x="144629" y="63201"/>
                </a:cubicBezTo>
                <a:lnTo>
                  <a:pt x="144629" y="53385"/>
                </a:lnTo>
                <a:cubicBezTo>
                  <a:pt x="144629" y="52250"/>
                  <a:pt x="144846" y="51438"/>
                  <a:pt x="145279" y="50946"/>
                </a:cubicBezTo>
                <a:cubicBezTo>
                  <a:pt x="145713" y="50454"/>
                  <a:pt x="146288" y="50208"/>
                  <a:pt x="147004" y="50208"/>
                </a:cubicBezTo>
                <a:cubicBezTo>
                  <a:pt x="147682" y="50208"/>
                  <a:pt x="148257" y="50443"/>
                  <a:pt x="148728" y="50915"/>
                </a:cubicBezTo>
                <a:cubicBezTo>
                  <a:pt x="149199" y="51386"/>
                  <a:pt x="149435" y="52017"/>
                  <a:pt x="149435" y="52809"/>
                </a:cubicBezTo>
                <a:cubicBezTo>
                  <a:pt x="149435" y="54543"/>
                  <a:pt x="149869" y="55994"/>
                  <a:pt x="150735" y="57162"/>
                </a:cubicBezTo>
                <a:cubicBezTo>
                  <a:pt x="152055" y="58972"/>
                  <a:pt x="154156" y="60470"/>
                  <a:pt x="157040" y="61657"/>
                </a:cubicBezTo>
                <a:cubicBezTo>
                  <a:pt x="159923" y="62845"/>
                  <a:pt x="163457" y="63438"/>
                  <a:pt x="167641" y="63438"/>
                </a:cubicBezTo>
                <a:cubicBezTo>
                  <a:pt x="173823" y="63438"/>
                  <a:pt x="178421" y="62283"/>
                  <a:pt x="181437" y="59972"/>
                </a:cubicBezTo>
                <a:cubicBezTo>
                  <a:pt x="184452" y="57661"/>
                  <a:pt x="185960" y="55217"/>
                  <a:pt x="185960" y="52641"/>
                </a:cubicBezTo>
                <a:cubicBezTo>
                  <a:pt x="185960" y="49685"/>
                  <a:pt x="184434" y="47318"/>
                  <a:pt x="181380" y="45538"/>
                </a:cubicBezTo>
                <a:cubicBezTo>
                  <a:pt x="178289" y="43757"/>
                  <a:pt x="173795" y="42564"/>
                  <a:pt x="167895" y="41958"/>
                </a:cubicBezTo>
                <a:cubicBezTo>
                  <a:pt x="161996" y="41352"/>
                  <a:pt x="157765" y="40559"/>
                  <a:pt x="155202" y="39582"/>
                </a:cubicBezTo>
                <a:cubicBezTo>
                  <a:pt x="152639" y="38604"/>
                  <a:pt x="150641" y="37138"/>
                  <a:pt x="149209" y="35182"/>
                </a:cubicBezTo>
                <a:cubicBezTo>
                  <a:pt x="147777" y="33226"/>
                  <a:pt x="147060" y="31119"/>
                  <a:pt x="147060" y="28862"/>
                </a:cubicBezTo>
                <a:cubicBezTo>
                  <a:pt x="147060" y="24801"/>
                  <a:pt x="149058" y="21576"/>
                  <a:pt x="153054" y="19188"/>
                </a:cubicBezTo>
                <a:cubicBezTo>
                  <a:pt x="157049" y="16800"/>
                  <a:pt x="161817" y="15605"/>
                  <a:pt x="167358" y="15605"/>
                </a:cubicBezTo>
                <a:cubicBezTo>
                  <a:pt x="173917" y="15605"/>
                  <a:pt x="179251" y="17188"/>
                  <a:pt x="183359" y="20355"/>
                </a:cubicBezTo>
                <a:close/>
                <a:moveTo>
                  <a:pt x="227404" y="17301"/>
                </a:moveTo>
                <a:lnTo>
                  <a:pt x="253186" y="17301"/>
                </a:lnTo>
                <a:cubicBezTo>
                  <a:pt x="254317" y="17301"/>
                  <a:pt x="255128" y="17522"/>
                  <a:pt x="255618" y="17964"/>
                </a:cubicBezTo>
                <a:cubicBezTo>
                  <a:pt x="256108" y="18406"/>
                  <a:pt x="256353" y="18976"/>
                  <a:pt x="256353" y="19676"/>
                </a:cubicBezTo>
                <a:cubicBezTo>
                  <a:pt x="256353" y="20355"/>
                  <a:pt x="256108" y="20920"/>
                  <a:pt x="255618" y="21372"/>
                </a:cubicBezTo>
                <a:cubicBezTo>
                  <a:pt x="255128" y="21825"/>
                  <a:pt x="254317" y="22051"/>
                  <a:pt x="253186" y="22051"/>
                </a:cubicBezTo>
                <a:lnTo>
                  <a:pt x="227404" y="22051"/>
                </a:lnTo>
                <a:lnTo>
                  <a:pt x="227404" y="53743"/>
                </a:lnTo>
                <a:cubicBezTo>
                  <a:pt x="227404" y="56502"/>
                  <a:pt x="228506" y="58808"/>
                  <a:pt x="230712" y="60661"/>
                </a:cubicBezTo>
                <a:cubicBezTo>
                  <a:pt x="232917" y="62512"/>
                  <a:pt x="236149" y="63438"/>
                  <a:pt x="240408" y="63438"/>
                </a:cubicBezTo>
                <a:cubicBezTo>
                  <a:pt x="243612" y="63438"/>
                  <a:pt x="247080" y="62958"/>
                  <a:pt x="250812" y="61996"/>
                </a:cubicBezTo>
                <a:cubicBezTo>
                  <a:pt x="254543" y="61035"/>
                  <a:pt x="257446" y="59952"/>
                  <a:pt x="259519" y="58745"/>
                </a:cubicBezTo>
                <a:cubicBezTo>
                  <a:pt x="260273" y="58255"/>
                  <a:pt x="260895" y="58010"/>
                  <a:pt x="261385" y="58010"/>
                </a:cubicBezTo>
                <a:cubicBezTo>
                  <a:pt x="261988" y="58010"/>
                  <a:pt x="262515" y="58246"/>
                  <a:pt x="262968" y="58717"/>
                </a:cubicBezTo>
                <a:cubicBezTo>
                  <a:pt x="263420" y="59188"/>
                  <a:pt x="263646" y="59744"/>
                  <a:pt x="263646" y="60385"/>
                </a:cubicBezTo>
                <a:cubicBezTo>
                  <a:pt x="263646" y="60950"/>
                  <a:pt x="263401" y="61478"/>
                  <a:pt x="262911" y="61968"/>
                </a:cubicBezTo>
                <a:cubicBezTo>
                  <a:pt x="261705" y="63212"/>
                  <a:pt x="258774" y="64560"/>
                  <a:pt x="254119" y="66011"/>
                </a:cubicBezTo>
                <a:cubicBezTo>
                  <a:pt x="249464" y="67462"/>
                  <a:pt x="245007" y="68188"/>
                  <a:pt x="240747" y="68188"/>
                </a:cubicBezTo>
                <a:cubicBezTo>
                  <a:pt x="235206" y="68188"/>
                  <a:pt x="230796" y="66884"/>
                  <a:pt x="227517" y="64278"/>
                </a:cubicBezTo>
                <a:cubicBezTo>
                  <a:pt x="224238" y="61670"/>
                  <a:pt x="222598" y="58155"/>
                  <a:pt x="222598" y="53735"/>
                </a:cubicBezTo>
                <a:lnTo>
                  <a:pt x="222598" y="22051"/>
                </a:lnTo>
                <a:lnTo>
                  <a:pt x="213834" y="22051"/>
                </a:lnTo>
                <a:cubicBezTo>
                  <a:pt x="212703" y="22051"/>
                  <a:pt x="211893" y="21828"/>
                  <a:pt x="211403" y="21381"/>
                </a:cubicBezTo>
                <a:cubicBezTo>
                  <a:pt x="210913" y="20933"/>
                  <a:pt x="210668" y="20356"/>
                  <a:pt x="210668" y="19648"/>
                </a:cubicBezTo>
                <a:cubicBezTo>
                  <a:pt x="210668" y="18978"/>
                  <a:pt x="210913" y="18419"/>
                  <a:pt x="211403" y="17973"/>
                </a:cubicBezTo>
                <a:cubicBezTo>
                  <a:pt x="211893" y="17525"/>
                  <a:pt x="212703" y="17301"/>
                  <a:pt x="213834" y="17301"/>
                </a:cubicBezTo>
                <a:lnTo>
                  <a:pt x="222598" y="17301"/>
                </a:lnTo>
                <a:lnTo>
                  <a:pt x="222598" y="3187"/>
                </a:lnTo>
                <a:cubicBezTo>
                  <a:pt x="222598" y="2048"/>
                  <a:pt x="222824" y="1233"/>
                  <a:pt x="223276" y="740"/>
                </a:cubicBezTo>
                <a:cubicBezTo>
                  <a:pt x="223729" y="247"/>
                  <a:pt x="224294" y="0"/>
                  <a:pt x="224973" y="0"/>
                </a:cubicBezTo>
                <a:cubicBezTo>
                  <a:pt x="225689" y="0"/>
                  <a:pt x="226273" y="247"/>
                  <a:pt x="226725" y="740"/>
                </a:cubicBezTo>
                <a:cubicBezTo>
                  <a:pt x="227178" y="1233"/>
                  <a:pt x="227404" y="2048"/>
                  <a:pt x="227404" y="3187"/>
                </a:cubicBezTo>
                <a:lnTo>
                  <a:pt x="227404" y="17301"/>
                </a:lnTo>
                <a:close/>
                <a:moveTo>
                  <a:pt x="305655" y="17301"/>
                </a:moveTo>
                <a:lnTo>
                  <a:pt x="307691" y="17301"/>
                </a:lnTo>
                <a:cubicBezTo>
                  <a:pt x="309802" y="17301"/>
                  <a:pt x="311611" y="18055"/>
                  <a:pt x="313119" y="19563"/>
                </a:cubicBezTo>
                <a:cubicBezTo>
                  <a:pt x="314626" y="21071"/>
                  <a:pt x="315380" y="22861"/>
                  <a:pt x="315380" y="24934"/>
                </a:cubicBezTo>
                <a:cubicBezTo>
                  <a:pt x="315380" y="27158"/>
                  <a:pt x="314617" y="29005"/>
                  <a:pt x="313090" y="30475"/>
                </a:cubicBezTo>
                <a:cubicBezTo>
                  <a:pt x="311564" y="31945"/>
                  <a:pt x="309764" y="32680"/>
                  <a:pt x="307691" y="32680"/>
                </a:cubicBezTo>
                <a:lnTo>
                  <a:pt x="305655" y="32680"/>
                </a:lnTo>
                <a:cubicBezTo>
                  <a:pt x="303544" y="32680"/>
                  <a:pt x="301735" y="31926"/>
                  <a:pt x="300227" y="30419"/>
                </a:cubicBezTo>
                <a:cubicBezTo>
                  <a:pt x="298720" y="28911"/>
                  <a:pt x="297966" y="27121"/>
                  <a:pt x="297966" y="25047"/>
                </a:cubicBezTo>
                <a:cubicBezTo>
                  <a:pt x="297966" y="22823"/>
                  <a:pt x="298729" y="20976"/>
                  <a:pt x="300256" y="19506"/>
                </a:cubicBezTo>
                <a:cubicBezTo>
                  <a:pt x="301782" y="18036"/>
                  <a:pt x="303582" y="17301"/>
                  <a:pt x="305655" y="17301"/>
                </a:cubicBezTo>
                <a:moveTo>
                  <a:pt x="305655" y="52809"/>
                </a:moveTo>
                <a:lnTo>
                  <a:pt x="307691" y="52809"/>
                </a:lnTo>
                <a:cubicBezTo>
                  <a:pt x="309802" y="52809"/>
                  <a:pt x="311611" y="53556"/>
                  <a:pt x="313119" y="55051"/>
                </a:cubicBezTo>
                <a:cubicBezTo>
                  <a:pt x="314626" y="56544"/>
                  <a:pt x="315380" y="58351"/>
                  <a:pt x="315380" y="60470"/>
                </a:cubicBezTo>
                <a:cubicBezTo>
                  <a:pt x="315380" y="62664"/>
                  <a:pt x="314617" y="64500"/>
                  <a:pt x="313090" y="65976"/>
                </a:cubicBezTo>
                <a:cubicBezTo>
                  <a:pt x="311564" y="67450"/>
                  <a:pt x="309764" y="68188"/>
                  <a:pt x="307691" y="68188"/>
                </a:cubicBezTo>
                <a:lnTo>
                  <a:pt x="305655" y="68188"/>
                </a:lnTo>
                <a:cubicBezTo>
                  <a:pt x="303544" y="68188"/>
                  <a:pt x="301735" y="67441"/>
                  <a:pt x="300227" y="65947"/>
                </a:cubicBezTo>
                <a:cubicBezTo>
                  <a:pt x="298720" y="64452"/>
                  <a:pt x="297966" y="62646"/>
                  <a:pt x="297966" y="60526"/>
                </a:cubicBezTo>
                <a:cubicBezTo>
                  <a:pt x="297966" y="58332"/>
                  <a:pt x="298729" y="56497"/>
                  <a:pt x="300256" y="55023"/>
                </a:cubicBezTo>
                <a:cubicBezTo>
                  <a:pt x="301782" y="53547"/>
                  <a:pt x="303582" y="52809"/>
                  <a:pt x="305655" y="52809"/>
                </a:cubicBezTo>
                <a:close/>
                <a:moveTo>
                  <a:pt x="461310" y="20355"/>
                </a:moveTo>
                <a:cubicBezTo>
                  <a:pt x="461310" y="19281"/>
                  <a:pt x="461536" y="18505"/>
                  <a:pt x="461988" y="18024"/>
                </a:cubicBezTo>
                <a:cubicBezTo>
                  <a:pt x="462441" y="17542"/>
                  <a:pt x="463006" y="17301"/>
                  <a:pt x="463684" y="17301"/>
                </a:cubicBezTo>
                <a:cubicBezTo>
                  <a:pt x="464401" y="17301"/>
                  <a:pt x="464985" y="17548"/>
                  <a:pt x="465437" y="18040"/>
                </a:cubicBezTo>
                <a:cubicBezTo>
                  <a:pt x="465889" y="18531"/>
                  <a:pt x="466116" y="19363"/>
                  <a:pt x="466116" y="20537"/>
                </a:cubicBezTo>
                <a:lnTo>
                  <a:pt x="466116" y="28710"/>
                </a:lnTo>
                <a:cubicBezTo>
                  <a:pt x="466116" y="29846"/>
                  <a:pt x="465889" y="30660"/>
                  <a:pt x="465437" y="31152"/>
                </a:cubicBezTo>
                <a:cubicBezTo>
                  <a:pt x="464985" y="31643"/>
                  <a:pt x="464401" y="31889"/>
                  <a:pt x="463684" y="31889"/>
                </a:cubicBezTo>
                <a:cubicBezTo>
                  <a:pt x="463044" y="31889"/>
                  <a:pt x="462506" y="31680"/>
                  <a:pt x="462073" y="31262"/>
                </a:cubicBezTo>
                <a:cubicBezTo>
                  <a:pt x="461640" y="30842"/>
                  <a:pt x="461385" y="30157"/>
                  <a:pt x="461310" y="29205"/>
                </a:cubicBezTo>
                <a:cubicBezTo>
                  <a:pt x="461084" y="26921"/>
                  <a:pt x="459915" y="25037"/>
                  <a:pt x="457804" y="23553"/>
                </a:cubicBezTo>
                <a:cubicBezTo>
                  <a:pt x="454713" y="21421"/>
                  <a:pt x="450624" y="20355"/>
                  <a:pt x="445535" y="20355"/>
                </a:cubicBezTo>
                <a:cubicBezTo>
                  <a:pt x="440220" y="20355"/>
                  <a:pt x="436093" y="21429"/>
                  <a:pt x="433153" y="23577"/>
                </a:cubicBezTo>
                <a:cubicBezTo>
                  <a:pt x="430929" y="25198"/>
                  <a:pt x="429817" y="27007"/>
                  <a:pt x="429817" y="29005"/>
                </a:cubicBezTo>
                <a:cubicBezTo>
                  <a:pt x="429817" y="31267"/>
                  <a:pt x="431136" y="33151"/>
                  <a:pt x="433775" y="34659"/>
                </a:cubicBezTo>
                <a:cubicBezTo>
                  <a:pt x="435584" y="35715"/>
                  <a:pt x="439014" y="36525"/>
                  <a:pt x="444065" y="37090"/>
                </a:cubicBezTo>
                <a:cubicBezTo>
                  <a:pt x="450661" y="37809"/>
                  <a:pt x="455241" y="38622"/>
                  <a:pt x="457804" y="39531"/>
                </a:cubicBezTo>
                <a:cubicBezTo>
                  <a:pt x="461460" y="40855"/>
                  <a:pt x="464184" y="42690"/>
                  <a:pt x="465974" y="45036"/>
                </a:cubicBezTo>
                <a:cubicBezTo>
                  <a:pt x="467765" y="47381"/>
                  <a:pt x="468660" y="49916"/>
                  <a:pt x="468660" y="52639"/>
                </a:cubicBezTo>
                <a:cubicBezTo>
                  <a:pt x="468660" y="56686"/>
                  <a:pt x="466719" y="60290"/>
                  <a:pt x="462836" y="63449"/>
                </a:cubicBezTo>
                <a:cubicBezTo>
                  <a:pt x="458954" y="66608"/>
                  <a:pt x="453262" y="68188"/>
                  <a:pt x="445761" y="68188"/>
                </a:cubicBezTo>
                <a:cubicBezTo>
                  <a:pt x="438260" y="68188"/>
                  <a:pt x="432116" y="66284"/>
                  <a:pt x="427329" y="62477"/>
                </a:cubicBezTo>
                <a:cubicBezTo>
                  <a:pt x="427329" y="63777"/>
                  <a:pt x="427254" y="64619"/>
                  <a:pt x="427103" y="65002"/>
                </a:cubicBezTo>
                <a:cubicBezTo>
                  <a:pt x="426952" y="65384"/>
                  <a:pt x="426679" y="65709"/>
                  <a:pt x="426283" y="65977"/>
                </a:cubicBezTo>
                <a:cubicBezTo>
                  <a:pt x="425887" y="66245"/>
                  <a:pt x="425444" y="66378"/>
                  <a:pt x="424954" y="66378"/>
                </a:cubicBezTo>
                <a:cubicBezTo>
                  <a:pt x="424276" y="66378"/>
                  <a:pt x="423710" y="66133"/>
                  <a:pt x="423258" y="65642"/>
                </a:cubicBezTo>
                <a:cubicBezTo>
                  <a:pt x="422806" y="65149"/>
                  <a:pt x="422580" y="64336"/>
                  <a:pt x="422580" y="63201"/>
                </a:cubicBezTo>
                <a:lnTo>
                  <a:pt x="422580" y="53385"/>
                </a:lnTo>
                <a:cubicBezTo>
                  <a:pt x="422580" y="52250"/>
                  <a:pt x="422796" y="51438"/>
                  <a:pt x="423230" y="50946"/>
                </a:cubicBezTo>
                <a:cubicBezTo>
                  <a:pt x="423663" y="50454"/>
                  <a:pt x="424238" y="50208"/>
                  <a:pt x="424954" y="50208"/>
                </a:cubicBezTo>
                <a:cubicBezTo>
                  <a:pt x="425633" y="50208"/>
                  <a:pt x="426208" y="50443"/>
                  <a:pt x="426679" y="50915"/>
                </a:cubicBezTo>
                <a:cubicBezTo>
                  <a:pt x="427150" y="51386"/>
                  <a:pt x="427385" y="52017"/>
                  <a:pt x="427385" y="52809"/>
                </a:cubicBezTo>
                <a:cubicBezTo>
                  <a:pt x="427385" y="54543"/>
                  <a:pt x="427819" y="55994"/>
                  <a:pt x="428686" y="57162"/>
                </a:cubicBezTo>
                <a:cubicBezTo>
                  <a:pt x="430005" y="58972"/>
                  <a:pt x="432107" y="60470"/>
                  <a:pt x="434990" y="61657"/>
                </a:cubicBezTo>
                <a:cubicBezTo>
                  <a:pt x="437874" y="62845"/>
                  <a:pt x="441408" y="63438"/>
                  <a:pt x="445591" y="63438"/>
                </a:cubicBezTo>
                <a:cubicBezTo>
                  <a:pt x="451773" y="63438"/>
                  <a:pt x="456372" y="62283"/>
                  <a:pt x="459387" y="59972"/>
                </a:cubicBezTo>
                <a:cubicBezTo>
                  <a:pt x="462403" y="57661"/>
                  <a:pt x="463911" y="55217"/>
                  <a:pt x="463911" y="52641"/>
                </a:cubicBezTo>
                <a:cubicBezTo>
                  <a:pt x="463911" y="49685"/>
                  <a:pt x="462384" y="47318"/>
                  <a:pt x="459331" y="45538"/>
                </a:cubicBezTo>
                <a:cubicBezTo>
                  <a:pt x="456240" y="43757"/>
                  <a:pt x="451745" y="42564"/>
                  <a:pt x="445846" y="41958"/>
                </a:cubicBezTo>
                <a:cubicBezTo>
                  <a:pt x="439947" y="41352"/>
                  <a:pt x="435716" y="40559"/>
                  <a:pt x="433153" y="39582"/>
                </a:cubicBezTo>
                <a:cubicBezTo>
                  <a:pt x="430589" y="38604"/>
                  <a:pt x="428592" y="37138"/>
                  <a:pt x="427159" y="35182"/>
                </a:cubicBezTo>
                <a:cubicBezTo>
                  <a:pt x="425727" y="33226"/>
                  <a:pt x="425011" y="31119"/>
                  <a:pt x="425011" y="28862"/>
                </a:cubicBezTo>
                <a:cubicBezTo>
                  <a:pt x="425011" y="24801"/>
                  <a:pt x="427009" y="21576"/>
                  <a:pt x="431004" y="19188"/>
                </a:cubicBezTo>
                <a:cubicBezTo>
                  <a:pt x="435000" y="16800"/>
                  <a:pt x="439768" y="15605"/>
                  <a:pt x="445309" y="15605"/>
                </a:cubicBezTo>
                <a:cubicBezTo>
                  <a:pt x="451867" y="15605"/>
                  <a:pt x="457201" y="17188"/>
                  <a:pt x="461310" y="20355"/>
                </a:cubicBezTo>
                <a:close/>
                <a:moveTo>
                  <a:pt x="540805" y="42971"/>
                </a:moveTo>
                <a:lnTo>
                  <a:pt x="492407" y="42971"/>
                </a:lnTo>
                <a:cubicBezTo>
                  <a:pt x="493236" y="49115"/>
                  <a:pt x="495808" y="54062"/>
                  <a:pt x="500124" y="57812"/>
                </a:cubicBezTo>
                <a:cubicBezTo>
                  <a:pt x="504440" y="61563"/>
                  <a:pt x="509783" y="63438"/>
                  <a:pt x="516154" y="63438"/>
                </a:cubicBezTo>
                <a:cubicBezTo>
                  <a:pt x="519697" y="63438"/>
                  <a:pt x="523410" y="62854"/>
                  <a:pt x="527292" y="61686"/>
                </a:cubicBezTo>
                <a:cubicBezTo>
                  <a:pt x="531174" y="60517"/>
                  <a:pt x="534341" y="58972"/>
                  <a:pt x="536791" y="57049"/>
                </a:cubicBezTo>
                <a:cubicBezTo>
                  <a:pt x="537507" y="56484"/>
                  <a:pt x="538129" y="56201"/>
                  <a:pt x="538657" y="56201"/>
                </a:cubicBezTo>
                <a:cubicBezTo>
                  <a:pt x="539260" y="56201"/>
                  <a:pt x="539787" y="56437"/>
                  <a:pt x="540240" y="56908"/>
                </a:cubicBezTo>
                <a:cubicBezTo>
                  <a:pt x="540692" y="57379"/>
                  <a:pt x="540918" y="57935"/>
                  <a:pt x="540918" y="58576"/>
                </a:cubicBezTo>
                <a:cubicBezTo>
                  <a:pt x="540918" y="59217"/>
                  <a:pt x="540617" y="59839"/>
                  <a:pt x="540014" y="60442"/>
                </a:cubicBezTo>
                <a:cubicBezTo>
                  <a:pt x="538204" y="62326"/>
                  <a:pt x="534991" y="64088"/>
                  <a:pt x="530373" y="65728"/>
                </a:cubicBezTo>
                <a:cubicBezTo>
                  <a:pt x="525756" y="67368"/>
                  <a:pt x="521016" y="68188"/>
                  <a:pt x="516154" y="68188"/>
                </a:cubicBezTo>
                <a:cubicBezTo>
                  <a:pt x="508012" y="68188"/>
                  <a:pt x="501218" y="65518"/>
                  <a:pt x="495771" y="60178"/>
                </a:cubicBezTo>
                <a:cubicBezTo>
                  <a:pt x="490324" y="54839"/>
                  <a:pt x="487601" y="48377"/>
                  <a:pt x="487601" y="40792"/>
                </a:cubicBezTo>
                <a:cubicBezTo>
                  <a:pt x="487601" y="33887"/>
                  <a:pt x="490154" y="27963"/>
                  <a:pt x="495262" y="23021"/>
                </a:cubicBezTo>
                <a:cubicBezTo>
                  <a:pt x="500369" y="18077"/>
                  <a:pt x="506692" y="15605"/>
                  <a:pt x="514231" y="15605"/>
                </a:cubicBezTo>
                <a:cubicBezTo>
                  <a:pt x="521996" y="15605"/>
                  <a:pt x="528385" y="18145"/>
                  <a:pt x="533398" y="23226"/>
                </a:cubicBezTo>
                <a:cubicBezTo>
                  <a:pt x="538412" y="28306"/>
                  <a:pt x="540881" y="34888"/>
                  <a:pt x="540805" y="42971"/>
                </a:cubicBezTo>
                <a:moveTo>
                  <a:pt x="535999" y="38221"/>
                </a:moveTo>
                <a:cubicBezTo>
                  <a:pt x="535057" y="32931"/>
                  <a:pt x="532579" y="28631"/>
                  <a:pt x="528564" y="25321"/>
                </a:cubicBezTo>
                <a:cubicBezTo>
                  <a:pt x="524550" y="22010"/>
                  <a:pt x="519772" y="20355"/>
                  <a:pt x="514231" y="20355"/>
                </a:cubicBezTo>
                <a:cubicBezTo>
                  <a:pt x="508690" y="20355"/>
                  <a:pt x="503922" y="21991"/>
                  <a:pt x="499927" y="25265"/>
                </a:cubicBezTo>
                <a:cubicBezTo>
                  <a:pt x="495931" y="28537"/>
                  <a:pt x="493443" y="32856"/>
                  <a:pt x="492463" y="38221"/>
                </a:cubicBezTo>
                <a:lnTo>
                  <a:pt x="535999" y="38221"/>
                </a:lnTo>
                <a:close/>
                <a:moveTo>
                  <a:pt x="578913" y="17301"/>
                </a:moveTo>
                <a:lnTo>
                  <a:pt x="578913" y="29318"/>
                </a:lnTo>
                <a:cubicBezTo>
                  <a:pt x="585095" y="23751"/>
                  <a:pt x="589721" y="20168"/>
                  <a:pt x="592793" y="18570"/>
                </a:cubicBezTo>
                <a:cubicBezTo>
                  <a:pt x="595865" y="16970"/>
                  <a:pt x="598702" y="16171"/>
                  <a:pt x="601303" y="16171"/>
                </a:cubicBezTo>
                <a:cubicBezTo>
                  <a:pt x="604130" y="16171"/>
                  <a:pt x="606759" y="17129"/>
                  <a:pt x="609190" y="19045"/>
                </a:cubicBezTo>
                <a:cubicBezTo>
                  <a:pt x="611621" y="20962"/>
                  <a:pt x="612837" y="22414"/>
                  <a:pt x="612837" y="23401"/>
                </a:cubicBezTo>
                <a:cubicBezTo>
                  <a:pt x="612837" y="24122"/>
                  <a:pt x="612601" y="24718"/>
                  <a:pt x="612130" y="25189"/>
                </a:cubicBezTo>
                <a:cubicBezTo>
                  <a:pt x="611659" y="25660"/>
                  <a:pt x="611065" y="25895"/>
                  <a:pt x="610349" y="25895"/>
                </a:cubicBezTo>
                <a:cubicBezTo>
                  <a:pt x="609972" y="25895"/>
                  <a:pt x="609652" y="25830"/>
                  <a:pt x="609388" y="25698"/>
                </a:cubicBezTo>
                <a:cubicBezTo>
                  <a:pt x="609124" y="25566"/>
                  <a:pt x="608634" y="25137"/>
                  <a:pt x="607918" y="24411"/>
                </a:cubicBezTo>
                <a:cubicBezTo>
                  <a:pt x="606599" y="23076"/>
                  <a:pt x="605449" y="22160"/>
                  <a:pt x="604469" y="21664"/>
                </a:cubicBezTo>
                <a:cubicBezTo>
                  <a:pt x="603489" y="21168"/>
                  <a:pt x="602528" y="20920"/>
                  <a:pt x="601585" y="20920"/>
                </a:cubicBezTo>
                <a:cubicBezTo>
                  <a:pt x="599512" y="20920"/>
                  <a:pt x="597015" y="21749"/>
                  <a:pt x="594094" y="23406"/>
                </a:cubicBezTo>
                <a:cubicBezTo>
                  <a:pt x="591173" y="25063"/>
                  <a:pt x="586112" y="29112"/>
                  <a:pt x="578913" y="35553"/>
                </a:cubicBezTo>
                <a:lnTo>
                  <a:pt x="578913" y="61629"/>
                </a:lnTo>
                <a:lnTo>
                  <a:pt x="599946" y="61629"/>
                </a:lnTo>
                <a:cubicBezTo>
                  <a:pt x="601114" y="61629"/>
                  <a:pt x="601944" y="61846"/>
                  <a:pt x="602434" y="62279"/>
                </a:cubicBezTo>
                <a:cubicBezTo>
                  <a:pt x="602924" y="62713"/>
                  <a:pt x="603169" y="63287"/>
                  <a:pt x="603169" y="64004"/>
                </a:cubicBezTo>
                <a:cubicBezTo>
                  <a:pt x="603169" y="64682"/>
                  <a:pt x="602924" y="65248"/>
                  <a:pt x="602434" y="65700"/>
                </a:cubicBezTo>
                <a:cubicBezTo>
                  <a:pt x="601944" y="66152"/>
                  <a:pt x="601114" y="66378"/>
                  <a:pt x="599946" y="66378"/>
                </a:cubicBezTo>
                <a:lnTo>
                  <a:pt x="562686" y="66378"/>
                </a:lnTo>
                <a:cubicBezTo>
                  <a:pt x="561555" y="66378"/>
                  <a:pt x="560745" y="66156"/>
                  <a:pt x="560255" y="65712"/>
                </a:cubicBezTo>
                <a:cubicBezTo>
                  <a:pt x="559764" y="65268"/>
                  <a:pt x="559519" y="64699"/>
                  <a:pt x="559519" y="64004"/>
                </a:cubicBezTo>
                <a:cubicBezTo>
                  <a:pt x="559519" y="63363"/>
                  <a:pt x="559755" y="62826"/>
                  <a:pt x="560226" y="62392"/>
                </a:cubicBezTo>
                <a:cubicBezTo>
                  <a:pt x="560697" y="61959"/>
                  <a:pt x="561517" y="61742"/>
                  <a:pt x="562686" y="61742"/>
                </a:cubicBezTo>
                <a:lnTo>
                  <a:pt x="574163" y="61742"/>
                </a:lnTo>
                <a:lnTo>
                  <a:pt x="574163" y="22051"/>
                </a:lnTo>
                <a:lnTo>
                  <a:pt x="565400" y="22051"/>
                </a:lnTo>
                <a:cubicBezTo>
                  <a:pt x="564269" y="22051"/>
                  <a:pt x="563458" y="21825"/>
                  <a:pt x="562968" y="21372"/>
                </a:cubicBezTo>
                <a:cubicBezTo>
                  <a:pt x="562478" y="20920"/>
                  <a:pt x="562233" y="20336"/>
                  <a:pt x="562233" y="19619"/>
                </a:cubicBezTo>
                <a:cubicBezTo>
                  <a:pt x="562233" y="18958"/>
                  <a:pt x="562469" y="18406"/>
                  <a:pt x="562940" y="17964"/>
                </a:cubicBezTo>
                <a:cubicBezTo>
                  <a:pt x="563411" y="17522"/>
                  <a:pt x="564231" y="17301"/>
                  <a:pt x="565400" y="17301"/>
                </a:cubicBezTo>
                <a:lnTo>
                  <a:pt x="578913" y="17301"/>
                </a:lnTo>
                <a:close/>
                <a:moveTo>
                  <a:pt x="658238" y="66378"/>
                </a:moveTo>
                <a:lnTo>
                  <a:pt x="650210" y="66378"/>
                </a:lnTo>
                <a:lnTo>
                  <a:pt x="630703" y="22051"/>
                </a:lnTo>
                <a:lnTo>
                  <a:pt x="625841" y="22051"/>
                </a:lnTo>
                <a:cubicBezTo>
                  <a:pt x="624710" y="22051"/>
                  <a:pt x="623900" y="21825"/>
                  <a:pt x="623410" y="21372"/>
                </a:cubicBezTo>
                <a:cubicBezTo>
                  <a:pt x="622920" y="20920"/>
                  <a:pt x="622675" y="20336"/>
                  <a:pt x="622675" y="19619"/>
                </a:cubicBezTo>
                <a:cubicBezTo>
                  <a:pt x="622675" y="18958"/>
                  <a:pt x="622920" y="18406"/>
                  <a:pt x="623410" y="17964"/>
                </a:cubicBezTo>
                <a:cubicBezTo>
                  <a:pt x="623900" y="17522"/>
                  <a:pt x="624710" y="17301"/>
                  <a:pt x="625841" y="17301"/>
                </a:cubicBezTo>
                <a:lnTo>
                  <a:pt x="643651" y="17301"/>
                </a:lnTo>
                <a:cubicBezTo>
                  <a:pt x="644782" y="17301"/>
                  <a:pt x="645592" y="17522"/>
                  <a:pt x="646082" y="17964"/>
                </a:cubicBezTo>
                <a:cubicBezTo>
                  <a:pt x="646572" y="18406"/>
                  <a:pt x="646817" y="18976"/>
                  <a:pt x="646817" y="19676"/>
                </a:cubicBezTo>
                <a:cubicBezTo>
                  <a:pt x="646817" y="20355"/>
                  <a:pt x="646572" y="20920"/>
                  <a:pt x="646082" y="21372"/>
                </a:cubicBezTo>
                <a:cubicBezTo>
                  <a:pt x="645592" y="21825"/>
                  <a:pt x="644782" y="22051"/>
                  <a:pt x="643651" y="22051"/>
                </a:cubicBezTo>
                <a:lnTo>
                  <a:pt x="635792" y="22051"/>
                </a:lnTo>
                <a:lnTo>
                  <a:pt x="653206" y="61629"/>
                </a:lnTo>
                <a:lnTo>
                  <a:pt x="655298" y="61629"/>
                </a:lnTo>
                <a:lnTo>
                  <a:pt x="672373" y="22051"/>
                </a:lnTo>
                <a:lnTo>
                  <a:pt x="664458" y="22051"/>
                </a:lnTo>
                <a:cubicBezTo>
                  <a:pt x="663327" y="22051"/>
                  <a:pt x="662517" y="21825"/>
                  <a:pt x="662027" y="21372"/>
                </a:cubicBezTo>
                <a:cubicBezTo>
                  <a:pt x="661537" y="20920"/>
                  <a:pt x="661292" y="20336"/>
                  <a:pt x="661292" y="19619"/>
                </a:cubicBezTo>
                <a:cubicBezTo>
                  <a:pt x="661292" y="18958"/>
                  <a:pt x="661537" y="18406"/>
                  <a:pt x="662027" y="17964"/>
                </a:cubicBezTo>
                <a:cubicBezTo>
                  <a:pt x="662517" y="17522"/>
                  <a:pt x="663327" y="17301"/>
                  <a:pt x="664458" y="17301"/>
                </a:cubicBezTo>
                <a:lnTo>
                  <a:pt x="682325" y="17301"/>
                </a:lnTo>
                <a:cubicBezTo>
                  <a:pt x="683493" y="17301"/>
                  <a:pt x="684313" y="17522"/>
                  <a:pt x="684784" y="17964"/>
                </a:cubicBezTo>
                <a:cubicBezTo>
                  <a:pt x="685255" y="18406"/>
                  <a:pt x="685491" y="18976"/>
                  <a:pt x="685491" y="19676"/>
                </a:cubicBezTo>
                <a:cubicBezTo>
                  <a:pt x="685491" y="20355"/>
                  <a:pt x="685255" y="20920"/>
                  <a:pt x="684784" y="21372"/>
                </a:cubicBezTo>
                <a:cubicBezTo>
                  <a:pt x="684313" y="21825"/>
                  <a:pt x="683493" y="22051"/>
                  <a:pt x="682325" y="22051"/>
                </a:cubicBezTo>
                <a:lnTo>
                  <a:pt x="677519" y="22051"/>
                </a:lnTo>
                <a:lnTo>
                  <a:pt x="658238" y="66378"/>
                </a:lnTo>
                <a:close/>
                <a:moveTo>
                  <a:pt x="749268" y="42971"/>
                </a:moveTo>
                <a:lnTo>
                  <a:pt x="700869" y="42971"/>
                </a:lnTo>
                <a:cubicBezTo>
                  <a:pt x="701699" y="49115"/>
                  <a:pt x="704271" y="54062"/>
                  <a:pt x="708587" y="57812"/>
                </a:cubicBezTo>
                <a:cubicBezTo>
                  <a:pt x="712903" y="61563"/>
                  <a:pt x="718246" y="63438"/>
                  <a:pt x="724616" y="63438"/>
                </a:cubicBezTo>
                <a:cubicBezTo>
                  <a:pt x="728159" y="63438"/>
                  <a:pt x="731872" y="62854"/>
                  <a:pt x="735755" y="61686"/>
                </a:cubicBezTo>
                <a:cubicBezTo>
                  <a:pt x="739637" y="60517"/>
                  <a:pt x="742803" y="58972"/>
                  <a:pt x="745253" y="57049"/>
                </a:cubicBezTo>
                <a:cubicBezTo>
                  <a:pt x="745970" y="56484"/>
                  <a:pt x="746592" y="56201"/>
                  <a:pt x="747119" y="56201"/>
                </a:cubicBezTo>
                <a:cubicBezTo>
                  <a:pt x="747722" y="56201"/>
                  <a:pt x="748250" y="56437"/>
                  <a:pt x="748702" y="56908"/>
                </a:cubicBezTo>
                <a:cubicBezTo>
                  <a:pt x="749155" y="57379"/>
                  <a:pt x="749381" y="57935"/>
                  <a:pt x="749381" y="58576"/>
                </a:cubicBezTo>
                <a:cubicBezTo>
                  <a:pt x="749381" y="59217"/>
                  <a:pt x="749079" y="59839"/>
                  <a:pt x="748476" y="60442"/>
                </a:cubicBezTo>
                <a:cubicBezTo>
                  <a:pt x="746667" y="62326"/>
                  <a:pt x="743454" y="64088"/>
                  <a:pt x="738836" y="65728"/>
                </a:cubicBezTo>
                <a:cubicBezTo>
                  <a:pt x="734219" y="67368"/>
                  <a:pt x="729479" y="68188"/>
                  <a:pt x="724616" y="68188"/>
                </a:cubicBezTo>
                <a:cubicBezTo>
                  <a:pt x="716474" y="68188"/>
                  <a:pt x="709680" y="65518"/>
                  <a:pt x="704233" y="60178"/>
                </a:cubicBezTo>
                <a:cubicBezTo>
                  <a:pt x="698787" y="54839"/>
                  <a:pt x="696063" y="48377"/>
                  <a:pt x="696063" y="40792"/>
                </a:cubicBezTo>
                <a:cubicBezTo>
                  <a:pt x="696063" y="33887"/>
                  <a:pt x="698617" y="27963"/>
                  <a:pt x="703725" y="23021"/>
                </a:cubicBezTo>
                <a:cubicBezTo>
                  <a:pt x="708832" y="18077"/>
                  <a:pt x="715155" y="15605"/>
                  <a:pt x="722694" y="15605"/>
                </a:cubicBezTo>
                <a:cubicBezTo>
                  <a:pt x="730459" y="15605"/>
                  <a:pt x="736848" y="18145"/>
                  <a:pt x="741861" y="23226"/>
                </a:cubicBezTo>
                <a:cubicBezTo>
                  <a:pt x="746874" y="28306"/>
                  <a:pt x="749343" y="34888"/>
                  <a:pt x="749268" y="42971"/>
                </a:cubicBezTo>
                <a:moveTo>
                  <a:pt x="744462" y="38221"/>
                </a:moveTo>
                <a:cubicBezTo>
                  <a:pt x="743520" y="32931"/>
                  <a:pt x="741041" y="28631"/>
                  <a:pt x="737027" y="25321"/>
                </a:cubicBezTo>
                <a:cubicBezTo>
                  <a:pt x="733012" y="22010"/>
                  <a:pt x="728235" y="20355"/>
                  <a:pt x="722694" y="20355"/>
                </a:cubicBezTo>
                <a:cubicBezTo>
                  <a:pt x="717153" y="20355"/>
                  <a:pt x="712385" y="21991"/>
                  <a:pt x="708389" y="25265"/>
                </a:cubicBezTo>
                <a:cubicBezTo>
                  <a:pt x="704394" y="28537"/>
                  <a:pt x="701906" y="32856"/>
                  <a:pt x="700926" y="38221"/>
                </a:cubicBezTo>
                <a:lnTo>
                  <a:pt x="744462" y="38221"/>
                </a:lnTo>
                <a:close/>
                <a:moveTo>
                  <a:pt x="787376" y="17301"/>
                </a:moveTo>
                <a:lnTo>
                  <a:pt x="787376" y="29318"/>
                </a:lnTo>
                <a:cubicBezTo>
                  <a:pt x="793557" y="23751"/>
                  <a:pt x="798184" y="20168"/>
                  <a:pt x="801256" y="18570"/>
                </a:cubicBezTo>
                <a:cubicBezTo>
                  <a:pt x="804328" y="16970"/>
                  <a:pt x="807165" y="16171"/>
                  <a:pt x="809766" y="16171"/>
                </a:cubicBezTo>
                <a:cubicBezTo>
                  <a:pt x="812593" y="16171"/>
                  <a:pt x="815222" y="17129"/>
                  <a:pt x="817653" y="19045"/>
                </a:cubicBezTo>
                <a:cubicBezTo>
                  <a:pt x="820084" y="20962"/>
                  <a:pt x="821300" y="22414"/>
                  <a:pt x="821300" y="23401"/>
                </a:cubicBezTo>
                <a:cubicBezTo>
                  <a:pt x="821300" y="24122"/>
                  <a:pt x="821064" y="24718"/>
                  <a:pt x="820593" y="25189"/>
                </a:cubicBezTo>
                <a:cubicBezTo>
                  <a:pt x="820122" y="25660"/>
                  <a:pt x="819528" y="25895"/>
                  <a:pt x="818812" y="25895"/>
                </a:cubicBezTo>
                <a:cubicBezTo>
                  <a:pt x="818435" y="25895"/>
                  <a:pt x="818115" y="25830"/>
                  <a:pt x="817851" y="25698"/>
                </a:cubicBezTo>
                <a:cubicBezTo>
                  <a:pt x="817587" y="25566"/>
                  <a:pt x="817097" y="25137"/>
                  <a:pt x="816381" y="24411"/>
                </a:cubicBezTo>
                <a:cubicBezTo>
                  <a:pt x="815062" y="23076"/>
                  <a:pt x="813912" y="22160"/>
                  <a:pt x="812932" y="21664"/>
                </a:cubicBezTo>
                <a:cubicBezTo>
                  <a:pt x="811952" y="21168"/>
                  <a:pt x="810991" y="20920"/>
                  <a:pt x="810048" y="20920"/>
                </a:cubicBezTo>
                <a:cubicBezTo>
                  <a:pt x="807975" y="20920"/>
                  <a:pt x="805478" y="21749"/>
                  <a:pt x="802557" y="23406"/>
                </a:cubicBezTo>
                <a:cubicBezTo>
                  <a:pt x="799636" y="25063"/>
                  <a:pt x="794575" y="29112"/>
                  <a:pt x="787376" y="35553"/>
                </a:cubicBezTo>
                <a:lnTo>
                  <a:pt x="787376" y="61629"/>
                </a:lnTo>
                <a:lnTo>
                  <a:pt x="808409" y="61629"/>
                </a:lnTo>
                <a:cubicBezTo>
                  <a:pt x="809577" y="61629"/>
                  <a:pt x="810406" y="61846"/>
                  <a:pt x="810897" y="62279"/>
                </a:cubicBezTo>
                <a:cubicBezTo>
                  <a:pt x="811387" y="62713"/>
                  <a:pt x="811632" y="63287"/>
                  <a:pt x="811632" y="64004"/>
                </a:cubicBezTo>
                <a:cubicBezTo>
                  <a:pt x="811632" y="64682"/>
                  <a:pt x="811387" y="65248"/>
                  <a:pt x="810897" y="65700"/>
                </a:cubicBezTo>
                <a:cubicBezTo>
                  <a:pt x="810406" y="66152"/>
                  <a:pt x="809577" y="66378"/>
                  <a:pt x="808409" y="66378"/>
                </a:cubicBezTo>
                <a:lnTo>
                  <a:pt x="771149" y="66378"/>
                </a:lnTo>
                <a:cubicBezTo>
                  <a:pt x="770018" y="66378"/>
                  <a:pt x="769207" y="66156"/>
                  <a:pt x="768717" y="65712"/>
                </a:cubicBezTo>
                <a:cubicBezTo>
                  <a:pt x="768227" y="65268"/>
                  <a:pt x="767982" y="64699"/>
                  <a:pt x="767982" y="64004"/>
                </a:cubicBezTo>
                <a:cubicBezTo>
                  <a:pt x="767982" y="63363"/>
                  <a:pt x="768218" y="62826"/>
                  <a:pt x="768689" y="62392"/>
                </a:cubicBezTo>
                <a:cubicBezTo>
                  <a:pt x="769160" y="61959"/>
                  <a:pt x="769980" y="61742"/>
                  <a:pt x="771149" y="61742"/>
                </a:cubicBezTo>
                <a:lnTo>
                  <a:pt x="782626" y="61742"/>
                </a:lnTo>
                <a:lnTo>
                  <a:pt x="782626" y="22051"/>
                </a:lnTo>
                <a:lnTo>
                  <a:pt x="773863" y="22051"/>
                </a:lnTo>
                <a:cubicBezTo>
                  <a:pt x="772732" y="22051"/>
                  <a:pt x="771921" y="21825"/>
                  <a:pt x="771431" y="21372"/>
                </a:cubicBezTo>
                <a:cubicBezTo>
                  <a:pt x="770941" y="20920"/>
                  <a:pt x="770696" y="20336"/>
                  <a:pt x="770696" y="19619"/>
                </a:cubicBezTo>
                <a:cubicBezTo>
                  <a:pt x="770696" y="18958"/>
                  <a:pt x="770932" y="18406"/>
                  <a:pt x="771403" y="17964"/>
                </a:cubicBezTo>
                <a:cubicBezTo>
                  <a:pt x="771874" y="17522"/>
                  <a:pt x="772694" y="17301"/>
                  <a:pt x="773863" y="17301"/>
                </a:cubicBezTo>
                <a:lnTo>
                  <a:pt x="787376" y="17301"/>
                </a:lnTo>
                <a:close/>
                <a:moveTo>
                  <a:pt x="861556" y="52809"/>
                </a:moveTo>
                <a:lnTo>
                  <a:pt x="863592" y="52809"/>
                </a:lnTo>
                <a:cubicBezTo>
                  <a:pt x="865702" y="52809"/>
                  <a:pt x="867512" y="53556"/>
                  <a:pt x="869019" y="55051"/>
                </a:cubicBezTo>
                <a:cubicBezTo>
                  <a:pt x="870527" y="56544"/>
                  <a:pt x="871281" y="58351"/>
                  <a:pt x="871281" y="60470"/>
                </a:cubicBezTo>
                <a:cubicBezTo>
                  <a:pt x="871281" y="62664"/>
                  <a:pt x="870518" y="64500"/>
                  <a:pt x="868991" y="65976"/>
                </a:cubicBezTo>
                <a:cubicBezTo>
                  <a:pt x="867465" y="67450"/>
                  <a:pt x="865665" y="68188"/>
                  <a:pt x="863592" y="68188"/>
                </a:cubicBezTo>
                <a:lnTo>
                  <a:pt x="861556" y="68188"/>
                </a:lnTo>
                <a:cubicBezTo>
                  <a:pt x="859445" y="68188"/>
                  <a:pt x="857636" y="67441"/>
                  <a:pt x="856128" y="65947"/>
                </a:cubicBezTo>
                <a:cubicBezTo>
                  <a:pt x="854621" y="64452"/>
                  <a:pt x="853867" y="62646"/>
                  <a:pt x="853867" y="60526"/>
                </a:cubicBezTo>
                <a:cubicBezTo>
                  <a:pt x="853867" y="58332"/>
                  <a:pt x="854630" y="56497"/>
                  <a:pt x="856157" y="55023"/>
                </a:cubicBezTo>
                <a:cubicBezTo>
                  <a:pt x="857683" y="53547"/>
                  <a:pt x="859483" y="52809"/>
                  <a:pt x="861556" y="52809"/>
                </a:cubicBezTo>
                <a:close/>
                <a:moveTo>
                  <a:pt x="951851" y="22058"/>
                </a:moveTo>
                <a:lnTo>
                  <a:pt x="951851" y="20491"/>
                </a:lnTo>
                <a:cubicBezTo>
                  <a:pt x="951851" y="19334"/>
                  <a:pt x="952078" y="18513"/>
                  <a:pt x="952530" y="18029"/>
                </a:cubicBezTo>
                <a:cubicBezTo>
                  <a:pt x="952982" y="17544"/>
                  <a:pt x="953548" y="17301"/>
                  <a:pt x="954226" y="17301"/>
                </a:cubicBezTo>
                <a:cubicBezTo>
                  <a:pt x="954942" y="17301"/>
                  <a:pt x="955526" y="17546"/>
                  <a:pt x="955979" y="18036"/>
                </a:cubicBezTo>
                <a:cubicBezTo>
                  <a:pt x="956431" y="18526"/>
                  <a:pt x="956657" y="19356"/>
                  <a:pt x="956657" y="20524"/>
                </a:cubicBezTo>
                <a:lnTo>
                  <a:pt x="956657" y="31267"/>
                </a:lnTo>
                <a:cubicBezTo>
                  <a:pt x="956620" y="32435"/>
                  <a:pt x="956384" y="33265"/>
                  <a:pt x="955951" y="33755"/>
                </a:cubicBezTo>
                <a:cubicBezTo>
                  <a:pt x="955517" y="34245"/>
                  <a:pt x="954942" y="34490"/>
                  <a:pt x="954226" y="34490"/>
                </a:cubicBezTo>
                <a:cubicBezTo>
                  <a:pt x="953585" y="34490"/>
                  <a:pt x="953048" y="34272"/>
                  <a:pt x="952615" y="33838"/>
                </a:cubicBezTo>
                <a:cubicBezTo>
                  <a:pt x="952181" y="33402"/>
                  <a:pt x="951927" y="32673"/>
                  <a:pt x="951851" y="31650"/>
                </a:cubicBezTo>
                <a:cubicBezTo>
                  <a:pt x="951625" y="28963"/>
                  <a:pt x="949863" y="26409"/>
                  <a:pt x="946565" y="23987"/>
                </a:cubicBezTo>
                <a:cubicBezTo>
                  <a:pt x="943267" y="21565"/>
                  <a:pt x="938828" y="20355"/>
                  <a:pt x="933250" y="20355"/>
                </a:cubicBezTo>
                <a:cubicBezTo>
                  <a:pt x="926201" y="20355"/>
                  <a:pt x="920848" y="22565"/>
                  <a:pt x="917192" y="26987"/>
                </a:cubicBezTo>
                <a:cubicBezTo>
                  <a:pt x="913536" y="31409"/>
                  <a:pt x="911708" y="36473"/>
                  <a:pt x="911708" y="42179"/>
                </a:cubicBezTo>
                <a:cubicBezTo>
                  <a:pt x="911708" y="48340"/>
                  <a:pt x="913724" y="53423"/>
                  <a:pt x="917758" y="57429"/>
                </a:cubicBezTo>
                <a:cubicBezTo>
                  <a:pt x="921791" y="61435"/>
                  <a:pt x="927011" y="63438"/>
                  <a:pt x="933419" y="63438"/>
                </a:cubicBezTo>
                <a:cubicBezTo>
                  <a:pt x="937113" y="63438"/>
                  <a:pt x="940873" y="62752"/>
                  <a:pt x="944699" y="61380"/>
                </a:cubicBezTo>
                <a:cubicBezTo>
                  <a:pt x="948525" y="60006"/>
                  <a:pt x="951983" y="57794"/>
                  <a:pt x="955074" y="54743"/>
                </a:cubicBezTo>
                <a:cubicBezTo>
                  <a:pt x="955866" y="53981"/>
                  <a:pt x="956563" y="53600"/>
                  <a:pt x="957166" y="53600"/>
                </a:cubicBezTo>
                <a:cubicBezTo>
                  <a:pt x="957807" y="53600"/>
                  <a:pt x="958344" y="53819"/>
                  <a:pt x="958778" y="54256"/>
                </a:cubicBezTo>
                <a:cubicBezTo>
                  <a:pt x="959211" y="54693"/>
                  <a:pt x="959428" y="55234"/>
                  <a:pt x="959428" y="55880"/>
                </a:cubicBezTo>
                <a:cubicBezTo>
                  <a:pt x="959428" y="57513"/>
                  <a:pt x="957524" y="59583"/>
                  <a:pt x="953717" y="62090"/>
                </a:cubicBezTo>
                <a:cubicBezTo>
                  <a:pt x="947573" y="66155"/>
                  <a:pt x="940732" y="68188"/>
                  <a:pt x="933193" y="68188"/>
                </a:cubicBezTo>
                <a:cubicBezTo>
                  <a:pt x="925541" y="68188"/>
                  <a:pt x="919256" y="65745"/>
                  <a:pt x="914337" y="60859"/>
                </a:cubicBezTo>
                <a:cubicBezTo>
                  <a:pt x="909418" y="55971"/>
                  <a:pt x="906958" y="49773"/>
                  <a:pt x="906958" y="42264"/>
                </a:cubicBezTo>
                <a:cubicBezTo>
                  <a:pt x="906958" y="34604"/>
                  <a:pt x="909474" y="28246"/>
                  <a:pt x="914506" y="23190"/>
                </a:cubicBezTo>
                <a:cubicBezTo>
                  <a:pt x="919539" y="18134"/>
                  <a:pt x="925881" y="15605"/>
                  <a:pt x="933532" y="15605"/>
                </a:cubicBezTo>
                <a:cubicBezTo>
                  <a:pt x="940807" y="15605"/>
                  <a:pt x="946914" y="17756"/>
                  <a:pt x="951851" y="22058"/>
                </a:cubicBezTo>
                <a:close/>
                <a:moveTo>
                  <a:pt x="1028067" y="41925"/>
                </a:moveTo>
                <a:cubicBezTo>
                  <a:pt x="1028067" y="49170"/>
                  <a:pt x="1025476" y="55359"/>
                  <a:pt x="1020293" y="60491"/>
                </a:cubicBezTo>
                <a:cubicBezTo>
                  <a:pt x="1015110" y="65622"/>
                  <a:pt x="1008863" y="68188"/>
                  <a:pt x="1001550" y="68188"/>
                </a:cubicBezTo>
                <a:cubicBezTo>
                  <a:pt x="994162" y="68188"/>
                  <a:pt x="987886" y="65613"/>
                  <a:pt x="982722" y="60463"/>
                </a:cubicBezTo>
                <a:cubicBezTo>
                  <a:pt x="977558" y="55312"/>
                  <a:pt x="974976" y="49132"/>
                  <a:pt x="974976" y="41925"/>
                </a:cubicBezTo>
                <a:cubicBezTo>
                  <a:pt x="974976" y="34679"/>
                  <a:pt x="977558" y="28482"/>
                  <a:pt x="982722" y="23332"/>
                </a:cubicBezTo>
                <a:cubicBezTo>
                  <a:pt x="987886" y="18181"/>
                  <a:pt x="994162" y="15605"/>
                  <a:pt x="1001550" y="15605"/>
                </a:cubicBezTo>
                <a:cubicBezTo>
                  <a:pt x="1008863" y="15605"/>
                  <a:pt x="1015110" y="18171"/>
                  <a:pt x="1020293" y="23303"/>
                </a:cubicBezTo>
                <a:cubicBezTo>
                  <a:pt x="1025476" y="28434"/>
                  <a:pt x="1028067" y="34642"/>
                  <a:pt x="1028067" y="41925"/>
                </a:cubicBezTo>
                <a:moveTo>
                  <a:pt x="1023262" y="41896"/>
                </a:moveTo>
                <a:cubicBezTo>
                  <a:pt x="1023262" y="35925"/>
                  <a:pt x="1021141" y="30843"/>
                  <a:pt x="1016901" y="26648"/>
                </a:cubicBezTo>
                <a:cubicBezTo>
                  <a:pt x="1012660" y="22452"/>
                  <a:pt x="1007525" y="20355"/>
                  <a:pt x="1001494" y="20355"/>
                </a:cubicBezTo>
                <a:cubicBezTo>
                  <a:pt x="995463" y="20355"/>
                  <a:pt x="990327" y="22462"/>
                  <a:pt x="986086" y="26676"/>
                </a:cubicBezTo>
                <a:cubicBezTo>
                  <a:pt x="981846" y="30890"/>
                  <a:pt x="979726" y="35963"/>
                  <a:pt x="979726" y="41896"/>
                </a:cubicBezTo>
                <a:cubicBezTo>
                  <a:pt x="979726" y="47792"/>
                  <a:pt x="981846" y="52856"/>
                  <a:pt x="986086" y="57090"/>
                </a:cubicBezTo>
                <a:cubicBezTo>
                  <a:pt x="990327" y="61322"/>
                  <a:pt x="995463" y="63438"/>
                  <a:pt x="1001494" y="63438"/>
                </a:cubicBezTo>
                <a:cubicBezTo>
                  <a:pt x="1007525" y="63438"/>
                  <a:pt x="1012660" y="61332"/>
                  <a:pt x="1016901" y="57118"/>
                </a:cubicBezTo>
                <a:cubicBezTo>
                  <a:pt x="1021141" y="52903"/>
                  <a:pt x="1023262" y="47830"/>
                  <a:pt x="1023262" y="41896"/>
                </a:cubicBezTo>
                <a:close/>
                <a:moveTo>
                  <a:pt x="1049383" y="17301"/>
                </a:moveTo>
                <a:lnTo>
                  <a:pt x="1049383" y="22058"/>
                </a:lnTo>
                <a:cubicBezTo>
                  <a:pt x="1053416" y="17756"/>
                  <a:pt x="1057468" y="15605"/>
                  <a:pt x="1061539" y="15605"/>
                </a:cubicBezTo>
                <a:cubicBezTo>
                  <a:pt x="1063989" y="15605"/>
                  <a:pt x="1066137" y="16252"/>
                  <a:pt x="1067984" y="17545"/>
                </a:cubicBezTo>
                <a:cubicBezTo>
                  <a:pt x="1069831" y="18837"/>
                  <a:pt x="1071377" y="20795"/>
                  <a:pt x="1072621" y="23418"/>
                </a:cubicBezTo>
                <a:cubicBezTo>
                  <a:pt x="1074732" y="20795"/>
                  <a:pt x="1076871" y="18837"/>
                  <a:pt x="1079038" y="17545"/>
                </a:cubicBezTo>
                <a:cubicBezTo>
                  <a:pt x="1081205" y="16252"/>
                  <a:pt x="1083382" y="15605"/>
                  <a:pt x="1085568" y="15605"/>
                </a:cubicBezTo>
                <a:cubicBezTo>
                  <a:pt x="1088999" y="15605"/>
                  <a:pt x="1091731" y="16720"/>
                  <a:pt x="1093767" y="18950"/>
                </a:cubicBezTo>
                <a:cubicBezTo>
                  <a:pt x="1096443" y="21822"/>
                  <a:pt x="1097781" y="24958"/>
                  <a:pt x="1097781" y="28359"/>
                </a:cubicBezTo>
                <a:lnTo>
                  <a:pt x="1097781" y="61629"/>
                </a:lnTo>
                <a:lnTo>
                  <a:pt x="1101796" y="61629"/>
                </a:lnTo>
                <a:cubicBezTo>
                  <a:pt x="1102926" y="61629"/>
                  <a:pt x="1103737" y="61846"/>
                  <a:pt x="1104227" y="62279"/>
                </a:cubicBezTo>
                <a:cubicBezTo>
                  <a:pt x="1104717" y="62713"/>
                  <a:pt x="1104962" y="63287"/>
                  <a:pt x="1104962" y="64004"/>
                </a:cubicBezTo>
                <a:cubicBezTo>
                  <a:pt x="1104962" y="64682"/>
                  <a:pt x="1104717" y="65248"/>
                  <a:pt x="1104227" y="65700"/>
                </a:cubicBezTo>
                <a:cubicBezTo>
                  <a:pt x="1103737" y="66152"/>
                  <a:pt x="1102926" y="66378"/>
                  <a:pt x="1101796" y="66378"/>
                </a:cubicBezTo>
                <a:lnTo>
                  <a:pt x="1093032" y="66378"/>
                </a:lnTo>
                <a:lnTo>
                  <a:pt x="1093032" y="28754"/>
                </a:lnTo>
                <a:cubicBezTo>
                  <a:pt x="1093032" y="26332"/>
                  <a:pt x="1092297" y="24327"/>
                  <a:pt x="1090827" y="22738"/>
                </a:cubicBezTo>
                <a:cubicBezTo>
                  <a:pt x="1089357" y="21149"/>
                  <a:pt x="1087660" y="20355"/>
                  <a:pt x="1085738" y="20355"/>
                </a:cubicBezTo>
                <a:cubicBezTo>
                  <a:pt x="1084004" y="20355"/>
                  <a:pt x="1082176" y="21007"/>
                  <a:pt x="1080254" y="22312"/>
                </a:cubicBezTo>
                <a:cubicBezTo>
                  <a:pt x="1078331" y="23617"/>
                  <a:pt x="1076145" y="26181"/>
                  <a:pt x="1073695" y="30002"/>
                </a:cubicBezTo>
                <a:lnTo>
                  <a:pt x="1073695" y="61629"/>
                </a:lnTo>
                <a:lnTo>
                  <a:pt x="1077653" y="61629"/>
                </a:lnTo>
                <a:cubicBezTo>
                  <a:pt x="1078784" y="61629"/>
                  <a:pt x="1079594" y="61846"/>
                  <a:pt x="1080084" y="62279"/>
                </a:cubicBezTo>
                <a:cubicBezTo>
                  <a:pt x="1080574" y="62713"/>
                  <a:pt x="1080819" y="63287"/>
                  <a:pt x="1080819" y="64004"/>
                </a:cubicBezTo>
                <a:cubicBezTo>
                  <a:pt x="1080819" y="64682"/>
                  <a:pt x="1080574" y="65248"/>
                  <a:pt x="1080084" y="65700"/>
                </a:cubicBezTo>
                <a:cubicBezTo>
                  <a:pt x="1079594" y="66152"/>
                  <a:pt x="1078784" y="66378"/>
                  <a:pt x="1077653" y="66378"/>
                </a:cubicBezTo>
                <a:lnTo>
                  <a:pt x="1068889" y="66378"/>
                </a:lnTo>
                <a:lnTo>
                  <a:pt x="1068889" y="29094"/>
                </a:lnTo>
                <a:cubicBezTo>
                  <a:pt x="1068889" y="26559"/>
                  <a:pt x="1068145" y="24468"/>
                  <a:pt x="1066656" y="22823"/>
                </a:cubicBezTo>
                <a:cubicBezTo>
                  <a:pt x="1065167" y="21177"/>
                  <a:pt x="1063499" y="20355"/>
                  <a:pt x="1061652" y="20355"/>
                </a:cubicBezTo>
                <a:cubicBezTo>
                  <a:pt x="1059956" y="20355"/>
                  <a:pt x="1058278" y="20903"/>
                  <a:pt x="1056620" y="21999"/>
                </a:cubicBezTo>
                <a:cubicBezTo>
                  <a:pt x="1054321" y="23551"/>
                  <a:pt x="1051908" y="26218"/>
                  <a:pt x="1049383" y="30002"/>
                </a:cubicBezTo>
                <a:lnTo>
                  <a:pt x="1049383" y="61629"/>
                </a:lnTo>
                <a:lnTo>
                  <a:pt x="1053397" y="61629"/>
                </a:lnTo>
                <a:cubicBezTo>
                  <a:pt x="1054528" y="61629"/>
                  <a:pt x="1055338" y="61846"/>
                  <a:pt x="1055828" y="62279"/>
                </a:cubicBezTo>
                <a:cubicBezTo>
                  <a:pt x="1056318" y="62713"/>
                  <a:pt x="1056563" y="63287"/>
                  <a:pt x="1056563" y="64004"/>
                </a:cubicBezTo>
                <a:cubicBezTo>
                  <a:pt x="1056563" y="64682"/>
                  <a:pt x="1056318" y="65248"/>
                  <a:pt x="1055828" y="65700"/>
                </a:cubicBezTo>
                <a:cubicBezTo>
                  <a:pt x="1055338" y="66152"/>
                  <a:pt x="1054528" y="66378"/>
                  <a:pt x="1053397" y="66378"/>
                </a:cubicBezTo>
                <a:lnTo>
                  <a:pt x="1040619" y="66378"/>
                </a:lnTo>
                <a:cubicBezTo>
                  <a:pt x="1039488" y="66378"/>
                  <a:pt x="1038678" y="66152"/>
                  <a:pt x="1038188" y="65700"/>
                </a:cubicBezTo>
                <a:cubicBezTo>
                  <a:pt x="1037698" y="65248"/>
                  <a:pt x="1037453" y="64682"/>
                  <a:pt x="1037453" y="64004"/>
                </a:cubicBezTo>
                <a:cubicBezTo>
                  <a:pt x="1037453" y="63287"/>
                  <a:pt x="1037698" y="62713"/>
                  <a:pt x="1038188" y="62279"/>
                </a:cubicBezTo>
                <a:cubicBezTo>
                  <a:pt x="1038678" y="61846"/>
                  <a:pt x="1039488" y="61629"/>
                  <a:pt x="1040619" y="61629"/>
                </a:cubicBezTo>
                <a:lnTo>
                  <a:pt x="1044633" y="61629"/>
                </a:lnTo>
                <a:lnTo>
                  <a:pt x="1044633" y="22051"/>
                </a:lnTo>
                <a:lnTo>
                  <a:pt x="1040619" y="22051"/>
                </a:lnTo>
                <a:cubicBezTo>
                  <a:pt x="1039488" y="22051"/>
                  <a:pt x="1038678" y="21825"/>
                  <a:pt x="1038188" y="21372"/>
                </a:cubicBezTo>
                <a:cubicBezTo>
                  <a:pt x="1037698" y="20920"/>
                  <a:pt x="1037453" y="20336"/>
                  <a:pt x="1037453" y="19619"/>
                </a:cubicBezTo>
                <a:cubicBezTo>
                  <a:pt x="1037453" y="18958"/>
                  <a:pt x="1037698" y="18406"/>
                  <a:pt x="1038188" y="17964"/>
                </a:cubicBezTo>
                <a:cubicBezTo>
                  <a:pt x="1038678" y="17522"/>
                  <a:pt x="1039488" y="17301"/>
                  <a:pt x="1040619" y="17301"/>
                </a:cubicBezTo>
                <a:lnTo>
                  <a:pt x="1049383" y="173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Upgrade:TLS/1.0">
            <a:extLst xmlns:a="http://schemas.openxmlformats.org/drawingml/2006/main">
              <a:ext uri="{FF2B5EF4-FFF2-40B4-BE49-F238E27FC236}">
                <a16:creationId xmlns:a16="http://schemas.microsoft.com/office/drawing/2014/main" id="{70E9039F-1C3A-4918-9CC9-FDCC7F4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367" y="1484281"/>
            <a:ext cx="1094163" cy="100303"/>
          </a:xfrm>
          <a:custGeom xmlns:a="http://schemas.openxmlformats.org/drawingml/2006/main">
            <a:pathLst>
              <a:path w="1094163" h="100303">
                <a:moveTo>
                  <a:pt x="53035" y="17075"/>
                </a:moveTo>
                <a:lnTo>
                  <a:pt x="53035" y="56731"/>
                </a:lnTo>
                <a:cubicBezTo>
                  <a:pt x="53035" y="63397"/>
                  <a:pt x="50811" y="68990"/>
                  <a:pt x="46363" y="73510"/>
                </a:cubicBezTo>
                <a:cubicBezTo>
                  <a:pt x="41915" y="78028"/>
                  <a:pt x="36544" y="80287"/>
                  <a:pt x="30249" y="80287"/>
                </a:cubicBezTo>
                <a:cubicBezTo>
                  <a:pt x="26027" y="80287"/>
                  <a:pt x="22277" y="79365"/>
                  <a:pt x="18998" y="77520"/>
                </a:cubicBezTo>
                <a:cubicBezTo>
                  <a:pt x="15718" y="75675"/>
                  <a:pt x="12929" y="72878"/>
                  <a:pt x="10630" y="69131"/>
                </a:cubicBezTo>
                <a:cubicBezTo>
                  <a:pt x="8330" y="65383"/>
                  <a:pt x="7181" y="61250"/>
                  <a:pt x="7181" y="56731"/>
                </a:cubicBezTo>
                <a:lnTo>
                  <a:pt x="7181" y="17075"/>
                </a:lnTo>
                <a:lnTo>
                  <a:pt x="3166" y="17075"/>
                </a:lnTo>
                <a:cubicBezTo>
                  <a:pt x="2035" y="17075"/>
                  <a:pt x="1225" y="16858"/>
                  <a:pt x="735" y="16425"/>
                </a:cubicBezTo>
                <a:cubicBezTo>
                  <a:pt x="245" y="15991"/>
                  <a:pt x="0" y="15417"/>
                  <a:pt x="0" y="14700"/>
                </a:cubicBezTo>
                <a:cubicBezTo>
                  <a:pt x="0" y="13984"/>
                  <a:pt x="264" y="13381"/>
                  <a:pt x="792" y="12891"/>
                </a:cubicBezTo>
                <a:cubicBezTo>
                  <a:pt x="1244" y="12514"/>
                  <a:pt x="2035" y="12326"/>
                  <a:pt x="3166" y="12326"/>
                </a:cubicBezTo>
                <a:lnTo>
                  <a:pt x="20694" y="12326"/>
                </a:lnTo>
                <a:cubicBezTo>
                  <a:pt x="21825" y="12326"/>
                  <a:pt x="22635" y="12543"/>
                  <a:pt x="23125" y="12976"/>
                </a:cubicBezTo>
                <a:cubicBezTo>
                  <a:pt x="23615" y="13409"/>
                  <a:pt x="23860" y="13984"/>
                  <a:pt x="23860" y="14700"/>
                </a:cubicBezTo>
                <a:cubicBezTo>
                  <a:pt x="23860" y="15417"/>
                  <a:pt x="23615" y="15991"/>
                  <a:pt x="23125" y="16425"/>
                </a:cubicBezTo>
                <a:cubicBezTo>
                  <a:pt x="22635" y="16858"/>
                  <a:pt x="21825" y="17075"/>
                  <a:pt x="20694" y="17075"/>
                </a:cubicBezTo>
                <a:lnTo>
                  <a:pt x="11930" y="17075"/>
                </a:lnTo>
                <a:lnTo>
                  <a:pt x="11930" y="56728"/>
                </a:lnTo>
                <a:cubicBezTo>
                  <a:pt x="11930" y="61962"/>
                  <a:pt x="13720" y="66406"/>
                  <a:pt x="17301" y="70059"/>
                </a:cubicBezTo>
                <a:cubicBezTo>
                  <a:pt x="20882" y="73712"/>
                  <a:pt x="25123" y="75538"/>
                  <a:pt x="30023" y="75538"/>
                </a:cubicBezTo>
                <a:cubicBezTo>
                  <a:pt x="33151" y="75538"/>
                  <a:pt x="36007" y="74822"/>
                  <a:pt x="38589" y="73391"/>
                </a:cubicBezTo>
                <a:cubicBezTo>
                  <a:pt x="41171" y="71960"/>
                  <a:pt x="43432" y="69757"/>
                  <a:pt x="45374" y="66783"/>
                </a:cubicBezTo>
                <a:cubicBezTo>
                  <a:pt x="47315" y="63808"/>
                  <a:pt x="48285" y="60456"/>
                  <a:pt x="48285" y="56728"/>
                </a:cubicBezTo>
                <a:lnTo>
                  <a:pt x="48285" y="17075"/>
                </a:lnTo>
                <a:lnTo>
                  <a:pt x="39522" y="17075"/>
                </a:lnTo>
                <a:cubicBezTo>
                  <a:pt x="38391" y="17075"/>
                  <a:pt x="37580" y="16858"/>
                  <a:pt x="37090" y="16425"/>
                </a:cubicBezTo>
                <a:cubicBezTo>
                  <a:pt x="36600" y="15991"/>
                  <a:pt x="36355" y="15417"/>
                  <a:pt x="36355" y="14700"/>
                </a:cubicBezTo>
                <a:cubicBezTo>
                  <a:pt x="36355" y="13984"/>
                  <a:pt x="36600" y="13409"/>
                  <a:pt x="37090" y="12976"/>
                </a:cubicBezTo>
                <a:cubicBezTo>
                  <a:pt x="37580" y="12543"/>
                  <a:pt x="38391" y="12326"/>
                  <a:pt x="39522" y="12326"/>
                </a:cubicBezTo>
                <a:lnTo>
                  <a:pt x="57049" y="12326"/>
                </a:lnTo>
                <a:cubicBezTo>
                  <a:pt x="58180" y="12326"/>
                  <a:pt x="58990" y="12543"/>
                  <a:pt x="59480" y="12976"/>
                </a:cubicBezTo>
                <a:cubicBezTo>
                  <a:pt x="59970" y="13409"/>
                  <a:pt x="60215" y="13984"/>
                  <a:pt x="60215" y="14700"/>
                </a:cubicBezTo>
                <a:cubicBezTo>
                  <a:pt x="60215" y="15417"/>
                  <a:pt x="59970" y="15991"/>
                  <a:pt x="59480" y="16425"/>
                </a:cubicBezTo>
                <a:cubicBezTo>
                  <a:pt x="58990" y="16858"/>
                  <a:pt x="58180" y="17075"/>
                  <a:pt x="57049" y="17075"/>
                </a:cubicBezTo>
                <a:lnTo>
                  <a:pt x="53035" y="17075"/>
                </a:lnTo>
                <a:close/>
                <a:moveTo>
                  <a:pt x="81644" y="29401"/>
                </a:moveTo>
                <a:lnTo>
                  <a:pt x="81644" y="38018"/>
                </a:lnTo>
                <a:cubicBezTo>
                  <a:pt x="84471" y="34599"/>
                  <a:pt x="87505" y="32025"/>
                  <a:pt x="90747" y="30297"/>
                </a:cubicBezTo>
                <a:cubicBezTo>
                  <a:pt x="93988" y="28569"/>
                  <a:pt x="97814" y="27705"/>
                  <a:pt x="102224" y="27705"/>
                </a:cubicBezTo>
                <a:cubicBezTo>
                  <a:pt x="106898" y="27705"/>
                  <a:pt x="111214" y="28799"/>
                  <a:pt x="115172" y="30988"/>
                </a:cubicBezTo>
                <a:cubicBezTo>
                  <a:pt x="119130" y="33176"/>
                  <a:pt x="122193" y="36224"/>
                  <a:pt x="124360" y="40130"/>
                </a:cubicBezTo>
                <a:cubicBezTo>
                  <a:pt x="126527" y="44035"/>
                  <a:pt x="127611" y="48139"/>
                  <a:pt x="127611" y="52441"/>
                </a:cubicBezTo>
                <a:cubicBezTo>
                  <a:pt x="127611" y="59272"/>
                  <a:pt x="125170" y="65112"/>
                  <a:pt x="120289" y="69962"/>
                </a:cubicBezTo>
                <a:cubicBezTo>
                  <a:pt x="115408" y="74810"/>
                  <a:pt x="109405" y="77234"/>
                  <a:pt x="102281" y="77234"/>
                </a:cubicBezTo>
                <a:cubicBezTo>
                  <a:pt x="93800" y="77234"/>
                  <a:pt x="86921" y="73796"/>
                  <a:pt x="81644" y="66921"/>
                </a:cubicBezTo>
                <a:lnTo>
                  <a:pt x="81644" y="95553"/>
                </a:lnTo>
                <a:lnTo>
                  <a:pt x="93178" y="95553"/>
                </a:lnTo>
                <a:cubicBezTo>
                  <a:pt x="94309" y="95553"/>
                  <a:pt x="95119" y="95770"/>
                  <a:pt x="95609" y="96203"/>
                </a:cubicBezTo>
                <a:cubicBezTo>
                  <a:pt x="96099" y="96637"/>
                  <a:pt x="96344" y="97212"/>
                  <a:pt x="96344" y="97928"/>
                </a:cubicBezTo>
                <a:cubicBezTo>
                  <a:pt x="96344" y="98606"/>
                  <a:pt x="96099" y="99172"/>
                  <a:pt x="95609" y="99624"/>
                </a:cubicBezTo>
                <a:cubicBezTo>
                  <a:pt x="95119" y="100076"/>
                  <a:pt x="94309" y="100303"/>
                  <a:pt x="93178" y="100303"/>
                </a:cubicBezTo>
                <a:lnTo>
                  <a:pt x="70505" y="100303"/>
                </a:lnTo>
                <a:cubicBezTo>
                  <a:pt x="69374" y="100303"/>
                  <a:pt x="68564" y="100086"/>
                  <a:pt x="68074" y="99652"/>
                </a:cubicBezTo>
                <a:cubicBezTo>
                  <a:pt x="67584" y="99219"/>
                  <a:pt x="67339" y="98644"/>
                  <a:pt x="67339" y="97928"/>
                </a:cubicBezTo>
                <a:cubicBezTo>
                  <a:pt x="67339" y="97212"/>
                  <a:pt x="67584" y="96637"/>
                  <a:pt x="68074" y="96203"/>
                </a:cubicBezTo>
                <a:cubicBezTo>
                  <a:pt x="68564" y="95770"/>
                  <a:pt x="69374" y="95553"/>
                  <a:pt x="70505" y="95553"/>
                </a:cubicBezTo>
                <a:lnTo>
                  <a:pt x="76894" y="95553"/>
                </a:lnTo>
                <a:lnTo>
                  <a:pt x="76894" y="34150"/>
                </a:lnTo>
                <a:lnTo>
                  <a:pt x="70505" y="34150"/>
                </a:lnTo>
                <a:cubicBezTo>
                  <a:pt x="69374" y="34150"/>
                  <a:pt x="68564" y="33924"/>
                  <a:pt x="68074" y="33472"/>
                </a:cubicBezTo>
                <a:cubicBezTo>
                  <a:pt x="67584" y="33020"/>
                  <a:pt x="67339" y="32435"/>
                  <a:pt x="67339" y="31719"/>
                </a:cubicBezTo>
                <a:cubicBezTo>
                  <a:pt x="67339" y="31057"/>
                  <a:pt x="67584" y="30505"/>
                  <a:pt x="68074" y="30064"/>
                </a:cubicBezTo>
                <a:cubicBezTo>
                  <a:pt x="68564" y="29622"/>
                  <a:pt x="69374" y="29401"/>
                  <a:pt x="70505" y="29401"/>
                </a:cubicBezTo>
                <a:lnTo>
                  <a:pt x="81644" y="29401"/>
                </a:lnTo>
                <a:moveTo>
                  <a:pt x="122805" y="52441"/>
                </a:moveTo>
                <a:cubicBezTo>
                  <a:pt x="122805" y="46952"/>
                  <a:pt x="120817" y="42249"/>
                  <a:pt x="116840" y="38331"/>
                </a:cubicBezTo>
                <a:cubicBezTo>
                  <a:pt x="112863" y="34413"/>
                  <a:pt x="108010" y="32454"/>
                  <a:pt x="102281" y="32454"/>
                </a:cubicBezTo>
                <a:cubicBezTo>
                  <a:pt x="96514" y="32454"/>
                  <a:pt x="91633" y="34422"/>
                  <a:pt x="87637" y="38359"/>
                </a:cubicBezTo>
                <a:cubicBezTo>
                  <a:pt x="83641" y="42296"/>
                  <a:pt x="81644" y="46990"/>
                  <a:pt x="81644" y="52441"/>
                </a:cubicBezTo>
                <a:cubicBezTo>
                  <a:pt x="81644" y="57930"/>
                  <a:pt x="83641" y="62643"/>
                  <a:pt x="87637" y="66580"/>
                </a:cubicBezTo>
                <a:cubicBezTo>
                  <a:pt x="91633" y="70516"/>
                  <a:pt x="96514" y="72485"/>
                  <a:pt x="102281" y="72485"/>
                </a:cubicBezTo>
                <a:cubicBezTo>
                  <a:pt x="107973" y="72485"/>
                  <a:pt x="112816" y="70526"/>
                  <a:pt x="116812" y="66608"/>
                </a:cubicBezTo>
                <a:cubicBezTo>
                  <a:pt x="120807" y="62690"/>
                  <a:pt x="122805" y="57968"/>
                  <a:pt x="122805" y="52441"/>
                </a:cubicBezTo>
                <a:close/>
                <a:moveTo>
                  <a:pt x="184999" y="38075"/>
                </a:moveTo>
                <a:lnTo>
                  <a:pt x="184999" y="29401"/>
                </a:lnTo>
                <a:lnTo>
                  <a:pt x="196137" y="29401"/>
                </a:lnTo>
                <a:cubicBezTo>
                  <a:pt x="197268" y="29401"/>
                  <a:pt x="198079" y="29622"/>
                  <a:pt x="198569" y="30064"/>
                </a:cubicBezTo>
                <a:cubicBezTo>
                  <a:pt x="199059" y="30505"/>
                  <a:pt x="199304" y="31076"/>
                  <a:pt x="199304" y="31776"/>
                </a:cubicBezTo>
                <a:cubicBezTo>
                  <a:pt x="199304" y="32454"/>
                  <a:pt x="199059" y="33020"/>
                  <a:pt x="198569" y="33472"/>
                </a:cubicBezTo>
                <a:cubicBezTo>
                  <a:pt x="198079" y="33924"/>
                  <a:pt x="197268" y="34150"/>
                  <a:pt x="196137" y="34150"/>
                </a:cubicBezTo>
                <a:lnTo>
                  <a:pt x="189748" y="34150"/>
                </a:lnTo>
                <a:lnTo>
                  <a:pt x="189748" y="81710"/>
                </a:lnTo>
                <a:cubicBezTo>
                  <a:pt x="189748" y="84884"/>
                  <a:pt x="189070" y="87718"/>
                  <a:pt x="187713" y="90212"/>
                </a:cubicBezTo>
                <a:cubicBezTo>
                  <a:pt x="186808" y="91875"/>
                  <a:pt x="185300" y="93595"/>
                  <a:pt x="183190" y="95371"/>
                </a:cubicBezTo>
                <a:cubicBezTo>
                  <a:pt x="181079" y="97147"/>
                  <a:pt x="179156" y="98413"/>
                  <a:pt x="177423" y="99168"/>
                </a:cubicBezTo>
                <a:cubicBezTo>
                  <a:pt x="175689" y="99924"/>
                  <a:pt x="173370" y="100303"/>
                  <a:pt x="170468" y="100303"/>
                </a:cubicBezTo>
                <a:lnTo>
                  <a:pt x="157011" y="100303"/>
                </a:lnTo>
                <a:cubicBezTo>
                  <a:pt x="155881" y="100303"/>
                  <a:pt x="155070" y="100088"/>
                  <a:pt x="154580" y="99659"/>
                </a:cubicBezTo>
                <a:cubicBezTo>
                  <a:pt x="154090" y="99232"/>
                  <a:pt x="153845" y="98664"/>
                  <a:pt x="153845" y="97956"/>
                </a:cubicBezTo>
                <a:cubicBezTo>
                  <a:pt x="153845" y="97248"/>
                  <a:pt x="154090" y="96670"/>
                  <a:pt x="154580" y="96223"/>
                </a:cubicBezTo>
                <a:cubicBezTo>
                  <a:pt x="155070" y="95776"/>
                  <a:pt x="155881" y="95553"/>
                  <a:pt x="157011" y="95553"/>
                </a:cubicBezTo>
                <a:lnTo>
                  <a:pt x="170638" y="95553"/>
                </a:lnTo>
                <a:cubicBezTo>
                  <a:pt x="173427" y="95553"/>
                  <a:pt x="175943" y="94836"/>
                  <a:pt x="178186" y="93403"/>
                </a:cubicBezTo>
                <a:cubicBezTo>
                  <a:pt x="180429" y="91969"/>
                  <a:pt x="182285" y="89876"/>
                  <a:pt x="183755" y="87122"/>
                </a:cubicBezTo>
                <a:cubicBezTo>
                  <a:pt x="184584" y="85537"/>
                  <a:pt x="184999" y="83519"/>
                  <a:pt x="184999" y="81066"/>
                </a:cubicBezTo>
                <a:lnTo>
                  <a:pt x="184999" y="66806"/>
                </a:lnTo>
                <a:cubicBezTo>
                  <a:pt x="179910" y="73758"/>
                  <a:pt x="173352" y="77234"/>
                  <a:pt x="165323" y="77234"/>
                </a:cubicBezTo>
                <a:cubicBezTo>
                  <a:pt x="158802" y="77234"/>
                  <a:pt x="153176" y="74810"/>
                  <a:pt x="148446" y="69962"/>
                </a:cubicBezTo>
                <a:cubicBezTo>
                  <a:pt x="143715" y="65112"/>
                  <a:pt x="141350" y="59272"/>
                  <a:pt x="141350" y="52441"/>
                </a:cubicBezTo>
                <a:cubicBezTo>
                  <a:pt x="141350" y="45610"/>
                  <a:pt x="143715" y="39780"/>
                  <a:pt x="148446" y="34951"/>
                </a:cubicBezTo>
                <a:cubicBezTo>
                  <a:pt x="153176" y="30120"/>
                  <a:pt x="158802" y="27705"/>
                  <a:pt x="165323" y="27705"/>
                </a:cubicBezTo>
                <a:cubicBezTo>
                  <a:pt x="173352" y="27705"/>
                  <a:pt x="179910" y="31161"/>
                  <a:pt x="184999" y="38075"/>
                </a:cubicBezTo>
                <a:moveTo>
                  <a:pt x="184999" y="52441"/>
                </a:moveTo>
                <a:cubicBezTo>
                  <a:pt x="184999" y="46839"/>
                  <a:pt x="183086" y="42107"/>
                  <a:pt x="179260" y="38246"/>
                </a:cubicBezTo>
                <a:cubicBezTo>
                  <a:pt x="175434" y="34385"/>
                  <a:pt x="170864" y="32454"/>
                  <a:pt x="165549" y="32454"/>
                </a:cubicBezTo>
                <a:cubicBezTo>
                  <a:pt x="160234" y="32454"/>
                  <a:pt x="155673" y="34394"/>
                  <a:pt x="151866" y="38274"/>
                </a:cubicBezTo>
                <a:cubicBezTo>
                  <a:pt x="148059" y="42154"/>
                  <a:pt x="146156" y="46877"/>
                  <a:pt x="146156" y="52441"/>
                </a:cubicBezTo>
                <a:cubicBezTo>
                  <a:pt x="146156" y="58043"/>
                  <a:pt x="148059" y="62785"/>
                  <a:pt x="151866" y="66665"/>
                </a:cubicBezTo>
                <a:cubicBezTo>
                  <a:pt x="155673" y="70545"/>
                  <a:pt x="160234" y="72485"/>
                  <a:pt x="165549" y="72485"/>
                </a:cubicBezTo>
                <a:cubicBezTo>
                  <a:pt x="170864" y="72485"/>
                  <a:pt x="175434" y="70545"/>
                  <a:pt x="179260" y="66665"/>
                </a:cubicBezTo>
                <a:cubicBezTo>
                  <a:pt x="183086" y="62785"/>
                  <a:pt x="184999" y="58043"/>
                  <a:pt x="184999" y="52441"/>
                </a:cubicBezTo>
                <a:close/>
                <a:moveTo>
                  <a:pt x="232832" y="29401"/>
                </a:moveTo>
                <a:lnTo>
                  <a:pt x="232832" y="41418"/>
                </a:lnTo>
                <a:cubicBezTo>
                  <a:pt x="239014" y="35851"/>
                  <a:pt x="243640" y="32268"/>
                  <a:pt x="246712" y="30670"/>
                </a:cubicBezTo>
                <a:cubicBezTo>
                  <a:pt x="249784" y="29070"/>
                  <a:pt x="252621" y="28270"/>
                  <a:pt x="255222" y="28270"/>
                </a:cubicBezTo>
                <a:cubicBezTo>
                  <a:pt x="258049" y="28270"/>
                  <a:pt x="260678" y="29228"/>
                  <a:pt x="263109" y="31145"/>
                </a:cubicBezTo>
                <a:cubicBezTo>
                  <a:pt x="265540" y="33061"/>
                  <a:pt x="266756" y="34513"/>
                  <a:pt x="266756" y="35500"/>
                </a:cubicBezTo>
                <a:cubicBezTo>
                  <a:pt x="266756" y="36221"/>
                  <a:pt x="266520" y="36817"/>
                  <a:pt x="266049" y="37288"/>
                </a:cubicBezTo>
                <a:cubicBezTo>
                  <a:pt x="265578" y="37760"/>
                  <a:pt x="264984" y="37995"/>
                  <a:pt x="264268" y="37995"/>
                </a:cubicBezTo>
                <a:cubicBezTo>
                  <a:pt x="263891" y="37995"/>
                  <a:pt x="263571" y="37929"/>
                  <a:pt x="263307" y="37797"/>
                </a:cubicBezTo>
                <a:cubicBezTo>
                  <a:pt x="263043" y="37665"/>
                  <a:pt x="262553" y="37237"/>
                  <a:pt x="261837" y="36511"/>
                </a:cubicBezTo>
                <a:cubicBezTo>
                  <a:pt x="260518" y="35175"/>
                  <a:pt x="259368" y="34259"/>
                  <a:pt x="258388" y="33763"/>
                </a:cubicBezTo>
                <a:cubicBezTo>
                  <a:pt x="257408" y="33268"/>
                  <a:pt x="256447" y="33020"/>
                  <a:pt x="255504" y="33020"/>
                </a:cubicBezTo>
                <a:cubicBezTo>
                  <a:pt x="253431" y="33020"/>
                  <a:pt x="250934" y="33848"/>
                  <a:pt x="248013" y="35506"/>
                </a:cubicBezTo>
                <a:cubicBezTo>
                  <a:pt x="245092" y="37163"/>
                  <a:pt x="240031" y="41212"/>
                  <a:pt x="232832" y="47653"/>
                </a:cubicBezTo>
                <a:lnTo>
                  <a:pt x="232832" y="73729"/>
                </a:lnTo>
                <a:lnTo>
                  <a:pt x="253865" y="73729"/>
                </a:lnTo>
                <a:cubicBezTo>
                  <a:pt x="255033" y="73729"/>
                  <a:pt x="255863" y="73945"/>
                  <a:pt x="256353" y="74379"/>
                </a:cubicBezTo>
                <a:cubicBezTo>
                  <a:pt x="256843" y="74812"/>
                  <a:pt x="257088" y="75387"/>
                  <a:pt x="257088" y="76103"/>
                </a:cubicBezTo>
                <a:cubicBezTo>
                  <a:pt x="257088" y="76782"/>
                  <a:pt x="256843" y="77347"/>
                  <a:pt x="256353" y="77800"/>
                </a:cubicBezTo>
                <a:cubicBezTo>
                  <a:pt x="255863" y="78252"/>
                  <a:pt x="255033" y="78478"/>
                  <a:pt x="253865" y="78478"/>
                </a:cubicBezTo>
                <a:lnTo>
                  <a:pt x="216605" y="78478"/>
                </a:lnTo>
                <a:cubicBezTo>
                  <a:pt x="215474" y="78478"/>
                  <a:pt x="214664" y="78256"/>
                  <a:pt x="214173" y="77812"/>
                </a:cubicBezTo>
                <a:cubicBezTo>
                  <a:pt x="213683" y="77368"/>
                  <a:pt x="213438" y="76798"/>
                  <a:pt x="213438" y="76103"/>
                </a:cubicBezTo>
                <a:cubicBezTo>
                  <a:pt x="213438" y="75463"/>
                  <a:pt x="213674" y="74925"/>
                  <a:pt x="214145" y="74492"/>
                </a:cubicBezTo>
                <a:cubicBezTo>
                  <a:pt x="214616" y="74058"/>
                  <a:pt x="215436" y="73842"/>
                  <a:pt x="216605" y="73842"/>
                </a:cubicBezTo>
                <a:lnTo>
                  <a:pt x="228082" y="73842"/>
                </a:lnTo>
                <a:lnTo>
                  <a:pt x="228082" y="34150"/>
                </a:lnTo>
                <a:lnTo>
                  <a:pt x="219319" y="34150"/>
                </a:lnTo>
                <a:cubicBezTo>
                  <a:pt x="218188" y="34150"/>
                  <a:pt x="217377" y="33924"/>
                  <a:pt x="216887" y="33472"/>
                </a:cubicBezTo>
                <a:cubicBezTo>
                  <a:pt x="216397" y="33020"/>
                  <a:pt x="216152" y="32435"/>
                  <a:pt x="216152" y="31719"/>
                </a:cubicBezTo>
                <a:cubicBezTo>
                  <a:pt x="216152" y="31057"/>
                  <a:pt x="216388" y="30505"/>
                  <a:pt x="216859" y="30064"/>
                </a:cubicBezTo>
                <a:cubicBezTo>
                  <a:pt x="217330" y="29622"/>
                  <a:pt x="218150" y="29401"/>
                  <a:pt x="219319" y="29401"/>
                </a:cubicBezTo>
                <a:lnTo>
                  <a:pt x="232832" y="29401"/>
                </a:lnTo>
                <a:close/>
                <a:moveTo>
                  <a:pt x="321656" y="78478"/>
                </a:moveTo>
                <a:lnTo>
                  <a:pt x="321656" y="71580"/>
                </a:lnTo>
                <a:cubicBezTo>
                  <a:pt x="314758" y="77385"/>
                  <a:pt x="307389" y="80287"/>
                  <a:pt x="299549" y="80287"/>
                </a:cubicBezTo>
                <a:cubicBezTo>
                  <a:pt x="293857" y="80287"/>
                  <a:pt x="289409" y="78845"/>
                  <a:pt x="286205" y="75962"/>
                </a:cubicBezTo>
                <a:cubicBezTo>
                  <a:pt x="283001" y="73078"/>
                  <a:pt x="281399" y="69545"/>
                  <a:pt x="281399" y="65361"/>
                </a:cubicBezTo>
                <a:cubicBezTo>
                  <a:pt x="281399" y="60762"/>
                  <a:pt x="283510" y="56748"/>
                  <a:pt x="287732" y="53318"/>
                </a:cubicBezTo>
                <a:cubicBezTo>
                  <a:pt x="291954" y="49887"/>
                  <a:pt x="298117" y="48172"/>
                  <a:pt x="306221" y="48172"/>
                </a:cubicBezTo>
                <a:cubicBezTo>
                  <a:pt x="308407" y="48172"/>
                  <a:pt x="310782" y="48314"/>
                  <a:pt x="313345" y="48596"/>
                </a:cubicBezTo>
                <a:cubicBezTo>
                  <a:pt x="315908" y="48879"/>
                  <a:pt x="318678" y="49322"/>
                  <a:pt x="321656" y="49925"/>
                </a:cubicBezTo>
                <a:lnTo>
                  <a:pt x="321656" y="42186"/>
                </a:lnTo>
                <a:cubicBezTo>
                  <a:pt x="321656" y="39568"/>
                  <a:pt x="320450" y="37291"/>
                  <a:pt x="318038" y="35357"/>
                </a:cubicBezTo>
                <a:cubicBezTo>
                  <a:pt x="315625" y="33422"/>
                  <a:pt x="312007" y="32454"/>
                  <a:pt x="307182" y="32454"/>
                </a:cubicBezTo>
                <a:cubicBezTo>
                  <a:pt x="303488" y="32454"/>
                  <a:pt x="298305" y="33544"/>
                  <a:pt x="291633" y="35725"/>
                </a:cubicBezTo>
                <a:cubicBezTo>
                  <a:pt x="290427" y="36107"/>
                  <a:pt x="289654" y="36299"/>
                  <a:pt x="289315" y="36299"/>
                </a:cubicBezTo>
                <a:cubicBezTo>
                  <a:pt x="288712" y="36299"/>
                  <a:pt x="288194" y="36073"/>
                  <a:pt x="287760" y="35620"/>
                </a:cubicBezTo>
                <a:cubicBezTo>
                  <a:pt x="287327" y="35168"/>
                  <a:pt x="287110" y="34603"/>
                  <a:pt x="287110" y="33924"/>
                </a:cubicBezTo>
                <a:cubicBezTo>
                  <a:pt x="287110" y="33283"/>
                  <a:pt x="287298" y="32775"/>
                  <a:pt x="287675" y="32398"/>
                </a:cubicBezTo>
                <a:cubicBezTo>
                  <a:pt x="288203" y="31832"/>
                  <a:pt x="290333" y="31059"/>
                  <a:pt x="294064" y="30079"/>
                </a:cubicBezTo>
                <a:cubicBezTo>
                  <a:pt x="299945" y="28496"/>
                  <a:pt x="304392" y="27705"/>
                  <a:pt x="307408" y="27705"/>
                </a:cubicBezTo>
                <a:cubicBezTo>
                  <a:pt x="313401" y="27705"/>
                  <a:pt x="318075" y="29188"/>
                  <a:pt x="321430" y="32154"/>
                </a:cubicBezTo>
                <a:cubicBezTo>
                  <a:pt x="324785" y="35120"/>
                  <a:pt x="326462" y="38473"/>
                  <a:pt x="326462" y="42214"/>
                </a:cubicBezTo>
                <a:lnTo>
                  <a:pt x="326462" y="73729"/>
                </a:lnTo>
                <a:lnTo>
                  <a:pt x="332795" y="73729"/>
                </a:lnTo>
                <a:cubicBezTo>
                  <a:pt x="333963" y="73729"/>
                  <a:pt x="334792" y="73945"/>
                  <a:pt x="335282" y="74379"/>
                </a:cubicBezTo>
                <a:cubicBezTo>
                  <a:pt x="335772" y="74812"/>
                  <a:pt x="336017" y="75387"/>
                  <a:pt x="336017" y="76103"/>
                </a:cubicBezTo>
                <a:cubicBezTo>
                  <a:pt x="336017" y="76782"/>
                  <a:pt x="335772" y="77347"/>
                  <a:pt x="335282" y="77800"/>
                </a:cubicBezTo>
                <a:cubicBezTo>
                  <a:pt x="334792" y="78252"/>
                  <a:pt x="333963" y="78478"/>
                  <a:pt x="332795" y="78478"/>
                </a:cubicBezTo>
                <a:lnTo>
                  <a:pt x="321656" y="78478"/>
                </a:lnTo>
                <a:moveTo>
                  <a:pt x="321656" y="54788"/>
                </a:moveTo>
                <a:cubicBezTo>
                  <a:pt x="319432" y="54147"/>
                  <a:pt x="317076" y="53676"/>
                  <a:pt x="314589" y="53374"/>
                </a:cubicBezTo>
                <a:cubicBezTo>
                  <a:pt x="312101" y="53073"/>
                  <a:pt x="309481" y="52922"/>
                  <a:pt x="306729" y="52922"/>
                </a:cubicBezTo>
                <a:cubicBezTo>
                  <a:pt x="299832" y="52922"/>
                  <a:pt x="294441" y="54411"/>
                  <a:pt x="290559" y="57388"/>
                </a:cubicBezTo>
                <a:cubicBezTo>
                  <a:pt x="287619" y="59612"/>
                  <a:pt x="286149" y="62270"/>
                  <a:pt x="286149" y="65361"/>
                </a:cubicBezTo>
                <a:cubicBezTo>
                  <a:pt x="286149" y="68225"/>
                  <a:pt x="287270" y="70638"/>
                  <a:pt x="289513" y="72598"/>
                </a:cubicBezTo>
                <a:cubicBezTo>
                  <a:pt x="291756" y="74558"/>
                  <a:pt x="295026" y="75538"/>
                  <a:pt x="299323" y="75538"/>
                </a:cubicBezTo>
                <a:cubicBezTo>
                  <a:pt x="303431" y="75538"/>
                  <a:pt x="307248" y="74718"/>
                  <a:pt x="310772" y="73078"/>
                </a:cubicBezTo>
                <a:cubicBezTo>
                  <a:pt x="314296" y="71439"/>
                  <a:pt x="317924" y="68828"/>
                  <a:pt x="321656" y="65248"/>
                </a:cubicBezTo>
                <a:lnTo>
                  <a:pt x="321656" y="54788"/>
                </a:lnTo>
                <a:close/>
                <a:moveTo>
                  <a:pt x="400756" y="7463"/>
                </a:moveTo>
                <a:lnTo>
                  <a:pt x="400756" y="73729"/>
                </a:lnTo>
                <a:lnTo>
                  <a:pt x="407088" y="73729"/>
                </a:lnTo>
                <a:cubicBezTo>
                  <a:pt x="408257" y="73729"/>
                  <a:pt x="409086" y="73945"/>
                  <a:pt x="409576" y="74379"/>
                </a:cubicBezTo>
                <a:cubicBezTo>
                  <a:pt x="410066" y="74812"/>
                  <a:pt x="410311" y="75387"/>
                  <a:pt x="410311" y="76103"/>
                </a:cubicBezTo>
                <a:cubicBezTo>
                  <a:pt x="410311" y="76750"/>
                  <a:pt x="410066" y="77289"/>
                  <a:pt x="409576" y="77720"/>
                </a:cubicBezTo>
                <a:cubicBezTo>
                  <a:pt x="409086" y="78150"/>
                  <a:pt x="408257" y="78365"/>
                  <a:pt x="407088" y="78365"/>
                </a:cubicBezTo>
                <a:lnTo>
                  <a:pt x="395950" y="78365"/>
                </a:lnTo>
                <a:lnTo>
                  <a:pt x="395950" y="68962"/>
                </a:lnTo>
                <a:cubicBezTo>
                  <a:pt x="390446" y="76512"/>
                  <a:pt x="383454" y="80287"/>
                  <a:pt x="374973" y="80287"/>
                </a:cubicBezTo>
                <a:cubicBezTo>
                  <a:pt x="370676" y="80287"/>
                  <a:pt x="366558" y="79146"/>
                  <a:pt x="362619" y="76863"/>
                </a:cubicBezTo>
                <a:cubicBezTo>
                  <a:pt x="358680" y="74580"/>
                  <a:pt x="355570" y="71326"/>
                  <a:pt x="353290" y="67099"/>
                </a:cubicBezTo>
                <a:cubicBezTo>
                  <a:pt x="351009" y="62873"/>
                  <a:pt x="349869" y="58515"/>
                  <a:pt x="349869" y="54024"/>
                </a:cubicBezTo>
                <a:cubicBezTo>
                  <a:pt x="349869" y="49496"/>
                  <a:pt x="351009" y="45129"/>
                  <a:pt x="353290" y="40921"/>
                </a:cubicBezTo>
                <a:cubicBezTo>
                  <a:pt x="355570" y="36714"/>
                  <a:pt x="358680" y="33459"/>
                  <a:pt x="362619" y="31157"/>
                </a:cubicBezTo>
                <a:cubicBezTo>
                  <a:pt x="366558" y="28856"/>
                  <a:pt x="370695" y="27705"/>
                  <a:pt x="375030" y="27705"/>
                </a:cubicBezTo>
                <a:cubicBezTo>
                  <a:pt x="383322" y="27705"/>
                  <a:pt x="390296" y="31461"/>
                  <a:pt x="395950" y="38974"/>
                </a:cubicBezTo>
                <a:lnTo>
                  <a:pt x="395950" y="12213"/>
                </a:lnTo>
                <a:lnTo>
                  <a:pt x="389617" y="12213"/>
                </a:lnTo>
                <a:cubicBezTo>
                  <a:pt x="388449" y="12213"/>
                  <a:pt x="387619" y="11992"/>
                  <a:pt x="387129" y="11550"/>
                </a:cubicBezTo>
                <a:cubicBezTo>
                  <a:pt x="386639" y="11108"/>
                  <a:pt x="386394" y="10538"/>
                  <a:pt x="386394" y="9838"/>
                </a:cubicBezTo>
                <a:cubicBezTo>
                  <a:pt x="386394" y="9160"/>
                  <a:pt x="386639" y="8594"/>
                  <a:pt x="387129" y="8142"/>
                </a:cubicBezTo>
                <a:cubicBezTo>
                  <a:pt x="387619" y="7689"/>
                  <a:pt x="388449" y="7463"/>
                  <a:pt x="389617" y="7463"/>
                </a:cubicBezTo>
                <a:lnTo>
                  <a:pt x="400756" y="7463"/>
                </a:lnTo>
                <a:moveTo>
                  <a:pt x="395950" y="53996"/>
                </a:moveTo>
                <a:cubicBezTo>
                  <a:pt x="395950" y="47950"/>
                  <a:pt x="393914" y="42848"/>
                  <a:pt x="389843" y="38691"/>
                </a:cubicBezTo>
                <a:cubicBezTo>
                  <a:pt x="385772" y="34533"/>
                  <a:pt x="380929" y="32454"/>
                  <a:pt x="375312" y="32454"/>
                </a:cubicBezTo>
                <a:cubicBezTo>
                  <a:pt x="369658" y="32454"/>
                  <a:pt x="364796" y="34533"/>
                  <a:pt x="360725" y="38691"/>
                </a:cubicBezTo>
                <a:cubicBezTo>
                  <a:pt x="356654" y="42848"/>
                  <a:pt x="354619" y="47950"/>
                  <a:pt x="354619" y="53996"/>
                </a:cubicBezTo>
                <a:cubicBezTo>
                  <a:pt x="354619" y="60005"/>
                  <a:pt x="356654" y="65097"/>
                  <a:pt x="360725" y="69274"/>
                </a:cubicBezTo>
                <a:cubicBezTo>
                  <a:pt x="364796" y="73450"/>
                  <a:pt x="369658" y="75538"/>
                  <a:pt x="375312" y="75538"/>
                </a:cubicBezTo>
                <a:cubicBezTo>
                  <a:pt x="380929" y="75538"/>
                  <a:pt x="385772" y="73450"/>
                  <a:pt x="389843" y="69274"/>
                </a:cubicBezTo>
                <a:cubicBezTo>
                  <a:pt x="393914" y="65097"/>
                  <a:pt x="395950" y="60005"/>
                  <a:pt x="395950" y="53996"/>
                </a:cubicBezTo>
                <a:close/>
                <a:moveTo>
                  <a:pt x="472674" y="55070"/>
                </a:moveTo>
                <a:lnTo>
                  <a:pt x="424276" y="55070"/>
                </a:lnTo>
                <a:cubicBezTo>
                  <a:pt x="425105" y="61214"/>
                  <a:pt x="427678" y="66162"/>
                  <a:pt x="431994" y="69912"/>
                </a:cubicBezTo>
                <a:cubicBezTo>
                  <a:pt x="436309" y="73663"/>
                  <a:pt x="441653" y="75538"/>
                  <a:pt x="448023" y="75538"/>
                </a:cubicBezTo>
                <a:cubicBezTo>
                  <a:pt x="451566" y="75538"/>
                  <a:pt x="455279" y="74954"/>
                  <a:pt x="459161" y="73785"/>
                </a:cubicBezTo>
                <a:cubicBezTo>
                  <a:pt x="463044" y="72617"/>
                  <a:pt x="466210" y="71071"/>
                  <a:pt x="468660" y="69149"/>
                </a:cubicBezTo>
                <a:cubicBezTo>
                  <a:pt x="469376" y="68583"/>
                  <a:pt x="469998" y="68301"/>
                  <a:pt x="470526" y="68301"/>
                </a:cubicBezTo>
                <a:cubicBezTo>
                  <a:pt x="471129" y="68301"/>
                  <a:pt x="471657" y="68536"/>
                  <a:pt x="472109" y="69007"/>
                </a:cubicBezTo>
                <a:cubicBezTo>
                  <a:pt x="472561" y="69479"/>
                  <a:pt x="472787" y="70035"/>
                  <a:pt x="472787" y="70675"/>
                </a:cubicBezTo>
                <a:cubicBezTo>
                  <a:pt x="472787" y="71316"/>
                  <a:pt x="472486" y="71938"/>
                  <a:pt x="471883" y="72541"/>
                </a:cubicBezTo>
                <a:cubicBezTo>
                  <a:pt x="470073" y="74426"/>
                  <a:pt x="466860" y="76188"/>
                  <a:pt x="462243" y="77828"/>
                </a:cubicBezTo>
                <a:cubicBezTo>
                  <a:pt x="457625" y="79467"/>
                  <a:pt x="452885" y="80287"/>
                  <a:pt x="448023" y="80287"/>
                </a:cubicBezTo>
                <a:cubicBezTo>
                  <a:pt x="439881" y="80287"/>
                  <a:pt x="433087" y="77618"/>
                  <a:pt x="427640" y="72278"/>
                </a:cubicBezTo>
                <a:cubicBezTo>
                  <a:pt x="422193" y="66938"/>
                  <a:pt x="419470" y="60476"/>
                  <a:pt x="419470" y="52892"/>
                </a:cubicBezTo>
                <a:cubicBezTo>
                  <a:pt x="419470" y="45987"/>
                  <a:pt x="422024" y="40063"/>
                  <a:pt x="427131" y="35120"/>
                </a:cubicBezTo>
                <a:cubicBezTo>
                  <a:pt x="432239" y="30177"/>
                  <a:pt x="438562" y="27705"/>
                  <a:pt x="446100" y="27705"/>
                </a:cubicBezTo>
                <a:cubicBezTo>
                  <a:pt x="453865" y="27705"/>
                  <a:pt x="460254" y="30245"/>
                  <a:pt x="465268" y="35325"/>
                </a:cubicBezTo>
                <a:cubicBezTo>
                  <a:pt x="470281" y="40406"/>
                  <a:pt x="472750" y="46987"/>
                  <a:pt x="472674" y="55070"/>
                </a:cubicBezTo>
                <a:moveTo>
                  <a:pt x="467868" y="50321"/>
                </a:moveTo>
                <a:cubicBezTo>
                  <a:pt x="466926" y="45031"/>
                  <a:pt x="464448" y="40731"/>
                  <a:pt x="460433" y="37421"/>
                </a:cubicBezTo>
                <a:cubicBezTo>
                  <a:pt x="456419" y="34110"/>
                  <a:pt x="451641" y="32454"/>
                  <a:pt x="446100" y="32454"/>
                </a:cubicBezTo>
                <a:cubicBezTo>
                  <a:pt x="440559" y="32454"/>
                  <a:pt x="435791" y="34091"/>
                  <a:pt x="431796" y="37364"/>
                </a:cubicBezTo>
                <a:cubicBezTo>
                  <a:pt x="427800" y="40637"/>
                  <a:pt x="425312" y="44955"/>
                  <a:pt x="424332" y="50321"/>
                </a:cubicBezTo>
                <a:lnTo>
                  <a:pt x="467868" y="50321"/>
                </a:lnTo>
                <a:close/>
                <a:moveTo>
                  <a:pt x="515475" y="29401"/>
                </a:moveTo>
                <a:lnTo>
                  <a:pt x="517511" y="29401"/>
                </a:lnTo>
                <a:cubicBezTo>
                  <a:pt x="519621" y="29401"/>
                  <a:pt x="521431" y="30155"/>
                  <a:pt x="522938" y="31663"/>
                </a:cubicBezTo>
                <a:cubicBezTo>
                  <a:pt x="524446" y="33170"/>
                  <a:pt x="525200" y="34961"/>
                  <a:pt x="525200" y="37034"/>
                </a:cubicBezTo>
                <a:cubicBezTo>
                  <a:pt x="525200" y="39258"/>
                  <a:pt x="524437" y="41105"/>
                  <a:pt x="522910" y="42575"/>
                </a:cubicBezTo>
                <a:cubicBezTo>
                  <a:pt x="521384" y="44045"/>
                  <a:pt x="519584" y="44780"/>
                  <a:pt x="517511" y="44780"/>
                </a:cubicBezTo>
                <a:lnTo>
                  <a:pt x="515475" y="44780"/>
                </a:lnTo>
                <a:cubicBezTo>
                  <a:pt x="513364" y="44780"/>
                  <a:pt x="511555" y="44026"/>
                  <a:pt x="510047" y="42518"/>
                </a:cubicBezTo>
                <a:cubicBezTo>
                  <a:pt x="508539" y="41011"/>
                  <a:pt x="507786" y="39220"/>
                  <a:pt x="507786" y="37147"/>
                </a:cubicBezTo>
                <a:cubicBezTo>
                  <a:pt x="507786" y="34923"/>
                  <a:pt x="508549" y="33076"/>
                  <a:pt x="510075" y="31606"/>
                </a:cubicBezTo>
                <a:cubicBezTo>
                  <a:pt x="511602" y="30136"/>
                  <a:pt x="513402" y="29401"/>
                  <a:pt x="515475" y="29401"/>
                </a:cubicBezTo>
                <a:moveTo>
                  <a:pt x="515475" y="64908"/>
                </a:moveTo>
                <a:lnTo>
                  <a:pt x="517511" y="64908"/>
                </a:lnTo>
                <a:cubicBezTo>
                  <a:pt x="519621" y="64908"/>
                  <a:pt x="521431" y="65656"/>
                  <a:pt x="522938" y="67150"/>
                </a:cubicBezTo>
                <a:cubicBezTo>
                  <a:pt x="524446" y="68644"/>
                  <a:pt x="525200" y="70450"/>
                  <a:pt x="525200" y="72570"/>
                </a:cubicBezTo>
                <a:cubicBezTo>
                  <a:pt x="525200" y="74764"/>
                  <a:pt x="524437" y="76599"/>
                  <a:pt x="522910" y="78075"/>
                </a:cubicBezTo>
                <a:cubicBezTo>
                  <a:pt x="521384" y="79550"/>
                  <a:pt x="519584" y="80287"/>
                  <a:pt x="517511" y="80287"/>
                </a:cubicBezTo>
                <a:lnTo>
                  <a:pt x="515475" y="80287"/>
                </a:lnTo>
                <a:cubicBezTo>
                  <a:pt x="513364" y="80287"/>
                  <a:pt x="511555" y="79540"/>
                  <a:pt x="510047" y="78047"/>
                </a:cubicBezTo>
                <a:cubicBezTo>
                  <a:pt x="508539" y="76552"/>
                  <a:pt x="507786" y="74745"/>
                  <a:pt x="507786" y="72626"/>
                </a:cubicBezTo>
                <a:cubicBezTo>
                  <a:pt x="507786" y="70432"/>
                  <a:pt x="508549" y="68597"/>
                  <a:pt x="510075" y="67122"/>
                </a:cubicBezTo>
                <a:cubicBezTo>
                  <a:pt x="511602" y="65646"/>
                  <a:pt x="513402" y="64908"/>
                  <a:pt x="515475" y="64908"/>
                </a:cubicBezTo>
                <a:close/>
                <a:moveTo>
                  <a:pt x="657786" y="17075"/>
                </a:moveTo>
                <a:lnTo>
                  <a:pt x="657786" y="73729"/>
                </a:lnTo>
                <a:lnTo>
                  <a:pt x="670112" y="73729"/>
                </a:lnTo>
                <a:cubicBezTo>
                  <a:pt x="671243" y="73729"/>
                  <a:pt x="672053" y="73945"/>
                  <a:pt x="672543" y="74379"/>
                </a:cubicBezTo>
                <a:cubicBezTo>
                  <a:pt x="673033" y="74812"/>
                  <a:pt x="673278" y="75387"/>
                  <a:pt x="673278" y="76103"/>
                </a:cubicBezTo>
                <a:cubicBezTo>
                  <a:pt x="673278" y="76782"/>
                  <a:pt x="673033" y="77347"/>
                  <a:pt x="672543" y="77800"/>
                </a:cubicBezTo>
                <a:cubicBezTo>
                  <a:pt x="672053" y="78252"/>
                  <a:pt x="671243" y="78478"/>
                  <a:pt x="670112" y="78478"/>
                </a:cubicBezTo>
                <a:lnTo>
                  <a:pt x="640654" y="78478"/>
                </a:lnTo>
                <a:cubicBezTo>
                  <a:pt x="639524" y="78478"/>
                  <a:pt x="638713" y="78252"/>
                  <a:pt x="638223" y="77800"/>
                </a:cubicBezTo>
                <a:cubicBezTo>
                  <a:pt x="637733" y="77347"/>
                  <a:pt x="637488" y="76782"/>
                  <a:pt x="637488" y="76103"/>
                </a:cubicBezTo>
                <a:cubicBezTo>
                  <a:pt x="637488" y="75387"/>
                  <a:pt x="637733" y="74812"/>
                  <a:pt x="638223" y="74379"/>
                </a:cubicBezTo>
                <a:cubicBezTo>
                  <a:pt x="638713" y="73945"/>
                  <a:pt x="639524" y="73729"/>
                  <a:pt x="640654" y="73729"/>
                </a:cubicBezTo>
                <a:lnTo>
                  <a:pt x="652980" y="73729"/>
                </a:lnTo>
                <a:lnTo>
                  <a:pt x="652980" y="17075"/>
                </a:lnTo>
                <a:lnTo>
                  <a:pt x="633530" y="17075"/>
                </a:lnTo>
                <a:lnTo>
                  <a:pt x="633530" y="33472"/>
                </a:lnTo>
                <a:cubicBezTo>
                  <a:pt x="633530" y="34660"/>
                  <a:pt x="633314" y="35504"/>
                  <a:pt x="632880" y="36004"/>
                </a:cubicBezTo>
                <a:cubicBezTo>
                  <a:pt x="632447" y="36502"/>
                  <a:pt x="631872" y="36751"/>
                  <a:pt x="631156" y="36751"/>
                </a:cubicBezTo>
                <a:cubicBezTo>
                  <a:pt x="630477" y="36751"/>
                  <a:pt x="629912" y="36502"/>
                  <a:pt x="629459" y="36004"/>
                </a:cubicBezTo>
                <a:cubicBezTo>
                  <a:pt x="629007" y="35504"/>
                  <a:pt x="628781" y="34660"/>
                  <a:pt x="628781" y="33472"/>
                </a:cubicBezTo>
                <a:lnTo>
                  <a:pt x="628781" y="12326"/>
                </a:lnTo>
                <a:lnTo>
                  <a:pt x="681985" y="12326"/>
                </a:lnTo>
                <a:lnTo>
                  <a:pt x="681985" y="33472"/>
                </a:lnTo>
                <a:cubicBezTo>
                  <a:pt x="681985" y="34660"/>
                  <a:pt x="681769" y="35504"/>
                  <a:pt x="681335" y="36004"/>
                </a:cubicBezTo>
                <a:cubicBezTo>
                  <a:pt x="680902" y="36502"/>
                  <a:pt x="680327" y="36751"/>
                  <a:pt x="679611" y="36751"/>
                </a:cubicBezTo>
                <a:cubicBezTo>
                  <a:pt x="678894" y="36751"/>
                  <a:pt x="678320" y="36502"/>
                  <a:pt x="677886" y="36004"/>
                </a:cubicBezTo>
                <a:cubicBezTo>
                  <a:pt x="677453" y="35504"/>
                  <a:pt x="677236" y="34660"/>
                  <a:pt x="677236" y="33472"/>
                </a:cubicBezTo>
                <a:lnTo>
                  <a:pt x="677236" y="17075"/>
                </a:lnTo>
                <a:lnTo>
                  <a:pt x="657786" y="17075"/>
                </a:lnTo>
                <a:close/>
                <a:moveTo>
                  <a:pt x="716701" y="17075"/>
                </a:moveTo>
                <a:lnTo>
                  <a:pt x="716701" y="73729"/>
                </a:lnTo>
                <a:lnTo>
                  <a:pt x="748250" y="73729"/>
                </a:lnTo>
                <a:lnTo>
                  <a:pt x="748250" y="54844"/>
                </a:lnTo>
                <a:cubicBezTo>
                  <a:pt x="748250" y="53713"/>
                  <a:pt x="748476" y="52903"/>
                  <a:pt x="748929" y="52413"/>
                </a:cubicBezTo>
                <a:cubicBezTo>
                  <a:pt x="749381" y="51923"/>
                  <a:pt x="749965" y="51678"/>
                  <a:pt x="750681" y="51678"/>
                </a:cubicBezTo>
                <a:cubicBezTo>
                  <a:pt x="751360" y="51678"/>
                  <a:pt x="751925" y="51913"/>
                  <a:pt x="752378" y="52385"/>
                </a:cubicBezTo>
                <a:cubicBezTo>
                  <a:pt x="752830" y="52856"/>
                  <a:pt x="753056" y="53676"/>
                  <a:pt x="753056" y="54844"/>
                </a:cubicBezTo>
                <a:lnTo>
                  <a:pt x="753056" y="78478"/>
                </a:lnTo>
                <a:lnTo>
                  <a:pt x="700587" y="78478"/>
                </a:lnTo>
                <a:cubicBezTo>
                  <a:pt x="699456" y="78478"/>
                  <a:pt x="698645" y="78252"/>
                  <a:pt x="698155" y="77800"/>
                </a:cubicBezTo>
                <a:cubicBezTo>
                  <a:pt x="697665" y="77347"/>
                  <a:pt x="697420" y="76782"/>
                  <a:pt x="697420" y="76103"/>
                </a:cubicBezTo>
                <a:cubicBezTo>
                  <a:pt x="697420" y="75387"/>
                  <a:pt x="697665" y="74812"/>
                  <a:pt x="698155" y="74379"/>
                </a:cubicBezTo>
                <a:cubicBezTo>
                  <a:pt x="698645" y="73945"/>
                  <a:pt x="699456" y="73729"/>
                  <a:pt x="700587" y="73729"/>
                </a:cubicBezTo>
                <a:lnTo>
                  <a:pt x="711895" y="73729"/>
                </a:lnTo>
                <a:lnTo>
                  <a:pt x="711895" y="17075"/>
                </a:lnTo>
                <a:lnTo>
                  <a:pt x="700587" y="17075"/>
                </a:lnTo>
                <a:cubicBezTo>
                  <a:pt x="699456" y="17075"/>
                  <a:pt x="698645" y="16858"/>
                  <a:pt x="698155" y="16425"/>
                </a:cubicBezTo>
                <a:cubicBezTo>
                  <a:pt x="697665" y="15991"/>
                  <a:pt x="697420" y="15417"/>
                  <a:pt x="697420" y="14700"/>
                </a:cubicBezTo>
                <a:cubicBezTo>
                  <a:pt x="697420" y="13984"/>
                  <a:pt x="697665" y="13409"/>
                  <a:pt x="698155" y="12976"/>
                </a:cubicBezTo>
                <a:cubicBezTo>
                  <a:pt x="698645" y="12543"/>
                  <a:pt x="699456" y="12326"/>
                  <a:pt x="700587" y="12326"/>
                </a:cubicBezTo>
                <a:lnTo>
                  <a:pt x="728009" y="12326"/>
                </a:lnTo>
                <a:cubicBezTo>
                  <a:pt x="729139" y="12326"/>
                  <a:pt x="729950" y="12543"/>
                  <a:pt x="730440" y="12976"/>
                </a:cubicBezTo>
                <a:cubicBezTo>
                  <a:pt x="730930" y="13409"/>
                  <a:pt x="731175" y="13984"/>
                  <a:pt x="731175" y="14700"/>
                </a:cubicBezTo>
                <a:cubicBezTo>
                  <a:pt x="731175" y="15417"/>
                  <a:pt x="730930" y="15991"/>
                  <a:pt x="730440" y="16425"/>
                </a:cubicBezTo>
                <a:cubicBezTo>
                  <a:pt x="729950" y="16858"/>
                  <a:pt x="729139" y="17075"/>
                  <a:pt x="728009" y="17075"/>
                </a:cubicBezTo>
                <a:lnTo>
                  <a:pt x="716701" y="17075"/>
                </a:lnTo>
                <a:close/>
                <a:moveTo>
                  <a:pt x="811405" y="17126"/>
                </a:moveTo>
                <a:lnTo>
                  <a:pt x="811405" y="15526"/>
                </a:lnTo>
                <a:cubicBezTo>
                  <a:pt x="811405" y="14383"/>
                  <a:pt x="811622" y="13564"/>
                  <a:pt x="812056" y="13070"/>
                </a:cubicBezTo>
                <a:cubicBezTo>
                  <a:pt x="812489" y="12574"/>
                  <a:pt x="813064" y="12326"/>
                  <a:pt x="813780" y="12326"/>
                </a:cubicBezTo>
                <a:cubicBezTo>
                  <a:pt x="814496" y="12326"/>
                  <a:pt x="815071" y="12571"/>
                  <a:pt x="815505" y="13061"/>
                </a:cubicBezTo>
                <a:cubicBezTo>
                  <a:pt x="815938" y="13551"/>
                  <a:pt x="816155" y="14361"/>
                  <a:pt x="816155" y="15492"/>
                </a:cubicBezTo>
                <a:lnTo>
                  <a:pt x="816155" y="27592"/>
                </a:lnTo>
                <a:cubicBezTo>
                  <a:pt x="816155" y="28722"/>
                  <a:pt x="815938" y="29533"/>
                  <a:pt x="815505" y="30023"/>
                </a:cubicBezTo>
                <a:cubicBezTo>
                  <a:pt x="815071" y="30513"/>
                  <a:pt x="814496" y="30758"/>
                  <a:pt x="813780" y="30758"/>
                </a:cubicBezTo>
                <a:cubicBezTo>
                  <a:pt x="813102" y="30758"/>
                  <a:pt x="812546" y="30533"/>
                  <a:pt x="812112" y="30083"/>
                </a:cubicBezTo>
                <a:cubicBezTo>
                  <a:pt x="811679" y="29632"/>
                  <a:pt x="811443" y="28899"/>
                  <a:pt x="811405" y="27885"/>
                </a:cubicBezTo>
                <a:cubicBezTo>
                  <a:pt x="811217" y="24731"/>
                  <a:pt x="809587" y="21895"/>
                  <a:pt x="806515" y="19379"/>
                </a:cubicBezTo>
                <a:cubicBezTo>
                  <a:pt x="803443" y="16863"/>
                  <a:pt x="799419" y="15605"/>
                  <a:pt x="794443" y="15605"/>
                </a:cubicBezTo>
                <a:cubicBezTo>
                  <a:pt x="789204" y="15605"/>
                  <a:pt x="785039" y="16944"/>
                  <a:pt x="781948" y="19623"/>
                </a:cubicBezTo>
                <a:cubicBezTo>
                  <a:pt x="778857" y="22300"/>
                  <a:pt x="777312" y="25456"/>
                  <a:pt x="777312" y="29088"/>
                </a:cubicBezTo>
                <a:cubicBezTo>
                  <a:pt x="777312" y="30961"/>
                  <a:pt x="777745" y="32666"/>
                  <a:pt x="778612" y="34202"/>
                </a:cubicBezTo>
                <a:cubicBezTo>
                  <a:pt x="779479" y="35736"/>
                  <a:pt x="780629" y="36982"/>
                  <a:pt x="782061" y="37937"/>
                </a:cubicBezTo>
                <a:cubicBezTo>
                  <a:pt x="783493" y="38892"/>
                  <a:pt x="785114" y="39660"/>
                  <a:pt x="786923" y="40241"/>
                </a:cubicBezTo>
                <a:cubicBezTo>
                  <a:pt x="788733" y="40820"/>
                  <a:pt x="791560" y="41429"/>
                  <a:pt x="795404" y="42066"/>
                </a:cubicBezTo>
                <a:cubicBezTo>
                  <a:pt x="801850" y="43123"/>
                  <a:pt x="806298" y="44199"/>
                  <a:pt x="808748" y="45294"/>
                </a:cubicBezTo>
                <a:cubicBezTo>
                  <a:pt x="812027" y="46767"/>
                  <a:pt x="814506" y="48805"/>
                  <a:pt x="816183" y="51409"/>
                </a:cubicBezTo>
                <a:cubicBezTo>
                  <a:pt x="817860" y="54014"/>
                  <a:pt x="818699" y="57090"/>
                  <a:pt x="818699" y="60640"/>
                </a:cubicBezTo>
                <a:cubicBezTo>
                  <a:pt x="818699" y="66074"/>
                  <a:pt x="816532" y="70708"/>
                  <a:pt x="812197" y="74540"/>
                </a:cubicBezTo>
                <a:cubicBezTo>
                  <a:pt x="807862" y="78371"/>
                  <a:pt x="802020" y="80287"/>
                  <a:pt x="794669" y="80287"/>
                </a:cubicBezTo>
                <a:cubicBezTo>
                  <a:pt x="786415" y="80287"/>
                  <a:pt x="779818" y="77705"/>
                  <a:pt x="774880" y="72541"/>
                </a:cubicBezTo>
                <a:lnTo>
                  <a:pt x="774880" y="75282"/>
                </a:lnTo>
                <a:cubicBezTo>
                  <a:pt x="774880" y="76423"/>
                  <a:pt x="774664" y="77241"/>
                  <a:pt x="774230" y="77736"/>
                </a:cubicBezTo>
                <a:cubicBezTo>
                  <a:pt x="773797" y="78231"/>
                  <a:pt x="773222" y="78478"/>
                  <a:pt x="772506" y="78478"/>
                </a:cubicBezTo>
                <a:cubicBezTo>
                  <a:pt x="771827" y="78478"/>
                  <a:pt x="771262" y="78232"/>
                  <a:pt x="770809" y="77741"/>
                </a:cubicBezTo>
                <a:cubicBezTo>
                  <a:pt x="770357" y="77250"/>
                  <a:pt x="770131" y="76437"/>
                  <a:pt x="770131" y="75303"/>
                </a:cubicBezTo>
                <a:lnTo>
                  <a:pt x="770131" y="62147"/>
                </a:lnTo>
                <a:cubicBezTo>
                  <a:pt x="770131" y="60975"/>
                  <a:pt x="770348" y="60143"/>
                  <a:pt x="770781" y="59652"/>
                </a:cubicBezTo>
                <a:cubicBezTo>
                  <a:pt x="771215" y="59161"/>
                  <a:pt x="771789" y="58915"/>
                  <a:pt x="772506" y="58915"/>
                </a:cubicBezTo>
                <a:cubicBezTo>
                  <a:pt x="773184" y="58915"/>
                  <a:pt x="773740" y="59141"/>
                  <a:pt x="774174" y="59594"/>
                </a:cubicBezTo>
                <a:cubicBezTo>
                  <a:pt x="774607" y="60046"/>
                  <a:pt x="774843" y="60781"/>
                  <a:pt x="774880" y="61799"/>
                </a:cubicBezTo>
                <a:cubicBezTo>
                  <a:pt x="775069" y="65266"/>
                  <a:pt x="776925" y="68423"/>
                  <a:pt x="780450" y="71269"/>
                </a:cubicBezTo>
                <a:cubicBezTo>
                  <a:pt x="783974" y="74115"/>
                  <a:pt x="788714" y="75538"/>
                  <a:pt x="794669" y="75538"/>
                </a:cubicBezTo>
                <a:cubicBezTo>
                  <a:pt x="800625" y="75538"/>
                  <a:pt x="805327" y="74049"/>
                  <a:pt x="808776" y="71071"/>
                </a:cubicBezTo>
                <a:cubicBezTo>
                  <a:pt x="812225" y="68093"/>
                  <a:pt x="813950" y="64569"/>
                  <a:pt x="813950" y="60498"/>
                </a:cubicBezTo>
                <a:cubicBezTo>
                  <a:pt x="813950" y="58010"/>
                  <a:pt x="813290" y="55796"/>
                  <a:pt x="811971" y="53855"/>
                </a:cubicBezTo>
                <a:cubicBezTo>
                  <a:pt x="810652" y="51913"/>
                  <a:pt x="808691" y="50377"/>
                  <a:pt x="806091" y="49247"/>
                </a:cubicBezTo>
                <a:cubicBezTo>
                  <a:pt x="804281" y="48455"/>
                  <a:pt x="800512" y="47569"/>
                  <a:pt x="794783" y="46589"/>
                </a:cubicBezTo>
                <a:cubicBezTo>
                  <a:pt x="786905" y="45275"/>
                  <a:pt x="781232" y="43265"/>
                  <a:pt x="777764" y="40559"/>
                </a:cubicBezTo>
                <a:cubicBezTo>
                  <a:pt x="774296" y="37853"/>
                  <a:pt x="772562" y="34001"/>
                  <a:pt x="772562" y="29003"/>
                </a:cubicBezTo>
                <a:cubicBezTo>
                  <a:pt x="772562" y="24044"/>
                  <a:pt x="774551" y="19780"/>
                  <a:pt x="778527" y="16211"/>
                </a:cubicBezTo>
                <a:cubicBezTo>
                  <a:pt x="782504" y="12641"/>
                  <a:pt x="787753" y="10856"/>
                  <a:pt x="794274" y="10856"/>
                </a:cubicBezTo>
                <a:cubicBezTo>
                  <a:pt x="800908" y="10856"/>
                  <a:pt x="806618" y="12946"/>
                  <a:pt x="811405" y="17126"/>
                </a:cubicBezTo>
                <a:close/>
                <a:moveTo>
                  <a:pt x="885247" y="4127"/>
                </a:moveTo>
                <a:lnTo>
                  <a:pt x="847025" y="85998"/>
                </a:lnTo>
                <a:cubicBezTo>
                  <a:pt x="846384" y="87393"/>
                  <a:pt x="845555" y="88090"/>
                  <a:pt x="844537" y="88090"/>
                </a:cubicBezTo>
                <a:cubicBezTo>
                  <a:pt x="843897" y="88090"/>
                  <a:pt x="843341" y="87854"/>
                  <a:pt x="842870" y="87383"/>
                </a:cubicBezTo>
                <a:cubicBezTo>
                  <a:pt x="842398" y="86912"/>
                  <a:pt x="842163" y="86394"/>
                  <a:pt x="842163" y="85828"/>
                </a:cubicBezTo>
                <a:cubicBezTo>
                  <a:pt x="842163" y="85376"/>
                  <a:pt x="842351" y="84754"/>
                  <a:pt x="842728" y="83962"/>
                </a:cubicBezTo>
                <a:lnTo>
                  <a:pt x="880893" y="2092"/>
                </a:lnTo>
                <a:cubicBezTo>
                  <a:pt x="881308" y="1225"/>
                  <a:pt x="881703" y="660"/>
                  <a:pt x="882080" y="396"/>
                </a:cubicBezTo>
                <a:cubicBezTo>
                  <a:pt x="882457" y="132"/>
                  <a:pt x="882910" y="0"/>
                  <a:pt x="883437" y="0"/>
                </a:cubicBezTo>
                <a:cubicBezTo>
                  <a:pt x="884078" y="0"/>
                  <a:pt x="884634" y="236"/>
                  <a:pt x="885105" y="707"/>
                </a:cubicBezTo>
                <a:cubicBezTo>
                  <a:pt x="885576" y="1178"/>
                  <a:pt x="885812" y="1696"/>
                  <a:pt x="885812" y="2262"/>
                </a:cubicBezTo>
                <a:cubicBezTo>
                  <a:pt x="885812" y="2676"/>
                  <a:pt x="885623" y="3298"/>
                  <a:pt x="885247" y="4127"/>
                </a:cubicBezTo>
                <a:close/>
                <a:moveTo>
                  <a:pt x="935737" y="6559"/>
                </a:moveTo>
                <a:lnTo>
                  <a:pt x="935737" y="73729"/>
                </a:lnTo>
                <a:lnTo>
                  <a:pt x="952021" y="73729"/>
                </a:lnTo>
                <a:cubicBezTo>
                  <a:pt x="953152" y="73729"/>
                  <a:pt x="953962" y="73945"/>
                  <a:pt x="954452" y="74379"/>
                </a:cubicBezTo>
                <a:cubicBezTo>
                  <a:pt x="954942" y="74812"/>
                  <a:pt x="955187" y="75387"/>
                  <a:pt x="955187" y="76103"/>
                </a:cubicBezTo>
                <a:cubicBezTo>
                  <a:pt x="955187" y="76782"/>
                  <a:pt x="954942" y="77347"/>
                  <a:pt x="954452" y="77800"/>
                </a:cubicBezTo>
                <a:cubicBezTo>
                  <a:pt x="953962" y="78252"/>
                  <a:pt x="953152" y="78478"/>
                  <a:pt x="952021" y="78478"/>
                </a:cubicBezTo>
                <a:lnTo>
                  <a:pt x="914704" y="78478"/>
                </a:lnTo>
                <a:cubicBezTo>
                  <a:pt x="913574" y="78478"/>
                  <a:pt x="912763" y="78252"/>
                  <a:pt x="912273" y="77800"/>
                </a:cubicBezTo>
                <a:cubicBezTo>
                  <a:pt x="911783" y="77347"/>
                  <a:pt x="911538" y="76782"/>
                  <a:pt x="911538" y="76103"/>
                </a:cubicBezTo>
                <a:cubicBezTo>
                  <a:pt x="911538" y="75387"/>
                  <a:pt x="911783" y="74812"/>
                  <a:pt x="912273" y="74379"/>
                </a:cubicBezTo>
                <a:cubicBezTo>
                  <a:pt x="912763" y="73945"/>
                  <a:pt x="913574" y="73729"/>
                  <a:pt x="914704" y="73729"/>
                </a:cubicBezTo>
                <a:lnTo>
                  <a:pt x="930988" y="73729"/>
                </a:lnTo>
                <a:lnTo>
                  <a:pt x="930988" y="13117"/>
                </a:lnTo>
                <a:lnTo>
                  <a:pt x="915496" y="17980"/>
                </a:lnTo>
                <a:cubicBezTo>
                  <a:pt x="914742" y="18206"/>
                  <a:pt x="914196" y="18319"/>
                  <a:pt x="913856" y="18319"/>
                </a:cubicBezTo>
                <a:cubicBezTo>
                  <a:pt x="913291" y="18319"/>
                  <a:pt x="912773" y="18083"/>
                  <a:pt x="912301" y="17612"/>
                </a:cubicBezTo>
                <a:cubicBezTo>
                  <a:pt x="911830" y="17141"/>
                  <a:pt x="911595" y="16585"/>
                  <a:pt x="911595" y="15944"/>
                </a:cubicBezTo>
                <a:cubicBezTo>
                  <a:pt x="911595" y="15379"/>
                  <a:pt x="911783" y="14851"/>
                  <a:pt x="912160" y="14361"/>
                </a:cubicBezTo>
                <a:cubicBezTo>
                  <a:pt x="912462" y="14060"/>
                  <a:pt x="913084" y="13739"/>
                  <a:pt x="914026" y="13400"/>
                </a:cubicBezTo>
                <a:lnTo>
                  <a:pt x="935737" y="6559"/>
                </a:lnTo>
                <a:close/>
                <a:moveTo>
                  <a:pt x="1001889" y="64908"/>
                </a:moveTo>
                <a:lnTo>
                  <a:pt x="1003925" y="64908"/>
                </a:lnTo>
                <a:cubicBezTo>
                  <a:pt x="1006036" y="64908"/>
                  <a:pt x="1007845" y="65656"/>
                  <a:pt x="1009353" y="67150"/>
                </a:cubicBezTo>
                <a:cubicBezTo>
                  <a:pt x="1010860" y="68644"/>
                  <a:pt x="1011614" y="70450"/>
                  <a:pt x="1011614" y="72570"/>
                </a:cubicBezTo>
                <a:cubicBezTo>
                  <a:pt x="1011614" y="74764"/>
                  <a:pt x="1010851" y="76599"/>
                  <a:pt x="1009324" y="78075"/>
                </a:cubicBezTo>
                <a:cubicBezTo>
                  <a:pt x="1007798" y="79550"/>
                  <a:pt x="1005998" y="80287"/>
                  <a:pt x="1003925" y="80287"/>
                </a:cubicBezTo>
                <a:lnTo>
                  <a:pt x="1001889" y="80287"/>
                </a:lnTo>
                <a:cubicBezTo>
                  <a:pt x="999778" y="80287"/>
                  <a:pt x="997969" y="79540"/>
                  <a:pt x="996461" y="78047"/>
                </a:cubicBezTo>
                <a:cubicBezTo>
                  <a:pt x="994954" y="76552"/>
                  <a:pt x="994200" y="74745"/>
                  <a:pt x="994200" y="72626"/>
                </a:cubicBezTo>
                <a:cubicBezTo>
                  <a:pt x="994200" y="70432"/>
                  <a:pt x="994963" y="68597"/>
                  <a:pt x="996490" y="67122"/>
                </a:cubicBezTo>
                <a:cubicBezTo>
                  <a:pt x="998016" y="65646"/>
                  <a:pt x="999816" y="64908"/>
                  <a:pt x="1001889" y="64908"/>
                </a:cubicBezTo>
                <a:close/>
                <a:moveTo>
                  <a:pt x="1094163" y="37113"/>
                </a:moveTo>
                <a:lnTo>
                  <a:pt x="1094163" y="48884"/>
                </a:lnTo>
                <a:cubicBezTo>
                  <a:pt x="1094163" y="59106"/>
                  <a:pt x="1091731" y="67198"/>
                  <a:pt x="1086869" y="73158"/>
                </a:cubicBezTo>
                <a:cubicBezTo>
                  <a:pt x="1083062" y="77835"/>
                  <a:pt x="1078256" y="80174"/>
                  <a:pt x="1072451" y="80174"/>
                </a:cubicBezTo>
                <a:cubicBezTo>
                  <a:pt x="1069662" y="80174"/>
                  <a:pt x="1067033" y="79618"/>
                  <a:pt x="1064564" y="78504"/>
                </a:cubicBezTo>
                <a:cubicBezTo>
                  <a:pt x="1062095" y="77393"/>
                  <a:pt x="1059993" y="75836"/>
                  <a:pt x="1058260" y="73836"/>
                </a:cubicBezTo>
                <a:cubicBezTo>
                  <a:pt x="1057166" y="72591"/>
                  <a:pt x="1055970" y="70592"/>
                  <a:pt x="1054669" y="67840"/>
                </a:cubicBezTo>
                <a:cubicBezTo>
                  <a:pt x="1053369" y="65086"/>
                  <a:pt x="1052436" y="62558"/>
                  <a:pt x="1051870" y="60256"/>
                </a:cubicBezTo>
                <a:cubicBezTo>
                  <a:pt x="1051003" y="57012"/>
                  <a:pt x="1050570" y="53222"/>
                  <a:pt x="1050570" y="48884"/>
                </a:cubicBezTo>
                <a:lnTo>
                  <a:pt x="1050570" y="37113"/>
                </a:lnTo>
                <a:cubicBezTo>
                  <a:pt x="1050570" y="26854"/>
                  <a:pt x="1053001" y="18744"/>
                  <a:pt x="1057864" y="12783"/>
                </a:cubicBezTo>
                <a:cubicBezTo>
                  <a:pt x="1061671" y="8106"/>
                  <a:pt x="1066477" y="5767"/>
                  <a:pt x="1072282" y="5767"/>
                </a:cubicBezTo>
                <a:cubicBezTo>
                  <a:pt x="1075109" y="5767"/>
                  <a:pt x="1077747" y="6324"/>
                  <a:pt x="1080197" y="7437"/>
                </a:cubicBezTo>
                <a:cubicBezTo>
                  <a:pt x="1082647" y="8549"/>
                  <a:pt x="1084739" y="10105"/>
                  <a:pt x="1086473" y="12105"/>
                </a:cubicBezTo>
                <a:cubicBezTo>
                  <a:pt x="1087604" y="13388"/>
                  <a:pt x="1088810" y="15406"/>
                  <a:pt x="1090092" y="18160"/>
                </a:cubicBezTo>
                <a:cubicBezTo>
                  <a:pt x="1091373" y="20913"/>
                  <a:pt x="1092316" y="23421"/>
                  <a:pt x="1092919" y="25685"/>
                </a:cubicBezTo>
                <a:cubicBezTo>
                  <a:pt x="1093748" y="28929"/>
                  <a:pt x="1094163" y="32739"/>
                  <a:pt x="1094163" y="37113"/>
                </a:cubicBezTo>
                <a:moveTo>
                  <a:pt x="1089413" y="37751"/>
                </a:moveTo>
                <a:cubicBezTo>
                  <a:pt x="1089413" y="33262"/>
                  <a:pt x="1088782" y="29085"/>
                  <a:pt x="1087519" y="25219"/>
                </a:cubicBezTo>
                <a:cubicBezTo>
                  <a:pt x="1086256" y="21352"/>
                  <a:pt x="1084833" y="18266"/>
                  <a:pt x="1083250" y="15962"/>
                </a:cubicBezTo>
                <a:cubicBezTo>
                  <a:pt x="1082308" y="14640"/>
                  <a:pt x="1081083" y="13498"/>
                  <a:pt x="1079575" y="12536"/>
                </a:cubicBezTo>
                <a:cubicBezTo>
                  <a:pt x="1077427" y="11190"/>
                  <a:pt x="1075014" y="10517"/>
                  <a:pt x="1072338" y="10517"/>
                </a:cubicBezTo>
                <a:cubicBezTo>
                  <a:pt x="1067023" y="10560"/>
                  <a:pt x="1062858" y="13301"/>
                  <a:pt x="1059843" y="18740"/>
                </a:cubicBezTo>
                <a:cubicBezTo>
                  <a:pt x="1056827" y="24177"/>
                  <a:pt x="1055319" y="30516"/>
                  <a:pt x="1055319" y="37757"/>
                </a:cubicBezTo>
                <a:lnTo>
                  <a:pt x="1055319" y="48220"/>
                </a:lnTo>
                <a:cubicBezTo>
                  <a:pt x="1055319" y="52708"/>
                  <a:pt x="1055951" y="56894"/>
                  <a:pt x="1057214" y="60779"/>
                </a:cubicBezTo>
                <a:cubicBezTo>
                  <a:pt x="1058476" y="64663"/>
                  <a:pt x="1059918" y="67754"/>
                  <a:pt x="1061539" y="70053"/>
                </a:cubicBezTo>
                <a:cubicBezTo>
                  <a:pt x="1062443" y="71335"/>
                  <a:pt x="1063650" y="72447"/>
                  <a:pt x="1065157" y="73389"/>
                </a:cubicBezTo>
                <a:cubicBezTo>
                  <a:pt x="1067306" y="74746"/>
                  <a:pt x="1069737" y="75425"/>
                  <a:pt x="1072451" y="75425"/>
                </a:cubicBezTo>
                <a:cubicBezTo>
                  <a:pt x="1077728" y="75425"/>
                  <a:pt x="1081875" y="72701"/>
                  <a:pt x="1084890" y="67255"/>
                </a:cubicBezTo>
                <a:cubicBezTo>
                  <a:pt x="1087905" y="61808"/>
                  <a:pt x="1089413" y="55463"/>
                  <a:pt x="1089413" y="48220"/>
                </a:cubicBezTo>
                <a:lnTo>
                  <a:pt x="1089413" y="37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GET/catHTTP/1.1">
            <a:extLst xmlns:a="http://schemas.openxmlformats.org/drawingml/2006/main">
              <a:ext uri="{FF2B5EF4-FFF2-40B4-BE49-F238E27FC236}">
                <a16:creationId xmlns:a16="http://schemas.microsoft.com/office/drawing/2014/main" id="{5F265A2A-AB41-4141-BF34-69C9E2DA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3" y="4459978"/>
            <a:ext cx="1161112" cy="88090"/>
          </a:xfrm>
          <a:custGeom xmlns:a="http://schemas.openxmlformats.org/drawingml/2006/main">
            <a:pathLst>
              <a:path w="1161112" h="88090">
                <a:moveTo>
                  <a:pt x="53318" y="53939"/>
                </a:moveTo>
                <a:lnTo>
                  <a:pt x="53318" y="74241"/>
                </a:lnTo>
                <a:cubicBezTo>
                  <a:pt x="49699" y="76238"/>
                  <a:pt x="46090" y="77744"/>
                  <a:pt x="42490" y="78761"/>
                </a:cubicBezTo>
                <a:cubicBezTo>
                  <a:pt x="38890" y="79778"/>
                  <a:pt x="35300" y="80287"/>
                  <a:pt x="31719" y="80287"/>
                </a:cubicBezTo>
                <a:cubicBezTo>
                  <a:pt x="26630" y="80287"/>
                  <a:pt x="22154" y="79535"/>
                  <a:pt x="18291" y="78029"/>
                </a:cubicBezTo>
                <a:cubicBezTo>
                  <a:pt x="14427" y="76524"/>
                  <a:pt x="11157" y="74417"/>
                  <a:pt x="8481" y="71707"/>
                </a:cubicBezTo>
                <a:cubicBezTo>
                  <a:pt x="5805" y="68998"/>
                  <a:pt x="3722" y="65969"/>
                  <a:pt x="2233" y="62620"/>
                </a:cubicBezTo>
                <a:cubicBezTo>
                  <a:pt x="744" y="59270"/>
                  <a:pt x="0" y="55017"/>
                  <a:pt x="0" y="49862"/>
                </a:cubicBezTo>
                <a:lnTo>
                  <a:pt x="0" y="41168"/>
                </a:lnTo>
                <a:cubicBezTo>
                  <a:pt x="0" y="35975"/>
                  <a:pt x="1291" y="30923"/>
                  <a:pt x="3873" y="26012"/>
                </a:cubicBezTo>
                <a:cubicBezTo>
                  <a:pt x="6455" y="21101"/>
                  <a:pt x="9989" y="17348"/>
                  <a:pt x="14474" y="14752"/>
                </a:cubicBezTo>
                <a:cubicBezTo>
                  <a:pt x="18960" y="12154"/>
                  <a:pt x="23841" y="10856"/>
                  <a:pt x="29118" y="10856"/>
                </a:cubicBezTo>
                <a:cubicBezTo>
                  <a:pt x="36770" y="10856"/>
                  <a:pt x="43235" y="12945"/>
                  <a:pt x="48512" y="17125"/>
                </a:cubicBezTo>
                <a:cubicBezTo>
                  <a:pt x="48512" y="15259"/>
                  <a:pt x="48578" y="14136"/>
                  <a:pt x="48709" y="13755"/>
                </a:cubicBezTo>
                <a:cubicBezTo>
                  <a:pt x="48841" y="13374"/>
                  <a:pt x="49115" y="13040"/>
                  <a:pt x="49529" y="12755"/>
                </a:cubicBezTo>
                <a:cubicBezTo>
                  <a:pt x="49944" y="12469"/>
                  <a:pt x="50415" y="12326"/>
                  <a:pt x="50943" y="12326"/>
                </a:cubicBezTo>
                <a:cubicBezTo>
                  <a:pt x="51621" y="12326"/>
                  <a:pt x="52187" y="12571"/>
                  <a:pt x="52639" y="13061"/>
                </a:cubicBezTo>
                <a:cubicBezTo>
                  <a:pt x="53091" y="13551"/>
                  <a:pt x="53318" y="14361"/>
                  <a:pt x="53318" y="15492"/>
                </a:cubicBezTo>
                <a:lnTo>
                  <a:pt x="53318" y="26235"/>
                </a:lnTo>
                <a:cubicBezTo>
                  <a:pt x="53318" y="27403"/>
                  <a:pt x="53091" y="28223"/>
                  <a:pt x="52639" y="28694"/>
                </a:cubicBezTo>
                <a:cubicBezTo>
                  <a:pt x="52187" y="29165"/>
                  <a:pt x="51621" y="29401"/>
                  <a:pt x="50943" y="29401"/>
                </a:cubicBezTo>
                <a:cubicBezTo>
                  <a:pt x="50302" y="29401"/>
                  <a:pt x="49765" y="29185"/>
                  <a:pt x="49331" y="28754"/>
                </a:cubicBezTo>
                <a:cubicBezTo>
                  <a:pt x="48898" y="28322"/>
                  <a:pt x="48662" y="27562"/>
                  <a:pt x="48625" y="26473"/>
                </a:cubicBezTo>
                <a:cubicBezTo>
                  <a:pt x="48399" y="23282"/>
                  <a:pt x="46316" y="20673"/>
                  <a:pt x="42377" y="18646"/>
                </a:cubicBezTo>
                <a:cubicBezTo>
                  <a:pt x="38438" y="16619"/>
                  <a:pt x="34150" y="15605"/>
                  <a:pt x="29514" y="15605"/>
                </a:cubicBezTo>
                <a:cubicBezTo>
                  <a:pt x="25142" y="15605"/>
                  <a:pt x="21193" y="16555"/>
                  <a:pt x="17669" y="18455"/>
                </a:cubicBezTo>
                <a:cubicBezTo>
                  <a:pt x="14145" y="20355"/>
                  <a:pt x="10856" y="23976"/>
                  <a:pt x="7803" y="29318"/>
                </a:cubicBezTo>
                <a:cubicBezTo>
                  <a:pt x="5767" y="32818"/>
                  <a:pt x="4749" y="36787"/>
                  <a:pt x="4749" y="41227"/>
                </a:cubicBezTo>
                <a:lnTo>
                  <a:pt x="4749" y="49860"/>
                </a:lnTo>
                <a:cubicBezTo>
                  <a:pt x="4749" y="57724"/>
                  <a:pt x="7162" y="63969"/>
                  <a:pt x="11987" y="68598"/>
                </a:cubicBezTo>
                <a:cubicBezTo>
                  <a:pt x="16811" y="73224"/>
                  <a:pt x="23464" y="75538"/>
                  <a:pt x="31945" y="75538"/>
                </a:cubicBezTo>
                <a:cubicBezTo>
                  <a:pt x="34810" y="75538"/>
                  <a:pt x="37467" y="75237"/>
                  <a:pt x="39917" y="74635"/>
                </a:cubicBezTo>
                <a:cubicBezTo>
                  <a:pt x="42368" y="74033"/>
                  <a:pt x="45232" y="72980"/>
                  <a:pt x="48512" y="71476"/>
                </a:cubicBezTo>
                <a:lnTo>
                  <a:pt x="48512" y="53826"/>
                </a:lnTo>
                <a:lnTo>
                  <a:pt x="32171" y="53826"/>
                </a:lnTo>
                <a:cubicBezTo>
                  <a:pt x="31041" y="53826"/>
                  <a:pt x="30230" y="53610"/>
                  <a:pt x="29740" y="53176"/>
                </a:cubicBezTo>
                <a:cubicBezTo>
                  <a:pt x="29250" y="52743"/>
                  <a:pt x="29005" y="52168"/>
                  <a:pt x="29005" y="51452"/>
                </a:cubicBezTo>
                <a:cubicBezTo>
                  <a:pt x="29005" y="50752"/>
                  <a:pt x="29250" y="50181"/>
                  <a:pt x="29740" y="49740"/>
                </a:cubicBezTo>
                <a:cubicBezTo>
                  <a:pt x="30230" y="49298"/>
                  <a:pt x="31041" y="49077"/>
                  <a:pt x="32171" y="49077"/>
                </a:cubicBezTo>
                <a:lnTo>
                  <a:pt x="55014" y="49190"/>
                </a:lnTo>
                <a:cubicBezTo>
                  <a:pt x="56145" y="49190"/>
                  <a:pt x="56955" y="49407"/>
                  <a:pt x="57445" y="49840"/>
                </a:cubicBezTo>
                <a:cubicBezTo>
                  <a:pt x="57935" y="50274"/>
                  <a:pt x="58180" y="50849"/>
                  <a:pt x="58180" y="51565"/>
                </a:cubicBezTo>
                <a:cubicBezTo>
                  <a:pt x="58180" y="52055"/>
                  <a:pt x="58029" y="52507"/>
                  <a:pt x="57728" y="52922"/>
                </a:cubicBezTo>
                <a:cubicBezTo>
                  <a:pt x="57426" y="53336"/>
                  <a:pt x="57087" y="53610"/>
                  <a:pt x="56710" y="53742"/>
                </a:cubicBezTo>
                <a:cubicBezTo>
                  <a:pt x="56333" y="53874"/>
                  <a:pt x="55202" y="53939"/>
                  <a:pt x="53318" y="53939"/>
                </a:cubicBezTo>
                <a:close/>
                <a:moveTo>
                  <a:pt x="81531" y="46476"/>
                </a:moveTo>
                <a:lnTo>
                  <a:pt x="81531" y="73729"/>
                </a:lnTo>
                <a:lnTo>
                  <a:pt x="118056" y="73729"/>
                </a:lnTo>
                <a:lnTo>
                  <a:pt x="118056" y="59707"/>
                </a:lnTo>
                <a:cubicBezTo>
                  <a:pt x="118056" y="58576"/>
                  <a:pt x="118273" y="57765"/>
                  <a:pt x="118706" y="57275"/>
                </a:cubicBezTo>
                <a:cubicBezTo>
                  <a:pt x="119140" y="56785"/>
                  <a:pt x="119715" y="56540"/>
                  <a:pt x="120431" y="56540"/>
                </a:cubicBezTo>
                <a:cubicBezTo>
                  <a:pt x="121147" y="56540"/>
                  <a:pt x="121722" y="56785"/>
                  <a:pt x="122155" y="57275"/>
                </a:cubicBezTo>
                <a:cubicBezTo>
                  <a:pt x="122589" y="57765"/>
                  <a:pt x="122806" y="58576"/>
                  <a:pt x="122806" y="59707"/>
                </a:cubicBezTo>
                <a:lnTo>
                  <a:pt x="122806" y="78478"/>
                </a:lnTo>
                <a:lnTo>
                  <a:pt x="70393" y="78478"/>
                </a:lnTo>
                <a:cubicBezTo>
                  <a:pt x="69262" y="78478"/>
                  <a:pt x="68452" y="78252"/>
                  <a:pt x="67961" y="77800"/>
                </a:cubicBezTo>
                <a:cubicBezTo>
                  <a:pt x="67471" y="77347"/>
                  <a:pt x="67226" y="76782"/>
                  <a:pt x="67226" y="76103"/>
                </a:cubicBezTo>
                <a:cubicBezTo>
                  <a:pt x="67226" y="75387"/>
                  <a:pt x="67471" y="74812"/>
                  <a:pt x="67961" y="74379"/>
                </a:cubicBezTo>
                <a:cubicBezTo>
                  <a:pt x="68452" y="73945"/>
                  <a:pt x="69262" y="73729"/>
                  <a:pt x="70393" y="73729"/>
                </a:cubicBezTo>
                <a:lnTo>
                  <a:pt x="76782" y="73729"/>
                </a:lnTo>
                <a:lnTo>
                  <a:pt x="76782" y="17075"/>
                </a:lnTo>
                <a:lnTo>
                  <a:pt x="70393" y="17075"/>
                </a:lnTo>
                <a:cubicBezTo>
                  <a:pt x="69262" y="17075"/>
                  <a:pt x="68452" y="16858"/>
                  <a:pt x="67961" y="16425"/>
                </a:cubicBezTo>
                <a:cubicBezTo>
                  <a:pt x="67471" y="15991"/>
                  <a:pt x="67226" y="15417"/>
                  <a:pt x="67226" y="14700"/>
                </a:cubicBezTo>
                <a:cubicBezTo>
                  <a:pt x="67226" y="13984"/>
                  <a:pt x="67471" y="13409"/>
                  <a:pt x="67961" y="12976"/>
                </a:cubicBezTo>
                <a:cubicBezTo>
                  <a:pt x="68452" y="12543"/>
                  <a:pt x="69262" y="12326"/>
                  <a:pt x="70393" y="12326"/>
                </a:cubicBezTo>
                <a:lnTo>
                  <a:pt x="120318" y="12326"/>
                </a:lnTo>
                <a:lnTo>
                  <a:pt x="120318" y="28722"/>
                </a:lnTo>
                <a:cubicBezTo>
                  <a:pt x="120318" y="29853"/>
                  <a:pt x="120101" y="30664"/>
                  <a:pt x="119668" y="31154"/>
                </a:cubicBezTo>
                <a:cubicBezTo>
                  <a:pt x="119234" y="31644"/>
                  <a:pt x="118659" y="31889"/>
                  <a:pt x="117943" y="31889"/>
                </a:cubicBezTo>
                <a:cubicBezTo>
                  <a:pt x="117227" y="31889"/>
                  <a:pt x="116652" y="31644"/>
                  <a:pt x="116219" y="31154"/>
                </a:cubicBezTo>
                <a:cubicBezTo>
                  <a:pt x="115785" y="30664"/>
                  <a:pt x="115568" y="29853"/>
                  <a:pt x="115568" y="28722"/>
                </a:cubicBezTo>
                <a:lnTo>
                  <a:pt x="115568" y="17075"/>
                </a:lnTo>
                <a:lnTo>
                  <a:pt x="81531" y="17075"/>
                </a:lnTo>
                <a:lnTo>
                  <a:pt x="81531" y="41727"/>
                </a:lnTo>
                <a:lnTo>
                  <a:pt x="98550" y="41727"/>
                </a:lnTo>
                <a:lnTo>
                  <a:pt x="98550" y="36299"/>
                </a:lnTo>
                <a:cubicBezTo>
                  <a:pt x="98550" y="35168"/>
                  <a:pt x="98776" y="34358"/>
                  <a:pt x="99228" y="33868"/>
                </a:cubicBezTo>
                <a:cubicBezTo>
                  <a:pt x="99681" y="33378"/>
                  <a:pt x="100265" y="33133"/>
                  <a:pt x="100981" y="33133"/>
                </a:cubicBezTo>
                <a:cubicBezTo>
                  <a:pt x="101660" y="33133"/>
                  <a:pt x="102225" y="33378"/>
                  <a:pt x="102677" y="33868"/>
                </a:cubicBezTo>
                <a:cubicBezTo>
                  <a:pt x="103130" y="34358"/>
                  <a:pt x="103356" y="35168"/>
                  <a:pt x="103356" y="36299"/>
                </a:cubicBezTo>
                <a:lnTo>
                  <a:pt x="103356" y="51904"/>
                </a:lnTo>
                <a:cubicBezTo>
                  <a:pt x="103356" y="53035"/>
                  <a:pt x="103130" y="53845"/>
                  <a:pt x="102677" y="54335"/>
                </a:cubicBezTo>
                <a:cubicBezTo>
                  <a:pt x="102225" y="54825"/>
                  <a:pt x="101660" y="55070"/>
                  <a:pt x="100981" y="55070"/>
                </a:cubicBezTo>
                <a:cubicBezTo>
                  <a:pt x="100265" y="55070"/>
                  <a:pt x="99681" y="54825"/>
                  <a:pt x="99228" y="54335"/>
                </a:cubicBezTo>
                <a:cubicBezTo>
                  <a:pt x="98776" y="53845"/>
                  <a:pt x="98550" y="53035"/>
                  <a:pt x="98550" y="51904"/>
                </a:cubicBezTo>
                <a:lnTo>
                  <a:pt x="98550" y="46476"/>
                </a:lnTo>
                <a:lnTo>
                  <a:pt x="81531" y="46476"/>
                </a:lnTo>
                <a:close/>
                <a:moveTo>
                  <a:pt x="168829" y="17075"/>
                </a:moveTo>
                <a:lnTo>
                  <a:pt x="168829" y="73729"/>
                </a:lnTo>
                <a:lnTo>
                  <a:pt x="181155" y="73729"/>
                </a:lnTo>
                <a:cubicBezTo>
                  <a:pt x="182286" y="73729"/>
                  <a:pt x="183096" y="73945"/>
                  <a:pt x="183586" y="74379"/>
                </a:cubicBezTo>
                <a:cubicBezTo>
                  <a:pt x="184076" y="74812"/>
                  <a:pt x="184321" y="75387"/>
                  <a:pt x="184321" y="76103"/>
                </a:cubicBezTo>
                <a:cubicBezTo>
                  <a:pt x="184321" y="76782"/>
                  <a:pt x="184076" y="77347"/>
                  <a:pt x="183586" y="77800"/>
                </a:cubicBezTo>
                <a:cubicBezTo>
                  <a:pt x="183096" y="78252"/>
                  <a:pt x="182286" y="78478"/>
                  <a:pt x="181155" y="78478"/>
                </a:cubicBezTo>
                <a:lnTo>
                  <a:pt x="151698" y="78478"/>
                </a:lnTo>
                <a:cubicBezTo>
                  <a:pt x="150567" y="78478"/>
                  <a:pt x="149756" y="78252"/>
                  <a:pt x="149266" y="77800"/>
                </a:cubicBezTo>
                <a:cubicBezTo>
                  <a:pt x="148776" y="77347"/>
                  <a:pt x="148531" y="76782"/>
                  <a:pt x="148531" y="76103"/>
                </a:cubicBezTo>
                <a:cubicBezTo>
                  <a:pt x="148531" y="75387"/>
                  <a:pt x="148776" y="74812"/>
                  <a:pt x="149266" y="74379"/>
                </a:cubicBezTo>
                <a:cubicBezTo>
                  <a:pt x="149756" y="73945"/>
                  <a:pt x="150567" y="73729"/>
                  <a:pt x="151698" y="73729"/>
                </a:cubicBezTo>
                <a:lnTo>
                  <a:pt x="164024" y="73729"/>
                </a:lnTo>
                <a:lnTo>
                  <a:pt x="164024" y="17075"/>
                </a:lnTo>
                <a:lnTo>
                  <a:pt x="144574" y="17075"/>
                </a:lnTo>
                <a:lnTo>
                  <a:pt x="144574" y="33472"/>
                </a:lnTo>
                <a:cubicBezTo>
                  <a:pt x="144574" y="34660"/>
                  <a:pt x="144357" y="35504"/>
                  <a:pt x="143923" y="36004"/>
                </a:cubicBezTo>
                <a:cubicBezTo>
                  <a:pt x="143490" y="36502"/>
                  <a:pt x="142915" y="36751"/>
                  <a:pt x="142199" y="36751"/>
                </a:cubicBezTo>
                <a:cubicBezTo>
                  <a:pt x="141520" y="36751"/>
                  <a:pt x="140955" y="36502"/>
                  <a:pt x="140503" y="36004"/>
                </a:cubicBezTo>
                <a:cubicBezTo>
                  <a:pt x="140050" y="35504"/>
                  <a:pt x="139824" y="34660"/>
                  <a:pt x="139824" y="33472"/>
                </a:cubicBezTo>
                <a:lnTo>
                  <a:pt x="139824" y="12326"/>
                </a:lnTo>
                <a:lnTo>
                  <a:pt x="193029" y="12326"/>
                </a:lnTo>
                <a:lnTo>
                  <a:pt x="193029" y="33472"/>
                </a:lnTo>
                <a:cubicBezTo>
                  <a:pt x="193029" y="34660"/>
                  <a:pt x="192812" y="35504"/>
                  <a:pt x="192378" y="36004"/>
                </a:cubicBezTo>
                <a:cubicBezTo>
                  <a:pt x="191945" y="36502"/>
                  <a:pt x="191370" y="36751"/>
                  <a:pt x="190654" y="36751"/>
                </a:cubicBezTo>
                <a:cubicBezTo>
                  <a:pt x="189938" y="36751"/>
                  <a:pt x="189363" y="36502"/>
                  <a:pt x="188930" y="36004"/>
                </a:cubicBezTo>
                <a:cubicBezTo>
                  <a:pt x="188496" y="35504"/>
                  <a:pt x="188279" y="34660"/>
                  <a:pt x="188279" y="33472"/>
                </a:cubicBezTo>
                <a:lnTo>
                  <a:pt x="188279" y="17075"/>
                </a:lnTo>
                <a:lnTo>
                  <a:pt x="168829" y="17075"/>
                </a:lnTo>
                <a:close/>
                <a:moveTo>
                  <a:pt x="326803" y="4127"/>
                </a:moveTo>
                <a:lnTo>
                  <a:pt x="288582" y="85998"/>
                </a:lnTo>
                <a:cubicBezTo>
                  <a:pt x="287941" y="87393"/>
                  <a:pt x="287112" y="88090"/>
                  <a:pt x="286094" y="88090"/>
                </a:cubicBezTo>
                <a:cubicBezTo>
                  <a:pt x="285453" y="88090"/>
                  <a:pt x="284897" y="87854"/>
                  <a:pt x="284426" y="87383"/>
                </a:cubicBezTo>
                <a:cubicBezTo>
                  <a:pt x="283955" y="86912"/>
                  <a:pt x="283719" y="86394"/>
                  <a:pt x="283719" y="85828"/>
                </a:cubicBezTo>
                <a:cubicBezTo>
                  <a:pt x="283719" y="85376"/>
                  <a:pt x="283908" y="84754"/>
                  <a:pt x="284285" y="83962"/>
                </a:cubicBezTo>
                <a:lnTo>
                  <a:pt x="322449" y="2092"/>
                </a:lnTo>
                <a:cubicBezTo>
                  <a:pt x="322864" y="1225"/>
                  <a:pt x="323260" y="660"/>
                  <a:pt x="323637" y="396"/>
                </a:cubicBezTo>
                <a:cubicBezTo>
                  <a:pt x="324014" y="132"/>
                  <a:pt x="324466" y="0"/>
                  <a:pt x="324994" y="0"/>
                </a:cubicBezTo>
                <a:cubicBezTo>
                  <a:pt x="325635" y="0"/>
                  <a:pt x="326191" y="236"/>
                  <a:pt x="326662" y="707"/>
                </a:cubicBezTo>
                <a:cubicBezTo>
                  <a:pt x="327133" y="1178"/>
                  <a:pt x="327368" y="1696"/>
                  <a:pt x="327368" y="2262"/>
                </a:cubicBezTo>
                <a:cubicBezTo>
                  <a:pt x="327368" y="2676"/>
                  <a:pt x="327180" y="3298"/>
                  <a:pt x="326803" y="4127"/>
                </a:cubicBezTo>
                <a:close/>
                <a:moveTo>
                  <a:pt x="394764" y="34157"/>
                </a:moveTo>
                <a:lnTo>
                  <a:pt x="394764" y="32590"/>
                </a:lnTo>
                <a:cubicBezTo>
                  <a:pt x="394764" y="31433"/>
                  <a:pt x="394990" y="30613"/>
                  <a:pt x="395443" y="30129"/>
                </a:cubicBezTo>
                <a:cubicBezTo>
                  <a:pt x="395895" y="29644"/>
                  <a:pt x="396460" y="29401"/>
                  <a:pt x="397139" y="29401"/>
                </a:cubicBezTo>
                <a:cubicBezTo>
                  <a:pt x="397855" y="29401"/>
                  <a:pt x="398439" y="29646"/>
                  <a:pt x="398892" y="30136"/>
                </a:cubicBezTo>
                <a:cubicBezTo>
                  <a:pt x="399344" y="30626"/>
                  <a:pt x="399570" y="31455"/>
                  <a:pt x="399570" y="32624"/>
                </a:cubicBezTo>
                <a:lnTo>
                  <a:pt x="399570" y="43366"/>
                </a:lnTo>
                <a:cubicBezTo>
                  <a:pt x="399532" y="44535"/>
                  <a:pt x="399297" y="45364"/>
                  <a:pt x="398863" y="45854"/>
                </a:cubicBezTo>
                <a:cubicBezTo>
                  <a:pt x="398430" y="46344"/>
                  <a:pt x="397855" y="46589"/>
                  <a:pt x="397139" y="46589"/>
                </a:cubicBezTo>
                <a:cubicBezTo>
                  <a:pt x="396498" y="46589"/>
                  <a:pt x="395961" y="46372"/>
                  <a:pt x="395527" y="45937"/>
                </a:cubicBezTo>
                <a:cubicBezTo>
                  <a:pt x="395094" y="45501"/>
                  <a:pt x="394839" y="44772"/>
                  <a:pt x="394764" y="43750"/>
                </a:cubicBezTo>
                <a:cubicBezTo>
                  <a:pt x="394538" y="41063"/>
                  <a:pt x="392776" y="38509"/>
                  <a:pt x="389478" y="36087"/>
                </a:cubicBezTo>
                <a:cubicBezTo>
                  <a:pt x="386179" y="33665"/>
                  <a:pt x="381741" y="32454"/>
                  <a:pt x="376162" y="32454"/>
                </a:cubicBezTo>
                <a:cubicBezTo>
                  <a:pt x="369114" y="32454"/>
                  <a:pt x="363761" y="34665"/>
                  <a:pt x="360105" y="39087"/>
                </a:cubicBezTo>
                <a:cubicBezTo>
                  <a:pt x="356449" y="43509"/>
                  <a:pt x="354620" y="48573"/>
                  <a:pt x="354620" y="54279"/>
                </a:cubicBezTo>
                <a:cubicBezTo>
                  <a:pt x="354620" y="60439"/>
                  <a:pt x="356637" y="65523"/>
                  <a:pt x="360670" y="69529"/>
                </a:cubicBezTo>
                <a:cubicBezTo>
                  <a:pt x="364704" y="73535"/>
                  <a:pt x="369924" y="75538"/>
                  <a:pt x="376332" y="75538"/>
                </a:cubicBezTo>
                <a:cubicBezTo>
                  <a:pt x="380026" y="75538"/>
                  <a:pt x="383786" y="74852"/>
                  <a:pt x="387612" y="73479"/>
                </a:cubicBezTo>
                <a:cubicBezTo>
                  <a:pt x="391438" y="72106"/>
                  <a:pt x="394896" y="69894"/>
                  <a:pt x="397987" y="66843"/>
                </a:cubicBezTo>
                <a:cubicBezTo>
                  <a:pt x="398778" y="66081"/>
                  <a:pt x="399476" y="65700"/>
                  <a:pt x="400079" y="65700"/>
                </a:cubicBezTo>
                <a:cubicBezTo>
                  <a:pt x="400720" y="65700"/>
                  <a:pt x="401257" y="65918"/>
                  <a:pt x="401690" y="66355"/>
                </a:cubicBezTo>
                <a:cubicBezTo>
                  <a:pt x="402124" y="66792"/>
                  <a:pt x="402341" y="67334"/>
                  <a:pt x="402341" y="67979"/>
                </a:cubicBezTo>
                <a:cubicBezTo>
                  <a:pt x="402341" y="69613"/>
                  <a:pt x="400437" y="71683"/>
                  <a:pt x="396630" y="74190"/>
                </a:cubicBezTo>
                <a:cubicBezTo>
                  <a:pt x="390486" y="78255"/>
                  <a:pt x="383645" y="80287"/>
                  <a:pt x="376106" y="80287"/>
                </a:cubicBezTo>
                <a:cubicBezTo>
                  <a:pt x="368454" y="80287"/>
                  <a:pt x="362169" y="77844"/>
                  <a:pt x="357250" y="72958"/>
                </a:cubicBezTo>
                <a:cubicBezTo>
                  <a:pt x="352331" y="68071"/>
                  <a:pt x="349871" y="61873"/>
                  <a:pt x="349871" y="54364"/>
                </a:cubicBezTo>
                <a:cubicBezTo>
                  <a:pt x="349871" y="46703"/>
                  <a:pt x="352387" y="40346"/>
                  <a:pt x="357419" y="35290"/>
                </a:cubicBezTo>
                <a:cubicBezTo>
                  <a:pt x="362451" y="30233"/>
                  <a:pt x="368793" y="27705"/>
                  <a:pt x="376445" y="27705"/>
                </a:cubicBezTo>
                <a:cubicBezTo>
                  <a:pt x="383720" y="27705"/>
                  <a:pt x="389826" y="29856"/>
                  <a:pt x="394764" y="34157"/>
                </a:cubicBezTo>
                <a:close/>
                <a:moveTo>
                  <a:pt x="458089" y="78478"/>
                </a:moveTo>
                <a:lnTo>
                  <a:pt x="458089" y="71580"/>
                </a:lnTo>
                <a:cubicBezTo>
                  <a:pt x="451191" y="77385"/>
                  <a:pt x="443822" y="80287"/>
                  <a:pt x="435982" y="80287"/>
                </a:cubicBezTo>
                <a:cubicBezTo>
                  <a:pt x="430290" y="80287"/>
                  <a:pt x="425842" y="78845"/>
                  <a:pt x="422638" y="75962"/>
                </a:cubicBezTo>
                <a:cubicBezTo>
                  <a:pt x="419434" y="73078"/>
                  <a:pt x="417832" y="69545"/>
                  <a:pt x="417832" y="65361"/>
                </a:cubicBezTo>
                <a:cubicBezTo>
                  <a:pt x="417832" y="60762"/>
                  <a:pt x="419943" y="56748"/>
                  <a:pt x="424165" y="53318"/>
                </a:cubicBezTo>
                <a:cubicBezTo>
                  <a:pt x="428387" y="49887"/>
                  <a:pt x="434550" y="48172"/>
                  <a:pt x="442654" y="48172"/>
                </a:cubicBezTo>
                <a:cubicBezTo>
                  <a:pt x="444840" y="48172"/>
                  <a:pt x="447215" y="48314"/>
                  <a:pt x="449778" y="48596"/>
                </a:cubicBezTo>
                <a:cubicBezTo>
                  <a:pt x="452341" y="48879"/>
                  <a:pt x="455111" y="49322"/>
                  <a:pt x="458089" y="49925"/>
                </a:cubicBezTo>
                <a:lnTo>
                  <a:pt x="458089" y="42186"/>
                </a:lnTo>
                <a:cubicBezTo>
                  <a:pt x="458089" y="39568"/>
                  <a:pt x="456883" y="37291"/>
                  <a:pt x="454471" y="35357"/>
                </a:cubicBezTo>
                <a:cubicBezTo>
                  <a:pt x="452058" y="33422"/>
                  <a:pt x="448440" y="32454"/>
                  <a:pt x="443615" y="32454"/>
                </a:cubicBezTo>
                <a:cubicBezTo>
                  <a:pt x="439921" y="32454"/>
                  <a:pt x="434738" y="33544"/>
                  <a:pt x="428066" y="35725"/>
                </a:cubicBezTo>
                <a:cubicBezTo>
                  <a:pt x="426860" y="36107"/>
                  <a:pt x="426087" y="36299"/>
                  <a:pt x="425748" y="36299"/>
                </a:cubicBezTo>
                <a:cubicBezTo>
                  <a:pt x="425145" y="36299"/>
                  <a:pt x="424627" y="36073"/>
                  <a:pt x="424193" y="35620"/>
                </a:cubicBezTo>
                <a:cubicBezTo>
                  <a:pt x="423760" y="35168"/>
                  <a:pt x="423543" y="34603"/>
                  <a:pt x="423543" y="33924"/>
                </a:cubicBezTo>
                <a:cubicBezTo>
                  <a:pt x="423543" y="33283"/>
                  <a:pt x="423732" y="32775"/>
                  <a:pt x="424108" y="32398"/>
                </a:cubicBezTo>
                <a:cubicBezTo>
                  <a:pt x="424636" y="31832"/>
                  <a:pt x="426766" y="31059"/>
                  <a:pt x="430498" y="30079"/>
                </a:cubicBezTo>
                <a:cubicBezTo>
                  <a:pt x="436378" y="28496"/>
                  <a:pt x="440826" y="27705"/>
                  <a:pt x="443841" y="27705"/>
                </a:cubicBezTo>
                <a:cubicBezTo>
                  <a:pt x="449834" y="27705"/>
                  <a:pt x="454508" y="29188"/>
                  <a:pt x="457863" y="32154"/>
                </a:cubicBezTo>
                <a:cubicBezTo>
                  <a:pt x="461218" y="35120"/>
                  <a:pt x="462895" y="38473"/>
                  <a:pt x="462895" y="42214"/>
                </a:cubicBezTo>
                <a:lnTo>
                  <a:pt x="462895" y="73729"/>
                </a:lnTo>
                <a:lnTo>
                  <a:pt x="469228" y="73729"/>
                </a:lnTo>
                <a:cubicBezTo>
                  <a:pt x="470396" y="73729"/>
                  <a:pt x="471225" y="73945"/>
                  <a:pt x="471715" y="74379"/>
                </a:cubicBezTo>
                <a:cubicBezTo>
                  <a:pt x="472205" y="74812"/>
                  <a:pt x="472450" y="75387"/>
                  <a:pt x="472450" y="76103"/>
                </a:cubicBezTo>
                <a:cubicBezTo>
                  <a:pt x="472450" y="76782"/>
                  <a:pt x="472205" y="77347"/>
                  <a:pt x="471715" y="77800"/>
                </a:cubicBezTo>
                <a:cubicBezTo>
                  <a:pt x="471225" y="78252"/>
                  <a:pt x="470396" y="78478"/>
                  <a:pt x="469228" y="78478"/>
                </a:cubicBezTo>
                <a:lnTo>
                  <a:pt x="458089" y="78478"/>
                </a:lnTo>
                <a:moveTo>
                  <a:pt x="458089" y="54788"/>
                </a:moveTo>
                <a:cubicBezTo>
                  <a:pt x="455865" y="54147"/>
                  <a:pt x="453509" y="53676"/>
                  <a:pt x="451022" y="53374"/>
                </a:cubicBezTo>
                <a:cubicBezTo>
                  <a:pt x="448534" y="53073"/>
                  <a:pt x="445914" y="52922"/>
                  <a:pt x="443163" y="52922"/>
                </a:cubicBezTo>
                <a:cubicBezTo>
                  <a:pt x="436265" y="52922"/>
                  <a:pt x="430874" y="54411"/>
                  <a:pt x="426992" y="57388"/>
                </a:cubicBezTo>
                <a:cubicBezTo>
                  <a:pt x="424052" y="59612"/>
                  <a:pt x="422582" y="62270"/>
                  <a:pt x="422582" y="65361"/>
                </a:cubicBezTo>
                <a:cubicBezTo>
                  <a:pt x="422582" y="68225"/>
                  <a:pt x="423703" y="70638"/>
                  <a:pt x="425946" y="72598"/>
                </a:cubicBezTo>
                <a:cubicBezTo>
                  <a:pt x="428189" y="74558"/>
                  <a:pt x="431459" y="75538"/>
                  <a:pt x="435756" y="75538"/>
                </a:cubicBezTo>
                <a:cubicBezTo>
                  <a:pt x="439864" y="75538"/>
                  <a:pt x="443681" y="74718"/>
                  <a:pt x="447205" y="73078"/>
                </a:cubicBezTo>
                <a:cubicBezTo>
                  <a:pt x="450730" y="71439"/>
                  <a:pt x="454358" y="68828"/>
                  <a:pt x="458089" y="65248"/>
                </a:cubicBezTo>
                <a:lnTo>
                  <a:pt x="458089" y="54788"/>
                </a:lnTo>
                <a:close/>
                <a:moveTo>
                  <a:pt x="504170" y="29401"/>
                </a:moveTo>
                <a:lnTo>
                  <a:pt x="529952" y="29401"/>
                </a:lnTo>
                <a:cubicBezTo>
                  <a:pt x="531083" y="29401"/>
                  <a:pt x="531893" y="29622"/>
                  <a:pt x="532383" y="30064"/>
                </a:cubicBezTo>
                <a:cubicBezTo>
                  <a:pt x="532873" y="30505"/>
                  <a:pt x="533118" y="31076"/>
                  <a:pt x="533118" y="31776"/>
                </a:cubicBezTo>
                <a:cubicBezTo>
                  <a:pt x="533118" y="32454"/>
                  <a:pt x="532873" y="33020"/>
                  <a:pt x="532383" y="33472"/>
                </a:cubicBezTo>
                <a:cubicBezTo>
                  <a:pt x="531893" y="33924"/>
                  <a:pt x="531083" y="34150"/>
                  <a:pt x="529952" y="34150"/>
                </a:cubicBezTo>
                <a:lnTo>
                  <a:pt x="504170" y="34150"/>
                </a:lnTo>
                <a:lnTo>
                  <a:pt x="504170" y="65843"/>
                </a:lnTo>
                <a:cubicBezTo>
                  <a:pt x="504170" y="68602"/>
                  <a:pt x="505272" y="70907"/>
                  <a:pt x="507477" y="72760"/>
                </a:cubicBezTo>
                <a:cubicBezTo>
                  <a:pt x="509682" y="74612"/>
                  <a:pt x="512915" y="75538"/>
                  <a:pt x="517174" y="75538"/>
                </a:cubicBezTo>
                <a:cubicBezTo>
                  <a:pt x="520378" y="75538"/>
                  <a:pt x="523846" y="75057"/>
                  <a:pt x="527577" y="74096"/>
                </a:cubicBezTo>
                <a:cubicBezTo>
                  <a:pt x="531309" y="73135"/>
                  <a:pt x="534211" y="72051"/>
                  <a:pt x="536285" y="70845"/>
                </a:cubicBezTo>
                <a:cubicBezTo>
                  <a:pt x="537038" y="70355"/>
                  <a:pt x="537660" y="70110"/>
                  <a:pt x="538150" y="70110"/>
                </a:cubicBezTo>
                <a:cubicBezTo>
                  <a:pt x="538753" y="70110"/>
                  <a:pt x="539281" y="70346"/>
                  <a:pt x="539733" y="70817"/>
                </a:cubicBezTo>
                <a:cubicBezTo>
                  <a:pt x="540186" y="71288"/>
                  <a:pt x="540412" y="71844"/>
                  <a:pt x="540412" y="72485"/>
                </a:cubicBezTo>
                <a:cubicBezTo>
                  <a:pt x="540412" y="73050"/>
                  <a:pt x="540167" y="73578"/>
                  <a:pt x="539677" y="74068"/>
                </a:cubicBezTo>
                <a:cubicBezTo>
                  <a:pt x="538471" y="75312"/>
                  <a:pt x="535540" y="76659"/>
                  <a:pt x="530885" y="78110"/>
                </a:cubicBezTo>
                <a:cubicBezTo>
                  <a:pt x="526230" y="79562"/>
                  <a:pt x="521773" y="80287"/>
                  <a:pt x="517513" y="80287"/>
                </a:cubicBezTo>
                <a:cubicBezTo>
                  <a:pt x="511972" y="80287"/>
                  <a:pt x="507562" y="78984"/>
                  <a:pt x="504283" y="76377"/>
                </a:cubicBezTo>
                <a:cubicBezTo>
                  <a:pt x="501003" y="73769"/>
                  <a:pt x="499364" y="70255"/>
                  <a:pt x="499364" y="65834"/>
                </a:cubicBezTo>
                <a:lnTo>
                  <a:pt x="499364" y="34150"/>
                </a:lnTo>
                <a:lnTo>
                  <a:pt x="490600" y="34150"/>
                </a:lnTo>
                <a:cubicBezTo>
                  <a:pt x="489469" y="34150"/>
                  <a:pt x="488659" y="33927"/>
                  <a:pt x="488169" y="33481"/>
                </a:cubicBezTo>
                <a:cubicBezTo>
                  <a:pt x="487679" y="33033"/>
                  <a:pt x="487434" y="32455"/>
                  <a:pt x="487434" y="31747"/>
                </a:cubicBezTo>
                <a:cubicBezTo>
                  <a:pt x="487434" y="31077"/>
                  <a:pt x="487679" y="30519"/>
                  <a:pt x="488169" y="30072"/>
                </a:cubicBezTo>
                <a:cubicBezTo>
                  <a:pt x="488659" y="29625"/>
                  <a:pt x="489469" y="29401"/>
                  <a:pt x="490600" y="29401"/>
                </a:cubicBezTo>
                <a:lnTo>
                  <a:pt x="499364" y="29401"/>
                </a:lnTo>
                <a:lnTo>
                  <a:pt x="499364" y="15287"/>
                </a:lnTo>
                <a:cubicBezTo>
                  <a:pt x="499364" y="14148"/>
                  <a:pt x="499590" y="13332"/>
                  <a:pt x="500042" y="12840"/>
                </a:cubicBezTo>
                <a:cubicBezTo>
                  <a:pt x="500495" y="12346"/>
                  <a:pt x="501060" y="12100"/>
                  <a:pt x="501738" y="12100"/>
                </a:cubicBezTo>
                <a:cubicBezTo>
                  <a:pt x="502455" y="12100"/>
                  <a:pt x="503039" y="12346"/>
                  <a:pt x="503491" y="12840"/>
                </a:cubicBezTo>
                <a:cubicBezTo>
                  <a:pt x="503943" y="13332"/>
                  <a:pt x="504170" y="14148"/>
                  <a:pt x="504170" y="15287"/>
                </a:cubicBezTo>
                <a:lnTo>
                  <a:pt x="504170" y="29401"/>
                </a:lnTo>
                <a:close/>
                <a:moveTo>
                  <a:pt x="668985" y="46476"/>
                </a:moveTo>
                <a:lnTo>
                  <a:pt x="637492" y="46476"/>
                </a:lnTo>
                <a:lnTo>
                  <a:pt x="637492" y="73729"/>
                </a:lnTo>
                <a:lnTo>
                  <a:pt x="643881" y="73729"/>
                </a:lnTo>
                <a:cubicBezTo>
                  <a:pt x="645012" y="73729"/>
                  <a:pt x="645822" y="73945"/>
                  <a:pt x="646312" y="74379"/>
                </a:cubicBezTo>
                <a:cubicBezTo>
                  <a:pt x="646802" y="74812"/>
                  <a:pt x="647047" y="75387"/>
                  <a:pt x="647047" y="76103"/>
                </a:cubicBezTo>
                <a:cubicBezTo>
                  <a:pt x="647047" y="76782"/>
                  <a:pt x="646802" y="77347"/>
                  <a:pt x="646312" y="77800"/>
                </a:cubicBezTo>
                <a:cubicBezTo>
                  <a:pt x="645822" y="78252"/>
                  <a:pt x="645012" y="78478"/>
                  <a:pt x="643881" y="78478"/>
                </a:cubicBezTo>
                <a:lnTo>
                  <a:pt x="627371" y="78478"/>
                </a:lnTo>
                <a:cubicBezTo>
                  <a:pt x="626240" y="78478"/>
                  <a:pt x="625430" y="78252"/>
                  <a:pt x="624940" y="77800"/>
                </a:cubicBezTo>
                <a:cubicBezTo>
                  <a:pt x="624450" y="77347"/>
                  <a:pt x="624205" y="76782"/>
                  <a:pt x="624205" y="76103"/>
                </a:cubicBezTo>
                <a:cubicBezTo>
                  <a:pt x="624205" y="75387"/>
                  <a:pt x="624450" y="74812"/>
                  <a:pt x="624940" y="74379"/>
                </a:cubicBezTo>
                <a:cubicBezTo>
                  <a:pt x="625430" y="73945"/>
                  <a:pt x="626240" y="73729"/>
                  <a:pt x="627371" y="73729"/>
                </a:cubicBezTo>
                <a:lnTo>
                  <a:pt x="632742" y="73729"/>
                </a:lnTo>
                <a:lnTo>
                  <a:pt x="632742" y="17075"/>
                </a:lnTo>
                <a:lnTo>
                  <a:pt x="629802" y="17075"/>
                </a:lnTo>
                <a:cubicBezTo>
                  <a:pt x="628634" y="17075"/>
                  <a:pt x="627804" y="16858"/>
                  <a:pt x="627314" y="16425"/>
                </a:cubicBezTo>
                <a:cubicBezTo>
                  <a:pt x="626824" y="15991"/>
                  <a:pt x="626579" y="15417"/>
                  <a:pt x="626579" y="14700"/>
                </a:cubicBezTo>
                <a:cubicBezTo>
                  <a:pt x="626579" y="13984"/>
                  <a:pt x="626824" y="13409"/>
                  <a:pt x="627314" y="12976"/>
                </a:cubicBezTo>
                <a:cubicBezTo>
                  <a:pt x="627804" y="12543"/>
                  <a:pt x="628634" y="12326"/>
                  <a:pt x="629802" y="12326"/>
                </a:cubicBezTo>
                <a:lnTo>
                  <a:pt x="643881" y="12326"/>
                </a:lnTo>
                <a:cubicBezTo>
                  <a:pt x="645012" y="12326"/>
                  <a:pt x="645822" y="12543"/>
                  <a:pt x="646312" y="12976"/>
                </a:cubicBezTo>
                <a:cubicBezTo>
                  <a:pt x="646802" y="13409"/>
                  <a:pt x="647047" y="13984"/>
                  <a:pt x="647047" y="14700"/>
                </a:cubicBezTo>
                <a:cubicBezTo>
                  <a:pt x="647047" y="15417"/>
                  <a:pt x="646802" y="15991"/>
                  <a:pt x="646312" y="16425"/>
                </a:cubicBezTo>
                <a:cubicBezTo>
                  <a:pt x="645822" y="16858"/>
                  <a:pt x="645012" y="17075"/>
                  <a:pt x="643881" y="17075"/>
                </a:cubicBezTo>
                <a:lnTo>
                  <a:pt x="637492" y="17075"/>
                </a:lnTo>
                <a:lnTo>
                  <a:pt x="637492" y="41727"/>
                </a:lnTo>
                <a:lnTo>
                  <a:pt x="668985" y="41727"/>
                </a:lnTo>
                <a:lnTo>
                  <a:pt x="668985" y="17075"/>
                </a:lnTo>
                <a:lnTo>
                  <a:pt x="662652" y="17075"/>
                </a:lnTo>
                <a:cubicBezTo>
                  <a:pt x="661521" y="17075"/>
                  <a:pt x="660711" y="16858"/>
                  <a:pt x="660221" y="16425"/>
                </a:cubicBezTo>
                <a:cubicBezTo>
                  <a:pt x="659731" y="15991"/>
                  <a:pt x="659486" y="15417"/>
                  <a:pt x="659486" y="14700"/>
                </a:cubicBezTo>
                <a:cubicBezTo>
                  <a:pt x="659486" y="13984"/>
                  <a:pt x="659721" y="13409"/>
                  <a:pt x="660193" y="12976"/>
                </a:cubicBezTo>
                <a:cubicBezTo>
                  <a:pt x="660664" y="12543"/>
                  <a:pt x="661484" y="12326"/>
                  <a:pt x="662652" y="12326"/>
                </a:cubicBezTo>
                <a:lnTo>
                  <a:pt x="676731" y="12326"/>
                </a:lnTo>
                <a:cubicBezTo>
                  <a:pt x="677899" y="12326"/>
                  <a:pt x="678728" y="12543"/>
                  <a:pt x="679218" y="12976"/>
                </a:cubicBezTo>
                <a:cubicBezTo>
                  <a:pt x="679708" y="13409"/>
                  <a:pt x="679953" y="13984"/>
                  <a:pt x="679953" y="14700"/>
                </a:cubicBezTo>
                <a:cubicBezTo>
                  <a:pt x="679953" y="15417"/>
                  <a:pt x="679708" y="15991"/>
                  <a:pt x="679218" y="16425"/>
                </a:cubicBezTo>
                <a:cubicBezTo>
                  <a:pt x="678728" y="16858"/>
                  <a:pt x="677899" y="17075"/>
                  <a:pt x="676731" y="17075"/>
                </a:cubicBezTo>
                <a:lnTo>
                  <a:pt x="673791" y="17075"/>
                </a:lnTo>
                <a:lnTo>
                  <a:pt x="673791" y="73729"/>
                </a:lnTo>
                <a:lnTo>
                  <a:pt x="679162" y="73729"/>
                </a:lnTo>
                <a:cubicBezTo>
                  <a:pt x="680293" y="73729"/>
                  <a:pt x="681103" y="73945"/>
                  <a:pt x="681593" y="74379"/>
                </a:cubicBezTo>
                <a:cubicBezTo>
                  <a:pt x="682083" y="74812"/>
                  <a:pt x="682328" y="75387"/>
                  <a:pt x="682328" y="76103"/>
                </a:cubicBezTo>
                <a:cubicBezTo>
                  <a:pt x="682328" y="76782"/>
                  <a:pt x="682083" y="77347"/>
                  <a:pt x="681593" y="77800"/>
                </a:cubicBezTo>
                <a:cubicBezTo>
                  <a:pt x="681103" y="78252"/>
                  <a:pt x="680293" y="78478"/>
                  <a:pt x="679162" y="78478"/>
                </a:cubicBezTo>
                <a:lnTo>
                  <a:pt x="662652" y="78478"/>
                </a:lnTo>
                <a:cubicBezTo>
                  <a:pt x="661521" y="78478"/>
                  <a:pt x="660711" y="78252"/>
                  <a:pt x="660221" y="77800"/>
                </a:cubicBezTo>
                <a:cubicBezTo>
                  <a:pt x="659731" y="77347"/>
                  <a:pt x="659486" y="76782"/>
                  <a:pt x="659486" y="76103"/>
                </a:cubicBezTo>
                <a:cubicBezTo>
                  <a:pt x="659486" y="75387"/>
                  <a:pt x="659721" y="74812"/>
                  <a:pt x="660193" y="74379"/>
                </a:cubicBezTo>
                <a:cubicBezTo>
                  <a:pt x="660664" y="73945"/>
                  <a:pt x="661484" y="73729"/>
                  <a:pt x="662652" y="73729"/>
                </a:cubicBezTo>
                <a:lnTo>
                  <a:pt x="668985" y="73729"/>
                </a:lnTo>
                <a:lnTo>
                  <a:pt x="668985" y="46476"/>
                </a:lnTo>
                <a:close/>
                <a:moveTo>
                  <a:pt x="724733" y="17075"/>
                </a:moveTo>
                <a:lnTo>
                  <a:pt x="724733" y="73729"/>
                </a:lnTo>
                <a:lnTo>
                  <a:pt x="737059" y="73729"/>
                </a:lnTo>
                <a:cubicBezTo>
                  <a:pt x="738190" y="73729"/>
                  <a:pt x="739000" y="73945"/>
                  <a:pt x="739490" y="74379"/>
                </a:cubicBezTo>
                <a:cubicBezTo>
                  <a:pt x="739980" y="74812"/>
                  <a:pt x="740225" y="75387"/>
                  <a:pt x="740225" y="76103"/>
                </a:cubicBezTo>
                <a:cubicBezTo>
                  <a:pt x="740225" y="76782"/>
                  <a:pt x="739980" y="77347"/>
                  <a:pt x="739490" y="77800"/>
                </a:cubicBezTo>
                <a:cubicBezTo>
                  <a:pt x="739000" y="78252"/>
                  <a:pt x="738190" y="78478"/>
                  <a:pt x="737059" y="78478"/>
                </a:cubicBezTo>
                <a:lnTo>
                  <a:pt x="707602" y="78478"/>
                </a:lnTo>
                <a:cubicBezTo>
                  <a:pt x="706471" y="78478"/>
                  <a:pt x="705660" y="78252"/>
                  <a:pt x="705170" y="77800"/>
                </a:cubicBezTo>
                <a:cubicBezTo>
                  <a:pt x="704680" y="77347"/>
                  <a:pt x="704435" y="76782"/>
                  <a:pt x="704435" y="76103"/>
                </a:cubicBezTo>
                <a:cubicBezTo>
                  <a:pt x="704435" y="75387"/>
                  <a:pt x="704680" y="74812"/>
                  <a:pt x="705170" y="74379"/>
                </a:cubicBezTo>
                <a:cubicBezTo>
                  <a:pt x="705660" y="73945"/>
                  <a:pt x="706471" y="73729"/>
                  <a:pt x="707602" y="73729"/>
                </a:cubicBezTo>
                <a:lnTo>
                  <a:pt x="719928" y="73729"/>
                </a:lnTo>
                <a:lnTo>
                  <a:pt x="719928" y="17075"/>
                </a:lnTo>
                <a:lnTo>
                  <a:pt x="700478" y="17075"/>
                </a:lnTo>
                <a:lnTo>
                  <a:pt x="700478" y="33472"/>
                </a:lnTo>
                <a:cubicBezTo>
                  <a:pt x="700478" y="34660"/>
                  <a:pt x="700261" y="35504"/>
                  <a:pt x="699827" y="36004"/>
                </a:cubicBezTo>
                <a:cubicBezTo>
                  <a:pt x="699394" y="36502"/>
                  <a:pt x="698819" y="36751"/>
                  <a:pt x="698103" y="36751"/>
                </a:cubicBezTo>
                <a:cubicBezTo>
                  <a:pt x="697424" y="36751"/>
                  <a:pt x="696859" y="36502"/>
                  <a:pt x="696407" y="36004"/>
                </a:cubicBezTo>
                <a:cubicBezTo>
                  <a:pt x="695954" y="35504"/>
                  <a:pt x="695728" y="34660"/>
                  <a:pt x="695728" y="33472"/>
                </a:cubicBezTo>
                <a:lnTo>
                  <a:pt x="695728" y="12326"/>
                </a:lnTo>
                <a:lnTo>
                  <a:pt x="748933" y="12326"/>
                </a:lnTo>
                <a:lnTo>
                  <a:pt x="748933" y="33472"/>
                </a:lnTo>
                <a:cubicBezTo>
                  <a:pt x="748933" y="34660"/>
                  <a:pt x="748716" y="35504"/>
                  <a:pt x="748282" y="36004"/>
                </a:cubicBezTo>
                <a:cubicBezTo>
                  <a:pt x="747849" y="36502"/>
                  <a:pt x="747274" y="36751"/>
                  <a:pt x="746558" y="36751"/>
                </a:cubicBezTo>
                <a:cubicBezTo>
                  <a:pt x="745842" y="36751"/>
                  <a:pt x="745267" y="36502"/>
                  <a:pt x="744834" y="36004"/>
                </a:cubicBezTo>
                <a:cubicBezTo>
                  <a:pt x="744400" y="35504"/>
                  <a:pt x="744183" y="34660"/>
                  <a:pt x="744183" y="33472"/>
                </a:cubicBezTo>
                <a:lnTo>
                  <a:pt x="744183" y="17075"/>
                </a:lnTo>
                <a:lnTo>
                  <a:pt x="724733" y="17075"/>
                </a:lnTo>
                <a:close/>
                <a:moveTo>
                  <a:pt x="794221" y="17075"/>
                </a:moveTo>
                <a:lnTo>
                  <a:pt x="794221" y="73729"/>
                </a:lnTo>
                <a:lnTo>
                  <a:pt x="806547" y="73729"/>
                </a:lnTo>
                <a:cubicBezTo>
                  <a:pt x="807678" y="73729"/>
                  <a:pt x="808488" y="73945"/>
                  <a:pt x="808978" y="74379"/>
                </a:cubicBezTo>
                <a:cubicBezTo>
                  <a:pt x="809468" y="74812"/>
                  <a:pt x="809713" y="75387"/>
                  <a:pt x="809713" y="76103"/>
                </a:cubicBezTo>
                <a:cubicBezTo>
                  <a:pt x="809713" y="76782"/>
                  <a:pt x="809468" y="77347"/>
                  <a:pt x="808978" y="77800"/>
                </a:cubicBezTo>
                <a:cubicBezTo>
                  <a:pt x="808488" y="78252"/>
                  <a:pt x="807678" y="78478"/>
                  <a:pt x="806547" y="78478"/>
                </a:cubicBezTo>
                <a:lnTo>
                  <a:pt x="777090" y="78478"/>
                </a:lnTo>
                <a:cubicBezTo>
                  <a:pt x="775959" y="78478"/>
                  <a:pt x="775148" y="78252"/>
                  <a:pt x="774658" y="77800"/>
                </a:cubicBezTo>
                <a:cubicBezTo>
                  <a:pt x="774168" y="77347"/>
                  <a:pt x="773923" y="76782"/>
                  <a:pt x="773923" y="76103"/>
                </a:cubicBezTo>
                <a:cubicBezTo>
                  <a:pt x="773923" y="75387"/>
                  <a:pt x="774168" y="74812"/>
                  <a:pt x="774658" y="74379"/>
                </a:cubicBezTo>
                <a:cubicBezTo>
                  <a:pt x="775148" y="73945"/>
                  <a:pt x="775959" y="73729"/>
                  <a:pt x="777090" y="73729"/>
                </a:cubicBezTo>
                <a:lnTo>
                  <a:pt x="789416" y="73729"/>
                </a:lnTo>
                <a:lnTo>
                  <a:pt x="789416" y="17075"/>
                </a:lnTo>
                <a:lnTo>
                  <a:pt x="769966" y="17075"/>
                </a:lnTo>
                <a:lnTo>
                  <a:pt x="769966" y="33472"/>
                </a:lnTo>
                <a:cubicBezTo>
                  <a:pt x="769966" y="34660"/>
                  <a:pt x="769749" y="35504"/>
                  <a:pt x="769315" y="36004"/>
                </a:cubicBezTo>
                <a:cubicBezTo>
                  <a:pt x="768882" y="36502"/>
                  <a:pt x="768307" y="36751"/>
                  <a:pt x="767591" y="36751"/>
                </a:cubicBezTo>
                <a:cubicBezTo>
                  <a:pt x="766912" y="36751"/>
                  <a:pt x="766347" y="36502"/>
                  <a:pt x="765895" y="36004"/>
                </a:cubicBezTo>
                <a:cubicBezTo>
                  <a:pt x="765442" y="35504"/>
                  <a:pt x="765216" y="34660"/>
                  <a:pt x="765216" y="33472"/>
                </a:cubicBezTo>
                <a:lnTo>
                  <a:pt x="765216" y="12326"/>
                </a:lnTo>
                <a:lnTo>
                  <a:pt x="818421" y="12326"/>
                </a:lnTo>
                <a:lnTo>
                  <a:pt x="818421" y="33472"/>
                </a:lnTo>
                <a:cubicBezTo>
                  <a:pt x="818421" y="34660"/>
                  <a:pt x="818204" y="35504"/>
                  <a:pt x="817770" y="36004"/>
                </a:cubicBezTo>
                <a:cubicBezTo>
                  <a:pt x="817337" y="36502"/>
                  <a:pt x="816762" y="36751"/>
                  <a:pt x="816046" y="36751"/>
                </a:cubicBezTo>
                <a:cubicBezTo>
                  <a:pt x="815330" y="36751"/>
                  <a:pt x="814755" y="36502"/>
                  <a:pt x="814322" y="36004"/>
                </a:cubicBezTo>
                <a:cubicBezTo>
                  <a:pt x="813888" y="35504"/>
                  <a:pt x="813671" y="34660"/>
                  <a:pt x="813671" y="33472"/>
                </a:cubicBezTo>
                <a:lnTo>
                  <a:pt x="813671" y="17075"/>
                </a:lnTo>
                <a:lnTo>
                  <a:pt x="794221" y="17075"/>
                </a:lnTo>
                <a:close/>
                <a:moveTo>
                  <a:pt x="851045" y="51339"/>
                </a:moveTo>
                <a:lnTo>
                  <a:pt x="851045" y="73729"/>
                </a:lnTo>
                <a:lnTo>
                  <a:pt x="867328" y="73729"/>
                </a:lnTo>
                <a:cubicBezTo>
                  <a:pt x="868459" y="73729"/>
                  <a:pt x="869269" y="73945"/>
                  <a:pt x="869759" y="74379"/>
                </a:cubicBezTo>
                <a:cubicBezTo>
                  <a:pt x="870249" y="74812"/>
                  <a:pt x="870494" y="75387"/>
                  <a:pt x="870494" y="76103"/>
                </a:cubicBezTo>
                <a:cubicBezTo>
                  <a:pt x="870494" y="76782"/>
                  <a:pt x="870249" y="77347"/>
                  <a:pt x="869759" y="77800"/>
                </a:cubicBezTo>
                <a:cubicBezTo>
                  <a:pt x="869269" y="78252"/>
                  <a:pt x="868459" y="78478"/>
                  <a:pt x="867328" y="78478"/>
                </a:cubicBezTo>
                <a:lnTo>
                  <a:pt x="839906" y="78478"/>
                </a:lnTo>
                <a:cubicBezTo>
                  <a:pt x="838775" y="78478"/>
                  <a:pt x="837965" y="78252"/>
                  <a:pt x="837475" y="77800"/>
                </a:cubicBezTo>
                <a:cubicBezTo>
                  <a:pt x="836985" y="77347"/>
                  <a:pt x="836740" y="76782"/>
                  <a:pt x="836740" y="76103"/>
                </a:cubicBezTo>
                <a:cubicBezTo>
                  <a:pt x="836740" y="75387"/>
                  <a:pt x="836985" y="74812"/>
                  <a:pt x="837475" y="74379"/>
                </a:cubicBezTo>
                <a:cubicBezTo>
                  <a:pt x="837965" y="73945"/>
                  <a:pt x="838775" y="73729"/>
                  <a:pt x="839906" y="73729"/>
                </a:cubicBezTo>
                <a:lnTo>
                  <a:pt x="846295" y="73729"/>
                </a:lnTo>
                <a:lnTo>
                  <a:pt x="846295" y="17075"/>
                </a:lnTo>
                <a:lnTo>
                  <a:pt x="839906" y="17075"/>
                </a:lnTo>
                <a:cubicBezTo>
                  <a:pt x="838775" y="17075"/>
                  <a:pt x="837965" y="16858"/>
                  <a:pt x="837475" y="16425"/>
                </a:cubicBezTo>
                <a:cubicBezTo>
                  <a:pt x="836985" y="15991"/>
                  <a:pt x="836740" y="15417"/>
                  <a:pt x="836740" y="14700"/>
                </a:cubicBezTo>
                <a:cubicBezTo>
                  <a:pt x="836740" y="13984"/>
                  <a:pt x="836985" y="13409"/>
                  <a:pt x="837475" y="12976"/>
                </a:cubicBezTo>
                <a:cubicBezTo>
                  <a:pt x="837965" y="12543"/>
                  <a:pt x="838775" y="12326"/>
                  <a:pt x="839906" y="12326"/>
                </a:cubicBezTo>
                <a:lnTo>
                  <a:pt x="867498" y="12326"/>
                </a:lnTo>
                <a:cubicBezTo>
                  <a:pt x="874019" y="12326"/>
                  <a:pt x="879343" y="14248"/>
                  <a:pt x="883470" y="18093"/>
                </a:cubicBezTo>
                <a:cubicBezTo>
                  <a:pt x="887598" y="21938"/>
                  <a:pt x="889662" y="26442"/>
                  <a:pt x="889662" y="31606"/>
                </a:cubicBezTo>
                <a:cubicBezTo>
                  <a:pt x="889662" y="34659"/>
                  <a:pt x="888992" y="37411"/>
                  <a:pt x="887654" y="39861"/>
                </a:cubicBezTo>
                <a:cubicBezTo>
                  <a:pt x="886316" y="42311"/>
                  <a:pt x="884705" y="44233"/>
                  <a:pt x="882820" y="45628"/>
                </a:cubicBezTo>
                <a:cubicBezTo>
                  <a:pt x="879993" y="47739"/>
                  <a:pt x="877072" y="49284"/>
                  <a:pt x="874056" y="50264"/>
                </a:cubicBezTo>
                <a:cubicBezTo>
                  <a:pt x="871870" y="50981"/>
                  <a:pt x="869156" y="51339"/>
                  <a:pt x="865915" y="51339"/>
                </a:cubicBezTo>
                <a:lnTo>
                  <a:pt x="851045" y="51339"/>
                </a:lnTo>
                <a:moveTo>
                  <a:pt x="851045" y="46589"/>
                </a:moveTo>
                <a:lnTo>
                  <a:pt x="866197" y="46589"/>
                </a:lnTo>
                <a:cubicBezTo>
                  <a:pt x="869703" y="46589"/>
                  <a:pt x="872992" y="45807"/>
                  <a:pt x="876064" y="44243"/>
                </a:cubicBezTo>
                <a:cubicBezTo>
                  <a:pt x="879136" y="42679"/>
                  <a:pt x="881378" y="40766"/>
                  <a:pt x="882792" y="38504"/>
                </a:cubicBezTo>
                <a:cubicBezTo>
                  <a:pt x="884205" y="36242"/>
                  <a:pt x="884912" y="33943"/>
                  <a:pt x="884912" y="31606"/>
                </a:cubicBezTo>
                <a:cubicBezTo>
                  <a:pt x="884912" y="27874"/>
                  <a:pt x="883310" y="24520"/>
                  <a:pt x="880106" y="21542"/>
                </a:cubicBezTo>
                <a:cubicBezTo>
                  <a:pt x="876902" y="18564"/>
                  <a:pt x="872850" y="17075"/>
                  <a:pt x="867950" y="17075"/>
                </a:cubicBezTo>
                <a:lnTo>
                  <a:pt x="851045" y="17075"/>
                </a:lnTo>
                <a:lnTo>
                  <a:pt x="851045" y="46589"/>
                </a:lnTo>
                <a:close/>
                <a:moveTo>
                  <a:pt x="952195" y="4127"/>
                </a:moveTo>
                <a:lnTo>
                  <a:pt x="913974" y="85998"/>
                </a:lnTo>
                <a:cubicBezTo>
                  <a:pt x="913333" y="87393"/>
                  <a:pt x="912504" y="88090"/>
                  <a:pt x="911486" y="88090"/>
                </a:cubicBezTo>
                <a:cubicBezTo>
                  <a:pt x="910845" y="88090"/>
                  <a:pt x="910289" y="87854"/>
                  <a:pt x="909818" y="87383"/>
                </a:cubicBezTo>
                <a:cubicBezTo>
                  <a:pt x="909347" y="86912"/>
                  <a:pt x="909111" y="86394"/>
                  <a:pt x="909111" y="85828"/>
                </a:cubicBezTo>
                <a:cubicBezTo>
                  <a:pt x="909111" y="85376"/>
                  <a:pt x="909300" y="84754"/>
                  <a:pt x="909677" y="83962"/>
                </a:cubicBezTo>
                <a:lnTo>
                  <a:pt x="947842" y="2092"/>
                </a:lnTo>
                <a:cubicBezTo>
                  <a:pt x="948256" y="1225"/>
                  <a:pt x="948652" y="660"/>
                  <a:pt x="949029" y="396"/>
                </a:cubicBezTo>
                <a:cubicBezTo>
                  <a:pt x="949406" y="132"/>
                  <a:pt x="949858" y="0"/>
                  <a:pt x="950386" y="0"/>
                </a:cubicBezTo>
                <a:cubicBezTo>
                  <a:pt x="951027" y="0"/>
                  <a:pt x="951583" y="236"/>
                  <a:pt x="952054" y="707"/>
                </a:cubicBezTo>
                <a:cubicBezTo>
                  <a:pt x="952525" y="1178"/>
                  <a:pt x="952761" y="1696"/>
                  <a:pt x="952761" y="2262"/>
                </a:cubicBezTo>
                <a:cubicBezTo>
                  <a:pt x="952761" y="2676"/>
                  <a:pt x="952572" y="3298"/>
                  <a:pt x="952195" y="4127"/>
                </a:cubicBezTo>
                <a:close/>
                <a:moveTo>
                  <a:pt x="1002686" y="6559"/>
                </a:moveTo>
                <a:lnTo>
                  <a:pt x="1002686" y="73729"/>
                </a:lnTo>
                <a:lnTo>
                  <a:pt x="1018969" y="73729"/>
                </a:lnTo>
                <a:cubicBezTo>
                  <a:pt x="1020100" y="73729"/>
                  <a:pt x="1020911" y="73945"/>
                  <a:pt x="1021401" y="74379"/>
                </a:cubicBezTo>
                <a:cubicBezTo>
                  <a:pt x="1021891" y="74812"/>
                  <a:pt x="1022136" y="75387"/>
                  <a:pt x="1022136" y="76103"/>
                </a:cubicBezTo>
                <a:cubicBezTo>
                  <a:pt x="1022136" y="76782"/>
                  <a:pt x="1021891" y="77347"/>
                  <a:pt x="1021401" y="77800"/>
                </a:cubicBezTo>
                <a:cubicBezTo>
                  <a:pt x="1020911" y="78252"/>
                  <a:pt x="1020100" y="78478"/>
                  <a:pt x="1018969" y="78478"/>
                </a:cubicBezTo>
                <a:lnTo>
                  <a:pt x="981653" y="78478"/>
                </a:lnTo>
                <a:cubicBezTo>
                  <a:pt x="980522" y="78478"/>
                  <a:pt x="979711" y="78252"/>
                  <a:pt x="979221" y="77800"/>
                </a:cubicBezTo>
                <a:cubicBezTo>
                  <a:pt x="978731" y="77347"/>
                  <a:pt x="978486" y="76782"/>
                  <a:pt x="978486" y="76103"/>
                </a:cubicBezTo>
                <a:cubicBezTo>
                  <a:pt x="978486" y="75387"/>
                  <a:pt x="978731" y="74812"/>
                  <a:pt x="979221" y="74379"/>
                </a:cubicBezTo>
                <a:cubicBezTo>
                  <a:pt x="979711" y="73945"/>
                  <a:pt x="980522" y="73729"/>
                  <a:pt x="981653" y="73729"/>
                </a:cubicBezTo>
                <a:lnTo>
                  <a:pt x="997936" y="73729"/>
                </a:lnTo>
                <a:lnTo>
                  <a:pt x="997936" y="13117"/>
                </a:lnTo>
                <a:lnTo>
                  <a:pt x="982444" y="17980"/>
                </a:lnTo>
                <a:cubicBezTo>
                  <a:pt x="981690" y="18206"/>
                  <a:pt x="981144" y="18319"/>
                  <a:pt x="980805" y="18319"/>
                </a:cubicBezTo>
                <a:cubicBezTo>
                  <a:pt x="980239" y="18319"/>
                  <a:pt x="979721" y="18083"/>
                  <a:pt x="979250" y="17612"/>
                </a:cubicBezTo>
                <a:cubicBezTo>
                  <a:pt x="978779" y="17141"/>
                  <a:pt x="978543" y="16585"/>
                  <a:pt x="978543" y="15944"/>
                </a:cubicBezTo>
                <a:cubicBezTo>
                  <a:pt x="978543" y="15379"/>
                  <a:pt x="978731" y="14851"/>
                  <a:pt x="979108" y="14361"/>
                </a:cubicBezTo>
                <a:cubicBezTo>
                  <a:pt x="979410" y="14060"/>
                  <a:pt x="980032" y="13739"/>
                  <a:pt x="980974" y="13400"/>
                </a:cubicBezTo>
                <a:lnTo>
                  <a:pt x="1002686" y="6559"/>
                </a:lnTo>
                <a:close/>
                <a:moveTo>
                  <a:pt x="1068838" y="64908"/>
                </a:moveTo>
                <a:lnTo>
                  <a:pt x="1070873" y="64908"/>
                </a:lnTo>
                <a:cubicBezTo>
                  <a:pt x="1072984" y="64908"/>
                  <a:pt x="1074793" y="65656"/>
                  <a:pt x="1076301" y="67150"/>
                </a:cubicBezTo>
                <a:cubicBezTo>
                  <a:pt x="1077809" y="68644"/>
                  <a:pt x="1078563" y="70450"/>
                  <a:pt x="1078563" y="72570"/>
                </a:cubicBezTo>
                <a:cubicBezTo>
                  <a:pt x="1078563" y="74764"/>
                  <a:pt x="1077799" y="76599"/>
                  <a:pt x="1076273" y="78075"/>
                </a:cubicBezTo>
                <a:cubicBezTo>
                  <a:pt x="1074746" y="79550"/>
                  <a:pt x="1072946" y="80287"/>
                  <a:pt x="1070873" y="80287"/>
                </a:cubicBezTo>
                <a:lnTo>
                  <a:pt x="1068838" y="80287"/>
                </a:lnTo>
                <a:cubicBezTo>
                  <a:pt x="1066727" y="80287"/>
                  <a:pt x="1064918" y="79540"/>
                  <a:pt x="1063410" y="78047"/>
                </a:cubicBezTo>
                <a:cubicBezTo>
                  <a:pt x="1061902" y="76552"/>
                  <a:pt x="1061148" y="74745"/>
                  <a:pt x="1061148" y="72626"/>
                </a:cubicBezTo>
                <a:cubicBezTo>
                  <a:pt x="1061148" y="70432"/>
                  <a:pt x="1061912" y="68597"/>
                  <a:pt x="1063438" y="67122"/>
                </a:cubicBezTo>
                <a:cubicBezTo>
                  <a:pt x="1064965" y="65646"/>
                  <a:pt x="1066765" y="64908"/>
                  <a:pt x="1068838" y="64908"/>
                </a:cubicBezTo>
                <a:close/>
                <a:moveTo>
                  <a:pt x="1141662" y="6559"/>
                </a:moveTo>
                <a:lnTo>
                  <a:pt x="1141662" y="73729"/>
                </a:lnTo>
                <a:lnTo>
                  <a:pt x="1157945" y="73729"/>
                </a:lnTo>
                <a:cubicBezTo>
                  <a:pt x="1159076" y="73729"/>
                  <a:pt x="1159887" y="73945"/>
                  <a:pt x="1160377" y="74379"/>
                </a:cubicBezTo>
                <a:cubicBezTo>
                  <a:pt x="1160867" y="74812"/>
                  <a:pt x="1161112" y="75387"/>
                  <a:pt x="1161112" y="76103"/>
                </a:cubicBezTo>
                <a:cubicBezTo>
                  <a:pt x="1161112" y="76782"/>
                  <a:pt x="1160867" y="77347"/>
                  <a:pt x="1160377" y="77800"/>
                </a:cubicBezTo>
                <a:cubicBezTo>
                  <a:pt x="1159887" y="78252"/>
                  <a:pt x="1159076" y="78478"/>
                  <a:pt x="1157945" y="78478"/>
                </a:cubicBezTo>
                <a:lnTo>
                  <a:pt x="1120629" y="78478"/>
                </a:lnTo>
                <a:cubicBezTo>
                  <a:pt x="1119498" y="78478"/>
                  <a:pt x="1118687" y="78252"/>
                  <a:pt x="1118197" y="77800"/>
                </a:cubicBezTo>
                <a:cubicBezTo>
                  <a:pt x="1117707" y="77347"/>
                  <a:pt x="1117462" y="76782"/>
                  <a:pt x="1117462" y="76103"/>
                </a:cubicBezTo>
                <a:cubicBezTo>
                  <a:pt x="1117462" y="75387"/>
                  <a:pt x="1117707" y="74812"/>
                  <a:pt x="1118197" y="74379"/>
                </a:cubicBezTo>
                <a:cubicBezTo>
                  <a:pt x="1118687" y="73945"/>
                  <a:pt x="1119498" y="73729"/>
                  <a:pt x="1120629" y="73729"/>
                </a:cubicBezTo>
                <a:lnTo>
                  <a:pt x="1136912" y="73729"/>
                </a:lnTo>
                <a:lnTo>
                  <a:pt x="1136912" y="13117"/>
                </a:lnTo>
                <a:lnTo>
                  <a:pt x="1121420" y="17980"/>
                </a:lnTo>
                <a:cubicBezTo>
                  <a:pt x="1120666" y="18206"/>
                  <a:pt x="1120120" y="18319"/>
                  <a:pt x="1119781" y="18319"/>
                </a:cubicBezTo>
                <a:cubicBezTo>
                  <a:pt x="1119215" y="18319"/>
                  <a:pt x="1118697" y="18083"/>
                  <a:pt x="1118226" y="17612"/>
                </a:cubicBezTo>
                <a:cubicBezTo>
                  <a:pt x="1117755" y="17141"/>
                  <a:pt x="1117519" y="16585"/>
                  <a:pt x="1117519" y="15944"/>
                </a:cubicBezTo>
                <a:cubicBezTo>
                  <a:pt x="1117519" y="15379"/>
                  <a:pt x="1117707" y="14851"/>
                  <a:pt x="1118084" y="14361"/>
                </a:cubicBezTo>
                <a:cubicBezTo>
                  <a:pt x="1118386" y="14060"/>
                  <a:pt x="1119008" y="13739"/>
                  <a:pt x="1119950" y="13400"/>
                </a:cubicBezTo>
                <a:lnTo>
                  <a:pt x="1141662" y="6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Host:server.com">
            <a:extLst xmlns:a="http://schemas.openxmlformats.org/drawingml/2006/main">
              <a:ext uri="{FF2B5EF4-FFF2-40B4-BE49-F238E27FC236}">
                <a16:creationId xmlns:a16="http://schemas.microsoft.com/office/drawing/2014/main" id="{0A129183-7D3D-4D6E-90AD-2376F994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85" y="4611079"/>
            <a:ext cx="1104967" cy="68188"/>
          </a:xfrm>
          <a:custGeom xmlns:a="http://schemas.openxmlformats.org/drawingml/2006/main">
            <a:pathLst>
              <a:path w="1104967" h="68188">
                <a:moveTo>
                  <a:pt x="44780" y="34377"/>
                </a:moveTo>
                <a:lnTo>
                  <a:pt x="13287" y="34377"/>
                </a:lnTo>
                <a:lnTo>
                  <a:pt x="13287" y="61629"/>
                </a:lnTo>
                <a:lnTo>
                  <a:pt x="19676" y="61629"/>
                </a:lnTo>
                <a:cubicBezTo>
                  <a:pt x="20807" y="61629"/>
                  <a:pt x="21617" y="61846"/>
                  <a:pt x="22107" y="62279"/>
                </a:cubicBezTo>
                <a:cubicBezTo>
                  <a:pt x="22597" y="62713"/>
                  <a:pt x="22842" y="63287"/>
                  <a:pt x="22842" y="64004"/>
                </a:cubicBezTo>
                <a:cubicBezTo>
                  <a:pt x="22842" y="64682"/>
                  <a:pt x="22597" y="65248"/>
                  <a:pt x="22107" y="65700"/>
                </a:cubicBezTo>
                <a:cubicBezTo>
                  <a:pt x="21617" y="66152"/>
                  <a:pt x="20807" y="66378"/>
                  <a:pt x="19676" y="66378"/>
                </a:cubicBezTo>
                <a:lnTo>
                  <a:pt x="3166" y="66378"/>
                </a:lnTo>
                <a:cubicBezTo>
                  <a:pt x="2035" y="66378"/>
                  <a:pt x="1225" y="66152"/>
                  <a:pt x="735" y="65700"/>
                </a:cubicBezTo>
                <a:cubicBezTo>
                  <a:pt x="245" y="65248"/>
                  <a:pt x="0" y="64682"/>
                  <a:pt x="0" y="64004"/>
                </a:cubicBezTo>
                <a:cubicBezTo>
                  <a:pt x="0" y="63287"/>
                  <a:pt x="245" y="62713"/>
                  <a:pt x="735" y="62279"/>
                </a:cubicBezTo>
                <a:cubicBezTo>
                  <a:pt x="1225" y="61846"/>
                  <a:pt x="2035" y="61629"/>
                  <a:pt x="3166" y="61629"/>
                </a:cubicBezTo>
                <a:lnTo>
                  <a:pt x="8538" y="61629"/>
                </a:lnTo>
                <a:lnTo>
                  <a:pt x="8538" y="4976"/>
                </a:lnTo>
                <a:lnTo>
                  <a:pt x="5597" y="4976"/>
                </a:lnTo>
                <a:cubicBezTo>
                  <a:pt x="4429" y="4976"/>
                  <a:pt x="3600" y="4759"/>
                  <a:pt x="3110" y="4325"/>
                </a:cubicBezTo>
                <a:cubicBezTo>
                  <a:pt x="2620" y="3892"/>
                  <a:pt x="2375" y="3317"/>
                  <a:pt x="2375" y="2601"/>
                </a:cubicBezTo>
                <a:cubicBezTo>
                  <a:pt x="2375" y="1885"/>
                  <a:pt x="2620" y="1310"/>
                  <a:pt x="3110" y="876"/>
                </a:cubicBezTo>
                <a:cubicBezTo>
                  <a:pt x="3600" y="443"/>
                  <a:pt x="4429" y="226"/>
                  <a:pt x="5597" y="226"/>
                </a:cubicBezTo>
                <a:lnTo>
                  <a:pt x="19676" y="226"/>
                </a:lnTo>
                <a:cubicBezTo>
                  <a:pt x="20807" y="226"/>
                  <a:pt x="21617" y="443"/>
                  <a:pt x="22107" y="876"/>
                </a:cubicBezTo>
                <a:cubicBezTo>
                  <a:pt x="22597" y="1310"/>
                  <a:pt x="22842" y="1885"/>
                  <a:pt x="22842" y="2601"/>
                </a:cubicBezTo>
                <a:cubicBezTo>
                  <a:pt x="22842" y="3317"/>
                  <a:pt x="22597" y="3892"/>
                  <a:pt x="22107" y="4325"/>
                </a:cubicBezTo>
                <a:cubicBezTo>
                  <a:pt x="21617" y="4759"/>
                  <a:pt x="20807" y="4976"/>
                  <a:pt x="19676" y="4976"/>
                </a:cubicBezTo>
                <a:lnTo>
                  <a:pt x="13287" y="4976"/>
                </a:lnTo>
                <a:lnTo>
                  <a:pt x="13287" y="29627"/>
                </a:lnTo>
                <a:lnTo>
                  <a:pt x="44780" y="29627"/>
                </a:lnTo>
                <a:lnTo>
                  <a:pt x="44780" y="4976"/>
                </a:lnTo>
                <a:lnTo>
                  <a:pt x="38447" y="4976"/>
                </a:lnTo>
                <a:cubicBezTo>
                  <a:pt x="37317" y="4976"/>
                  <a:pt x="36506" y="4759"/>
                  <a:pt x="36016" y="4325"/>
                </a:cubicBezTo>
                <a:cubicBezTo>
                  <a:pt x="35526" y="3892"/>
                  <a:pt x="35281" y="3317"/>
                  <a:pt x="35281" y="2601"/>
                </a:cubicBezTo>
                <a:cubicBezTo>
                  <a:pt x="35281" y="1885"/>
                  <a:pt x="35517" y="1310"/>
                  <a:pt x="35988" y="876"/>
                </a:cubicBezTo>
                <a:cubicBezTo>
                  <a:pt x="36459" y="443"/>
                  <a:pt x="37279" y="226"/>
                  <a:pt x="38447" y="226"/>
                </a:cubicBezTo>
                <a:lnTo>
                  <a:pt x="52526" y="226"/>
                </a:lnTo>
                <a:cubicBezTo>
                  <a:pt x="53694" y="226"/>
                  <a:pt x="54524" y="443"/>
                  <a:pt x="55014" y="876"/>
                </a:cubicBezTo>
                <a:cubicBezTo>
                  <a:pt x="55504" y="1310"/>
                  <a:pt x="55749" y="1885"/>
                  <a:pt x="55749" y="2601"/>
                </a:cubicBezTo>
                <a:cubicBezTo>
                  <a:pt x="55749" y="3317"/>
                  <a:pt x="55504" y="3892"/>
                  <a:pt x="55014" y="4325"/>
                </a:cubicBezTo>
                <a:cubicBezTo>
                  <a:pt x="54524" y="4759"/>
                  <a:pt x="53694" y="4976"/>
                  <a:pt x="52526" y="4976"/>
                </a:cubicBezTo>
                <a:lnTo>
                  <a:pt x="49586" y="4976"/>
                </a:lnTo>
                <a:lnTo>
                  <a:pt x="49586" y="61629"/>
                </a:lnTo>
                <a:lnTo>
                  <a:pt x="54957" y="61629"/>
                </a:lnTo>
                <a:cubicBezTo>
                  <a:pt x="56088" y="61629"/>
                  <a:pt x="56898" y="61846"/>
                  <a:pt x="57388" y="62279"/>
                </a:cubicBezTo>
                <a:cubicBezTo>
                  <a:pt x="57878" y="62713"/>
                  <a:pt x="58123" y="63287"/>
                  <a:pt x="58123" y="64004"/>
                </a:cubicBezTo>
                <a:cubicBezTo>
                  <a:pt x="58123" y="64682"/>
                  <a:pt x="57878" y="65248"/>
                  <a:pt x="57388" y="65700"/>
                </a:cubicBezTo>
                <a:cubicBezTo>
                  <a:pt x="56898" y="66152"/>
                  <a:pt x="56088" y="66378"/>
                  <a:pt x="54957" y="66378"/>
                </a:cubicBezTo>
                <a:lnTo>
                  <a:pt x="38447" y="66378"/>
                </a:lnTo>
                <a:cubicBezTo>
                  <a:pt x="37317" y="66378"/>
                  <a:pt x="36506" y="66152"/>
                  <a:pt x="36016" y="65700"/>
                </a:cubicBezTo>
                <a:cubicBezTo>
                  <a:pt x="35526" y="65248"/>
                  <a:pt x="35281" y="64682"/>
                  <a:pt x="35281" y="64004"/>
                </a:cubicBezTo>
                <a:cubicBezTo>
                  <a:pt x="35281" y="63287"/>
                  <a:pt x="35517" y="62713"/>
                  <a:pt x="35988" y="62279"/>
                </a:cubicBezTo>
                <a:cubicBezTo>
                  <a:pt x="36459" y="61846"/>
                  <a:pt x="37279" y="61629"/>
                  <a:pt x="38447" y="61629"/>
                </a:cubicBezTo>
                <a:lnTo>
                  <a:pt x="44780" y="61629"/>
                </a:lnTo>
                <a:lnTo>
                  <a:pt x="44780" y="34377"/>
                </a:lnTo>
                <a:close/>
                <a:moveTo>
                  <a:pt x="124728" y="41925"/>
                </a:moveTo>
                <a:cubicBezTo>
                  <a:pt x="124728" y="49170"/>
                  <a:pt x="122137" y="55359"/>
                  <a:pt x="116954" y="60491"/>
                </a:cubicBezTo>
                <a:cubicBezTo>
                  <a:pt x="111771" y="65622"/>
                  <a:pt x="105523" y="68188"/>
                  <a:pt x="98211" y="68188"/>
                </a:cubicBezTo>
                <a:cubicBezTo>
                  <a:pt x="90823" y="68188"/>
                  <a:pt x="84547" y="65613"/>
                  <a:pt x="79383" y="60463"/>
                </a:cubicBezTo>
                <a:cubicBezTo>
                  <a:pt x="74219" y="55312"/>
                  <a:pt x="71637" y="49132"/>
                  <a:pt x="71637" y="41925"/>
                </a:cubicBezTo>
                <a:cubicBezTo>
                  <a:pt x="71637" y="34679"/>
                  <a:pt x="74219" y="28482"/>
                  <a:pt x="79383" y="23332"/>
                </a:cubicBezTo>
                <a:cubicBezTo>
                  <a:pt x="84547" y="18181"/>
                  <a:pt x="90823" y="15605"/>
                  <a:pt x="98211" y="15605"/>
                </a:cubicBezTo>
                <a:cubicBezTo>
                  <a:pt x="105523" y="15605"/>
                  <a:pt x="111771" y="18171"/>
                  <a:pt x="116954" y="23303"/>
                </a:cubicBezTo>
                <a:cubicBezTo>
                  <a:pt x="122137" y="28434"/>
                  <a:pt x="124728" y="34642"/>
                  <a:pt x="124728" y="41925"/>
                </a:cubicBezTo>
                <a:moveTo>
                  <a:pt x="119922" y="41896"/>
                </a:moveTo>
                <a:cubicBezTo>
                  <a:pt x="119922" y="35925"/>
                  <a:pt x="117802" y="30843"/>
                  <a:pt x="113561" y="26648"/>
                </a:cubicBezTo>
                <a:cubicBezTo>
                  <a:pt x="109321" y="22452"/>
                  <a:pt x="104185" y="20355"/>
                  <a:pt x="98154" y="20355"/>
                </a:cubicBezTo>
                <a:cubicBezTo>
                  <a:pt x="92123" y="20355"/>
                  <a:pt x="86987" y="22462"/>
                  <a:pt x="82747" y="26676"/>
                </a:cubicBezTo>
                <a:cubicBezTo>
                  <a:pt x="78506" y="30890"/>
                  <a:pt x="76386" y="35963"/>
                  <a:pt x="76386" y="41896"/>
                </a:cubicBezTo>
                <a:cubicBezTo>
                  <a:pt x="76386" y="47792"/>
                  <a:pt x="78506" y="52856"/>
                  <a:pt x="82747" y="57090"/>
                </a:cubicBezTo>
                <a:cubicBezTo>
                  <a:pt x="86987" y="61322"/>
                  <a:pt x="92123" y="63438"/>
                  <a:pt x="98154" y="63438"/>
                </a:cubicBezTo>
                <a:cubicBezTo>
                  <a:pt x="104185" y="63438"/>
                  <a:pt x="109321" y="61332"/>
                  <a:pt x="113561" y="57118"/>
                </a:cubicBezTo>
                <a:cubicBezTo>
                  <a:pt x="117802" y="52903"/>
                  <a:pt x="119922" y="47830"/>
                  <a:pt x="119922" y="41896"/>
                </a:cubicBezTo>
                <a:close/>
                <a:moveTo>
                  <a:pt x="183360" y="20355"/>
                </a:moveTo>
                <a:cubicBezTo>
                  <a:pt x="183360" y="19281"/>
                  <a:pt x="183586" y="18505"/>
                  <a:pt x="184039" y="18024"/>
                </a:cubicBezTo>
                <a:cubicBezTo>
                  <a:pt x="184491" y="17542"/>
                  <a:pt x="185057" y="17301"/>
                  <a:pt x="185735" y="17301"/>
                </a:cubicBezTo>
                <a:cubicBezTo>
                  <a:pt x="186451" y="17301"/>
                  <a:pt x="187035" y="17548"/>
                  <a:pt x="187488" y="18040"/>
                </a:cubicBezTo>
                <a:cubicBezTo>
                  <a:pt x="187940" y="18531"/>
                  <a:pt x="188166" y="19363"/>
                  <a:pt x="188166" y="20537"/>
                </a:cubicBezTo>
                <a:lnTo>
                  <a:pt x="188166" y="28710"/>
                </a:lnTo>
                <a:cubicBezTo>
                  <a:pt x="188166" y="29846"/>
                  <a:pt x="187940" y="30660"/>
                  <a:pt x="187488" y="31152"/>
                </a:cubicBezTo>
                <a:cubicBezTo>
                  <a:pt x="187035" y="31643"/>
                  <a:pt x="186451" y="31889"/>
                  <a:pt x="185735" y="31889"/>
                </a:cubicBezTo>
                <a:cubicBezTo>
                  <a:pt x="185094" y="31889"/>
                  <a:pt x="184557" y="31680"/>
                  <a:pt x="184124" y="31262"/>
                </a:cubicBezTo>
                <a:cubicBezTo>
                  <a:pt x="183690" y="30842"/>
                  <a:pt x="183436" y="30157"/>
                  <a:pt x="183360" y="29205"/>
                </a:cubicBezTo>
                <a:cubicBezTo>
                  <a:pt x="183134" y="26921"/>
                  <a:pt x="181966" y="25037"/>
                  <a:pt x="179855" y="23553"/>
                </a:cubicBezTo>
                <a:cubicBezTo>
                  <a:pt x="176764" y="21421"/>
                  <a:pt x="172674" y="20355"/>
                  <a:pt x="167586" y="20355"/>
                </a:cubicBezTo>
                <a:cubicBezTo>
                  <a:pt x="162271" y="20355"/>
                  <a:pt x="158143" y="21429"/>
                  <a:pt x="155203" y="23577"/>
                </a:cubicBezTo>
                <a:cubicBezTo>
                  <a:pt x="152979" y="25198"/>
                  <a:pt x="151867" y="27007"/>
                  <a:pt x="151867" y="29005"/>
                </a:cubicBezTo>
                <a:cubicBezTo>
                  <a:pt x="151867" y="31267"/>
                  <a:pt x="153187" y="33151"/>
                  <a:pt x="155825" y="34659"/>
                </a:cubicBezTo>
                <a:cubicBezTo>
                  <a:pt x="157634" y="35715"/>
                  <a:pt x="161065" y="36525"/>
                  <a:pt x="166116" y="37090"/>
                </a:cubicBezTo>
                <a:cubicBezTo>
                  <a:pt x="172712" y="37809"/>
                  <a:pt x="177292" y="38622"/>
                  <a:pt x="179855" y="39531"/>
                </a:cubicBezTo>
                <a:cubicBezTo>
                  <a:pt x="183511" y="40855"/>
                  <a:pt x="186234" y="42690"/>
                  <a:pt x="188025" y="45036"/>
                </a:cubicBezTo>
                <a:cubicBezTo>
                  <a:pt x="189815" y="47381"/>
                  <a:pt x="190711" y="49916"/>
                  <a:pt x="190711" y="52639"/>
                </a:cubicBezTo>
                <a:cubicBezTo>
                  <a:pt x="190711" y="56686"/>
                  <a:pt x="188769" y="60290"/>
                  <a:pt x="184887" y="63449"/>
                </a:cubicBezTo>
                <a:cubicBezTo>
                  <a:pt x="181004" y="66608"/>
                  <a:pt x="175313" y="68188"/>
                  <a:pt x="167812" y="68188"/>
                </a:cubicBezTo>
                <a:cubicBezTo>
                  <a:pt x="160311" y="68188"/>
                  <a:pt x="154167" y="66284"/>
                  <a:pt x="149380" y="62477"/>
                </a:cubicBezTo>
                <a:cubicBezTo>
                  <a:pt x="149380" y="63777"/>
                  <a:pt x="149304" y="64619"/>
                  <a:pt x="149153" y="65002"/>
                </a:cubicBezTo>
                <a:cubicBezTo>
                  <a:pt x="149003" y="65384"/>
                  <a:pt x="148729" y="65709"/>
                  <a:pt x="148334" y="65977"/>
                </a:cubicBezTo>
                <a:cubicBezTo>
                  <a:pt x="147938" y="66245"/>
                  <a:pt x="147495" y="66378"/>
                  <a:pt x="147005" y="66378"/>
                </a:cubicBezTo>
                <a:cubicBezTo>
                  <a:pt x="146326" y="66378"/>
                  <a:pt x="145761" y="66133"/>
                  <a:pt x="145309" y="65642"/>
                </a:cubicBezTo>
                <a:cubicBezTo>
                  <a:pt x="144856" y="65149"/>
                  <a:pt x="144630" y="64336"/>
                  <a:pt x="144630" y="63201"/>
                </a:cubicBezTo>
                <a:lnTo>
                  <a:pt x="144630" y="53385"/>
                </a:lnTo>
                <a:cubicBezTo>
                  <a:pt x="144630" y="52250"/>
                  <a:pt x="144847" y="51438"/>
                  <a:pt x="145280" y="50946"/>
                </a:cubicBezTo>
                <a:cubicBezTo>
                  <a:pt x="145714" y="50454"/>
                  <a:pt x="146289" y="50208"/>
                  <a:pt x="147005" y="50208"/>
                </a:cubicBezTo>
                <a:cubicBezTo>
                  <a:pt x="147683" y="50208"/>
                  <a:pt x="148258" y="50443"/>
                  <a:pt x="148729" y="50915"/>
                </a:cubicBezTo>
                <a:cubicBezTo>
                  <a:pt x="149201" y="51386"/>
                  <a:pt x="149436" y="52017"/>
                  <a:pt x="149436" y="52809"/>
                </a:cubicBezTo>
                <a:cubicBezTo>
                  <a:pt x="149436" y="54543"/>
                  <a:pt x="149870" y="55994"/>
                  <a:pt x="150737" y="57162"/>
                </a:cubicBezTo>
                <a:cubicBezTo>
                  <a:pt x="152056" y="58972"/>
                  <a:pt x="154157" y="60470"/>
                  <a:pt x="157041" y="61657"/>
                </a:cubicBezTo>
                <a:cubicBezTo>
                  <a:pt x="159924" y="62845"/>
                  <a:pt x="163458" y="63438"/>
                  <a:pt x="167642" y="63438"/>
                </a:cubicBezTo>
                <a:cubicBezTo>
                  <a:pt x="173824" y="63438"/>
                  <a:pt x="178422" y="62283"/>
                  <a:pt x="181438" y="59972"/>
                </a:cubicBezTo>
                <a:cubicBezTo>
                  <a:pt x="184453" y="57661"/>
                  <a:pt x="185961" y="55217"/>
                  <a:pt x="185961" y="52641"/>
                </a:cubicBezTo>
                <a:cubicBezTo>
                  <a:pt x="185961" y="49685"/>
                  <a:pt x="184435" y="47318"/>
                  <a:pt x="181381" y="45538"/>
                </a:cubicBezTo>
                <a:cubicBezTo>
                  <a:pt x="178291" y="43757"/>
                  <a:pt x="173796" y="42564"/>
                  <a:pt x="167897" y="41958"/>
                </a:cubicBezTo>
                <a:cubicBezTo>
                  <a:pt x="161997" y="41352"/>
                  <a:pt x="157766" y="40559"/>
                  <a:pt x="155203" y="39582"/>
                </a:cubicBezTo>
                <a:cubicBezTo>
                  <a:pt x="152640" y="38604"/>
                  <a:pt x="150642" y="37138"/>
                  <a:pt x="149210" y="35182"/>
                </a:cubicBezTo>
                <a:cubicBezTo>
                  <a:pt x="147778" y="33226"/>
                  <a:pt x="147061" y="31119"/>
                  <a:pt x="147061" y="28862"/>
                </a:cubicBezTo>
                <a:cubicBezTo>
                  <a:pt x="147061" y="24801"/>
                  <a:pt x="149059" y="21576"/>
                  <a:pt x="153055" y="19188"/>
                </a:cubicBezTo>
                <a:cubicBezTo>
                  <a:pt x="157050" y="16800"/>
                  <a:pt x="161818" y="15605"/>
                  <a:pt x="167359" y="15605"/>
                </a:cubicBezTo>
                <a:cubicBezTo>
                  <a:pt x="173918" y="15605"/>
                  <a:pt x="179252" y="17188"/>
                  <a:pt x="183360" y="20355"/>
                </a:cubicBezTo>
                <a:close/>
                <a:moveTo>
                  <a:pt x="227405" y="17301"/>
                </a:moveTo>
                <a:lnTo>
                  <a:pt x="253188" y="17301"/>
                </a:lnTo>
                <a:cubicBezTo>
                  <a:pt x="254318" y="17301"/>
                  <a:pt x="255129" y="17522"/>
                  <a:pt x="255619" y="17964"/>
                </a:cubicBezTo>
                <a:cubicBezTo>
                  <a:pt x="256109" y="18406"/>
                  <a:pt x="256354" y="18976"/>
                  <a:pt x="256354" y="19676"/>
                </a:cubicBezTo>
                <a:cubicBezTo>
                  <a:pt x="256354" y="20355"/>
                  <a:pt x="256109" y="20920"/>
                  <a:pt x="255619" y="21372"/>
                </a:cubicBezTo>
                <a:cubicBezTo>
                  <a:pt x="255129" y="21825"/>
                  <a:pt x="254318" y="22051"/>
                  <a:pt x="253188" y="22051"/>
                </a:cubicBezTo>
                <a:lnTo>
                  <a:pt x="227405" y="22051"/>
                </a:lnTo>
                <a:lnTo>
                  <a:pt x="227405" y="53743"/>
                </a:lnTo>
                <a:cubicBezTo>
                  <a:pt x="227405" y="56502"/>
                  <a:pt x="228508" y="58808"/>
                  <a:pt x="230713" y="60661"/>
                </a:cubicBezTo>
                <a:cubicBezTo>
                  <a:pt x="232918" y="62512"/>
                  <a:pt x="236150" y="63438"/>
                  <a:pt x="240409" y="63438"/>
                </a:cubicBezTo>
                <a:cubicBezTo>
                  <a:pt x="243613" y="63438"/>
                  <a:pt x="247081" y="62958"/>
                  <a:pt x="250813" y="61996"/>
                </a:cubicBezTo>
                <a:cubicBezTo>
                  <a:pt x="254545" y="61035"/>
                  <a:pt x="257447" y="59952"/>
                  <a:pt x="259520" y="58745"/>
                </a:cubicBezTo>
                <a:cubicBezTo>
                  <a:pt x="260274" y="58255"/>
                  <a:pt x="260896" y="58010"/>
                  <a:pt x="261386" y="58010"/>
                </a:cubicBezTo>
                <a:cubicBezTo>
                  <a:pt x="261989" y="58010"/>
                  <a:pt x="262517" y="58246"/>
                  <a:pt x="262969" y="58717"/>
                </a:cubicBezTo>
                <a:cubicBezTo>
                  <a:pt x="263421" y="59188"/>
                  <a:pt x="263648" y="59744"/>
                  <a:pt x="263648" y="60385"/>
                </a:cubicBezTo>
                <a:cubicBezTo>
                  <a:pt x="263648" y="60950"/>
                  <a:pt x="263403" y="61478"/>
                  <a:pt x="262913" y="61968"/>
                </a:cubicBezTo>
                <a:cubicBezTo>
                  <a:pt x="261706" y="63212"/>
                  <a:pt x="258776" y="64560"/>
                  <a:pt x="254121" y="66011"/>
                </a:cubicBezTo>
                <a:cubicBezTo>
                  <a:pt x="249465" y="67462"/>
                  <a:pt x="245008" y="68188"/>
                  <a:pt x="240749" y="68188"/>
                </a:cubicBezTo>
                <a:cubicBezTo>
                  <a:pt x="235208" y="68188"/>
                  <a:pt x="230798" y="66884"/>
                  <a:pt x="227518" y="64278"/>
                </a:cubicBezTo>
                <a:cubicBezTo>
                  <a:pt x="224239" y="61670"/>
                  <a:pt x="222599" y="58155"/>
                  <a:pt x="222599" y="53735"/>
                </a:cubicBezTo>
                <a:lnTo>
                  <a:pt x="222599" y="22051"/>
                </a:lnTo>
                <a:lnTo>
                  <a:pt x="213836" y="22051"/>
                </a:lnTo>
                <a:cubicBezTo>
                  <a:pt x="212705" y="22051"/>
                  <a:pt x="211894" y="21828"/>
                  <a:pt x="211404" y="21381"/>
                </a:cubicBezTo>
                <a:cubicBezTo>
                  <a:pt x="210914" y="20933"/>
                  <a:pt x="210669" y="20356"/>
                  <a:pt x="210669" y="19648"/>
                </a:cubicBezTo>
                <a:cubicBezTo>
                  <a:pt x="210669" y="18978"/>
                  <a:pt x="210914" y="18419"/>
                  <a:pt x="211404" y="17973"/>
                </a:cubicBezTo>
                <a:cubicBezTo>
                  <a:pt x="211894" y="17525"/>
                  <a:pt x="212705" y="17301"/>
                  <a:pt x="213836" y="17301"/>
                </a:cubicBezTo>
                <a:lnTo>
                  <a:pt x="222599" y="17301"/>
                </a:lnTo>
                <a:lnTo>
                  <a:pt x="222599" y="3187"/>
                </a:lnTo>
                <a:cubicBezTo>
                  <a:pt x="222599" y="2048"/>
                  <a:pt x="222825" y="1233"/>
                  <a:pt x="223278" y="740"/>
                </a:cubicBezTo>
                <a:cubicBezTo>
                  <a:pt x="223730" y="247"/>
                  <a:pt x="224295" y="0"/>
                  <a:pt x="224974" y="0"/>
                </a:cubicBezTo>
                <a:cubicBezTo>
                  <a:pt x="225690" y="0"/>
                  <a:pt x="226274" y="247"/>
                  <a:pt x="226727" y="740"/>
                </a:cubicBezTo>
                <a:cubicBezTo>
                  <a:pt x="227179" y="1233"/>
                  <a:pt x="227405" y="2048"/>
                  <a:pt x="227405" y="3187"/>
                </a:cubicBezTo>
                <a:lnTo>
                  <a:pt x="227405" y="17301"/>
                </a:lnTo>
                <a:close/>
                <a:moveTo>
                  <a:pt x="305657" y="17301"/>
                </a:moveTo>
                <a:lnTo>
                  <a:pt x="307692" y="17301"/>
                </a:lnTo>
                <a:cubicBezTo>
                  <a:pt x="309803" y="17301"/>
                  <a:pt x="311613" y="18055"/>
                  <a:pt x="313120" y="19563"/>
                </a:cubicBezTo>
                <a:cubicBezTo>
                  <a:pt x="314628" y="21071"/>
                  <a:pt x="315382" y="22861"/>
                  <a:pt x="315382" y="24934"/>
                </a:cubicBezTo>
                <a:cubicBezTo>
                  <a:pt x="315382" y="27158"/>
                  <a:pt x="314619" y="29005"/>
                  <a:pt x="313092" y="30475"/>
                </a:cubicBezTo>
                <a:cubicBezTo>
                  <a:pt x="311565" y="31945"/>
                  <a:pt x="309766" y="32680"/>
                  <a:pt x="307692" y="32680"/>
                </a:cubicBezTo>
                <a:lnTo>
                  <a:pt x="305657" y="32680"/>
                </a:lnTo>
                <a:cubicBezTo>
                  <a:pt x="303546" y="32680"/>
                  <a:pt x="301737" y="31926"/>
                  <a:pt x="300229" y="30419"/>
                </a:cubicBezTo>
                <a:cubicBezTo>
                  <a:pt x="298721" y="28911"/>
                  <a:pt x="297967" y="27121"/>
                  <a:pt x="297967" y="25047"/>
                </a:cubicBezTo>
                <a:cubicBezTo>
                  <a:pt x="297967" y="22823"/>
                  <a:pt x="298731" y="20976"/>
                  <a:pt x="300257" y="19506"/>
                </a:cubicBezTo>
                <a:cubicBezTo>
                  <a:pt x="301784" y="18036"/>
                  <a:pt x="303584" y="17301"/>
                  <a:pt x="305657" y="17301"/>
                </a:cubicBezTo>
                <a:moveTo>
                  <a:pt x="305657" y="52809"/>
                </a:moveTo>
                <a:lnTo>
                  <a:pt x="307692" y="52809"/>
                </a:lnTo>
                <a:cubicBezTo>
                  <a:pt x="309803" y="52809"/>
                  <a:pt x="311613" y="53556"/>
                  <a:pt x="313120" y="55051"/>
                </a:cubicBezTo>
                <a:cubicBezTo>
                  <a:pt x="314628" y="56544"/>
                  <a:pt x="315382" y="58351"/>
                  <a:pt x="315382" y="60470"/>
                </a:cubicBezTo>
                <a:cubicBezTo>
                  <a:pt x="315382" y="62664"/>
                  <a:pt x="314619" y="64500"/>
                  <a:pt x="313092" y="65976"/>
                </a:cubicBezTo>
                <a:cubicBezTo>
                  <a:pt x="311565" y="67450"/>
                  <a:pt x="309766" y="68188"/>
                  <a:pt x="307692" y="68188"/>
                </a:cubicBezTo>
                <a:lnTo>
                  <a:pt x="305657" y="68188"/>
                </a:lnTo>
                <a:cubicBezTo>
                  <a:pt x="303546" y="68188"/>
                  <a:pt x="301737" y="67441"/>
                  <a:pt x="300229" y="65947"/>
                </a:cubicBezTo>
                <a:cubicBezTo>
                  <a:pt x="298721" y="64452"/>
                  <a:pt x="297967" y="62646"/>
                  <a:pt x="297967" y="60526"/>
                </a:cubicBezTo>
                <a:cubicBezTo>
                  <a:pt x="297967" y="58332"/>
                  <a:pt x="298731" y="56497"/>
                  <a:pt x="300257" y="55023"/>
                </a:cubicBezTo>
                <a:cubicBezTo>
                  <a:pt x="301784" y="53547"/>
                  <a:pt x="303584" y="52809"/>
                  <a:pt x="305657" y="52809"/>
                </a:cubicBezTo>
                <a:close/>
                <a:moveTo>
                  <a:pt x="461312" y="20355"/>
                </a:moveTo>
                <a:cubicBezTo>
                  <a:pt x="461312" y="19281"/>
                  <a:pt x="461538" y="18505"/>
                  <a:pt x="461990" y="18024"/>
                </a:cubicBezTo>
                <a:cubicBezTo>
                  <a:pt x="462443" y="17542"/>
                  <a:pt x="463008" y="17301"/>
                  <a:pt x="463687" y="17301"/>
                </a:cubicBezTo>
                <a:cubicBezTo>
                  <a:pt x="464403" y="17301"/>
                  <a:pt x="464987" y="17548"/>
                  <a:pt x="465439" y="18040"/>
                </a:cubicBezTo>
                <a:cubicBezTo>
                  <a:pt x="465892" y="18531"/>
                  <a:pt x="466118" y="19363"/>
                  <a:pt x="466118" y="20537"/>
                </a:cubicBezTo>
                <a:lnTo>
                  <a:pt x="466118" y="28710"/>
                </a:lnTo>
                <a:cubicBezTo>
                  <a:pt x="466118" y="29846"/>
                  <a:pt x="465892" y="30660"/>
                  <a:pt x="465439" y="31152"/>
                </a:cubicBezTo>
                <a:cubicBezTo>
                  <a:pt x="464987" y="31643"/>
                  <a:pt x="464403" y="31889"/>
                  <a:pt x="463687" y="31889"/>
                </a:cubicBezTo>
                <a:cubicBezTo>
                  <a:pt x="463046" y="31889"/>
                  <a:pt x="462509" y="31680"/>
                  <a:pt x="462075" y="31262"/>
                </a:cubicBezTo>
                <a:cubicBezTo>
                  <a:pt x="461642" y="30842"/>
                  <a:pt x="461387" y="30157"/>
                  <a:pt x="461312" y="29205"/>
                </a:cubicBezTo>
                <a:cubicBezTo>
                  <a:pt x="461086" y="26921"/>
                  <a:pt x="459917" y="25037"/>
                  <a:pt x="457807" y="23553"/>
                </a:cubicBezTo>
                <a:cubicBezTo>
                  <a:pt x="454716" y="21421"/>
                  <a:pt x="450626" y="20355"/>
                  <a:pt x="445537" y="20355"/>
                </a:cubicBezTo>
                <a:cubicBezTo>
                  <a:pt x="440222" y="20355"/>
                  <a:pt x="436095" y="21429"/>
                  <a:pt x="433155" y="23577"/>
                </a:cubicBezTo>
                <a:cubicBezTo>
                  <a:pt x="430931" y="25198"/>
                  <a:pt x="429819" y="27007"/>
                  <a:pt x="429819" y="29005"/>
                </a:cubicBezTo>
                <a:cubicBezTo>
                  <a:pt x="429819" y="31267"/>
                  <a:pt x="431138" y="33151"/>
                  <a:pt x="433777" y="34659"/>
                </a:cubicBezTo>
                <a:cubicBezTo>
                  <a:pt x="435586" y="35715"/>
                  <a:pt x="439016" y="36525"/>
                  <a:pt x="444067" y="37090"/>
                </a:cubicBezTo>
                <a:cubicBezTo>
                  <a:pt x="450664" y="37809"/>
                  <a:pt x="455243" y="38622"/>
                  <a:pt x="457807" y="39531"/>
                </a:cubicBezTo>
                <a:cubicBezTo>
                  <a:pt x="461463" y="40855"/>
                  <a:pt x="464186" y="42690"/>
                  <a:pt x="465977" y="45036"/>
                </a:cubicBezTo>
                <a:cubicBezTo>
                  <a:pt x="467767" y="47381"/>
                  <a:pt x="468662" y="49916"/>
                  <a:pt x="468662" y="52639"/>
                </a:cubicBezTo>
                <a:cubicBezTo>
                  <a:pt x="468662" y="56686"/>
                  <a:pt x="466721" y="60290"/>
                  <a:pt x="462839" y="63449"/>
                </a:cubicBezTo>
                <a:cubicBezTo>
                  <a:pt x="458956" y="66608"/>
                  <a:pt x="453264" y="68188"/>
                  <a:pt x="445763" y="68188"/>
                </a:cubicBezTo>
                <a:cubicBezTo>
                  <a:pt x="438262" y="68188"/>
                  <a:pt x="432118" y="66284"/>
                  <a:pt x="427331" y="62477"/>
                </a:cubicBezTo>
                <a:cubicBezTo>
                  <a:pt x="427331" y="63777"/>
                  <a:pt x="427256" y="64619"/>
                  <a:pt x="427105" y="65002"/>
                </a:cubicBezTo>
                <a:cubicBezTo>
                  <a:pt x="426954" y="65384"/>
                  <a:pt x="426681" y="65709"/>
                  <a:pt x="426285" y="65977"/>
                </a:cubicBezTo>
                <a:cubicBezTo>
                  <a:pt x="425889" y="66245"/>
                  <a:pt x="425447" y="66378"/>
                  <a:pt x="424957" y="66378"/>
                </a:cubicBezTo>
                <a:cubicBezTo>
                  <a:pt x="424278" y="66378"/>
                  <a:pt x="423713" y="66133"/>
                  <a:pt x="423260" y="65642"/>
                </a:cubicBezTo>
                <a:cubicBezTo>
                  <a:pt x="422808" y="65149"/>
                  <a:pt x="422582" y="64336"/>
                  <a:pt x="422582" y="63201"/>
                </a:cubicBezTo>
                <a:lnTo>
                  <a:pt x="422582" y="53385"/>
                </a:lnTo>
                <a:cubicBezTo>
                  <a:pt x="422582" y="52250"/>
                  <a:pt x="422799" y="51438"/>
                  <a:pt x="423232" y="50946"/>
                </a:cubicBezTo>
                <a:cubicBezTo>
                  <a:pt x="423666" y="50454"/>
                  <a:pt x="424240" y="50208"/>
                  <a:pt x="424957" y="50208"/>
                </a:cubicBezTo>
                <a:cubicBezTo>
                  <a:pt x="425635" y="50208"/>
                  <a:pt x="426210" y="50443"/>
                  <a:pt x="426681" y="50915"/>
                </a:cubicBezTo>
                <a:cubicBezTo>
                  <a:pt x="427152" y="51386"/>
                  <a:pt x="427388" y="52017"/>
                  <a:pt x="427388" y="52809"/>
                </a:cubicBezTo>
                <a:cubicBezTo>
                  <a:pt x="427388" y="54543"/>
                  <a:pt x="427821" y="55994"/>
                  <a:pt x="428688" y="57162"/>
                </a:cubicBezTo>
                <a:cubicBezTo>
                  <a:pt x="430008" y="58972"/>
                  <a:pt x="432109" y="60470"/>
                  <a:pt x="434992" y="61657"/>
                </a:cubicBezTo>
                <a:cubicBezTo>
                  <a:pt x="437876" y="62845"/>
                  <a:pt x="441410" y="63438"/>
                  <a:pt x="445594" y="63438"/>
                </a:cubicBezTo>
                <a:cubicBezTo>
                  <a:pt x="451776" y="63438"/>
                  <a:pt x="456374" y="62283"/>
                  <a:pt x="459390" y="59972"/>
                </a:cubicBezTo>
                <a:cubicBezTo>
                  <a:pt x="462405" y="57661"/>
                  <a:pt x="463913" y="55217"/>
                  <a:pt x="463913" y="52641"/>
                </a:cubicBezTo>
                <a:cubicBezTo>
                  <a:pt x="463913" y="49685"/>
                  <a:pt x="462386" y="47318"/>
                  <a:pt x="459333" y="45538"/>
                </a:cubicBezTo>
                <a:cubicBezTo>
                  <a:pt x="456242" y="43757"/>
                  <a:pt x="451747" y="42564"/>
                  <a:pt x="445848" y="41958"/>
                </a:cubicBezTo>
                <a:cubicBezTo>
                  <a:pt x="439949" y="41352"/>
                  <a:pt x="435718" y="40559"/>
                  <a:pt x="433155" y="39582"/>
                </a:cubicBezTo>
                <a:cubicBezTo>
                  <a:pt x="430592" y="38604"/>
                  <a:pt x="428594" y="37138"/>
                  <a:pt x="427162" y="35182"/>
                </a:cubicBezTo>
                <a:cubicBezTo>
                  <a:pt x="425729" y="33226"/>
                  <a:pt x="425013" y="31119"/>
                  <a:pt x="425013" y="28862"/>
                </a:cubicBezTo>
                <a:cubicBezTo>
                  <a:pt x="425013" y="24801"/>
                  <a:pt x="427011" y="21576"/>
                  <a:pt x="431006" y="19188"/>
                </a:cubicBezTo>
                <a:cubicBezTo>
                  <a:pt x="435002" y="16800"/>
                  <a:pt x="439770" y="15605"/>
                  <a:pt x="445311" y="15605"/>
                </a:cubicBezTo>
                <a:cubicBezTo>
                  <a:pt x="451870" y="15605"/>
                  <a:pt x="457203" y="17188"/>
                  <a:pt x="461312" y="20355"/>
                </a:cubicBezTo>
                <a:close/>
                <a:moveTo>
                  <a:pt x="540808" y="42971"/>
                </a:moveTo>
                <a:lnTo>
                  <a:pt x="492409" y="42971"/>
                </a:lnTo>
                <a:cubicBezTo>
                  <a:pt x="493238" y="49115"/>
                  <a:pt x="495811" y="54062"/>
                  <a:pt x="500127" y="57812"/>
                </a:cubicBezTo>
                <a:cubicBezTo>
                  <a:pt x="504443" y="61563"/>
                  <a:pt x="509786" y="63438"/>
                  <a:pt x="516156" y="63438"/>
                </a:cubicBezTo>
                <a:cubicBezTo>
                  <a:pt x="519699" y="63438"/>
                  <a:pt x="523412" y="62854"/>
                  <a:pt x="527295" y="61686"/>
                </a:cubicBezTo>
                <a:cubicBezTo>
                  <a:pt x="531177" y="60517"/>
                  <a:pt x="534343" y="58972"/>
                  <a:pt x="536793" y="57049"/>
                </a:cubicBezTo>
                <a:cubicBezTo>
                  <a:pt x="537510" y="56484"/>
                  <a:pt x="538132" y="56201"/>
                  <a:pt x="538659" y="56201"/>
                </a:cubicBezTo>
                <a:cubicBezTo>
                  <a:pt x="539262" y="56201"/>
                  <a:pt x="539790" y="56437"/>
                  <a:pt x="540242" y="56908"/>
                </a:cubicBezTo>
                <a:cubicBezTo>
                  <a:pt x="540695" y="57379"/>
                  <a:pt x="540921" y="57935"/>
                  <a:pt x="540921" y="58576"/>
                </a:cubicBezTo>
                <a:cubicBezTo>
                  <a:pt x="540921" y="59217"/>
                  <a:pt x="540619" y="59839"/>
                  <a:pt x="540016" y="60442"/>
                </a:cubicBezTo>
                <a:cubicBezTo>
                  <a:pt x="538207" y="62326"/>
                  <a:pt x="534994" y="64088"/>
                  <a:pt x="530376" y="65728"/>
                </a:cubicBezTo>
                <a:cubicBezTo>
                  <a:pt x="525759" y="67368"/>
                  <a:pt x="521019" y="68188"/>
                  <a:pt x="516156" y="68188"/>
                </a:cubicBezTo>
                <a:cubicBezTo>
                  <a:pt x="508014" y="68188"/>
                  <a:pt x="501220" y="65518"/>
                  <a:pt x="495773" y="60178"/>
                </a:cubicBezTo>
                <a:cubicBezTo>
                  <a:pt x="490327" y="54839"/>
                  <a:pt x="487603" y="48377"/>
                  <a:pt x="487603" y="40792"/>
                </a:cubicBezTo>
                <a:cubicBezTo>
                  <a:pt x="487603" y="33887"/>
                  <a:pt x="490157" y="27963"/>
                  <a:pt x="495265" y="23021"/>
                </a:cubicBezTo>
                <a:cubicBezTo>
                  <a:pt x="500372" y="18077"/>
                  <a:pt x="506695" y="15605"/>
                  <a:pt x="514234" y="15605"/>
                </a:cubicBezTo>
                <a:cubicBezTo>
                  <a:pt x="521999" y="15605"/>
                  <a:pt x="528388" y="18145"/>
                  <a:pt x="533401" y="23226"/>
                </a:cubicBezTo>
                <a:cubicBezTo>
                  <a:pt x="538414" y="28306"/>
                  <a:pt x="540883" y="34888"/>
                  <a:pt x="540808" y="42971"/>
                </a:cubicBezTo>
                <a:moveTo>
                  <a:pt x="536002" y="38221"/>
                </a:moveTo>
                <a:cubicBezTo>
                  <a:pt x="535059" y="32931"/>
                  <a:pt x="532581" y="28631"/>
                  <a:pt x="528567" y="25321"/>
                </a:cubicBezTo>
                <a:cubicBezTo>
                  <a:pt x="524552" y="22010"/>
                  <a:pt x="519775" y="20355"/>
                  <a:pt x="514234" y="20355"/>
                </a:cubicBezTo>
                <a:cubicBezTo>
                  <a:pt x="508693" y="20355"/>
                  <a:pt x="503925" y="21991"/>
                  <a:pt x="499929" y="25265"/>
                </a:cubicBezTo>
                <a:cubicBezTo>
                  <a:pt x="495934" y="28537"/>
                  <a:pt x="493446" y="32856"/>
                  <a:pt x="492466" y="38221"/>
                </a:cubicBezTo>
                <a:lnTo>
                  <a:pt x="536002" y="38221"/>
                </a:lnTo>
                <a:close/>
                <a:moveTo>
                  <a:pt x="578916" y="17301"/>
                </a:moveTo>
                <a:lnTo>
                  <a:pt x="578916" y="29318"/>
                </a:lnTo>
                <a:cubicBezTo>
                  <a:pt x="585098" y="23751"/>
                  <a:pt x="589725" y="20168"/>
                  <a:pt x="592797" y="18570"/>
                </a:cubicBezTo>
                <a:cubicBezTo>
                  <a:pt x="595869" y="16970"/>
                  <a:pt x="598705" y="16171"/>
                  <a:pt x="601306" y="16171"/>
                </a:cubicBezTo>
                <a:cubicBezTo>
                  <a:pt x="604133" y="16171"/>
                  <a:pt x="606762" y="17129"/>
                  <a:pt x="609193" y="19045"/>
                </a:cubicBezTo>
                <a:cubicBezTo>
                  <a:pt x="611625" y="20962"/>
                  <a:pt x="612840" y="22414"/>
                  <a:pt x="612840" y="23401"/>
                </a:cubicBezTo>
                <a:cubicBezTo>
                  <a:pt x="612840" y="24122"/>
                  <a:pt x="612605" y="24718"/>
                  <a:pt x="612133" y="25189"/>
                </a:cubicBezTo>
                <a:cubicBezTo>
                  <a:pt x="611662" y="25660"/>
                  <a:pt x="611069" y="25895"/>
                  <a:pt x="610352" y="25895"/>
                </a:cubicBezTo>
                <a:cubicBezTo>
                  <a:pt x="609975" y="25895"/>
                  <a:pt x="609655" y="25830"/>
                  <a:pt x="609391" y="25698"/>
                </a:cubicBezTo>
                <a:cubicBezTo>
                  <a:pt x="609127" y="25566"/>
                  <a:pt x="608637" y="25137"/>
                  <a:pt x="607921" y="24411"/>
                </a:cubicBezTo>
                <a:cubicBezTo>
                  <a:pt x="606602" y="23076"/>
                  <a:pt x="605452" y="22160"/>
                  <a:pt x="604472" y="21664"/>
                </a:cubicBezTo>
                <a:cubicBezTo>
                  <a:pt x="603492" y="21168"/>
                  <a:pt x="602531" y="20920"/>
                  <a:pt x="601589" y="20920"/>
                </a:cubicBezTo>
                <a:cubicBezTo>
                  <a:pt x="599515" y="20920"/>
                  <a:pt x="597018" y="21749"/>
                  <a:pt x="594097" y="23406"/>
                </a:cubicBezTo>
                <a:cubicBezTo>
                  <a:pt x="591176" y="25063"/>
                  <a:pt x="586115" y="29112"/>
                  <a:pt x="578916" y="35553"/>
                </a:cubicBezTo>
                <a:lnTo>
                  <a:pt x="578916" y="61629"/>
                </a:lnTo>
                <a:lnTo>
                  <a:pt x="599949" y="61629"/>
                </a:lnTo>
                <a:cubicBezTo>
                  <a:pt x="601117" y="61629"/>
                  <a:pt x="601947" y="61846"/>
                  <a:pt x="602437" y="62279"/>
                </a:cubicBezTo>
                <a:cubicBezTo>
                  <a:pt x="602927" y="62713"/>
                  <a:pt x="603172" y="63287"/>
                  <a:pt x="603172" y="64004"/>
                </a:cubicBezTo>
                <a:cubicBezTo>
                  <a:pt x="603172" y="64682"/>
                  <a:pt x="602927" y="65248"/>
                  <a:pt x="602437" y="65700"/>
                </a:cubicBezTo>
                <a:cubicBezTo>
                  <a:pt x="601947" y="66152"/>
                  <a:pt x="601117" y="66378"/>
                  <a:pt x="599949" y="66378"/>
                </a:cubicBezTo>
                <a:lnTo>
                  <a:pt x="562689" y="66378"/>
                </a:lnTo>
                <a:cubicBezTo>
                  <a:pt x="561558" y="66378"/>
                  <a:pt x="560748" y="66156"/>
                  <a:pt x="560258" y="65712"/>
                </a:cubicBezTo>
                <a:cubicBezTo>
                  <a:pt x="559768" y="65268"/>
                  <a:pt x="559523" y="64699"/>
                  <a:pt x="559523" y="64004"/>
                </a:cubicBezTo>
                <a:cubicBezTo>
                  <a:pt x="559523" y="63363"/>
                  <a:pt x="559758" y="62826"/>
                  <a:pt x="560229" y="62392"/>
                </a:cubicBezTo>
                <a:cubicBezTo>
                  <a:pt x="560701" y="61959"/>
                  <a:pt x="561520" y="61742"/>
                  <a:pt x="562689" y="61742"/>
                </a:cubicBezTo>
                <a:lnTo>
                  <a:pt x="574167" y="61742"/>
                </a:lnTo>
                <a:lnTo>
                  <a:pt x="574167" y="22051"/>
                </a:lnTo>
                <a:lnTo>
                  <a:pt x="565403" y="22051"/>
                </a:lnTo>
                <a:cubicBezTo>
                  <a:pt x="564272" y="22051"/>
                  <a:pt x="563462" y="21825"/>
                  <a:pt x="562972" y="21372"/>
                </a:cubicBezTo>
                <a:cubicBezTo>
                  <a:pt x="562482" y="20920"/>
                  <a:pt x="562237" y="20336"/>
                  <a:pt x="562237" y="19619"/>
                </a:cubicBezTo>
                <a:cubicBezTo>
                  <a:pt x="562237" y="18958"/>
                  <a:pt x="562472" y="18406"/>
                  <a:pt x="562943" y="17964"/>
                </a:cubicBezTo>
                <a:cubicBezTo>
                  <a:pt x="563414" y="17522"/>
                  <a:pt x="564234" y="17301"/>
                  <a:pt x="565403" y="17301"/>
                </a:cubicBezTo>
                <a:lnTo>
                  <a:pt x="578916" y="17301"/>
                </a:lnTo>
                <a:close/>
                <a:moveTo>
                  <a:pt x="658242" y="66378"/>
                </a:moveTo>
                <a:lnTo>
                  <a:pt x="650213" y="66378"/>
                </a:lnTo>
                <a:lnTo>
                  <a:pt x="630707" y="22051"/>
                </a:lnTo>
                <a:lnTo>
                  <a:pt x="625844" y="22051"/>
                </a:lnTo>
                <a:cubicBezTo>
                  <a:pt x="624714" y="22051"/>
                  <a:pt x="623903" y="21825"/>
                  <a:pt x="623413" y="21372"/>
                </a:cubicBezTo>
                <a:cubicBezTo>
                  <a:pt x="622923" y="20920"/>
                  <a:pt x="622678" y="20336"/>
                  <a:pt x="622678" y="19619"/>
                </a:cubicBezTo>
                <a:cubicBezTo>
                  <a:pt x="622678" y="18958"/>
                  <a:pt x="622923" y="18406"/>
                  <a:pt x="623413" y="17964"/>
                </a:cubicBezTo>
                <a:cubicBezTo>
                  <a:pt x="623903" y="17522"/>
                  <a:pt x="624714" y="17301"/>
                  <a:pt x="625844" y="17301"/>
                </a:cubicBezTo>
                <a:lnTo>
                  <a:pt x="643655" y="17301"/>
                </a:lnTo>
                <a:cubicBezTo>
                  <a:pt x="644785" y="17301"/>
                  <a:pt x="645596" y="17522"/>
                  <a:pt x="646086" y="17964"/>
                </a:cubicBezTo>
                <a:cubicBezTo>
                  <a:pt x="646576" y="18406"/>
                  <a:pt x="646821" y="18976"/>
                  <a:pt x="646821" y="19676"/>
                </a:cubicBezTo>
                <a:cubicBezTo>
                  <a:pt x="646821" y="20355"/>
                  <a:pt x="646576" y="20920"/>
                  <a:pt x="646086" y="21372"/>
                </a:cubicBezTo>
                <a:cubicBezTo>
                  <a:pt x="645596" y="21825"/>
                  <a:pt x="644785" y="22051"/>
                  <a:pt x="643655" y="22051"/>
                </a:cubicBezTo>
                <a:lnTo>
                  <a:pt x="635796" y="22051"/>
                </a:lnTo>
                <a:lnTo>
                  <a:pt x="653210" y="61629"/>
                </a:lnTo>
                <a:lnTo>
                  <a:pt x="655302" y="61629"/>
                </a:lnTo>
                <a:lnTo>
                  <a:pt x="672377" y="22051"/>
                </a:lnTo>
                <a:lnTo>
                  <a:pt x="664461" y="22051"/>
                </a:lnTo>
                <a:cubicBezTo>
                  <a:pt x="663331" y="22051"/>
                  <a:pt x="662520" y="21825"/>
                  <a:pt x="662030" y="21372"/>
                </a:cubicBezTo>
                <a:cubicBezTo>
                  <a:pt x="661540" y="20920"/>
                  <a:pt x="661295" y="20336"/>
                  <a:pt x="661295" y="19619"/>
                </a:cubicBezTo>
                <a:cubicBezTo>
                  <a:pt x="661295" y="18958"/>
                  <a:pt x="661540" y="18406"/>
                  <a:pt x="662030" y="17964"/>
                </a:cubicBezTo>
                <a:cubicBezTo>
                  <a:pt x="662520" y="17522"/>
                  <a:pt x="663331" y="17301"/>
                  <a:pt x="664461" y="17301"/>
                </a:cubicBezTo>
                <a:lnTo>
                  <a:pt x="682328" y="17301"/>
                </a:lnTo>
                <a:cubicBezTo>
                  <a:pt x="683497" y="17301"/>
                  <a:pt x="684317" y="17522"/>
                  <a:pt x="684788" y="17964"/>
                </a:cubicBezTo>
                <a:cubicBezTo>
                  <a:pt x="685259" y="18406"/>
                  <a:pt x="685494" y="18976"/>
                  <a:pt x="685494" y="19676"/>
                </a:cubicBezTo>
                <a:cubicBezTo>
                  <a:pt x="685494" y="20355"/>
                  <a:pt x="685259" y="20920"/>
                  <a:pt x="684788" y="21372"/>
                </a:cubicBezTo>
                <a:cubicBezTo>
                  <a:pt x="684317" y="21825"/>
                  <a:pt x="683497" y="22051"/>
                  <a:pt x="682328" y="22051"/>
                </a:cubicBezTo>
                <a:lnTo>
                  <a:pt x="677522" y="22051"/>
                </a:lnTo>
                <a:lnTo>
                  <a:pt x="658242" y="66378"/>
                </a:lnTo>
                <a:close/>
                <a:moveTo>
                  <a:pt x="749272" y="42971"/>
                </a:moveTo>
                <a:lnTo>
                  <a:pt x="700873" y="42971"/>
                </a:lnTo>
                <a:cubicBezTo>
                  <a:pt x="701703" y="49115"/>
                  <a:pt x="704275" y="54062"/>
                  <a:pt x="708591" y="57812"/>
                </a:cubicBezTo>
                <a:cubicBezTo>
                  <a:pt x="712907" y="61563"/>
                  <a:pt x="718250" y="63438"/>
                  <a:pt x="724620" y="63438"/>
                </a:cubicBezTo>
                <a:cubicBezTo>
                  <a:pt x="728164" y="63438"/>
                  <a:pt x="731876" y="62854"/>
                  <a:pt x="735759" y="61686"/>
                </a:cubicBezTo>
                <a:cubicBezTo>
                  <a:pt x="739641" y="60517"/>
                  <a:pt x="742807" y="58972"/>
                  <a:pt x="745258" y="57049"/>
                </a:cubicBezTo>
                <a:cubicBezTo>
                  <a:pt x="745974" y="56484"/>
                  <a:pt x="746596" y="56201"/>
                  <a:pt x="747123" y="56201"/>
                </a:cubicBezTo>
                <a:cubicBezTo>
                  <a:pt x="747726" y="56201"/>
                  <a:pt x="748254" y="56437"/>
                  <a:pt x="748707" y="56908"/>
                </a:cubicBezTo>
                <a:cubicBezTo>
                  <a:pt x="749159" y="57379"/>
                  <a:pt x="749385" y="57935"/>
                  <a:pt x="749385" y="58576"/>
                </a:cubicBezTo>
                <a:cubicBezTo>
                  <a:pt x="749385" y="59217"/>
                  <a:pt x="749083" y="59839"/>
                  <a:pt x="748480" y="60442"/>
                </a:cubicBezTo>
                <a:cubicBezTo>
                  <a:pt x="746671" y="62326"/>
                  <a:pt x="743458" y="64088"/>
                  <a:pt x="738840" y="65728"/>
                </a:cubicBezTo>
                <a:cubicBezTo>
                  <a:pt x="734223" y="67368"/>
                  <a:pt x="729483" y="68188"/>
                  <a:pt x="724620" y="68188"/>
                </a:cubicBezTo>
                <a:cubicBezTo>
                  <a:pt x="716479" y="68188"/>
                  <a:pt x="709684" y="65518"/>
                  <a:pt x="704238" y="60178"/>
                </a:cubicBezTo>
                <a:cubicBezTo>
                  <a:pt x="698791" y="54839"/>
                  <a:pt x="696067" y="48377"/>
                  <a:pt x="696067" y="40792"/>
                </a:cubicBezTo>
                <a:cubicBezTo>
                  <a:pt x="696067" y="33887"/>
                  <a:pt x="698621" y="27963"/>
                  <a:pt x="703729" y="23021"/>
                </a:cubicBezTo>
                <a:cubicBezTo>
                  <a:pt x="708836" y="18077"/>
                  <a:pt x="715159" y="15605"/>
                  <a:pt x="722698" y="15605"/>
                </a:cubicBezTo>
                <a:cubicBezTo>
                  <a:pt x="730463" y="15605"/>
                  <a:pt x="736852" y="18145"/>
                  <a:pt x="741865" y="23226"/>
                </a:cubicBezTo>
                <a:cubicBezTo>
                  <a:pt x="746878" y="28306"/>
                  <a:pt x="749347" y="34888"/>
                  <a:pt x="749272" y="42971"/>
                </a:cubicBezTo>
                <a:moveTo>
                  <a:pt x="744466" y="38221"/>
                </a:moveTo>
                <a:cubicBezTo>
                  <a:pt x="743524" y="32931"/>
                  <a:pt x="741045" y="28631"/>
                  <a:pt x="737031" y="25321"/>
                </a:cubicBezTo>
                <a:cubicBezTo>
                  <a:pt x="733017" y="22010"/>
                  <a:pt x="728239" y="20355"/>
                  <a:pt x="722698" y="20355"/>
                </a:cubicBezTo>
                <a:cubicBezTo>
                  <a:pt x="717157" y="20355"/>
                  <a:pt x="712389" y="21991"/>
                  <a:pt x="708393" y="25265"/>
                </a:cubicBezTo>
                <a:cubicBezTo>
                  <a:pt x="704398" y="28537"/>
                  <a:pt x="701910" y="32856"/>
                  <a:pt x="700930" y="38221"/>
                </a:cubicBezTo>
                <a:lnTo>
                  <a:pt x="744466" y="38221"/>
                </a:lnTo>
                <a:close/>
                <a:moveTo>
                  <a:pt x="787380" y="17301"/>
                </a:moveTo>
                <a:lnTo>
                  <a:pt x="787380" y="29318"/>
                </a:lnTo>
                <a:cubicBezTo>
                  <a:pt x="793562" y="23751"/>
                  <a:pt x="798189" y="20168"/>
                  <a:pt x="801261" y="18570"/>
                </a:cubicBezTo>
                <a:cubicBezTo>
                  <a:pt x="804333" y="16970"/>
                  <a:pt x="807169" y="16171"/>
                  <a:pt x="809770" y="16171"/>
                </a:cubicBezTo>
                <a:cubicBezTo>
                  <a:pt x="812597" y="16171"/>
                  <a:pt x="815226" y="17129"/>
                  <a:pt x="817657" y="19045"/>
                </a:cubicBezTo>
                <a:cubicBezTo>
                  <a:pt x="820089" y="20962"/>
                  <a:pt x="821304" y="22414"/>
                  <a:pt x="821304" y="23401"/>
                </a:cubicBezTo>
                <a:cubicBezTo>
                  <a:pt x="821304" y="24122"/>
                  <a:pt x="821069" y="24718"/>
                  <a:pt x="820597" y="25189"/>
                </a:cubicBezTo>
                <a:cubicBezTo>
                  <a:pt x="820126" y="25660"/>
                  <a:pt x="819533" y="25895"/>
                  <a:pt x="818816" y="25895"/>
                </a:cubicBezTo>
                <a:cubicBezTo>
                  <a:pt x="818440" y="25895"/>
                  <a:pt x="818119" y="25830"/>
                  <a:pt x="817855" y="25698"/>
                </a:cubicBezTo>
                <a:cubicBezTo>
                  <a:pt x="817591" y="25566"/>
                  <a:pt x="817101" y="25137"/>
                  <a:pt x="816385" y="24411"/>
                </a:cubicBezTo>
                <a:cubicBezTo>
                  <a:pt x="815066" y="23076"/>
                  <a:pt x="813916" y="22160"/>
                  <a:pt x="812936" y="21664"/>
                </a:cubicBezTo>
                <a:cubicBezTo>
                  <a:pt x="811956" y="21168"/>
                  <a:pt x="810995" y="20920"/>
                  <a:pt x="810053" y="20920"/>
                </a:cubicBezTo>
                <a:cubicBezTo>
                  <a:pt x="807980" y="20920"/>
                  <a:pt x="805482" y="21749"/>
                  <a:pt x="802561" y="23406"/>
                </a:cubicBezTo>
                <a:cubicBezTo>
                  <a:pt x="799640" y="25063"/>
                  <a:pt x="794580" y="29112"/>
                  <a:pt x="787380" y="35553"/>
                </a:cubicBezTo>
                <a:lnTo>
                  <a:pt x="787380" y="61629"/>
                </a:lnTo>
                <a:lnTo>
                  <a:pt x="808413" y="61629"/>
                </a:lnTo>
                <a:cubicBezTo>
                  <a:pt x="809582" y="61629"/>
                  <a:pt x="810411" y="61846"/>
                  <a:pt x="810901" y="62279"/>
                </a:cubicBezTo>
                <a:cubicBezTo>
                  <a:pt x="811391" y="62713"/>
                  <a:pt x="811636" y="63287"/>
                  <a:pt x="811636" y="64004"/>
                </a:cubicBezTo>
                <a:cubicBezTo>
                  <a:pt x="811636" y="64682"/>
                  <a:pt x="811391" y="65248"/>
                  <a:pt x="810901" y="65700"/>
                </a:cubicBezTo>
                <a:cubicBezTo>
                  <a:pt x="810411" y="66152"/>
                  <a:pt x="809582" y="66378"/>
                  <a:pt x="808413" y="66378"/>
                </a:cubicBezTo>
                <a:lnTo>
                  <a:pt x="771153" y="66378"/>
                </a:lnTo>
                <a:cubicBezTo>
                  <a:pt x="770022" y="66378"/>
                  <a:pt x="769212" y="66156"/>
                  <a:pt x="768722" y="65712"/>
                </a:cubicBezTo>
                <a:cubicBezTo>
                  <a:pt x="768232" y="65268"/>
                  <a:pt x="767987" y="64699"/>
                  <a:pt x="767987" y="64004"/>
                </a:cubicBezTo>
                <a:cubicBezTo>
                  <a:pt x="767987" y="63363"/>
                  <a:pt x="768222" y="62826"/>
                  <a:pt x="768693" y="62392"/>
                </a:cubicBezTo>
                <a:cubicBezTo>
                  <a:pt x="769165" y="61959"/>
                  <a:pt x="769984" y="61742"/>
                  <a:pt x="771153" y="61742"/>
                </a:cubicBezTo>
                <a:lnTo>
                  <a:pt x="782631" y="61742"/>
                </a:lnTo>
                <a:lnTo>
                  <a:pt x="782631" y="22051"/>
                </a:lnTo>
                <a:lnTo>
                  <a:pt x="773867" y="22051"/>
                </a:lnTo>
                <a:cubicBezTo>
                  <a:pt x="772736" y="22051"/>
                  <a:pt x="771926" y="21825"/>
                  <a:pt x="771436" y="21372"/>
                </a:cubicBezTo>
                <a:cubicBezTo>
                  <a:pt x="770946" y="20920"/>
                  <a:pt x="770701" y="20336"/>
                  <a:pt x="770701" y="19619"/>
                </a:cubicBezTo>
                <a:cubicBezTo>
                  <a:pt x="770701" y="18958"/>
                  <a:pt x="770936" y="18406"/>
                  <a:pt x="771407" y="17964"/>
                </a:cubicBezTo>
                <a:cubicBezTo>
                  <a:pt x="771879" y="17522"/>
                  <a:pt x="772698" y="17301"/>
                  <a:pt x="773867" y="17301"/>
                </a:cubicBezTo>
                <a:lnTo>
                  <a:pt x="787380" y="17301"/>
                </a:lnTo>
                <a:close/>
                <a:moveTo>
                  <a:pt x="861561" y="52809"/>
                </a:moveTo>
                <a:lnTo>
                  <a:pt x="863596" y="52809"/>
                </a:lnTo>
                <a:cubicBezTo>
                  <a:pt x="865707" y="52809"/>
                  <a:pt x="867517" y="53556"/>
                  <a:pt x="869024" y="55051"/>
                </a:cubicBezTo>
                <a:cubicBezTo>
                  <a:pt x="870532" y="56544"/>
                  <a:pt x="871286" y="58351"/>
                  <a:pt x="871286" y="60470"/>
                </a:cubicBezTo>
                <a:cubicBezTo>
                  <a:pt x="871286" y="62664"/>
                  <a:pt x="870523" y="64500"/>
                  <a:pt x="868996" y="65976"/>
                </a:cubicBezTo>
                <a:cubicBezTo>
                  <a:pt x="867469" y="67450"/>
                  <a:pt x="865670" y="68188"/>
                  <a:pt x="863596" y="68188"/>
                </a:cubicBezTo>
                <a:lnTo>
                  <a:pt x="861561" y="68188"/>
                </a:lnTo>
                <a:cubicBezTo>
                  <a:pt x="859450" y="68188"/>
                  <a:pt x="857641" y="67441"/>
                  <a:pt x="856133" y="65947"/>
                </a:cubicBezTo>
                <a:cubicBezTo>
                  <a:pt x="854625" y="64452"/>
                  <a:pt x="853872" y="62646"/>
                  <a:pt x="853872" y="60526"/>
                </a:cubicBezTo>
                <a:cubicBezTo>
                  <a:pt x="853872" y="58332"/>
                  <a:pt x="854635" y="56497"/>
                  <a:pt x="856161" y="55023"/>
                </a:cubicBezTo>
                <a:cubicBezTo>
                  <a:pt x="857688" y="53547"/>
                  <a:pt x="859488" y="52809"/>
                  <a:pt x="861561" y="52809"/>
                </a:cubicBezTo>
                <a:close/>
                <a:moveTo>
                  <a:pt x="951856" y="22058"/>
                </a:moveTo>
                <a:lnTo>
                  <a:pt x="951856" y="20491"/>
                </a:lnTo>
                <a:cubicBezTo>
                  <a:pt x="951856" y="19334"/>
                  <a:pt x="952082" y="18513"/>
                  <a:pt x="952534" y="18029"/>
                </a:cubicBezTo>
                <a:cubicBezTo>
                  <a:pt x="952987" y="17544"/>
                  <a:pt x="953552" y="17301"/>
                  <a:pt x="954231" y="17301"/>
                </a:cubicBezTo>
                <a:cubicBezTo>
                  <a:pt x="954947" y="17301"/>
                  <a:pt x="955531" y="17546"/>
                  <a:pt x="955983" y="18036"/>
                </a:cubicBezTo>
                <a:cubicBezTo>
                  <a:pt x="956436" y="18526"/>
                  <a:pt x="956662" y="19356"/>
                  <a:pt x="956662" y="20524"/>
                </a:cubicBezTo>
                <a:lnTo>
                  <a:pt x="956662" y="31267"/>
                </a:lnTo>
                <a:cubicBezTo>
                  <a:pt x="956624" y="32435"/>
                  <a:pt x="956389" y="33265"/>
                  <a:pt x="955955" y="33755"/>
                </a:cubicBezTo>
                <a:cubicBezTo>
                  <a:pt x="955522" y="34245"/>
                  <a:pt x="954947" y="34490"/>
                  <a:pt x="954231" y="34490"/>
                </a:cubicBezTo>
                <a:cubicBezTo>
                  <a:pt x="953590" y="34490"/>
                  <a:pt x="953053" y="34272"/>
                  <a:pt x="952619" y="33838"/>
                </a:cubicBezTo>
                <a:cubicBezTo>
                  <a:pt x="952186" y="33402"/>
                  <a:pt x="951931" y="32673"/>
                  <a:pt x="951856" y="31650"/>
                </a:cubicBezTo>
                <a:cubicBezTo>
                  <a:pt x="951630" y="28963"/>
                  <a:pt x="949868" y="26409"/>
                  <a:pt x="946569" y="23987"/>
                </a:cubicBezTo>
                <a:cubicBezTo>
                  <a:pt x="943271" y="21565"/>
                  <a:pt x="938833" y="20355"/>
                  <a:pt x="933254" y="20355"/>
                </a:cubicBezTo>
                <a:cubicBezTo>
                  <a:pt x="926205" y="20355"/>
                  <a:pt x="920853" y="22565"/>
                  <a:pt x="917197" y="26987"/>
                </a:cubicBezTo>
                <a:cubicBezTo>
                  <a:pt x="913540" y="31409"/>
                  <a:pt x="911712" y="36473"/>
                  <a:pt x="911712" y="42179"/>
                </a:cubicBezTo>
                <a:cubicBezTo>
                  <a:pt x="911712" y="48340"/>
                  <a:pt x="913729" y="53423"/>
                  <a:pt x="917762" y="57429"/>
                </a:cubicBezTo>
                <a:cubicBezTo>
                  <a:pt x="921795" y="61435"/>
                  <a:pt x="927016" y="63438"/>
                  <a:pt x="933424" y="63438"/>
                </a:cubicBezTo>
                <a:cubicBezTo>
                  <a:pt x="937118" y="63438"/>
                  <a:pt x="940878" y="62752"/>
                  <a:pt x="944704" y="61380"/>
                </a:cubicBezTo>
                <a:cubicBezTo>
                  <a:pt x="948529" y="60006"/>
                  <a:pt x="951988" y="57794"/>
                  <a:pt x="955079" y="54743"/>
                </a:cubicBezTo>
                <a:cubicBezTo>
                  <a:pt x="955870" y="53981"/>
                  <a:pt x="956568" y="53600"/>
                  <a:pt x="957171" y="53600"/>
                </a:cubicBezTo>
                <a:cubicBezTo>
                  <a:pt x="957811" y="53600"/>
                  <a:pt x="958349" y="53819"/>
                  <a:pt x="958782" y="54256"/>
                </a:cubicBezTo>
                <a:cubicBezTo>
                  <a:pt x="959216" y="54693"/>
                  <a:pt x="959432" y="55234"/>
                  <a:pt x="959432" y="55880"/>
                </a:cubicBezTo>
                <a:cubicBezTo>
                  <a:pt x="959432" y="57513"/>
                  <a:pt x="957529" y="59583"/>
                  <a:pt x="953722" y="62090"/>
                </a:cubicBezTo>
                <a:cubicBezTo>
                  <a:pt x="947578" y="66155"/>
                  <a:pt x="940736" y="68188"/>
                  <a:pt x="933198" y="68188"/>
                </a:cubicBezTo>
                <a:cubicBezTo>
                  <a:pt x="925546" y="68188"/>
                  <a:pt x="919260" y="65745"/>
                  <a:pt x="914341" y="60859"/>
                </a:cubicBezTo>
                <a:cubicBezTo>
                  <a:pt x="909422" y="55971"/>
                  <a:pt x="906963" y="49773"/>
                  <a:pt x="906963" y="42264"/>
                </a:cubicBezTo>
                <a:cubicBezTo>
                  <a:pt x="906963" y="34604"/>
                  <a:pt x="909479" y="28246"/>
                  <a:pt x="914511" y="23190"/>
                </a:cubicBezTo>
                <a:cubicBezTo>
                  <a:pt x="919543" y="18134"/>
                  <a:pt x="925885" y="15605"/>
                  <a:pt x="933537" y="15605"/>
                </a:cubicBezTo>
                <a:cubicBezTo>
                  <a:pt x="940812" y="15605"/>
                  <a:pt x="946918" y="17756"/>
                  <a:pt x="951856" y="22058"/>
                </a:cubicBezTo>
                <a:close/>
                <a:moveTo>
                  <a:pt x="1028072" y="41925"/>
                </a:moveTo>
                <a:cubicBezTo>
                  <a:pt x="1028072" y="49170"/>
                  <a:pt x="1025481" y="55359"/>
                  <a:pt x="1020298" y="60491"/>
                </a:cubicBezTo>
                <a:cubicBezTo>
                  <a:pt x="1015115" y="65622"/>
                  <a:pt x="1008867" y="68188"/>
                  <a:pt x="1001555" y="68188"/>
                </a:cubicBezTo>
                <a:cubicBezTo>
                  <a:pt x="994167" y="68188"/>
                  <a:pt x="987891" y="65613"/>
                  <a:pt x="982727" y="60463"/>
                </a:cubicBezTo>
                <a:cubicBezTo>
                  <a:pt x="977563" y="55312"/>
                  <a:pt x="974981" y="49132"/>
                  <a:pt x="974981" y="41925"/>
                </a:cubicBezTo>
                <a:cubicBezTo>
                  <a:pt x="974981" y="34679"/>
                  <a:pt x="977563" y="28482"/>
                  <a:pt x="982727" y="23332"/>
                </a:cubicBezTo>
                <a:cubicBezTo>
                  <a:pt x="987891" y="18181"/>
                  <a:pt x="994167" y="15605"/>
                  <a:pt x="1001555" y="15605"/>
                </a:cubicBezTo>
                <a:cubicBezTo>
                  <a:pt x="1008867" y="15605"/>
                  <a:pt x="1015115" y="18171"/>
                  <a:pt x="1020298" y="23303"/>
                </a:cubicBezTo>
                <a:cubicBezTo>
                  <a:pt x="1025481" y="28434"/>
                  <a:pt x="1028072" y="34642"/>
                  <a:pt x="1028072" y="41925"/>
                </a:cubicBezTo>
                <a:moveTo>
                  <a:pt x="1023266" y="41896"/>
                </a:moveTo>
                <a:cubicBezTo>
                  <a:pt x="1023266" y="35925"/>
                  <a:pt x="1021146" y="30843"/>
                  <a:pt x="1016906" y="26648"/>
                </a:cubicBezTo>
                <a:cubicBezTo>
                  <a:pt x="1012665" y="22452"/>
                  <a:pt x="1007529" y="20355"/>
                  <a:pt x="1001498" y="20355"/>
                </a:cubicBezTo>
                <a:cubicBezTo>
                  <a:pt x="995467" y="20355"/>
                  <a:pt x="990332" y="22462"/>
                  <a:pt x="986091" y="26676"/>
                </a:cubicBezTo>
                <a:cubicBezTo>
                  <a:pt x="981851" y="30890"/>
                  <a:pt x="979730" y="35963"/>
                  <a:pt x="979730" y="41896"/>
                </a:cubicBezTo>
                <a:cubicBezTo>
                  <a:pt x="979730" y="47792"/>
                  <a:pt x="981851" y="52856"/>
                  <a:pt x="986091" y="57090"/>
                </a:cubicBezTo>
                <a:cubicBezTo>
                  <a:pt x="990332" y="61322"/>
                  <a:pt x="995467" y="63438"/>
                  <a:pt x="1001498" y="63438"/>
                </a:cubicBezTo>
                <a:cubicBezTo>
                  <a:pt x="1007529" y="63438"/>
                  <a:pt x="1012665" y="61332"/>
                  <a:pt x="1016906" y="57118"/>
                </a:cubicBezTo>
                <a:cubicBezTo>
                  <a:pt x="1021146" y="52903"/>
                  <a:pt x="1023266" y="47830"/>
                  <a:pt x="1023266" y="41896"/>
                </a:cubicBezTo>
                <a:close/>
                <a:moveTo>
                  <a:pt x="1049388" y="17301"/>
                </a:moveTo>
                <a:lnTo>
                  <a:pt x="1049388" y="22058"/>
                </a:lnTo>
                <a:cubicBezTo>
                  <a:pt x="1053421" y="17756"/>
                  <a:pt x="1057473" y="15605"/>
                  <a:pt x="1061544" y="15605"/>
                </a:cubicBezTo>
                <a:cubicBezTo>
                  <a:pt x="1063994" y="15605"/>
                  <a:pt x="1066143" y="16252"/>
                  <a:pt x="1067990" y="17545"/>
                </a:cubicBezTo>
                <a:cubicBezTo>
                  <a:pt x="1069837" y="18837"/>
                  <a:pt x="1071382" y="20795"/>
                  <a:pt x="1072626" y="23418"/>
                </a:cubicBezTo>
                <a:cubicBezTo>
                  <a:pt x="1074737" y="20795"/>
                  <a:pt x="1076876" y="18837"/>
                  <a:pt x="1079043" y="17545"/>
                </a:cubicBezTo>
                <a:cubicBezTo>
                  <a:pt x="1081211" y="16252"/>
                  <a:pt x="1083387" y="15605"/>
                  <a:pt x="1085574" y="15605"/>
                </a:cubicBezTo>
                <a:cubicBezTo>
                  <a:pt x="1089004" y="15605"/>
                  <a:pt x="1091737" y="16720"/>
                  <a:pt x="1093772" y="18950"/>
                </a:cubicBezTo>
                <a:cubicBezTo>
                  <a:pt x="1096448" y="21822"/>
                  <a:pt x="1097786" y="24958"/>
                  <a:pt x="1097786" y="28359"/>
                </a:cubicBezTo>
                <a:lnTo>
                  <a:pt x="1097786" y="61629"/>
                </a:lnTo>
                <a:lnTo>
                  <a:pt x="1101801" y="61629"/>
                </a:lnTo>
                <a:cubicBezTo>
                  <a:pt x="1102932" y="61629"/>
                  <a:pt x="1103742" y="61846"/>
                  <a:pt x="1104232" y="62279"/>
                </a:cubicBezTo>
                <a:cubicBezTo>
                  <a:pt x="1104722" y="62713"/>
                  <a:pt x="1104967" y="63287"/>
                  <a:pt x="1104967" y="64004"/>
                </a:cubicBezTo>
                <a:cubicBezTo>
                  <a:pt x="1104967" y="64682"/>
                  <a:pt x="1104722" y="65248"/>
                  <a:pt x="1104232" y="65700"/>
                </a:cubicBezTo>
                <a:cubicBezTo>
                  <a:pt x="1103742" y="66152"/>
                  <a:pt x="1102932" y="66378"/>
                  <a:pt x="1101801" y="66378"/>
                </a:cubicBezTo>
                <a:lnTo>
                  <a:pt x="1093037" y="66378"/>
                </a:lnTo>
                <a:lnTo>
                  <a:pt x="1093037" y="28754"/>
                </a:lnTo>
                <a:cubicBezTo>
                  <a:pt x="1093037" y="26332"/>
                  <a:pt x="1092302" y="24327"/>
                  <a:pt x="1090832" y="22738"/>
                </a:cubicBezTo>
                <a:cubicBezTo>
                  <a:pt x="1089362" y="21149"/>
                  <a:pt x="1087666" y="20355"/>
                  <a:pt x="1085743" y="20355"/>
                </a:cubicBezTo>
                <a:cubicBezTo>
                  <a:pt x="1084009" y="20355"/>
                  <a:pt x="1082181" y="21007"/>
                  <a:pt x="1080259" y="22312"/>
                </a:cubicBezTo>
                <a:cubicBezTo>
                  <a:pt x="1078336" y="23617"/>
                  <a:pt x="1076150" y="26181"/>
                  <a:pt x="1073700" y="30002"/>
                </a:cubicBezTo>
                <a:lnTo>
                  <a:pt x="1073700" y="61629"/>
                </a:lnTo>
                <a:lnTo>
                  <a:pt x="1077658" y="61629"/>
                </a:lnTo>
                <a:cubicBezTo>
                  <a:pt x="1078789" y="61629"/>
                  <a:pt x="1079599" y="61846"/>
                  <a:pt x="1080089" y="62279"/>
                </a:cubicBezTo>
                <a:cubicBezTo>
                  <a:pt x="1080579" y="62713"/>
                  <a:pt x="1080824" y="63287"/>
                  <a:pt x="1080824" y="64004"/>
                </a:cubicBezTo>
                <a:cubicBezTo>
                  <a:pt x="1080824" y="64682"/>
                  <a:pt x="1080579" y="65248"/>
                  <a:pt x="1080089" y="65700"/>
                </a:cubicBezTo>
                <a:cubicBezTo>
                  <a:pt x="1079599" y="66152"/>
                  <a:pt x="1078789" y="66378"/>
                  <a:pt x="1077658" y="66378"/>
                </a:cubicBezTo>
                <a:lnTo>
                  <a:pt x="1068894" y="66378"/>
                </a:lnTo>
                <a:lnTo>
                  <a:pt x="1068894" y="29094"/>
                </a:lnTo>
                <a:cubicBezTo>
                  <a:pt x="1068894" y="26559"/>
                  <a:pt x="1068150" y="24468"/>
                  <a:pt x="1066661" y="22823"/>
                </a:cubicBezTo>
                <a:cubicBezTo>
                  <a:pt x="1065172" y="21177"/>
                  <a:pt x="1063504" y="20355"/>
                  <a:pt x="1061657" y="20355"/>
                </a:cubicBezTo>
                <a:cubicBezTo>
                  <a:pt x="1059961" y="20355"/>
                  <a:pt x="1058284" y="20903"/>
                  <a:pt x="1056625" y="21999"/>
                </a:cubicBezTo>
                <a:cubicBezTo>
                  <a:pt x="1054326" y="23551"/>
                  <a:pt x="1051913" y="26218"/>
                  <a:pt x="1049388" y="30002"/>
                </a:cubicBezTo>
                <a:lnTo>
                  <a:pt x="1049388" y="61629"/>
                </a:lnTo>
                <a:lnTo>
                  <a:pt x="1053402" y="61629"/>
                </a:lnTo>
                <a:cubicBezTo>
                  <a:pt x="1054533" y="61629"/>
                  <a:pt x="1055343" y="61846"/>
                  <a:pt x="1055833" y="62279"/>
                </a:cubicBezTo>
                <a:cubicBezTo>
                  <a:pt x="1056323" y="62713"/>
                  <a:pt x="1056568" y="63287"/>
                  <a:pt x="1056568" y="64004"/>
                </a:cubicBezTo>
                <a:cubicBezTo>
                  <a:pt x="1056568" y="64682"/>
                  <a:pt x="1056323" y="65248"/>
                  <a:pt x="1055833" y="65700"/>
                </a:cubicBezTo>
                <a:cubicBezTo>
                  <a:pt x="1055343" y="66152"/>
                  <a:pt x="1054533" y="66378"/>
                  <a:pt x="1053402" y="66378"/>
                </a:cubicBezTo>
                <a:lnTo>
                  <a:pt x="1040624" y="66378"/>
                </a:lnTo>
                <a:cubicBezTo>
                  <a:pt x="1039493" y="66378"/>
                  <a:pt x="1038683" y="66152"/>
                  <a:pt x="1038193" y="65700"/>
                </a:cubicBezTo>
                <a:cubicBezTo>
                  <a:pt x="1037703" y="65248"/>
                  <a:pt x="1037458" y="64682"/>
                  <a:pt x="1037458" y="64004"/>
                </a:cubicBezTo>
                <a:cubicBezTo>
                  <a:pt x="1037458" y="63287"/>
                  <a:pt x="1037703" y="62713"/>
                  <a:pt x="1038193" y="62279"/>
                </a:cubicBezTo>
                <a:cubicBezTo>
                  <a:pt x="1038683" y="61846"/>
                  <a:pt x="1039493" y="61629"/>
                  <a:pt x="1040624" y="61629"/>
                </a:cubicBezTo>
                <a:lnTo>
                  <a:pt x="1044638" y="61629"/>
                </a:lnTo>
                <a:lnTo>
                  <a:pt x="1044638" y="22051"/>
                </a:lnTo>
                <a:lnTo>
                  <a:pt x="1040624" y="22051"/>
                </a:lnTo>
                <a:cubicBezTo>
                  <a:pt x="1039493" y="22051"/>
                  <a:pt x="1038683" y="21825"/>
                  <a:pt x="1038193" y="21372"/>
                </a:cubicBezTo>
                <a:cubicBezTo>
                  <a:pt x="1037703" y="20920"/>
                  <a:pt x="1037458" y="20336"/>
                  <a:pt x="1037458" y="19619"/>
                </a:cubicBezTo>
                <a:cubicBezTo>
                  <a:pt x="1037458" y="18958"/>
                  <a:pt x="1037703" y="18406"/>
                  <a:pt x="1038193" y="17964"/>
                </a:cubicBezTo>
                <a:cubicBezTo>
                  <a:pt x="1038683" y="17522"/>
                  <a:pt x="1039493" y="17301"/>
                  <a:pt x="1040624" y="17301"/>
                </a:cubicBezTo>
                <a:lnTo>
                  <a:pt x="1049388" y="173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ClientHello">
            <a:extLst xmlns:a="http://schemas.openxmlformats.org/drawingml/2006/main">
              <a:ext uri="{FF2B5EF4-FFF2-40B4-BE49-F238E27FC236}">
                <a16:creationId xmlns:a16="http://schemas.microsoft.com/office/drawing/2014/main" id="{63D25FD7-D827-4C7D-9126-0DF7105A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38" y="1501834"/>
            <a:ext cx="818478" cy="75199"/>
          </a:xfrm>
          <a:custGeom xmlns:a="http://schemas.openxmlformats.org/drawingml/2006/main">
            <a:pathLst>
              <a:path w="818478" h="75199">
                <a:moveTo>
                  <a:pt x="48455" y="13785"/>
                </a:moveTo>
                <a:lnTo>
                  <a:pt x="48455" y="10426"/>
                </a:lnTo>
                <a:cubicBezTo>
                  <a:pt x="48455" y="9287"/>
                  <a:pt x="48672" y="8471"/>
                  <a:pt x="49105" y="7977"/>
                </a:cubicBezTo>
                <a:cubicBezTo>
                  <a:pt x="49539" y="7484"/>
                  <a:pt x="50114" y="7237"/>
                  <a:pt x="50830" y="7237"/>
                </a:cubicBezTo>
                <a:cubicBezTo>
                  <a:pt x="51546" y="7237"/>
                  <a:pt x="52121" y="7482"/>
                  <a:pt x="52554" y="7972"/>
                </a:cubicBezTo>
                <a:cubicBezTo>
                  <a:pt x="52988" y="8462"/>
                  <a:pt x="53204" y="9273"/>
                  <a:pt x="53204" y="10403"/>
                </a:cubicBezTo>
                <a:lnTo>
                  <a:pt x="53204" y="23577"/>
                </a:lnTo>
                <a:cubicBezTo>
                  <a:pt x="53204" y="24746"/>
                  <a:pt x="52988" y="25575"/>
                  <a:pt x="52554" y="26065"/>
                </a:cubicBezTo>
                <a:cubicBezTo>
                  <a:pt x="52121" y="26555"/>
                  <a:pt x="51546" y="26800"/>
                  <a:pt x="50830" y="26800"/>
                </a:cubicBezTo>
                <a:cubicBezTo>
                  <a:pt x="50189" y="26800"/>
                  <a:pt x="49652" y="26575"/>
                  <a:pt x="49218" y="26125"/>
                </a:cubicBezTo>
                <a:cubicBezTo>
                  <a:pt x="48785" y="25674"/>
                  <a:pt x="48530" y="24941"/>
                  <a:pt x="48455" y="23927"/>
                </a:cubicBezTo>
                <a:cubicBezTo>
                  <a:pt x="48267" y="20772"/>
                  <a:pt x="46552" y="17973"/>
                  <a:pt x="43310" y="15531"/>
                </a:cubicBezTo>
                <a:cubicBezTo>
                  <a:pt x="38937" y="12188"/>
                  <a:pt x="33962" y="10517"/>
                  <a:pt x="28383" y="10517"/>
                </a:cubicBezTo>
                <a:cubicBezTo>
                  <a:pt x="24727" y="10517"/>
                  <a:pt x="21278" y="11325"/>
                  <a:pt x="18036" y="12942"/>
                </a:cubicBezTo>
                <a:cubicBezTo>
                  <a:pt x="15624" y="14107"/>
                  <a:pt x="13702" y="15536"/>
                  <a:pt x="12269" y="17229"/>
                </a:cubicBezTo>
                <a:cubicBezTo>
                  <a:pt x="9781" y="20164"/>
                  <a:pt x="7803" y="23419"/>
                  <a:pt x="6333" y="26993"/>
                </a:cubicBezTo>
                <a:cubicBezTo>
                  <a:pt x="5277" y="29627"/>
                  <a:pt x="4749" y="32599"/>
                  <a:pt x="4749" y="35910"/>
                </a:cubicBezTo>
                <a:lnTo>
                  <a:pt x="4749" y="44206"/>
                </a:lnTo>
                <a:cubicBezTo>
                  <a:pt x="4749" y="51279"/>
                  <a:pt x="7313" y="57421"/>
                  <a:pt x="12439" y="62633"/>
                </a:cubicBezTo>
                <a:cubicBezTo>
                  <a:pt x="17565" y="67844"/>
                  <a:pt x="23521" y="70449"/>
                  <a:pt x="30306" y="70449"/>
                </a:cubicBezTo>
                <a:cubicBezTo>
                  <a:pt x="34377" y="70449"/>
                  <a:pt x="38023" y="69563"/>
                  <a:pt x="41246" y="67792"/>
                </a:cubicBezTo>
                <a:cubicBezTo>
                  <a:pt x="44469" y="66020"/>
                  <a:pt x="47588" y="63344"/>
                  <a:pt x="50604" y="59763"/>
                </a:cubicBezTo>
                <a:cubicBezTo>
                  <a:pt x="51244" y="58972"/>
                  <a:pt x="51961" y="58576"/>
                  <a:pt x="52752" y="58576"/>
                </a:cubicBezTo>
                <a:cubicBezTo>
                  <a:pt x="53431" y="58576"/>
                  <a:pt x="53977" y="58783"/>
                  <a:pt x="54392" y="59198"/>
                </a:cubicBezTo>
                <a:cubicBezTo>
                  <a:pt x="54806" y="59612"/>
                  <a:pt x="55014" y="60140"/>
                  <a:pt x="55014" y="60781"/>
                </a:cubicBezTo>
                <a:cubicBezTo>
                  <a:pt x="55014" y="61648"/>
                  <a:pt x="54203" y="62967"/>
                  <a:pt x="52583" y="64739"/>
                </a:cubicBezTo>
                <a:cubicBezTo>
                  <a:pt x="49492" y="68206"/>
                  <a:pt x="46014" y="70817"/>
                  <a:pt x="42151" y="72570"/>
                </a:cubicBezTo>
                <a:cubicBezTo>
                  <a:pt x="38287" y="74322"/>
                  <a:pt x="34377" y="75199"/>
                  <a:pt x="30419" y="75199"/>
                </a:cubicBezTo>
                <a:cubicBezTo>
                  <a:pt x="26989" y="75199"/>
                  <a:pt x="23502" y="74540"/>
                  <a:pt x="19959" y="73223"/>
                </a:cubicBezTo>
                <a:cubicBezTo>
                  <a:pt x="17245" y="72207"/>
                  <a:pt x="15002" y="71021"/>
                  <a:pt x="13230" y="69667"/>
                </a:cubicBezTo>
                <a:cubicBezTo>
                  <a:pt x="11459" y="68312"/>
                  <a:pt x="9282" y="66026"/>
                  <a:pt x="6700" y="62809"/>
                </a:cubicBezTo>
                <a:cubicBezTo>
                  <a:pt x="4118" y="59591"/>
                  <a:pt x="2356" y="56618"/>
                  <a:pt x="1414" y="53890"/>
                </a:cubicBezTo>
                <a:cubicBezTo>
                  <a:pt x="471" y="51161"/>
                  <a:pt x="0" y="48159"/>
                  <a:pt x="0" y="44886"/>
                </a:cubicBezTo>
                <a:lnTo>
                  <a:pt x="0" y="35233"/>
                </a:lnTo>
                <a:cubicBezTo>
                  <a:pt x="0" y="30567"/>
                  <a:pt x="1253" y="25797"/>
                  <a:pt x="3760" y="20923"/>
                </a:cubicBezTo>
                <a:cubicBezTo>
                  <a:pt x="6267" y="16050"/>
                  <a:pt x="9697" y="12306"/>
                  <a:pt x="14050" y="9691"/>
                </a:cubicBezTo>
                <a:cubicBezTo>
                  <a:pt x="18404" y="7075"/>
                  <a:pt x="23125" y="5767"/>
                  <a:pt x="28214" y="5767"/>
                </a:cubicBezTo>
                <a:cubicBezTo>
                  <a:pt x="36054" y="5767"/>
                  <a:pt x="42801" y="8440"/>
                  <a:pt x="48455" y="13785"/>
                </a:cubicBezTo>
                <a:close/>
                <a:moveTo>
                  <a:pt x="99454" y="2375"/>
                </a:moveTo>
                <a:lnTo>
                  <a:pt x="99454" y="68640"/>
                </a:lnTo>
                <a:lnTo>
                  <a:pt x="118113" y="68640"/>
                </a:lnTo>
                <a:cubicBezTo>
                  <a:pt x="119281" y="68640"/>
                  <a:pt x="120111" y="68857"/>
                  <a:pt x="120601" y="69290"/>
                </a:cubicBezTo>
                <a:cubicBezTo>
                  <a:pt x="121091" y="69724"/>
                  <a:pt x="121336" y="70298"/>
                  <a:pt x="121336" y="71015"/>
                </a:cubicBezTo>
                <a:cubicBezTo>
                  <a:pt x="121336" y="71693"/>
                  <a:pt x="121091" y="72259"/>
                  <a:pt x="120601" y="72711"/>
                </a:cubicBezTo>
                <a:cubicBezTo>
                  <a:pt x="120111" y="73163"/>
                  <a:pt x="119281" y="73389"/>
                  <a:pt x="118113" y="73389"/>
                </a:cubicBezTo>
                <a:lnTo>
                  <a:pt x="76047" y="73389"/>
                </a:lnTo>
                <a:cubicBezTo>
                  <a:pt x="74916" y="73389"/>
                  <a:pt x="74106" y="73163"/>
                  <a:pt x="73616" y="72711"/>
                </a:cubicBezTo>
                <a:cubicBezTo>
                  <a:pt x="73125" y="72259"/>
                  <a:pt x="72880" y="71693"/>
                  <a:pt x="72880" y="71015"/>
                </a:cubicBezTo>
                <a:cubicBezTo>
                  <a:pt x="72880" y="70298"/>
                  <a:pt x="73125" y="69724"/>
                  <a:pt x="73616" y="69290"/>
                </a:cubicBezTo>
                <a:cubicBezTo>
                  <a:pt x="74106" y="68857"/>
                  <a:pt x="74916" y="68640"/>
                  <a:pt x="76047" y="68640"/>
                </a:cubicBezTo>
                <a:lnTo>
                  <a:pt x="94705" y="68640"/>
                </a:lnTo>
                <a:lnTo>
                  <a:pt x="94705" y="7124"/>
                </a:lnTo>
                <a:lnTo>
                  <a:pt x="81022" y="7124"/>
                </a:lnTo>
                <a:cubicBezTo>
                  <a:pt x="79891" y="7124"/>
                  <a:pt x="79072" y="6901"/>
                  <a:pt x="78563" y="6454"/>
                </a:cubicBezTo>
                <a:cubicBezTo>
                  <a:pt x="78054" y="6007"/>
                  <a:pt x="77799" y="5429"/>
                  <a:pt x="77799" y="4721"/>
                </a:cubicBezTo>
                <a:cubicBezTo>
                  <a:pt x="77799" y="4051"/>
                  <a:pt x="78044" y="3493"/>
                  <a:pt x="78535" y="3046"/>
                </a:cubicBezTo>
                <a:cubicBezTo>
                  <a:pt x="79025" y="2599"/>
                  <a:pt x="79854" y="2375"/>
                  <a:pt x="81022" y="2375"/>
                </a:cubicBezTo>
                <a:lnTo>
                  <a:pt x="99454" y="2375"/>
                </a:lnTo>
                <a:close/>
                <a:moveTo>
                  <a:pt x="168886" y="0"/>
                </a:moveTo>
                <a:lnTo>
                  <a:pt x="168886" y="12213"/>
                </a:lnTo>
                <a:lnTo>
                  <a:pt x="161875" y="12213"/>
                </a:lnTo>
                <a:lnTo>
                  <a:pt x="161875" y="0"/>
                </a:lnTo>
                <a:lnTo>
                  <a:pt x="168886" y="0"/>
                </a:lnTo>
                <a:moveTo>
                  <a:pt x="169056" y="24312"/>
                </a:moveTo>
                <a:lnTo>
                  <a:pt x="169056" y="68640"/>
                </a:lnTo>
                <a:lnTo>
                  <a:pt x="187714" y="68640"/>
                </a:lnTo>
                <a:cubicBezTo>
                  <a:pt x="188882" y="68640"/>
                  <a:pt x="189712" y="68857"/>
                  <a:pt x="190202" y="69290"/>
                </a:cubicBezTo>
                <a:cubicBezTo>
                  <a:pt x="190692" y="69724"/>
                  <a:pt x="190937" y="70298"/>
                  <a:pt x="190937" y="71015"/>
                </a:cubicBezTo>
                <a:cubicBezTo>
                  <a:pt x="190937" y="71693"/>
                  <a:pt x="190692" y="72259"/>
                  <a:pt x="190202" y="72711"/>
                </a:cubicBezTo>
                <a:cubicBezTo>
                  <a:pt x="189712" y="73163"/>
                  <a:pt x="188882" y="73389"/>
                  <a:pt x="187714" y="73389"/>
                </a:cubicBezTo>
                <a:lnTo>
                  <a:pt x="145648" y="73389"/>
                </a:lnTo>
                <a:cubicBezTo>
                  <a:pt x="144517" y="73389"/>
                  <a:pt x="143707" y="73163"/>
                  <a:pt x="143217" y="72711"/>
                </a:cubicBezTo>
                <a:cubicBezTo>
                  <a:pt x="142727" y="72259"/>
                  <a:pt x="142482" y="71693"/>
                  <a:pt x="142482" y="71015"/>
                </a:cubicBezTo>
                <a:cubicBezTo>
                  <a:pt x="142482" y="70298"/>
                  <a:pt x="142727" y="69724"/>
                  <a:pt x="143217" y="69290"/>
                </a:cubicBezTo>
                <a:cubicBezTo>
                  <a:pt x="143707" y="68857"/>
                  <a:pt x="144517" y="68640"/>
                  <a:pt x="145648" y="68640"/>
                </a:cubicBezTo>
                <a:lnTo>
                  <a:pt x="164306" y="68640"/>
                </a:lnTo>
                <a:lnTo>
                  <a:pt x="164306" y="29062"/>
                </a:lnTo>
                <a:lnTo>
                  <a:pt x="150454" y="29062"/>
                </a:lnTo>
                <a:cubicBezTo>
                  <a:pt x="149323" y="29062"/>
                  <a:pt x="148503" y="28839"/>
                  <a:pt x="147994" y="28392"/>
                </a:cubicBezTo>
                <a:cubicBezTo>
                  <a:pt x="147485" y="27944"/>
                  <a:pt x="147231" y="27386"/>
                  <a:pt x="147231" y="26715"/>
                </a:cubicBezTo>
                <a:cubicBezTo>
                  <a:pt x="147231" y="26007"/>
                  <a:pt x="147476" y="25430"/>
                  <a:pt x="147966" y="24984"/>
                </a:cubicBezTo>
                <a:cubicBezTo>
                  <a:pt x="148456" y="24536"/>
                  <a:pt x="149285" y="24312"/>
                  <a:pt x="150454" y="24312"/>
                </a:cubicBezTo>
                <a:lnTo>
                  <a:pt x="169056" y="24312"/>
                </a:lnTo>
                <a:close/>
                <a:moveTo>
                  <a:pt x="261725" y="49982"/>
                </a:moveTo>
                <a:lnTo>
                  <a:pt x="213327" y="49982"/>
                </a:lnTo>
                <a:cubicBezTo>
                  <a:pt x="214156" y="56126"/>
                  <a:pt x="216728" y="61073"/>
                  <a:pt x="221044" y="64823"/>
                </a:cubicBezTo>
                <a:cubicBezTo>
                  <a:pt x="225360" y="68574"/>
                  <a:pt x="230703" y="70449"/>
                  <a:pt x="237074" y="70449"/>
                </a:cubicBezTo>
                <a:cubicBezTo>
                  <a:pt x="240617" y="70449"/>
                  <a:pt x="244330" y="69865"/>
                  <a:pt x="248212" y="68697"/>
                </a:cubicBezTo>
                <a:cubicBezTo>
                  <a:pt x="252094" y="67528"/>
                  <a:pt x="255261" y="65983"/>
                  <a:pt x="257711" y="64060"/>
                </a:cubicBezTo>
                <a:cubicBezTo>
                  <a:pt x="258427" y="63495"/>
                  <a:pt x="259049" y="63212"/>
                  <a:pt x="259577" y="63212"/>
                </a:cubicBezTo>
                <a:cubicBezTo>
                  <a:pt x="260180" y="63212"/>
                  <a:pt x="260707" y="63448"/>
                  <a:pt x="261160" y="63919"/>
                </a:cubicBezTo>
                <a:cubicBezTo>
                  <a:pt x="261612" y="64390"/>
                  <a:pt x="261838" y="64946"/>
                  <a:pt x="261838" y="65587"/>
                </a:cubicBezTo>
                <a:cubicBezTo>
                  <a:pt x="261838" y="66228"/>
                  <a:pt x="261537" y="66850"/>
                  <a:pt x="260934" y="67453"/>
                </a:cubicBezTo>
                <a:cubicBezTo>
                  <a:pt x="259124" y="69337"/>
                  <a:pt x="255911" y="71099"/>
                  <a:pt x="251293" y="72739"/>
                </a:cubicBezTo>
                <a:cubicBezTo>
                  <a:pt x="246676" y="74379"/>
                  <a:pt x="241936" y="75199"/>
                  <a:pt x="237074" y="75199"/>
                </a:cubicBezTo>
                <a:cubicBezTo>
                  <a:pt x="228932" y="75199"/>
                  <a:pt x="222138" y="72529"/>
                  <a:pt x="216691" y="67189"/>
                </a:cubicBezTo>
                <a:cubicBezTo>
                  <a:pt x="211244" y="61850"/>
                  <a:pt x="208521" y="55388"/>
                  <a:pt x="208521" y="47803"/>
                </a:cubicBezTo>
                <a:cubicBezTo>
                  <a:pt x="208521" y="40898"/>
                  <a:pt x="211074" y="34974"/>
                  <a:pt x="216182" y="30032"/>
                </a:cubicBezTo>
                <a:cubicBezTo>
                  <a:pt x="221289" y="25088"/>
                  <a:pt x="227612" y="22616"/>
                  <a:pt x="235151" y="22616"/>
                </a:cubicBezTo>
                <a:cubicBezTo>
                  <a:pt x="242916" y="22616"/>
                  <a:pt x="249305" y="25156"/>
                  <a:pt x="254318" y="30237"/>
                </a:cubicBezTo>
                <a:cubicBezTo>
                  <a:pt x="259332" y="35317"/>
                  <a:pt x="261801" y="41899"/>
                  <a:pt x="261725" y="49982"/>
                </a:cubicBezTo>
                <a:moveTo>
                  <a:pt x="256919" y="45232"/>
                </a:moveTo>
                <a:cubicBezTo>
                  <a:pt x="255977" y="39942"/>
                  <a:pt x="253499" y="35642"/>
                  <a:pt x="249484" y="32332"/>
                </a:cubicBezTo>
                <a:cubicBezTo>
                  <a:pt x="245470" y="29021"/>
                  <a:pt x="240692" y="27366"/>
                  <a:pt x="235151" y="27366"/>
                </a:cubicBezTo>
                <a:cubicBezTo>
                  <a:pt x="229610" y="27366"/>
                  <a:pt x="224842" y="29002"/>
                  <a:pt x="220847" y="32276"/>
                </a:cubicBezTo>
                <a:cubicBezTo>
                  <a:pt x="216851" y="35548"/>
                  <a:pt x="214363" y="39867"/>
                  <a:pt x="213383" y="45232"/>
                </a:cubicBezTo>
                <a:lnTo>
                  <a:pt x="256919" y="45232"/>
                </a:lnTo>
                <a:close/>
                <a:moveTo>
                  <a:pt x="290165" y="24312"/>
                </a:moveTo>
                <a:lnTo>
                  <a:pt x="290165" y="31436"/>
                </a:lnTo>
                <a:cubicBezTo>
                  <a:pt x="293482" y="28103"/>
                  <a:pt x="296479" y="25799"/>
                  <a:pt x="299155" y="24526"/>
                </a:cubicBezTo>
                <a:cubicBezTo>
                  <a:pt x="301831" y="23253"/>
                  <a:pt x="304847" y="22616"/>
                  <a:pt x="308201" y="22616"/>
                </a:cubicBezTo>
                <a:cubicBezTo>
                  <a:pt x="311820" y="22616"/>
                  <a:pt x="315118" y="23391"/>
                  <a:pt x="318096" y="24940"/>
                </a:cubicBezTo>
                <a:cubicBezTo>
                  <a:pt x="320207" y="26074"/>
                  <a:pt x="322120" y="27954"/>
                  <a:pt x="323835" y="30581"/>
                </a:cubicBezTo>
                <a:cubicBezTo>
                  <a:pt x="325550" y="33207"/>
                  <a:pt x="326407" y="35898"/>
                  <a:pt x="326407" y="38656"/>
                </a:cubicBezTo>
                <a:lnTo>
                  <a:pt x="326407" y="68640"/>
                </a:lnTo>
                <a:lnTo>
                  <a:pt x="330422" y="68640"/>
                </a:lnTo>
                <a:cubicBezTo>
                  <a:pt x="331552" y="68640"/>
                  <a:pt x="332363" y="68857"/>
                  <a:pt x="332853" y="69290"/>
                </a:cubicBezTo>
                <a:cubicBezTo>
                  <a:pt x="333343" y="69724"/>
                  <a:pt x="333588" y="70298"/>
                  <a:pt x="333588" y="71015"/>
                </a:cubicBezTo>
                <a:cubicBezTo>
                  <a:pt x="333588" y="71693"/>
                  <a:pt x="333343" y="72259"/>
                  <a:pt x="332853" y="72711"/>
                </a:cubicBezTo>
                <a:cubicBezTo>
                  <a:pt x="332363" y="73163"/>
                  <a:pt x="331552" y="73389"/>
                  <a:pt x="330422" y="73389"/>
                </a:cubicBezTo>
                <a:lnTo>
                  <a:pt x="317700" y="73389"/>
                </a:lnTo>
                <a:cubicBezTo>
                  <a:pt x="316532" y="73389"/>
                  <a:pt x="315702" y="73163"/>
                  <a:pt x="315212" y="72711"/>
                </a:cubicBezTo>
                <a:cubicBezTo>
                  <a:pt x="314722" y="72259"/>
                  <a:pt x="314477" y="71693"/>
                  <a:pt x="314477" y="71015"/>
                </a:cubicBezTo>
                <a:cubicBezTo>
                  <a:pt x="314477" y="70298"/>
                  <a:pt x="314722" y="69724"/>
                  <a:pt x="315212" y="69290"/>
                </a:cubicBezTo>
                <a:cubicBezTo>
                  <a:pt x="315702" y="68857"/>
                  <a:pt x="316532" y="68640"/>
                  <a:pt x="317700" y="68640"/>
                </a:cubicBezTo>
                <a:lnTo>
                  <a:pt x="321658" y="68640"/>
                </a:lnTo>
                <a:lnTo>
                  <a:pt x="321658" y="39402"/>
                </a:lnTo>
                <a:cubicBezTo>
                  <a:pt x="321658" y="36033"/>
                  <a:pt x="320433" y="33184"/>
                  <a:pt x="317983" y="30857"/>
                </a:cubicBezTo>
                <a:cubicBezTo>
                  <a:pt x="315533" y="28529"/>
                  <a:pt x="312253" y="27366"/>
                  <a:pt x="308145" y="27366"/>
                </a:cubicBezTo>
                <a:cubicBezTo>
                  <a:pt x="305016" y="27366"/>
                  <a:pt x="302302" y="27997"/>
                  <a:pt x="300003" y="29260"/>
                </a:cubicBezTo>
                <a:cubicBezTo>
                  <a:pt x="297704" y="30522"/>
                  <a:pt x="294424" y="33660"/>
                  <a:pt x="290165" y="38674"/>
                </a:cubicBezTo>
                <a:lnTo>
                  <a:pt x="290165" y="68640"/>
                </a:lnTo>
                <a:lnTo>
                  <a:pt x="295536" y="68640"/>
                </a:lnTo>
                <a:cubicBezTo>
                  <a:pt x="296667" y="68640"/>
                  <a:pt x="297477" y="68857"/>
                  <a:pt x="297968" y="69290"/>
                </a:cubicBezTo>
                <a:cubicBezTo>
                  <a:pt x="298458" y="69724"/>
                  <a:pt x="298703" y="70298"/>
                  <a:pt x="298703" y="71015"/>
                </a:cubicBezTo>
                <a:cubicBezTo>
                  <a:pt x="298703" y="71693"/>
                  <a:pt x="298458" y="72259"/>
                  <a:pt x="297968" y="72711"/>
                </a:cubicBezTo>
                <a:cubicBezTo>
                  <a:pt x="297477" y="73163"/>
                  <a:pt x="296667" y="73389"/>
                  <a:pt x="295536" y="73389"/>
                </a:cubicBezTo>
                <a:lnTo>
                  <a:pt x="280044" y="73389"/>
                </a:lnTo>
                <a:cubicBezTo>
                  <a:pt x="278913" y="73389"/>
                  <a:pt x="278103" y="73163"/>
                  <a:pt x="277613" y="72711"/>
                </a:cubicBezTo>
                <a:cubicBezTo>
                  <a:pt x="277123" y="72259"/>
                  <a:pt x="276878" y="71693"/>
                  <a:pt x="276878" y="71015"/>
                </a:cubicBezTo>
                <a:cubicBezTo>
                  <a:pt x="276878" y="70298"/>
                  <a:pt x="277123" y="69724"/>
                  <a:pt x="277613" y="69290"/>
                </a:cubicBezTo>
                <a:cubicBezTo>
                  <a:pt x="278103" y="68857"/>
                  <a:pt x="278913" y="68640"/>
                  <a:pt x="280044" y="68640"/>
                </a:cubicBezTo>
                <a:lnTo>
                  <a:pt x="285416" y="68640"/>
                </a:lnTo>
                <a:lnTo>
                  <a:pt x="285416" y="29062"/>
                </a:lnTo>
                <a:lnTo>
                  <a:pt x="281401" y="29062"/>
                </a:lnTo>
                <a:cubicBezTo>
                  <a:pt x="280270" y="29062"/>
                  <a:pt x="279460" y="28836"/>
                  <a:pt x="278970" y="28383"/>
                </a:cubicBezTo>
                <a:cubicBezTo>
                  <a:pt x="278480" y="27931"/>
                  <a:pt x="278235" y="27347"/>
                  <a:pt x="278235" y="26630"/>
                </a:cubicBezTo>
                <a:cubicBezTo>
                  <a:pt x="278235" y="25969"/>
                  <a:pt x="278480" y="25417"/>
                  <a:pt x="278970" y="24975"/>
                </a:cubicBezTo>
                <a:cubicBezTo>
                  <a:pt x="279460" y="24533"/>
                  <a:pt x="280270" y="24312"/>
                  <a:pt x="281401" y="24312"/>
                </a:cubicBezTo>
                <a:lnTo>
                  <a:pt x="290165" y="24312"/>
                </a:lnTo>
                <a:close/>
                <a:moveTo>
                  <a:pt x="365250" y="24312"/>
                </a:moveTo>
                <a:lnTo>
                  <a:pt x="391033" y="24312"/>
                </a:lnTo>
                <a:cubicBezTo>
                  <a:pt x="392164" y="24312"/>
                  <a:pt x="392974" y="24533"/>
                  <a:pt x="393464" y="24975"/>
                </a:cubicBezTo>
                <a:cubicBezTo>
                  <a:pt x="393954" y="25417"/>
                  <a:pt x="394199" y="25987"/>
                  <a:pt x="394199" y="26687"/>
                </a:cubicBezTo>
                <a:cubicBezTo>
                  <a:pt x="394199" y="27366"/>
                  <a:pt x="393954" y="27931"/>
                  <a:pt x="393464" y="28383"/>
                </a:cubicBezTo>
                <a:cubicBezTo>
                  <a:pt x="392974" y="28836"/>
                  <a:pt x="392164" y="29062"/>
                  <a:pt x="391033" y="29062"/>
                </a:cubicBezTo>
                <a:lnTo>
                  <a:pt x="365250" y="29062"/>
                </a:lnTo>
                <a:lnTo>
                  <a:pt x="365250" y="60754"/>
                </a:lnTo>
                <a:cubicBezTo>
                  <a:pt x="365250" y="63513"/>
                  <a:pt x="366353" y="65819"/>
                  <a:pt x="368558" y="67672"/>
                </a:cubicBezTo>
                <a:cubicBezTo>
                  <a:pt x="370763" y="69523"/>
                  <a:pt x="373995" y="70449"/>
                  <a:pt x="378255" y="70449"/>
                </a:cubicBezTo>
                <a:cubicBezTo>
                  <a:pt x="381459" y="70449"/>
                  <a:pt x="384927" y="69969"/>
                  <a:pt x="388658" y="69007"/>
                </a:cubicBezTo>
                <a:cubicBezTo>
                  <a:pt x="392390" y="68046"/>
                  <a:pt x="395292" y="66963"/>
                  <a:pt x="397365" y="65756"/>
                </a:cubicBezTo>
                <a:cubicBezTo>
                  <a:pt x="398119" y="65266"/>
                  <a:pt x="398741" y="65021"/>
                  <a:pt x="399231" y="65021"/>
                </a:cubicBezTo>
                <a:cubicBezTo>
                  <a:pt x="399834" y="65021"/>
                  <a:pt x="400362" y="65257"/>
                  <a:pt x="400814" y="65728"/>
                </a:cubicBezTo>
                <a:cubicBezTo>
                  <a:pt x="401267" y="66199"/>
                  <a:pt x="401493" y="66755"/>
                  <a:pt x="401493" y="67396"/>
                </a:cubicBezTo>
                <a:cubicBezTo>
                  <a:pt x="401493" y="67961"/>
                  <a:pt x="401248" y="68489"/>
                  <a:pt x="400758" y="68979"/>
                </a:cubicBezTo>
                <a:cubicBezTo>
                  <a:pt x="399552" y="70223"/>
                  <a:pt x="396621" y="71571"/>
                  <a:pt x="391966" y="73022"/>
                </a:cubicBezTo>
                <a:cubicBezTo>
                  <a:pt x="387311" y="74473"/>
                  <a:pt x="382853" y="75199"/>
                  <a:pt x="378594" y="75199"/>
                </a:cubicBezTo>
                <a:cubicBezTo>
                  <a:pt x="373053" y="75199"/>
                  <a:pt x="368643" y="73895"/>
                  <a:pt x="365364" y="71289"/>
                </a:cubicBezTo>
                <a:cubicBezTo>
                  <a:pt x="362084" y="68681"/>
                  <a:pt x="360445" y="65166"/>
                  <a:pt x="360445" y="60746"/>
                </a:cubicBezTo>
                <a:lnTo>
                  <a:pt x="360445" y="29062"/>
                </a:lnTo>
                <a:lnTo>
                  <a:pt x="351681" y="29062"/>
                </a:lnTo>
                <a:cubicBezTo>
                  <a:pt x="350550" y="29062"/>
                  <a:pt x="349740" y="28839"/>
                  <a:pt x="349250" y="28392"/>
                </a:cubicBezTo>
                <a:cubicBezTo>
                  <a:pt x="348760" y="27944"/>
                  <a:pt x="348515" y="27367"/>
                  <a:pt x="348515" y="26659"/>
                </a:cubicBezTo>
                <a:cubicBezTo>
                  <a:pt x="348515" y="25989"/>
                  <a:pt x="348760" y="25430"/>
                  <a:pt x="349250" y="24984"/>
                </a:cubicBezTo>
                <a:cubicBezTo>
                  <a:pt x="349740" y="24536"/>
                  <a:pt x="350550" y="24312"/>
                  <a:pt x="351681" y="24312"/>
                </a:cubicBezTo>
                <a:lnTo>
                  <a:pt x="360445" y="24312"/>
                </a:lnTo>
                <a:lnTo>
                  <a:pt x="360445" y="10198"/>
                </a:lnTo>
                <a:cubicBezTo>
                  <a:pt x="360445" y="9059"/>
                  <a:pt x="360671" y="8244"/>
                  <a:pt x="361123" y="7751"/>
                </a:cubicBezTo>
                <a:cubicBezTo>
                  <a:pt x="361575" y="7258"/>
                  <a:pt x="362141" y="7011"/>
                  <a:pt x="362819" y="7011"/>
                </a:cubicBezTo>
                <a:cubicBezTo>
                  <a:pt x="363535" y="7011"/>
                  <a:pt x="364120" y="7258"/>
                  <a:pt x="364572" y="7751"/>
                </a:cubicBezTo>
                <a:cubicBezTo>
                  <a:pt x="365024" y="8244"/>
                  <a:pt x="365250" y="9059"/>
                  <a:pt x="365250" y="10198"/>
                </a:cubicBezTo>
                <a:lnTo>
                  <a:pt x="365250" y="24312"/>
                </a:lnTo>
                <a:close/>
                <a:moveTo>
                  <a:pt x="530065" y="41388"/>
                </a:moveTo>
                <a:lnTo>
                  <a:pt x="498573" y="41388"/>
                </a:lnTo>
                <a:lnTo>
                  <a:pt x="498573" y="68640"/>
                </a:lnTo>
                <a:lnTo>
                  <a:pt x="504962" y="68640"/>
                </a:lnTo>
                <a:cubicBezTo>
                  <a:pt x="506092" y="68640"/>
                  <a:pt x="506903" y="68857"/>
                  <a:pt x="507393" y="69290"/>
                </a:cubicBezTo>
                <a:cubicBezTo>
                  <a:pt x="507883" y="69724"/>
                  <a:pt x="508128" y="70298"/>
                  <a:pt x="508128" y="71015"/>
                </a:cubicBezTo>
                <a:cubicBezTo>
                  <a:pt x="508128" y="71693"/>
                  <a:pt x="507883" y="72259"/>
                  <a:pt x="507393" y="72711"/>
                </a:cubicBezTo>
                <a:cubicBezTo>
                  <a:pt x="506903" y="73163"/>
                  <a:pt x="506092" y="73389"/>
                  <a:pt x="504962" y="73389"/>
                </a:cubicBezTo>
                <a:lnTo>
                  <a:pt x="488452" y="73389"/>
                </a:lnTo>
                <a:cubicBezTo>
                  <a:pt x="487321" y="73389"/>
                  <a:pt x="486511" y="73163"/>
                  <a:pt x="486021" y="72711"/>
                </a:cubicBezTo>
                <a:cubicBezTo>
                  <a:pt x="485531" y="72259"/>
                  <a:pt x="485286" y="71693"/>
                  <a:pt x="485286" y="71015"/>
                </a:cubicBezTo>
                <a:cubicBezTo>
                  <a:pt x="485286" y="70298"/>
                  <a:pt x="485531" y="69724"/>
                  <a:pt x="486021" y="69290"/>
                </a:cubicBezTo>
                <a:cubicBezTo>
                  <a:pt x="486511" y="68857"/>
                  <a:pt x="487321" y="68640"/>
                  <a:pt x="488452" y="68640"/>
                </a:cubicBezTo>
                <a:lnTo>
                  <a:pt x="493823" y="68640"/>
                </a:lnTo>
                <a:lnTo>
                  <a:pt x="493823" y="11987"/>
                </a:lnTo>
                <a:lnTo>
                  <a:pt x="490883" y="11987"/>
                </a:lnTo>
                <a:cubicBezTo>
                  <a:pt x="489715" y="11987"/>
                  <a:pt x="488885" y="11770"/>
                  <a:pt x="488395" y="11336"/>
                </a:cubicBezTo>
                <a:cubicBezTo>
                  <a:pt x="487905" y="10903"/>
                  <a:pt x="487660" y="10328"/>
                  <a:pt x="487660" y="9612"/>
                </a:cubicBezTo>
                <a:cubicBezTo>
                  <a:pt x="487660" y="8896"/>
                  <a:pt x="487905" y="8321"/>
                  <a:pt x="488395" y="7887"/>
                </a:cubicBezTo>
                <a:cubicBezTo>
                  <a:pt x="488885" y="7454"/>
                  <a:pt x="489715" y="7237"/>
                  <a:pt x="490883" y="7237"/>
                </a:cubicBezTo>
                <a:lnTo>
                  <a:pt x="504962" y="7237"/>
                </a:lnTo>
                <a:cubicBezTo>
                  <a:pt x="506092" y="7237"/>
                  <a:pt x="506903" y="7454"/>
                  <a:pt x="507393" y="7887"/>
                </a:cubicBezTo>
                <a:cubicBezTo>
                  <a:pt x="507883" y="8321"/>
                  <a:pt x="508128" y="8896"/>
                  <a:pt x="508128" y="9612"/>
                </a:cubicBezTo>
                <a:cubicBezTo>
                  <a:pt x="508128" y="10328"/>
                  <a:pt x="507883" y="10903"/>
                  <a:pt x="507393" y="11336"/>
                </a:cubicBezTo>
                <a:cubicBezTo>
                  <a:pt x="506903" y="11770"/>
                  <a:pt x="506092" y="11987"/>
                  <a:pt x="504962" y="11987"/>
                </a:cubicBezTo>
                <a:lnTo>
                  <a:pt x="498573" y="11987"/>
                </a:lnTo>
                <a:lnTo>
                  <a:pt x="498573" y="36638"/>
                </a:lnTo>
                <a:lnTo>
                  <a:pt x="530065" y="36638"/>
                </a:lnTo>
                <a:lnTo>
                  <a:pt x="530065" y="11987"/>
                </a:lnTo>
                <a:lnTo>
                  <a:pt x="523733" y="11987"/>
                </a:lnTo>
                <a:cubicBezTo>
                  <a:pt x="522602" y="11987"/>
                  <a:pt x="521792" y="11770"/>
                  <a:pt x="521302" y="11336"/>
                </a:cubicBezTo>
                <a:cubicBezTo>
                  <a:pt x="520812" y="10903"/>
                  <a:pt x="520567" y="10328"/>
                  <a:pt x="520567" y="9612"/>
                </a:cubicBezTo>
                <a:cubicBezTo>
                  <a:pt x="520567" y="8896"/>
                  <a:pt x="520802" y="8321"/>
                  <a:pt x="521273" y="7887"/>
                </a:cubicBezTo>
                <a:cubicBezTo>
                  <a:pt x="521745" y="7454"/>
                  <a:pt x="522564" y="7237"/>
                  <a:pt x="523733" y="7237"/>
                </a:cubicBezTo>
                <a:lnTo>
                  <a:pt x="537812" y="7237"/>
                </a:lnTo>
                <a:cubicBezTo>
                  <a:pt x="538980" y="7237"/>
                  <a:pt x="539809" y="7454"/>
                  <a:pt x="540299" y="7887"/>
                </a:cubicBezTo>
                <a:cubicBezTo>
                  <a:pt x="540789" y="8321"/>
                  <a:pt x="541034" y="8896"/>
                  <a:pt x="541034" y="9612"/>
                </a:cubicBezTo>
                <a:cubicBezTo>
                  <a:pt x="541034" y="10328"/>
                  <a:pt x="540789" y="10903"/>
                  <a:pt x="540299" y="11336"/>
                </a:cubicBezTo>
                <a:cubicBezTo>
                  <a:pt x="539809" y="11770"/>
                  <a:pt x="538980" y="11987"/>
                  <a:pt x="537812" y="11987"/>
                </a:cubicBezTo>
                <a:lnTo>
                  <a:pt x="534871" y="11987"/>
                </a:lnTo>
                <a:lnTo>
                  <a:pt x="534871" y="68640"/>
                </a:lnTo>
                <a:lnTo>
                  <a:pt x="540243" y="68640"/>
                </a:lnTo>
                <a:cubicBezTo>
                  <a:pt x="541374" y="68640"/>
                  <a:pt x="542184" y="68857"/>
                  <a:pt x="542674" y="69290"/>
                </a:cubicBezTo>
                <a:cubicBezTo>
                  <a:pt x="543164" y="69724"/>
                  <a:pt x="543409" y="70298"/>
                  <a:pt x="543409" y="71015"/>
                </a:cubicBezTo>
                <a:cubicBezTo>
                  <a:pt x="543409" y="71693"/>
                  <a:pt x="543164" y="72259"/>
                  <a:pt x="542674" y="72711"/>
                </a:cubicBezTo>
                <a:cubicBezTo>
                  <a:pt x="542184" y="73163"/>
                  <a:pt x="541374" y="73389"/>
                  <a:pt x="540243" y="73389"/>
                </a:cubicBezTo>
                <a:lnTo>
                  <a:pt x="523733" y="73389"/>
                </a:lnTo>
                <a:cubicBezTo>
                  <a:pt x="522602" y="73389"/>
                  <a:pt x="521792" y="73163"/>
                  <a:pt x="521302" y="72711"/>
                </a:cubicBezTo>
                <a:cubicBezTo>
                  <a:pt x="520812" y="72259"/>
                  <a:pt x="520567" y="71693"/>
                  <a:pt x="520567" y="71015"/>
                </a:cubicBezTo>
                <a:cubicBezTo>
                  <a:pt x="520567" y="70298"/>
                  <a:pt x="520802" y="69724"/>
                  <a:pt x="521273" y="69290"/>
                </a:cubicBezTo>
                <a:cubicBezTo>
                  <a:pt x="521745" y="68857"/>
                  <a:pt x="522564" y="68640"/>
                  <a:pt x="523733" y="68640"/>
                </a:cubicBezTo>
                <a:lnTo>
                  <a:pt x="530065" y="68640"/>
                </a:lnTo>
                <a:lnTo>
                  <a:pt x="530065" y="41388"/>
                </a:lnTo>
                <a:close/>
                <a:moveTo>
                  <a:pt x="609165" y="49982"/>
                </a:moveTo>
                <a:lnTo>
                  <a:pt x="560767" y="49982"/>
                </a:lnTo>
                <a:cubicBezTo>
                  <a:pt x="561596" y="56126"/>
                  <a:pt x="564169" y="61073"/>
                  <a:pt x="568485" y="64823"/>
                </a:cubicBezTo>
                <a:cubicBezTo>
                  <a:pt x="572801" y="68574"/>
                  <a:pt x="578144" y="70449"/>
                  <a:pt x="584514" y="70449"/>
                </a:cubicBezTo>
                <a:cubicBezTo>
                  <a:pt x="588057" y="70449"/>
                  <a:pt x="591770" y="69865"/>
                  <a:pt x="595652" y="68697"/>
                </a:cubicBezTo>
                <a:cubicBezTo>
                  <a:pt x="599535" y="67528"/>
                  <a:pt x="602701" y="65983"/>
                  <a:pt x="605151" y="64060"/>
                </a:cubicBezTo>
                <a:cubicBezTo>
                  <a:pt x="605867" y="63495"/>
                  <a:pt x="606489" y="63212"/>
                  <a:pt x="607017" y="63212"/>
                </a:cubicBezTo>
                <a:cubicBezTo>
                  <a:pt x="607620" y="63212"/>
                  <a:pt x="608148" y="63448"/>
                  <a:pt x="608600" y="63919"/>
                </a:cubicBezTo>
                <a:cubicBezTo>
                  <a:pt x="609052" y="64390"/>
                  <a:pt x="609279" y="64946"/>
                  <a:pt x="609279" y="65587"/>
                </a:cubicBezTo>
                <a:cubicBezTo>
                  <a:pt x="609279" y="66228"/>
                  <a:pt x="608977" y="66850"/>
                  <a:pt x="608374" y="67453"/>
                </a:cubicBezTo>
                <a:cubicBezTo>
                  <a:pt x="606565" y="69337"/>
                  <a:pt x="603351" y="71099"/>
                  <a:pt x="598734" y="72739"/>
                </a:cubicBezTo>
                <a:cubicBezTo>
                  <a:pt x="594116" y="74379"/>
                  <a:pt x="589376" y="75199"/>
                  <a:pt x="584514" y="75199"/>
                </a:cubicBezTo>
                <a:cubicBezTo>
                  <a:pt x="576372" y="75199"/>
                  <a:pt x="569578" y="72529"/>
                  <a:pt x="564131" y="67189"/>
                </a:cubicBezTo>
                <a:cubicBezTo>
                  <a:pt x="558684" y="61850"/>
                  <a:pt x="555961" y="55388"/>
                  <a:pt x="555961" y="47803"/>
                </a:cubicBezTo>
                <a:cubicBezTo>
                  <a:pt x="555961" y="40898"/>
                  <a:pt x="558515" y="34974"/>
                  <a:pt x="563622" y="30032"/>
                </a:cubicBezTo>
                <a:cubicBezTo>
                  <a:pt x="568730" y="25088"/>
                  <a:pt x="575053" y="22616"/>
                  <a:pt x="582591" y="22616"/>
                </a:cubicBezTo>
                <a:cubicBezTo>
                  <a:pt x="590356" y="22616"/>
                  <a:pt x="596745" y="25156"/>
                  <a:pt x="601759" y="30237"/>
                </a:cubicBezTo>
                <a:cubicBezTo>
                  <a:pt x="606772" y="35317"/>
                  <a:pt x="609241" y="41899"/>
                  <a:pt x="609165" y="49982"/>
                </a:cubicBezTo>
                <a:moveTo>
                  <a:pt x="604360" y="45232"/>
                </a:moveTo>
                <a:cubicBezTo>
                  <a:pt x="603417" y="39942"/>
                  <a:pt x="600939" y="35642"/>
                  <a:pt x="596924" y="32332"/>
                </a:cubicBezTo>
                <a:cubicBezTo>
                  <a:pt x="592910" y="29021"/>
                  <a:pt x="588132" y="27366"/>
                  <a:pt x="582591" y="27366"/>
                </a:cubicBezTo>
                <a:cubicBezTo>
                  <a:pt x="577051" y="27366"/>
                  <a:pt x="572282" y="29002"/>
                  <a:pt x="568287" y="32276"/>
                </a:cubicBezTo>
                <a:cubicBezTo>
                  <a:pt x="564291" y="35548"/>
                  <a:pt x="561803" y="39867"/>
                  <a:pt x="560823" y="45232"/>
                </a:cubicBezTo>
                <a:lnTo>
                  <a:pt x="604360" y="45232"/>
                </a:lnTo>
                <a:close/>
                <a:moveTo>
                  <a:pt x="655359" y="2375"/>
                </a:moveTo>
                <a:lnTo>
                  <a:pt x="655359" y="68640"/>
                </a:lnTo>
                <a:lnTo>
                  <a:pt x="674017" y="68640"/>
                </a:lnTo>
                <a:cubicBezTo>
                  <a:pt x="675186" y="68640"/>
                  <a:pt x="676015" y="68857"/>
                  <a:pt x="676505" y="69290"/>
                </a:cubicBezTo>
                <a:cubicBezTo>
                  <a:pt x="676995" y="69724"/>
                  <a:pt x="677240" y="70298"/>
                  <a:pt x="677240" y="71015"/>
                </a:cubicBezTo>
                <a:cubicBezTo>
                  <a:pt x="677240" y="71693"/>
                  <a:pt x="676995" y="72259"/>
                  <a:pt x="676505" y="72711"/>
                </a:cubicBezTo>
                <a:cubicBezTo>
                  <a:pt x="676015" y="73163"/>
                  <a:pt x="675186" y="73389"/>
                  <a:pt x="674017" y="73389"/>
                </a:cubicBezTo>
                <a:lnTo>
                  <a:pt x="631951" y="73389"/>
                </a:lnTo>
                <a:cubicBezTo>
                  <a:pt x="630820" y="73389"/>
                  <a:pt x="630010" y="73163"/>
                  <a:pt x="629520" y="72711"/>
                </a:cubicBezTo>
                <a:cubicBezTo>
                  <a:pt x="629030" y="72259"/>
                  <a:pt x="628785" y="71693"/>
                  <a:pt x="628785" y="71015"/>
                </a:cubicBezTo>
                <a:cubicBezTo>
                  <a:pt x="628785" y="70298"/>
                  <a:pt x="629030" y="69724"/>
                  <a:pt x="629520" y="69290"/>
                </a:cubicBezTo>
                <a:cubicBezTo>
                  <a:pt x="630010" y="68857"/>
                  <a:pt x="630820" y="68640"/>
                  <a:pt x="631951" y="68640"/>
                </a:cubicBezTo>
                <a:lnTo>
                  <a:pt x="650609" y="68640"/>
                </a:lnTo>
                <a:lnTo>
                  <a:pt x="650609" y="7124"/>
                </a:lnTo>
                <a:lnTo>
                  <a:pt x="636927" y="7124"/>
                </a:lnTo>
                <a:cubicBezTo>
                  <a:pt x="635796" y="7124"/>
                  <a:pt x="634976" y="6901"/>
                  <a:pt x="634467" y="6454"/>
                </a:cubicBezTo>
                <a:cubicBezTo>
                  <a:pt x="633958" y="6007"/>
                  <a:pt x="633704" y="5429"/>
                  <a:pt x="633704" y="4721"/>
                </a:cubicBezTo>
                <a:cubicBezTo>
                  <a:pt x="633704" y="4051"/>
                  <a:pt x="633949" y="3493"/>
                  <a:pt x="634439" y="3046"/>
                </a:cubicBezTo>
                <a:cubicBezTo>
                  <a:pt x="634929" y="2599"/>
                  <a:pt x="635758" y="2375"/>
                  <a:pt x="636927" y="2375"/>
                </a:cubicBezTo>
                <a:lnTo>
                  <a:pt x="655359" y="2375"/>
                </a:lnTo>
                <a:close/>
                <a:moveTo>
                  <a:pt x="724847" y="2375"/>
                </a:moveTo>
                <a:lnTo>
                  <a:pt x="724847" y="68640"/>
                </a:lnTo>
                <a:lnTo>
                  <a:pt x="743505" y="68640"/>
                </a:lnTo>
                <a:cubicBezTo>
                  <a:pt x="744674" y="68640"/>
                  <a:pt x="745503" y="68857"/>
                  <a:pt x="745993" y="69290"/>
                </a:cubicBezTo>
                <a:cubicBezTo>
                  <a:pt x="746483" y="69724"/>
                  <a:pt x="746728" y="70298"/>
                  <a:pt x="746728" y="71015"/>
                </a:cubicBezTo>
                <a:cubicBezTo>
                  <a:pt x="746728" y="71693"/>
                  <a:pt x="746483" y="72259"/>
                  <a:pt x="745993" y="72711"/>
                </a:cubicBezTo>
                <a:cubicBezTo>
                  <a:pt x="745503" y="73163"/>
                  <a:pt x="744674" y="73389"/>
                  <a:pt x="743505" y="73389"/>
                </a:cubicBezTo>
                <a:lnTo>
                  <a:pt x="701439" y="73389"/>
                </a:lnTo>
                <a:cubicBezTo>
                  <a:pt x="700308" y="73389"/>
                  <a:pt x="699498" y="73163"/>
                  <a:pt x="699008" y="72711"/>
                </a:cubicBezTo>
                <a:cubicBezTo>
                  <a:pt x="698518" y="72259"/>
                  <a:pt x="698273" y="71693"/>
                  <a:pt x="698273" y="71015"/>
                </a:cubicBezTo>
                <a:cubicBezTo>
                  <a:pt x="698273" y="70298"/>
                  <a:pt x="698518" y="69724"/>
                  <a:pt x="699008" y="69290"/>
                </a:cubicBezTo>
                <a:cubicBezTo>
                  <a:pt x="699498" y="68857"/>
                  <a:pt x="700308" y="68640"/>
                  <a:pt x="701439" y="68640"/>
                </a:cubicBezTo>
                <a:lnTo>
                  <a:pt x="720098" y="68640"/>
                </a:lnTo>
                <a:lnTo>
                  <a:pt x="720098" y="7124"/>
                </a:lnTo>
                <a:lnTo>
                  <a:pt x="706415" y="7124"/>
                </a:lnTo>
                <a:cubicBezTo>
                  <a:pt x="705284" y="7124"/>
                  <a:pt x="704464" y="6901"/>
                  <a:pt x="703955" y="6454"/>
                </a:cubicBezTo>
                <a:cubicBezTo>
                  <a:pt x="703446" y="6007"/>
                  <a:pt x="703192" y="5429"/>
                  <a:pt x="703192" y="4721"/>
                </a:cubicBezTo>
                <a:cubicBezTo>
                  <a:pt x="703192" y="4051"/>
                  <a:pt x="703437" y="3493"/>
                  <a:pt x="703927" y="3046"/>
                </a:cubicBezTo>
                <a:cubicBezTo>
                  <a:pt x="704417" y="2599"/>
                  <a:pt x="705246" y="2375"/>
                  <a:pt x="706415" y="2375"/>
                </a:cubicBezTo>
                <a:lnTo>
                  <a:pt x="724847" y="2375"/>
                </a:lnTo>
                <a:close/>
                <a:moveTo>
                  <a:pt x="818478" y="48936"/>
                </a:moveTo>
                <a:cubicBezTo>
                  <a:pt x="818478" y="56181"/>
                  <a:pt x="815886" y="62370"/>
                  <a:pt x="810703" y="67502"/>
                </a:cubicBezTo>
                <a:cubicBezTo>
                  <a:pt x="805521" y="72633"/>
                  <a:pt x="799273" y="75199"/>
                  <a:pt x="791960" y="75199"/>
                </a:cubicBezTo>
                <a:cubicBezTo>
                  <a:pt x="784572" y="75199"/>
                  <a:pt x="778296" y="72624"/>
                  <a:pt x="773132" y="67474"/>
                </a:cubicBezTo>
                <a:cubicBezTo>
                  <a:pt x="767968" y="62323"/>
                  <a:pt x="765386" y="56143"/>
                  <a:pt x="765386" y="48936"/>
                </a:cubicBezTo>
                <a:cubicBezTo>
                  <a:pt x="765386" y="41690"/>
                  <a:pt x="767968" y="35493"/>
                  <a:pt x="773132" y="30343"/>
                </a:cubicBezTo>
                <a:cubicBezTo>
                  <a:pt x="778296" y="25192"/>
                  <a:pt x="784572" y="22616"/>
                  <a:pt x="791960" y="22616"/>
                </a:cubicBezTo>
                <a:cubicBezTo>
                  <a:pt x="799273" y="22616"/>
                  <a:pt x="805521" y="25182"/>
                  <a:pt x="810703" y="30314"/>
                </a:cubicBezTo>
                <a:cubicBezTo>
                  <a:pt x="815886" y="35445"/>
                  <a:pt x="818478" y="41653"/>
                  <a:pt x="818478" y="48936"/>
                </a:cubicBezTo>
                <a:moveTo>
                  <a:pt x="813672" y="48907"/>
                </a:moveTo>
                <a:cubicBezTo>
                  <a:pt x="813672" y="42936"/>
                  <a:pt x="811552" y="37854"/>
                  <a:pt x="807311" y="33659"/>
                </a:cubicBezTo>
                <a:cubicBezTo>
                  <a:pt x="803070" y="29463"/>
                  <a:pt x="797935" y="27366"/>
                  <a:pt x="791904" y="27366"/>
                </a:cubicBezTo>
                <a:cubicBezTo>
                  <a:pt x="785873" y="27366"/>
                  <a:pt x="780737" y="29473"/>
                  <a:pt x="776497" y="33687"/>
                </a:cubicBezTo>
                <a:cubicBezTo>
                  <a:pt x="772256" y="37901"/>
                  <a:pt x="770136" y="42974"/>
                  <a:pt x="770136" y="48907"/>
                </a:cubicBezTo>
                <a:cubicBezTo>
                  <a:pt x="770136" y="54803"/>
                  <a:pt x="772256" y="59867"/>
                  <a:pt x="776497" y="64101"/>
                </a:cubicBezTo>
                <a:cubicBezTo>
                  <a:pt x="780737" y="68333"/>
                  <a:pt x="785873" y="70449"/>
                  <a:pt x="791904" y="70449"/>
                </a:cubicBezTo>
                <a:cubicBezTo>
                  <a:pt x="797935" y="70449"/>
                  <a:pt x="803070" y="68343"/>
                  <a:pt x="807311" y="64129"/>
                </a:cubicBezTo>
                <a:cubicBezTo>
                  <a:pt x="811552" y="59914"/>
                  <a:pt x="813672" y="54841"/>
                  <a:pt x="813672" y="48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69A3F-B28C-4ABC-B190-9109ED85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119" y="4503986"/>
            <a:ext cx="138262" cy="81984"/>
          </a:xfrm>
          <a:custGeom xmlns:a="http://schemas.openxmlformats.org/drawingml/2006/main">
            <a:pathLst>
              <a:path w="138262" h="81984">
                <a:moveTo>
                  <a:pt x="133862" y="81984"/>
                </a:moveTo>
                <a:lnTo>
                  <a:pt x="0" y="13664"/>
                </a:lnTo>
                <a:lnTo>
                  <a:pt x="0" y="0"/>
                </a:lnTo>
                <a:lnTo>
                  <a:pt x="138262" y="71099"/>
                </a:lnTo>
                <a:lnTo>
                  <a:pt x="133862" y="81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B50D3-59E1-46DB-9FE3-1E5871BE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740" y="4575549"/>
            <a:ext cx="180875" cy="160032"/>
          </a:xfrm>
          <a:custGeom xmlns:a="http://schemas.openxmlformats.org/drawingml/2006/main">
            <a:pathLst>
              <a:path w="180875" h="160032">
                <a:moveTo>
                  <a:pt x="86385" y="85458"/>
                </a:moveTo>
                <a:lnTo>
                  <a:pt x="144978" y="85458"/>
                </a:lnTo>
                <a:lnTo>
                  <a:pt x="144978" y="141504"/>
                </a:lnTo>
                <a:cubicBezTo>
                  <a:pt x="144978" y="150768"/>
                  <a:pt x="151926" y="158179"/>
                  <a:pt x="160495" y="158179"/>
                </a:cubicBezTo>
                <a:cubicBezTo>
                  <a:pt x="169064" y="158179"/>
                  <a:pt x="176012" y="150768"/>
                  <a:pt x="176012" y="141504"/>
                </a:cubicBezTo>
                <a:lnTo>
                  <a:pt x="176012" y="85458"/>
                </a:lnTo>
                <a:cubicBezTo>
                  <a:pt x="180644" y="85458"/>
                  <a:pt x="180875" y="81984"/>
                  <a:pt x="180875" y="78279"/>
                </a:cubicBezTo>
                <a:lnTo>
                  <a:pt x="180875" y="36360"/>
                </a:lnTo>
                <a:lnTo>
                  <a:pt x="132009" y="10653"/>
                </a:lnTo>
                <a:lnTo>
                  <a:pt x="28023" y="10653"/>
                </a:lnTo>
                <a:lnTo>
                  <a:pt x="14590" y="2548"/>
                </a:lnTo>
                <a:cubicBezTo>
                  <a:pt x="10422" y="0"/>
                  <a:pt x="4863" y="1621"/>
                  <a:pt x="2548" y="6253"/>
                </a:cubicBezTo>
                <a:cubicBezTo>
                  <a:pt x="0" y="10885"/>
                  <a:pt x="1621" y="16675"/>
                  <a:pt x="5790" y="19222"/>
                </a:cubicBezTo>
                <a:lnTo>
                  <a:pt x="27097" y="32423"/>
                </a:lnTo>
                <a:lnTo>
                  <a:pt x="27097" y="141504"/>
                </a:lnTo>
                <a:cubicBezTo>
                  <a:pt x="27097" y="150768"/>
                  <a:pt x="34044" y="158179"/>
                  <a:pt x="42613" y="158179"/>
                </a:cubicBezTo>
                <a:cubicBezTo>
                  <a:pt x="50951" y="158179"/>
                  <a:pt x="57899" y="150768"/>
                  <a:pt x="57899" y="141504"/>
                </a:cubicBezTo>
                <a:lnTo>
                  <a:pt x="57899" y="98659"/>
                </a:lnTo>
                <a:lnTo>
                  <a:pt x="85922" y="149610"/>
                </a:lnTo>
                <a:cubicBezTo>
                  <a:pt x="90322" y="157484"/>
                  <a:pt x="99817" y="160032"/>
                  <a:pt x="107228" y="155400"/>
                </a:cubicBezTo>
                <a:cubicBezTo>
                  <a:pt x="114639" y="150768"/>
                  <a:pt x="116955" y="140346"/>
                  <a:pt x="112555" y="132472"/>
                </a:cubicBezTo>
                <a:lnTo>
                  <a:pt x="86385" y="85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19E75-FD33-4AC5-A96C-B768EA9D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612" y="4510471"/>
            <a:ext cx="93101" cy="86848"/>
          </a:xfrm>
          <a:custGeom xmlns:a="http://schemas.openxmlformats.org/drawingml/2006/main">
            <a:pathLst>
              <a:path w="93101" h="86848">
                <a:moveTo>
                  <a:pt x="0" y="64383"/>
                </a:moveTo>
                <a:lnTo>
                  <a:pt x="44003" y="86848"/>
                </a:lnTo>
                <a:lnTo>
                  <a:pt x="44003" y="78047"/>
                </a:lnTo>
                <a:lnTo>
                  <a:pt x="79900" y="78047"/>
                </a:lnTo>
                <a:lnTo>
                  <a:pt x="93101" y="47708"/>
                </a:lnTo>
                <a:lnTo>
                  <a:pt x="0" y="0"/>
                </a:lnTo>
                <a:lnTo>
                  <a:pt x="0" y="643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36117-4458-4F2E-BB47-97F014EA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114" y="4550305"/>
            <a:ext cx="390236" cy="416870"/>
          </a:xfrm>
          <a:custGeom xmlns:a="http://schemas.openxmlformats.org/drawingml/2006/main">
            <a:pathLst>
              <a:path w="390236" h="416870">
                <a:moveTo>
                  <a:pt x="39139" y="0"/>
                </a:moveTo>
                <a:lnTo>
                  <a:pt x="195234" y="166748"/>
                </a:lnTo>
                <a:lnTo>
                  <a:pt x="351329" y="0"/>
                </a:lnTo>
                <a:lnTo>
                  <a:pt x="390236" y="41687"/>
                </a:lnTo>
                <a:lnTo>
                  <a:pt x="234142" y="208435"/>
                </a:lnTo>
                <a:lnTo>
                  <a:pt x="390236" y="375183"/>
                </a:lnTo>
                <a:lnTo>
                  <a:pt x="351329" y="416870"/>
                </a:lnTo>
                <a:lnTo>
                  <a:pt x="195234" y="250122"/>
                </a:lnTo>
                <a:lnTo>
                  <a:pt x="39139" y="416870"/>
                </a:lnTo>
                <a:lnTo>
                  <a:pt x="0" y="375183"/>
                </a:lnTo>
                <a:lnTo>
                  <a:pt x="156095" y="208435"/>
                </a:lnTo>
                <a:lnTo>
                  <a:pt x="0" y="41687"/>
                </a:lnTo>
                <a:lnTo>
                  <a:pt x="39139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83df21f9d47ef"/>
          <a:stretch xmlns:a="http://schemas.openxmlformats.org/drawingml/2006/main"/>
        </p:blipFill>
        <p:spPr>
          <a:xfrm xmlns:a="http://schemas.openxmlformats.org/drawingml/2006/main">
            <a:off x="3163444" y="57144"/>
            <a:ext cx="625304" cy="625304"/>
          </a:xfrm>
          <a:prstGeom xmlns:a="http://schemas.openxmlformats.org/drawingml/2006/main" prst="rect">
            <a:avLst/>
          </a:prstGeom>
        </p:spPr>
      </p:pic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04A52-A29B-4290-9E8B-87329D52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140" y="4446090"/>
            <a:ext cx="243174" cy="243174"/>
          </a:xfrm>
          <a:custGeom xmlns:a="http://schemas.openxmlformats.org/drawingml/2006/main">
            <a:pathLst>
              <a:path w="243174" h="243174">
                <a:moveTo>
                  <a:pt x="225805" y="121587"/>
                </a:moveTo>
                <a:cubicBezTo>
                  <a:pt x="225805" y="126653"/>
                  <a:pt x="228699" y="136785"/>
                  <a:pt x="234489" y="151984"/>
                </a:cubicBezTo>
                <a:cubicBezTo>
                  <a:pt x="240279" y="167182"/>
                  <a:pt x="243174" y="177314"/>
                  <a:pt x="243174" y="182381"/>
                </a:cubicBezTo>
                <a:cubicBezTo>
                  <a:pt x="243174" y="192671"/>
                  <a:pt x="241410" y="202408"/>
                  <a:pt x="237882" y="211590"/>
                </a:cubicBezTo>
                <a:cubicBezTo>
                  <a:pt x="234354" y="220772"/>
                  <a:pt x="229197" y="228332"/>
                  <a:pt x="222412" y="234269"/>
                </a:cubicBezTo>
                <a:cubicBezTo>
                  <a:pt x="215627" y="240206"/>
                  <a:pt x="208073" y="243174"/>
                  <a:pt x="199750" y="243174"/>
                </a:cubicBezTo>
                <a:lnTo>
                  <a:pt x="78163" y="243174"/>
                </a:lnTo>
                <a:cubicBezTo>
                  <a:pt x="75811" y="243174"/>
                  <a:pt x="73775" y="242422"/>
                  <a:pt x="72057" y="240918"/>
                </a:cubicBezTo>
                <a:cubicBezTo>
                  <a:pt x="70338" y="239414"/>
                  <a:pt x="69478" y="237633"/>
                  <a:pt x="69478" y="235575"/>
                </a:cubicBezTo>
                <a:cubicBezTo>
                  <a:pt x="69478" y="233517"/>
                  <a:pt x="70338" y="231736"/>
                  <a:pt x="72057" y="230232"/>
                </a:cubicBezTo>
                <a:cubicBezTo>
                  <a:pt x="73775" y="228728"/>
                  <a:pt x="75811" y="227976"/>
                  <a:pt x="78163" y="227976"/>
                </a:cubicBezTo>
                <a:cubicBezTo>
                  <a:pt x="80696" y="227976"/>
                  <a:pt x="82777" y="227263"/>
                  <a:pt x="84405" y="225838"/>
                </a:cubicBezTo>
                <a:cubicBezTo>
                  <a:pt x="86034" y="224414"/>
                  <a:pt x="86848" y="222593"/>
                  <a:pt x="86848" y="220377"/>
                </a:cubicBezTo>
                <a:cubicBezTo>
                  <a:pt x="86848" y="216260"/>
                  <a:pt x="85039" y="211471"/>
                  <a:pt x="81420" y="206009"/>
                </a:cubicBezTo>
                <a:cubicBezTo>
                  <a:pt x="77801" y="200547"/>
                  <a:pt x="73459" y="194927"/>
                  <a:pt x="68393" y="189149"/>
                </a:cubicBezTo>
                <a:cubicBezTo>
                  <a:pt x="63327" y="183370"/>
                  <a:pt x="58260" y="177394"/>
                  <a:pt x="53194" y="171219"/>
                </a:cubicBezTo>
                <a:cubicBezTo>
                  <a:pt x="48128" y="165045"/>
                  <a:pt x="43786" y="158237"/>
                  <a:pt x="40167" y="150796"/>
                </a:cubicBezTo>
                <a:cubicBezTo>
                  <a:pt x="36548" y="143356"/>
                  <a:pt x="34739" y="136152"/>
                  <a:pt x="34739" y="129186"/>
                </a:cubicBezTo>
                <a:cubicBezTo>
                  <a:pt x="34739" y="117312"/>
                  <a:pt x="40167" y="107497"/>
                  <a:pt x="51023" y="99739"/>
                </a:cubicBezTo>
                <a:cubicBezTo>
                  <a:pt x="48852" y="94040"/>
                  <a:pt x="43424" y="91190"/>
                  <a:pt x="34739" y="91190"/>
                </a:cubicBezTo>
                <a:cubicBezTo>
                  <a:pt x="29492" y="91190"/>
                  <a:pt x="24019" y="89568"/>
                  <a:pt x="18319" y="86322"/>
                </a:cubicBezTo>
                <a:cubicBezTo>
                  <a:pt x="12620" y="83077"/>
                  <a:pt x="8142" y="79673"/>
                  <a:pt x="4885" y="76111"/>
                </a:cubicBezTo>
                <a:cubicBezTo>
                  <a:pt x="1628" y="72549"/>
                  <a:pt x="0" y="69976"/>
                  <a:pt x="0" y="68393"/>
                </a:cubicBezTo>
                <a:cubicBezTo>
                  <a:pt x="0" y="66335"/>
                  <a:pt x="859" y="64554"/>
                  <a:pt x="2578" y="63050"/>
                </a:cubicBezTo>
                <a:cubicBezTo>
                  <a:pt x="4297" y="61546"/>
                  <a:pt x="6333" y="60794"/>
                  <a:pt x="8685" y="60794"/>
                </a:cubicBezTo>
                <a:cubicBezTo>
                  <a:pt x="10132" y="60794"/>
                  <a:pt x="11670" y="59685"/>
                  <a:pt x="13299" y="57469"/>
                </a:cubicBezTo>
                <a:cubicBezTo>
                  <a:pt x="14927" y="55252"/>
                  <a:pt x="16782" y="52482"/>
                  <a:pt x="18862" y="49157"/>
                </a:cubicBezTo>
                <a:cubicBezTo>
                  <a:pt x="20943" y="45833"/>
                  <a:pt x="23340" y="42468"/>
                  <a:pt x="26054" y="39065"/>
                </a:cubicBezTo>
                <a:cubicBezTo>
                  <a:pt x="28768" y="35661"/>
                  <a:pt x="32387" y="32494"/>
                  <a:pt x="36910" y="29566"/>
                </a:cubicBezTo>
                <a:cubicBezTo>
                  <a:pt x="41434" y="26637"/>
                  <a:pt x="46500" y="24618"/>
                  <a:pt x="52109" y="23510"/>
                </a:cubicBezTo>
                <a:lnTo>
                  <a:pt x="52109" y="0"/>
                </a:lnTo>
                <a:cubicBezTo>
                  <a:pt x="56270" y="0"/>
                  <a:pt x="61155" y="2810"/>
                  <a:pt x="66764" y="8430"/>
                </a:cubicBezTo>
                <a:cubicBezTo>
                  <a:pt x="72373" y="14051"/>
                  <a:pt x="75992" y="19869"/>
                  <a:pt x="77620" y="25885"/>
                </a:cubicBezTo>
                <a:cubicBezTo>
                  <a:pt x="86305" y="29051"/>
                  <a:pt x="92909" y="34553"/>
                  <a:pt x="97432" y="42389"/>
                </a:cubicBezTo>
                <a:cubicBezTo>
                  <a:pt x="101956" y="50226"/>
                  <a:pt x="104217" y="58894"/>
                  <a:pt x="104217" y="68393"/>
                </a:cubicBezTo>
                <a:cubicBezTo>
                  <a:pt x="104217" y="72984"/>
                  <a:pt x="105348" y="77338"/>
                  <a:pt x="107610" y="81454"/>
                </a:cubicBezTo>
                <a:cubicBezTo>
                  <a:pt x="109872" y="85570"/>
                  <a:pt x="113083" y="89251"/>
                  <a:pt x="117245" y="92496"/>
                </a:cubicBezTo>
                <a:cubicBezTo>
                  <a:pt x="121406" y="95742"/>
                  <a:pt x="124799" y="98196"/>
                  <a:pt x="127422" y="99858"/>
                </a:cubicBezTo>
                <a:cubicBezTo>
                  <a:pt x="130046" y="101520"/>
                  <a:pt x="133348" y="103381"/>
                  <a:pt x="137328" y="105439"/>
                </a:cubicBezTo>
                <a:cubicBezTo>
                  <a:pt x="138052" y="105914"/>
                  <a:pt x="138595" y="106230"/>
                  <a:pt x="138957" y="106389"/>
                </a:cubicBezTo>
                <a:cubicBezTo>
                  <a:pt x="149451" y="111613"/>
                  <a:pt x="158136" y="116679"/>
                  <a:pt x="165011" y="121587"/>
                </a:cubicBezTo>
                <a:cubicBezTo>
                  <a:pt x="177495" y="130611"/>
                  <a:pt x="187854" y="141931"/>
                  <a:pt x="196086" y="155546"/>
                </a:cubicBezTo>
                <a:cubicBezTo>
                  <a:pt x="204319" y="169161"/>
                  <a:pt x="208435" y="180639"/>
                  <a:pt x="208435" y="189980"/>
                </a:cubicBezTo>
                <a:cubicBezTo>
                  <a:pt x="208435" y="190613"/>
                  <a:pt x="208525" y="191325"/>
                  <a:pt x="208706" y="192117"/>
                </a:cubicBezTo>
                <a:cubicBezTo>
                  <a:pt x="208887" y="192909"/>
                  <a:pt x="209701" y="194017"/>
                  <a:pt x="211149" y="195442"/>
                </a:cubicBezTo>
                <a:cubicBezTo>
                  <a:pt x="212596" y="196867"/>
                  <a:pt x="214587" y="197579"/>
                  <a:pt x="217120" y="197579"/>
                </a:cubicBezTo>
                <a:cubicBezTo>
                  <a:pt x="219653" y="197579"/>
                  <a:pt x="221734" y="196352"/>
                  <a:pt x="223362" y="193898"/>
                </a:cubicBezTo>
                <a:cubicBezTo>
                  <a:pt x="224990" y="191444"/>
                  <a:pt x="225805" y="187605"/>
                  <a:pt x="225805" y="182381"/>
                </a:cubicBezTo>
                <a:cubicBezTo>
                  <a:pt x="225805" y="176839"/>
                  <a:pt x="224628" y="171298"/>
                  <a:pt x="222276" y="165757"/>
                </a:cubicBezTo>
                <a:cubicBezTo>
                  <a:pt x="219924" y="160216"/>
                  <a:pt x="217029" y="154952"/>
                  <a:pt x="213592" y="149965"/>
                </a:cubicBezTo>
                <a:cubicBezTo>
                  <a:pt x="210154" y="144978"/>
                  <a:pt x="206716" y="139793"/>
                  <a:pt x="203278" y="134411"/>
                </a:cubicBezTo>
                <a:cubicBezTo>
                  <a:pt x="199841" y="129028"/>
                  <a:pt x="196946" y="122577"/>
                  <a:pt x="194594" y="115056"/>
                </a:cubicBezTo>
                <a:cubicBezTo>
                  <a:pt x="192241" y="107536"/>
                  <a:pt x="191065" y="99581"/>
                  <a:pt x="191065" y="91190"/>
                </a:cubicBezTo>
                <a:cubicBezTo>
                  <a:pt x="191065" y="83591"/>
                  <a:pt x="194684" y="76625"/>
                  <a:pt x="201921" y="70293"/>
                </a:cubicBezTo>
                <a:cubicBezTo>
                  <a:pt x="209159" y="63960"/>
                  <a:pt x="217120" y="60794"/>
                  <a:pt x="225805" y="60794"/>
                </a:cubicBezTo>
                <a:cubicBezTo>
                  <a:pt x="230690" y="60794"/>
                  <a:pt x="234806" y="62258"/>
                  <a:pt x="238153" y="65187"/>
                </a:cubicBezTo>
                <a:cubicBezTo>
                  <a:pt x="241500" y="68116"/>
                  <a:pt x="243174" y="71717"/>
                  <a:pt x="243174" y="75992"/>
                </a:cubicBezTo>
                <a:cubicBezTo>
                  <a:pt x="243174" y="78525"/>
                  <a:pt x="242631" y="80781"/>
                  <a:pt x="241546" y="82760"/>
                </a:cubicBezTo>
                <a:cubicBezTo>
                  <a:pt x="240460" y="84739"/>
                  <a:pt x="239058" y="86560"/>
                  <a:pt x="237339" y="88222"/>
                </a:cubicBezTo>
                <a:cubicBezTo>
                  <a:pt x="235620" y="89884"/>
                  <a:pt x="234670" y="90874"/>
                  <a:pt x="234489" y="91190"/>
                </a:cubicBezTo>
                <a:cubicBezTo>
                  <a:pt x="228699" y="99581"/>
                  <a:pt x="225805" y="109713"/>
                  <a:pt x="225805" y="121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25F73-927F-4079-B291-104F1B48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12" y="3229060"/>
            <a:ext cx="3288640" cy="603998"/>
          </a:xfrm>
          <a:custGeom xmlns:a="http://schemas.openxmlformats.org/drawingml/2006/main">
            <a:pathLst>
              <a:path w="3288640" h="603998">
                <a:moveTo>
                  <a:pt x="2941248" y="0"/>
                </a:moveTo>
                <a:cubicBezTo>
                  <a:pt x="3133008" y="0"/>
                  <a:pt x="3288640" y="135251"/>
                  <a:pt x="3288640" y="301999"/>
                </a:cubicBezTo>
                <a:cubicBezTo>
                  <a:pt x="3288640" y="468747"/>
                  <a:pt x="3133008" y="603998"/>
                  <a:pt x="2941248" y="603998"/>
                </a:cubicBezTo>
                <a:lnTo>
                  <a:pt x="347392" y="603998"/>
                </a:lnTo>
                <a:cubicBezTo>
                  <a:pt x="155631" y="603998"/>
                  <a:pt x="0" y="468747"/>
                  <a:pt x="0" y="301999"/>
                </a:cubicBezTo>
                <a:cubicBezTo>
                  <a:pt x="0" y="135251"/>
                  <a:pt x="155631" y="0"/>
                  <a:pt x="347392" y="0"/>
                </a:cubicBezTo>
                <a:lnTo>
                  <a:pt x="294124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60FAD-1FBA-4E18-8F64-14187765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12" y="3229060"/>
            <a:ext cx="3288640" cy="603998"/>
          </a:xfrm>
          <a:custGeom xmlns:a="http://schemas.openxmlformats.org/drawingml/2006/main">
            <a:pathLst>
              <a:path w="3288640" h="603998" fill="none">
                <a:moveTo>
                  <a:pt x="2941248" y="0"/>
                </a:moveTo>
                <a:cubicBezTo>
                  <a:pt x="3133008" y="0"/>
                  <a:pt x="3288640" y="135251"/>
                  <a:pt x="3288640" y="301999"/>
                </a:cubicBezTo>
                <a:cubicBezTo>
                  <a:pt x="3288640" y="468747"/>
                  <a:pt x="3133008" y="603998"/>
                  <a:pt x="2941248" y="603998"/>
                </a:cubicBezTo>
                <a:lnTo>
                  <a:pt x="347392" y="603998"/>
                </a:lnTo>
                <a:cubicBezTo>
                  <a:pt x="155631" y="603998"/>
                  <a:pt x="0" y="468747"/>
                  <a:pt x="0" y="301999"/>
                </a:cubicBezTo>
                <a:cubicBezTo>
                  <a:pt x="0" y="135251"/>
                  <a:pt x="155631" y="0"/>
                  <a:pt x="347392" y="0"/>
                </a:cubicBezTo>
                <a:lnTo>
                  <a:pt x="294124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C1265-C76F-45D3-8D3E-A1BCCE61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769" y="3229060"/>
            <a:ext cx="347392" cy="603998"/>
          </a:xfrm>
          <a:custGeom xmlns:a="http://schemas.openxmlformats.org/drawingml/2006/main">
            <a:pathLst>
              <a:path w="347392" h="603998" fill="none">
                <a:moveTo>
                  <a:pt x="347392" y="603998"/>
                </a:moveTo>
                <a:cubicBezTo>
                  <a:pt x="155631" y="603998"/>
                  <a:pt x="0" y="468747"/>
                  <a:pt x="0" y="301999"/>
                </a:cubicBezTo>
                <a:cubicBezTo>
                  <a:pt x="0" y="135251"/>
                  <a:pt x="155631" y="0"/>
                  <a:pt x="34739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000000"/>
            </a:solidFill>
            <a:miter/>
          </a:ln>
        </p:spPr>
      </p:sp>
      <p:sp>
        <p:nvSpPr>
          <p:cNvPr id="51" name="Text TLSHandshake">
            <a:extLst xmlns:a="http://schemas.openxmlformats.org/drawingml/2006/main">
              <a:ext uri="{FF2B5EF4-FFF2-40B4-BE49-F238E27FC236}">
                <a16:creationId xmlns:a16="http://schemas.microsoft.com/office/drawing/2014/main" id="{34A643E3-8355-4750-ADCB-EB599D14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13" y="3453982"/>
            <a:ext cx="1316421" cy="137147"/>
          </a:xfrm>
          <a:custGeom xmlns:a="http://schemas.openxmlformats.org/drawingml/2006/main">
            <a:pathLst>
              <a:path w="1316421" h="137147">
                <a:moveTo>
                  <a:pt x="43695" y="134976"/>
                </a:moveTo>
                <a:lnTo>
                  <a:pt x="43695" y="18003"/>
                </a:lnTo>
                <a:lnTo>
                  <a:pt x="0" y="18003"/>
                </a:lnTo>
                <a:lnTo>
                  <a:pt x="0" y="2352"/>
                </a:lnTo>
                <a:lnTo>
                  <a:pt x="105122" y="2352"/>
                </a:lnTo>
                <a:lnTo>
                  <a:pt x="105122" y="18003"/>
                </a:lnTo>
                <a:lnTo>
                  <a:pt x="61246" y="18003"/>
                </a:lnTo>
                <a:lnTo>
                  <a:pt x="61246" y="134976"/>
                </a:lnTo>
                <a:lnTo>
                  <a:pt x="43695" y="134976"/>
                </a:lnTo>
                <a:close/>
                <a:moveTo>
                  <a:pt x="122431" y="134976"/>
                </a:moveTo>
                <a:lnTo>
                  <a:pt x="122431" y="2352"/>
                </a:lnTo>
                <a:lnTo>
                  <a:pt x="139981" y="2352"/>
                </a:lnTo>
                <a:lnTo>
                  <a:pt x="139981" y="119325"/>
                </a:lnTo>
                <a:lnTo>
                  <a:pt x="205298" y="119325"/>
                </a:lnTo>
                <a:lnTo>
                  <a:pt x="205298" y="134976"/>
                </a:lnTo>
                <a:lnTo>
                  <a:pt x="122431" y="134976"/>
                </a:lnTo>
                <a:close/>
                <a:moveTo>
                  <a:pt x="220197" y="92276"/>
                </a:moveTo>
                <a:lnTo>
                  <a:pt x="236752" y="90828"/>
                </a:lnTo>
                <a:cubicBezTo>
                  <a:pt x="237536" y="97463"/>
                  <a:pt x="239361" y="102906"/>
                  <a:pt x="242226" y="107158"/>
                </a:cubicBezTo>
                <a:cubicBezTo>
                  <a:pt x="245090" y="111410"/>
                  <a:pt x="249538" y="114847"/>
                  <a:pt x="255569" y="117471"/>
                </a:cubicBezTo>
                <a:cubicBezTo>
                  <a:pt x="261601" y="120094"/>
                  <a:pt x="268385" y="121406"/>
                  <a:pt x="275924" y="121406"/>
                </a:cubicBezTo>
                <a:cubicBezTo>
                  <a:pt x="282619" y="121406"/>
                  <a:pt x="288529" y="120411"/>
                  <a:pt x="293656" y="118421"/>
                </a:cubicBezTo>
                <a:cubicBezTo>
                  <a:pt x="298782" y="116430"/>
                  <a:pt x="302597" y="113701"/>
                  <a:pt x="305100" y="110233"/>
                </a:cubicBezTo>
                <a:cubicBezTo>
                  <a:pt x="307603" y="106766"/>
                  <a:pt x="308854" y="102981"/>
                  <a:pt x="308854" y="98880"/>
                </a:cubicBezTo>
                <a:cubicBezTo>
                  <a:pt x="308854" y="94718"/>
                  <a:pt x="307648" y="91085"/>
                  <a:pt x="305236" y="87979"/>
                </a:cubicBezTo>
                <a:cubicBezTo>
                  <a:pt x="302823" y="84873"/>
                  <a:pt x="298843" y="82264"/>
                  <a:pt x="293294" y="80153"/>
                </a:cubicBezTo>
                <a:cubicBezTo>
                  <a:pt x="289736" y="78766"/>
                  <a:pt x="281865" y="76610"/>
                  <a:pt x="269682" y="73685"/>
                </a:cubicBezTo>
                <a:cubicBezTo>
                  <a:pt x="257499" y="70760"/>
                  <a:pt x="248965" y="68001"/>
                  <a:pt x="244080" y="65407"/>
                </a:cubicBezTo>
                <a:cubicBezTo>
                  <a:pt x="237747" y="62090"/>
                  <a:pt x="233028" y="57974"/>
                  <a:pt x="229922" y="53059"/>
                </a:cubicBezTo>
                <a:cubicBezTo>
                  <a:pt x="226816" y="48143"/>
                  <a:pt x="225263" y="42640"/>
                  <a:pt x="225263" y="36548"/>
                </a:cubicBezTo>
                <a:cubicBezTo>
                  <a:pt x="225263" y="29854"/>
                  <a:pt x="227163" y="23597"/>
                  <a:pt x="230962" y="17777"/>
                </a:cubicBezTo>
                <a:cubicBezTo>
                  <a:pt x="234762" y="11957"/>
                  <a:pt x="240311" y="7539"/>
                  <a:pt x="247608" y="4523"/>
                </a:cubicBezTo>
                <a:cubicBezTo>
                  <a:pt x="254906" y="1508"/>
                  <a:pt x="263018" y="0"/>
                  <a:pt x="271944" y="0"/>
                </a:cubicBezTo>
                <a:cubicBezTo>
                  <a:pt x="281775" y="0"/>
                  <a:pt x="290444" y="1583"/>
                  <a:pt x="297953" y="4749"/>
                </a:cubicBezTo>
                <a:cubicBezTo>
                  <a:pt x="305462" y="7916"/>
                  <a:pt x="311236" y="12575"/>
                  <a:pt x="315277" y="18727"/>
                </a:cubicBezTo>
                <a:cubicBezTo>
                  <a:pt x="319318" y="24878"/>
                  <a:pt x="321489" y="31844"/>
                  <a:pt x="321791" y="39624"/>
                </a:cubicBezTo>
                <a:lnTo>
                  <a:pt x="304964" y="40891"/>
                </a:lnTo>
                <a:cubicBezTo>
                  <a:pt x="304059" y="32477"/>
                  <a:pt x="300999" y="26122"/>
                  <a:pt x="295782" y="21825"/>
                </a:cubicBezTo>
                <a:cubicBezTo>
                  <a:pt x="290565" y="17528"/>
                  <a:pt x="282860" y="15379"/>
                  <a:pt x="272668" y="15379"/>
                </a:cubicBezTo>
                <a:cubicBezTo>
                  <a:pt x="262053" y="15379"/>
                  <a:pt x="254318" y="17326"/>
                  <a:pt x="249463" y="21220"/>
                </a:cubicBezTo>
                <a:cubicBezTo>
                  <a:pt x="244608" y="25112"/>
                  <a:pt x="242180" y="29804"/>
                  <a:pt x="242180" y="35296"/>
                </a:cubicBezTo>
                <a:cubicBezTo>
                  <a:pt x="242180" y="40064"/>
                  <a:pt x="243899" y="43987"/>
                  <a:pt x="247337" y="47065"/>
                </a:cubicBezTo>
                <a:cubicBezTo>
                  <a:pt x="250714" y="50145"/>
                  <a:pt x="259535" y="53299"/>
                  <a:pt x="273798" y="56527"/>
                </a:cubicBezTo>
                <a:cubicBezTo>
                  <a:pt x="288062" y="59756"/>
                  <a:pt x="297847" y="62577"/>
                  <a:pt x="303155" y="64992"/>
                </a:cubicBezTo>
                <a:cubicBezTo>
                  <a:pt x="310875" y="68552"/>
                  <a:pt x="316574" y="73064"/>
                  <a:pt x="320253" y="78528"/>
                </a:cubicBezTo>
                <a:cubicBezTo>
                  <a:pt x="323932" y="83990"/>
                  <a:pt x="325771" y="90282"/>
                  <a:pt x="325771" y="97404"/>
                </a:cubicBezTo>
                <a:cubicBezTo>
                  <a:pt x="325771" y="104464"/>
                  <a:pt x="323751" y="111118"/>
                  <a:pt x="319710" y="117366"/>
                </a:cubicBezTo>
                <a:cubicBezTo>
                  <a:pt x="315669" y="123612"/>
                  <a:pt x="309864" y="128471"/>
                  <a:pt x="302295" y="131943"/>
                </a:cubicBezTo>
                <a:cubicBezTo>
                  <a:pt x="294726" y="135412"/>
                  <a:pt x="286207" y="137147"/>
                  <a:pt x="276739" y="137147"/>
                </a:cubicBezTo>
                <a:cubicBezTo>
                  <a:pt x="264737" y="137147"/>
                  <a:pt x="254680" y="135398"/>
                  <a:pt x="246568" y="131900"/>
                </a:cubicBezTo>
                <a:cubicBezTo>
                  <a:pt x="238456" y="128402"/>
                  <a:pt x="232093" y="123140"/>
                  <a:pt x="227480" y="116114"/>
                </a:cubicBezTo>
                <a:cubicBezTo>
                  <a:pt x="222866" y="109088"/>
                  <a:pt x="220438" y="101142"/>
                  <a:pt x="220197" y="92276"/>
                </a:cubicBezTo>
                <a:close/>
                <a:moveTo>
                  <a:pt x="401796" y="134976"/>
                </a:moveTo>
                <a:lnTo>
                  <a:pt x="401796" y="2352"/>
                </a:lnTo>
                <a:lnTo>
                  <a:pt x="419346" y="2352"/>
                </a:lnTo>
                <a:lnTo>
                  <a:pt x="419346" y="56813"/>
                </a:lnTo>
                <a:lnTo>
                  <a:pt x="488282" y="56813"/>
                </a:lnTo>
                <a:lnTo>
                  <a:pt x="488282" y="2352"/>
                </a:lnTo>
                <a:lnTo>
                  <a:pt x="505832" y="2352"/>
                </a:lnTo>
                <a:lnTo>
                  <a:pt x="505832" y="134976"/>
                </a:lnTo>
                <a:lnTo>
                  <a:pt x="488282" y="134976"/>
                </a:lnTo>
                <a:lnTo>
                  <a:pt x="488282" y="72464"/>
                </a:lnTo>
                <a:lnTo>
                  <a:pt x="419346" y="72464"/>
                </a:lnTo>
                <a:lnTo>
                  <a:pt x="419346" y="134976"/>
                </a:lnTo>
                <a:lnTo>
                  <a:pt x="401796" y="134976"/>
                </a:lnTo>
                <a:close/>
                <a:moveTo>
                  <a:pt x="595635" y="123114"/>
                </a:moveTo>
                <a:cubicBezTo>
                  <a:pt x="589604" y="128244"/>
                  <a:pt x="583799" y="131865"/>
                  <a:pt x="578220" y="133978"/>
                </a:cubicBezTo>
                <a:cubicBezTo>
                  <a:pt x="572641" y="136091"/>
                  <a:pt x="566655" y="137147"/>
                  <a:pt x="560262" y="137147"/>
                </a:cubicBezTo>
                <a:cubicBezTo>
                  <a:pt x="549708" y="137147"/>
                  <a:pt x="541596" y="134567"/>
                  <a:pt x="535927" y="129407"/>
                </a:cubicBezTo>
                <a:cubicBezTo>
                  <a:pt x="530258" y="124246"/>
                  <a:pt x="527423" y="117653"/>
                  <a:pt x="527423" y="109626"/>
                </a:cubicBezTo>
                <a:cubicBezTo>
                  <a:pt x="527423" y="104920"/>
                  <a:pt x="528493" y="100620"/>
                  <a:pt x="530634" y="96729"/>
                </a:cubicBezTo>
                <a:cubicBezTo>
                  <a:pt x="532776" y="92835"/>
                  <a:pt x="535580" y="89711"/>
                  <a:pt x="539048" y="87357"/>
                </a:cubicBezTo>
                <a:cubicBezTo>
                  <a:pt x="542516" y="85003"/>
                  <a:pt x="546421" y="83223"/>
                  <a:pt x="550763" y="82016"/>
                </a:cubicBezTo>
                <a:cubicBezTo>
                  <a:pt x="553960" y="81170"/>
                  <a:pt x="558785" y="80355"/>
                  <a:pt x="565238" y="79571"/>
                </a:cubicBezTo>
                <a:cubicBezTo>
                  <a:pt x="578386" y="78014"/>
                  <a:pt x="588066" y="76158"/>
                  <a:pt x="594278" y="74002"/>
                </a:cubicBezTo>
                <a:cubicBezTo>
                  <a:pt x="594338" y="71780"/>
                  <a:pt x="594368" y="70368"/>
                  <a:pt x="594368" y="69767"/>
                </a:cubicBezTo>
                <a:cubicBezTo>
                  <a:pt x="594368" y="63157"/>
                  <a:pt x="592830" y="58501"/>
                  <a:pt x="589754" y="55798"/>
                </a:cubicBezTo>
                <a:cubicBezTo>
                  <a:pt x="585593" y="52132"/>
                  <a:pt x="579411" y="50299"/>
                  <a:pt x="571209" y="50299"/>
                </a:cubicBezTo>
                <a:cubicBezTo>
                  <a:pt x="563549" y="50299"/>
                  <a:pt x="557895" y="51641"/>
                  <a:pt x="554246" y="54325"/>
                </a:cubicBezTo>
                <a:cubicBezTo>
                  <a:pt x="550597" y="57009"/>
                  <a:pt x="547898" y="61758"/>
                  <a:pt x="546149" y="68574"/>
                </a:cubicBezTo>
                <a:lnTo>
                  <a:pt x="530227" y="66402"/>
                </a:lnTo>
                <a:cubicBezTo>
                  <a:pt x="531675" y="59567"/>
                  <a:pt x="534057" y="54046"/>
                  <a:pt x="537374" y="49841"/>
                </a:cubicBezTo>
                <a:cubicBezTo>
                  <a:pt x="540691" y="45637"/>
                  <a:pt x="545486" y="42401"/>
                  <a:pt x="551758" y="40133"/>
                </a:cubicBezTo>
                <a:cubicBezTo>
                  <a:pt x="558031" y="37864"/>
                  <a:pt x="565298" y="36729"/>
                  <a:pt x="573561" y="36729"/>
                </a:cubicBezTo>
                <a:cubicBezTo>
                  <a:pt x="581763" y="36729"/>
                  <a:pt x="588428" y="37694"/>
                  <a:pt x="593554" y="39624"/>
                </a:cubicBezTo>
                <a:cubicBezTo>
                  <a:pt x="598680" y="41554"/>
                  <a:pt x="602450" y="43982"/>
                  <a:pt x="604862" y="46907"/>
                </a:cubicBezTo>
                <a:cubicBezTo>
                  <a:pt x="607275" y="49832"/>
                  <a:pt x="608963" y="53526"/>
                  <a:pt x="609928" y="57989"/>
                </a:cubicBezTo>
                <a:cubicBezTo>
                  <a:pt x="610471" y="60763"/>
                  <a:pt x="610743" y="65769"/>
                  <a:pt x="610743" y="73006"/>
                </a:cubicBezTo>
                <a:lnTo>
                  <a:pt x="610743" y="94718"/>
                </a:lnTo>
                <a:cubicBezTo>
                  <a:pt x="610743" y="109857"/>
                  <a:pt x="611089" y="119431"/>
                  <a:pt x="611783" y="123442"/>
                </a:cubicBezTo>
                <a:cubicBezTo>
                  <a:pt x="612477" y="127452"/>
                  <a:pt x="613849" y="131297"/>
                  <a:pt x="615899" y="134976"/>
                </a:cubicBezTo>
                <a:lnTo>
                  <a:pt x="598891" y="134976"/>
                </a:lnTo>
                <a:cubicBezTo>
                  <a:pt x="597203" y="131595"/>
                  <a:pt x="596117" y="127641"/>
                  <a:pt x="595635" y="123114"/>
                </a:cubicBezTo>
                <a:moveTo>
                  <a:pt x="594278" y="86667"/>
                </a:moveTo>
                <a:cubicBezTo>
                  <a:pt x="588367" y="89100"/>
                  <a:pt x="579501" y="91168"/>
                  <a:pt x="567681" y="92870"/>
                </a:cubicBezTo>
                <a:cubicBezTo>
                  <a:pt x="560986" y="93838"/>
                  <a:pt x="556252" y="94929"/>
                  <a:pt x="553477" y="96140"/>
                </a:cubicBezTo>
                <a:cubicBezTo>
                  <a:pt x="550703" y="97350"/>
                  <a:pt x="548562" y="99122"/>
                  <a:pt x="547054" y="101455"/>
                </a:cubicBezTo>
                <a:cubicBezTo>
                  <a:pt x="545546" y="103787"/>
                  <a:pt x="544792" y="106375"/>
                  <a:pt x="544792" y="109221"/>
                </a:cubicBezTo>
                <a:cubicBezTo>
                  <a:pt x="544792" y="113581"/>
                  <a:pt x="546436" y="117214"/>
                  <a:pt x="549723" y="120123"/>
                </a:cubicBezTo>
                <a:cubicBezTo>
                  <a:pt x="553010" y="123029"/>
                  <a:pt x="557820" y="124482"/>
                  <a:pt x="564152" y="124482"/>
                </a:cubicBezTo>
                <a:cubicBezTo>
                  <a:pt x="570425" y="124482"/>
                  <a:pt x="576003" y="123103"/>
                  <a:pt x="580889" y="120346"/>
                </a:cubicBezTo>
                <a:cubicBezTo>
                  <a:pt x="585774" y="117589"/>
                  <a:pt x="589362" y="113816"/>
                  <a:pt x="591654" y="109029"/>
                </a:cubicBezTo>
                <a:cubicBezTo>
                  <a:pt x="593403" y="105331"/>
                  <a:pt x="594278" y="99877"/>
                  <a:pt x="594278" y="92666"/>
                </a:cubicBezTo>
                <a:lnTo>
                  <a:pt x="594278" y="86667"/>
                </a:lnTo>
                <a:close/>
                <a:moveTo>
                  <a:pt x="635955" y="134976"/>
                </a:moveTo>
                <a:lnTo>
                  <a:pt x="635955" y="38901"/>
                </a:lnTo>
                <a:lnTo>
                  <a:pt x="650610" y="38901"/>
                </a:lnTo>
                <a:lnTo>
                  <a:pt x="650610" y="52471"/>
                </a:lnTo>
                <a:cubicBezTo>
                  <a:pt x="657666" y="41976"/>
                  <a:pt x="667859" y="36729"/>
                  <a:pt x="681188" y="36729"/>
                </a:cubicBezTo>
                <a:cubicBezTo>
                  <a:pt x="686978" y="36729"/>
                  <a:pt x="692300" y="37770"/>
                  <a:pt x="697155" y="39851"/>
                </a:cubicBezTo>
                <a:cubicBezTo>
                  <a:pt x="702010" y="41931"/>
                  <a:pt x="705644" y="44660"/>
                  <a:pt x="708056" y="48038"/>
                </a:cubicBezTo>
                <a:cubicBezTo>
                  <a:pt x="710469" y="51415"/>
                  <a:pt x="712158" y="55426"/>
                  <a:pt x="713122" y="60070"/>
                </a:cubicBezTo>
                <a:cubicBezTo>
                  <a:pt x="713726" y="63085"/>
                  <a:pt x="714027" y="68363"/>
                  <a:pt x="714027" y="75901"/>
                </a:cubicBezTo>
                <a:lnTo>
                  <a:pt x="714027" y="134976"/>
                </a:lnTo>
                <a:lnTo>
                  <a:pt x="697743" y="134976"/>
                </a:lnTo>
                <a:lnTo>
                  <a:pt x="697743" y="76472"/>
                </a:lnTo>
                <a:cubicBezTo>
                  <a:pt x="697743" y="69831"/>
                  <a:pt x="697110" y="64865"/>
                  <a:pt x="695843" y="61574"/>
                </a:cubicBezTo>
                <a:cubicBezTo>
                  <a:pt x="694577" y="58283"/>
                  <a:pt x="692330" y="55657"/>
                  <a:pt x="689104" y="53695"/>
                </a:cubicBezTo>
                <a:cubicBezTo>
                  <a:pt x="685877" y="51733"/>
                  <a:pt x="682092" y="50752"/>
                  <a:pt x="677750" y="50752"/>
                </a:cubicBezTo>
                <a:cubicBezTo>
                  <a:pt x="670814" y="50752"/>
                  <a:pt x="664828" y="52956"/>
                  <a:pt x="659792" y="57364"/>
                </a:cubicBezTo>
                <a:cubicBezTo>
                  <a:pt x="654756" y="61771"/>
                  <a:pt x="652238" y="70132"/>
                  <a:pt x="652238" y="82449"/>
                </a:cubicBezTo>
                <a:lnTo>
                  <a:pt x="652238" y="134976"/>
                </a:lnTo>
                <a:lnTo>
                  <a:pt x="635955" y="134976"/>
                </a:lnTo>
                <a:close/>
                <a:moveTo>
                  <a:pt x="801299" y="134976"/>
                </a:moveTo>
                <a:lnTo>
                  <a:pt x="801299" y="122854"/>
                </a:lnTo>
                <a:cubicBezTo>
                  <a:pt x="795208" y="132383"/>
                  <a:pt x="786252" y="137147"/>
                  <a:pt x="774431" y="137147"/>
                </a:cubicBezTo>
                <a:cubicBezTo>
                  <a:pt x="766771" y="137147"/>
                  <a:pt x="759730" y="135036"/>
                  <a:pt x="753307" y="130815"/>
                </a:cubicBezTo>
                <a:cubicBezTo>
                  <a:pt x="746884" y="126593"/>
                  <a:pt x="741908" y="120697"/>
                  <a:pt x="738380" y="113128"/>
                </a:cubicBezTo>
                <a:cubicBezTo>
                  <a:pt x="734851" y="105559"/>
                  <a:pt x="733087" y="96860"/>
                  <a:pt x="733087" y="87029"/>
                </a:cubicBezTo>
                <a:cubicBezTo>
                  <a:pt x="733087" y="77439"/>
                  <a:pt x="734686" y="68739"/>
                  <a:pt x="737882" y="60929"/>
                </a:cubicBezTo>
                <a:cubicBezTo>
                  <a:pt x="741079" y="53119"/>
                  <a:pt x="745873" y="47133"/>
                  <a:pt x="752266" y="42972"/>
                </a:cubicBezTo>
                <a:cubicBezTo>
                  <a:pt x="758659" y="38810"/>
                  <a:pt x="765806" y="36729"/>
                  <a:pt x="773707" y="36729"/>
                </a:cubicBezTo>
                <a:cubicBezTo>
                  <a:pt x="779497" y="36729"/>
                  <a:pt x="784653" y="37951"/>
                  <a:pt x="789177" y="40393"/>
                </a:cubicBezTo>
                <a:cubicBezTo>
                  <a:pt x="793700" y="42836"/>
                  <a:pt x="797379" y="46017"/>
                  <a:pt x="800214" y="49938"/>
                </a:cubicBezTo>
                <a:lnTo>
                  <a:pt x="800214" y="2352"/>
                </a:lnTo>
                <a:lnTo>
                  <a:pt x="816407" y="2352"/>
                </a:lnTo>
                <a:lnTo>
                  <a:pt x="816407" y="134976"/>
                </a:lnTo>
                <a:lnTo>
                  <a:pt x="801299" y="134976"/>
                </a:lnTo>
                <a:moveTo>
                  <a:pt x="749824" y="86984"/>
                </a:moveTo>
                <a:cubicBezTo>
                  <a:pt x="749824" y="99242"/>
                  <a:pt x="752417" y="108405"/>
                  <a:pt x="757604" y="114474"/>
                </a:cubicBezTo>
                <a:cubicBezTo>
                  <a:pt x="762791" y="120543"/>
                  <a:pt x="768912" y="123577"/>
                  <a:pt x="775968" y="123577"/>
                </a:cubicBezTo>
                <a:cubicBezTo>
                  <a:pt x="783085" y="123577"/>
                  <a:pt x="789131" y="120679"/>
                  <a:pt x="794107" y="114881"/>
                </a:cubicBezTo>
                <a:cubicBezTo>
                  <a:pt x="799083" y="109082"/>
                  <a:pt x="801571" y="100233"/>
                  <a:pt x="801571" y="88335"/>
                </a:cubicBezTo>
                <a:cubicBezTo>
                  <a:pt x="801571" y="75236"/>
                  <a:pt x="799037" y="65622"/>
                  <a:pt x="793971" y="59493"/>
                </a:cubicBezTo>
                <a:cubicBezTo>
                  <a:pt x="788905" y="53364"/>
                  <a:pt x="782663" y="50299"/>
                  <a:pt x="775245" y="50299"/>
                </a:cubicBezTo>
                <a:cubicBezTo>
                  <a:pt x="768007" y="50299"/>
                  <a:pt x="761961" y="53244"/>
                  <a:pt x="757106" y="59134"/>
                </a:cubicBezTo>
                <a:cubicBezTo>
                  <a:pt x="752251" y="65022"/>
                  <a:pt x="749824" y="74305"/>
                  <a:pt x="749824" y="86984"/>
                </a:cubicBezTo>
                <a:close/>
                <a:moveTo>
                  <a:pt x="835467" y="106208"/>
                </a:moveTo>
                <a:lnTo>
                  <a:pt x="851570" y="103675"/>
                </a:lnTo>
                <a:cubicBezTo>
                  <a:pt x="852475" y="110100"/>
                  <a:pt x="854993" y="115023"/>
                  <a:pt x="859124" y="118446"/>
                </a:cubicBezTo>
                <a:cubicBezTo>
                  <a:pt x="863255" y="121867"/>
                  <a:pt x="869030" y="123577"/>
                  <a:pt x="876448" y="123577"/>
                </a:cubicBezTo>
                <a:cubicBezTo>
                  <a:pt x="883927" y="123577"/>
                  <a:pt x="889475" y="122067"/>
                  <a:pt x="893094" y="119045"/>
                </a:cubicBezTo>
                <a:cubicBezTo>
                  <a:pt x="896713" y="116022"/>
                  <a:pt x="898522" y="112477"/>
                  <a:pt x="898522" y="108410"/>
                </a:cubicBezTo>
                <a:cubicBezTo>
                  <a:pt x="898522" y="104759"/>
                  <a:pt x="896924" y="101887"/>
                  <a:pt x="893727" y="99793"/>
                </a:cubicBezTo>
                <a:cubicBezTo>
                  <a:pt x="891496" y="98357"/>
                  <a:pt x="885947" y="96532"/>
                  <a:pt x="877082" y="94317"/>
                </a:cubicBezTo>
                <a:cubicBezTo>
                  <a:pt x="865140" y="91300"/>
                  <a:pt x="856862" y="88689"/>
                  <a:pt x="852249" y="86486"/>
                </a:cubicBezTo>
                <a:cubicBezTo>
                  <a:pt x="847635" y="84283"/>
                  <a:pt x="844137" y="81234"/>
                  <a:pt x="841754" y="77340"/>
                </a:cubicBezTo>
                <a:cubicBezTo>
                  <a:pt x="839372" y="73447"/>
                  <a:pt x="838181" y="69146"/>
                  <a:pt x="838181" y="64438"/>
                </a:cubicBezTo>
                <a:cubicBezTo>
                  <a:pt x="838181" y="60152"/>
                  <a:pt x="839161" y="56183"/>
                  <a:pt x="841121" y="52530"/>
                </a:cubicBezTo>
                <a:cubicBezTo>
                  <a:pt x="843081" y="48877"/>
                  <a:pt x="845750" y="45844"/>
                  <a:pt x="849127" y="43430"/>
                </a:cubicBezTo>
                <a:cubicBezTo>
                  <a:pt x="851660" y="41558"/>
                  <a:pt x="855113" y="39974"/>
                  <a:pt x="859486" y="38677"/>
                </a:cubicBezTo>
                <a:cubicBezTo>
                  <a:pt x="863858" y="37379"/>
                  <a:pt x="868548" y="36729"/>
                  <a:pt x="873553" y="36729"/>
                </a:cubicBezTo>
                <a:cubicBezTo>
                  <a:pt x="881092" y="36729"/>
                  <a:pt x="887711" y="37823"/>
                  <a:pt x="893411" y="40009"/>
                </a:cubicBezTo>
                <a:cubicBezTo>
                  <a:pt x="899110" y="42193"/>
                  <a:pt x="903317" y="45153"/>
                  <a:pt x="906031" y="48889"/>
                </a:cubicBezTo>
                <a:cubicBezTo>
                  <a:pt x="908745" y="52622"/>
                  <a:pt x="910615" y="57616"/>
                  <a:pt x="911640" y="63869"/>
                </a:cubicBezTo>
                <a:lnTo>
                  <a:pt x="895718" y="66041"/>
                </a:lnTo>
                <a:cubicBezTo>
                  <a:pt x="894994" y="61095"/>
                  <a:pt x="892898" y="57235"/>
                  <a:pt x="889430" y="54461"/>
                </a:cubicBezTo>
                <a:cubicBezTo>
                  <a:pt x="885962" y="51687"/>
                  <a:pt x="881062" y="50299"/>
                  <a:pt x="874729" y="50299"/>
                </a:cubicBezTo>
                <a:cubicBezTo>
                  <a:pt x="867251" y="50299"/>
                  <a:pt x="861913" y="51530"/>
                  <a:pt x="858717" y="53992"/>
                </a:cubicBezTo>
                <a:cubicBezTo>
                  <a:pt x="855520" y="56451"/>
                  <a:pt x="853922" y="59332"/>
                  <a:pt x="853922" y="62634"/>
                </a:cubicBezTo>
                <a:cubicBezTo>
                  <a:pt x="853922" y="64734"/>
                  <a:pt x="854586" y="66624"/>
                  <a:pt x="855912" y="68305"/>
                </a:cubicBezTo>
                <a:cubicBezTo>
                  <a:pt x="857239" y="70045"/>
                  <a:pt x="859320" y="71485"/>
                  <a:pt x="862155" y="72625"/>
                </a:cubicBezTo>
                <a:cubicBezTo>
                  <a:pt x="863783" y="73226"/>
                  <a:pt x="868578" y="74607"/>
                  <a:pt x="876539" y="76767"/>
                </a:cubicBezTo>
                <a:cubicBezTo>
                  <a:pt x="888058" y="79840"/>
                  <a:pt x="896095" y="82357"/>
                  <a:pt x="900648" y="84315"/>
                </a:cubicBezTo>
                <a:cubicBezTo>
                  <a:pt x="905202" y="86273"/>
                  <a:pt x="908775" y="89121"/>
                  <a:pt x="911368" y="92858"/>
                </a:cubicBezTo>
                <a:cubicBezTo>
                  <a:pt x="913962" y="96594"/>
                  <a:pt x="915258" y="101233"/>
                  <a:pt x="915258" y="106776"/>
                </a:cubicBezTo>
                <a:cubicBezTo>
                  <a:pt x="915258" y="112200"/>
                  <a:pt x="913675" y="117308"/>
                  <a:pt x="910509" y="122099"/>
                </a:cubicBezTo>
                <a:cubicBezTo>
                  <a:pt x="907343" y="126888"/>
                  <a:pt x="902774" y="130593"/>
                  <a:pt x="896803" y="133215"/>
                </a:cubicBezTo>
                <a:cubicBezTo>
                  <a:pt x="890832" y="135836"/>
                  <a:pt x="884078" y="137147"/>
                  <a:pt x="876539" y="137147"/>
                </a:cubicBezTo>
                <a:cubicBezTo>
                  <a:pt x="864054" y="137147"/>
                  <a:pt x="854540" y="134546"/>
                  <a:pt x="847997" y="129345"/>
                </a:cubicBezTo>
                <a:cubicBezTo>
                  <a:pt x="841453" y="124143"/>
                  <a:pt x="837276" y="116430"/>
                  <a:pt x="835467" y="106208"/>
                </a:cubicBezTo>
                <a:close/>
                <a:moveTo>
                  <a:pt x="934619" y="134976"/>
                </a:moveTo>
                <a:lnTo>
                  <a:pt x="934619" y="2352"/>
                </a:lnTo>
                <a:lnTo>
                  <a:pt x="950903" y="2352"/>
                </a:lnTo>
                <a:lnTo>
                  <a:pt x="950903" y="49938"/>
                </a:lnTo>
                <a:cubicBezTo>
                  <a:pt x="958502" y="41132"/>
                  <a:pt x="968091" y="36729"/>
                  <a:pt x="979671" y="36729"/>
                </a:cubicBezTo>
                <a:cubicBezTo>
                  <a:pt x="986788" y="36729"/>
                  <a:pt x="992970" y="38132"/>
                  <a:pt x="998217" y="40936"/>
                </a:cubicBezTo>
                <a:cubicBezTo>
                  <a:pt x="1003464" y="43741"/>
                  <a:pt x="1007218" y="47616"/>
                  <a:pt x="1009480" y="52561"/>
                </a:cubicBezTo>
                <a:cubicBezTo>
                  <a:pt x="1011741" y="57507"/>
                  <a:pt x="1012872" y="64684"/>
                  <a:pt x="1012872" y="74092"/>
                </a:cubicBezTo>
                <a:lnTo>
                  <a:pt x="1012872" y="134976"/>
                </a:lnTo>
                <a:lnTo>
                  <a:pt x="996588" y="134976"/>
                </a:lnTo>
                <a:lnTo>
                  <a:pt x="996588" y="74092"/>
                </a:lnTo>
                <a:cubicBezTo>
                  <a:pt x="996588" y="65950"/>
                  <a:pt x="994824" y="60025"/>
                  <a:pt x="991296" y="56315"/>
                </a:cubicBezTo>
                <a:cubicBezTo>
                  <a:pt x="987768" y="52606"/>
                  <a:pt x="982777" y="50752"/>
                  <a:pt x="976324" y="50752"/>
                </a:cubicBezTo>
                <a:cubicBezTo>
                  <a:pt x="971499" y="50752"/>
                  <a:pt x="966960" y="52003"/>
                  <a:pt x="962709" y="54506"/>
                </a:cubicBezTo>
                <a:cubicBezTo>
                  <a:pt x="958457" y="57009"/>
                  <a:pt x="955426" y="60401"/>
                  <a:pt x="953617" y="64684"/>
                </a:cubicBezTo>
                <a:cubicBezTo>
                  <a:pt x="951807" y="68966"/>
                  <a:pt x="950903" y="74876"/>
                  <a:pt x="950903" y="82415"/>
                </a:cubicBezTo>
                <a:lnTo>
                  <a:pt x="950903" y="134976"/>
                </a:lnTo>
                <a:lnTo>
                  <a:pt x="934619" y="134976"/>
                </a:lnTo>
                <a:close/>
                <a:moveTo>
                  <a:pt x="1100325" y="123114"/>
                </a:moveTo>
                <a:cubicBezTo>
                  <a:pt x="1094294" y="128244"/>
                  <a:pt x="1088489" y="131865"/>
                  <a:pt x="1082910" y="133978"/>
                </a:cubicBezTo>
                <a:cubicBezTo>
                  <a:pt x="1077331" y="136091"/>
                  <a:pt x="1071345" y="137147"/>
                  <a:pt x="1064952" y="137147"/>
                </a:cubicBezTo>
                <a:cubicBezTo>
                  <a:pt x="1054398" y="137147"/>
                  <a:pt x="1046286" y="134567"/>
                  <a:pt x="1040617" y="129407"/>
                </a:cubicBezTo>
                <a:cubicBezTo>
                  <a:pt x="1034948" y="124246"/>
                  <a:pt x="1032113" y="117653"/>
                  <a:pt x="1032113" y="109626"/>
                </a:cubicBezTo>
                <a:cubicBezTo>
                  <a:pt x="1032113" y="104920"/>
                  <a:pt x="1033184" y="100620"/>
                  <a:pt x="1035325" y="96729"/>
                </a:cubicBezTo>
                <a:cubicBezTo>
                  <a:pt x="1037466" y="92835"/>
                  <a:pt x="1040270" y="89711"/>
                  <a:pt x="1043738" y="87357"/>
                </a:cubicBezTo>
                <a:cubicBezTo>
                  <a:pt x="1047206" y="85003"/>
                  <a:pt x="1051111" y="83223"/>
                  <a:pt x="1055453" y="82016"/>
                </a:cubicBezTo>
                <a:cubicBezTo>
                  <a:pt x="1058650" y="81170"/>
                  <a:pt x="1063475" y="80355"/>
                  <a:pt x="1069928" y="79571"/>
                </a:cubicBezTo>
                <a:cubicBezTo>
                  <a:pt x="1083076" y="78014"/>
                  <a:pt x="1092756" y="76158"/>
                  <a:pt x="1098968" y="74002"/>
                </a:cubicBezTo>
                <a:cubicBezTo>
                  <a:pt x="1099028" y="71780"/>
                  <a:pt x="1099058" y="70368"/>
                  <a:pt x="1099058" y="69767"/>
                </a:cubicBezTo>
                <a:cubicBezTo>
                  <a:pt x="1099058" y="63157"/>
                  <a:pt x="1097520" y="58501"/>
                  <a:pt x="1094445" y="55798"/>
                </a:cubicBezTo>
                <a:cubicBezTo>
                  <a:pt x="1090283" y="52132"/>
                  <a:pt x="1084101" y="50299"/>
                  <a:pt x="1075899" y="50299"/>
                </a:cubicBezTo>
                <a:cubicBezTo>
                  <a:pt x="1068239" y="50299"/>
                  <a:pt x="1062585" y="51641"/>
                  <a:pt x="1058936" y="54325"/>
                </a:cubicBezTo>
                <a:cubicBezTo>
                  <a:pt x="1055288" y="57009"/>
                  <a:pt x="1052589" y="61758"/>
                  <a:pt x="1050840" y="68574"/>
                </a:cubicBezTo>
                <a:lnTo>
                  <a:pt x="1034918" y="66402"/>
                </a:lnTo>
                <a:cubicBezTo>
                  <a:pt x="1036365" y="59567"/>
                  <a:pt x="1038747" y="54046"/>
                  <a:pt x="1042064" y="49841"/>
                </a:cubicBezTo>
                <a:cubicBezTo>
                  <a:pt x="1045382" y="45637"/>
                  <a:pt x="1050176" y="42401"/>
                  <a:pt x="1056449" y="40133"/>
                </a:cubicBezTo>
                <a:cubicBezTo>
                  <a:pt x="1062721" y="37864"/>
                  <a:pt x="1069988" y="36729"/>
                  <a:pt x="1078251" y="36729"/>
                </a:cubicBezTo>
                <a:cubicBezTo>
                  <a:pt x="1086453" y="36729"/>
                  <a:pt x="1093118" y="37694"/>
                  <a:pt x="1098244" y="39624"/>
                </a:cubicBezTo>
                <a:cubicBezTo>
                  <a:pt x="1103371" y="41554"/>
                  <a:pt x="1107140" y="43982"/>
                  <a:pt x="1109552" y="46907"/>
                </a:cubicBezTo>
                <a:cubicBezTo>
                  <a:pt x="1111965" y="49832"/>
                  <a:pt x="1113654" y="53526"/>
                  <a:pt x="1114619" y="57989"/>
                </a:cubicBezTo>
                <a:cubicBezTo>
                  <a:pt x="1115161" y="60763"/>
                  <a:pt x="1115433" y="65769"/>
                  <a:pt x="1115433" y="73006"/>
                </a:cubicBezTo>
                <a:lnTo>
                  <a:pt x="1115433" y="94718"/>
                </a:lnTo>
                <a:cubicBezTo>
                  <a:pt x="1115433" y="109857"/>
                  <a:pt x="1115780" y="119431"/>
                  <a:pt x="1116473" y="123442"/>
                </a:cubicBezTo>
                <a:cubicBezTo>
                  <a:pt x="1117167" y="127452"/>
                  <a:pt x="1118539" y="131297"/>
                  <a:pt x="1120589" y="134976"/>
                </a:cubicBezTo>
                <a:lnTo>
                  <a:pt x="1103582" y="134976"/>
                </a:lnTo>
                <a:cubicBezTo>
                  <a:pt x="1101893" y="131595"/>
                  <a:pt x="1100807" y="127641"/>
                  <a:pt x="1100325" y="123114"/>
                </a:cubicBezTo>
                <a:moveTo>
                  <a:pt x="1098968" y="86667"/>
                </a:moveTo>
                <a:cubicBezTo>
                  <a:pt x="1093057" y="89100"/>
                  <a:pt x="1084192" y="91168"/>
                  <a:pt x="1072371" y="92870"/>
                </a:cubicBezTo>
                <a:cubicBezTo>
                  <a:pt x="1065676" y="93838"/>
                  <a:pt x="1060942" y="94929"/>
                  <a:pt x="1058167" y="96140"/>
                </a:cubicBezTo>
                <a:cubicBezTo>
                  <a:pt x="1055393" y="97350"/>
                  <a:pt x="1053252" y="99122"/>
                  <a:pt x="1051744" y="101455"/>
                </a:cubicBezTo>
                <a:cubicBezTo>
                  <a:pt x="1050237" y="103787"/>
                  <a:pt x="1049483" y="106375"/>
                  <a:pt x="1049483" y="109221"/>
                </a:cubicBezTo>
                <a:cubicBezTo>
                  <a:pt x="1049483" y="113581"/>
                  <a:pt x="1051126" y="117214"/>
                  <a:pt x="1054413" y="120123"/>
                </a:cubicBezTo>
                <a:cubicBezTo>
                  <a:pt x="1057700" y="123029"/>
                  <a:pt x="1062510" y="124482"/>
                  <a:pt x="1068843" y="124482"/>
                </a:cubicBezTo>
                <a:cubicBezTo>
                  <a:pt x="1075115" y="124482"/>
                  <a:pt x="1080694" y="123103"/>
                  <a:pt x="1085579" y="120346"/>
                </a:cubicBezTo>
                <a:cubicBezTo>
                  <a:pt x="1090464" y="117589"/>
                  <a:pt x="1094053" y="113816"/>
                  <a:pt x="1096344" y="109029"/>
                </a:cubicBezTo>
                <a:cubicBezTo>
                  <a:pt x="1098093" y="105331"/>
                  <a:pt x="1098968" y="99877"/>
                  <a:pt x="1098968" y="92666"/>
                </a:cubicBezTo>
                <a:lnTo>
                  <a:pt x="1098968" y="86667"/>
                </a:lnTo>
                <a:close/>
                <a:moveTo>
                  <a:pt x="1140735" y="134976"/>
                </a:moveTo>
                <a:lnTo>
                  <a:pt x="1140735" y="2352"/>
                </a:lnTo>
                <a:lnTo>
                  <a:pt x="1157019" y="2352"/>
                </a:lnTo>
                <a:lnTo>
                  <a:pt x="1157019" y="77982"/>
                </a:lnTo>
                <a:lnTo>
                  <a:pt x="1195558" y="38901"/>
                </a:lnTo>
                <a:lnTo>
                  <a:pt x="1216637" y="38901"/>
                </a:lnTo>
                <a:lnTo>
                  <a:pt x="1179907" y="74544"/>
                </a:lnTo>
                <a:lnTo>
                  <a:pt x="1220346" y="134976"/>
                </a:lnTo>
                <a:lnTo>
                  <a:pt x="1200262" y="134976"/>
                </a:lnTo>
                <a:lnTo>
                  <a:pt x="1168508" y="85853"/>
                </a:lnTo>
                <a:lnTo>
                  <a:pt x="1157019" y="96890"/>
                </a:lnTo>
                <a:lnTo>
                  <a:pt x="1157019" y="134976"/>
                </a:lnTo>
                <a:lnTo>
                  <a:pt x="1140735" y="134976"/>
                </a:lnTo>
                <a:close/>
                <a:moveTo>
                  <a:pt x="1299052" y="104037"/>
                </a:moveTo>
                <a:lnTo>
                  <a:pt x="1315878" y="106117"/>
                </a:lnTo>
                <a:cubicBezTo>
                  <a:pt x="1313225" y="115948"/>
                  <a:pt x="1308309" y="123577"/>
                  <a:pt x="1301132" y="129005"/>
                </a:cubicBezTo>
                <a:cubicBezTo>
                  <a:pt x="1293955" y="134433"/>
                  <a:pt x="1284788" y="137147"/>
                  <a:pt x="1273630" y="137147"/>
                </a:cubicBezTo>
                <a:cubicBezTo>
                  <a:pt x="1259578" y="137147"/>
                  <a:pt x="1248435" y="132820"/>
                  <a:pt x="1240203" y="124165"/>
                </a:cubicBezTo>
                <a:cubicBezTo>
                  <a:pt x="1231971" y="115511"/>
                  <a:pt x="1227854" y="103373"/>
                  <a:pt x="1227854" y="87753"/>
                </a:cubicBezTo>
                <a:cubicBezTo>
                  <a:pt x="1227854" y="71589"/>
                  <a:pt x="1232016" y="59044"/>
                  <a:pt x="1240339" y="50118"/>
                </a:cubicBezTo>
                <a:cubicBezTo>
                  <a:pt x="1248662" y="41192"/>
                  <a:pt x="1259457" y="36729"/>
                  <a:pt x="1272726" y="36729"/>
                </a:cubicBezTo>
                <a:cubicBezTo>
                  <a:pt x="1285572" y="36729"/>
                  <a:pt x="1296066" y="41095"/>
                  <a:pt x="1304208" y="49827"/>
                </a:cubicBezTo>
                <a:cubicBezTo>
                  <a:pt x="1312350" y="58557"/>
                  <a:pt x="1316421" y="70840"/>
                  <a:pt x="1316421" y="86675"/>
                </a:cubicBezTo>
                <a:cubicBezTo>
                  <a:pt x="1316421" y="87639"/>
                  <a:pt x="1316391" y="89083"/>
                  <a:pt x="1316331" y="91009"/>
                </a:cubicBezTo>
                <a:lnTo>
                  <a:pt x="1244681" y="91009"/>
                </a:lnTo>
                <a:cubicBezTo>
                  <a:pt x="1245284" y="101534"/>
                  <a:pt x="1248270" y="109593"/>
                  <a:pt x="1253637" y="115187"/>
                </a:cubicBezTo>
                <a:cubicBezTo>
                  <a:pt x="1259005" y="120780"/>
                  <a:pt x="1265699" y="123577"/>
                  <a:pt x="1273721" y="123577"/>
                </a:cubicBezTo>
                <a:cubicBezTo>
                  <a:pt x="1279692" y="123577"/>
                  <a:pt x="1284788" y="122024"/>
                  <a:pt x="1289010" y="118918"/>
                </a:cubicBezTo>
                <a:cubicBezTo>
                  <a:pt x="1293231" y="115810"/>
                  <a:pt x="1296579" y="110850"/>
                  <a:pt x="1299052" y="104037"/>
                </a:cubicBezTo>
                <a:moveTo>
                  <a:pt x="1245586" y="77439"/>
                </a:moveTo>
                <a:lnTo>
                  <a:pt x="1299232" y="77439"/>
                </a:lnTo>
                <a:cubicBezTo>
                  <a:pt x="1298509" y="69490"/>
                  <a:pt x="1296458" y="63527"/>
                  <a:pt x="1293081" y="59552"/>
                </a:cubicBezTo>
                <a:cubicBezTo>
                  <a:pt x="1287894" y="53384"/>
                  <a:pt x="1281169" y="50299"/>
                  <a:pt x="1272907" y="50299"/>
                </a:cubicBezTo>
                <a:cubicBezTo>
                  <a:pt x="1265428" y="50299"/>
                  <a:pt x="1259141" y="52762"/>
                  <a:pt x="1254044" y="57687"/>
                </a:cubicBezTo>
                <a:cubicBezTo>
                  <a:pt x="1248948" y="62609"/>
                  <a:pt x="1246129" y="69194"/>
                  <a:pt x="1245586" y="774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D147B-94B2-4D3C-AEFD-D5F6D03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502" y="3357363"/>
            <a:ext cx="231594" cy="347392"/>
          </a:xfrm>
          <a:custGeom xmlns:a="http://schemas.openxmlformats.org/drawingml/2006/main">
            <a:pathLst>
              <a:path w="231594" h="347392">
                <a:moveTo>
                  <a:pt x="181570" y="153779"/>
                </a:moveTo>
                <a:lnTo>
                  <a:pt x="181570" y="99354"/>
                </a:lnTo>
                <a:cubicBezTo>
                  <a:pt x="181570" y="66699"/>
                  <a:pt x="155631" y="29876"/>
                  <a:pt x="116029" y="29876"/>
                </a:cubicBezTo>
                <a:cubicBezTo>
                  <a:pt x="75963" y="29876"/>
                  <a:pt x="50024" y="66468"/>
                  <a:pt x="50024" y="101207"/>
                </a:cubicBezTo>
                <a:lnTo>
                  <a:pt x="50024" y="153779"/>
                </a:lnTo>
                <a:lnTo>
                  <a:pt x="181570" y="153779"/>
                </a:lnTo>
                <a:close/>
                <a:moveTo>
                  <a:pt x="17833" y="347392"/>
                </a:moveTo>
                <a:cubicBezTo>
                  <a:pt x="8337" y="347392"/>
                  <a:pt x="0" y="338359"/>
                  <a:pt x="0" y="327938"/>
                </a:cubicBezTo>
                <a:lnTo>
                  <a:pt x="0" y="173233"/>
                </a:lnTo>
                <a:cubicBezTo>
                  <a:pt x="0" y="163042"/>
                  <a:pt x="8337" y="153779"/>
                  <a:pt x="17601" y="153779"/>
                </a:cubicBezTo>
                <a:lnTo>
                  <a:pt x="22696" y="153779"/>
                </a:lnTo>
                <a:lnTo>
                  <a:pt x="22696" y="100049"/>
                </a:lnTo>
                <a:cubicBezTo>
                  <a:pt x="22696" y="47245"/>
                  <a:pt x="64383" y="0"/>
                  <a:pt x="114639" y="0"/>
                </a:cubicBezTo>
                <a:cubicBezTo>
                  <a:pt x="169064" y="0"/>
                  <a:pt x="208898" y="46782"/>
                  <a:pt x="208898" y="100280"/>
                </a:cubicBezTo>
                <a:lnTo>
                  <a:pt x="208898" y="153779"/>
                </a:lnTo>
                <a:lnTo>
                  <a:pt x="213762" y="153779"/>
                </a:lnTo>
                <a:cubicBezTo>
                  <a:pt x="223025" y="153779"/>
                  <a:pt x="231594" y="162579"/>
                  <a:pt x="231594" y="173696"/>
                </a:cubicBezTo>
                <a:lnTo>
                  <a:pt x="231594" y="327706"/>
                </a:lnTo>
                <a:cubicBezTo>
                  <a:pt x="231594" y="338591"/>
                  <a:pt x="223257" y="347392"/>
                  <a:pt x="213762" y="347392"/>
                </a:cubicBezTo>
                <a:lnTo>
                  <a:pt x="17833" y="347392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2FADE-C2FC-4CB8-B6F2-D66B11FF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159" y="3531059"/>
            <a:ext cx="1361543" cy="10"/>
          </a:xfrm>
          <a:custGeom xmlns:a="http://schemas.openxmlformats.org/drawingml/2006/main">
            <a:pathLst>
              <a:path w="1361543" h="1" fill="none">
                <a:moveTo>
                  <a:pt x="0" y="0"/>
                </a:moveTo>
                <a:lnTo>
                  <a:pt x="1361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FF27E-5980-45C0-8BC2-D6A1D6A7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173" y="3450001"/>
            <a:ext cx="162116" cy="162116"/>
          </a:xfrm>
          <a:custGeom xmlns:a="http://schemas.openxmlformats.org/drawingml/2006/main">
            <a:pathLst>
              <a:path w="162116" h="162116">
                <a:moveTo>
                  <a:pt x="162116" y="81058"/>
                </a:moveTo>
                <a:lnTo>
                  <a:pt x="0" y="162116"/>
                </a:lnTo>
                <a:lnTo>
                  <a:pt x="40529" y="81058"/>
                </a:lnTo>
                <a:lnTo>
                  <a:pt x="0" y="0"/>
                </a:lnTo>
                <a:lnTo>
                  <a:pt x="162116" y="810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E0F4C-81C8-4ED3-BD24-D0D81D99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173" y="3450001"/>
            <a:ext cx="162116" cy="162116"/>
          </a:xfrm>
          <a:custGeom xmlns:a="http://schemas.openxmlformats.org/drawingml/2006/main">
            <a:pathLst>
              <a:path w="162116" h="162116" fill="none">
                <a:moveTo>
                  <a:pt x="162116" y="81058"/>
                </a:moveTo>
                <a:lnTo>
                  <a:pt x="0" y="162116"/>
                </a:lnTo>
                <a:lnTo>
                  <a:pt x="40529" y="81058"/>
                </a:lnTo>
                <a:lnTo>
                  <a:pt x="0" y="0"/>
                </a:lnTo>
                <a:lnTo>
                  <a:pt x="162116" y="810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159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617039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2026-09-05T08:54:23.0680000Z</dcterms:created>
  <dcterms:modified xsi:type="dcterms:W3CDTF">2026-09-05T08:54:23.0680000Z</dcterms:modified>
</coreProperties>
</file>