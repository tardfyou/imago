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d1266cbc194f98" /><Relationship Type="http://schemas.openxmlformats.org/officeDocument/2006/relationships/extended-properties" Target="/docProps/app.xml" Id="R73aa7039ac0646c6" /><Relationship Type="http://schemas.openxmlformats.org/officeDocument/2006/relationships/officeDocument" Target="/ppt/presentation.xml" Id="R840641452c5e4a57" /></Relationships>
</file>

<file path=ppt/presentation.xml><?xml version="1.0" encoding="utf-8"?>
<p:presentation xmlns:p="http://schemas.openxmlformats.org/presentationml/2006/main">
  <p:sldMasterIdLst>
    <p:sldMasterId xmlns:r="http://schemas.openxmlformats.org/officeDocument/2006/relationships" id="2147483648" r:id="R2824727634a34349"/>
  </p:sldMasterIdLst>
  <p:notesMasterIdLst>
    <p:notesMasterId xmlns:r="http://schemas.openxmlformats.org/officeDocument/2006/relationships" r:id="R049425409d3d45b9"/>
  </p:notesMasterIdLst>
  <p:sldIdLst>
    <p:sldId xmlns:r="http://schemas.openxmlformats.org/officeDocument/2006/relationships" id="256" r:id="R3a4f5bb4e5f34ef3"/>
  </p:sldIdLst>
  <p:sldSz cx="10915650" cy="254317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3d774a018e4178" /><Relationship Type="http://schemas.openxmlformats.org/officeDocument/2006/relationships/slideMaster" Target="/ppt/slideMasters/slideMaster1.xml" Id="R2824727634a34349" /><Relationship Type="http://schemas.openxmlformats.org/officeDocument/2006/relationships/notesMaster" Target="/ppt/notesMasters/notesMaster1.xml" Id="R049425409d3d45b9" /><Relationship Type="http://schemas.openxmlformats.org/officeDocument/2006/relationships/presProps" Target="/ppt/presProps.xml" Id="R4644a56003694e0e" /><Relationship Type="http://schemas.openxmlformats.org/officeDocument/2006/relationships/tableStyles" Target="/ppt/tableStyles.xml" Id="R850249f8022e49d0" /><Relationship Type="http://schemas.openxmlformats.org/officeDocument/2006/relationships/slide" Target="/ppt/slides/slide1.xml" Id="R3a4f5bb4e5f34e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618cc8f5814d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fcdc64eec84d04" /><Relationship Type="http://schemas.openxmlformats.org/officeDocument/2006/relationships/notesMaster" Target="/ppt/notesMasters/notesMaster1.xml" Id="Radea4e16bdeb42d0" /></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素材ID：SEC-024</ns1:t>
            </ns1:r>
          </ns1:p>
          <ns1:p>
            <ns1:r>
              <ns1:t>论文：SyzSpec: Specification Generation for Linux Kernel Fuzzing via Under-Constrained Symbolic Execution</ns1:t>
            </ns1:r>
          </ns1:p>
          <ns1:p>
            <ns1:r>
              <ns1:t>会议：CCS 2025</ns1:t>
            </ns1:r>
          </ns1:p>
          <ns1:p>
            <ns1:r>
              <ns1:t>奖项：Distinguished Paper Award</ns1:t>
            </ns1:r>
          </ns1:p>
          <ns1:p>
            <ns1:r>
              <ns1:t>图号：Figure 5，PDF第5页</ns1:t>
            </ns1:r>
          </ns1:p>
          <ns1:p>
            <ns1:r>
              <ns1:t>类型：方法流程</ns1:t>
            </ns1:r>
          </ns1:p>
          <ns1:p>
            <ns1:r>
              <ns1:t>借鉴点：用共享基础能力条和上方反馈箭头表示两个阶段的共同支撑和互相促进，适合生成-验证迭代方法。</ns1:t>
            </ns1:r>
          </ns1:p>
          <ns1:p>
            <ns1:r>
              <ns1:t>论文URL：https://www.cs.ucr.edu/~zhiyunq/pub/ccs25_syzspec.pdf</ns1:t>
            </ns1:r>
          </ns1:p>
          <ns1:p>
            <ns1:r>
              <ns1:t>官方获奖URL：https://www.sigsac.org/ccs/CCS2025/awards/</ns1:t>
            </ns1:r>
          </ns1:p>
          <ns1:p>
            <ns1:r>
              <ns1:t>原始论文与绘图来源：见本页论文链接及仓库 catalog/papers.md。</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d865aeb60640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576f8566c14717" /><Relationship Type="http://schemas.openxmlformats.org/officeDocument/2006/relationships/slideLayout" Target="/ppt/slideLayouts/slideLayout1.xml" Id="Rdd51958a65a744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51958a65a744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d122dc29ae42f1" /><Relationship Type="http://schemas.openxmlformats.org/officeDocument/2006/relationships/notesSlide" Target="/ppt/notesSlides/notesSlide1.xml" Id="Rb211bce58df14ba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Text SyscallDescriptions">
            <a:extLst xmlns:a="http://schemas.openxmlformats.org/drawingml/2006/main">
              <a:ext uri="{FF2B5EF4-FFF2-40B4-BE49-F238E27FC236}">
                <a16:creationId xmlns:a16="http://schemas.microsoft.com/office/drawing/2014/main" id="{0D2D1FFF-7012-4B09-95F8-92A562E3E9D0}"/>
              </a:ext>
            </a:extLst>
          </p:cNvPr>
          <p:cNvSpPr>
            <a:spLocks xmlns:a="http://schemas.openxmlformats.org/drawingml/2006/main" noGrp="1"/>
          </p:cNvSpPr>
          <p:nvPr/>
        </p:nvSpPr>
        <p:spPr>
          <a:xfrm xmlns:a="http://schemas.openxmlformats.org/drawingml/2006/main">
            <a:off x="8824780" y="1859238"/>
            <a:ext cx="1764025" cy="199348"/>
          </a:xfrm>
          <a:custGeom xmlns:a="http://schemas.openxmlformats.org/drawingml/2006/main">
            <a:pathLst>
              <a:path w="1764025" h="199348">
                <a:moveTo>
                  <a:pt x="70018" y="19749"/>
                </a:moveTo>
                <a:cubicBezTo>
                  <a:pt x="63036" y="17488"/>
                  <a:pt x="55888" y="16341"/>
                  <a:pt x="48574" y="16308"/>
                </a:cubicBezTo>
                <a:cubicBezTo>
                  <a:pt x="41259" y="16274"/>
                  <a:pt x="35009" y="18386"/>
                  <a:pt x="29822" y="22641"/>
                </a:cubicBezTo>
                <a:cubicBezTo>
                  <a:pt x="24503" y="26963"/>
                  <a:pt x="21876" y="32881"/>
                  <a:pt x="21943" y="40395"/>
                </a:cubicBezTo>
                <a:cubicBezTo>
                  <a:pt x="21876" y="44717"/>
                  <a:pt x="22807" y="48507"/>
                  <a:pt x="24736" y="51765"/>
                </a:cubicBezTo>
                <a:cubicBezTo>
                  <a:pt x="26531" y="55090"/>
                  <a:pt x="28991" y="57949"/>
                  <a:pt x="32116" y="60343"/>
                </a:cubicBezTo>
                <a:cubicBezTo>
                  <a:pt x="35175" y="62870"/>
                  <a:pt x="38666" y="65064"/>
                  <a:pt x="42589" y="66926"/>
                </a:cubicBezTo>
                <a:cubicBezTo>
                  <a:pt x="46446" y="68854"/>
                  <a:pt x="50502" y="70749"/>
                  <a:pt x="54758" y="72611"/>
                </a:cubicBezTo>
                <a:cubicBezTo>
                  <a:pt x="59346" y="74606"/>
                  <a:pt x="63801" y="76700"/>
                  <a:pt x="68123" y="78895"/>
                </a:cubicBezTo>
                <a:cubicBezTo>
                  <a:pt x="72378" y="81222"/>
                  <a:pt x="76301" y="83849"/>
                  <a:pt x="79892" y="86774"/>
                </a:cubicBezTo>
                <a:cubicBezTo>
                  <a:pt x="83350" y="89766"/>
                  <a:pt x="86143" y="93357"/>
                  <a:pt x="88270" y="97546"/>
                </a:cubicBezTo>
                <a:cubicBezTo>
                  <a:pt x="90332" y="101735"/>
                  <a:pt x="91362" y="106623"/>
                  <a:pt x="91362" y="112208"/>
                </a:cubicBezTo>
                <a:cubicBezTo>
                  <a:pt x="91296" y="125507"/>
                  <a:pt x="86143" y="135614"/>
                  <a:pt x="75903" y="142529"/>
                </a:cubicBezTo>
                <a:cubicBezTo>
                  <a:pt x="65530" y="149511"/>
                  <a:pt x="52131" y="153002"/>
                  <a:pt x="35707" y="153002"/>
                </a:cubicBezTo>
                <a:cubicBezTo>
                  <a:pt x="25135" y="153002"/>
                  <a:pt x="13432" y="151207"/>
                  <a:pt x="598" y="147616"/>
                </a:cubicBezTo>
                <a:lnTo>
                  <a:pt x="0" y="146818"/>
                </a:lnTo>
                <a:lnTo>
                  <a:pt x="4887" y="112906"/>
                </a:lnTo>
                <a:lnTo>
                  <a:pt x="9376" y="112208"/>
                </a:lnTo>
                <a:lnTo>
                  <a:pt x="16357" y="140534"/>
                </a:lnTo>
                <a:cubicBezTo>
                  <a:pt x="23406" y="143327"/>
                  <a:pt x="30620" y="144723"/>
                  <a:pt x="38001" y="144723"/>
                </a:cubicBezTo>
                <a:cubicBezTo>
                  <a:pt x="47842" y="144723"/>
                  <a:pt x="55589" y="142529"/>
                  <a:pt x="61241" y="138141"/>
                </a:cubicBezTo>
                <a:cubicBezTo>
                  <a:pt x="66693" y="133752"/>
                  <a:pt x="69453" y="127502"/>
                  <a:pt x="69519" y="119389"/>
                </a:cubicBezTo>
                <a:cubicBezTo>
                  <a:pt x="69519" y="115200"/>
                  <a:pt x="68621" y="111443"/>
                  <a:pt x="66826" y="108119"/>
                </a:cubicBezTo>
                <a:cubicBezTo>
                  <a:pt x="65031" y="104927"/>
                  <a:pt x="62637" y="102168"/>
                  <a:pt x="59645" y="99840"/>
                </a:cubicBezTo>
                <a:cubicBezTo>
                  <a:pt x="56520" y="97579"/>
                  <a:pt x="53062" y="95452"/>
                  <a:pt x="49272" y="93457"/>
                </a:cubicBezTo>
                <a:cubicBezTo>
                  <a:pt x="45349" y="91662"/>
                  <a:pt x="41359" y="89800"/>
                  <a:pt x="37303" y="87871"/>
                </a:cubicBezTo>
                <a:cubicBezTo>
                  <a:pt x="32582" y="85877"/>
                  <a:pt x="28060" y="83716"/>
                  <a:pt x="23738" y="81388"/>
                </a:cubicBezTo>
                <a:cubicBezTo>
                  <a:pt x="19283" y="79127"/>
                  <a:pt x="15327" y="76401"/>
                  <a:pt x="11869" y="73210"/>
                </a:cubicBezTo>
                <a:cubicBezTo>
                  <a:pt x="8212" y="70151"/>
                  <a:pt x="5353" y="66361"/>
                  <a:pt x="3291" y="61839"/>
                </a:cubicBezTo>
                <a:cubicBezTo>
                  <a:pt x="1164" y="57384"/>
                  <a:pt x="100" y="52164"/>
                  <a:pt x="100" y="46180"/>
                </a:cubicBezTo>
                <a:cubicBezTo>
                  <a:pt x="100" y="34144"/>
                  <a:pt x="5153" y="24835"/>
                  <a:pt x="15260" y="18253"/>
                </a:cubicBezTo>
                <a:cubicBezTo>
                  <a:pt x="25301" y="11670"/>
                  <a:pt x="37768" y="8378"/>
                  <a:pt x="52663" y="8378"/>
                </a:cubicBezTo>
                <a:cubicBezTo>
                  <a:pt x="63102" y="8378"/>
                  <a:pt x="74107" y="9608"/>
                  <a:pt x="85677" y="12069"/>
                </a:cubicBezTo>
                <a:lnTo>
                  <a:pt x="86375" y="12767"/>
                </a:lnTo>
                <a:lnTo>
                  <a:pt x="80491" y="43886"/>
                </a:lnTo>
                <a:lnTo>
                  <a:pt x="76501" y="44584"/>
                </a:lnTo>
                <a:lnTo>
                  <a:pt x="70018" y="19749"/>
                </a:lnTo>
                <a:close/>
                <a:moveTo>
                  <a:pt x="97522" y="57849"/>
                </a:moveTo>
                <a:cubicBezTo>
                  <a:pt x="105900" y="58049"/>
                  <a:pt x="113348" y="58149"/>
                  <a:pt x="119864" y="58149"/>
                </a:cubicBezTo>
                <a:cubicBezTo>
                  <a:pt x="124319" y="58149"/>
                  <a:pt x="131434" y="58049"/>
                  <a:pt x="141209" y="57849"/>
                </a:cubicBezTo>
                <a:lnTo>
                  <a:pt x="141607" y="61939"/>
                </a:lnTo>
                <a:lnTo>
                  <a:pt x="129938" y="65131"/>
                </a:lnTo>
                <a:cubicBezTo>
                  <a:pt x="132332" y="72112"/>
                  <a:pt x="135191" y="79792"/>
                  <a:pt x="138516" y="88171"/>
                </a:cubicBezTo>
                <a:cubicBezTo>
                  <a:pt x="141707" y="96682"/>
                  <a:pt x="145165" y="105459"/>
                  <a:pt x="148889" y="114502"/>
                </a:cubicBezTo>
                <a:cubicBezTo>
                  <a:pt x="150351" y="118359"/>
                  <a:pt x="152014" y="122714"/>
                  <a:pt x="153876" y="127568"/>
                </a:cubicBezTo>
                <a:cubicBezTo>
                  <a:pt x="155737" y="122581"/>
                  <a:pt x="157965" y="116879"/>
                  <a:pt x="160558" y="110463"/>
                </a:cubicBezTo>
                <a:cubicBezTo>
                  <a:pt x="163151" y="104046"/>
                  <a:pt x="165944" y="97048"/>
                  <a:pt x="168936" y="89467"/>
                </a:cubicBezTo>
                <a:cubicBezTo>
                  <a:pt x="171796" y="82020"/>
                  <a:pt x="174821" y="73908"/>
                  <a:pt x="178013" y="65131"/>
                </a:cubicBezTo>
                <a:lnTo>
                  <a:pt x="166642" y="61939"/>
                </a:lnTo>
                <a:lnTo>
                  <a:pt x="166243" y="57849"/>
                </a:lnTo>
                <a:cubicBezTo>
                  <a:pt x="171097" y="58049"/>
                  <a:pt x="176849" y="58149"/>
                  <a:pt x="183498" y="58149"/>
                </a:cubicBezTo>
                <a:cubicBezTo>
                  <a:pt x="189350" y="58149"/>
                  <a:pt x="195102" y="58049"/>
                  <a:pt x="200754" y="57849"/>
                </a:cubicBezTo>
                <a:lnTo>
                  <a:pt x="201252" y="61939"/>
                </a:lnTo>
                <a:lnTo>
                  <a:pt x="191976" y="64532"/>
                </a:lnTo>
                <a:cubicBezTo>
                  <a:pt x="189849" y="65264"/>
                  <a:pt x="188353" y="66627"/>
                  <a:pt x="187488" y="68621"/>
                </a:cubicBezTo>
                <a:cubicBezTo>
                  <a:pt x="184961" y="74340"/>
                  <a:pt x="182302" y="80524"/>
                  <a:pt x="179509" y="87173"/>
                </a:cubicBezTo>
                <a:cubicBezTo>
                  <a:pt x="170665" y="107853"/>
                  <a:pt x="164016" y="124742"/>
                  <a:pt x="159561" y="137841"/>
                </a:cubicBezTo>
                <a:cubicBezTo>
                  <a:pt x="156436" y="146818"/>
                  <a:pt x="153676" y="155928"/>
                  <a:pt x="151282" y="165170"/>
                </a:cubicBezTo>
                <a:cubicBezTo>
                  <a:pt x="148756" y="174612"/>
                  <a:pt x="146860" y="182658"/>
                  <a:pt x="145597" y="189307"/>
                </a:cubicBezTo>
                <a:cubicBezTo>
                  <a:pt x="144999" y="192632"/>
                  <a:pt x="143802" y="195092"/>
                  <a:pt x="142006" y="196688"/>
                </a:cubicBezTo>
                <a:cubicBezTo>
                  <a:pt x="140078" y="198417"/>
                  <a:pt x="135789" y="199282"/>
                  <a:pt x="129140" y="199282"/>
                </a:cubicBezTo>
                <a:cubicBezTo>
                  <a:pt x="122225" y="199348"/>
                  <a:pt x="115575" y="199115"/>
                  <a:pt x="109192" y="198583"/>
                </a:cubicBezTo>
                <a:lnTo>
                  <a:pt x="108693" y="194693"/>
                </a:lnTo>
                <a:cubicBezTo>
                  <a:pt x="115941" y="193630"/>
                  <a:pt x="121360" y="191269"/>
                  <a:pt x="124951" y="187612"/>
                </a:cubicBezTo>
                <a:cubicBezTo>
                  <a:pt x="129206" y="183090"/>
                  <a:pt x="135789" y="170889"/>
                  <a:pt x="144699" y="151007"/>
                </a:cubicBezTo>
                <a:lnTo>
                  <a:pt x="145497" y="149112"/>
                </a:lnTo>
                <a:lnTo>
                  <a:pt x="144101" y="148713"/>
                </a:lnTo>
                <a:cubicBezTo>
                  <a:pt x="131933" y="118458"/>
                  <a:pt x="120928" y="91795"/>
                  <a:pt x="111087" y="68721"/>
                </a:cubicBezTo>
                <a:cubicBezTo>
                  <a:pt x="110156" y="66726"/>
                  <a:pt x="108627" y="65363"/>
                  <a:pt x="106499" y="64632"/>
                </a:cubicBezTo>
                <a:lnTo>
                  <a:pt x="97722" y="61939"/>
                </a:lnTo>
                <a:lnTo>
                  <a:pt x="97522" y="57849"/>
                </a:lnTo>
                <a:close/>
                <a:moveTo>
                  <a:pt x="252244" y="65629"/>
                </a:moveTo>
                <a:cubicBezTo>
                  <a:pt x="248320" y="64565"/>
                  <a:pt x="243666" y="64033"/>
                  <a:pt x="238280" y="64033"/>
                </a:cubicBezTo>
                <a:cubicBezTo>
                  <a:pt x="232894" y="64033"/>
                  <a:pt x="228339" y="65230"/>
                  <a:pt x="224615" y="67624"/>
                </a:cubicBezTo>
                <a:cubicBezTo>
                  <a:pt x="220692" y="70151"/>
                  <a:pt x="218764" y="73476"/>
                  <a:pt x="218830" y="77598"/>
                </a:cubicBezTo>
                <a:cubicBezTo>
                  <a:pt x="218830" y="81721"/>
                  <a:pt x="220094" y="84912"/>
                  <a:pt x="222621" y="87173"/>
                </a:cubicBezTo>
                <a:cubicBezTo>
                  <a:pt x="225081" y="89500"/>
                  <a:pt x="229702" y="91795"/>
                  <a:pt x="236485" y="94055"/>
                </a:cubicBezTo>
                <a:lnTo>
                  <a:pt x="244663" y="96848"/>
                </a:lnTo>
                <a:cubicBezTo>
                  <a:pt x="253839" y="99973"/>
                  <a:pt x="260589" y="103531"/>
                  <a:pt x="264911" y="107520"/>
                </a:cubicBezTo>
                <a:cubicBezTo>
                  <a:pt x="269166" y="111643"/>
                  <a:pt x="271294" y="117644"/>
                  <a:pt x="271294" y="125523"/>
                </a:cubicBezTo>
                <a:cubicBezTo>
                  <a:pt x="271294" y="133403"/>
                  <a:pt x="267703" y="139936"/>
                  <a:pt x="260522" y="145122"/>
                </a:cubicBezTo>
                <a:cubicBezTo>
                  <a:pt x="253341" y="150442"/>
                  <a:pt x="244264" y="153102"/>
                  <a:pt x="233293" y="153102"/>
                </a:cubicBezTo>
                <a:cubicBezTo>
                  <a:pt x="223186" y="153102"/>
                  <a:pt x="212846" y="151040"/>
                  <a:pt x="202274" y="146918"/>
                </a:cubicBezTo>
                <a:cubicBezTo>
                  <a:pt x="204534" y="138340"/>
                  <a:pt x="206363" y="129895"/>
                  <a:pt x="207759" y="121584"/>
                </a:cubicBezTo>
                <a:lnTo>
                  <a:pt x="211649" y="120985"/>
                </a:lnTo>
                <a:lnTo>
                  <a:pt x="218830" y="142429"/>
                </a:lnTo>
                <a:cubicBezTo>
                  <a:pt x="222554" y="143959"/>
                  <a:pt x="227375" y="144690"/>
                  <a:pt x="233293" y="144624"/>
                </a:cubicBezTo>
                <a:cubicBezTo>
                  <a:pt x="239477" y="144624"/>
                  <a:pt x="244431" y="143360"/>
                  <a:pt x="248154" y="140834"/>
                </a:cubicBezTo>
                <a:cubicBezTo>
                  <a:pt x="251811" y="138373"/>
                  <a:pt x="253640" y="134816"/>
                  <a:pt x="253640" y="130161"/>
                </a:cubicBezTo>
                <a:cubicBezTo>
                  <a:pt x="253640" y="125972"/>
                  <a:pt x="252410" y="122614"/>
                  <a:pt x="249950" y="120088"/>
                </a:cubicBezTo>
                <a:cubicBezTo>
                  <a:pt x="247423" y="117627"/>
                  <a:pt x="243433" y="115499"/>
                  <a:pt x="237981" y="113704"/>
                </a:cubicBezTo>
                <a:lnTo>
                  <a:pt x="227608" y="110213"/>
                </a:lnTo>
                <a:cubicBezTo>
                  <a:pt x="218631" y="107288"/>
                  <a:pt x="212447" y="103664"/>
                  <a:pt x="209056" y="99342"/>
                </a:cubicBezTo>
                <a:cubicBezTo>
                  <a:pt x="205532" y="95219"/>
                  <a:pt x="203803" y="89999"/>
                  <a:pt x="203869" y="83682"/>
                </a:cubicBezTo>
                <a:cubicBezTo>
                  <a:pt x="203803" y="75038"/>
                  <a:pt x="207128" y="68156"/>
                  <a:pt x="213843" y="63036"/>
                </a:cubicBezTo>
                <a:cubicBezTo>
                  <a:pt x="220360" y="58049"/>
                  <a:pt x="229071" y="55555"/>
                  <a:pt x="239975" y="55555"/>
                </a:cubicBezTo>
                <a:cubicBezTo>
                  <a:pt x="250016" y="55622"/>
                  <a:pt x="259192" y="57085"/>
                  <a:pt x="267504" y="59944"/>
                </a:cubicBezTo>
                <a:cubicBezTo>
                  <a:pt x="265576" y="67524"/>
                  <a:pt x="263880" y="75537"/>
                  <a:pt x="262417" y="83981"/>
                </a:cubicBezTo>
                <a:lnTo>
                  <a:pt x="258627" y="84680"/>
                </a:lnTo>
                <a:lnTo>
                  <a:pt x="252244" y="65629"/>
                </a:lnTo>
                <a:close/>
                <a:moveTo>
                  <a:pt x="362426" y="143227"/>
                </a:moveTo>
                <a:cubicBezTo>
                  <a:pt x="358303" y="146020"/>
                  <a:pt x="353217" y="148347"/>
                  <a:pt x="347166" y="150209"/>
                </a:cubicBezTo>
                <a:cubicBezTo>
                  <a:pt x="341048" y="152138"/>
                  <a:pt x="334997" y="153102"/>
                  <a:pt x="329013" y="153102"/>
                </a:cubicBezTo>
                <a:cubicBezTo>
                  <a:pt x="314650" y="153168"/>
                  <a:pt x="303180" y="148946"/>
                  <a:pt x="294602" y="140435"/>
                </a:cubicBezTo>
                <a:cubicBezTo>
                  <a:pt x="285892" y="132123"/>
                  <a:pt x="281570" y="120919"/>
                  <a:pt x="281636" y="106822"/>
                </a:cubicBezTo>
                <a:cubicBezTo>
                  <a:pt x="281636" y="91595"/>
                  <a:pt x="286523" y="79227"/>
                  <a:pt x="296298" y="69719"/>
                </a:cubicBezTo>
                <a:cubicBezTo>
                  <a:pt x="305940" y="60277"/>
                  <a:pt x="318341" y="55555"/>
                  <a:pt x="333501" y="55555"/>
                </a:cubicBezTo>
                <a:cubicBezTo>
                  <a:pt x="343276" y="55555"/>
                  <a:pt x="352751" y="57550"/>
                  <a:pt x="361927" y="61540"/>
                </a:cubicBezTo>
                <a:cubicBezTo>
                  <a:pt x="359666" y="70517"/>
                  <a:pt x="357705" y="79626"/>
                  <a:pt x="356043" y="88869"/>
                </a:cubicBezTo>
                <a:lnTo>
                  <a:pt x="352153" y="89467"/>
                </a:lnTo>
                <a:lnTo>
                  <a:pt x="344074" y="65530"/>
                </a:lnTo>
                <a:cubicBezTo>
                  <a:pt x="340949" y="64466"/>
                  <a:pt x="337491" y="63934"/>
                  <a:pt x="333701" y="63934"/>
                </a:cubicBezTo>
                <a:cubicBezTo>
                  <a:pt x="323793" y="64000"/>
                  <a:pt x="316047" y="67458"/>
                  <a:pt x="310461" y="74307"/>
                </a:cubicBezTo>
                <a:cubicBezTo>
                  <a:pt x="304876" y="81222"/>
                  <a:pt x="302083" y="90365"/>
                  <a:pt x="302083" y="101735"/>
                </a:cubicBezTo>
                <a:cubicBezTo>
                  <a:pt x="302083" y="115101"/>
                  <a:pt x="305241" y="124975"/>
                  <a:pt x="311558" y="131358"/>
                </a:cubicBezTo>
                <a:cubicBezTo>
                  <a:pt x="317809" y="137742"/>
                  <a:pt x="327816" y="140933"/>
                  <a:pt x="341580" y="140933"/>
                </a:cubicBezTo>
                <a:cubicBezTo>
                  <a:pt x="347831" y="141000"/>
                  <a:pt x="354580" y="140368"/>
                  <a:pt x="361828" y="139038"/>
                </a:cubicBezTo>
                <a:lnTo>
                  <a:pt x="362426" y="143227"/>
                </a:lnTo>
                <a:close/>
                <a:moveTo>
                  <a:pt x="429774" y="105126"/>
                </a:moveTo>
                <a:cubicBezTo>
                  <a:pt x="415744" y="105126"/>
                  <a:pt x="406202" y="106556"/>
                  <a:pt x="401148" y="109415"/>
                </a:cubicBezTo>
                <a:cubicBezTo>
                  <a:pt x="396028" y="112341"/>
                  <a:pt x="393468" y="117162"/>
                  <a:pt x="393468" y="123878"/>
                </a:cubicBezTo>
                <a:cubicBezTo>
                  <a:pt x="393468" y="130195"/>
                  <a:pt x="395164" y="134650"/>
                  <a:pt x="398555" y="137243"/>
                </a:cubicBezTo>
                <a:cubicBezTo>
                  <a:pt x="401946" y="139969"/>
                  <a:pt x="406534" y="141299"/>
                  <a:pt x="412319" y="141233"/>
                </a:cubicBezTo>
                <a:cubicBezTo>
                  <a:pt x="418902" y="141233"/>
                  <a:pt x="424654" y="140069"/>
                  <a:pt x="429574" y="137742"/>
                </a:cubicBezTo>
                <a:lnTo>
                  <a:pt x="429774" y="105126"/>
                </a:lnTo>
                <a:moveTo>
                  <a:pt x="381400" y="64033"/>
                </a:moveTo>
                <a:cubicBezTo>
                  <a:pt x="394366" y="58381"/>
                  <a:pt x="405836" y="55555"/>
                  <a:pt x="415810" y="55555"/>
                </a:cubicBezTo>
                <a:cubicBezTo>
                  <a:pt x="425984" y="55622"/>
                  <a:pt x="434063" y="58282"/>
                  <a:pt x="440047" y="63535"/>
                </a:cubicBezTo>
                <a:cubicBezTo>
                  <a:pt x="445899" y="68854"/>
                  <a:pt x="448824" y="76534"/>
                  <a:pt x="448824" y="86575"/>
                </a:cubicBezTo>
                <a:lnTo>
                  <a:pt x="448326" y="128067"/>
                </a:lnTo>
                <a:cubicBezTo>
                  <a:pt x="448193" y="131458"/>
                  <a:pt x="448259" y="134184"/>
                  <a:pt x="448525" y="136246"/>
                </a:cubicBezTo>
                <a:cubicBezTo>
                  <a:pt x="448791" y="138373"/>
                  <a:pt x="449389" y="139969"/>
                  <a:pt x="450320" y="141033"/>
                </a:cubicBezTo>
                <a:cubicBezTo>
                  <a:pt x="451251" y="142097"/>
                  <a:pt x="452714" y="142828"/>
                  <a:pt x="454709" y="143227"/>
                </a:cubicBezTo>
                <a:cubicBezTo>
                  <a:pt x="456571" y="143759"/>
                  <a:pt x="459164" y="144025"/>
                  <a:pt x="462489" y="144025"/>
                </a:cubicBezTo>
                <a:lnTo>
                  <a:pt x="462987" y="147915"/>
                </a:lnTo>
                <a:cubicBezTo>
                  <a:pt x="460062" y="149112"/>
                  <a:pt x="456571" y="150242"/>
                  <a:pt x="452515" y="151306"/>
                </a:cubicBezTo>
                <a:cubicBezTo>
                  <a:pt x="448326" y="152437"/>
                  <a:pt x="445533" y="153002"/>
                  <a:pt x="444136" y="153002"/>
                </a:cubicBezTo>
                <a:cubicBezTo>
                  <a:pt x="437554" y="153068"/>
                  <a:pt x="433065" y="149744"/>
                  <a:pt x="430671" y="143028"/>
                </a:cubicBezTo>
                <a:cubicBezTo>
                  <a:pt x="421296" y="149744"/>
                  <a:pt x="412419" y="153102"/>
                  <a:pt x="404041" y="153102"/>
                </a:cubicBezTo>
                <a:cubicBezTo>
                  <a:pt x="394665" y="153102"/>
                  <a:pt x="387151" y="150808"/>
                  <a:pt x="381499" y="146220"/>
                </a:cubicBezTo>
                <a:cubicBezTo>
                  <a:pt x="375781" y="141764"/>
                  <a:pt x="372955" y="135348"/>
                  <a:pt x="373021" y="126970"/>
                </a:cubicBezTo>
                <a:cubicBezTo>
                  <a:pt x="373021" y="116796"/>
                  <a:pt x="377610" y="109249"/>
                  <a:pt x="386786" y="104329"/>
                </a:cubicBezTo>
                <a:cubicBezTo>
                  <a:pt x="395829" y="99475"/>
                  <a:pt x="410158" y="97048"/>
                  <a:pt x="429774" y="97048"/>
                </a:cubicBezTo>
                <a:lnTo>
                  <a:pt x="429874" y="89268"/>
                </a:lnTo>
                <a:cubicBezTo>
                  <a:pt x="429940" y="81820"/>
                  <a:pt x="428045" y="76301"/>
                  <a:pt x="424188" y="72711"/>
                </a:cubicBezTo>
                <a:cubicBezTo>
                  <a:pt x="420265" y="69120"/>
                  <a:pt x="414347" y="67325"/>
                  <a:pt x="406435" y="67325"/>
                </a:cubicBezTo>
                <a:cubicBezTo>
                  <a:pt x="400317" y="67325"/>
                  <a:pt x="392737" y="68455"/>
                  <a:pt x="383694" y="70716"/>
                </a:cubicBezTo>
                <a:lnTo>
                  <a:pt x="381400" y="64033"/>
                </a:lnTo>
                <a:close/>
                <a:moveTo>
                  <a:pt x="467998" y="10373"/>
                </a:moveTo>
                <a:lnTo>
                  <a:pt x="467499" y="7082"/>
                </a:lnTo>
                <a:cubicBezTo>
                  <a:pt x="479268" y="4887"/>
                  <a:pt x="490140" y="2527"/>
                  <a:pt x="500114" y="0"/>
                </a:cubicBezTo>
                <a:lnTo>
                  <a:pt x="501012" y="798"/>
                </a:lnTo>
                <a:cubicBezTo>
                  <a:pt x="500613" y="11703"/>
                  <a:pt x="500413" y="26764"/>
                  <a:pt x="500413" y="45980"/>
                </a:cubicBezTo>
                <a:lnTo>
                  <a:pt x="500413" y="110911"/>
                </a:lnTo>
                <a:cubicBezTo>
                  <a:pt x="500413" y="122814"/>
                  <a:pt x="500480" y="132389"/>
                  <a:pt x="500613" y="139637"/>
                </a:cubicBezTo>
                <a:cubicBezTo>
                  <a:pt x="500746" y="141565"/>
                  <a:pt x="501677" y="142762"/>
                  <a:pt x="503406" y="143227"/>
                </a:cubicBezTo>
                <a:lnTo>
                  <a:pt x="514277" y="146519"/>
                </a:lnTo>
                <a:lnTo>
                  <a:pt x="514577" y="150608"/>
                </a:lnTo>
                <a:cubicBezTo>
                  <a:pt x="505533" y="150409"/>
                  <a:pt x="497787" y="150309"/>
                  <a:pt x="491337" y="150309"/>
                </a:cubicBezTo>
                <a:cubicBezTo>
                  <a:pt x="484688" y="150309"/>
                  <a:pt x="476941" y="150409"/>
                  <a:pt x="468097" y="150608"/>
                </a:cubicBezTo>
                <a:lnTo>
                  <a:pt x="467699" y="146519"/>
                </a:lnTo>
                <a:lnTo>
                  <a:pt x="478969" y="143227"/>
                </a:lnTo>
                <a:cubicBezTo>
                  <a:pt x="480632" y="142762"/>
                  <a:pt x="481529" y="141698"/>
                  <a:pt x="481662" y="140036"/>
                </a:cubicBezTo>
                <a:cubicBezTo>
                  <a:pt x="481729" y="132588"/>
                  <a:pt x="481795" y="124210"/>
                  <a:pt x="481862" y="114901"/>
                </a:cubicBezTo>
                <a:lnTo>
                  <a:pt x="481862" y="73908"/>
                </a:lnTo>
                <a:cubicBezTo>
                  <a:pt x="481862" y="49172"/>
                  <a:pt x="481729" y="29324"/>
                  <a:pt x="481463" y="14363"/>
                </a:cubicBezTo>
                <a:lnTo>
                  <a:pt x="467998" y="10373"/>
                </a:lnTo>
                <a:close/>
                <a:moveTo>
                  <a:pt x="530849" y="10373"/>
                </a:moveTo>
                <a:lnTo>
                  <a:pt x="530350" y="7082"/>
                </a:lnTo>
                <a:cubicBezTo>
                  <a:pt x="542119" y="4887"/>
                  <a:pt x="552991" y="2527"/>
                  <a:pt x="562965" y="0"/>
                </a:cubicBezTo>
                <a:lnTo>
                  <a:pt x="563863" y="798"/>
                </a:lnTo>
                <a:cubicBezTo>
                  <a:pt x="563464" y="11703"/>
                  <a:pt x="563264" y="26764"/>
                  <a:pt x="563264" y="45980"/>
                </a:cubicBezTo>
                <a:lnTo>
                  <a:pt x="563264" y="110911"/>
                </a:lnTo>
                <a:cubicBezTo>
                  <a:pt x="563264" y="122814"/>
                  <a:pt x="563331" y="132389"/>
                  <a:pt x="563464" y="139637"/>
                </a:cubicBezTo>
                <a:cubicBezTo>
                  <a:pt x="563597" y="141565"/>
                  <a:pt x="564528" y="142762"/>
                  <a:pt x="566257" y="143227"/>
                </a:cubicBezTo>
                <a:lnTo>
                  <a:pt x="577128" y="146519"/>
                </a:lnTo>
                <a:lnTo>
                  <a:pt x="577428" y="150608"/>
                </a:lnTo>
                <a:cubicBezTo>
                  <a:pt x="568384" y="150409"/>
                  <a:pt x="560638" y="150309"/>
                  <a:pt x="554188" y="150309"/>
                </a:cubicBezTo>
                <a:cubicBezTo>
                  <a:pt x="547539" y="150309"/>
                  <a:pt x="539792" y="150409"/>
                  <a:pt x="530948" y="150608"/>
                </a:cubicBezTo>
                <a:lnTo>
                  <a:pt x="530550" y="146519"/>
                </a:lnTo>
                <a:lnTo>
                  <a:pt x="541820" y="143227"/>
                </a:lnTo>
                <a:cubicBezTo>
                  <a:pt x="543483" y="142762"/>
                  <a:pt x="544380" y="141698"/>
                  <a:pt x="544513" y="140036"/>
                </a:cubicBezTo>
                <a:cubicBezTo>
                  <a:pt x="544580" y="132588"/>
                  <a:pt x="544646" y="124210"/>
                  <a:pt x="544713" y="114901"/>
                </a:cubicBezTo>
                <a:lnTo>
                  <a:pt x="544713" y="73908"/>
                </a:lnTo>
                <a:cubicBezTo>
                  <a:pt x="544713" y="49172"/>
                  <a:pt x="544580" y="29324"/>
                  <a:pt x="544314" y="14363"/>
                </a:cubicBezTo>
                <a:lnTo>
                  <a:pt x="530849" y="10373"/>
                </a:lnTo>
                <a:close/>
                <a:moveTo>
                  <a:pt x="670163" y="150309"/>
                </a:moveTo>
                <a:cubicBezTo>
                  <a:pt x="662051" y="150309"/>
                  <a:pt x="653806" y="150409"/>
                  <a:pt x="645428" y="150608"/>
                </a:cubicBezTo>
                <a:lnTo>
                  <a:pt x="645029" y="146319"/>
                </a:lnTo>
                <a:lnTo>
                  <a:pt x="657297" y="142629"/>
                </a:lnTo>
                <a:cubicBezTo>
                  <a:pt x="658959" y="142163"/>
                  <a:pt x="659824" y="140867"/>
                  <a:pt x="659890" y="138739"/>
                </a:cubicBezTo>
                <a:cubicBezTo>
                  <a:pt x="659957" y="136611"/>
                  <a:pt x="660056" y="133885"/>
                  <a:pt x="660189" y="130560"/>
                </a:cubicBezTo>
                <a:cubicBezTo>
                  <a:pt x="660189" y="127302"/>
                  <a:pt x="660189" y="123678"/>
                  <a:pt x="660189" y="119689"/>
                </a:cubicBezTo>
                <a:lnTo>
                  <a:pt x="660189" y="38799"/>
                </a:lnTo>
                <a:cubicBezTo>
                  <a:pt x="660189" y="35408"/>
                  <a:pt x="660189" y="32349"/>
                  <a:pt x="660189" y="29623"/>
                </a:cubicBezTo>
                <a:cubicBezTo>
                  <a:pt x="660056" y="26963"/>
                  <a:pt x="659990" y="24503"/>
                  <a:pt x="659990" y="22242"/>
                </a:cubicBezTo>
                <a:cubicBezTo>
                  <a:pt x="659857" y="20580"/>
                  <a:pt x="659059" y="19449"/>
                  <a:pt x="657596" y="18851"/>
                </a:cubicBezTo>
                <a:lnTo>
                  <a:pt x="645228" y="14961"/>
                </a:lnTo>
                <a:lnTo>
                  <a:pt x="645029" y="10672"/>
                </a:lnTo>
                <a:cubicBezTo>
                  <a:pt x="653606" y="11005"/>
                  <a:pt x="661951" y="11138"/>
                  <a:pt x="670064" y="11071"/>
                </a:cubicBezTo>
                <a:cubicBezTo>
                  <a:pt x="676713" y="11071"/>
                  <a:pt x="683130" y="10905"/>
                  <a:pt x="689314" y="10572"/>
                </a:cubicBezTo>
                <a:cubicBezTo>
                  <a:pt x="695431" y="10307"/>
                  <a:pt x="701781" y="10140"/>
                  <a:pt x="708364" y="10074"/>
                </a:cubicBezTo>
                <a:cubicBezTo>
                  <a:pt x="731570" y="10074"/>
                  <a:pt x="749025" y="15360"/>
                  <a:pt x="760728" y="25933"/>
                </a:cubicBezTo>
                <a:cubicBezTo>
                  <a:pt x="772364" y="36638"/>
                  <a:pt x="778216" y="52397"/>
                  <a:pt x="778282" y="73210"/>
                </a:cubicBezTo>
                <a:cubicBezTo>
                  <a:pt x="778282" y="97879"/>
                  <a:pt x="771799" y="116962"/>
                  <a:pt x="758833" y="130461"/>
                </a:cubicBezTo>
                <a:cubicBezTo>
                  <a:pt x="745733" y="144158"/>
                  <a:pt x="727514" y="150974"/>
                  <a:pt x="704175" y="150907"/>
                </a:cubicBezTo>
                <a:cubicBezTo>
                  <a:pt x="697658" y="150907"/>
                  <a:pt x="691907" y="150808"/>
                  <a:pt x="686920" y="150608"/>
                </a:cubicBezTo>
                <a:cubicBezTo>
                  <a:pt x="681800" y="150409"/>
                  <a:pt x="676214" y="150309"/>
                  <a:pt x="670163" y="150309"/>
                </a:cubicBezTo>
                <a:moveTo>
                  <a:pt x="679738" y="141432"/>
                </a:moveTo>
                <a:cubicBezTo>
                  <a:pt x="683595" y="142030"/>
                  <a:pt x="687452" y="142363"/>
                  <a:pt x="691308" y="142429"/>
                </a:cubicBezTo>
                <a:cubicBezTo>
                  <a:pt x="694965" y="142629"/>
                  <a:pt x="698722" y="142729"/>
                  <a:pt x="702579" y="142729"/>
                </a:cubicBezTo>
                <a:cubicBezTo>
                  <a:pt x="720133" y="142729"/>
                  <a:pt x="733499" y="137542"/>
                  <a:pt x="742675" y="127169"/>
                </a:cubicBezTo>
                <a:cubicBezTo>
                  <a:pt x="751851" y="116929"/>
                  <a:pt x="756439" y="101104"/>
                  <a:pt x="756439" y="79693"/>
                </a:cubicBezTo>
                <a:cubicBezTo>
                  <a:pt x="756372" y="59013"/>
                  <a:pt x="752017" y="43620"/>
                  <a:pt x="743373" y="33513"/>
                </a:cubicBezTo>
                <a:cubicBezTo>
                  <a:pt x="734596" y="23539"/>
                  <a:pt x="720798" y="18552"/>
                  <a:pt x="701981" y="18552"/>
                </a:cubicBezTo>
                <a:cubicBezTo>
                  <a:pt x="698988" y="18618"/>
                  <a:pt x="695697" y="18685"/>
                  <a:pt x="692106" y="18751"/>
                </a:cubicBezTo>
                <a:cubicBezTo>
                  <a:pt x="688383" y="18951"/>
                  <a:pt x="684260" y="19183"/>
                  <a:pt x="679738" y="19449"/>
                </a:cubicBezTo>
                <a:lnTo>
                  <a:pt x="679738" y="141432"/>
                </a:lnTo>
                <a:close/>
                <a:moveTo>
                  <a:pt x="883348" y="143227"/>
                </a:moveTo>
                <a:cubicBezTo>
                  <a:pt x="877629" y="146818"/>
                  <a:pt x="871811" y="149345"/>
                  <a:pt x="865893" y="150808"/>
                </a:cubicBezTo>
                <a:cubicBezTo>
                  <a:pt x="859842" y="152337"/>
                  <a:pt x="854290" y="153102"/>
                  <a:pt x="849236" y="153102"/>
                </a:cubicBezTo>
                <a:cubicBezTo>
                  <a:pt x="834541" y="153102"/>
                  <a:pt x="822739" y="148913"/>
                  <a:pt x="813829" y="140534"/>
                </a:cubicBezTo>
                <a:cubicBezTo>
                  <a:pt x="804719" y="132289"/>
                  <a:pt x="800197" y="120719"/>
                  <a:pt x="800264" y="105825"/>
                </a:cubicBezTo>
                <a:cubicBezTo>
                  <a:pt x="800264" y="91063"/>
                  <a:pt x="804453" y="78994"/>
                  <a:pt x="812831" y="69619"/>
                </a:cubicBezTo>
                <a:cubicBezTo>
                  <a:pt x="821209" y="60243"/>
                  <a:pt x="832447" y="55555"/>
                  <a:pt x="846543" y="55555"/>
                </a:cubicBezTo>
                <a:cubicBezTo>
                  <a:pt x="858313" y="55555"/>
                  <a:pt x="867489" y="59046"/>
                  <a:pt x="874072" y="66028"/>
                </a:cubicBezTo>
                <a:cubicBezTo>
                  <a:pt x="880655" y="73143"/>
                  <a:pt x="883946" y="82851"/>
                  <a:pt x="883946" y="95152"/>
                </a:cubicBezTo>
                <a:cubicBezTo>
                  <a:pt x="883946" y="97081"/>
                  <a:pt x="883846" y="98976"/>
                  <a:pt x="883647" y="100838"/>
                </a:cubicBezTo>
                <a:lnTo>
                  <a:pt x="820711" y="100838"/>
                </a:lnTo>
                <a:cubicBezTo>
                  <a:pt x="820711" y="115200"/>
                  <a:pt x="824069" y="125407"/>
                  <a:pt x="830784" y="131458"/>
                </a:cubicBezTo>
                <a:cubicBezTo>
                  <a:pt x="837434" y="137642"/>
                  <a:pt x="847940" y="140734"/>
                  <a:pt x="862302" y="140734"/>
                </a:cubicBezTo>
                <a:cubicBezTo>
                  <a:pt x="868619" y="140734"/>
                  <a:pt x="875435" y="140135"/>
                  <a:pt x="882749" y="138939"/>
                </a:cubicBezTo>
                <a:lnTo>
                  <a:pt x="883348" y="143227"/>
                </a:lnTo>
                <a:moveTo>
                  <a:pt x="863499" y="92559"/>
                </a:moveTo>
                <a:lnTo>
                  <a:pt x="863499" y="89567"/>
                </a:lnTo>
                <a:cubicBezTo>
                  <a:pt x="863499" y="80191"/>
                  <a:pt x="862003" y="73442"/>
                  <a:pt x="859011" y="69320"/>
                </a:cubicBezTo>
                <a:cubicBezTo>
                  <a:pt x="856085" y="65264"/>
                  <a:pt x="851697" y="63235"/>
                  <a:pt x="845845" y="63235"/>
                </a:cubicBezTo>
                <a:cubicBezTo>
                  <a:pt x="838066" y="63302"/>
                  <a:pt x="832148" y="66161"/>
                  <a:pt x="828091" y="71813"/>
                </a:cubicBezTo>
                <a:cubicBezTo>
                  <a:pt x="823902" y="77598"/>
                  <a:pt x="821575" y="84513"/>
                  <a:pt x="821110" y="92559"/>
                </a:cubicBezTo>
                <a:lnTo>
                  <a:pt x="863499" y="92559"/>
                </a:lnTo>
                <a:close/>
                <a:moveTo>
                  <a:pt x="943614" y="65629"/>
                </a:moveTo>
                <a:cubicBezTo>
                  <a:pt x="939691" y="64565"/>
                  <a:pt x="935036" y="64033"/>
                  <a:pt x="929650" y="64033"/>
                </a:cubicBezTo>
                <a:cubicBezTo>
                  <a:pt x="924264" y="64033"/>
                  <a:pt x="919710" y="65230"/>
                  <a:pt x="915986" y="67624"/>
                </a:cubicBezTo>
                <a:cubicBezTo>
                  <a:pt x="912063" y="70151"/>
                  <a:pt x="910134" y="73476"/>
                  <a:pt x="910201" y="77598"/>
                </a:cubicBezTo>
                <a:cubicBezTo>
                  <a:pt x="910201" y="81721"/>
                  <a:pt x="911464" y="84912"/>
                  <a:pt x="913991" y="87173"/>
                </a:cubicBezTo>
                <a:cubicBezTo>
                  <a:pt x="916451" y="89500"/>
                  <a:pt x="921073" y="91795"/>
                  <a:pt x="927855" y="94055"/>
                </a:cubicBezTo>
                <a:lnTo>
                  <a:pt x="936034" y="96848"/>
                </a:lnTo>
                <a:cubicBezTo>
                  <a:pt x="945210" y="99973"/>
                  <a:pt x="951959" y="103531"/>
                  <a:pt x="956281" y="107520"/>
                </a:cubicBezTo>
                <a:cubicBezTo>
                  <a:pt x="960537" y="111643"/>
                  <a:pt x="962664" y="117644"/>
                  <a:pt x="962664" y="125523"/>
                </a:cubicBezTo>
                <a:cubicBezTo>
                  <a:pt x="962664" y="133403"/>
                  <a:pt x="959074" y="139936"/>
                  <a:pt x="951892" y="145122"/>
                </a:cubicBezTo>
                <a:cubicBezTo>
                  <a:pt x="944711" y="150442"/>
                  <a:pt x="935635" y="153102"/>
                  <a:pt x="924663" y="153102"/>
                </a:cubicBezTo>
                <a:cubicBezTo>
                  <a:pt x="914556" y="153102"/>
                  <a:pt x="904216" y="151040"/>
                  <a:pt x="893644" y="146918"/>
                </a:cubicBezTo>
                <a:cubicBezTo>
                  <a:pt x="895905" y="138340"/>
                  <a:pt x="897733" y="129895"/>
                  <a:pt x="899130" y="121584"/>
                </a:cubicBezTo>
                <a:lnTo>
                  <a:pt x="903020" y="120985"/>
                </a:lnTo>
                <a:lnTo>
                  <a:pt x="910201" y="142429"/>
                </a:lnTo>
                <a:cubicBezTo>
                  <a:pt x="913925" y="143959"/>
                  <a:pt x="918745" y="144690"/>
                  <a:pt x="924663" y="144624"/>
                </a:cubicBezTo>
                <a:cubicBezTo>
                  <a:pt x="930847" y="144624"/>
                  <a:pt x="935801" y="143360"/>
                  <a:pt x="939525" y="140834"/>
                </a:cubicBezTo>
                <a:cubicBezTo>
                  <a:pt x="943182" y="138373"/>
                  <a:pt x="945010" y="134816"/>
                  <a:pt x="945010" y="130161"/>
                </a:cubicBezTo>
                <a:cubicBezTo>
                  <a:pt x="945010" y="125972"/>
                  <a:pt x="943780" y="122614"/>
                  <a:pt x="941320" y="120088"/>
                </a:cubicBezTo>
                <a:cubicBezTo>
                  <a:pt x="938793" y="117627"/>
                  <a:pt x="934804" y="115499"/>
                  <a:pt x="929351" y="113704"/>
                </a:cubicBezTo>
                <a:lnTo>
                  <a:pt x="918978" y="110213"/>
                </a:lnTo>
                <a:cubicBezTo>
                  <a:pt x="910001" y="107288"/>
                  <a:pt x="903818" y="103664"/>
                  <a:pt x="900426" y="99342"/>
                </a:cubicBezTo>
                <a:cubicBezTo>
                  <a:pt x="896902" y="95219"/>
                  <a:pt x="895173" y="89999"/>
                  <a:pt x="895240" y="83682"/>
                </a:cubicBezTo>
                <a:cubicBezTo>
                  <a:pt x="895173" y="75038"/>
                  <a:pt x="898498" y="68156"/>
                  <a:pt x="905214" y="63036"/>
                </a:cubicBezTo>
                <a:cubicBezTo>
                  <a:pt x="911730" y="58049"/>
                  <a:pt x="920441" y="55555"/>
                  <a:pt x="931346" y="55555"/>
                </a:cubicBezTo>
                <a:cubicBezTo>
                  <a:pt x="941386" y="55622"/>
                  <a:pt x="950563" y="57085"/>
                  <a:pt x="958874" y="59944"/>
                </a:cubicBezTo>
                <a:cubicBezTo>
                  <a:pt x="956946" y="67524"/>
                  <a:pt x="955250" y="75537"/>
                  <a:pt x="953788" y="83981"/>
                </a:cubicBezTo>
                <a:lnTo>
                  <a:pt x="949997" y="84680"/>
                </a:lnTo>
                <a:lnTo>
                  <a:pt x="943614" y="65629"/>
                </a:lnTo>
                <a:close/>
                <a:moveTo>
                  <a:pt x="1053796" y="143227"/>
                </a:moveTo>
                <a:cubicBezTo>
                  <a:pt x="1049674" y="146020"/>
                  <a:pt x="1044587" y="148347"/>
                  <a:pt x="1038536" y="150209"/>
                </a:cubicBezTo>
                <a:cubicBezTo>
                  <a:pt x="1032419" y="152138"/>
                  <a:pt x="1026368" y="153102"/>
                  <a:pt x="1020383" y="153102"/>
                </a:cubicBezTo>
                <a:cubicBezTo>
                  <a:pt x="1006021" y="153168"/>
                  <a:pt x="994551" y="148946"/>
                  <a:pt x="985973" y="140435"/>
                </a:cubicBezTo>
                <a:cubicBezTo>
                  <a:pt x="977262" y="132123"/>
                  <a:pt x="972940" y="120919"/>
                  <a:pt x="973007" y="106822"/>
                </a:cubicBezTo>
                <a:cubicBezTo>
                  <a:pt x="973007" y="91595"/>
                  <a:pt x="977894" y="79227"/>
                  <a:pt x="987668" y="69719"/>
                </a:cubicBezTo>
                <a:cubicBezTo>
                  <a:pt x="997310" y="60277"/>
                  <a:pt x="1009711" y="55555"/>
                  <a:pt x="1024872" y="55555"/>
                </a:cubicBezTo>
                <a:cubicBezTo>
                  <a:pt x="1034646" y="55555"/>
                  <a:pt x="1044122" y="57550"/>
                  <a:pt x="1053298" y="61540"/>
                </a:cubicBezTo>
                <a:cubicBezTo>
                  <a:pt x="1051037" y="70517"/>
                  <a:pt x="1049075" y="79626"/>
                  <a:pt x="1047413" y="88869"/>
                </a:cubicBezTo>
                <a:lnTo>
                  <a:pt x="1043523" y="89467"/>
                </a:lnTo>
                <a:lnTo>
                  <a:pt x="1035444" y="65530"/>
                </a:lnTo>
                <a:cubicBezTo>
                  <a:pt x="1032319" y="64466"/>
                  <a:pt x="1028861" y="63934"/>
                  <a:pt x="1025071" y="63934"/>
                </a:cubicBezTo>
                <a:cubicBezTo>
                  <a:pt x="1015164" y="64000"/>
                  <a:pt x="1007417" y="67458"/>
                  <a:pt x="1001832" y="74307"/>
                </a:cubicBezTo>
                <a:cubicBezTo>
                  <a:pt x="996246" y="81222"/>
                  <a:pt x="993453" y="90365"/>
                  <a:pt x="993453" y="101735"/>
                </a:cubicBezTo>
                <a:cubicBezTo>
                  <a:pt x="993453" y="115101"/>
                  <a:pt x="996612" y="124975"/>
                  <a:pt x="1002929" y="131358"/>
                </a:cubicBezTo>
                <a:cubicBezTo>
                  <a:pt x="1009179" y="137742"/>
                  <a:pt x="1019186" y="140933"/>
                  <a:pt x="1032951" y="140933"/>
                </a:cubicBezTo>
                <a:cubicBezTo>
                  <a:pt x="1039201" y="141000"/>
                  <a:pt x="1045950" y="140368"/>
                  <a:pt x="1053198" y="139038"/>
                </a:cubicBezTo>
                <a:lnTo>
                  <a:pt x="1053796" y="143227"/>
                </a:lnTo>
                <a:close/>
                <a:moveTo>
                  <a:pt x="1065289" y="62537"/>
                </a:moveTo>
                <a:cubicBezTo>
                  <a:pt x="1076327" y="60476"/>
                  <a:pt x="1086900" y="58149"/>
                  <a:pt x="1097007" y="55555"/>
                </a:cubicBezTo>
                <a:lnTo>
                  <a:pt x="1098004" y="56254"/>
                </a:lnTo>
                <a:lnTo>
                  <a:pt x="1098004" y="67923"/>
                </a:lnTo>
                <a:cubicBezTo>
                  <a:pt x="1110239" y="59678"/>
                  <a:pt x="1122308" y="55555"/>
                  <a:pt x="1134210" y="55555"/>
                </a:cubicBezTo>
                <a:lnTo>
                  <a:pt x="1134709" y="56154"/>
                </a:lnTo>
                <a:cubicBezTo>
                  <a:pt x="1132780" y="66061"/>
                  <a:pt x="1130885" y="76335"/>
                  <a:pt x="1129023" y="86974"/>
                </a:cubicBezTo>
                <a:lnTo>
                  <a:pt x="1125034" y="87672"/>
                </a:lnTo>
                <a:cubicBezTo>
                  <a:pt x="1123106" y="82086"/>
                  <a:pt x="1121310" y="77532"/>
                  <a:pt x="1119648" y="74007"/>
                </a:cubicBezTo>
                <a:cubicBezTo>
                  <a:pt x="1117853" y="70616"/>
                  <a:pt x="1115126" y="68921"/>
                  <a:pt x="1111469" y="68921"/>
                </a:cubicBezTo>
                <a:cubicBezTo>
                  <a:pt x="1107878" y="68987"/>
                  <a:pt x="1103390" y="70650"/>
                  <a:pt x="1098004" y="73908"/>
                </a:cubicBezTo>
                <a:lnTo>
                  <a:pt x="1098004" y="117095"/>
                </a:lnTo>
                <a:cubicBezTo>
                  <a:pt x="1098004" y="127468"/>
                  <a:pt x="1098071" y="134882"/>
                  <a:pt x="1098204" y="139337"/>
                </a:cubicBezTo>
                <a:cubicBezTo>
                  <a:pt x="1098270" y="141133"/>
                  <a:pt x="1099101" y="142263"/>
                  <a:pt x="1100697" y="142729"/>
                </a:cubicBezTo>
                <a:lnTo>
                  <a:pt x="1113963" y="146519"/>
                </a:lnTo>
                <a:lnTo>
                  <a:pt x="1114262" y="150608"/>
                </a:lnTo>
                <a:cubicBezTo>
                  <a:pt x="1103822" y="150409"/>
                  <a:pt x="1095378" y="150309"/>
                  <a:pt x="1088928" y="150309"/>
                </a:cubicBezTo>
                <a:cubicBezTo>
                  <a:pt x="1082278" y="150309"/>
                  <a:pt x="1074532" y="150409"/>
                  <a:pt x="1065688" y="150608"/>
                </a:cubicBezTo>
                <a:lnTo>
                  <a:pt x="1065289" y="146519"/>
                </a:lnTo>
                <a:lnTo>
                  <a:pt x="1076859" y="143128"/>
                </a:lnTo>
                <a:cubicBezTo>
                  <a:pt x="1078389" y="142662"/>
                  <a:pt x="1079203" y="141316"/>
                  <a:pt x="1079303" y="139088"/>
                </a:cubicBezTo>
                <a:cubicBezTo>
                  <a:pt x="1079403" y="136861"/>
                  <a:pt x="1079452" y="133087"/>
                  <a:pt x="1079452" y="127768"/>
                </a:cubicBezTo>
                <a:lnTo>
                  <a:pt x="1079452" y="93756"/>
                </a:lnTo>
                <a:cubicBezTo>
                  <a:pt x="1079452" y="82918"/>
                  <a:pt x="1079319" y="74839"/>
                  <a:pt x="1079053" y="69519"/>
                </a:cubicBezTo>
                <a:lnTo>
                  <a:pt x="1065788" y="65928"/>
                </a:lnTo>
                <a:lnTo>
                  <a:pt x="1065289" y="62537"/>
                </a:lnTo>
                <a:close/>
                <a:moveTo>
                  <a:pt x="1177567" y="20247"/>
                </a:moveTo>
                <a:cubicBezTo>
                  <a:pt x="1177567" y="23771"/>
                  <a:pt x="1176470" y="26631"/>
                  <a:pt x="1174275" y="28825"/>
                </a:cubicBezTo>
                <a:cubicBezTo>
                  <a:pt x="1172081" y="31152"/>
                  <a:pt x="1169255" y="32283"/>
                  <a:pt x="1165797" y="32216"/>
                </a:cubicBezTo>
                <a:cubicBezTo>
                  <a:pt x="1162473" y="32283"/>
                  <a:pt x="1159780" y="31252"/>
                  <a:pt x="1157718" y="29124"/>
                </a:cubicBezTo>
                <a:cubicBezTo>
                  <a:pt x="1155591" y="27063"/>
                  <a:pt x="1154527" y="24337"/>
                  <a:pt x="1154527" y="20946"/>
                </a:cubicBezTo>
                <a:cubicBezTo>
                  <a:pt x="1154527" y="17355"/>
                  <a:pt x="1155624" y="14496"/>
                  <a:pt x="1157818" y="12368"/>
                </a:cubicBezTo>
                <a:cubicBezTo>
                  <a:pt x="1160012" y="10307"/>
                  <a:pt x="1162905" y="9276"/>
                  <a:pt x="1166496" y="9276"/>
                </a:cubicBezTo>
                <a:cubicBezTo>
                  <a:pt x="1169687" y="9276"/>
                  <a:pt x="1172347" y="10207"/>
                  <a:pt x="1174475" y="12069"/>
                </a:cubicBezTo>
                <a:cubicBezTo>
                  <a:pt x="1176536" y="14063"/>
                  <a:pt x="1177567" y="16790"/>
                  <a:pt x="1177567" y="20247"/>
                </a:cubicBezTo>
                <a:moveTo>
                  <a:pt x="1143855" y="62537"/>
                </a:moveTo>
                <a:cubicBezTo>
                  <a:pt x="1155491" y="60409"/>
                  <a:pt x="1166296" y="58082"/>
                  <a:pt x="1176270" y="55555"/>
                </a:cubicBezTo>
                <a:lnTo>
                  <a:pt x="1177168" y="56254"/>
                </a:lnTo>
                <a:cubicBezTo>
                  <a:pt x="1176769" y="64964"/>
                  <a:pt x="1176569" y="74473"/>
                  <a:pt x="1176569" y="84779"/>
                </a:cubicBezTo>
                <a:lnTo>
                  <a:pt x="1176569" y="123080"/>
                </a:lnTo>
                <a:cubicBezTo>
                  <a:pt x="1176569" y="131059"/>
                  <a:pt x="1176636" y="136578"/>
                  <a:pt x="1176769" y="139637"/>
                </a:cubicBezTo>
                <a:cubicBezTo>
                  <a:pt x="1176835" y="141499"/>
                  <a:pt x="1177667" y="142662"/>
                  <a:pt x="1179262" y="143128"/>
                </a:cubicBezTo>
                <a:lnTo>
                  <a:pt x="1190832" y="146519"/>
                </a:lnTo>
                <a:lnTo>
                  <a:pt x="1191032" y="150608"/>
                </a:lnTo>
                <a:cubicBezTo>
                  <a:pt x="1181789" y="150409"/>
                  <a:pt x="1173943" y="150309"/>
                  <a:pt x="1167493" y="150309"/>
                </a:cubicBezTo>
                <a:cubicBezTo>
                  <a:pt x="1160910" y="150309"/>
                  <a:pt x="1153130" y="150409"/>
                  <a:pt x="1144154" y="150608"/>
                </a:cubicBezTo>
                <a:lnTo>
                  <a:pt x="1143755" y="146519"/>
                </a:lnTo>
                <a:lnTo>
                  <a:pt x="1155325" y="143128"/>
                </a:lnTo>
                <a:cubicBezTo>
                  <a:pt x="1156788" y="142662"/>
                  <a:pt x="1157585" y="141382"/>
                  <a:pt x="1157718" y="139288"/>
                </a:cubicBezTo>
                <a:cubicBezTo>
                  <a:pt x="1157851" y="137193"/>
                  <a:pt x="1157951" y="133087"/>
                  <a:pt x="1158018" y="126970"/>
                </a:cubicBezTo>
                <a:lnTo>
                  <a:pt x="1158018" y="93656"/>
                </a:lnTo>
                <a:cubicBezTo>
                  <a:pt x="1158018" y="85012"/>
                  <a:pt x="1157885" y="76966"/>
                  <a:pt x="1157619" y="69519"/>
                </a:cubicBezTo>
                <a:lnTo>
                  <a:pt x="1144353" y="65928"/>
                </a:lnTo>
                <a:lnTo>
                  <a:pt x="1143855" y="62537"/>
                </a:lnTo>
                <a:close/>
                <a:moveTo>
                  <a:pt x="1205210" y="65928"/>
                </a:moveTo>
                <a:lnTo>
                  <a:pt x="1204711" y="62537"/>
                </a:lnTo>
                <a:cubicBezTo>
                  <a:pt x="1215882" y="60476"/>
                  <a:pt x="1226454" y="58149"/>
                  <a:pt x="1236428" y="55555"/>
                </a:cubicBezTo>
                <a:lnTo>
                  <a:pt x="1237426" y="56254"/>
                </a:lnTo>
                <a:lnTo>
                  <a:pt x="1237426" y="66028"/>
                </a:lnTo>
                <a:cubicBezTo>
                  <a:pt x="1247666" y="59046"/>
                  <a:pt x="1257573" y="55555"/>
                  <a:pt x="1267149" y="55555"/>
                </a:cubicBezTo>
                <a:cubicBezTo>
                  <a:pt x="1279583" y="55555"/>
                  <a:pt x="1289490" y="59678"/>
                  <a:pt x="1296871" y="67923"/>
                </a:cubicBezTo>
                <a:cubicBezTo>
                  <a:pt x="1304119" y="76235"/>
                  <a:pt x="1307776" y="87007"/>
                  <a:pt x="1307843" y="100239"/>
                </a:cubicBezTo>
                <a:cubicBezTo>
                  <a:pt x="1307843" y="116530"/>
                  <a:pt x="1303122" y="129397"/>
                  <a:pt x="1293680" y="138839"/>
                </a:cubicBezTo>
                <a:cubicBezTo>
                  <a:pt x="1284171" y="148347"/>
                  <a:pt x="1270772" y="153102"/>
                  <a:pt x="1253484" y="153102"/>
                </a:cubicBezTo>
                <a:cubicBezTo>
                  <a:pt x="1248298" y="153102"/>
                  <a:pt x="1242945" y="152603"/>
                  <a:pt x="1237426" y="151606"/>
                </a:cubicBezTo>
                <a:lnTo>
                  <a:pt x="1237426" y="173449"/>
                </a:lnTo>
                <a:cubicBezTo>
                  <a:pt x="1237426" y="180165"/>
                  <a:pt x="1237492" y="184819"/>
                  <a:pt x="1237625" y="187412"/>
                </a:cubicBezTo>
                <a:cubicBezTo>
                  <a:pt x="1237692" y="189407"/>
                  <a:pt x="1238590" y="190604"/>
                  <a:pt x="1240318" y="191003"/>
                </a:cubicBezTo>
                <a:lnTo>
                  <a:pt x="1253384" y="194693"/>
                </a:lnTo>
                <a:lnTo>
                  <a:pt x="1253684" y="198783"/>
                </a:lnTo>
                <a:cubicBezTo>
                  <a:pt x="1243244" y="198583"/>
                  <a:pt x="1234799" y="198484"/>
                  <a:pt x="1228349" y="198484"/>
                </a:cubicBezTo>
                <a:cubicBezTo>
                  <a:pt x="1221700" y="198484"/>
                  <a:pt x="1213954" y="198583"/>
                  <a:pt x="1205110" y="198783"/>
                </a:cubicBezTo>
                <a:lnTo>
                  <a:pt x="1204711" y="194693"/>
                </a:lnTo>
                <a:lnTo>
                  <a:pt x="1216181" y="191302"/>
                </a:lnTo>
                <a:cubicBezTo>
                  <a:pt x="1217711" y="190837"/>
                  <a:pt x="1218542" y="189806"/>
                  <a:pt x="1218675" y="188210"/>
                </a:cubicBezTo>
                <a:cubicBezTo>
                  <a:pt x="1218741" y="183423"/>
                  <a:pt x="1218808" y="176075"/>
                  <a:pt x="1218874" y="166168"/>
                </a:cubicBezTo>
                <a:lnTo>
                  <a:pt x="1218874" y="125573"/>
                </a:lnTo>
                <a:cubicBezTo>
                  <a:pt x="1218874" y="96183"/>
                  <a:pt x="1218741" y="77565"/>
                  <a:pt x="1218475" y="69719"/>
                </a:cubicBezTo>
                <a:lnTo>
                  <a:pt x="1205210" y="65928"/>
                </a:lnTo>
                <a:moveTo>
                  <a:pt x="1237426" y="142629"/>
                </a:moveTo>
                <a:cubicBezTo>
                  <a:pt x="1243211" y="143959"/>
                  <a:pt x="1248796" y="144590"/>
                  <a:pt x="1254182" y="144524"/>
                </a:cubicBezTo>
                <a:cubicBezTo>
                  <a:pt x="1265154" y="144524"/>
                  <a:pt x="1273432" y="141066"/>
                  <a:pt x="1279018" y="134151"/>
                </a:cubicBezTo>
                <a:cubicBezTo>
                  <a:pt x="1284603" y="127302"/>
                  <a:pt x="1287396" y="117395"/>
                  <a:pt x="1287396" y="104428"/>
                </a:cubicBezTo>
                <a:cubicBezTo>
                  <a:pt x="1287329" y="92260"/>
                  <a:pt x="1284670" y="83084"/>
                  <a:pt x="1279417" y="76900"/>
                </a:cubicBezTo>
                <a:cubicBezTo>
                  <a:pt x="1274031" y="70716"/>
                  <a:pt x="1266417" y="67624"/>
                  <a:pt x="1256576" y="67624"/>
                </a:cubicBezTo>
                <a:cubicBezTo>
                  <a:pt x="1249395" y="67691"/>
                  <a:pt x="1243011" y="69153"/>
                  <a:pt x="1237426" y="72013"/>
                </a:cubicBezTo>
                <a:lnTo>
                  <a:pt x="1237426" y="142629"/>
                </a:lnTo>
                <a:close/>
                <a:moveTo>
                  <a:pt x="1347018" y="68721"/>
                </a:moveTo>
                <a:cubicBezTo>
                  <a:pt x="1346619" y="91196"/>
                  <a:pt x="1346420" y="109316"/>
                  <a:pt x="1346420" y="123080"/>
                </a:cubicBezTo>
                <a:cubicBezTo>
                  <a:pt x="1346353" y="129995"/>
                  <a:pt x="1347384" y="134749"/>
                  <a:pt x="1349512" y="137343"/>
                </a:cubicBezTo>
                <a:cubicBezTo>
                  <a:pt x="1351573" y="140069"/>
                  <a:pt x="1355496" y="141399"/>
                  <a:pt x="1361281" y="141332"/>
                </a:cubicBezTo>
                <a:cubicBezTo>
                  <a:pt x="1365869" y="141332"/>
                  <a:pt x="1371853" y="140734"/>
                  <a:pt x="1379234" y="139537"/>
                </a:cubicBezTo>
                <a:lnTo>
                  <a:pt x="1379833" y="144025"/>
                </a:lnTo>
                <a:cubicBezTo>
                  <a:pt x="1368329" y="149810"/>
                  <a:pt x="1358056" y="152703"/>
                  <a:pt x="1349013" y="152703"/>
                </a:cubicBezTo>
                <a:cubicBezTo>
                  <a:pt x="1341632" y="152703"/>
                  <a:pt x="1336146" y="150741"/>
                  <a:pt x="1332556" y="146818"/>
                </a:cubicBezTo>
                <a:cubicBezTo>
                  <a:pt x="1328965" y="143028"/>
                  <a:pt x="1327170" y="137176"/>
                  <a:pt x="1327170" y="129264"/>
                </a:cubicBezTo>
                <a:cubicBezTo>
                  <a:pt x="1327103" y="116430"/>
                  <a:pt x="1327336" y="96050"/>
                  <a:pt x="1327868" y="68123"/>
                </a:cubicBezTo>
                <a:lnTo>
                  <a:pt x="1314104" y="64732"/>
                </a:lnTo>
                <a:lnTo>
                  <a:pt x="1313505" y="60642"/>
                </a:lnTo>
                <a:lnTo>
                  <a:pt x="1328865" y="59346"/>
                </a:lnTo>
                <a:lnTo>
                  <a:pt x="1335947" y="35208"/>
                </a:lnTo>
                <a:cubicBezTo>
                  <a:pt x="1339737" y="34211"/>
                  <a:pt x="1343195" y="33247"/>
                  <a:pt x="1346320" y="32316"/>
                </a:cubicBezTo>
                <a:lnTo>
                  <a:pt x="1347317" y="33014"/>
                </a:lnTo>
                <a:cubicBezTo>
                  <a:pt x="1347118" y="41126"/>
                  <a:pt x="1347018" y="48640"/>
                  <a:pt x="1347018" y="55555"/>
                </a:cubicBezTo>
                <a:lnTo>
                  <a:pt x="1347018" y="59246"/>
                </a:lnTo>
                <a:lnTo>
                  <a:pt x="1377040" y="59246"/>
                </a:lnTo>
                <a:lnTo>
                  <a:pt x="1377040" y="68721"/>
                </a:lnTo>
                <a:lnTo>
                  <a:pt x="1347018" y="68721"/>
                </a:lnTo>
                <a:close/>
                <a:moveTo>
                  <a:pt x="1428974" y="20247"/>
                </a:moveTo>
                <a:cubicBezTo>
                  <a:pt x="1428974" y="23771"/>
                  <a:pt x="1427877" y="26631"/>
                  <a:pt x="1425683" y="28825"/>
                </a:cubicBezTo>
                <a:cubicBezTo>
                  <a:pt x="1423488" y="31152"/>
                  <a:pt x="1420662" y="32283"/>
                  <a:pt x="1417205" y="32216"/>
                </a:cubicBezTo>
                <a:cubicBezTo>
                  <a:pt x="1413880" y="32283"/>
                  <a:pt x="1411187" y="31252"/>
                  <a:pt x="1409126" y="29124"/>
                </a:cubicBezTo>
                <a:cubicBezTo>
                  <a:pt x="1406998" y="27063"/>
                  <a:pt x="1405934" y="24337"/>
                  <a:pt x="1405934" y="20946"/>
                </a:cubicBezTo>
                <a:cubicBezTo>
                  <a:pt x="1405934" y="17355"/>
                  <a:pt x="1407031" y="14496"/>
                  <a:pt x="1409225" y="12368"/>
                </a:cubicBezTo>
                <a:cubicBezTo>
                  <a:pt x="1411420" y="10307"/>
                  <a:pt x="1414312" y="9276"/>
                  <a:pt x="1417903" y="9276"/>
                </a:cubicBezTo>
                <a:cubicBezTo>
                  <a:pt x="1421094" y="9276"/>
                  <a:pt x="1423754" y="10207"/>
                  <a:pt x="1425882" y="12069"/>
                </a:cubicBezTo>
                <a:cubicBezTo>
                  <a:pt x="1427943" y="14063"/>
                  <a:pt x="1428974" y="16790"/>
                  <a:pt x="1428974" y="20247"/>
                </a:cubicBezTo>
                <a:moveTo>
                  <a:pt x="1395262" y="62537"/>
                </a:moveTo>
                <a:cubicBezTo>
                  <a:pt x="1406898" y="60409"/>
                  <a:pt x="1417703" y="58082"/>
                  <a:pt x="1427677" y="55555"/>
                </a:cubicBezTo>
                <a:lnTo>
                  <a:pt x="1428575" y="56254"/>
                </a:lnTo>
                <a:cubicBezTo>
                  <a:pt x="1428176" y="64964"/>
                  <a:pt x="1427977" y="74473"/>
                  <a:pt x="1427977" y="84779"/>
                </a:cubicBezTo>
                <a:lnTo>
                  <a:pt x="1427977" y="123080"/>
                </a:lnTo>
                <a:cubicBezTo>
                  <a:pt x="1427977" y="131059"/>
                  <a:pt x="1428043" y="136578"/>
                  <a:pt x="1428176" y="139637"/>
                </a:cubicBezTo>
                <a:cubicBezTo>
                  <a:pt x="1428243" y="141499"/>
                  <a:pt x="1429074" y="142662"/>
                  <a:pt x="1430670" y="143128"/>
                </a:cubicBezTo>
                <a:lnTo>
                  <a:pt x="1442239" y="146519"/>
                </a:lnTo>
                <a:lnTo>
                  <a:pt x="1442439" y="150608"/>
                </a:lnTo>
                <a:cubicBezTo>
                  <a:pt x="1433196" y="150409"/>
                  <a:pt x="1425350" y="150309"/>
                  <a:pt x="1418900" y="150309"/>
                </a:cubicBezTo>
                <a:cubicBezTo>
                  <a:pt x="1412317" y="150309"/>
                  <a:pt x="1404538" y="150409"/>
                  <a:pt x="1395561" y="150608"/>
                </a:cubicBezTo>
                <a:lnTo>
                  <a:pt x="1395162" y="146519"/>
                </a:lnTo>
                <a:lnTo>
                  <a:pt x="1406732" y="143128"/>
                </a:lnTo>
                <a:cubicBezTo>
                  <a:pt x="1408195" y="142662"/>
                  <a:pt x="1408993" y="141382"/>
                  <a:pt x="1409126" y="139288"/>
                </a:cubicBezTo>
                <a:cubicBezTo>
                  <a:pt x="1409259" y="137193"/>
                  <a:pt x="1409358" y="133087"/>
                  <a:pt x="1409425" y="126970"/>
                </a:cubicBezTo>
                <a:lnTo>
                  <a:pt x="1409425" y="93656"/>
                </a:lnTo>
                <a:cubicBezTo>
                  <a:pt x="1409425" y="85012"/>
                  <a:pt x="1409292" y="76966"/>
                  <a:pt x="1409026" y="69519"/>
                </a:cubicBezTo>
                <a:lnTo>
                  <a:pt x="1395760" y="65928"/>
                </a:lnTo>
                <a:lnTo>
                  <a:pt x="1395262" y="62537"/>
                </a:lnTo>
                <a:close/>
                <a:moveTo>
                  <a:pt x="1480556" y="103231"/>
                </a:moveTo>
                <a:cubicBezTo>
                  <a:pt x="1480489" y="115732"/>
                  <a:pt x="1482816" y="125839"/>
                  <a:pt x="1487538" y="133553"/>
                </a:cubicBezTo>
                <a:cubicBezTo>
                  <a:pt x="1492126" y="141465"/>
                  <a:pt x="1499008" y="145388"/>
                  <a:pt x="1508184" y="145322"/>
                </a:cubicBezTo>
                <a:cubicBezTo>
                  <a:pt x="1516695" y="145322"/>
                  <a:pt x="1523211" y="141864"/>
                  <a:pt x="1527733" y="134949"/>
                </a:cubicBezTo>
                <a:cubicBezTo>
                  <a:pt x="1532188" y="128100"/>
                  <a:pt x="1534416" y="117927"/>
                  <a:pt x="1534416" y="104428"/>
                </a:cubicBezTo>
                <a:cubicBezTo>
                  <a:pt x="1534349" y="91795"/>
                  <a:pt x="1531989" y="81787"/>
                  <a:pt x="1527334" y="74406"/>
                </a:cubicBezTo>
                <a:cubicBezTo>
                  <a:pt x="1522613" y="67159"/>
                  <a:pt x="1515797" y="63501"/>
                  <a:pt x="1506887" y="63435"/>
                </a:cubicBezTo>
                <a:cubicBezTo>
                  <a:pt x="1498376" y="63435"/>
                  <a:pt x="1491860" y="66726"/>
                  <a:pt x="1487338" y="73309"/>
                </a:cubicBezTo>
                <a:cubicBezTo>
                  <a:pt x="1482816" y="79892"/>
                  <a:pt x="1480556" y="89866"/>
                  <a:pt x="1480556" y="103231"/>
                </a:cubicBezTo>
                <a:moveTo>
                  <a:pt x="1554862" y="102334"/>
                </a:moveTo>
                <a:cubicBezTo>
                  <a:pt x="1554862" y="117561"/>
                  <a:pt x="1550274" y="129796"/>
                  <a:pt x="1541098" y="139038"/>
                </a:cubicBezTo>
                <a:cubicBezTo>
                  <a:pt x="1531989" y="148414"/>
                  <a:pt x="1520352" y="153102"/>
                  <a:pt x="1506189" y="153102"/>
                </a:cubicBezTo>
                <a:cubicBezTo>
                  <a:pt x="1492425" y="153168"/>
                  <a:pt x="1481320" y="148746"/>
                  <a:pt x="1472876" y="139836"/>
                </a:cubicBezTo>
                <a:cubicBezTo>
                  <a:pt x="1464364" y="131126"/>
                  <a:pt x="1460109" y="119622"/>
                  <a:pt x="1460109" y="105326"/>
                </a:cubicBezTo>
                <a:cubicBezTo>
                  <a:pt x="1460109" y="90697"/>
                  <a:pt x="1464564" y="78728"/>
                  <a:pt x="1473474" y="69419"/>
                </a:cubicBezTo>
                <a:cubicBezTo>
                  <a:pt x="1482318" y="60177"/>
                  <a:pt x="1494087" y="55555"/>
                  <a:pt x="1508782" y="55555"/>
                </a:cubicBezTo>
                <a:cubicBezTo>
                  <a:pt x="1522546" y="55622"/>
                  <a:pt x="1533684" y="59878"/>
                  <a:pt x="1542195" y="68322"/>
                </a:cubicBezTo>
                <a:cubicBezTo>
                  <a:pt x="1550640" y="76966"/>
                  <a:pt x="1554862" y="88304"/>
                  <a:pt x="1554862" y="102334"/>
                </a:cubicBezTo>
                <a:close/>
                <a:moveTo>
                  <a:pt x="1568104" y="62537"/>
                </a:moveTo>
                <a:cubicBezTo>
                  <a:pt x="1579275" y="60476"/>
                  <a:pt x="1589815" y="58149"/>
                  <a:pt x="1599722" y="55555"/>
                </a:cubicBezTo>
                <a:lnTo>
                  <a:pt x="1600720" y="56254"/>
                </a:lnTo>
                <a:lnTo>
                  <a:pt x="1600720" y="67824"/>
                </a:lnTo>
                <a:cubicBezTo>
                  <a:pt x="1612289" y="59645"/>
                  <a:pt x="1623095" y="55555"/>
                  <a:pt x="1633135" y="55555"/>
                </a:cubicBezTo>
                <a:cubicBezTo>
                  <a:pt x="1642511" y="55555"/>
                  <a:pt x="1649892" y="58182"/>
                  <a:pt x="1655278" y="63435"/>
                </a:cubicBezTo>
                <a:cubicBezTo>
                  <a:pt x="1660664" y="68821"/>
                  <a:pt x="1663357" y="76335"/>
                  <a:pt x="1663357" y="85976"/>
                </a:cubicBezTo>
                <a:lnTo>
                  <a:pt x="1663357" y="121185"/>
                </a:lnTo>
                <a:cubicBezTo>
                  <a:pt x="1663357" y="129496"/>
                  <a:pt x="1663423" y="135647"/>
                  <a:pt x="1663556" y="139637"/>
                </a:cubicBezTo>
                <a:cubicBezTo>
                  <a:pt x="1663556" y="141499"/>
                  <a:pt x="1664420" y="142662"/>
                  <a:pt x="1666149" y="143128"/>
                </a:cubicBezTo>
                <a:lnTo>
                  <a:pt x="1677221" y="146519"/>
                </a:lnTo>
                <a:lnTo>
                  <a:pt x="1677420" y="150608"/>
                </a:lnTo>
                <a:cubicBezTo>
                  <a:pt x="1668576" y="150409"/>
                  <a:pt x="1660930" y="150309"/>
                  <a:pt x="1654480" y="150309"/>
                </a:cubicBezTo>
                <a:cubicBezTo>
                  <a:pt x="1647897" y="150309"/>
                  <a:pt x="1640616" y="150409"/>
                  <a:pt x="1632637" y="150608"/>
                </a:cubicBezTo>
                <a:lnTo>
                  <a:pt x="1632238" y="146519"/>
                </a:lnTo>
                <a:lnTo>
                  <a:pt x="1642212" y="143626"/>
                </a:lnTo>
                <a:cubicBezTo>
                  <a:pt x="1643674" y="143161"/>
                  <a:pt x="1644506" y="142130"/>
                  <a:pt x="1644705" y="140534"/>
                </a:cubicBezTo>
                <a:cubicBezTo>
                  <a:pt x="1644772" y="139670"/>
                  <a:pt x="1644805" y="137575"/>
                  <a:pt x="1644805" y="134251"/>
                </a:cubicBezTo>
                <a:lnTo>
                  <a:pt x="1644805" y="90764"/>
                </a:lnTo>
                <a:cubicBezTo>
                  <a:pt x="1644738" y="82585"/>
                  <a:pt x="1642777" y="76700"/>
                  <a:pt x="1638920" y="73110"/>
                </a:cubicBezTo>
                <a:cubicBezTo>
                  <a:pt x="1634997" y="69652"/>
                  <a:pt x="1629245" y="67890"/>
                  <a:pt x="1621665" y="67824"/>
                </a:cubicBezTo>
                <a:cubicBezTo>
                  <a:pt x="1614883" y="67824"/>
                  <a:pt x="1607934" y="69752"/>
                  <a:pt x="1600819" y="73608"/>
                </a:cubicBezTo>
                <a:lnTo>
                  <a:pt x="1600819" y="117195"/>
                </a:lnTo>
                <a:cubicBezTo>
                  <a:pt x="1600819" y="125573"/>
                  <a:pt x="1600886" y="133187"/>
                  <a:pt x="1601019" y="140036"/>
                </a:cubicBezTo>
                <a:cubicBezTo>
                  <a:pt x="1601019" y="141831"/>
                  <a:pt x="1601783" y="142961"/>
                  <a:pt x="1603313" y="143427"/>
                </a:cubicBezTo>
                <a:lnTo>
                  <a:pt x="1613686" y="146519"/>
                </a:lnTo>
                <a:lnTo>
                  <a:pt x="1613885" y="150608"/>
                </a:lnTo>
                <a:cubicBezTo>
                  <a:pt x="1605574" y="150409"/>
                  <a:pt x="1598193" y="150309"/>
                  <a:pt x="1591743" y="150309"/>
                </a:cubicBezTo>
                <a:cubicBezTo>
                  <a:pt x="1585094" y="150309"/>
                  <a:pt x="1577347" y="150409"/>
                  <a:pt x="1568503" y="150608"/>
                </a:cubicBezTo>
                <a:lnTo>
                  <a:pt x="1568104" y="146519"/>
                </a:lnTo>
                <a:lnTo>
                  <a:pt x="1579874" y="143128"/>
                </a:lnTo>
                <a:cubicBezTo>
                  <a:pt x="1581270" y="142596"/>
                  <a:pt x="1582035" y="141565"/>
                  <a:pt x="1582168" y="140036"/>
                </a:cubicBezTo>
                <a:cubicBezTo>
                  <a:pt x="1582234" y="135780"/>
                  <a:pt x="1582268" y="131691"/>
                  <a:pt x="1582268" y="127768"/>
                </a:cubicBezTo>
                <a:lnTo>
                  <a:pt x="1582268" y="93756"/>
                </a:lnTo>
                <a:cubicBezTo>
                  <a:pt x="1582268" y="85112"/>
                  <a:pt x="1582135" y="77033"/>
                  <a:pt x="1581869" y="69519"/>
                </a:cubicBezTo>
                <a:lnTo>
                  <a:pt x="1568603" y="65928"/>
                </a:lnTo>
                <a:lnTo>
                  <a:pt x="1568104" y="62537"/>
                </a:lnTo>
                <a:close/>
                <a:moveTo>
                  <a:pt x="1744975" y="65629"/>
                </a:moveTo>
                <a:cubicBezTo>
                  <a:pt x="1741052" y="64565"/>
                  <a:pt x="1736397" y="64033"/>
                  <a:pt x="1731011" y="64033"/>
                </a:cubicBezTo>
                <a:cubicBezTo>
                  <a:pt x="1725625" y="64033"/>
                  <a:pt x="1721070" y="65230"/>
                  <a:pt x="1717347" y="67624"/>
                </a:cubicBezTo>
                <a:cubicBezTo>
                  <a:pt x="1713423" y="70151"/>
                  <a:pt x="1711495" y="73476"/>
                  <a:pt x="1711562" y="77598"/>
                </a:cubicBezTo>
                <a:cubicBezTo>
                  <a:pt x="1711562" y="81721"/>
                  <a:pt x="1712825" y="84912"/>
                  <a:pt x="1715352" y="87173"/>
                </a:cubicBezTo>
                <a:cubicBezTo>
                  <a:pt x="1717812" y="89500"/>
                  <a:pt x="1722433" y="91795"/>
                  <a:pt x="1729216" y="94055"/>
                </a:cubicBezTo>
                <a:lnTo>
                  <a:pt x="1737394" y="96848"/>
                </a:lnTo>
                <a:cubicBezTo>
                  <a:pt x="1746571" y="99973"/>
                  <a:pt x="1753320" y="103531"/>
                  <a:pt x="1757642" y="107520"/>
                </a:cubicBezTo>
                <a:cubicBezTo>
                  <a:pt x="1761897" y="111643"/>
                  <a:pt x="1764025" y="117644"/>
                  <a:pt x="1764025" y="125523"/>
                </a:cubicBezTo>
                <a:cubicBezTo>
                  <a:pt x="1764025" y="133403"/>
                  <a:pt x="1760434" y="139936"/>
                  <a:pt x="1753253" y="145122"/>
                </a:cubicBezTo>
                <a:cubicBezTo>
                  <a:pt x="1746072" y="150442"/>
                  <a:pt x="1736995" y="153102"/>
                  <a:pt x="1726024" y="153102"/>
                </a:cubicBezTo>
                <a:cubicBezTo>
                  <a:pt x="1715917" y="153102"/>
                  <a:pt x="1705577" y="151040"/>
                  <a:pt x="1695005" y="146918"/>
                </a:cubicBezTo>
                <a:cubicBezTo>
                  <a:pt x="1697266" y="138340"/>
                  <a:pt x="1699094" y="129895"/>
                  <a:pt x="1700490" y="121584"/>
                </a:cubicBezTo>
                <a:lnTo>
                  <a:pt x="1704380" y="120985"/>
                </a:lnTo>
                <a:lnTo>
                  <a:pt x="1711562" y="142429"/>
                </a:lnTo>
                <a:cubicBezTo>
                  <a:pt x="1715285" y="143959"/>
                  <a:pt x="1720106" y="144690"/>
                  <a:pt x="1726024" y="144624"/>
                </a:cubicBezTo>
                <a:cubicBezTo>
                  <a:pt x="1732208" y="144624"/>
                  <a:pt x="1737162" y="143360"/>
                  <a:pt x="1740885" y="140834"/>
                </a:cubicBezTo>
                <a:cubicBezTo>
                  <a:pt x="1744542" y="138373"/>
                  <a:pt x="1746371" y="134816"/>
                  <a:pt x="1746371" y="130161"/>
                </a:cubicBezTo>
                <a:cubicBezTo>
                  <a:pt x="1746371" y="125972"/>
                  <a:pt x="1745141" y="122614"/>
                  <a:pt x="1742681" y="120088"/>
                </a:cubicBezTo>
                <a:cubicBezTo>
                  <a:pt x="1740154" y="117627"/>
                  <a:pt x="1736164" y="115499"/>
                  <a:pt x="1730712" y="113704"/>
                </a:cubicBezTo>
                <a:lnTo>
                  <a:pt x="1720339" y="110213"/>
                </a:lnTo>
                <a:cubicBezTo>
                  <a:pt x="1711362" y="107288"/>
                  <a:pt x="1705178" y="103664"/>
                  <a:pt x="1701787" y="99342"/>
                </a:cubicBezTo>
                <a:cubicBezTo>
                  <a:pt x="1698263" y="95219"/>
                  <a:pt x="1696534" y="89999"/>
                  <a:pt x="1696601" y="83682"/>
                </a:cubicBezTo>
                <a:cubicBezTo>
                  <a:pt x="1696534" y="75038"/>
                  <a:pt x="1699859" y="68156"/>
                  <a:pt x="1706575" y="63036"/>
                </a:cubicBezTo>
                <a:cubicBezTo>
                  <a:pt x="1713091" y="58049"/>
                  <a:pt x="1721802" y="55555"/>
                  <a:pt x="1732707" y="55555"/>
                </a:cubicBezTo>
                <a:cubicBezTo>
                  <a:pt x="1742747" y="55622"/>
                  <a:pt x="1751923" y="57085"/>
                  <a:pt x="1760235" y="59944"/>
                </a:cubicBezTo>
                <a:cubicBezTo>
                  <a:pt x="1758307" y="67524"/>
                  <a:pt x="1756611" y="75537"/>
                  <a:pt x="1755148" y="83981"/>
                </a:cubicBezTo>
                <a:lnTo>
                  <a:pt x="1751358" y="84680"/>
                </a:lnTo>
                <a:lnTo>
                  <a:pt x="1744975" y="65629"/>
                </a:lnTo>
                <a:close/>
              </a:path>
            </a:pathLst>
          </a:custGeom>
          <a:solidFill xmlns:a="http://schemas.openxmlformats.org/drawingml/2006/main">
            <a:srgbClr val="454545"/>
          </a:solidFill>
          <a:ln xmlns:a="http://schemas.openxmlformats.org/drawingml/2006/main" w="0" cap="flat">
            <a:noFill/>
            <a:miter/>
          </a:ln>
        </p:spPr>
      </p:sp>
      <p:sp>
        <p:nvSpPr>
          <p:cNvPr id="2" name="Text (Syzlang)">
            <a:extLst xmlns:a="http://schemas.openxmlformats.org/drawingml/2006/main">
              <a:ext uri="{FF2B5EF4-FFF2-40B4-BE49-F238E27FC236}">
                <a16:creationId xmlns:a16="http://schemas.microsoft.com/office/drawing/2014/main" id="{016D789C-01C7-4483-9D0E-0EECC0A4127E}"/>
              </a:ext>
            </a:extLst>
          </p:cNvPr>
          <p:cNvSpPr>
            <a:spLocks xmlns:a="http://schemas.openxmlformats.org/drawingml/2006/main" noGrp="1"/>
          </p:cNvSpPr>
          <p:nvPr/>
        </p:nvSpPr>
        <p:spPr>
          <a:xfrm xmlns:a="http://schemas.openxmlformats.org/drawingml/2006/main">
            <a:off x="9295294" y="2088549"/>
            <a:ext cx="813321" cy="206662"/>
          </a:xfrm>
          <a:custGeom xmlns:a="http://schemas.openxmlformats.org/drawingml/2006/main">
            <a:pathLst>
              <a:path w="813321" h="206662">
                <a:moveTo>
                  <a:pt x="45083" y="194294"/>
                </a:moveTo>
                <a:cubicBezTo>
                  <a:pt x="15028" y="168894"/>
                  <a:pt x="0" y="136578"/>
                  <a:pt x="0" y="97347"/>
                </a:cubicBezTo>
                <a:cubicBezTo>
                  <a:pt x="0" y="57982"/>
                  <a:pt x="15028" y="25534"/>
                  <a:pt x="45083" y="0"/>
                </a:cubicBezTo>
                <a:lnTo>
                  <a:pt x="49372" y="3790"/>
                </a:lnTo>
                <a:cubicBezTo>
                  <a:pt x="28094" y="27462"/>
                  <a:pt x="17488" y="58514"/>
                  <a:pt x="17554" y="96948"/>
                </a:cubicBezTo>
                <a:cubicBezTo>
                  <a:pt x="17488" y="135780"/>
                  <a:pt x="28094" y="166966"/>
                  <a:pt x="49372" y="190504"/>
                </a:cubicBezTo>
                <a:lnTo>
                  <a:pt x="45083" y="194294"/>
                </a:lnTo>
                <a:close/>
                <a:moveTo>
                  <a:pt x="141601" y="26132"/>
                </a:moveTo>
                <a:cubicBezTo>
                  <a:pt x="134619" y="23871"/>
                  <a:pt x="127471" y="22724"/>
                  <a:pt x="120156" y="22691"/>
                </a:cubicBezTo>
                <a:cubicBezTo>
                  <a:pt x="112842" y="22658"/>
                  <a:pt x="106592" y="24769"/>
                  <a:pt x="101405" y="29024"/>
                </a:cubicBezTo>
                <a:cubicBezTo>
                  <a:pt x="96086" y="33347"/>
                  <a:pt x="93459" y="39265"/>
                  <a:pt x="93526" y="46778"/>
                </a:cubicBezTo>
                <a:cubicBezTo>
                  <a:pt x="93459" y="51100"/>
                  <a:pt x="94390" y="54891"/>
                  <a:pt x="96318" y="58149"/>
                </a:cubicBezTo>
                <a:cubicBezTo>
                  <a:pt x="98114" y="61473"/>
                  <a:pt x="100574" y="64333"/>
                  <a:pt x="103699" y="66726"/>
                </a:cubicBezTo>
                <a:cubicBezTo>
                  <a:pt x="106758" y="69253"/>
                  <a:pt x="110249" y="71447"/>
                  <a:pt x="114172" y="73309"/>
                </a:cubicBezTo>
                <a:cubicBezTo>
                  <a:pt x="118029" y="75238"/>
                  <a:pt x="122085" y="77133"/>
                  <a:pt x="126340" y="78994"/>
                </a:cubicBezTo>
                <a:cubicBezTo>
                  <a:pt x="130928" y="80989"/>
                  <a:pt x="135384" y="83084"/>
                  <a:pt x="139706" y="85278"/>
                </a:cubicBezTo>
                <a:cubicBezTo>
                  <a:pt x="143961" y="87605"/>
                  <a:pt x="147884" y="90232"/>
                  <a:pt x="151475" y="93158"/>
                </a:cubicBezTo>
                <a:cubicBezTo>
                  <a:pt x="154933" y="96150"/>
                  <a:pt x="157725" y="99740"/>
                  <a:pt x="159853" y="103930"/>
                </a:cubicBezTo>
                <a:cubicBezTo>
                  <a:pt x="161914" y="108119"/>
                  <a:pt x="162945" y="113006"/>
                  <a:pt x="162945" y="118591"/>
                </a:cubicBezTo>
                <a:cubicBezTo>
                  <a:pt x="162879" y="131890"/>
                  <a:pt x="157725" y="141997"/>
                  <a:pt x="147485" y="148913"/>
                </a:cubicBezTo>
                <a:cubicBezTo>
                  <a:pt x="137112" y="155894"/>
                  <a:pt x="123714" y="159385"/>
                  <a:pt x="107290" y="159385"/>
                </a:cubicBezTo>
                <a:cubicBezTo>
                  <a:pt x="96717" y="159385"/>
                  <a:pt x="85015" y="157590"/>
                  <a:pt x="72181" y="153999"/>
                </a:cubicBezTo>
                <a:lnTo>
                  <a:pt x="71583" y="153201"/>
                </a:lnTo>
                <a:lnTo>
                  <a:pt x="76470" y="119290"/>
                </a:lnTo>
                <a:lnTo>
                  <a:pt x="80958" y="118591"/>
                </a:lnTo>
                <a:lnTo>
                  <a:pt x="87940" y="146918"/>
                </a:lnTo>
                <a:cubicBezTo>
                  <a:pt x="94989" y="149710"/>
                  <a:pt x="102203" y="151107"/>
                  <a:pt x="109584" y="151107"/>
                </a:cubicBezTo>
                <a:cubicBezTo>
                  <a:pt x="119425" y="151107"/>
                  <a:pt x="127172" y="148913"/>
                  <a:pt x="132824" y="144524"/>
                </a:cubicBezTo>
                <a:cubicBezTo>
                  <a:pt x="138276" y="140135"/>
                  <a:pt x="141035" y="133885"/>
                  <a:pt x="141102" y="125773"/>
                </a:cubicBezTo>
                <a:cubicBezTo>
                  <a:pt x="141102" y="121584"/>
                  <a:pt x="140204" y="117827"/>
                  <a:pt x="138409" y="114502"/>
                </a:cubicBezTo>
                <a:cubicBezTo>
                  <a:pt x="136614" y="111310"/>
                  <a:pt x="134220" y="108551"/>
                  <a:pt x="131228" y="106224"/>
                </a:cubicBezTo>
                <a:cubicBezTo>
                  <a:pt x="128102" y="103963"/>
                  <a:pt x="124645" y="101835"/>
                  <a:pt x="120855" y="99840"/>
                </a:cubicBezTo>
                <a:cubicBezTo>
                  <a:pt x="116932" y="98045"/>
                  <a:pt x="112942" y="96183"/>
                  <a:pt x="108886" y="94255"/>
                </a:cubicBezTo>
                <a:cubicBezTo>
                  <a:pt x="104165" y="92260"/>
                  <a:pt x="99643" y="90099"/>
                  <a:pt x="95321" y="87772"/>
                </a:cubicBezTo>
                <a:cubicBezTo>
                  <a:pt x="90866" y="85511"/>
                  <a:pt x="86910" y="82785"/>
                  <a:pt x="83452" y="79593"/>
                </a:cubicBezTo>
                <a:cubicBezTo>
                  <a:pt x="79795" y="76534"/>
                  <a:pt x="76936" y="72744"/>
                  <a:pt x="74874" y="68222"/>
                </a:cubicBezTo>
                <a:cubicBezTo>
                  <a:pt x="72746" y="63767"/>
                  <a:pt x="71683" y="58548"/>
                  <a:pt x="71683" y="52563"/>
                </a:cubicBezTo>
                <a:cubicBezTo>
                  <a:pt x="71683" y="40528"/>
                  <a:pt x="76736" y="31219"/>
                  <a:pt x="86843" y="24636"/>
                </a:cubicBezTo>
                <a:cubicBezTo>
                  <a:pt x="96884" y="18053"/>
                  <a:pt x="109351" y="14762"/>
                  <a:pt x="124246" y="14762"/>
                </a:cubicBezTo>
                <a:cubicBezTo>
                  <a:pt x="134685" y="14762"/>
                  <a:pt x="145690" y="15992"/>
                  <a:pt x="157260" y="18452"/>
                </a:cubicBezTo>
                <a:lnTo>
                  <a:pt x="157958" y="19150"/>
                </a:lnTo>
                <a:lnTo>
                  <a:pt x="152073" y="50269"/>
                </a:lnTo>
                <a:lnTo>
                  <a:pt x="148084" y="50967"/>
                </a:lnTo>
                <a:lnTo>
                  <a:pt x="141601" y="26132"/>
                </a:lnTo>
                <a:close/>
                <a:moveTo>
                  <a:pt x="169106" y="64233"/>
                </a:moveTo>
                <a:cubicBezTo>
                  <a:pt x="177484" y="64432"/>
                  <a:pt x="184931" y="64532"/>
                  <a:pt x="191447" y="64532"/>
                </a:cubicBezTo>
                <a:cubicBezTo>
                  <a:pt x="195903" y="64532"/>
                  <a:pt x="203017" y="64432"/>
                  <a:pt x="212792" y="64233"/>
                </a:cubicBezTo>
                <a:lnTo>
                  <a:pt x="213191" y="68322"/>
                </a:lnTo>
                <a:lnTo>
                  <a:pt x="201521" y="71514"/>
                </a:lnTo>
                <a:cubicBezTo>
                  <a:pt x="203915" y="78496"/>
                  <a:pt x="206774" y="86176"/>
                  <a:pt x="210099" y="94554"/>
                </a:cubicBezTo>
                <a:cubicBezTo>
                  <a:pt x="213291" y="103065"/>
                  <a:pt x="216748" y="111842"/>
                  <a:pt x="220472" y="120885"/>
                </a:cubicBezTo>
                <a:cubicBezTo>
                  <a:pt x="221935" y="124742"/>
                  <a:pt x="223597" y="129097"/>
                  <a:pt x="225459" y="133951"/>
                </a:cubicBezTo>
                <a:cubicBezTo>
                  <a:pt x="227321" y="128964"/>
                  <a:pt x="229548" y="123263"/>
                  <a:pt x="232142" y="116846"/>
                </a:cubicBezTo>
                <a:cubicBezTo>
                  <a:pt x="234735" y="110429"/>
                  <a:pt x="237528" y="103431"/>
                  <a:pt x="240520" y="95851"/>
                </a:cubicBezTo>
                <a:cubicBezTo>
                  <a:pt x="243379" y="88403"/>
                  <a:pt x="246404" y="80291"/>
                  <a:pt x="249596" y="71514"/>
                </a:cubicBezTo>
                <a:lnTo>
                  <a:pt x="238226" y="68322"/>
                </a:lnTo>
                <a:lnTo>
                  <a:pt x="237827" y="64233"/>
                </a:lnTo>
                <a:cubicBezTo>
                  <a:pt x="242681" y="64432"/>
                  <a:pt x="248433" y="64532"/>
                  <a:pt x="255082" y="64532"/>
                </a:cubicBezTo>
                <a:cubicBezTo>
                  <a:pt x="260933" y="64532"/>
                  <a:pt x="266685" y="64432"/>
                  <a:pt x="272337" y="64233"/>
                </a:cubicBezTo>
                <a:lnTo>
                  <a:pt x="272836" y="68322"/>
                </a:lnTo>
                <a:lnTo>
                  <a:pt x="263560" y="70915"/>
                </a:lnTo>
                <a:cubicBezTo>
                  <a:pt x="261432" y="71647"/>
                  <a:pt x="259936" y="73010"/>
                  <a:pt x="259072" y="75005"/>
                </a:cubicBezTo>
                <a:cubicBezTo>
                  <a:pt x="256545" y="80723"/>
                  <a:pt x="253885" y="86907"/>
                  <a:pt x="251092" y="93557"/>
                </a:cubicBezTo>
                <a:cubicBezTo>
                  <a:pt x="242249" y="114236"/>
                  <a:pt x="235599" y="131126"/>
                  <a:pt x="231144" y="144225"/>
                </a:cubicBezTo>
                <a:cubicBezTo>
                  <a:pt x="228019" y="153201"/>
                  <a:pt x="225259" y="162311"/>
                  <a:pt x="222866" y="171554"/>
                </a:cubicBezTo>
                <a:cubicBezTo>
                  <a:pt x="220339" y="180996"/>
                  <a:pt x="218444" y="189041"/>
                  <a:pt x="217181" y="195691"/>
                </a:cubicBezTo>
                <a:cubicBezTo>
                  <a:pt x="216582" y="199016"/>
                  <a:pt x="215385" y="201476"/>
                  <a:pt x="213590" y="203072"/>
                </a:cubicBezTo>
                <a:cubicBezTo>
                  <a:pt x="211662" y="204800"/>
                  <a:pt x="207373" y="205665"/>
                  <a:pt x="200723" y="205665"/>
                </a:cubicBezTo>
                <a:cubicBezTo>
                  <a:pt x="193808" y="205731"/>
                  <a:pt x="187159" y="205499"/>
                  <a:pt x="180775" y="204967"/>
                </a:cubicBezTo>
                <a:lnTo>
                  <a:pt x="180277" y="201077"/>
                </a:lnTo>
                <a:cubicBezTo>
                  <a:pt x="187524" y="200013"/>
                  <a:pt x="192944" y="197652"/>
                  <a:pt x="196534" y="193995"/>
                </a:cubicBezTo>
                <a:cubicBezTo>
                  <a:pt x="200790" y="189474"/>
                  <a:pt x="207373" y="177272"/>
                  <a:pt x="216283" y="157391"/>
                </a:cubicBezTo>
                <a:lnTo>
                  <a:pt x="217081" y="155495"/>
                </a:lnTo>
                <a:lnTo>
                  <a:pt x="215684" y="155096"/>
                </a:lnTo>
                <a:cubicBezTo>
                  <a:pt x="203516" y="124842"/>
                  <a:pt x="192511" y="98178"/>
                  <a:pt x="182670" y="75105"/>
                </a:cubicBezTo>
                <a:cubicBezTo>
                  <a:pt x="181739" y="73110"/>
                  <a:pt x="180210" y="71747"/>
                  <a:pt x="178082" y="71015"/>
                </a:cubicBezTo>
                <a:lnTo>
                  <a:pt x="169305" y="68322"/>
                </a:lnTo>
                <a:lnTo>
                  <a:pt x="169106" y="64233"/>
                </a:lnTo>
                <a:close/>
                <a:moveTo>
                  <a:pt x="273756" y="155795"/>
                </a:moveTo>
                <a:cubicBezTo>
                  <a:pt x="284994" y="139570"/>
                  <a:pt x="294403" y="125873"/>
                  <a:pt x="301983" y="114702"/>
                </a:cubicBezTo>
                <a:cubicBezTo>
                  <a:pt x="309430" y="103664"/>
                  <a:pt x="318872" y="89534"/>
                  <a:pt x="330309" y="72312"/>
                </a:cubicBezTo>
                <a:lnTo>
                  <a:pt x="291311" y="72312"/>
                </a:lnTo>
                <a:lnTo>
                  <a:pt x="284828" y="92360"/>
                </a:lnTo>
                <a:lnTo>
                  <a:pt x="280838" y="93058"/>
                </a:lnTo>
                <a:cubicBezTo>
                  <a:pt x="279309" y="82751"/>
                  <a:pt x="277646" y="73442"/>
                  <a:pt x="275851" y="65131"/>
                </a:cubicBezTo>
                <a:lnTo>
                  <a:pt x="276150" y="64233"/>
                </a:lnTo>
                <a:cubicBezTo>
                  <a:pt x="289648" y="64432"/>
                  <a:pt x="302748" y="64532"/>
                  <a:pt x="315448" y="64532"/>
                </a:cubicBezTo>
                <a:cubicBezTo>
                  <a:pt x="328148" y="64532"/>
                  <a:pt x="341447" y="64432"/>
                  <a:pt x="355344" y="64233"/>
                </a:cubicBezTo>
                <a:lnTo>
                  <a:pt x="356042" y="65330"/>
                </a:lnTo>
                <a:cubicBezTo>
                  <a:pt x="346334" y="79626"/>
                  <a:pt x="337092" y="93324"/>
                  <a:pt x="328314" y="106423"/>
                </a:cubicBezTo>
                <a:cubicBezTo>
                  <a:pt x="319404" y="119589"/>
                  <a:pt x="310095" y="133686"/>
                  <a:pt x="300387" y="148713"/>
                </a:cubicBezTo>
                <a:lnTo>
                  <a:pt x="340084" y="148713"/>
                </a:lnTo>
                <a:lnTo>
                  <a:pt x="352551" y="127967"/>
                </a:lnTo>
                <a:lnTo>
                  <a:pt x="356641" y="127369"/>
                </a:lnTo>
                <a:cubicBezTo>
                  <a:pt x="355510" y="136811"/>
                  <a:pt x="354712" y="146452"/>
                  <a:pt x="354247" y="156293"/>
                </a:cubicBezTo>
                <a:lnTo>
                  <a:pt x="353649" y="156992"/>
                </a:lnTo>
                <a:cubicBezTo>
                  <a:pt x="342079" y="156792"/>
                  <a:pt x="328580" y="156692"/>
                  <a:pt x="313154" y="156692"/>
                </a:cubicBezTo>
                <a:cubicBezTo>
                  <a:pt x="298991" y="156692"/>
                  <a:pt x="286091" y="156792"/>
                  <a:pt x="274455" y="156992"/>
                </a:cubicBezTo>
                <a:lnTo>
                  <a:pt x="273756" y="155795"/>
                </a:lnTo>
                <a:close/>
                <a:moveTo>
                  <a:pt x="366738" y="16756"/>
                </a:moveTo>
                <a:lnTo>
                  <a:pt x="366239" y="13465"/>
                </a:lnTo>
                <a:cubicBezTo>
                  <a:pt x="378009" y="11271"/>
                  <a:pt x="388880" y="8910"/>
                  <a:pt x="398854" y="6383"/>
                </a:cubicBezTo>
                <a:lnTo>
                  <a:pt x="399752" y="7181"/>
                </a:lnTo>
                <a:cubicBezTo>
                  <a:pt x="399353" y="18086"/>
                  <a:pt x="399153" y="33147"/>
                  <a:pt x="399153" y="52364"/>
                </a:cubicBezTo>
                <a:lnTo>
                  <a:pt x="399153" y="117295"/>
                </a:lnTo>
                <a:cubicBezTo>
                  <a:pt x="399153" y="129197"/>
                  <a:pt x="399220" y="138772"/>
                  <a:pt x="399353" y="146020"/>
                </a:cubicBezTo>
                <a:cubicBezTo>
                  <a:pt x="399486" y="147948"/>
                  <a:pt x="400417" y="149145"/>
                  <a:pt x="402146" y="149611"/>
                </a:cubicBezTo>
                <a:lnTo>
                  <a:pt x="413017" y="152902"/>
                </a:lnTo>
                <a:lnTo>
                  <a:pt x="413317" y="156992"/>
                </a:lnTo>
                <a:cubicBezTo>
                  <a:pt x="404274" y="156792"/>
                  <a:pt x="396527" y="156692"/>
                  <a:pt x="390077" y="156692"/>
                </a:cubicBezTo>
                <a:cubicBezTo>
                  <a:pt x="383428" y="156692"/>
                  <a:pt x="375681" y="156792"/>
                  <a:pt x="366838" y="156992"/>
                </a:cubicBezTo>
                <a:lnTo>
                  <a:pt x="366439" y="152902"/>
                </a:lnTo>
                <a:lnTo>
                  <a:pt x="377709" y="149611"/>
                </a:lnTo>
                <a:cubicBezTo>
                  <a:pt x="379372" y="149145"/>
                  <a:pt x="380269" y="148081"/>
                  <a:pt x="380402" y="146419"/>
                </a:cubicBezTo>
                <a:cubicBezTo>
                  <a:pt x="380469" y="138972"/>
                  <a:pt x="380535" y="130594"/>
                  <a:pt x="380602" y="121284"/>
                </a:cubicBezTo>
                <a:lnTo>
                  <a:pt x="380602" y="80291"/>
                </a:lnTo>
                <a:cubicBezTo>
                  <a:pt x="380602" y="55555"/>
                  <a:pt x="380469" y="35707"/>
                  <a:pt x="380203" y="20746"/>
                </a:cubicBezTo>
                <a:lnTo>
                  <a:pt x="366738" y="16756"/>
                </a:lnTo>
                <a:close/>
                <a:moveTo>
                  <a:pt x="485643" y="111510"/>
                </a:moveTo>
                <a:cubicBezTo>
                  <a:pt x="471613" y="111510"/>
                  <a:pt x="462071" y="112939"/>
                  <a:pt x="457017" y="115799"/>
                </a:cubicBezTo>
                <a:cubicBezTo>
                  <a:pt x="451897" y="118724"/>
                  <a:pt x="449337" y="123545"/>
                  <a:pt x="449337" y="130261"/>
                </a:cubicBezTo>
                <a:cubicBezTo>
                  <a:pt x="449337" y="136578"/>
                  <a:pt x="451033" y="141033"/>
                  <a:pt x="454424" y="143626"/>
                </a:cubicBezTo>
                <a:cubicBezTo>
                  <a:pt x="457815" y="146353"/>
                  <a:pt x="462403" y="147682"/>
                  <a:pt x="468188" y="147616"/>
                </a:cubicBezTo>
                <a:cubicBezTo>
                  <a:pt x="474771" y="147616"/>
                  <a:pt x="480523" y="146452"/>
                  <a:pt x="485444" y="144125"/>
                </a:cubicBezTo>
                <a:lnTo>
                  <a:pt x="485643" y="111510"/>
                </a:lnTo>
                <a:moveTo>
                  <a:pt x="437269" y="70417"/>
                </a:moveTo>
                <a:cubicBezTo>
                  <a:pt x="450235" y="64765"/>
                  <a:pt x="461705" y="61939"/>
                  <a:pt x="471679" y="61939"/>
                </a:cubicBezTo>
                <a:cubicBezTo>
                  <a:pt x="481853" y="62005"/>
                  <a:pt x="489932" y="64665"/>
                  <a:pt x="495916" y="69918"/>
                </a:cubicBezTo>
                <a:cubicBezTo>
                  <a:pt x="501768" y="75238"/>
                  <a:pt x="504693" y="82918"/>
                  <a:pt x="504693" y="92958"/>
                </a:cubicBezTo>
                <a:lnTo>
                  <a:pt x="504195" y="134450"/>
                </a:lnTo>
                <a:cubicBezTo>
                  <a:pt x="504062" y="137841"/>
                  <a:pt x="504128" y="140568"/>
                  <a:pt x="504394" y="142629"/>
                </a:cubicBezTo>
                <a:cubicBezTo>
                  <a:pt x="504660" y="144757"/>
                  <a:pt x="505259" y="146353"/>
                  <a:pt x="506190" y="147416"/>
                </a:cubicBezTo>
                <a:cubicBezTo>
                  <a:pt x="507120" y="148480"/>
                  <a:pt x="508583" y="149212"/>
                  <a:pt x="510578" y="149611"/>
                </a:cubicBezTo>
                <a:cubicBezTo>
                  <a:pt x="512440" y="150143"/>
                  <a:pt x="515033" y="150409"/>
                  <a:pt x="518358" y="150409"/>
                </a:cubicBezTo>
                <a:lnTo>
                  <a:pt x="518857" y="154299"/>
                </a:lnTo>
                <a:cubicBezTo>
                  <a:pt x="515931" y="155495"/>
                  <a:pt x="512440" y="156626"/>
                  <a:pt x="508384" y="157690"/>
                </a:cubicBezTo>
                <a:cubicBezTo>
                  <a:pt x="504195" y="158820"/>
                  <a:pt x="501402" y="159385"/>
                  <a:pt x="500006" y="159385"/>
                </a:cubicBezTo>
                <a:cubicBezTo>
                  <a:pt x="493423" y="159452"/>
                  <a:pt x="488934" y="156127"/>
                  <a:pt x="486541" y="149411"/>
                </a:cubicBezTo>
                <a:cubicBezTo>
                  <a:pt x="477165" y="156127"/>
                  <a:pt x="468288" y="159485"/>
                  <a:pt x="459910" y="159485"/>
                </a:cubicBezTo>
                <a:cubicBezTo>
                  <a:pt x="450534" y="159485"/>
                  <a:pt x="443021" y="157191"/>
                  <a:pt x="437369" y="152603"/>
                </a:cubicBezTo>
                <a:cubicBezTo>
                  <a:pt x="431650" y="148148"/>
                  <a:pt x="428824" y="141731"/>
                  <a:pt x="428891" y="133353"/>
                </a:cubicBezTo>
                <a:cubicBezTo>
                  <a:pt x="428891" y="123180"/>
                  <a:pt x="433479" y="115632"/>
                  <a:pt x="442655" y="110712"/>
                </a:cubicBezTo>
                <a:cubicBezTo>
                  <a:pt x="451698" y="105858"/>
                  <a:pt x="466027" y="103431"/>
                  <a:pt x="485643" y="103431"/>
                </a:cubicBezTo>
                <a:lnTo>
                  <a:pt x="485743" y="95651"/>
                </a:lnTo>
                <a:cubicBezTo>
                  <a:pt x="485809" y="88204"/>
                  <a:pt x="483914" y="82685"/>
                  <a:pt x="480058" y="79094"/>
                </a:cubicBezTo>
                <a:cubicBezTo>
                  <a:pt x="476134" y="75504"/>
                  <a:pt x="470216" y="73708"/>
                  <a:pt x="462304" y="73708"/>
                </a:cubicBezTo>
                <a:cubicBezTo>
                  <a:pt x="456186" y="73708"/>
                  <a:pt x="448606" y="74839"/>
                  <a:pt x="439563" y="77099"/>
                </a:cubicBezTo>
                <a:lnTo>
                  <a:pt x="437269" y="70417"/>
                </a:lnTo>
                <a:close/>
                <a:moveTo>
                  <a:pt x="524067" y="68921"/>
                </a:moveTo>
                <a:cubicBezTo>
                  <a:pt x="535238" y="66859"/>
                  <a:pt x="545777" y="64532"/>
                  <a:pt x="555684" y="61939"/>
                </a:cubicBezTo>
                <a:lnTo>
                  <a:pt x="556682" y="62637"/>
                </a:lnTo>
                <a:lnTo>
                  <a:pt x="556682" y="74207"/>
                </a:lnTo>
                <a:cubicBezTo>
                  <a:pt x="568252" y="66028"/>
                  <a:pt x="579057" y="61939"/>
                  <a:pt x="589097" y="61939"/>
                </a:cubicBezTo>
                <a:cubicBezTo>
                  <a:pt x="598473" y="61939"/>
                  <a:pt x="605854" y="64565"/>
                  <a:pt x="611240" y="69818"/>
                </a:cubicBezTo>
                <a:cubicBezTo>
                  <a:pt x="616626" y="75204"/>
                  <a:pt x="619319" y="82718"/>
                  <a:pt x="619319" y="92360"/>
                </a:cubicBezTo>
                <a:lnTo>
                  <a:pt x="619319" y="127568"/>
                </a:lnTo>
                <a:cubicBezTo>
                  <a:pt x="619319" y="135880"/>
                  <a:pt x="619385" y="142030"/>
                  <a:pt x="619518" y="146020"/>
                </a:cubicBezTo>
                <a:cubicBezTo>
                  <a:pt x="619518" y="147882"/>
                  <a:pt x="620383" y="149046"/>
                  <a:pt x="622112" y="149511"/>
                </a:cubicBezTo>
                <a:lnTo>
                  <a:pt x="633183" y="152902"/>
                </a:lnTo>
                <a:lnTo>
                  <a:pt x="633382" y="156992"/>
                </a:lnTo>
                <a:cubicBezTo>
                  <a:pt x="624539" y="156792"/>
                  <a:pt x="616892" y="156692"/>
                  <a:pt x="610442" y="156692"/>
                </a:cubicBezTo>
                <a:cubicBezTo>
                  <a:pt x="603859" y="156692"/>
                  <a:pt x="596578" y="156792"/>
                  <a:pt x="588599" y="156992"/>
                </a:cubicBezTo>
                <a:lnTo>
                  <a:pt x="588200" y="152902"/>
                </a:lnTo>
                <a:lnTo>
                  <a:pt x="598174" y="150010"/>
                </a:lnTo>
                <a:cubicBezTo>
                  <a:pt x="599637" y="149544"/>
                  <a:pt x="600468" y="148514"/>
                  <a:pt x="600667" y="146918"/>
                </a:cubicBezTo>
                <a:cubicBezTo>
                  <a:pt x="600734" y="146053"/>
                  <a:pt x="600767" y="143959"/>
                  <a:pt x="600767" y="140634"/>
                </a:cubicBezTo>
                <a:lnTo>
                  <a:pt x="600767" y="97147"/>
                </a:lnTo>
                <a:cubicBezTo>
                  <a:pt x="600701" y="88969"/>
                  <a:pt x="598739" y="83084"/>
                  <a:pt x="594882" y="79493"/>
                </a:cubicBezTo>
                <a:cubicBezTo>
                  <a:pt x="590959" y="76036"/>
                  <a:pt x="585208" y="74273"/>
                  <a:pt x="577627" y="74207"/>
                </a:cubicBezTo>
                <a:cubicBezTo>
                  <a:pt x="570845" y="74207"/>
                  <a:pt x="563896" y="76135"/>
                  <a:pt x="556782" y="79992"/>
                </a:cubicBezTo>
                <a:lnTo>
                  <a:pt x="556782" y="123578"/>
                </a:lnTo>
                <a:cubicBezTo>
                  <a:pt x="556782" y="131957"/>
                  <a:pt x="556848" y="139570"/>
                  <a:pt x="556981" y="146419"/>
                </a:cubicBezTo>
                <a:cubicBezTo>
                  <a:pt x="556981" y="148214"/>
                  <a:pt x="557746" y="149345"/>
                  <a:pt x="559275" y="149810"/>
                </a:cubicBezTo>
                <a:lnTo>
                  <a:pt x="569648" y="152902"/>
                </a:lnTo>
                <a:lnTo>
                  <a:pt x="569848" y="156992"/>
                </a:lnTo>
                <a:cubicBezTo>
                  <a:pt x="561536" y="156792"/>
                  <a:pt x="554155" y="156692"/>
                  <a:pt x="547705" y="156692"/>
                </a:cubicBezTo>
                <a:cubicBezTo>
                  <a:pt x="541056" y="156692"/>
                  <a:pt x="533309" y="156792"/>
                  <a:pt x="524466" y="156992"/>
                </a:cubicBezTo>
                <a:lnTo>
                  <a:pt x="524067" y="152902"/>
                </a:lnTo>
                <a:lnTo>
                  <a:pt x="535836" y="149511"/>
                </a:lnTo>
                <a:cubicBezTo>
                  <a:pt x="537232" y="148979"/>
                  <a:pt x="537997" y="147948"/>
                  <a:pt x="538130" y="146419"/>
                </a:cubicBezTo>
                <a:cubicBezTo>
                  <a:pt x="538197" y="142163"/>
                  <a:pt x="538230" y="138074"/>
                  <a:pt x="538230" y="134151"/>
                </a:cubicBezTo>
                <a:lnTo>
                  <a:pt x="538230" y="100139"/>
                </a:lnTo>
                <a:cubicBezTo>
                  <a:pt x="538230" y="91495"/>
                  <a:pt x="538097" y="83416"/>
                  <a:pt x="537831" y="75903"/>
                </a:cubicBezTo>
                <a:lnTo>
                  <a:pt x="524565" y="72312"/>
                </a:lnTo>
                <a:lnTo>
                  <a:pt x="524067" y="68921"/>
                </a:lnTo>
                <a:close/>
                <a:moveTo>
                  <a:pt x="674506" y="94753"/>
                </a:moveTo>
                <a:cubicBezTo>
                  <a:pt x="674506" y="103464"/>
                  <a:pt x="676168" y="110147"/>
                  <a:pt x="679493" y="114801"/>
                </a:cubicBezTo>
                <a:cubicBezTo>
                  <a:pt x="682817" y="119522"/>
                  <a:pt x="687671" y="121883"/>
                  <a:pt x="694055" y="121883"/>
                </a:cubicBezTo>
                <a:cubicBezTo>
                  <a:pt x="700106" y="121949"/>
                  <a:pt x="704694" y="119722"/>
                  <a:pt x="707819" y="115200"/>
                </a:cubicBezTo>
                <a:cubicBezTo>
                  <a:pt x="710878" y="110812"/>
                  <a:pt x="712407" y="104362"/>
                  <a:pt x="712407" y="95851"/>
                </a:cubicBezTo>
                <a:cubicBezTo>
                  <a:pt x="712407" y="87672"/>
                  <a:pt x="710778" y="81222"/>
                  <a:pt x="707520" y="76501"/>
                </a:cubicBezTo>
                <a:cubicBezTo>
                  <a:pt x="704195" y="71846"/>
                  <a:pt x="699308" y="69486"/>
                  <a:pt x="692858" y="69419"/>
                </a:cubicBezTo>
                <a:cubicBezTo>
                  <a:pt x="686741" y="69486"/>
                  <a:pt x="682153" y="71647"/>
                  <a:pt x="679094" y="75903"/>
                </a:cubicBezTo>
                <a:cubicBezTo>
                  <a:pt x="675969" y="80225"/>
                  <a:pt x="674439" y="86508"/>
                  <a:pt x="674506" y="94753"/>
                </a:cubicBezTo>
                <a:moveTo>
                  <a:pt x="671414" y="160682"/>
                </a:moveTo>
                <a:cubicBezTo>
                  <a:pt x="666892" y="167531"/>
                  <a:pt x="664631" y="173781"/>
                  <a:pt x="664631" y="179433"/>
                </a:cubicBezTo>
                <a:cubicBezTo>
                  <a:pt x="664631" y="185351"/>
                  <a:pt x="666992" y="189906"/>
                  <a:pt x="671713" y="193098"/>
                </a:cubicBezTo>
                <a:cubicBezTo>
                  <a:pt x="676368" y="196422"/>
                  <a:pt x="682784" y="198051"/>
                  <a:pt x="690963" y="197985"/>
                </a:cubicBezTo>
                <a:cubicBezTo>
                  <a:pt x="700538" y="197985"/>
                  <a:pt x="708983" y="195824"/>
                  <a:pt x="716297" y="191502"/>
                </a:cubicBezTo>
                <a:cubicBezTo>
                  <a:pt x="723545" y="187246"/>
                  <a:pt x="727169" y="181262"/>
                  <a:pt x="727169" y="173548"/>
                </a:cubicBezTo>
                <a:cubicBezTo>
                  <a:pt x="727102" y="169359"/>
                  <a:pt x="725340" y="166101"/>
                  <a:pt x="721882" y="163774"/>
                </a:cubicBezTo>
                <a:cubicBezTo>
                  <a:pt x="718292" y="161513"/>
                  <a:pt x="711576" y="160383"/>
                  <a:pt x="701735" y="160383"/>
                </a:cubicBezTo>
                <a:cubicBezTo>
                  <a:pt x="698144" y="160383"/>
                  <a:pt x="694321" y="160482"/>
                  <a:pt x="690265" y="160682"/>
                </a:cubicBezTo>
                <a:cubicBezTo>
                  <a:pt x="686076" y="160881"/>
                  <a:pt x="682053" y="160981"/>
                  <a:pt x="678196" y="160981"/>
                </a:cubicBezTo>
                <a:cubicBezTo>
                  <a:pt x="676068" y="160981"/>
                  <a:pt x="673808" y="160881"/>
                  <a:pt x="671414" y="160682"/>
                </a:cubicBezTo>
                <a:moveTo>
                  <a:pt x="725174" y="74506"/>
                </a:moveTo>
                <a:cubicBezTo>
                  <a:pt x="730227" y="80025"/>
                  <a:pt x="732787" y="86608"/>
                  <a:pt x="732854" y="94255"/>
                </a:cubicBezTo>
                <a:cubicBezTo>
                  <a:pt x="732854" y="105027"/>
                  <a:pt x="729130" y="113538"/>
                  <a:pt x="721683" y="119788"/>
                </a:cubicBezTo>
                <a:cubicBezTo>
                  <a:pt x="714169" y="126172"/>
                  <a:pt x="704827" y="129363"/>
                  <a:pt x="693656" y="129363"/>
                </a:cubicBezTo>
                <a:cubicBezTo>
                  <a:pt x="687273" y="129363"/>
                  <a:pt x="681554" y="128366"/>
                  <a:pt x="676501" y="126371"/>
                </a:cubicBezTo>
                <a:cubicBezTo>
                  <a:pt x="672910" y="132223"/>
                  <a:pt x="671115" y="136777"/>
                  <a:pt x="671115" y="140036"/>
                </a:cubicBezTo>
                <a:cubicBezTo>
                  <a:pt x="671048" y="141831"/>
                  <a:pt x="671979" y="143028"/>
                  <a:pt x="673907" y="143626"/>
                </a:cubicBezTo>
                <a:cubicBezTo>
                  <a:pt x="675703" y="144358"/>
                  <a:pt x="679061" y="144690"/>
                  <a:pt x="683981" y="144624"/>
                </a:cubicBezTo>
                <a:cubicBezTo>
                  <a:pt x="687638" y="144624"/>
                  <a:pt x="691994" y="144524"/>
                  <a:pt x="697047" y="144324"/>
                </a:cubicBezTo>
                <a:cubicBezTo>
                  <a:pt x="702034" y="144125"/>
                  <a:pt x="706689" y="144025"/>
                  <a:pt x="711011" y="144025"/>
                </a:cubicBezTo>
                <a:cubicBezTo>
                  <a:pt x="721583" y="144025"/>
                  <a:pt x="730327" y="146020"/>
                  <a:pt x="737243" y="150010"/>
                </a:cubicBezTo>
                <a:cubicBezTo>
                  <a:pt x="744091" y="154132"/>
                  <a:pt x="747532" y="161164"/>
                  <a:pt x="747566" y="171105"/>
                </a:cubicBezTo>
                <a:cubicBezTo>
                  <a:pt x="747599" y="181046"/>
                  <a:pt x="741731" y="189440"/>
                  <a:pt x="729961" y="196289"/>
                </a:cubicBezTo>
                <a:cubicBezTo>
                  <a:pt x="718192" y="203205"/>
                  <a:pt x="704794" y="206662"/>
                  <a:pt x="689766" y="206662"/>
                </a:cubicBezTo>
                <a:cubicBezTo>
                  <a:pt x="677465" y="206662"/>
                  <a:pt x="667657" y="204667"/>
                  <a:pt x="660343" y="200678"/>
                </a:cubicBezTo>
                <a:cubicBezTo>
                  <a:pt x="653028" y="196821"/>
                  <a:pt x="649371" y="191701"/>
                  <a:pt x="649371" y="185318"/>
                </a:cubicBezTo>
                <a:cubicBezTo>
                  <a:pt x="649305" y="177671"/>
                  <a:pt x="654724" y="169093"/>
                  <a:pt x="665629" y="159585"/>
                </a:cubicBezTo>
                <a:cubicBezTo>
                  <a:pt x="658713" y="156992"/>
                  <a:pt x="655272" y="153118"/>
                  <a:pt x="655306" y="147965"/>
                </a:cubicBezTo>
                <a:cubicBezTo>
                  <a:pt x="655339" y="142812"/>
                  <a:pt x="660110" y="134783"/>
                  <a:pt x="669618" y="123878"/>
                </a:cubicBezTo>
                <a:cubicBezTo>
                  <a:pt x="659245" y="117627"/>
                  <a:pt x="654059" y="108484"/>
                  <a:pt x="654059" y="96449"/>
                </a:cubicBezTo>
                <a:cubicBezTo>
                  <a:pt x="654059" y="86076"/>
                  <a:pt x="657816" y="77731"/>
                  <a:pt x="665330" y="71414"/>
                </a:cubicBezTo>
                <a:cubicBezTo>
                  <a:pt x="672843" y="65164"/>
                  <a:pt x="682585" y="62005"/>
                  <a:pt x="694554" y="61939"/>
                </a:cubicBezTo>
                <a:cubicBezTo>
                  <a:pt x="697612" y="61939"/>
                  <a:pt x="701868" y="62338"/>
                  <a:pt x="707320" y="63136"/>
                </a:cubicBezTo>
                <a:cubicBezTo>
                  <a:pt x="712374" y="64067"/>
                  <a:pt x="716364" y="64532"/>
                  <a:pt x="719289" y="64532"/>
                </a:cubicBezTo>
                <a:cubicBezTo>
                  <a:pt x="729463" y="64532"/>
                  <a:pt x="738805" y="64432"/>
                  <a:pt x="747316" y="64233"/>
                </a:cubicBezTo>
                <a:lnTo>
                  <a:pt x="747815" y="68322"/>
                </a:lnTo>
                <a:lnTo>
                  <a:pt x="725174" y="74506"/>
                </a:lnTo>
                <a:close/>
                <a:moveTo>
                  <a:pt x="768239" y="0"/>
                </a:moveTo>
                <a:cubicBezTo>
                  <a:pt x="798227" y="25467"/>
                  <a:pt x="813255" y="57783"/>
                  <a:pt x="813321" y="96948"/>
                </a:cubicBezTo>
                <a:cubicBezTo>
                  <a:pt x="813255" y="136445"/>
                  <a:pt x="798227" y="168894"/>
                  <a:pt x="768239" y="194294"/>
                </a:cubicBezTo>
                <a:lnTo>
                  <a:pt x="763950" y="190504"/>
                </a:lnTo>
                <a:cubicBezTo>
                  <a:pt x="785161" y="166899"/>
                  <a:pt x="795767" y="135847"/>
                  <a:pt x="795767" y="97347"/>
                </a:cubicBezTo>
                <a:cubicBezTo>
                  <a:pt x="795767" y="58647"/>
                  <a:pt x="785161" y="27462"/>
                  <a:pt x="763950" y="3790"/>
                </a:cubicBezTo>
                <a:lnTo>
                  <a:pt x="768239" y="0"/>
                </a:lnTo>
                <a:close/>
              </a:path>
            </a:pathLst>
          </a:custGeom>
          <a:solidFill xmlns:a="http://schemas.openxmlformats.org/drawingml/2006/main">
            <a:srgbClr val="454545"/>
          </a:solidFill>
          <a:ln xmlns:a="http://schemas.openxmlformats.org/drawingml/2006/main" w="0" cap="flat">
            <a:noFill/>
            <a:miter/>
          </a:ln>
        </p:spPr>
      </p:sp>
      <p:sp>
        <p:nvSpPr>
          <p:cNvPr id="3" name="Vector element">
            <a:extLst xmlns:a="http://schemas.openxmlformats.org/drawingml/2006/main">
              <a:ext uri="{FF2B5EF4-FFF2-40B4-BE49-F238E27FC236}">
                <a16:creationId xmlns:a16="http://schemas.microsoft.com/office/drawing/2014/main" id="{8C94D841-A4F5-4247-9330-45368DBDA536}"/>
              </a:ext>
            </a:extLst>
          </p:cNvPr>
          <p:cNvSpPr>
            <a:spLocks xmlns:a="http://schemas.openxmlformats.org/drawingml/2006/main" noGrp="1"/>
          </p:cNvSpPr>
          <p:nvPr/>
        </p:nvSpPr>
        <p:spPr>
          <a:xfrm xmlns:a="http://schemas.openxmlformats.org/drawingml/2006/main">
            <a:off x="9249215" y="679214"/>
            <a:ext cx="908745" cy="1080533"/>
          </a:xfrm>
          <a:custGeom xmlns:a="http://schemas.openxmlformats.org/drawingml/2006/main">
            <a:pathLst>
              <a:path w="908745" h="1080533">
                <a:moveTo>
                  <a:pt x="907028" y="229037"/>
                </a:moveTo>
                <a:lnTo>
                  <a:pt x="616372" y="0"/>
                </a:lnTo>
                <a:lnTo>
                  <a:pt x="615064" y="1658"/>
                </a:lnTo>
                <a:lnTo>
                  <a:pt x="615064" y="0"/>
                </a:lnTo>
                <a:lnTo>
                  <a:pt x="570736" y="0"/>
                </a:lnTo>
                <a:lnTo>
                  <a:pt x="14778" y="0"/>
                </a:lnTo>
                <a:cubicBezTo>
                  <a:pt x="6617" y="0"/>
                  <a:pt x="0" y="6617"/>
                  <a:pt x="0" y="14777"/>
                </a:cubicBezTo>
                <a:lnTo>
                  <a:pt x="0" y="1065755"/>
                </a:lnTo>
                <a:cubicBezTo>
                  <a:pt x="0" y="1073917"/>
                  <a:pt x="6617" y="1080533"/>
                  <a:pt x="14778" y="1080533"/>
                </a:cubicBezTo>
                <a:lnTo>
                  <a:pt x="384185" y="1080533"/>
                </a:lnTo>
                <a:lnTo>
                  <a:pt x="384185" y="1079578"/>
                </a:lnTo>
                <a:lnTo>
                  <a:pt x="893969" y="1079578"/>
                </a:lnTo>
                <a:cubicBezTo>
                  <a:pt x="902128" y="1079578"/>
                  <a:pt x="908745" y="1072963"/>
                  <a:pt x="908745" y="1064802"/>
                </a:cubicBezTo>
                <a:lnTo>
                  <a:pt x="908745" y="384190"/>
                </a:lnTo>
                <a:lnTo>
                  <a:pt x="908745" y="273365"/>
                </a:lnTo>
                <a:lnTo>
                  <a:pt x="908745" y="261729"/>
                </a:lnTo>
                <a:lnTo>
                  <a:pt x="908745" y="229035"/>
                </a:lnTo>
                <a:lnTo>
                  <a:pt x="907028" y="229035"/>
                </a:lnTo>
                <a:lnTo>
                  <a:pt x="907028" y="229037"/>
                </a:lnTo>
                <a:close/>
                <a:moveTo>
                  <a:pt x="615065" y="55410"/>
                </a:moveTo>
                <a:lnTo>
                  <a:pt x="835408" y="229037"/>
                </a:lnTo>
                <a:lnTo>
                  <a:pt x="615065" y="229037"/>
                </a:lnTo>
                <a:lnTo>
                  <a:pt x="615065" y="55410"/>
                </a:lnTo>
                <a:close/>
                <a:moveTo>
                  <a:pt x="864416" y="1035249"/>
                </a:moveTo>
                <a:lnTo>
                  <a:pt x="362013" y="1035249"/>
                </a:lnTo>
                <a:lnTo>
                  <a:pt x="362013" y="1036202"/>
                </a:lnTo>
                <a:lnTo>
                  <a:pt x="44331" y="1036202"/>
                </a:lnTo>
                <a:lnTo>
                  <a:pt x="44331" y="42482"/>
                </a:lnTo>
                <a:lnTo>
                  <a:pt x="570737" y="42482"/>
                </a:lnTo>
                <a:lnTo>
                  <a:pt x="570737" y="229037"/>
                </a:lnTo>
                <a:lnTo>
                  <a:pt x="570737" y="273366"/>
                </a:lnTo>
                <a:lnTo>
                  <a:pt x="615065" y="273366"/>
                </a:lnTo>
                <a:lnTo>
                  <a:pt x="864416" y="273366"/>
                </a:lnTo>
                <a:lnTo>
                  <a:pt x="864416" y="384190"/>
                </a:lnTo>
                <a:lnTo>
                  <a:pt x="864416" y="1035249"/>
                </a:lnTo>
                <a:close/>
              </a:path>
            </a:pathLst>
          </a:custGeom>
          <a:solidFill xmlns:a="http://schemas.openxmlformats.org/drawingml/2006/main">
            <a:srgbClr val="070102"/>
          </a:solidFill>
          <a:ln xmlns:a="http://schemas.openxmlformats.org/drawingml/2006/main" w="0" cap="flat">
            <a:noFill/>
            <a:miter/>
          </a:ln>
        </p:spPr>
      </p:sp>
      <p:sp>
        <p:nvSpPr>
          <p:cNvPr id="4" name="Vector element">
            <a:extLst xmlns:a="http://schemas.openxmlformats.org/drawingml/2006/main">
              <a:ext uri="{FF2B5EF4-FFF2-40B4-BE49-F238E27FC236}">
                <a16:creationId xmlns:a16="http://schemas.microsoft.com/office/drawing/2014/main" id="{A0243AEB-9485-4E57-A9D8-4A4A0BA5488A}"/>
              </a:ext>
            </a:extLst>
          </p:cNvPr>
          <p:cNvSpPr>
            <a:spLocks xmlns:a="http://schemas.openxmlformats.org/drawingml/2006/main" noGrp="1"/>
          </p:cNvSpPr>
          <p:nvPr/>
        </p:nvSpPr>
        <p:spPr>
          <a:xfrm xmlns:a="http://schemas.openxmlformats.org/drawingml/2006/main">
            <a:off x="9438234" y="952581"/>
            <a:ext cx="273362" cy="44329"/>
          </a:xfrm>
          <a:custGeom xmlns:a="http://schemas.openxmlformats.org/drawingml/2006/main">
            <a:pathLst>
              <a:path w="273362" h="44329">
                <a:moveTo>
                  <a:pt x="0" y="0"/>
                </a:moveTo>
                <a:lnTo>
                  <a:pt x="273362" y="0"/>
                </a:lnTo>
                <a:lnTo>
                  <a:pt x="273362" y="44329"/>
                </a:lnTo>
                <a:lnTo>
                  <a:pt x="0" y="44329"/>
                </a:lnTo>
                <a:lnTo>
                  <a:pt x="0" y="0"/>
                </a:lnTo>
                <a:close/>
              </a:path>
            </a:pathLst>
          </a:custGeom>
          <a:solidFill xmlns:a="http://schemas.openxmlformats.org/drawingml/2006/main">
            <a:srgbClr val="070102"/>
          </a:solidFill>
          <a:ln xmlns:a="http://schemas.openxmlformats.org/drawingml/2006/main" w="0" cap="flat">
            <a:noFill/>
            <a:miter/>
          </a:ln>
        </p:spPr>
      </p:sp>
      <p:sp>
        <p:nvSpPr>
          <p:cNvPr id="5" name="Vector element">
            <a:extLst xmlns:a="http://schemas.openxmlformats.org/drawingml/2006/main">
              <a:ext uri="{FF2B5EF4-FFF2-40B4-BE49-F238E27FC236}">
                <a16:creationId xmlns:a16="http://schemas.microsoft.com/office/drawing/2014/main" id="{4A0616CD-9EA4-46EA-9744-EFAF1963F8F4}"/>
              </a:ext>
            </a:extLst>
          </p:cNvPr>
          <p:cNvSpPr>
            <a:spLocks xmlns:a="http://schemas.openxmlformats.org/drawingml/2006/main" noGrp="1"/>
          </p:cNvSpPr>
          <p:nvPr/>
        </p:nvSpPr>
        <p:spPr>
          <a:xfrm xmlns:a="http://schemas.openxmlformats.org/drawingml/2006/main">
            <a:off x="9438236" y="1068338"/>
            <a:ext cx="537160" cy="44329"/>
          </a:xfrm>
          <a:custGeom xmlns:a="http://schemas.openxmlformats.org/drawingml/2006/main">
            <a:pathLst>
              <a:path w="537160" h="44329">
                <a:moveTo>
                  <a:pt x="0" y="0"/>
                </a:moveTo>
                <a:lnTo>
                  <a:pt x="537160" y="0"/>
                </a:lnTo>
                <a:lnTo>
                  <a:pt x="537160" y="44329"/>
                </a:lnTo>
                <a:lnTo>
                  <a:pt x="0" y="44329"/>
                </a:lnTo>
                <a:lnTo>
                  <a:pt x="0" y="0"/>
                </a:lnTo>
                <a:close/>
              </a:path>
            </a:pathLst>
          </a:custGeom>
          <a:solidFill xmlns:a="http://schemas.openxmlformats.org/drawingml/2006/main">
            <a:srgbClr val="070102"/>
          </a:solidFill>
          <a:ln xmlns:a="http://schemas.openxmlformats.org/drawingml/2006/main" w="0" cap="flat">
            <a:noFill/>
            <a:miter/>
          </a:ln>
        </p:spPr>
      </p:sp>
      <p:sp>
        <p:nvSpPr>
          <p:cNvPr id="6" name="Vector element">
            <a:extLst xmlns:a="http://schemas.openxmlformats.org/drawingml/2006/main">
              <a:ext uri="{FF2B5EF4-FFF2-40B4-BE49-F238E27FC236}">
                <a16:creationId xmlns:a16="http://schemas.microsoft.com/office/drawing/2014/main" id="{F7C9EF0E-945E-4BA5-A0BD-EBC0A2842905}"/>
              </a:ext>
            </a:extLst>
          </p:cNvPr>
          <p:cNvSpPr>
            <a:spLocks xmlns:a="http://schemas.openxmlformats.org/drawingml/2006/main" noGrp="1"/>
          </p:cNvSpPr>
          <p:nvPr/>
        </p:nvSpPr>
        <p:spPr>
          <a:xfrm xmlns:a="http://schemas.openxmlformats.org/drawingml/2006/main">
            <a:off x="9438234" y="1184702"/>
            <a:ext cx="536881" cy="44329"/>
          </a:xfrm>
          <a:custGeom xmlns:a="http://schemas.openxmlformats.org/drawingml/2006/main">
            <a:pathLst>
              <a:path w="536881" h="44329">
                <a:moveTo>
                  <a:pt x="0" y="0"/>
                </a:moveTo>
                <a:lnTo>
                  <a:pt x="536881" y="0"/>
                </a:lnTo>
                <a:lnTo>
                  <a:pt x="536881" y="44329"/>
                </a:lnTo>
                <a:lnTo>
                  <a:pt x="0" y="44329"/>
                </a:lnTo>
                <a:lnTo>
                  <a:pt x="0" y="0"/>
                </a:lnTo>
                <a:close/>
              </a:path>
            </a:pathLst>
          </a:custGeom>
          <a:solidFill xmlns:a="http://schemas.openxmlformats.org/drawingml/2006/main">
            <a:srgbClr val="070102"/>
          </a:solidFill>
          <a:ln xmlns:a="http://schemas.openxmlformats.org/drawingml/2006/main" w="0" cap="flat">
            <a:noFill/>
            <a:miter/>
          </a:ln>
        </p:spPr>
      </p:sp>
      <p:sp>
        <p:nvSpPr>
          <p:cNvPr id="7" name="Vector element">
            <a:extLst xmlns:a="http://schemas.openxmlformats.org/drawingml/2006/main">
              <a:ext uri="{FF2B5EF4-FFF2-40B4-BE49-F238E27FC236}">
                <a16:creationId xmlns:a16="http://schemas.microsoft.com/office/drawing/2014/main" id="{A52B8CF4-AD99-4841-BCB4-21136D41876E}"/>
              </a:ext>
            </a:extLst>
          </p:cNvPr>
          <p:cNvSpPr>
            <a:spLocks xmlns:a="http://schemas.openxmlformats.org/drawingml/2006/main" noGrp="1"/>
          </p:cNvSpPr>
          <p:nvPr/>
        </p:nvSpPr>
        <p:spPr>
          <a:xfrm xmlns:a="http://schemas.openxmlformats.org/drawingml/2006/main">
            <a:off x="9438234" y="1291355"/>
            <a:ext cx="536881" cy="44329"/>
          </a:xfrm>
          <a:custGeom xmlns:a="http://schemas.openxmlformats.org/drawingml/2006/main">
            <a:pathLst>
              <a:path w="536881" h="44329">
                <a:moveTo>
                  <a:pt x="0" y="0"/>
                </a:moveTo>
                <a:lnTo>
                  <a:pt x="536881" y="0"/>
                </a:lnTo>
                <a:lnTo>
                  <a:pt x="536881" y="44329"/>
                </a:lnTo>
                <a:lnTo>
                  <a:pt x="0" y="44329"/>
                </a:lnTo>
                <a:lnTo>
                  <a:pt x="0" y="0"/>
                </a:lnTo>
                <a:close/>
              </a:path>
            </a:pathLst>
          </a:custGeom>
          <a:solidFill xmlns:a="http://schemas.openxmlformats.org/drawingml/2006/main">
            <a:srgbClr val="070102"/>
          </a:solidFill>
          <a:ln xmlns:a="http://schemas.openxmlformats.org/drawingml/2006/main" w="0" cap="flat">
            <a:noFill/>
            <a:miter/>
          </a:ln>
        </p:spPr>
      </p:sp>
      <p:sp>
        <p:nvSpPr>
          <p:cNvPr id="8" name="Vector element">
            <a:extLst xmlns:a="http://schemas.openxmlformats.org/drawingml/2006/main">
              <a:ext uri="{FF2B5EF4-FFF2-40B4-BE49-F238E27FC236}">
                <a16:creationId xmlns:a16="http://schemas.microsoft.com/office/drawing/2014/main" id="{F4B0098B-2EDE-4C64-91D1-9147E7312CB1}"/>
              </a:ext>
            </a:extLst>
          </p:cNvPr>
          <p:cNvSpPr>
            <a:spLocks xmlns:a="http://schemas.openxmlformats.org/drawingml/2006/main" noGrp="1"/>
          </p:cNvSpPr>
          <p:nvPr/>
        </p:nvSpPr>
        <p:spPr>
          <a:xfrm xmlns:a="http://schemas.openxmlformats.org/drawingml/2006/main">
            <a:off x="9438234" y="1408192"/>
            <a:ext cx="370644" cy="129296"/>
          </a:xfrm>
          <a:custGeom xmlns:a="http://schemas.openxmlformats.org/drawingml/2006/main">
            <a:pathLst>
              <a:path w="370644" h="129296">
                <a:moveTo>
                  <a:pt x="0" y="129296"/>
                </a:moveTo>
                <a:lnTo>
                  <a:pt x="370644" y="129296"/>
                </a:lnTo>
                <a:lnTo>
                  <a:pt x="370644" y="0"/>
                </a:lnTo>
                <a:lnTo>
                  <a:pt x="0" y="0"/>
                </a:lnTo>
                <a:lnTo>
                  <a:pt x="0" y="129296"/>
                </a:lnTo>
                <a:close/>
                <a:moveTo>
                  <a:pt x="41861" y="44329"/>
                </a:moveTo>
                <a:lnTo>
                  <a:pt x="330151" y="44329"/>
                </a:lnTo>
                <a:lnTo>
                  <a:pt x="330151" y="90506"/>
                </a:lnTo>
                <a:lnTo>
                  <a:pt x="41861" y="90506"/>
                </a:lnTo>
                <a:lnTo>
                  <a:pt x="41861" y="44329"/>
                </a:lnTo>
                <a:close/>
              </a:path>
            </a:pathLst>
          </a:custGeom>
          <a:solidFill xmlns:a="http://schemas.openxmlformats.org/drawingml/2006/main">
            <a:srgbClr val="070102"/>
          </a:solidFill>
          <a:ln xmlns:a="http://schemas.openxmlformats.org/drawingml/2006/main" w="0" cap="flat">
            <a:noFill/>
            <a:miter/>
          </a:ln>
        </p:spPr>
      </p:sp>
      <p:sp>
        <p:nvSpPr>
          <p:cNvPr id="9" name="Text ExecutionPaths">
            <a:extLst xmlns:a="http://schemas.openxmlformats.org/drawingml/2006/main">
              <a:ext uri="{FF2B5EF4-FFF2-40B4-BE49-F238E27FC236}">
                <a16:creationId xmlns:a16="http://schemas.microsoft.com/office/drawing/2014/main" id="{3870D325-91C1-4D47-B79C-744FC63545CC}"/>
              </a:ext>
            </a:extLst>
          </p:cNvPr>
          <p:cNvSpPr>
            <a:spLocks xmlns:a="http://schemas.openxmlformats.org/drawingml/2006/main" noGrp="1"/>
          </p:cNvSpPr>
          <p:nvPr/>
        </p:nvSpPr>
        <p:spPr>
          <a:xfrm xmlns:a="http://schemas.openxmlformats.org/drawingml/2006/main">
            <a:off x="4781624" y="1572698"/>
            <a:ext cx="1433255" cy="153168"/>
          </a:xfrm>
          <a:custGeom xmlns:a="http://schemas.openxmlformats.org/drawingml/2006/main">
            <a:pathLst>
              <a:path w="1433255" h="153168">
                <a:moveTo>
                  <a:pt x="24736" y="11071"/>
                </a:moveTo>
                <a:lnTo>
                  <a:pt x="48973" y="11071"/>
                </a:lnTo>
                <a:cubicBezTo>
                  <a:pt x="63801" y="11138"/>
                  <a:pt x="79526" y="11005"/>
                  <a:pt x="96150" y="10672"/>
                </a:cubicBezTo>
                <a:lnTo>
                  <a:pt x="96748" y="11470"/>
                </a:lnTo>
                <a:lnTo>
                  <a:pt x="90963" y="42290"/>
                </a:lnTo>
                <a:lnTo>
                  <a:pt x="86974" y="42988"/>
                </a:lnTo>
                <a:lnTo>
                  <a:pt x="80790" y="19948"/>
                </a:lnTo>
                <a:lnTo>
                  <a:pt x="34710" y="19948"/>
                </a:lnTo>
                <a:lnTo>
                  <a:pt x="34710" y="74805"/>
                </a:lnTo>
                <a:lnTo>
                  <a:pt x="43786" y="74805"/>
                </a:lnTo>
                <a:cubicBezTo>
                  <a:pt x="50635" y="74805"/>
                  <a:pt x="58348" y="74739"/>
                  <a:pt x="66926" y="74606"/>
                </a:cubicBezTo>
                <a:cubicBezTo>
                  <a:pt x="68588" y="74606"/>
                  <a:pt x="69719" y="73741"/>
                  <a:pt x="70317" y="72013"/>
                </a:cubicBezTo>
                <a:lnTo>
                  <a:pt x="73808" y="58548"/>
                </a:lnTo>
                <a:lnTo>
                  <a:pt x="79194" y="58348"/>
                </a:lnTo>
                <a:cubicBezTo>
                  <a:pt x="78994" y="67657"/>
                  <a:pt x="78895" y="74539"/>
                  <a:pt x="78895" y="78994"/>
                </a:cubicBezTo>
                <a:cubicBezTo>
                  <a:pt x="78895" y="83317"/>
                  <a:pt x="78994" y="90099"/>
                  <a:pt x="79194" y="99342"/>
                </a:cubicBezTo>
                <a:lnTo>
                  <a:pt x="73808" y="99740"/>
                </a:lnTo>
                <a:lnTo>
                  <a:pt x="70217" y="86076"/>
                </a:lnTo>
                <a:cubicBezTo>
                  <a:pt x="69619" y="84414"/>
                  <a:pt x="68588" y="83516"/>
                  <a:pt x="67125" y="83383"/>
                </a:cubicBezTo>
                <a:cubicBezTo>
                  <a:pt x="58415" y="83317"/>
                  <a:pt x="50602" y="83250"/>
                  <a:pt x="43686" y="83184"/>
                </a:cubicBezTo>
                <a:lnTo>
                  <a:pt x="34710" y="83184"/>
                </a:lnTo>
                <a:lnTo>
                  <a:pt x="34710" y="119489"/>
                </a:lnTo>
                <a:cubicBezTo>
                  <a:pt x="34710" y="126870"/>
                  <a:pt x="34776" y="134151"/>
                  <a:pt x="34909" y="141332"/>
                </a:cubicBezTo>
                <a:lnTo>
                  <a:pt x="82785" y="141332"/>
                </a:lnTo>
                <a:lnTo>
                  <a:pt x="94953" y="115998"/>
                </a:lnTo>
                <a:lnTo>
                  <a:pt x="99441" y="115200"/>
                </a:lnTo>
                <a:lnTo>
                  <a:pt x="97247" y="149910"/>
                </a:lnTo>
                <a:lnTo>
                  <a:pt x="96549" y="150608"/>
                </a:lnTo>
                <a:cubicBezTo>
                  <a:pt x="79260" y="150409"/>
                  <a:pt x="63368" y="150309"/>
                  <a:pt x="48873" y="150309"/>
                </a:cubicBezTo>
                <a:lnTo>
                  <a:pt x="25135" y="150309"/>
                </a:lnTo>
                <a:cubicBezTo>
                  <a:pt x="17022" y="150309"/>
                  <a:pt x="8777" y="150409"/>
                  <a:pt x="399" y="150608"/>
                </a:cubicBezTo>
                <a:lnTo>
                  <a:pt x="0" y="146319"/>
                </a:lnTo>
                <a:lnTo>
                  <a:pt x="12268" y="142629"/>
                </a:lnTo>
                <a:cubicBezTo>
                  <a:pt x="13930" y="142163"/>
                  <a:pt x="14795" y="140867"/>
                  <a:pt x="14861" y="138739"/>
                </a:cubicBezTo>
                <a:cubicBezTo>
                  <a:pt x="14928" y="136611"/>
                  <a:pt x="15028" y="133885"/>
                  <a:pt x="15161" y="130560"/>
                </a:cubicBezTo>
                <a:cubicBezTo>
                  <a:pt x="15161" y="127302"/>
                  <a:pt x="15161" y="123678"/>
                  <a:pt x="15161" y="119689"/>
                </a:cubicBezTo>
                <a:lnTo>
                  <a:pt x="15161" y="38799"/>
                </a:lnTo>
                <a:cubicBezTo>
                  <a:pt x="15161" y="35408"/>
                  <a:pt x="15161" y="32349"/>
                  <a:pt x="15161" y="29623"/>
                </a:cubicBezTo>
                <a:cubicBezTo>
                  <a:pt x="15028" y="26963"/>
                  <a:pt x="14961" y="24503"/>
                  <a:pt x="14961" y="22242"/>
                </a:cubicBezTo>
                <a:cubicBezTo>
                  <a:pt x="14828" y="20580"/>
                  <a:pt x="14030" y="19449"/>
                  <a:pt x="12567" y="18851"/>
                </a:cubicBezTo>
                <a:lnTo>
                  <a:pt x="199" y="14961"/>
                </a:lnTo>
                <a:lnTo>
                  <a:pt x="0" y="10672"/>
                </a:lnTo>
                <a:cubicBezTo>
                  <a:pt x="8578" y="11005"/>
                  <a:pt x="16823" y="11138"/>
                  <a:pt x="24736" y="11071"/>
                </a:cubicBezTo>
                <a:close/>
                <a:moveTo>
                  <a:pt x="118622" y="57849"/>
                </a:moveTo>
                <a:cubicBezTo>
                  <a:pt x="127000" y="58049"/>
                  <a:pt x="134547" y="58149"/>
                  <a:pt x="141263" y="58149"/>
                </a:cubicBezTo>
                <a:cubicBezTo>
                  <a:pt x="146250" y="58149"/>
                  <a:pt x="152534" y="58049"/>
                  <a:pt x="160114" y="57849"/>
                </a:cubicBezTo>
                <a:lnTo>
                  <a:pt x="160513" y="61939"/>
                </a:lnTo>
                <a:lnTo>
                  <a:pt x="151636" y="64233"/>
                </a:lnTo>
                <a:cubicBezTo>
                  <a:pt x="155892" y="71547"/>
                  <a:pt x="161610" y="80956"/>
                  <a:pt x="168792" y="92459"/>
                </a:cubicBezTo>
                <a:cubicBezTo>
                  <a:pt x="175840" y="82020"/>
                  <a:pt x="182057" y="72678"/>
                  <a:pt x="187443" y="64432"/>
                </a:cubicBezTo>
                <a:lnTo>
                  <a:pt x="178965" y="61939"/>
                </a:lnTo>
                <a:lnTo>
                  <a:pt x="178466" y="57849"/>
                </a:lnTo>
                <a:cubicBezTo>
                  <a:pt x="184052" y="58049"/>
                  <a:pt x="189388" y="58149"/>
                  <a:pt x="194475" y="58149"/>
                </a:cubicBezTo>
                <a:cubicBezTo>
                  <a:pt x="199562" y="58149"/>
                  <a:pt x="204665" y="58049"/>
                  <a:pt x="209785" y="57849"/>
                </a:cubicBezTo>
                <a:lnTo>
                  <a:pt x="210284" y="61939"/>
                </a:lnTo>
                <a:lnTo>
                  <a:pt x="200808" y="64532"/>
                </a:lnTo>
                <a:cubicBezTo>
                  <a:pt x="199079" y="65064"/>
                  <a:pt x="197484" y="66294"/>
                  <a:pt x="196021" y="68222"/>
                </a:cubicBezTo>
                <a:cubicBezTo>
                  <a:pt x="188972" y="77532"/>
                  <a:pt x="181425" y="88104"/>
                  <a:pt x="173380" y="99940"/>
                </a:cubicBezTo>
                <a:cubicBezTo>
                  <a:pt x="182024" y="114037"/>
                  <a:pt x="190535" y="127335"/>
                  <a:pt x="198913" y="139836"/>
                </a:cubicBezTo>
                <a:cubicBezTo>
                  <a:pt x="200177" y="141831"/>
                  <a:pt x="201905" y="143161"/>
                  <a:pt x="204100" y="143826"/>
                </a:cubicBezTo>
                <a:lnTo>
                  <a:pt x="212777" y="146519"/>
                </a:lnTo>
                <a:lnTo>
                  <a:pt x="213176" y="150608"/>
                </a:lnTo>
                <a:cubicBezTo>
                  <a:pt x="204798" y="150409"/>
                  <a:pt x="197284" y="150309"/>
                  <a:pt x="190635" y="150309"/>
                </a:cubicBezTo>
                <a:cubicBezTo>
                  <a:pt x="185648" y="150309"/>
                  <a:pt x="179364" y="150409"/>
                  <a:pt x="171784" y="150608"/>
                </a:cubicBezTo>
                <a:lnTo>
                  <a:pt x="171385" y="146519"/>
                </a:lnTo>
                <a:lnTo>
                  <a:pt x="180062" y="144225"/>
                </a:lnTo>
                <a:cubicBezTo>
                  <a:pt x="174743" y="135980"/>
                  <a:pt x="168426" y="125873"/>
                  <a:pt x="161112" y="113904"/>
                </a:cubicBezTo>
                <a:cubicBezTo>
                  <a:pt x="153797" y="124609"/>
                  <a:pt x="147115" y="134650"/>
                  <a:pt x="141064" y="144025"/>
                </a:cubicBezTo>
                <a:lnTo>
                  <a:pt x="149542" y="146519"/>
                </a:lnTo>
                <a:lnTo>
                  <a:pt x="149941" y="150608"/>
                </a:lnTo>
                <a:cubicBezTo>
                  <a:pt x="144422" y="150409"/>
                  <a:pt x="139119" y="150309"/>
                  <a:pt x="134032" y="150309"/>
                </a:cubicBezTo>
                <a:cubicBezTo>
                  <a:pt x="128945" y="150309"/>
                  <a:pt x="123476" y="150409"/>
                  <a:pt x="117625" y="150608"/>
                </a:cubicBezTo>
                <a:lnTo>
                  <a:pt x="117226" y="146519"/>
                </a:lnTo>
                <a:lnTo>
                  <a:pt x="126901" y="143926"/>
                </a:lnTo>
                <a:cubicBezTo>
                  <a:pt x="128962" y="143327"/>
                  <a:pt x="130923" y="141864"/>
                  <a:pt x="132785" y="139537"/>
                </a:cubicBezTo>
                <a:cubicBezTo>
                  <a:pt x="140033" y="129829"/>
                  <a:pt x="147913" y="118724"/>
                  <a:pt x="156424" y="106224"/>
                </a:cubicBezTo>
                <a:cubicBezTo>
                  <a:pt x="147913" y="92592"/>
                  <a:pt x="140133" y="80158"/>
                  <a:pt x="133085" y="68921"/>
                </a:cubicBezTo>
                <a:cubicBezTo>
                  <a:pt x="131755" y="66859"/>
                  <a:pt x="129959" y="65430"/>
                  <a:pt x="127699" y="64632"/>
                </a:cubicBezTo>
                <a:lnTo>
                  <a:pt x="119021" y="61939"/>
                </a:lnTo>
                <a:lnTo>
                  <a:pt x="118622" y="57849"/>
                </a:lnTo>
                <a:close/>
                <a:moveTo>
                  <a:pt x="301170" y="143227"/>
                </a:moveTo>
                <a:cubicBezTo>
                  <a:pt x="295452" y="146818"/>
                  <a:pt x="289634" y="149345"/>
                  <a:pt x="283716" y="150808"/>
                </a:cubicBezTo>
                <a:cubicBezTo>
                  <a:pt x="277665" y="152337"/>
                  <a:pt x="272113" y="153102"/>
                  <a:pt x="267059" y="153102"/>
                </a:cubicBezTo>
                <a:cubicBezTo>
                  <a:pt x="252364" y="153102"/>
                  <a:pt x="240561" y="148913"/>
                  <a:pt x="231651" y="140534"/>
                </a:cubicBezTo>
                <a:cubicBezTo>
                  <a:pt x="222541" y="132289"/>
                  <a:pt x="218020" y="120719"/>
                  <a:pt x="218086" y="105825"/>
                </a:cubicBezTo>
                <a:cubicBezTo>
                  <a:pt x="218086" y="91063"/>
                  <a:pt x="222276" y="78994"/>
                  <a:pt x="230654" y="69619"/>
                </a:cubicBezTo>
                <a:cubicBezTo>
                  <a:pt x="239032" y="60243"/>
                  <a:pt x="250269" y="55555"/>
                  <a:pt x="264366" y="55555"/>
                </a:cubicBezTo>
                <a:cubicBezTo>
                  <a:pt x="276135" y="55555"/>
                  <a:pt x="285312" y="59046"/>
                  <a:pt x="291894" y="66028"/>
                </a:cubicBezTo>
                <a:cubicBezTo>
                  <a:pt x="298477" y="73143"/>
                  <a:pt x="301769" y="82851"/>
                  <a:pt x="301769" y="95152"/>
                </a:cubicBezTo>
                <a:cubicBezTo>
                  <a:pt x="301769" y="97081"/>
                  <a:pt x="301669" y="98976"/>
                  <a:pt x="301469" y="100838"/>
                </a:cubicBezTo>
                <a:lnTo>
                  <a:pt x="238533" y="100838"/>
                </a:lnTo>
                <a:cubicBezTo>
                  <a:pt x="238533" y="115200"/>
                  <a:pt x="241891" y="125407"/>
                  <a:pt x="248607" y="131458"/>
                </a:cubicBezTo>
                <a:cubicBezTo>
                  <a:pt x="255256" y="137642"/>
                  <a:pt x="265762" y="140734"/>
                  <a:pt x="280125" y="140734"/>
                </a:cubicBezTo>
                <a:cubicBezTo>
                  <a:pt x="286442" y="140734"/>
                  <a:pt x="293258" y="140135"/>
                  <a:pt x="300572" y="138939"/>
                </a:cubicBezTo>
                <a:lnTo>
                  <a:pt x="301170" y="143227"/>
                </a:lnTo>
                <a:moveTo>
                  <a:pt x="281322" y="92559"/>
                </a:moveTo>
                <a:lnTo>
                  <a:pt x="281322" y="89567"/>
                </a:lnTo>
                <a:cubicBezTo>
                  <a:pt x="281322" y="80191"/>
                  <a:pt x="279826" y="73442"/>
                  <a:pt x="276834" y="69320"/>
                </a:cubicBezTo>
                <a:cubicBezTo>
                  <a:pt x="273908" y="65264"/>
                  <a:pt x="269519" y="63235"/>
                  <a:pt x="263668" y="63235"/>
                </a:cubicBezTo>
                <a:cubicBezTo>
                  <a:pt x="255888" y="63302"/>
                  <a:pt x="249970" y="66161"/>
                  <a:pt x="245914" y="71813"/>
                </a:cubicBezTo>
                <a:cubicBezTo>
                  <a:pt x="241725" y="77598"/>
                  <a:pt x="239398" y="84513"/>
                  <a:pt x="238932" y="92559"/>
                </a:cubicBezTo>
                <a:lnTo>
                  <a:pt x="281322" y="92559"/>
                </a:lnTo>
                <a:close/>
                <a:moveTo>
                  <a:pt x="393055" y="143227"/>
                </a:moveTo>
                <a:cubicBezTo>
                  <a:pt x="388932" y="146020"/>
                  <a:pt x="383845" y="148347"/>
                  <a:pt x="377794" y="150209"/>
                </a:cubicBezTo>
                <a:cubicBezTo>
                  <a:pt x="371677" y="152138"/>
                  <a:pt x="365626" y="153102"/>
                  <a:pt x="359641" y="153102"/>
                </a:cubicBezTo>
                <a:cubicBezTo>
                  <a:pt x="345279" y="153168"/>
                  <a:pt x="333809" y="148946"/>
                  <a:pt x="325231" y="140435"/>
                </a:cubicBezTo>
                <a:cubicBezTo>
                  <a:pt x="316520" y="132123"/>
                  <a:pt x="312198" y="120919"/>
                  <a:pt x="312265" y="106822"/>
                </a:cubicBezTo>
                <a:cubicBezTo>
                  <a:pt x="312265" y="91595"/>
                  <a:pt x="317152" y="79227"/>
                  <a:pt x="326927" y="69719"/>
                </a:cubicBezTo>
                <a:cubicBezTo>
                  <a:pt x="336568" y="60277"/>
                  <a:pt x="348969" y="55555"/>
                  <a:pt x="364130" y="55555"/>
                </a:cubicBezTo>
                <a:cubicBezTo>
                  <a:pt x="373904" y="55555"/>
                  <a:pt x="383380" y="57550"/>
                  <a:pt x="392556" y="61540"/>
                </a:cubicBezTo>
                <a:cubicBezTo>
                  <a:pt x="390295" y="70517"/>
                  <a:pt x="388334" y="79626"/>
                  <a:pt x="386671" y="88869"/>
                </a:cubicBezTo>
                <a:lnTo>
                  <a:pt x="382781" y="89467"/>
                </a:lnTo>
                <a:lnTo>
                  <a:pt x="374702" y="65530"/>
                </a:lnTo>
                <a:cubicBezTo>
                  <a:pt x="371577" y="64466"/>
                  <a:pt x="368119" y="63934"/>
                  <a:pt x="364329" y="63934"/>
                </a:cubicBezTo>
                <a:cubicBezTo>
                  <a:pt x="354422" y="64000"/>
                  <a:pt x="346675" y="67458"/>
                  <a:pt x="341090" y="74307"/>
                </a:cubicBezTo>
                <a:cubicBezTo>
                  <a:pt x="335504" y="81222"/>
                  <a:pt x="332712" y="90365"/>
                  <a:pt x="332712" y="101735"/>
                </a:cubicBezTo>
                <a:cubicBezTo>
                  <a:pt x="332712" y="115101"/>
                  <a:pt x="335870" y="124975"/>
                  <a:pt x="342187" y="131358"/>
                </a:cubicBezTo>
                <a:cubicBezTo>
                  <a:pt x="348437" y="137742"/>
                  <a:pt x="358445" y="140933"/>
                  <a:pt x="372209" y="140933"/>
                </a:cubicBezTo>
                <a:cubicBezTo>
                  <a:pt x="378459" y="141000"/>
                  <a:pt x="385208" y="140368"/>
                  <a:pt x="392456" y="139038"/>
                </a:cubicBezTo>
                <a:lnTo>
                  <a:pt x="393055" y="143227"/>
                </a:lnTo>
                <a:close/>
                <a:moveTo>
                  <a:pt x="478256" y="141532"/>
                </a:moveTo>
                <a:cubicBezTo>
                  <a:pt x="467883" y="149245"/>
                  <a:pt x="457476" y="153102"/>
                  <a:pt x="447037" y="153102"/>
                </a:cubicBezTo>
                <a:cubicBezTo>
                  <a:pt x="436597" y="153102"/>
                  <a:pt x="428784" y="150442"/>
                  <a:pt x="423598" y="145122"/>
                </a:cubicBezTo>
                <a:cubicBezTo>
                  <a:pt x="418278" y="139869"/>
                  <a:pt x="415652" y="132389"/>
                  <a:pt x="415718" y="122681"/>
                </a:cubicBezTo>
                <a:lnTo>
                  <a:pt x="415718" y="101536"/>
                </a:lnTo>
                <a:cubicBezTo>
                  <a:pt x="415718" y="87306"/>
                  <a:pt x="415585" y="76634"/>
                  <a:pt x="415319" y="69519"/>
                </a:cubicBezTo>
                <a:lnTo>
                  <a:pt x="402054" y="65928"/>
                </a:lnTo>
                <a:lnTo>
                  <a:pt x="401555" y="62537"/>
                </a:lnTo>
                <a:cubicBezTo>
                  <a:pt x="413192" y="60476"/>
                  <a:pt x="423997" y="58149"/>
                  <a:pt x="433971" y="55555"/>
                </a:cubicBezTo>
                <a:lnTo>
                  <a:pt x="434869" y="56254"/>
                </a:lnTo>
                <a:cubicBezTo>
                  <a:pt x="434470" y="64033"/>
                  <a:pt x="434270" y="74041"/>
                  <a:pt x="434270" y="86276"/>
                </a:cubicBezTo>
                <a:lnTo>
                  <a:pt x="434270" y="117993"/>
                </a:lnTo>
                <a:cubicBezTo>
                  <a:pt x="434270" y="126105"/>
                  <a:pt x="436165" y="131923"/>
                  <a:pt x="439955" y="135448"/>
                </a:cubicBezTo>
                <a:cubicBezTo>
                  <a:pt x="443679" y="139171"/>
                  <a:pt x="449032" y="141000"/>
                  <a:pt x="456014" y="140933"/>
                </a:cubicBezTo>
                <a:cubicBezTo>
                  <a:pt x="462862" y="141000"/>
                  <a:pt x="469911" y="139171"/>
                  <a:pt x="477159" y="135448"/>
                </a:cubicBezTo>
                <a:lnTo>
                  <a:pt x="477159" y="92958"/>
                </a:lnTo>
                <a:cubicBezTo>
                  <a:pt x="477159" y="83716"/>
                  <a:pt x="477026" y="75903"/>
                  <a:pt x="476760" y="69519"/>
                </a:cubicBezTo>
                <a:lnTo>
                  <a:pt x="463594" y="65928"/>
                </a:lnTo>
                <a:lnTo>
                  <a:pt x="463095" y="62537"/>
                </a:lnTo>
                <a:cubicBezTo>
                  <a:pt x="474665" y="60476"/>
                  <a:pt x="485437" y="58149"/>
                  <a:pt x="495411" y="55555"/>
                </a:cubicBezTo>
                <a:lnTo>
                  <a:pt x="496309" y="56254"/>
                </a:lnTo>
                <a:cubicBezTo>
                  <a:pt x="495910" y="64233"/>
                  <a:pt x="495710" y="74440"/>
                  <a:pt x="495710" y="86874"/>
                </a:cubicBezTo>
                <a:cubicBezTo>
                  <a:pt x="495710" y="111078"/>
                  <a:pt x="495777" y="125806"/>
                  <a:pt x="495910" y="131059"/>
                </a:cubicBezTo>
                <a:cubicBezTo>
                  <a:pt x="495976" y="133785"/>
                  <a:pt x="496176" y="135980"/>
                  <a:pt x="496508" y="137642"/>
                </a:cubicBezTo>
                <a:cubicBezTo>
                  <a:pt x="496774" y="139371"/>
                  <a:pt x="497373" y="140684"/>
                  <a:pt x="498304" y="141582"/>
                </a:cubicBezTo>
                <a:cubicBezTo>
                  <a:pt x="499234" y="142479"/>
                  <a:pt x="500664" y="143061"/>
                  <a:pt x="502592" y="143327"/>
                </a:cubicBezTo>
                <a:cubicBezTo>
                  <a:pt x="504321" y="143726"/>
                  <a:pt x="506748" y="143959"/>
                  <a:pt x="509873" y="144025"/>
                </a:cubicBezTo>
                <a:lnTo>
                  <a:pt x="510372" y="147915"/>
                </a:lnTo>
                <a:cubicBezTo>
                  <a:pt x="507247" y="149112"/>
                  <a:pt x="503723" y="150242"/>
                  <a:pt x="499800" y="151306"/>
                </a:cubicBezTo>
                <a:cubicBezTo>
                  <a:pt x="495810" y="152437"/>
                  <a:pt x="493084" y="153002"/>
                  <a:pt x="491621" y="153002"/>
                </a:cubicBezTo>
                <a:cubicBezTo>
                  <a:pt x="484905" y="153068"/>
                  <a:pt x="480450" y="149245"/>
                  <a:pt x="478256" y="141532"/>
                </a:cubicBezTo>
                <a:close/>
                <a:moveTo>
                  <a:pt x="544859" y="68721"/>
                </a:moveTo>
                <a:cubicBezTo>
                  <a:pt x="544460" y="91196"/>
                  <a:pt x="544261" y="109316"/>
                  <a:pt x="544261" y="123080"/>
                </a:cubicBezTo>
                <a:cubicBezTo>
                  <a:pt x="544195" y="129995"/>
                  <a:pt x="545225" y="134749"/>
                  <a:pt x="547353" y="137343"/>
                </a:cubicBezTo>
                <a:cubicBezTo>
                  <a:pt x="549414" y="140069"/>
                  <a:pt x="553337" y="141399"/>
                  <a:pt x="559122" y="141332"/>
                </a:cubicBezTo>
                <a:cubicBezTo>
                  <a:pt x="563710" y="141332"/>
                  <a:pt x="569695" y="140734"/>
                  <a:pt x="577076" y="139537"/>
                </a:cubicBezTo>
                <a:lnTo>
                  <a:pt x="577674" y="144025"/>
                </a:lnTo>
                <a:cubicBezTo>
                  <a:pt x="566171" y="149810"/>
                  <a:pt x="555897" y="152703"/>
                  <a:pt x="546854" y="152703"/>
                </a:cubicBezTo>
                <a:cubicBezTo>
                  <a:pt x="539473" y="152703"/>
                  <a:pt x="533988" y="150741"/>
                  <a:pt x="530397" y="146818"/>
                </a:cubicBezTo>
                <a:cubicBezTo>
                  <a:pt x="526806" y="143028"/>
                  <a:pt x="525011" y="137176"/>
                  <a:pt x="525011" y="129264"/>
                </a:cubicBezTo>
                <a:cubicBezTo>
                  <a:pt x="524945" y="116430"/>
                  <a:pt x="525177" y="96050"/>
                  <a:pt x="525709" y="68123"/>
                </a:cubicBezTo>
                <a:lnTo>
                  <a:pt x="511945" y="64732"/>
                </a:lnTo>
                <a:lnTo>
                  <a:pt x="511347" y="60642"/>
                </a:lnTo>
                <a:lnTo>
                  <a:pt x="526707" y="59346"/>
                </a:lnTo>
                <a:lnTo>
                  <a:pt x="533788" y="35208"/>
                </a:lnTo>
                <a:cubicBezTo>
                  <a:pt x="537578" y="34211"/>
                  <a:pt x="541036" y="33247"/>
                  <a:pt x="544161" y="32316"/>
                </a:cubicBezTo>
                <a:lnTo>
                  <a:pt x="545159" y="33014"/>
                </a:lnTo>
                <a:cubicBezTo>
                  <a:pt x="544959" y="41126"/>
                  <a:pt x="544859" y="48640"/>
                  <a:pt x="544859" y="55555"/>
                </a:cubicBezTo>
                <a:lnTo>
                  <a:pt x="544859" y="59246"/>
                </a:lnTo>
                <a:lnTo>
                  <a:pt x="574881" y="59246"/>
                </a:lnTo>
                <a:lnTo>
                  <a:pt x="574881" y="68721"/>
                </a:lnTo>
                <a:lnTo>
                  <a:pt x="544859" y="68721"/>
                </a:lnTo>
                <a:close/>
                <a:moveTo>
                  <a:pt x="626815" y="20247"/>
                </a:moveTo>
                <a:cubicBezTo>
                  <a:pt x="626815" y="23771"/>
                  <a:pt x="625718" y="26631"/>
                  <a:pt x="623524" y="28825"/>
                </a:cubicBezTo>
                <a:cubicBezTo>
                  <a:pt x="621330" y="31152"/>
                  <a:pt x="618504" y="32283"/>
                  <a:pt x="615046" y="32216"/>
                </a:cubicBezTo>
                <a:cubicBezTo>
                  <a:pt x="611721" y="32283"/>
                  <a:pt x="609028" y="31252"/>
                  <a:pt x="606967" y="29124"/>
                </a:cubicBezTo>
                <a:cubicBezTo>
                  <a:pt x="604839" y="27063"/>
                  <a:pt x="603775" y="24337"/>
                  <a:pt x="603775" y="20946"/>
                </a:cubicBezTo>
                <a:cubicBezTo>
                  <a:pt x="603775" y="17355"/>
                  <a:pt x="604872" y="14496"/>
                  <a:pt x="607067" y="12368"/>
                </a:cubicBezTo>
                <a:cubicBezTo>
                  <a:pt x="609261" y="10307"/>
                  <a:pt x="612153" y="9276"/>
                  <a:pt x="615744" y="9276"/>
                </a:cubicBezTo>
                <a:cubicBezTo>
                  <a:pt x="618936" y="9276"/>
                  <a:pt x="621596" y="10207"/>
                  <a:pt x="623723" y="12069"/>
                </a:cubicBezTo>
                <a:cubicBezTo>
                  <a:pt x="625785" y="14063"/>
                  <a:pt x="626815" y="16790"/>
                  <a:pt x="626815" y="20247"/>
                </a:cubicBezTo>
                <a:moveTo>
                  <a:pt x="593103" y="62537"/>
                </a:moveTo>
                <a:cubicBezTo>
                  <a:pt x="604739" y="60409"/>
                  <a:pt x="615545" y="58082"/>
                  <a:pt x="625519" y="55555"/>
                </a:cubicBezTo>
                <a:lnTo>
                  <a:pt x="626416" y="56254"/>
                </a:lnTo>
                <a:cubicBezTo>
                  <a:pt x="626017" y="64964"/>
                  <a:pt x="625818" y="74473"/>
                  <a:pt x="625818" y="84779"/>
                </a:cubicBezTo>
                <a:lnTo>
                  <a:pt x="625818" y="123080"/>
                </a:lnTo>
                <a:cubicBezTo>
                  <a:pt x="625818" y="131059"/>
                  <a:pt x="625884" y="136578"/>
                  <a:pt x="626017" y="139637"/>
                </a:cubicBezTo>
                <a:cubicBezTo>
                  <a:pt x="626084" y="141499"/>
                  <a:pt x="626915" y="142662"/>
                  <a:pt x="628511" y="143128"/>
                </a:cubicBezTo>
                <a:lnTo>
                  <a:pt x="640081" y="146519"/>
                </a:lnTo>
                <a:lnTo>
                  <a:pt x="640280" y="150608"/>
                </a:lnTo>
                <a:cubicBezTo>
                  <a:pt x="631038" y="150409"/>
                  <a:pt x="623191" y="150309"/>
                  <a:pt x="616742" y="150309"/>
                </a:cubicBezTo>
                <a:cubicBezTo>
                  <a:pt x="610159" y="150309"/>
                  <a:pt x="602379" y="150409"/>
                  <a:pt x="593402" y="150608"/>
                </a:cubicBezTo>
                <a:lnTo>
                  <a:pt x="593003" y="146519"/>
                </a:lnTo>
                <a:lnTo>
                  <a:pt x="604573" y="143128"/>
                </a:lnTo>
                <a:cubicBezTo>
                  <a:pt x="606036" y="142662"/>
                  <a:pt x="606834" y="141382"/>
                  <a:pt x="606967" y="139288"/>
                </a:cubicBezTo>
                <a:cubicBezTo>
                  <a:pt x="607100" y="137193"/>
                  <a:pt x="607200" y="133087"/>
                  <a:pt x="607266" y="126970"/>
                </a:cubicBezTo>
                <a:lnTo>
                  <a:pt x="607266" y="93656"/>
                </a:lnTo>
                <a:cubicBezTo>
                  <a:pt x="607266" y="85012"/>
                  <a:pt x="607133" y="76966"/>
                  <a:pt x="606867" y="69519"/>
                </a:cubicBezTo>
                <a:lnTo>
                  <a:pt x="593602" y="65928"/>
                </a:lnTo>
                <a:lnTo>
                  <a:pt x="593103" y="62537"/>
                </a:lnTo>
                <a:close/>
                <a:moveTo>
                  <a:pt x="678396" y="103231"/>
                </a:moveTo>
                <a:cubicBezTo>
                  <a:pt x="678330" y="115732"/>
                  <a:pt x="680657" y="125839"/>
                  <a:pt x="685378" y="133553"/>
                </a:cubicBezTo>
                <a:cubicBezTo>
                  <a:pt x="689966" y="141465"/>
                  <a:pt x="696848" y="145388"/>
                  <a:pt x="706025" y="145322"/>
                </a:cubicBezTo>
                <a:cubicBezTo>
                  <a:pt x="714536" y="145322"/>
                  <a:pt x="721052" y="141864"/>
                  <a:pt x="725574" y="134949"/>
                </a:cubicBezTo>
                <a:cubicBezTo>
                  <a:pt x="730029" y="128100"/>
                  <a:pt x="732256" y="117927"/>
                  <a:pt x="732256" y="104428"/>
                </a:cubicBezTo>
                <a:cubicBezTo>
                  <a:pt x="732190" y="91795"/>
                  <a:pt x="729829" y="81787"/>
                  <a:pt x="725175" y="74406"/>
                </a:cubicBezTo>
                <a:cubicBezTo>
                  <a:pt x="720454" y="67159"/>
                  <a:pt x="713638" y="63501"/>
                  <a:pt x="704728" y="63435"/>
                </a:cubicBezTo>
                <a:cubicBezTo>
                  <a:pt x="696217" y="63435"/>
                  <a:pt x="689700" y="66726"/>
                  <a:pt x="685179" y="73309"/>
                </a:cubicBezTo>
                <a:cubicBezTo>
                  <a:pt x="680657" y="79892"/>
                  <a:pt x="678396" y="89866"/>
                  <a:pt x="678396" y="103231"/>
                </a:cubicBezTo>
                <a:moveTo>
                  <a:pt x="752703" y="102334"/>
                </a:moveTo>
                <a:cubicBezTo>
                  <a:pt x="752703" y="117561"/>
                  <a:pt x="748115" y="129796"/>
                  <a:pt x="738939" y="139038"/>
                </a:cubicBezTo>
                <a:cubicBezTo>
                  <a:pt x="729829" y="148414"/>
                  <a:pt x="718193" y="153102"/>
                  <a:pt x="704030" y="153102"/>
                </a:cubicBezTo>
                <a:cubicBezTo>
                  <a:pt x="690266" y="153168"/>
                  <a:pt x="679161" y="148746"/>
                  <a:pt x="670716" y="139836"/>
                </a:cubicBezTo>
                <a:cubicBezTo>
                  <a:pt x="662205" y="131126"/>
                  <a:pt x="657950" y="119622"/>
                  <a:pt x="657950" y="105326"/>
                </a:cubicBezTo>
                <a:cubicBezTo>
                  <a:pt x="657950" y="90697"/>
                  <a:pt x="662405" y="78728"/>
                  <a:pt x="671315" y="69419"/>
                </a:cubicBezTo>
                <a:cubicBezTo>
                  <a:pt x="680159" y="60177"/>
                  <a:pt x="691928" y="55555"/>
                  <a:pt x="706623" y="55555"/>
                </a:cubicBezTo>
                <a:cubicBezTo>
                  <a:pt x="720387" y="55622"/>
                  <a:pt x="731525" y="59878"/>
                  <a:pt x="740036" y="68322"/>
                </a:cubicBezTo>
                <a:cubicBezTo>
                  <a:pt x="748481" y="76966"/>
                  <a:pt x="752703" y="88304"/>
                  <a:pt x="752703" y="102334"/>
                </a:cubicBezTo>
                <a:close/>
                <a:moveTo>
                  <a:pt x="765946" y="62537"/>
                </a:moveTo>
                <a:cubicBezTo>
                  <a:pt x="777117" y="60476"/>
                  <a:pt x="787656" y="58149"/>
                  <a:pt x="797563" y="55555"/>
                </a:cubicBezTo>
                <a:lnTo>
                  <a:pt x="798561" y="56254"/>
                </a:lnTo>
                <a:lnTo>
                  <a:pt x="798561" y="67824"/>
                </a:lnTo>
                <a:cubicBezTo>
                  <a:pt x="810131" y="59645"/>
                  <a:pt x="820936" y="55555"/>
                  <a:pt x="830977" y="55555"/>
                </a:cubicBezTo>
                <a:cubicBezTo>
                  <a:pt x="840352" y="55555"/>
                  <a:pt x="847733" y="58182"/>
                  <a:pt x="853119" y="63435"/>
                </a:cubicBezTo>
                <a:cubicBezTo>
                  <a:pt x="858505" y="68821"/>
                  <a:pt x="861198" y="76335"/>
                  <a:pt x="861198" y="85976"/>
                </a:cubicBezTo>
                <a:lnTo>
                  <a:pt x="861198" y="121185"/>
                </a:lnTo>
                <a:cubicBezTo>
                  <a:pt x="861198" y="129496"/>
                  <a:pt x="861264" y="135647"/>
                  <a:pt x="861397" y="139637"/>
                </a:cubicBezTo>
                <a:cubicBezTo>
                  <a:pt x="861397" y="141499"/>
                  <a:pt x="862262" y="142662"/>
                  <a:pt x="863991" y="143128"/>
                </a:cubicBezTo>
                <a:lnTo>
                  <a:pt x="875062" y="146519"/>
                </a:lnTo>
                <a:lnTo>
                  <a:pt x="875261" y="150608"/>
                </a:lnTo>
                <a:cubicBezTo>
                  <a:pt x="866418" y="150409"/>
                  <a:pt x="858771" y="150309"/>
                  <a:pt x="852321" y="150309"/>
                </a:cubicBezTo>
                <a:cubicBezTo>
                  <a:pt x="845738" y="150309"/>
                  <a:pt x="838457" y="150409"/>
                  <a:pt x="830478" y="150608"/>
                </a:cubicBezTo>
                <a:lnTo>
                  <a:pt x="830079" y="146519"/>
                </a:lnTo>
                <a:lnTo>
                  <a:pt x="840053" y="143626"/>
                </a:lnTo>
                <a:cubicBezTo>
                  <a:pt x="841516" y="143161"/>
                  <a:pt x="842347" y="142130"/>
                  <a:pt x="842546" y="140534"/>
                </a:cubicBezTo>
                <a:cubicBezTo>
                  <a:pt x="842613" y="139670"/>
                  <a:pt x="842646" y="137575"/>
                  <a:pt x="842646" y="134251"/>
                </a:cubicBezTo>
                <a:lnTo>
                  <a:pt x="842646" y="90764"/>
                </a:lnTo>
                <a:cubicBezTo>
                  <a:pt x="842580" y="82585"/>
                  <a:pt x="840618" y="76700"/>
                  <a:pt x="836762" y="73110"/>
                </a:cubicBezTo>
                <a:cubicBezTo>
                  <a:pt x="832838" y="69652"/>
                  <a:pt x="827087" y="67890"/>
                  <a:pt x="819506" y="67824"/>
                </a:cubicBezTo>
                <a:cubicBezTo>
                  <a:pt x="812724" y="67824"/>
                  <a:pt x="805775" y="69752"/>
                  <a:pt x="798661" y="73608"/>
                </a:cubicBezTo>
                <a:lnTo>
                  <a:pt x="798661" y="117195"/>
                </a:lnTo>
                <a:cubicBezTo>
                  <a:pt x="798661" y="125573"/>
                  <a:pt x="798727" y="133187"/>
                  <a:pt x="798860" y="140036"/>
                </a:cubicBezTo>
                <a:cubicBezTo>
                  <a:pt x="798860" y="141831"/>
                  <a:pt x="799625" y="142961"/>
                  <a:pt x="801154" y="143427"/>
                </a:cubicBezTo>
                <a:lnTo>
                  <a:pt x="811527" y="146519"/>
                </a:lnTo>
                <a:lnTo>
                  <a:pt x="811727" y="150608"/>
                </a:lnTo>
                <a:cubicBezTo>
                  <a:pt x="803415" y="150409"/>
                  <a:pt x="796034" y="150309"/>
                  <a:pt x="789584" y="150309"/>
                </a:cubicBezTo>
                <a:cubicBezTo>
                  <a:pt x="782935" y="150309"/>
                  <a:pt x="775188" y="150409"/>
                  <a:pt x="766345" y="150608"/>
                </a:cubicBezTo>
                <a:lnTo>
                  <a:pt x="765946" y="146519"/>
                </a:lnTo>
                <a:lnTo>
                  <a:pt x="777715" y="143128"/>
                </a:lnTo>
                <a:cubicBezTo>
                  <a:pt x="779111" y="142596"/>
                  <a:pt x="779876" y="141565"/>
                  <a:pt x="780009" y="140036"/>
                </a:cubicBezTo>
                <a:cubicBezTo>
                  <a:pt x="780076" y="135780"/>
                  <a:pt x="780109" y="131691"/>
                  <a:pt x="780109" y="127768"/>
                </a:cubicBezTo>
                <a:lnTo>
                  <a:pt x="780109" y="93756"/>
                </a:lnTo>
                <a:cubicBezTo>
                  <a:pt x="780109" y="85112"/>
                  <a:pt x="779976" y="77033"/>
                  <a:pt x="779710" y="69519"/>
                </a:cubicBezTo>
                <a:lnTo>
                  <a:pt x="766444" y="65928"/>
                </a:lnTo>
                <a:lnTo>
                  <a:pt x="765946" y="62537"/>
                </a:lnTo>
                <a:close/>
                <a:moveTo>
                  <a:pt x="977488" y="82884"/>
                </a:moveTo>
                <a:cubicBezTo>
                  <a:pt x="982142" y="83682"/>
                  <a:pt x="986730" y="84081"/>
                  <a:pt x="991252" y="84081"/>
                </a:cubicBezTo>
                <a:cubicBezTo>
                  <a:pt x="1001891" y="84081"/>
                  <a:pt x="1010003" y="81322"/>
                  <a:pt x="1015588" y="75803"/>
                </a:cubicBezTo>
                <a:cubicBezTo>
                  <a:pt x="1021041" y="70350"/>
                  <a:pt x="1023800" y="61972"/>
                  <a:pt x="1023867" y="50668"/>
                </a:cubicBezTo>
                <a:cubicBezTo>
                  <a:pt x="1023867" y="39830"/>
                  <a:pt x="1021240" y="31751"/>
                  <a:pt x="1015987" y="26431"/>
                </a:cubicBezTo>
                <a:cubicBezTo>
                  <a:pt x="1010668" y="21178"/>
                  <a:pt x="1002323" y="18518"/>
                  <a:pt x="990952" y="18452"/>
                </a:cubicBezTo>
                <a:cubicBezTo>
                  <a:pt x="986431" y="18518"/>
                  <a:pt x="981943" y="18784"/>
                  <a:pt x="977488" y="19250"/>
                </a:cubicBezTo>
                <a:lnTo>
                  <a:pt x="977488" y="82884"/>
                </a:lnTo>
                <a:moveTo>
                  <a:pt x="977488" y="119689"/>
                </a:moveTo>
                <a:cubicBezTo>
                  <a:pt x="977421" y="123678"/>
                  <a:pt x="977454" y="127269"/>
                  <a:pt x="977587" y="130461"/>
                </a:cubicBezTo>
                <a:cubicBezTo>
                  <a:pt x="977521" y="133719"/>
                  <a:pt x="977554" y="136578"/>
                  <a:pt x="977687" y="139038"/>
                </a:cubicBezTo>
                <a:cubicBezTo>
                  <a:pt x="977687" y="140634"/>
                  <a:pt x="978551" y="141665"/>
                  <a:pt x="980280" y="142130"/>
                </a:cubicBezTo>
                <a:lnTo>
                  <a:pt x="994044" y="146319"/>
                </a:lnTo>
                <a:lnTo>
                  <a:pt x="994244" y="150608"/>
                </a:lnTo>
                <a:cubicBezTo>
                  <a:pt x="984536" y="150409"/>
                  <a:pt x="975759" y="150309"/>
                  <a:pt x="967912" y="150309"/>
                </a:cubicBezTo>
                <a:cubicBezTo>
                  <a:pt x="959800" y="150309"/>
                  <a:pt x="951555" y="150409"/>
                  <a:pt x="943177" y="150608"/>
                </a:cubicBezTo>
                <a:lnTo>
                  <a:pt x="942778" y="146319"/>
                </a:lnTo>
                <a:lnTo>
                  <a:pt x="955046" y="142629"/>
                </a:lnTo>
                <a:cubicBezTo>
                  <a:pt x="956708" y="142163"/>
                  <a:pt x="957573" y="140867"/>
                  <a:pt x="957639" y="138739"/>
                </a:cubicBezTo>
                <a:cubicBezTo>
                  <a:pt x="957706" y="136611"/>
                  <a:pt x="957805" y="133885"/>
                  <a:pt x="957938" y="130560"/>
                </a:cubicBezTo>
                <a:cubicBezTo>
                  <a:pt x="957938" y="127302"/>
                  <a:pt x="957938" y="123678"/>
                  <a:pt x="957938" y="119689"/>
                </a:cubicBezTo>
                <a:lnTo>
                  <a:pt x="957938" y="38799"/>
                </a:lnTo>
                <a:cubicBezTo>
                  <a:pt x="957938" y="35408"/>
                  <a:pt x="957938" y="32349"/>
                  <a:pt x="957938" y="29623"/>
                </a:cubicBezTo>
                <a:cubicBezTo>
                  <a:pt x="957805" y="26963"/>
                  <a:pt x="957739" y="24503"/>
                  <a:pt x="957739" y="22242"/>
                </a:cubicBezTo>
                <a:cubicBezTo>
                  <a:pt x="957606" y="20580"/>
                  <a:pt x="956808" y="19449"/>
                  <a:pt x="955345" y="18851"/>
                </a:cubicBezTo>
                <a:lnTo>
                  <a:pt x="942977" y="14961"/>
                </a:lnTo>
                <a:lnTo>
                  <a:pt x="942778" y="10672"/>
                </a:lnTo>
                <a:cubicBezTo>
                  <a:pt x="951356" y="11005"/>
                  <a:pt x="959734" y="11138"/>
                  <a:pt x="967912" y="11071"/>
                </a:cubicBezTo>
                <a:cubicBezTo>
                  <a:pt x="973365" y="11138"/>
                  <a:pt x="978684" y="11005"/>
                  <a:pt x="983871" y="10672"/>
                </a:cubicBezTo>
                <a:cubicBezTo>
                  <a:pt x="988924" y="10406"/>
                  <a:pt x="993579" y="10273"/>
                  <a:pt x="997835" y="10273"/>
                </a:cubicBezTo>
                <a:cubicBezTo>
                  <a:pt x="1013594" y="10340"/>
                  <a:pt x="1025529" y="13398"/>
                  <a:pt x="1033641" y="19449"/>
                </a:cubicBezTo>
                <a:cubicBezTo>
                  <a:pt x="1041687" y="25633"/>
                  <a:pt x="1045710" y="34809"/>
                  <a:pt x="1045710" y="46978"/>
                </a:cubicBezTo>
                <a:cubicBezTo>
                  <a:pt x="1045644" y="61340"/>
                  <a:pt x="1040989" y="72445"/>
                  <a:pt x="1031746" y="80291"/>
                </a:cubicBezTo>
                <a:cubicBezTo>
                  <a:pt x="1022371" y="88204"/>
                  <a:pt x="1009271" y="92160"/>
                  <a:pt x="992449" y="92160"/>
                </a:cubicBezTo>
                <a:cubicBezTo>
                  <a:pt x="987728" y="92160"/>
                  <a:pt x="982741" y="91861"/>
                  <a:pt x="977488" y="91263"/>
                </a:cubicBezTo>
                <a:lnTo>
                  <a:pt x="977488" y="119689"/>
                </a:lnTo>
                <a:close/>
                <a:moveTo>
                  <a:pt x="1120347" y="105126"/>
                </a:moveTo>
                <a:cubicBezTo>
                  <a:pt x="1106316" y="105126"/>
                  <a:pt x="1096775" y="106556"/>
                  <a:pt x="1091721" y="109415"/>
                </a:cubicBezTo>
                <a:cubicBezTo>
                  <a:pt x="1086601" y="112341"/>
                  <a:pt x="1084041" y="117162"/>
                  <a:pt x="1084041" y="123878"/>
                </a:cubicBezTo>
                <a:cubicBezTo>
                  <a:pt x="1084041" y="130195"/>
                  <a:pt x="1085737" y="134650"/>
                  <a:pt x="1089128" y="137243"/>
                </a:cubicBezTo>
                <a:cubicBezTo>
                  <a:pt x="1092519" y="139969"/>
                  <a:pt x="1097107" y="141299"/>
                  <a:pt x="1102892" y="141233"/>
                </a:cubicBezTo>
                <a:cubicBezTo>
                  <a:pt x="1109475" y="141233"/>
                  <a:pt x="1115227" y="140069"/>
                  <a:pt x="1120147" y="137742"/>
                </a:cubicBezTo>
                <a:lnTo>
                  <a:pt x="1120347" y="105126"/>
                </a:lnTo>
                <a:moveTo>
                  <a:pt x="1071972" y="64033"/>
                </a:moveTo>
                <a:cubicBezTo>
                  <a:pt x="1084939" y="58381"/>
                  <a:pt x="1096409" y="55555"/>
                  <a:pt x="1106383" y="55555"/>
                </a:cubicBezTo>
                <a:cubicBezTo>
                  <a:pt x="1116556" y="55622"/>
                  <a:pt x="1124635" y="58282"/>
                  <a:pt x="1130620" y="63535"/>
                </a:cubicBezTo>
                <a:cubicBezTo>
                  <a:pt x="1136471" y="68854"/>
                  <a:pt x="1139397" y="76534"/>
                  <a:pt x="1139397" y="86575"/>
                </a:cubicBezTo>
                <a:lnTo>
                  <a:pt x="1138898" y="128067"/>
                </a:lnTo>
                <a:cubicBezTo>
                  <a:pt x="1138765" y="131458"/>
                  <a:pt x="1138832" y="134184"/>
                  <a:pt x="1139098" y="136246"/>
                </a:cubicBezTo>
                <a:cubicBezTo>
                  <a:pt x="1139364" y="138373"/>
                  <a:pt x="1139962" y="139969"/>
                  <a:pt x="1140893" y="141033"/>
                </a:cubicBezTo>
                <a:cubicBezTo>
                  <a:pt x="1141824" y="142097"/>
                  <a:pt x="1143287" y="142828"/>
                  <a:pt x="1145282" y="143227"/>
                </a:cubicBezTo>
                <a:cubicBezTo>
                  <a:pt x="1147144" y="143759"/>
                  <a:pt x="1149737" y="144025"/>
                  <a:pt x="1153061" y="144025"/>
                </a:cubicBezTo>
                <a:lnTo>
                  <a:pt x="1153560" y="147915"/>
                </a:lnTo>
                <a:cubicBezTo>
                  <a:pt x="1150634" y="149112"/>
                  <a:pt x="1147144" y="150242"/>
                  <a:pt x="1143087" y="151306"/>
                </a:cubicBezTo>
                <a:cubicBezTo>
                  <a:pt x="1138898" y="152437"/>
                  <a:pt x="1136106" y="153002"/>
                  <a:pt x="1134709" y="153002"/>
                </a:cubicBezTo>
                <a:cubicBezTo>
                  <a:pt x="1128126" y="153068"/>
                  <a:pt x="1123638" y="149744"/>
                  <a:pt x="1121244" y="143028"/>
                </a:cubicBezTo>
                <a:cubicBezTo>
                  <a:pt x="1111869" y="149744"/>
                  <a:pt x="1102992" y="153102"/>
                  <a:pt x="1094614" y="153102"/>
                </a:cubicBezTo>
                <a:cubicBezTo>
                  <a:pt x="1085238" y="153102"/>
                  <a:pt x="1077724" y="150808"/>
                  <a:pt x="1072072" y="146220"/>
                </a:cubicBezTo>
                <a:cubicBezTo>
                  <a:pt x="1066354" y="141764"/>
                  <a:pt x="1063528" y="135348"/>
                  <a:pt x="1063594" y="126970"/>
                </a:cubicBezTo>
                <a:cubicBezTo>
                  <a:pt x="1063594" y="116796"/>
                  <a:pt x="1068182" y="109249"/>
                  <a:pt x="1077358" y="104329"/>
                </a:cubicBezTo>
                <a:cubicBezTo>
                  <a:pt x="1086402" y="99475"/>
                  <a:pt x="1100731" y="97048"/>
                  <a:pt x="1120347" y="97048"/>
                </a:cubicBezTo>
                <a:lnTo>
                  <a:pt x="1120446" y="89268"/>
                </a:lnTo>
                <a:cubicBezTo>
                  <a:pt x="1120513" y="81820"/>
                  <a:pt x="1118618" y="76301"/>
                  <a:pt x="1114761" y="72711"/>
                </a:cubicBezTo>
                <a:cubicBezTo>
                  <a:pt x="1110838" y="69120"/>
                  <a:pt x="1104920" y="67325"/>
                  <a:pt x="1097007" y="67325"/>
                </a:cubicBezTo>
                <a:cubicBezTo>
                  <a:pt x="1090890" y="67325"/>
                  <a:pt x="1083310" y="68455"/>
                  <a:pt x="1074266" y="70716"/>
                </a:cubicBezTo>
                <a:lnTo>
                  <a:pt x="1071972" y="64033"/>
                </a:lnTo>
                <a:close/>
                <a:moveTo>
                  <a:pt x="1189091" y="68721"/>
                </a:moveTo>
                <a:cubicBezTo>
                  <a:pt x="1188692" y="91196"/>
                  <a:pt x="1188493" y="109316"/>
                  <a:pt x="1188493" y="123080"/>
                </a:cubicBezTo>
                <a:cubicBezTo>
                  <a:pt x="1188426" y="129995"/>
                  <a:pt x="1189457" y="134749"/>
                  <a:pt x="1191585" y="137343"/>
                </a:cubicBezTo>
                <a:cubicBezTo>
                  <a:pt x="1193646" y="140069"/>
                  <a:pt x="1197569" y="141399"/>
                  <a:pt x="1203354" y="141332"/>
                </a:cubicBezTo>
                <a:cubicBezTo>
                  <a:pt x="1207942" y="141332"/>
                  <a:pt x="1213926" y="140734"/>
                  <a:pt x="1221307" y="139537"/>
                </a:cubicBezTo>
                <a:lnTo>
                  <a:pt x="1221906" y="144025"/>
                </a:lnTo>
                <a:cubicBezTo>
                  <a:pt x="1210402" y="149810"/>
                  <a:pt x="1200129" y="152703"/>
                  <a:pt x="1191086" y="152703"/>
                </a:cubicBezTo>
                <a:cubicBezTo>
                  <a:pt x="1183705" y="152703"/>
                  <a:pt x="1178219" y="150741"/>
                  <a:pt x="1174629" y="146818"/>
                </a:cubicBezTo>
                <a:cubicBezTo>
                  <a:pt x="1171038" y="143028"/>
                  <a:pt x="1169243" y="137176"/>
                  <a:pt x="1169243" y="129264"/>
                </a:cubicBezTo>
                <a:cubicBezTo>
                  <a:pt x="1169176" y="116430"/>
                  <a:pt x="1169409" y="96050"/>
                  <a:pt x="1169941" y="68123"/>
                </a:cubicBezTo>
                <a:lnTo>
                  <a:pt x="1156177" y="64732"/>
                </a:lnTo>
                <a:lnTo>
                  <a:pt x="1155578" y="60642"/>
                </a:lnTo>
                <a:lnTo>
                  <a:pt x="1170938" y="59346"/>
                </a:lnTo>
                <a:lnTo>
                  <a:pt x="1178020" y="35208"/>
                </a:lnTo>
                <a:cubicBezTo>
                  <a:pt x="1181810" y="34211"/>
                  <a:pt x="1185268" y="33247"/>
                  <a:pt x="1188393" y="32316"/>
                </a:cubicBezTo>
                <a:lnTo>
                  <a:pt x="1189390" y="33014"/>
                </a:lnTo>
                <a:cubicBezTo>
                  <a:pt x="1189191" y="41126"/>
                  <a:pt x="1189091" y="48640"/>
                  <a:pt x="1189091" y="55555"/>
                </a:cubicBezTo>
                <a:lnTo>
                  <a:pt x="1189091" y="59246"/>
                </a:lnTo>
                <a:lnTo>
                  <a:pt x="1219113" y="59246"/>
                </a:lnTo>
                <a:lnTo>
                  <a:pt x="1219113" y="68721"/>
                </a:lnTo>
                <a:lnTo>
                  <a:pt x="1189091" y="68721"/>
                </a:lnTo>
                <a:close/>
                <a:moveTo>
                  <a:pt x="1236636" y="7082"/>
                </a:moveTo>
                <a:cubicBezTo>
                  <a:pt x="1247475" y="5020"/>
                  <a:pt x="1258347" y="2660"/>
                  <a:pt x="1269252" y="0"/>
                </a:cubicBezTo>
                <a:lnTo>
                  <a:pt x="1270149" y="798"/>
                </a:lnTo>
                <a:cubicBezTo>
                  <a:pt x="1269817" y="7115"/>
                  <a:pt x="1269651" y="16025"/>
                  <a:pt x="1269651" y="27528"/>
                </a:cubicBezTo>
                <a:cubicBezTo>
                  <a:pt x="1269518" y="39098"/>
                  <a:pt x="1269484" y="52164"/>
                  <a:pt x="1269551" y="66726"/>
                </a:cubicBezTo>
                <a:cubicBezTo>
                  <a:pt x="1281121" y="59279"/>
                  <a:pt x="1291893" y="55555"/>
                  <a:pt x="1301867" y="55555"/>
                </a:cubicBezTo>
                <a:cubicBezTo>
                  <a:pt x="1311043" y="55622"/>
                  <a:pt x="1318390" y="58182"/>
                  <a:pt x="1323909" y="63235"/>
                </a:cubicBezTo>
                <a:cubicBezTo>
                  <a:pt x="1329362" y="68422"/>
                  <a:pt x="1332088" y="76002"/>
                  <a:pt x="1332088" y="85976"/>
                </a:cubicBezTo>
                <a:lnTo>
                  <a:pt x="1332088" y="121185"/>
                </a:lnTo>
                <a:cubicBezTo>
                  <a:pt x="1332088" y="128898"/>
                  <a:pt x="1332155" y="135049"/>
                  <a:pt x="1332288" y="139637"/>
                </a:cubicBezTo>
                <a:cubicBezTo>
                  <a:pt x="1332354" y="141366"/>
                  <a:pt x="1333185" y="142529"/>
                  <a:pt x="1334781" y="143128"/>
                </a:cubicBezTo>
                <a:lnTo>
                  <a:pt x="1345952" y="146519"/>
                </a:lnTo>
                <a:lnTo>
                  <a:pt x="1346152" y="150608"/>
                </a:lnTo>
                <a:cubicBezTo>
                  <a:pt x="1337308" y="150409"/>
                  <a:pt x="1329661" y="150309"/>
                  <a:pt x="1323211" y="150309"/>
                </a:cubicBezTo>
                <a:cubicBezTo>
                  <a:pt x="1316628" y="150309"/>
                  <a:pt x="1309347" y="150409"/>
                  <a:pt x="1301368" y="150608"/>
                </a:cubicBezTo>
                <a:lnTo>
                  <a:pt x="1300969" y="146519"/>
                </a:lnTo>
                <a:lnTo>
                  <a:pt x="1310843" y="143626"/>
                </a:lnTo>
                <a:cubicBezTo>
                  <a:pt x="1312439" y="143161"/>
                  <a:pt x="1313304" y="142130"/>
                  <a:pt x="1313437" y="140534"/>
                </a:cubicBezTo>
                <a:cubicBezTo>
                  <a:pt x="1313503" y="139670"/>
                  <a:pt x="1313536" y="137575"/>
                  <a:pt x="1313536" y="134251"/>
                </a:cubicBezTo>
                <a:lnTo>
                  <a:pt x="1313536" y="90764"/>
                </a:lnTo>
                <a:cubicBezTo>
                  <a:pt x="1313470" y="82585"/>
                  <a:pt x="1311508" y="76700"/>
                  <a:pt x="1307652" y="73110"/>
                </a:cubicBezTo>
                <a:cubicBezTo>
                  <a:pt x="1303729" y="69652"/>
                  <a:pt x="1297977" y="67890"/>
                  <a:pt x="1290397" y="67824"/>
                </a:cubicBezTo>
                <a:cubicBezTo>
                  <a:pt x="1283747" y="67824"/>
                  <a:pt x="1276799" y="69419"/>
                  <a:pt x="1269551" y="72611"/>
                </a:cubicBezTo>
                <a:lnTo>
                  <a:pt x="1269551" y="117395"/>
                </a:lnTo>
                <a:cubicBezTo>
                  <a:pt x="1269551" y="125706"/>
                  <a:pt x="1269617" y="133253"/>
                  <a:pt x="1269750" y="140036"/>
                </a:cubicBezTo>
                <a:cubicBezTo>
                  <a:pt x="1269817" y="141964"/>
                  <a:pt x="1270648" y="143128"/>
                  <a:pt x="1272244" y="143527"/>
                </a:cubicBezTo>
                <a:lnTo>
                  <a:pt x="1282617" y="146519"/>
                </a:lnTo>
                <a:lnTo>
                  <a:pt x="1282816" y="150608"/>
                </a:lnTo>
                <a:cubicBezTo>
                  <a:pt x="1274372" y="150409"/>
                  <a:pt x="1266924" y="150309"/>
                  <a:pt x="1260474" y="150309"/>
                </a:cubicBezTo>
                <a:cubicBezTo>
                  <a:pt x="1253825" y="150309"/>
                  <a:pt x="1246079" y="150409"/>
                  <a:pt x="1237235" y="150608"/>
                </a:cubicBezTo>
                <a:lnTo>
                  <a:pt x="1236836" y="146519"/>
                </a:lnTo>
                <a:lnTo>
                  <a:pt x="1248107" y="143227"/>
                </a:lnTo>
                <a:cubicBezTo>
                  <a:pt x="1249769" y="142762"/>
                  <a:pt x="1250667" y="141698"/>
                  <a:pt x="1250800" y="140036"/>
                </a:cubicBezTo>
                <a:cubicBezTo>
                  <a:pt x="1250866" y="133652"/>
                  <a:pt x="1250933" y="125507"/>
                  <a:pt x="1250999" y="115599"/>
                </a:cubicBezTo>
                <a:lnTo>
                  <a:pt x="1250999" y="73908"/>
                </a:lnTo>
                <a:cubicBezTo>
                  <a:pt x="1250999" y="60409"/>
                  <a:pt x="1250999" y="48407"/>
                  <a:pt x="1250999" y="37901"/>
                </a:cubicBezTo>
                <a:cubicBezTo>
                  <a:pt x="1250866" y="27528"/>
                  <a:pt x="1250733" y="19682"/>
                  <a:pt x="1250600" y="14363"/>
                </a:cubicBezTo>
                <a:lnTo>
                  <a:pt x="1237135" y="10373"/>
                </a:lnTo>
                <a:lnTo>
                  <a:pt x="1236636" y="7082"/>
                </a:lnTo>
                <a:close/>
                <a:moveTo>
                  <a:pt x="1414205" y="65629"/>
                </a:moveTo>
                <a:cubicBezTo>
                  <a:pt x="1410282" y="64565"/>
                  <a:pt x="1405627" y="64033"/>
                  <a:pt x="1400241" y="64033"/>
                </a:cubicBezTo>
                <a:cubicBezTo>
                  <a:pt x="1394855" y="64033"/>
                  <a:pt x="1390300" y="65230"/>
                  <a:pt x="1386577" y="67624"/>
                </a:cubicBezTo>
                <a:cubicBezTo>
                  <a:pt x="1382654" y="70151"/>
                  <a:pt x="1380725" y="73476"/>
                  <a:pt x="1380792" y="77598"/>
                </a:cubicBezTo>
                <a:cubicBezTo>
                  <a:pt x="1380792" y="81721"/>
                  <a:pt x="1382055" y="84912"/>
                  <a:pt x="1384582" y="87173"/>
                </a:cubicBezTo>
                <a:cubicBezTo>
                  <a:pt x="1387042" y="89500"/>
                  <a:pt x="1391664" y="91795"/>
                  <a:pt x="1398446" y="94055"/>
                </a:cubicBezTo>
                <a:lnTo>
                  <a:pt x="1406625" y="96848"/>
                </a:lnTo>
                <a:cubicBezTo>
                  <a:pt x="1415801" y="99973"/>
                  <a:pt x="1422550" y="103531"/>
                  <a:pt x="1426872" y="107520"/>
                </a:cubicBezTo>
                <a:cubicBezTo>
                  <a:pt x="1431128" y="111643"/>
                  <a:pt x="1433255" y="117644"/>
                  <a:pt x="1433255" y="125523"/>
                </a:cubicBezTo>
                <a:cubicBezTo>
                  <a:pt x="1433255" y="133403"/>
                  <a:pt x="1429665" y="139936"/>
                  <a:pt x="1422483" y="145122"/>
                </a:cubicBezTo>
                <a:cubicBezTo>
                  <a:pt x="1415302" y="150442"/>
                  <a:pt x="1406226" y="153102"/>
                  <a:pt x="1395254" y="153102"/>
                </a:cubicBezTo>
                <a:cubicBezTo>
                  <a:pt x="1385147" y="153102"/>
                  <a:pt x="1374807" y="151040"/>
                  <a:pt x="1364235" y="146918"/>
                </a:cubicBezTo>
                <a:cubicBezTo>
                  <a:pt x="1366496" y="138340"/>
                  <a:pt x="1368324" y="129895"/>
                  <a:pt x="1369721" y="121584"/>
                </a:cubicBezTo>
                <a:lnTo>
                  <a:pt x="1373611" y="120985"/>
                </a:lnTo>
                <a:lnTo>
                  <a:pt x="1380792" y="142429"/>
                </a:lnTo>
                <a:cubicBezTo>
                  <a:pt x="1384516" y="143959"/>
                  <a:pt x="1389336" y="144690"/>
                  <a:pt x="1395254" y="144624"/>
                </a:cubicBezTo>
                <a:cubicBezTo>
                  <a:pt x="1401438" y="144624"/>
                  <a:pt x="1406392" y="143360"/>
                  <a:pt x="1410116" y="140834"/>
                </a:cubicBezTo>
                <a:cubicBezTo>
                  <a:pt x="1413773" y="138373"/>
                  <a:pt x="1415601" y="134816"/>
                  <a:pt x="1415601" y="130161"/>
                </a:cubicBezTo>
                <a:cubicBezTo>
                  <a:pt x="1415601" y="125972"/>
                  <a:pt x="1414371" y="122614"/>
                  <a:pt x="1411911" y="120088"/>
                </a:cubicBezTo>
                <a:cubicBezTo>
                  <a:pt x="1409384" y="117627"/>
                  <a:pt x="1405395" y="115499"/>
                  <a:pt x="1399942" y="113704"/>
                </a:cubicBezTo>
                <a:lnTo>
                  <a:pt x="1389569" y="110213"/>
                </a:lnTo>
                <a:cubicBezTo>
                  <a:pt x="1380592" y="107288"/>
                  <a:pt x="1374409" y="103664"/>
                  <a:pt x="1371017" y="99342"/>
                </a:cubicBezTo>
                <a:cubicBezTo>
                  <a:pt x="1367493" y="95219"/>
                  <a:pt x="1365764" y="89999"/>
                  <a:pt x="1365831" y="83682"/>
                </a:cubicBezTo>
                <a:cubicBezTo>
                  <a:pt x="1365764" y="75038"/>
                  <a:pt x="1369089" y="68156"/>
                  <a:pt x="1375805" y="63036"/>
                </a:cubicBezTo>
                <a:cubicBezTo>
                  <a:pt x="1382321" y="58049"/>
                  <a:pt x="1391032" y="55555"/>
                  <a:pt x="1401937" y="55555"/>
                </a:cubicBezTo>
                <a:cubicBezTo>
                  <a:pt x="1411977" y="55622"/>
                  <a:pt x="1421154" y="57085"/>
                  <a:pt x="1429465" y="59944"/>
                </a:cubicBezTo>
                <a:cubicBezTo>
                  <a:pt x="1427537" y="67524"/>
                  <a:pt x="1425841" y="75537"/>
                  <a:pt x="1424378" y="83981"/>
                </a:cubicBezTo>
                <a:lnTo>
                  <a:pt x="1420588" y="84680"/>
                </a:lnTo>
                <a:lnTo>
                  <a:pt x="1414205" y="65629"/>
                </a:lnTo>
                <a:close/>
              </a:path>
            </a:pathLst>
          </a:custGeom>
          <a:solidFill xmlns:a="http://schemas.openxmlformats.org/drawingml/2006/main">
            <a:srgbClr val="454545"/>
          </a:solidFill>
          <a:ln xmlns:a="http://schemas.openxmlformats.org/drawingml/2006/main" w="0" cap="flat">
            <a:noFill/>
            <a:miter/>
          </a:ln>
        </p:spPr>
      </p:sp>
      <p:sp>
        <p:nvSpPr>
          <p:cNvPr id="10" name="Vector element">
            <a:extLst xmlns:a="http://schemas.openxmlformats.org/drawingml/2006/main">
              <a:ext uri="{FF2B5EF4-FFF2-40B4-BE49-F238E27FC236}">
                <a16:creationId xmlns:a16="http://schemas.microsoft.com/office/drawing/2014/main" id="{C14AEB51-6B65-406A-8C33-7065B9181FD0}"/>
              </a:ext>
            </a:extLst>
          </p:cNvPr>
          <p:cNvSpPr>
            <a:spLocks xmlns:a="http://schemas.openxmlformats.org/drawingml/2006/main" noGrp="1"/>
          </p:cNvSpPr>
          <p:nvPr/>
        </p:nvSpPr>
        <p:spPr>
          <a:xfrm xmlns:a="http://schemas.openxmlformats.org/drawingml/2006/main">
            <a:off x="5209932" y="782665"/>
            <a:ext cx="593064" cy="711727"/>
          </a:xfrm>
          <a:custGeom xmlns:a="http://schemas.openxmlformats.org/drawingml/2006/main">
            <a:pathLst>
              <a:path w="593064" h="711727">
                <a:moveTo>
                  <a:pt x="296532" y="0"/>
                </a:moveTo>
                <a:cubicBezTo>
                  <a:pt x="133439" y="0"/>
                  <a:pt x="0" y="53379"/>
                  <a:pt x="0" y="129000"/>
                </a:cubicBezTo>
                <a:lnTo>
                  <a:pt x="0" y="582726"/>
                </a:lnTo>
                <a:cubicBezTo>
                  <a:pt x="0" y="656865"/>
                  <a:pt x="133439" y="711727"/>
                  <a:pt x="296532" y="711727"/>
                </a:cubicBezTo>
                <a:cubicBezTo>
                  <a:pt x="459625" y="711727"/>
                  <a:pt x="593064" y="658346"/>
                  <a:pt x="593064" y="582726"/>
                </a:cubicBezTo>
                <a:lnTo>
                  <a:pt x="593064" y="129000"/>
                </a:lnTo>
                <a:cubicBezTo>
                  <a:pt x="593064" y="53379"/>
                  <a:pt x="459625" y="0"/>
                  <a:pt x="296532" y="0"/>
                </a:cubicBezTo>
                <a:close/>
                <a:moveTo>
                  <a:pt x="296532" y="29655"/>
                </a:moveTo>
                <a:cubicBezTo>
                  <a:pt x="444798" y="29655"/>
                  <a:pt x="563410" y="77104"/>
                  <a:pt x="563410" y="129000"/>
                </a:cubicBezTo>
                <a:cubicBezTo>
                  <a:pt x="563410" y="179414"/>
                  <a:pt x="444798" y="228346"/>
                  <a:pt x="296532" y="228346"/>
                </a:cubicBezTo>
                <a:cubicBezTo>
                  <a:pt x="148266" y="228346"/>
                  <a:pt x="29653" y="180897"/>
                  <a:pt x="29653" y="129000"/>
                </a:cubicBezTo>
                <a:cubicBezTo>
                  <a:pt x="29653" y="77104"/>
                  <a:pt x="148266" y="29655"/>
                  <a:pt x="296532" y="29655"/>
                </a:cubicBezTo>
                <a:close/>
                <a:moveTo>
                  <a:pt x="563410" y="582726"/>
                </a:moveTo>
                <a:cubicBezTo>
                  <a:pt x="563410" y="633140"/>
                  <a:pt x="444798" y="682071"/>
                  <a:pt x="296532" y="682071"/>
                </a:cubicBezTo>
                <a:cubicBezTo>
                  <a:pt x="148266" y="682071"/>
                  <a:pt x="29653" y="634623"/>
                  <a:pt x="29653" y="582726"/>
                </a:cubicBezTo>
                <a:lnTo>
                  <a:pt x="29653" y="487829"/>
                </a:lnTo>
                <a:cubicBezTo>
                  <a:pt x="77099" y="530829"/>
                  <a:pt x="179401" y="559003"/>
                  <a:pt x="296532" y="559003"/>
                </a:cubicBezTo>
                <a:cubicBezTo>
                  <a:pt x="413663" y="559003"/>
                  <a:pt x="515965" y="530829"/>
                  <a:pt x="563410" y="487829"/>
                </a:cubicBezTo>
                <a:lnTo>
                  <a:pt x="563410" y="582726"/>
                </a:lnTo>
                <a:close/>
                <a:moveTo>
                  <a:pt x="296532" y="530829"/>
                </a:moveTo>
                <a:cubicBezTo>
                  <a:pt x="148266" y="530829"/>
                  <a:pt x="29653" y="483381"/>
                  <a:pt x="29653" y="431484"/>
                </a:cubicBezTo>
                <a:lnTo>
                  <a:pt x="29653" y="336587"/>
                </a:lnTo>
                <a:cubicBezTo>
                  <a:pt x="77099" y="379587"/>
                  <a:pt x="179401" y="407761"/>
                  <a:pt x="296532" y="407761"/>
                </a:cubicBezTo>
                <a:cubicBezTo>
                  <a:pt x="413663" y="407761"/>
                  <a:pt x="515965" y="379587"/>
                  <a:pt x="563410" y="336587"/>
                </a:cubicBezTo>
                <a:lnTo>
                  <a:pt x="563410" y="431484"/>
                </a:lnTo>
                <a:cubicBezTo>
                  <a:pt x="563410" y="481898"/>
                  <a:pt x="444798" y="530829"/>
                  <a:pt x="296532" y="530829"/>
                </a:cubicBezTo>
                <a:close/>
                <a:moveTo>
                  <a:pt x="296532" y="379587"/>
                </a:moveTo>
                <a:cubicBezTo>
                  <a:pt x="148266" y="379587"/>
                  <a:pt x="29653" y="332139"/>
                  <a:pt x="29653" y="280242"/>
                </a:cubicBezTo>
                <a:lnTo>
                  <a:pt x="29653" y="185345"/>
                </a:lnTo>
                <a:cubicBezTo>
                  <a:pt x="77099" y="228346"/>
                  <a:pt x="179401" y="256519"/>
                  <a:pt x="296532" y="256519"/>
                </a:cubicBezTo>
                <a:cubicBezTo>
                  <a:pt x="413663" y="256519"/>
                  <a:pt x="515965" y="228346"/>
                  <a:pt x="563410" y="185345"/>
                </a:cubicBezTo>
                <a:lnTo>
                  <a:pt x="563410" y="280242"/>
                </a:lnTo>
                <a:cubicBezTo>
                  <a:pt x="563410" y="330656"/>
                  <a:pt x="444798" y="379587"/>
                  <a:pt x="296532" y="379587"/>
                </a:cubicBezTo>
                <a:close/>
              </a:path>
            </a:pathLst>
          </a:custGeom>
          <a:solidFill xmlns:a="http://schemas.openxmlformats.org/drawingml/2006/main">
            <a:srgbClr val="32373B"/>
          </a:solidFill>
          <a:ln xmlns:a="http://schemas.openxmlformats.org/drawingml/2006/main" w="0" cap="flat">
            <a:noFill/>
            <a:miter/>
          </a:ln>
        </p:spPr>
      </p:sp>
      <p:sp>
        <p:nvSpPr>
          <p:cNvPr id="11" name="Vector element">
            <a:extLst xmlns:a="http://schemas.openxmlformats.org/drawingml/2006/main">
              <a:ext uri="{FF2B5EF4-FFF2-40B4-BE49-F238E27FC236}">
                <a16:creationId xmlns:a16="http://schemas.microsoft.com/office/drawing/2014/main" id="{33EFBEF1-4D53-427B-BF0C-4CA8DE35DFB9}"/>
              </a:ext>
            </a:extLst>
          </p:cNvPr>
          <p:cNvSpPr>
            <a:spLocks xmlns:a="http://schemas.openxmlformats.org/drawingml/2006/main" noGrp="1"/>
          </p:cNvSpPr>
          <p:nvPr/>
        </p:nvSpPr>
        <p:spPr>
          <a:xfrm xmlns:a="http://schemas.openxmlformats.org/drawingml/2006/main">
            <a:off x="5694762" y="1043633"/>
            <a:ext cx="35584" cy="35586"/>
          </a:xfrm>
          <a:custGeom xmlns:a="http://schemas.openxmlformats.org/drawingml/2006/main">
            <a:pathLst>
              <a:path w="35584" h="35586">
                <a:moveTo>
                  <a:pt x="0" y="17793"/>
                </a:moveTo>
                <a:cubicBezTo>
                  <a:pt x="0" y="27620"/>
                  <a:pt x="7966" y="35586"/>
                  <a:pt x="17792" y="35586"/>
                </a:cubicBezTo>
                <a:cubicBezTo>
                  <a:pt x="27618" y="35586"/>
                  <a:pt x="35584" y="27620"/>
                  <a:pt x="35584" y="17793"/>
                </a:cubicBezTo>
                <a:cubicBezTo>
                  <a:pt x="35584" y="7966"/>
                  <a:pt x="27618" y="0"/>
                  <a:pt x="17792" y="0"/>
                </a:cubicBezTo>
                <a:cubicBezTo>
                  <a:pt x="7966" y="0"/>
                  <a:pt x="0" y="7966"/>
                  <a:pt x="0" y="17793"/>
                </a:cubicBezTo>
                <a:close/>
              </a:path>
            </a:pathLst>
          </a:custGeom>
          <a:solidFill xmlns:a="http://schemas.openxmlformats.org/drawingml/2006/main">
            <a:srgbClr val="32373B"/>
          </a:solidFill>
          <a:ln xmlns:a="http://schemas.openxmlformats.org/drawingml/2006/main" w="0" cap="flat">
            <a:noFill/>
            <a:miter/>
          </a:ln>
        </p:spPr>
      </p:sp>
      <p:sp>
        <p:nvSpPr>
          <p:cNvPr id="12" name="Vector element">
            <a:extLst xmlns:a="http://schemas.openxmlformats.org/drawingml/2006/main">
              <a:ext uri="{FF2B5EF4-FFF2-40B4-BE49-F238E27FC236}">
                <a16:creationId xmlns:a16="http://schemas.microsoft.com/office/drawing/2014/main" id="{08225855-41BA-4349-88D2-CCB53B8346A7}"/>
              </a:ext>
            </a:extLst>
          </p:cNvPr>
          <p:cNvSpPr>
            <a:spLocks xmlns:a="http://schemas.openxmlformats.org/drawingml/2006/main" noGrp="1"/>
          </p:cNvSpPr>
          <p:nvPr/>
        </p:nvSpPr>
        <p:spPr>
          <a:xfrm xmlns:a="http://schemas.openxmlformats.org/drawingml/2006/main">
            <a:off x="5694762" y="1193392"/>
            <a:ext cx="35584" cy="35586"/>
          </a:xfrm>
          <a:custGeom xmlns:a="http://schemas.openxmlformats.org/drawingml/2006/main">
            <a:pathLst>
              <a:path w="35584" h="35586">
                <a:moveTo>
                  <a:pt x="0" y="17793"/>
                </a:moveTo>
                <a:cubicBezTo>
                  <a:pt x="0" y="27620"/>
                  <a:pt x="7966" y="35586"/>
                  <a:pt x="17792" y="35586"/>
                </a:cubicBezTo>
                <a:cubicBezTo>
                  <a:pt x="27618" y="35586"/>
                  <a:pt x="35584" y="27620"/>
                  <a:pt x="35584" y="17793"/>
                </a:cubicBezTo>
                <a:cubicBezTo>
                  <a:pt x="35584" y="7966"/>
                  <a:pt x="27618" y="0"/>
                  <a:pt x="17792" y="0"/>
                </a:cubicBezTo>
                <a:cubicBezTo>
                  <a:pt x="7966" y="0"/>
                  <a:pt x="0" y="7966"/>
                  <a:pt x="0" y="17793"/>
                </a:cubicBezTo>
                <a:close/>
              </a:path>
            </a:pathLst>
          </a:custGeom>
          <a:solidFill xmlns:a="http://schemas.openxmlformats.org/drawingml/2006/main">
            <a:srgbClr val="32373B"/>
          </a:solidFill>
          <a:ln xmlns:a="http://schemas.openxmlformats.org/drawingml/2006/main" w="0" cap="flat">
            <a:noFill/>
            <a:miter/>
          </a:ln>
        </p:spPr>
      </p:sp>
      <p:sp>
        <p:nvSpPr>
          <p:cNvPr id="13" name="Vector element">
            <a:extLst xmlns:a="http://schemas.openxmlformats.org/drawingml/2006/main">
              <a:ext uri="{FF2B5EF4-FFF2-40B4-BE49-F238E27FC236}">
                <a16:creationId xmlns:a16="http://schemas.microsoft.com/office/drawing/2014/main" id="{4086B4FA-77BA-410A-964A-6E788EB04FDA}"/>
              </a:ext>
            </a:extLst>
          </p:cNvPr>
          <p:cNvSpPr>
            <a:spLocks xmlns:a="http://schemas.openxmlformats.org/drawingml/2006/main" noGrp="1"/>
          </p:cNvSpPr>
          <p:nvPr/>
        </p:nvSpPr>
        <p:spPr>
          <a:xfrm xmlns:a="http://schemas.openxmlformats.org/drawingml/2006/main">
            <a:off x="5694762" y="1344632"/>
            <a:ext cx="35584" cy="35586"/>
          </a:xfrm>
          <a:custGeom xmlns:a="http://schemas.openxmlformats.org/drawingml/2006/main">
            <a:pathLst>
              <a:path w="35584" h="35586">
                <a:moveTo>
                  <a:pt x="0" y="17793"/>
                </a:moveTo>
                <a:cubicBezTo>
                  <a:pt x="0" y="27620"/>
                  <a:pt x="7966" y="35586"/>
                  <a:pt x="17792" y="35586"/>
                </a:cubicBezTo>
                <a:cubicBezTo>
                  <a:pt x="27618" y="35586"/>
                  <a:pt x="35584" y="27620"/>
                  <a:pt x="35584" y="17793"/>
                </a:cubicBezTo>
                <a:cubicBezTo>
                  <a:pt x="35584" y="7966"/>
                  <a:pt x="27618" y="0"/>
                  <a:pt x="17792" y="0"/>
                </a:cubicBezTo>
                <a:cubicBezTo>
                  <a:pt x="7966" y="0"/>
                  <a:pt x="0" y="7966"/>
                  <a:pt x="0" y="17793"/>
                </a:cubicBezTo>
                <a:close/>
              </a:path>
            </a:pathLst>
          </a:custGeom>
          <a:solidFill xmlns:a="http://schemas.openxmlformats.org/drawingml/2006/main">
            <a:srgbClr val="32373B"/>
          </a:solidFill>
          <a:ln xmlns:a="http://schemas.openxmlformats.org/drawingml/2006/main" w="0" cap="flat">
            <a:noFill/>
            <a:miter/>
          </a:ln>
        </p:spPr>
      </p:sp>
      <p:sp>
        <p:nvSpPr>
          <p:cNvPr id="14" name="Vector element">
            <a:extLst xmlns:a="http://schemas.openxmlformats.org/drawingml/2006/main">
              <a:ext uri="{FF2B5EF4-FFF2-40B4-BE49-F238E27FC236}">
                <a16:creationId xmlns:a16="http://schemas.microsoft.com/office/drawing/2014/main" id="{8C4E4D54-A8C1-46C4-B9EA-1C13E2431CDC}"/>
              </a:ext>
            </a:extLst>
          </p:cNvPr>
          <p:cNvSpPr>
            <a:spLocks xmlns:a="http://schemas.openxmlformats.org/drawingml/2006/main" noGrp="1"/>
          </p:cNvSpPr>
          <p:nvPr/>
        </p:nvSpPr>
        <p:spPr>
          <a:xfrm xmlns:a="http://schemas.openxmlformats.org/drawingml/2006/main">
            <a:off x="6554071" y="769778"/>
            <a:ext cx="1794373" cy="1053315"/>
          </a:xfrm>
          <a:custGeom xmlns:a="http://schemas.openxmlformats.org/drawingml/2006/main">
            <a:pathLst>
              <a:path w="1794373" h="1053315">
                <a:moveTo>
                  <a:pt x="1794373" y="943325"/>
                </a:moveTo>
                <a:lnTo>
                  <a:pt x="1794373" y="109991"/>
                </a:lnTo>
                <a:cubicBezTo>
                  <a:pt x="1794373" y="49276"/>
                  <a:pt x="1745097" y="0"/>
                  <a:pt x="1684383" y="0"/>
                </a:cubicBezTo>
                <a:lnTo>
                  <a:pt x="109991" y="0"/>
                </a:lnTo>
                <a:cubicBezTo>
                  <a:pt x="49276" y="0"/>
                  <a:pt x="0" y="49276"/>
                  <a:pt x="0" y="109991"/>
                </a:cubicBezTo>
                <a:lnTo>
                  <a:pt x="0" y="943325"/>
                </a:lnTo>
                <a:cubicBezTo>
                  <a:pt x="0" y="1004040"/>
                  <a:pt x="49276" y="1053315"/>
                  <a:pt x="109991" y="1053315"/>
                </a:cubicBezTo>
                <a:lnTo>
                  <a:pt x="1684383" y="1053315"/>
                </a:lnTo>
                <a:cubicBezTo>
                  <a:pt x="1745097" y="1053315"/>
                  <a:pt x="1794373" y="1004040"/>
                  <a:pt x="1794373" y="943325"/>
                </a:cubicBezTo>
                <a:close/>
              </a:path>
            </a:pathLst>
          </a:custGeom>
          <a:solidFill xmlns:a="http://schemas.openxmlformats.org/drawingml/2006/main">
            <a:srgbClr val="F7F7F7"/>
          </a:solidFill>
          <a:ln xmlns:a="http://schemas.openxmlformats.org/drawingml/2006/main" w="0" cap="flat">
            <a:noFill/>
            <a:miter/>
          </a:ln>
        </p:spPr>
      </p:sp>
      <p:sp>
        <p:nvSpPr>
          <p:cNvPr id="15" name="Vector element">
            <a:extLst xmlns:a="http://schemas.openxmlformats.org/drawingml/2006/main">
              <a:ext uri="{FF2B5EF4-FFF2-40B4-BE49-F238E27FC236}">
                <a16:creationId xmlns:a16="http://schemas.microsoft.com/office/drawing/2014/main" id="{3F2D17BB-6F67-445B-87D7-85B5112B0D94}"/>
              </a:ext>
            </a:extLst>
          </p:cNvPr>
          <p:cNvSpPr>
            <a:spLocks xmlns:a="http://schemas.openxmlformats.org/drawingml/2006/main" noGrp="1"/>
          </p:cNvSpPr>
          <p:nvPr/>
        </p:nvSpPr>
        <p:spPr>
          <a:xfrm xmlns:a="http://schemas.openxmlformats.org/drawingml/2006/main">
            <a:off x="6554071" y="769778"/>
            <a:ext cx="1794373" cy="1053315"/>
          </a:xfrm>
          <a:custGeom xmlns:a="http://schemas.openxmlformats.org/drawingml/2006/main">
            <a:pathLst>
              <a:path w="1794373" h="1053315" fill="none">
                <a:moveTo>
                  <a:pt x="1794373" y="943325"/>
                </a:moveTo>
                <a:lnTo>
                  <a:pt x="1794373" y="109991"/>
                </a:lnTo>
                <a:cubicBezTo>
                  <a:pt x="1794373" y="49276"/>
                  <a:pt x="1745097" y="0"/>
                  <a:pt x="1684383" y="0"/>
                </a:cubicBezTo>
                <a:lnTo>
                  <a:pt x="109991" y="0"/>
                </a:lnTo>
                <a:cubicBezTo>
                  <a:pt x="49276" y="0"/>
                  <a:pt x="0" y="49276"/>
                  <a:pt x="0" y="109991"/>
                </a:cubicBezTo>
                <a:lnTo>
                  <a:pt x="0" y="943325"/>
                </a:lnTo>
                <a:cubicBezTo>
                  <a:pt x="0" y="1004040"/>
                  <a:pt x="49276" y="1053315"/>
                  <a:pt x="109991" y="1053315"/>
                </a:cubicBezTo>
                <a:lnTo>
                  <a:pt x="1684383" y="1053315"/>
                </a:lnTo>
                <a:cubicBezTo>
                  <a:pt x="1745097" y="1053315"/>
                  <a:pt x="1794373" y="1004040"/>
                  <a:pt x="1794373" y="943325"/>
                </a:cubicBezTo>
                <a:close/>
              </a:path>
            </a:pathLst>
          </a:custGeom>
          <a:noFill xmlns:a="http://schemas.openxmlformats.org/drawingml/2006/main"/>
          <a:ln xmlns:a="http://schemas.openxmlformats.org/drawingml/2006/main" w="31426" cap="flat">
            <a:solidFill>
              <a:srgbClr val="323232"/>
            </a:solidFill>
            <a:round/>
          </a:ln>
        </p:spPr>
      </p:sp>
      <p:sp>
        <p:nvSpPr>
          <p:cNvPr id="16" name="Text Speciﬁcations">
            <a:extLst xmlns:a="http://schemas.openxmlformats.org/drawingml/2006/main">
              <a:ext uri="{FF2B5EF4-FFF2-40B4-BE49-F238E27FC236}">
                <a16:creationId xmlns:a16="http://schemas.microsoft.com/office/drawing/2014/main" id="{EA98E29F-FC6A-4FB9-889D-62BE991A4D46}"/>
              </a:ext>
            </a:extLst>
          </p:cNvPr>
          <p:cNvSpPr>
            <a:spLocks xmlns:a="http://schemas.openxmlformats.org/drawingml/2006/main" noGrp="1"/>
          </p:cNvSpPr>
          <p:nvPr/>
        </p:nvSpPr>
        <p:spPr>
          <a:xfrm xmlns:a="http://schemas.openxmlformats.org/drawingml/2006/main">
            <a:off x="6792432" y="1098988"/>
            <a:ext cx="1317925" cy="198783"/>
          </a:xfrm>
          <a:custGeom xmlns:a="http://schemas.openxmlformats.org/drawingml/2006/main">
            <a:pathLst>
              <a:path w="1317925" h="198783">
                <a:moveTo>
                  <a:pt x="68023" y="20148"/>
                </a:moveTo>
                <a:cubicBezTo>
                  <a:pt x="63701" y="18485"/>
                  <a:pt x="58531" y="17671"/>
                  <a:pt x="52513" y="17704"/>
                </a:cubicBezTo>
                <a:cubicBezTo>
                  <a:pt x="46496" y="17737"/>
                  <a:pt x="41093" y="19782"/>
                  <a:pt x="36306" y="23838"/>
                </a:cubicBezTo>
                <a:cubicBezTo>
                  <a:pt x="31385" y="28027"/>
                  <a:pt x="28925" y="33347"/>
                  <a:pt x="28925" y="39796"/>
                </a:cubicBezTo>
                <a:cubicBezTo>
                  <a:pt x="28925" y="43720"/>
                  <a:pt x="29723" y="47078"/>
                  <a:pt x="31319" y="49870"/>
                </a:cubicBezTo>
                <a:cubicBezTo>
                  <a:pt x="32848" y="52663"/>
                  <a:pt x="34976" y="55156"/>
                  <a:pt x="37702" y="57351"/>
                </a:cubicBezTo>
                <a:cubicBezTo>
                  <a:pt x="40295" y="59612"/>
                  <a:pt x="43354" y="61573"/>
                  <a:pt x="46878" y="63235"/>
                </a:cubicBezTo>
                <a:cubicBezTo>
                  <a:pt x="50203" y="65031"/>
                  <a:pt x="53727" y="66760"/>
                  <a:pt x="57451" y="68422"/>
                </a:cubicBezTo>
                <a:cubicBezTo>
                  <a:pt x="61507" y="70350"/>
                  <a:pt x="65596" y="72445"/>
                  <a:pt x="69719" y="74706"/>
                </a:cubicBezTo>
                <a:cubicBezTo>
                  <a:pt x="73775" y="77099"/>
                  <a:pt x="77465" y="79826"/>
                  <a:pt x="80790" y="82884"/>
                </a:cubicBezTo>
                <a:cubicBezTo>
                  <a:pt x="83981" y="86076"/>
                  <a:pt x="86641" y="89866"/>
                  <a:pt x="88769" y="94255"/>
                </a:cubicBezTo>
                <a:cubicBezTo>
                  <a:pt x="90764" y="98643"/>
                  <a:pt x="91761" y="103963"/>
                  <a:pt x="91761" y="110213"/>
                </a:cubicBezTo>
                <a:cubicBezTo>
                  <a:pt x="91761" y="123778"/>
                  <a:pt x="86674" y="134384"/>
                  <a:pt x="76501" y="142030"/>
                </a:cubicBezTo>
                <a:cubicBezTo>
                  <a:pt x="66261" y="149744"/>
                  <a:pt x="52829" y="153600"/>
                  <a:pt x="36206" y="153600"/>
                </a:cubicBezTo>
                <a:cubicBezTo>
                  <a:pt x="24104" y="153600"/>
                  <a:pt x="12235" y="151705"/>
                  <a:pt x="598" y="147915"/>
                </a:cubicBezTo>
                <a:lnTo>
                  <a:pt x="0" y="147017"/>
                </a:lnTo>
                <a:lnTo>
                  <a:pt x="5286" y="111111"/>
                </a:lnTo>
                <a:lnTo>
                  <a:pt x="11470" y="110114"/>
                </a:lnTo>
                <a:lnTo>
                  <a:pt x="18951" y="140634"/>
                </a:lnTo>
                <a:cubicBezTo>
                  <a:pt x="23672" y="142828"/>
                  <a:pt x="29623" y="143926"/>
                  <a:pt x="36804" y="143926"/>
                </a:cubicBezTo>
                <a:cubicBezTo>
                  <a:pt x="43986" y="143926"/>
                  <a:pt x="50169" y="141764"/>
                  <a:pt x="55356" y="137442"/>
                </a:cubicBezTo>
                <a:cubicBezTo>
                  <a:pt x="60409" y="133187"/>
                  <a:pt x="62969" y="127468"/>
                  <a:pt x="63036" y="120287"/>
                </a:cubicBezTo>
                <a:cubicBezTo>
                  <a:pt x="63036" y="116297"/>
                  <a:pt x="62238" y="112840"/>
                  <a:pt x="60642" y="109914"/>
                </a:cubicBezTo>
                <a:cubicBezTo>
                  <a:pt x="58980" y="107188"/>
                  <a:pt x="56819" y="104661"/>
                  <a:pt x="54159" y="102334"/>
                </a:cubicBezTo>
                <a:cubicBezTo>
                  <a:pt x="51433" y="100139"/>
                  <a:pt x="48341" y="98178"/>
                  <a:pt x="44883" y="96449"/>
                </a:cubicBezTo>
                <a:cubicBezTo>
                  <a:pt x="41359" y="94787"/>
                  <a:pt x="37768" y="93058"/>
                  <a:pt x="34111" y="91263"/>
                </a:cubicBezTo>
                <a:cubicBezTo>
                  <a:pt x="29989" y="89268"/>
                  <a:pt x="25933" y="87173"/>
                  <a:pt x="21943" y="84979"/>
                </a:cubicBezTo>
                <a:cubicBezTo>
                  <a:pt x="17820" y="82785"/>
                  <a:pt x="14196" y="80125"/>
                  <a:pt x="11071" y="77000"/>
                </a:cubicBezTo>
                <a:cubicBezTo>
                  <a:pt x="7879" y="73941"/>
                  <a:pt x="5286" y="70184"/>
                  <a:pt x="3291" y="65729"/>
                </a:cubicBezTo>
                <a:cubicBezTo>
                  <a:pt x="1297" y="61473"/>
                  <a:pt x="299" y="56220"/>
                  <a:pt x="299" y="49970"/>
                </a:cubicBezTo>
                <a:cubicBezTo>
                  <a:pt x="299" y="37336"/>
                  <a:pt x="5153" y="27229"/>
                  <a:pt x="14861" y="19649"/>
                </a:cubicBezTo>
                <a:cubicBezTo>
                  <a:pt x="24503" y="12202"/>
                  <a:pt x="37103" y="8445"/>
                  <a:pt x="52663" y="8378"/>
                </a:cubicBezTo>
                <a:cubicBezTo>
                  <a:pt x="62504" y="8378"/>
                  <a:pt x="73708" y="9908"/>
                  <a:pt x="86276" y="12966"/>
                </a:cubicBezTo>
                <a:lnTo>
                  <a:pt x="86874" y="13864"/>
                </a:lnTo>
                <a:lnTo>
                  <a:pt x="80790" y="45980"/>
                </a:lnTo>
                <a:lnTo>
                  <a:pt x="75304" y="46878"/>
                </a:lnTo>
                <a:lnTo>
                  <a:pt x="68023" y="20148"/>
                </a:lnTo>
                <a:close/>
                <a:moveTo>
                  <a:pt x="104306" y="66427"/>
                </a:moveTo>
                <a:lnTo>
                  <a:pt x="103707" y="62338"/>
                </a:lnTo>
                <a:cubicBezTo>
                  <a:pt x="119067" y="60077"/>
                  <a:pt x="133131" y="57550"/>
                  <a:pt x="145897" y="54758"/>
                </a:cubicBezTo>
                <a:lnTo>
                  <a:pt x="147394" y="55555"/>
                </a:lnTo>
                <a:lnTo>
                  <a:pt x="147394" y="64931"/>
                </a:lnTo>
                <a:cubicBezTo>
                  <a:pt x="157634" y="58348"/>
                  <a:pt x="167574" y="55057"/>
                  <a:pt x="177216" y="55057"/>
                </a:cubicBezTo>
                <a:cubicBezTo>
                  <a:pt x="189650" y="55057"/>
                  <a:pt x="199591" y="59179"/>
                  <a:pt x="207038" y="67425"/>
                </a:cubicBezTo>
                <a:cubicBezTo>
                  <a:pt x="214286" y="75736"/>
                  <a:pt x="217943" y="86575"/>
                  <a:pt x="218010" y="99940"/>
                </a:cubicBezTo>
                <a:cubicBezTo>
                  <a:pt x="217943" y="116497"/>
                  <a:pt x="212790" y="129496"/>
                  <a:pt x="202550" y="138939"/>
                </a:cubicBezTo>
                <a:cubicBezTo>
                  <a:pt x="192177" y="148447"/>
                  <a:pt x="178513" y="153168"/>
                  <a:pt x="161557" y="153102"/>
                </a:cubicBezTo>
                <a:cubicBezTo>
                  <a:pt x="156969" y="153102"/>
                  <a:pt x="152248" y="152636"/>
                  <a:pt x="147394" y="151705"/>
                </a:cubicBezTo>
                <a:lnTo>
                  <a:pt x="147394" y="172751"/>
                </a:lnTo>
                <a:cubicBezTo>
                  <a:pt x="147394" y="179333"/>
                  <a:pt x="147460" y="183955"/>
                  <a:pt x="147593" y="186614"/>
                </a:cubicBezTo>
                <a:cubicBezTo>
                  <a:pt x="147660" y="188742"/>
                  <a:pt x="148557" y="189972"/>
                  <a:pt x="150286" y="190305"/>
                </a:cubicBezTo>
                <a:lnTo>
                  <a:pt x="164349" y="193995"/>
                </a:lnTo>
                <a:lnTo>
                  <a:pt x="164649" y="198783"/>
                </a:lnTo>
                <a:cubicBezTo>
                  <a:pt x="153544" y="198583"/>
                  <a:pt x="143171" y="198484"/>
                  <a:pt x="133530" y="198484"/>
                </a:cubicBezTo>
                <a:cubicBezTo>
                  <a:pt x="123556" y="198484"/>
                  <a:pt x="113781" y="198583"/>
                  <a:pt x="104206" y="198783"/>
                </a:cubicBezTo>
                <a:lnTo>
                  <a:pt x="103707" y="193995"/>
                </a:lnTo>
                <a:lnTo>
                  <a:pt x="116275" y="190504"/>
                </a:lnTo>
                <a:cubicBezTo>
                  <a:pt x="117804" y="190105"/>
                  <a:pt x="118635" y="189108"/>
                  <a:pt x="118768" y="187512"/>
                </a:cubicBezTo>
                <a:cubicBezTo>
                  <a:pt x="118835" y="182658"/>
                  <a:pt x="118901" y="175277"/>
                  <a:pt x="118968" y="165370"/>
                </a:cubicBezTo>
                <a:lnTo>
                  <a:pt x="118968" y="125573"/>
                </a:lnTo>
                <a:cubicBezTo>
                  <a:pt x="118968" y="96582"/>
                  <a:pt x="118835" y="78097"/>
                  <a:pt x="118569" y="70118"/>
                </a:cubicBezTo>
                <a:lnTo>
                  <a:pt x="104306" y="66427"/>
                </a:lnTo>
                <a:moveTo>
                  <a:pt x="147394" y="141731"/>
                </a:moveTo>
                <a:cubicBezTo>
                  <a:pt x="152048" y="142729"/>
                  <a:pt x="156536" y="143227"/>
                  <a:pt x="160859" y="143227"/>
                </a:cubicBezTo>
                <a:cubicBezTo>
                  <a:pt x="169636" y="143227"/>
                  <a:pt x="176285" y="139869"/>
                  <a:pt x="180807" y="133154"/>
                </a:cubicBezTo>
                <a:cubicBezTo>
                  <a:pt x="185262" y="126504"/>
                  <a:pt x="187522" y="116896"/>
                  <a:pt x="187589" y="104329"/>
                </a:cubicBezTo>
                <a:cubicBezTo>
                  <a:pt x="187589" y="92626"/>
                  <a:pt x="185461" y="83716"/>
                  <a:pt x="181206" y="77598"/>
                </a:cubicBezTo>
                <a:cubicBezTo>
                  <a:pt x="176884" y="71614"/>
                  <a:pt x="170733" y="68621"/>
                  <a:pt x="162754" y="68621"/>
                </a:cubicBezTo>
                <a:cubicBezTo>
                  <a:pt x="156969" y="68621"/>
                  <a:pt x="151849" y="69719"/>
                  <a:pt x="147394" y="71913"/>
                </a:cubicBezTo>
                <a:lnTo>
                  <a:pt x="147394" y="141731"/>
                </a:lnTo>
                <a:close/>
                <a:moveTo>
                  <a:pt x="328653" y="143726"/>
                </a:moveTo>
                <a:cubicBezTo>
                  <a:pt x="316351" y="150043"/>
                  <a:pt x="303385" y="153168"/>
                  <a:pt x="289754" y="153102"/>
                </a:cubicBezTo>
                <a:cubicBezTo>
                  <a:pt x="273463" y="153168"/>
                  <a:pt x="260231" y="149145"/>
                  <a:pt x="250057" y="141033"/>
                </a:cubicBezTo>
                <a:cubicBezTo>
                  <a:pt x="239751" y="133120"/>
                  <a:pt x="234597" y="121318"/>
                  <a:pt x="234597" y="105625"/>
                </a:cubicBezTo>
                <a:cubicBezTo>
                  <a:pt x="234597" y="90797"/>
                  <a:pt x="239551" y="78629"/>
                  <a:pt x="249459" y="69120"/>
                </a:cubicBezTo>
                <a:cubicBezTo>
                  <a:pt x="259300" y="59745"/>
                  <a:pt x="271867" y="55057"/>
                  <a:pt x="287161" y="55057"/>
                </a:cubicBezTo>
                <a:cubicBezTo>
                  <a:pt x="300526" y="55057"/>
                  <a:pt x="310866" y="58647"/>
                  <a:pt x="318180" y="65829"/>
                </a:cubicBezTo>
                <a:cubicBezTo>
                  <a:pt x="325428" y="73143"/>
                  <a:pt x="329052" y="83117"/>
                  <a:pt x="329052" y="95751"/>
                </a:cubicBezTo>
                <a:cubicBezTo>
                  <a:pt x="329052" y="97679"/>
                  <a:pt x="328952" y="99674"/>
                  <a:pt x="328752" y="101735"/>
                </a:cubicBezTo>
                <a:lnTo>
                  <a:pt x="265018" y="101735"/>
                </a:lnTo>
                <a:cubicBezTo>
                  <a:pt x="265018" y="115101"/>
                  <a:pt x="268310" y="124709"/>
                  <a:pt x="274893" y="130560"/>
                </a:cubicBezTo>
                <a:cubicBezTo>
                  <a:pt x="281343" y="136478"/>
                  <a:pt x="292081" y="139404"/>
                  <a:pt x="307109" y="139337"/>
                </a:cubicBezTo>
                <a:cubicBezTo>
                  <a:pt x="314357" y="139404"/>
                  <a:pt x="321272" y="138772"/>
                  <a:pt x="327855" y="137442"/>
                </a:cubicBezTo>
                <a:lnTo>
                  <a:pt x="328653" y="143726"/>
                </a:lnTo>
                <a:moveTo>
                  <a:pt x="298731" y="92060"/>
                </a:moveTo>
                <a:lnTo>
                  <a:pt x="298731" y="89667"/>
                </a:lnTo>
                <a:cubicBezTo>
                  <a:pt x="298731" y="80624"/>
                  <a:pt x="297600" y="74140"/>
                  <a:pt x="295339" y="70217"/>
                </a:cubicBezTo>
                <a:cubicBezTo>
                  <a:pt x="292946" y="66361"/>
                  <a:pt x="289421" y="64399"/>
                  <a:pt x="284767" y="64333"/>
                </a:cubicBezTo>
                <a:cubicBezTo>
                  <a:pt x="279048" y="64333"/>
                  <a:pt x="274560" y="67026"/>
                  <a:pt x="271302" y="72412"/>
                </a:cubicBezTo>
                <a:cubicBezTo>
                  <a:pt x="267844" y="77931"/>
                  <a:pt x="265883" y="84480"/>
                  <a:pt x="265417" y="92060"/>
                </a:cubicBezTo>
                <a:lnTo>
                  <a:pt x="298731" y="92060"/>
                </a:lnTo>
                <a:close/>
                <a:moveTo>
                  <a:pt x="428769" y="143726"/>
                </a:moveTo>
                <a:cubicBezTo>
                  <a:pt x="417665" y="150043"/>
                  <a:pt x="406261" y="153168"/>
                  <a:pt x="394558" y="153102"/>
                </a:cubicBezTo>
                <a:cubicBezTo>
                  <a:pt x="379996" y="153168"/>
                  <a:pt x="368027" y="148946"/>
                  <a:pt x="358652" y="140435"/>
                </a:cubicBezTo>
                <a:cubicBezTo>
                  <a:pt x="349276" y="131990"/>
                  <a:pt x="344588" y="120719"/>
                  <a:pt x="344588" y="106623"/>
                </a:cubicBezTo>
                <a:cubicBezTo>
                  <a:pt x="344522" y="91263"/>
                  <a:pt x="349642" y="78828"/>
                  <a:pt x="359948" y="69320"/>
                </a:cubicBezTo>
                <a:cubicBezTo>
                  <a:pt x="370055" y="59878"/>
                  <a:pt x="383055" y="55123"/>
                  <a:pt x="398947" y="55057"/>
                </a:cubicBezTo>
                <a:cubicBezTo>
                  <a:pt x="408987" y="55057"/>
                  <a:pt x="418662" y="56952"/>
                  <a:pt x="427971" y="60742"/>
                </a:cubicBezTo>
                <a:cubicBezTo>
                  <a:pt x="425578" y="70184"/>
                  <a:pt x="423483" y="80025"/>
                  <a:pt x="421688" y="90265"/>
                </a:cubicBezTo>
                <a:lnTo>
                  <a:pt x="416202" y="91163"/>
                </a:lnTo>
                <a:lnTo>
                  <a:pt x="408522" y="66228"/>
                </a:lnTo>
                <a:cubicBezTo>
                  <a:pt x="406727" y="65563"/>
                  <a:pt x="404300" y="65230"/>
                  <a:pt x="401241" y="65230"/>
                </a:cubicBezTo>
                <a:cubicBezTo>
                  <a:pt x="393661" y="65230"/>
                  <a:pt x="387444" y="68522"/>
                  <a:pt x="382589" y="75105"/>
                </a:cubicBezTo>
                <a:cubicBezTo>
                  <a:pt x="377669" y="81820"/>
                  <a:pt x="375242" y="90697"/>
                  <a:pt x="375308" y="101735"/>
                </a:cubicBezTo>
                <a:cubicBezTo>
                  <a:pt x="375308" y="114768"/>
                  <a:pt x="378400" y="124310"/>
                  <a:pt x="384584" y="130361"/>
                </a:cubicBezTo>
                <a:cubicBezTo>
                  <a:pt x="390635" y="136545"/>
                  <a:pt x="399379" y="139637"/>
                  <a:pt x="410816" y="139637"/>
                </a:cubicBezTo>
                <a:cubicBezTo>
                  <a:pt x="416269" y="139703"/>
                  <a:pt x="421987" y="139071"/>
                  <a:pt x="427971" y="137742"/>
                </a:cubicBezTo>
                <a:lnTo>
                  <a:pt x="428769" y="143726"/>
                </a:lnTo>
                <a:close/>
                <a:moveTo>
                  <a:pt x="479560" y="21644"/>
                </a:moveTo>
                <a:cubicBezTo>
                  <a:pt x="479494" y="26232"/>
                  <a:pt x="478031" y="29955"/>
                  <a:pt x="475172" y="32815"/>
                </a:cubicBezTo>
                <a:cubicBezTo>
                  <a:pt x="472179" y="35740"/>
                  <a:pt x="468290" y="37170"/>
                  <a:pt x="463502" y="37103"/>
                </a:cubicBezTo>
                <a:cubicBezTo>
                  <a:pt x="459113" y="37103"/>
                  <a:pt x="455523" y="35740"/>
                  <a:pt x="452730" y="33014"/>
                </a:cubicBezTo>
                <a:cubicBezTo>
                  <a:pt x="449804" y="30354"/>
                  <a:pt x="448375" y="26863"/>
                  <a:pt x="448441" y="22541"/>
                </a:cubicBezTo>
                <a:cubicBezTo>
                  <a:pt x="448441" y="17887"/>
                  <a:pt x="449937" y="14163"/>
                  <a:pt x="452930" y="11370"/>
                </a:cubicBezTo>
                <a:cubicBezTo>
                  <a:pt x="455922" y="8711"/>
                  <a:pt x="459812" y="7348"/>
                  <a:pt x="464599" y="7281"/>
                </a:cubicBezTo>
                <a:cubicBezTo>
                  <a:pt x="468988" y="7281"/>
                  <a:pt x="472578" y="8511"/>
                  <a:pt x="475371" y="10971"/>
                </a:cubicBezTo>
                <a:cubicBezTo>
                  <a:pt x="478164" y="13498"/>
                  <a:pt x="479560" y="17056"/>
                  <a:pt x="479560" y="21644"/>
                </a:cubicBezTo>
                <a:moveTo>
                  <a:pt x="435674" y="62338"/>
                </a:moveTo>
                <a:cubicBezTo>
                  <a:pt x="452032" y="59944"/>
                  <a:pt x="466395" y="57384"/>
                  <a:pt x="478762" y="54658"/>
                </a:cubicBezTo>
                <a:lnTo>
                  <a:pt x="479859" y="55456"/>
                </a:lnTo>
                <a:cubicBezTo>
                  <a:pt x="479461" y="64632"/>
                  <a:pt x="479261" y="74406"/>
                  <a:pt x="479261" y="84779"/>
                </a:cubicBezTo>
                <a:lnTo>
                  <a:pt x="479261" y="122382"/>
                </a:lnTo>
                <a:cubicBezTo>
                  <a:pt x="479261" y="130361"/>
                  <a:pt x="479328" y="135880"/>
                  <a:pt x="479461" y="138939"/>
                </a:cubicBezTo>
                <a:cubicBezTo>
                  <a:pt x="479527" y="140734"/>
                  <a:pt x="480358" y="141864"/>
                  <a:pt x="481954" y="142330"/>
                </a:cubicBezTo>
                <a:lnTo>
                  <a:pt x="494422" y="145821"/>
                </a:lnTo>
                <a:lnTo>
                  <a:pt x="494721" y="150608"/>
                </a:lnTo>
                <a:cubicBezTo>
                  <a:pt x="484813" y="150409"/>
                  <a:pt x="475039" y="150309"/>
                  <a:pt x="465397" y="150309"/>
                </a:cubicBezTo>
                <a:cubicBezTo>
                  <a:pt x="455490" y="150309"/>
                  <a:pt x="445715" y="150409"/>
                  <a:pt x="436073" y="150608"/>
                </a:cubicBezTo>
                <a:lnTo>
                  <a:pt x="435575" y="145821"/>
                </a:lnTo>
                <a:lnTo>
                  <a:pt x="448242" y="142330"/>
                </a:lnTo>
                <a:cubicBezTo>
                  <a:pt x="449705" y="141931"/>
                  <a:pt x="450503" y="140684"/>
                  <a:pt x="450636" y="138589"/>
                </a:cubicBezTo>
                <a:cubicBezTo>
                  <a:pt x="450768" y="136495"/>
                  <a:pt x="450868" y="132389"/>
                  <a:pt x="450935" y="126271"/>
                </a:cubicBezTo>
                <a:lnTo>
                  <a:pt x="450935" y="94155"/>
                </a:lnTo>
                <a:cubicBezTo>
                  <a:pt x="450935" y="85511"/>
                  <a:pt x="450802" y="77498"/>
                  <a:pt x="450536" y="70118"/>
                </a:cubicBezTo>
                <a:lnTo>
                  <a:pt x="436273" y="66427"/>
                </a:lnTo>
                <a:lnTo>
                  <a:pt x="435674" y="62338"/>
                </a:lnTo>
                <a:close/>
                <a:moveTo>
                  <a:pt x="542013" y="69220"/>
                </a:moveTo>
                <a:lnTo>
                  <a:pt x="542013" y="122481"/>
                </a:lnTo>
                <a:cubicBezTo>
                  <a:pt x="542013" y="128798"/>
                  <a:pt x="542080" y="134251"/>
                  <a:pt x="542213" y="138839"/>
                </a:cubicBezTo>
                <a:cubicBezTo>
                  <a:pt x="542279" y="140767"/>
                  <a:pt x="543144" y="141931"/>
                  <a:pt x="544806" y="142330"/>
                </a:cubicBezTo>
                <a:lnTo>
                  <a:pt x="556974" y="145821"/>
                </a:lnTo>
                <a:lnTo>
                  <a:pt x="557273" y="150608"/>
                </a:lnTo>
                <a:cubicBezTo>
                  <a:pt x="547499" y="150409"/>
                  <a:pt x="537791" y="150309"/>
                  <a:pt x="528149" y="150309"/>
                </a:cubicBezTo>
                <a:cubicBezTo>
                  <a:pt x="518242" y="150309"/>
                  <a:pt x="508467" y="150409"/>
                  <a:pt x="498826" y="150608"/>
                </a:cubicBezTo>
                <a:lnTo>
                  <a:pt x="498327" y="145821"/>
                </a:lnTo>
                <a:lnTo>
                  <a:pt x="510595" y="142529"/>
                </a:lnTo>
                <a:cubicBezTo>
                  <a:pt x="512390" y="142064"/>
                  <a:pt x="513354" y="141000"/>
                  <a:pt x="513487" y="139337"/>
                </a:cubicBezTo>
                <a:cubicBezTo>
                  <a:pt x="513687" y="135281"/>
                  <a:pt x="513787" y="130926"/>
                  <a:pt x="513787" y="126271"/>
                </a:cubicBezTo>
                <a:lnTo>
                  <a:pt x="513787" y="68721"/>
                </a:lnTo>
                <a:lnTo>
                  <a:pt x="499224" y="65530"/>
                </a:lnTo>
                <a:lnTo>
                  <a:pt x="498327" y="60144"/>
                </a:lnTo>
                <a:lnTo>
                  <a:pt x="513886" y="58847"/>
                </a:lnTo>
                <a:cubicBezTo>
                  <a:pt x="513820" y="40229"/>
                  <a:pt x="518840" y="25766"/>
                  <a:pt x="528947" y="15460"/>
                </a:cubicBezTo>
                <a:cubicBezTo>
                  <a:pt x="538988" y="5220"/>
                  <a:pt x="553882" y="66"/>
                  <a:pt x="573631" y="0"/>
                </a:cubicBezTo>
                <a:cubicBezTo>
                  <a:pt x="585068" y="0"/>
                  <a:pt x="594975" y="1031"/>
                  <a:pt x="603354" y="3092"/>
                </a:cubicBezTo>
                <a:cubicBezTo>
                  <a:pt x="600694" y="12401"/>
                  <a:pt x="598533" y="21710"/>
                  <a:pt x="596870" y="31019"/>
                </a:cubicBezTo>
                <a:lnTo>
                  <a:pt x="590886" y="32116"/>
                </a:lnTo>
                <a:lnTo>
                  <a:pt x="584203" y="10473"/>
                </a:lnTo>
                <a:cubicBezTo>
                  <a:pt x="582475" y="10007"/>
                  <a:pt x="580114" y="9775"/>
                  <a:pt x="577122" y="9775"/>
                </a:cubicBezTo>
                <a:cubicBezTo>
                  <a:pt x="564222" y="9775"/>
                  <a:pt x="555179" y="12966"/>
                  <a:pt x="549992" y="19350"/>
                </a:cubicBezTo>
                <a:cubicBezTo>
                  <a:pt x="544673" y="25866"/>
                  <a:pt x="542013" y="38068"/>
                  <a:pt x="542013" y="55954"/>
                </a:cubicBezTo>
                <a:lnTo>
                  <a:pt x="542013" y="58647"/>
                </a:lnTo>
                <a:lnTo>
                  <a:pt x="591584" y="58647"/>
                </a:lnTo>
                <a:cubicBezTo>
                  <a:pt x="598832" y="57384"/>
                  <a:pt x="605614" y="56054"/>
                  <a:pt x="611931" y="54658"/>
                </a:cubicBezTo>
                <a:lnTo>
                  <a:pt x="613028" y="55456"/>
                </a:lnTo>
                <a:cubicBezTo>
                  <a:pt x="612629" y="64632"/>
                  <a:pt x="612430" y="74406"/>
                  <a:pt x="612430" y="84779"/>
                </a:cubicBezTo>
                <a:lnTo>
                  <a:pt x="612430" y="122382"/>
                </a:lnTo>
                <a:cubicBezTo>
                  <a:pt x="612430" y="130361"/>
                  <a:pt x="612496" y="135880"/>
                  <a:pt x="612629" y="138939"/>
                </a:cubicBezTo>
                <a:cubicBezTo>
                  <a:pt x="612696" y="140734"/>
                  <a:pt x="613527" y="141864"/>
                  <a:pt x="615123" y="142330"/>
                </a:cubicBezTo>
                <a:lnTo>
                  <a:pt x="627590" y="145821"/>
                </a:lnTo>
                <a:lnTo>
                  <a:pt x="627890" y="150608"/>
                </a:lnTo>
                <a:cubicBezTo>
                  <a:pt x="617982" y="150409"/>
                  <a:pt x="608208" y="150309"/>
                  <a:pt x="598566" y="150309"/>
                </a:cubicBezTo>
                <a:cubicBezTo>
                  <a:pt x="588658" y="150309"/>
                  <a:pt x="579083" y="150409"/>
                  <a:pt x="569841" y="150608"/>
                </a:cubicBezTo>
                <a:lnTo>
                  <a:pt x="569342" y="145821"/>
                </a:lnTo>
                <a:lnTo>
                  <a:pt x="581411" y="142529"/>
                </a:lnTo>
                <a:cubicBezTo>
                  <a:pt x="582873" y="142130"/>
                  <a:pt x="583671" y="140883"/>
                  <a:pt x="583804" y="138789"/>
                </a:cubicBezTo>
                <a:cubicBezTo>
                  <a:pt x="583937" y="136694"/>
                  <a:pt x="584037" y="132588"/>
                  <a:pt x="584104" y="126471"/>
                </a:cubicBezTo>
                <a:lnTo>
                  <a:pt x="584104" y="69220"/>
                </a:lnTo>
                <a:lnTo>
                  <a:pt x="542013" y="69220"/>
                </a:lnTo>
                <a:close/>
                <a:moveTo>
                  <a:pt x="727316" y="143726"/>
                </a:moveTo>
                <a:cubicBezTo>
                  <a:pt x="716212" y="150043"/>
                  <a:pt x="704808" y="153168"/>
                  <a:pt x="693105" y="153102"/>
                </a:cubicBezTo>
                <a:cubicBezTo>
                  <a:pt x="678543" y="153168"/>
                  <a:pt x="666574" y="148946"/>
                  <a:pt x="657198" y="140435"/>
                </a:cubicBezTo>
                <a:cubicBezTo>
                  <a:pt x="647823" y="131990"/>
                  <a:pt x="643135" y="120719"/>
                  <a:pt x="643135" y="106623"/>
                </a:cubicBezTo>
                <a:cubicBezTo>
                  <a:pt x="643069" y="91263"/>
                  <a:pt x="648189" y="78828"/>
                  <a:pt x="658495" y="69320"/>
                </a:cubicBezTo>
                <a:cubicBezTo>
                  <a:pt x="668602" y="59878"/>
                  <a:pt x="681602" y="55123"/>
                  <a:pt x="697494" y="55057"/>
                </a:cubicBezTo>
                <a:cubicBezTo>
                  <a:pt x="707534" y="55057"/>
                  <a:pt x="717209" y="56952"/>
                  <a:pt x="726518" y="60742"/>
                </a:cubicBezTo>
                <a:cubicBezTo>
                  <a:pt x="724124" y="70184"/>
                  <a:pt x="722030" y="80025"/>
                  <a:pt x="720234" y="90265"/>
                </a:cubicBezTo>
                <a:lnTo>
                  <a:pt x="714749" y="91163"/>
                </a:lnTo>
                <a:lnTo>
                  <a:pt x="707069" y="66228"/>
                </a:lnTo>
                <a:cubicBezTo>
                  <a:pt x="705273" y="65563"/>
                  <a:pt x="702846" y="65230"/>
                  <a:pt x="699788" y="65230"/>
                </a:cubicBezTo>
                <a:cubicBezTo>
                  <a:pt x="692207" y="65230"/>
                  <a:pt x="685990" y="68522"/>
                  <a:pt x="681136" y="75105"/>
                </a:cubicBezTo>
                <a:cubicBezTo>
                  <a:pt x="676216" y="81820"/>
                  <a:pt x="673789" y="90697"/>
                  <a:pt x="673855" y="101735"/>
                </a:cubicBezTo>
                <a:cubicBezTo>
                  <a:pt x="673855" y="114768"/>
                  <a:pt x="676947" y="124310"/>
                  <a:pt x="683131" y="130361"/>
                </a:cubicBezTo>
                <a:cubicBezTo>
                  <a:pt x="689182" y="136545"/>
                  <a:pt x="697926" y="139637"/>
                  <a:pt x="709363" y="139637"/>
                </a:cubicBezTo>
                <a:cubicBezTo>
                  <a:pt x="714815" y="139703"/>
                  <a:pt x="720534" y="139071"/>
                  <a:pt x="726518" y="137742"/>
                </a:cubicBezTo>
                <a:lnTo>
                  <a:pt x="727316" y="143726"/>
                </a:lnTo>
                <a:close/>
                <a:moveTo>
                  <a:pt x="792868" y="105924"/>
                </a:moveTo>
                <a:cubicBezTo>
                  <a:pt x="782362" y="105924"/>
                  <a:pt x="774915" y="107254"/>
                  <a:pt x="770526" y="109914"/>
                </a:cubicBezTo>
                <a:cubicBezTo>
                  <a:pt x="766005" y="112640"/>
                  <a:pt x="763777" y="117195"/>
                  <a:pt x="763844" y="123578"/>
                </a:cubicBezTo>
                <a:cubicBezTo>
                  <a:pt x="763844" y="129496"/>
                  <a:pt x="765439" y="133652"/>
                  <a:pt x="768631" y="136046"/>
                </a:cubicBezTo>
                <a:cubicBezTo>
                  <a:pt x="771690" y="138573"/>
                  <a:pt x="775413" y="139836"/>
                  <a:pt x="779802" y="139836"/>
                </a:cubicBezTo>
                <a:cubicBezTo>
                  <a:pt x="784656" y="139836"/>
                  <a:pt x="788945" y="138573"/>
                  <a:pt x="792669" y="136046"/>
                </a:cubicBezTo>
                <a:lnTo>
                  <a:pt x="792868" y="105924"/>
                </a:lnTo>
                <a:moveTo>
                  <a:pt x="744095" y="64732"/>
                </a:moveTo>
                <a:cubicBezTo>
                  <a:pt x="758258" y="58282"/>
                  <a:pt x="771889" y="55057"/>
                  <a:pt x="784989" y="55057"/>
                </a:cubicBezTo>
                <a:cubicBezTo>
                  <a:pt x="796957" y="55123"/>
                  <a:pt x="805934" y="57783"/>
                  <a:pt x="811918" y="63036"/>
                </a:cubicBezTo>
                <a:cubicBezTo>
                  <a:pt x="817770" y="68422"/>
                  <a:pt x="820696" y="76135"/>
                  <a:pt x="820696" y="86176"/>
                </a:cubicBezTo>
                <a:lnTo>
                  <a:pt x="820197" y="127668"/>
                </a:lnTo>
                <a:cubicBezTo>
                  <a:pt x="819997" y="131059"/>
                  <a:pt x="820064" y="133785"/>
                  <a:pt x="820396" y="135847"/>
                </a:cubicBezTo>
                <a:cubicBezTo>
                  <a:pt x="820662" y="137974"/>
                  <a:pt x="821261" y="139570"/>
                  <a:pt x="822192" y="140634"/>
                </a:cubicBezTo>
                <a:cubicBezTo>
                  <a:pt x="823123" y="141698"/>
                  <a:pt x="824585" y="142463"/>
                  <a:pt x="826580" y="142928"/>
                </a:cubicBezTo>
                <a:cubicBezTo>
                  <a:pt x="828442" y="143460"/>
                  <a:pt x="831168" y="143726"/>
                  <a:pt x="834759" y="143726"/>
                </a:cubicBezTo>
                <a:lnTo>
                  <a:pt x="835357" y="148314"/>
                </a:lnTo>
                <a:cubicBezTo>
                  <a:pt x="825982" y="151506"/>
                  <a:pt x="817969" y="153102"/>
                  <a:pt x="811320" y="153102"/>
                </a:cubicBezTo>
                <a:cubicBezTo>
                  <a:pt x="802210" y="153102"/>
                  <a:pt x="796259" y="149544"/>
                  <a:pt x="793466" y="142429"/>
                </a:cubicBezTo>
                <a:cubicBezTo>
                  <a:pt x="784955" y="149544"/>
                  <a:pt x="776012" y="153102"/>
                  <a:pt x="766636" y="153102"/>
                </a:cubicBezTo>
                <a:cubicBezTo>
                  <a:pt x="757327" y="153168"/>
                  <a:pt x="749714" y="150841"/>
                  <a:pt x="743796" y="146120"/>
                </a:cubicBezTo>
                <a:cubicBezTo>
                  <a:pt x="737811" y="141532"/>
                  <a:pt x="734819" y="135049"/>
                  <a:pt x="734819" y="126670"/>
                </a:cubicBezTo>
                <a:cubicBezTo>
                  <a:pt x="734819" y="116297"/>
                  <a:pt x="739673" y="108651"/>
                  <a:pt x="749381" y="103730"/>
                </a:cubicBezTo>
                <a:cubicBezTo>
                  <a:pt x="759023" y="98876"/>
                  <a:pt x="773518" y="96449"/>
                  <a:pt x="792868" y="96449"/>
                </a:cubicBezTo>
                <a:lnTo>
                  <a:pt x="792968" y="88969"/>
                </a:lnTo>
                <a:cubicBezTo>
                  <a:pt x="793034" y="81920"/>
                  <a:pt x="791339" y="76667"/>
                  <a:pt x="787881" y="73210"/>
                </a:cubicBezTo>
                <a:cubicBezTo>
                  <a:pt x="784357" y="69951"/>
                  <a:pt x="778904" y="68289"/>
                  <a:pt x="771524" y="68222"/>
                </a:cubicBezTo>
                <a:cubicBezTo>
                  <a:pt x="764608" y="68222"/>
                  <a:pt x="756396" y="69719"/>
                  <a:pt x="746888" y="72711"/>
                </a:cubicBezTo>
                <a:lnTo>
                  <a:pt x="744095" y="64732"/>
                </a:lnTo>
                <a:close/>
                <a:moveTo>
                  <a:pt x="884706" y="69519"/>
                </a:moveTo>
                <a:cubicBezTo>
                  <a:pt x="884307" y="90265"/>
                  <a:pt x="884108" y="107853"/>
                  <a:pt x="884108" y="122282"/>
                </a:cubicBezTo>
                <a:cubicBezTo>
                  <a:pt x="884041" y="129064"/>
                  <a:pt x="885072" y="133686"/>
                  <a:pt x="887200" y="136146"/>
                </a:cubicBezTo>
                <a:cubicBezTo>
                  <a:pt x="889195" y="138739"/>
                  <a:pt x="893151" y="140036"/>
                  <a:pt x="899069" y="140036"/>
                </a:cubicBezTo>
                <a:cubicBezTo>
                  <a:pt x="903524" y="140036"/>
                  <a:pt x="908445" y="139770"/>
                  <a:pt x="913831" y="139238"/>
                </a:cubicBezTo>
                <a:lnTo>
                  <a:pt x="914629" y="145222"/>
                </a:lnTo>
                <a:cubicBezTo>
                  <a:pt x="904056" y="150409"/>
                  <a:pt x="894182" y="153002"/>
                  <a:pt x="885006" y="153002"/>
                </a:cubicBezTo>
                <a:cubicBezTo>
                  <a:pt x="875697" y="153002"/>
                  <a:pt x="868515" y="151040"/>
                  <a:pt x="863462" y="147117"/>
                </a:cubicBezTo>
                <a:cubicBezTo>
                  <a:pt x="858342" y="143327"/>
                  <a:pt x="855782" y="137476"/>
                  <a:pt x="855782" y="129563"/>
                </a:cubicBezTo>
                <a:cubicBezTo>
                  <a:pt x="855782" y="115732"/>
                  <a:pt x="855981" y="95551"/>
                  <a:pt x="856380" y="69020"/>
                </a:cubicBezTo>
                <a:lnTo>
                  <a:pt x="842915" y="65530"/>
                </a:lnTo>
                <a:lnTo>
                  <a:pt x="842017" y="60144"/>
                </a:lnTo>
                <a:lnTo>
                  <a:pt x="858674" y="58647"/>
                </a:lnTo>
                <a:lnTo>
                  <a:pt x="868149" y="35208"/>
                </a:lnTo>
                <a:cubicBezTo>
                  <a:pt x="873735" y="34211"/>
                  <a:pt x="878888" y="33247"/>
                  <a:pt x="883609" y="32316"/>
                </a:cubicBezTo>
                <a:lnTo>
                  <a:pt x="885006" y="33014"/>
                </a:lnTo>
                <a:cubicBezTo>
                  <a:pt x="884806" y="41126"/>
                  <a:pt x="884706" y="49671"/>
                  <a:pt x="884706" y="58647"/>
                </a:cubicBezTo>
                <a:lnTo>
                  <a:pt x="912634" y="58647"/>
                </a:lnTo>
                <a:lnTo>
                  <a:pt x="912634" y="69519"/>
                </a:lnTo>
                <a:lnTo>
                  <a:pt x="884706" y="69519"/>
                </a:lnTo>
                <a:close/>
                <a:moveTo>
                  <a:pt x="966662" y="21644"/>
                </a:moveTo>
                <a:cubicBezTo>
                  <a:pt x="966595" y="26232"/>
                  <a:pt x="965133" y="29955"/>
                  <a:pt x="962273" y="32815"/>
                </a:cubicBezTo>
                <a:cubicBezTo>
                  <a:pt x="959281" y="35740"/>
                  <a:pt x="955391" y="37170"/>
                  <a:pt x="950604" y="37103"/>
                </a:cubicBezTo>
                <a:cubicBezTo>
                  <a:pt x="946215" y="37103"/>
                  <a:pt x="942625" y="35740"/>
                  <a:pt x="939832" y="33014"/>
                </a:cubicBezTo>
                <a:cubicBezTo>
                  <a:pt x="936906" y="30354"/>
                  <a:pt x="935476" y="26863"/>
                  <a:pt x="935543" y="22541"/>
                </a:cubicBezTo>
                <a:cubicBezTo>
                  <a:pt x="935543" y="17887"/>
                  <a:pt x="937039" y="14163"/>
                  <a:pt x="940031" y="11370"/>
                </a:cubicBezTo>
                <a:cubicBezTo>
                  <a:pt x="943023" y="8711"/>
                  <a:pt x="946913" y="7348"/>
                  <a:pt x="951701" y="7281"/>
                </a:cubicBezTo>
                <a:cubicBezTo>
                  <a:pt x="956089" y="7281"/>
                  <a:pt x="959680" y="8511"/>
                  <a:pt x="962473" y="10971"/>
                </a:cubicBezTo>
                <a:cubicBezTo>
                  <a:pt x="965266" y="13498"/>
                  <a:pt x="966662" y="17056"/>
                  <a:pt x="966662" y="21644"/>
                </a:cubicBezTo>
                <a:moveTo>
                  <a:pt x="922776" y="62338"/>
                </a:moveTo>
                <a:cubicBezTo>
                  <a:pt x="939134" y="59944"/>
                  <a:pt x="953496" y="57384"/>
                  <a:pt x="965864" y="54658"/>
                </a:cubicBezTo>
                <a:lnTo>
                  <a:pt x="966961" y="55456"/>
                </a:lnTo>
                <a:cubicBezTo>
                  <a:pt x="966562" y="64632"/>
                  <a:pt x="966363" y="74406"/>
                  <a:pt x="966363" y="84779"/>
                </a:cubicBezTo>
                <a:lnTo>
                  <a:pt x="966363" y="122382"/>
                </a:lnTo>
                <a:cubicBezTo>
                  <a:pt x="966363" y="130361"/>
                  <a:pt x="966429" y="135880"/>
                  <a:pt x="966562" y="138939"/>
                </a:cubicBezTo>
                <a:cubicBezTo>
                  <a:pt x="966629" y="140734"/>
                  <a:pt x="967460" y="141864"/>
                  <a:pt x="969056" y="142330"/>
                </a:cubicBezTo>
                <a:lnTo>
                  <a:pt x="981523" y="145821"/>
                </a:lnTo>
                <a:lnTo>
                  <a:pt x="981823" y="150608"/>
                </a:lnTo>
                <a:cubicBezTo>
                  <a:pt x="971915" y="150409"/>
                  <a:pt x="962140" y="150309"/>
                  <a:pt x="952499" y="150309"/>
                </a:cubicBezTo>
                <a:cubicBezTo>
                  <a:pt x="942591" y="150309"/>
                  <a:pt x="932817" y="150409"/>
                  <a:pt x="923175" y="150608"/>
                </a:cubicBezTo>
                <a:lnTo>
                  <a:pt x="922676" y="145821"/>
                </a:lnTo>
                <a:lnTo>
                  <a:pt x="935343" y="142330"/>
                </a:lnTo>
                <a:cubicBezTo>
                  <a:pt x="936806" y="141931"/>
                  <a:pt x="937604" y="140684"/>
                  <a:pt x="937737" y="138589"/>
                </a:cubicBezTo>
                <a:cubicBezTo>
                  <a:pt x="937870" y="136495"/>
                  <a:pt x="937970" y="132389"/>
                  <a:pt x="938036" y="126271"/>
                </a:cubicBezTo>
                <a:lnTo>
                  <a:pt x="938036" y="94155"/>
                </a:lnTo>
                <a:cubicBezTo>
                  <a:pt x="938036" y="85511"/>
                  <a:pt x="937903" y="77498"/>
                  <a:pt x="937638" y="70118"/>
                </a:cubicBezTo>
                <a:lnTo>
                  <a:pt x="923375" y="66427"/>
                </a:lnTo>
                <a:lnTo>
                  <a:pt x="922776" y="62338"/>
                </a:lnTo>
                <a:close/>
                <a:moveTo>
                  <a:pt x="1019939" y="102932"/>
                </a:moveTo>
                <a:cubicBezTo>
                  <a:pt x="1019872" y="115101"/>
                  <a:pt x="1021701" y="124908"/>
                  <a:pt x="1025424" y="132356"/>
                </a:cubicBezTo>
                <a:cubicBezTo>
                  <a:pt x="1029015" y="139936"/>
                  <a:pt x="1034800" y="143726"/>
                  <a:pt x="1042779" y="143726"/>
                </a:cubicBezTo>
                <a:cubicBezTo>
                  <a:pt x="1050227" y="143793"/>
                  <a:pt x="1055712" y="140468"/>
                  <a:pt x="1059237" y="133752"/>
                </a:cubicBezTo>
                <a:cubicBezTo>
                  <a:pt x="1062694" y="127103"/>
                  <a:pt x="1064423" y="117228"/>
                  <a:pt x="1064423" y="104129"/>
                </a:cubicBezTo>
                <a:cubicBezTo>
                  <a:pt x="1064423" y="91894"/>
                  <a:pt x="1062594" y="82186"/>
                  <a:pt x="1058937" y="75005"/>
                </a:cubicBezTo>
                <a:cubicBezTo>
                  <a:pt x="1055214" y="67957"/>
                  <a:pt x="1049429" y="64432"/>
                  <a:pt x="1041582" y="64432"/>
                </a:cubicBezTo>
                <a:cubicBezTo>
                  <a:pt x="1034202" y="64432"/>
                  <a:pt x="1028782" y="67624"/>
                  <a:pt x="1025325" y="74007"/>
                </a:cubicBezTo>
                <a:cubicBezTo>
                  <a:pt x="1021734" y="80457"/>
                  <a:pt x="1019939" y="90099"/>
                  <a:pt x="1019939" y="102932"/>
                </a:cubicBezTo>
                <a:moveTo>
                  <a:pt x="1095343" y="102134"/>
                </a:moveTo>
                <a:cubicBezTo>
                  <a:pt x="1095276" y="117295"/>
                  <a:pt x="1090223" y="129563"/>
                  <a:pt x="1080182" y="138939"/>
                </a:cubicBezTo>
                <a:cubicBezTo>
                  <a:pt x="1070075" y="148447"/>
                  <a:pt x="1056909" y="153168"/>
                  <a:pt x="1040685" y="153102"/>
                </a:cubicBezTo>
                <a:cubicBezTo>
                  <a:pt x="1024926" y="153102"/>
                  <a:pt x="1012358" y="148647"/>
                  <a:pt x="1002983" y="139736"/>
                </a:cubicBezTo>
                <a:cubicBezTo>
                  <a:pt x="993607" y="130893"/>
                  <a:pt x="988919" y="119290"/>
                  <a:pt x="988919" y="104927"/>
                </a:cubicBezTo>
                <a:cubicBezTo>
                  <a:pt x="988853" y="90365"/>
                  <a:pt x="993773" y="78396"/>
                  <a:pt x="1003681" y="69020"/>
                </a:cubicBezTo>
                <a:cubicBezTo>
                  <a:pt x="1013522" y="59778"/>
                  <a:pt x="1026821" y="55123"/>
                  <a:pt x="1043577" y="55057"/>
                </a:cubicBezTo>
                <a:cubicBezTo>
                  <a:pt x="1059403" y="55057"/>
                  <a:pt x="1072003" y="59346"/>
                  <a:pt x="1081379" y="67923"/>
                </a:cubicBezTo>
                <a:cubicBezTo>
                  <a:pt x="1090622" y="76634"/>
                  <a:pt x="1095276" y="88038"/>
                  <a:pt x="1095343" y="102134"/>
                </a:cubicBezTo>
                <a:close/>
                <a:moveTo>
                  <a:pt x="1111331" y="62338"/>
                </a:moveTo>
                <a:cubicBezTo>
                  <a:pt x="1126691" y="60077"/>
                  <a:pt x="1140721" y="57550"/>
                  <a:pt x="1153422" y="54758"/>
                </a:cubicBezTo>
                <a:lnTo>
                  <a:pt x="1154918" y="55555"/>
                </a:lnTo>
                <a:lnTo>
                  <a:pt x="1154918" y="66228"/>
                </a:lnTo>
                <a:cubicBezTo>
                  <a:pt x="1166155" y="58780"/>
                  <a:pt x="1177260" y="55057"/>
                  <a:pt x="1188231" y="55057"/>
                </a:cubicBezTo>
                <a:cubicBezTo>
                  <a:pt x="1197873" y="55057"/>
                  <a:pt x="1205486" y="57683"/>
                  <a:pt x="1211072" y="62936"/>
                </a:cubicBezTo>
                <a:cubicBezTo>
                  <a:pt x="1216524" y="68322"/>
                  <a:pt x="1219284" y="75836"/>
                  <a:pt x="1219350" y="85478"/>
                </a:cubicBezTo>
                <a:lnTo>
                  <a:pt x="1219350" y="120487"/>
                </a:lnTo>
                <a:cubicBezTo>
                  <a:pt x="1219350" y="128798"/>
                  <a:pt x="1219417" y="134949"/>
                  <a:pt x="1219550" y="138939"/>
                </a:cubicBezTo>
                <a:cubicBezTo>
                  <a:pt x="1219550" y="140734"/>
                  <a:pt x="1220414" y="141864"/>
                  <a:pt x="1222143" y="142330"/>
                </a:cubicBezTo>
                <a:lnTo>
                  <a:pt x="1234211" y="145821"/>
                </a:lnTo>
                <a:lnTo>
                  <a:pt x="1234511" y="150608"/>
                </a:lnTo>
                <a:cubicBezTo>
                  <a:pt x="1225002" y="150409"/>
                  <a:pt x="1215427" y="150309"/>
                  <a:pt x="1205785" y="150309"/>
                </a:cubicBezTo>
                <a:cubicBezTo>
                  <a:pt x="1195811" y="150309"/>
                  <a:pt x="1186835" y="150409"/>
                  <a:pt x="1178855" y="150608"/>
                </a:cubicBezTo>
                <a:lnTo>
                  <a:pt x="1178457" y="145821"/>
                </a:lnTo>
                <a:lnTo>
                  <a:pt x="1188431" y="142828"/>
                </a:lnTo>
                <a:cubicBezTo>
                  <a:pt x="1189893" y="142363"/>
                  <a:pt x="1190725" y="141366"/>
                  <a:pt x="1190924" y="139836"/>
                </a:cubicBezTo>
                <a:cubicBezTo>
                  <a:pt x="1190991" y="138839"/>
                  <a:pt x="1191024" y="136744"/>
                  <a:pt x="1191024" y="133553"/>
                </a:cubicBezTo>
                <a:lnTo>
                  <a:pt x="1191024" y="91761"/>
                </a:lnTo>
                <a:cubicBezTo>
                  <a:pt x="1191024" y="83583"/>
                  <a:pt x="1189428" y="77698"/>
                  <a:pt x="1186236" y="74107"/>
                </a:cubicBezTo>
                <a:cubicBezTo>
                  <a:pt x="1182978" y="70650"/>
                  <a:pt x="1178224" y="68887"/>
                  <a:pt x="1171973" y="68821"/>
                </a:cubicBezTo>
                <a:cubicBezTo>
                  <a:pt x="1166454" y="68821"/>
                  <a:pt x="1160769" y="70417"/>
                  <a:pt x="1154918" y="73608"/>
                </a:cubicBezTo>
                <a:lnTo>
                  <a:pt x="1154918" y="116497"/>
                </a:lnTo>
                <a:cubicBezTo>
                  <a:pt x="1154918" y="124875"/>
                  <a:pt x="1154984" y="132489"/>
                  <a:pt x="1155117" y="139337"/>
                </a:cubicBezTo>
                <a:cubicBezTo>
                  <a:pt x="1155117" y="141133"/>
                  <a:pt x="1155882" y="142230"/>
                  <a:pt x="1157411" y="142629"/>
                </a:cubicBezTo>
                <a:lnTo>
                  <a:pt x="1167784" y="145821"/>
                </a:lnTo>
                <a:lnTo>
                  <a:pt x="1167984" y="150608"/>
                </a:lnTo>
                <a:cubicBezTo>
                  <a:pt x="1159672" y="150409"/>
                  <a:pt x="1150695" y="150309"/>
                  <a:pt x="1141054" y="150309"/>
                </a:cubicBezTo>
                <a:cubicBezTo>
                  <a:pt x="1131146" y="150309"/>
                  <a:pt x="1121405" y="150409"/>
                  <a:pt x="1111830" y="150608"/>
                </a:cubicBezTo>
                <a:lnTo>
                  <a:pt x="1111331" y="145821"/>
                </a:lnTo>
                <a:lnTo>
                  <a:pt x="1124198" y="142330"/>
                </a:lnTo>
                <a:cubicBezTo>
                  <a:pt x="1125594" y="141931"/>
                  <a:pt x="1126359" y="140933"/>
                  <a:pt x="1126492" y="139337"/>
                </a:cubicBezTo>
                <a:cubicBezTo>
                  <a:pt x="1126558" y="135082"/>
                  <a:pt x="1126591" y="130993"/>
                  <a:pt x="1126591" y="127069"/>
                </a:cubicBezTo>
                <a:lnTo>
                  <a:pt x="1126591" y="94255"/>
                </a:lnTo>
                <a:cubicBezTo>
                  <a:pt x="1126591" y="85611"/>
                  <a:pt x="1126458" y="77565"/>
                  <a:pt x="1126192" y="70118"/>
                </a:cubicBezTo>
                <a:lnTo>
                  <a:pt x="1111930" y="66427"/>
                </a:lnTo>
                <a:lnTo>
                  <a:pt x="1111331" y="62338"/>
                </a:lnTo>
                <a:close/>
                <a:moveTo>
                  <a:pt x="1297578" y="66327"/>
                </a:moveTo>
                <a:cubicBezTo>
                  <a:pt x="1293389" y="65330"/>
                  <a:pt x="1288867" y="64831"/>
                  <a:pt x="1284013" y="64831"/>
                </a:cubicBezTo>
                <a:cubicBezTo>
                  <a:pt x="1277896" y="64898"/>
                  <a:pt x="1272975" y="65962"/>
                  <a:pt x="1269252" y="68023"/>
                </a:cubicBezTo>
                <a:cubicBezTo>
                  <a:pt x="1265328" y="70217"/>
                  <a:pt x="1263400" y="73243"/>
                  <a:pt x="1263467" y="77099"/>
                </a:cubicBezTo>
                <a:cubicBezTo>
                  <a:pt x="1263400" y="80092"/>
                  <a:pt x="1264231" y="82386"/>
                  <a:pt x="1265960" y="83981"/>
                </a:cubicBezTo>
                <a:cubicBezTo>
                  <a:pt x="1267556" y="85710"/>
                  <a:pt x="1270415" y="87240"/>
                  <a:pt x="1274538" y="88570"/>
                </a:cubicBezTo>
                <a:lnTo>
                  <a:pt x="1290496" y="94155"/>
                </a:lnTo>
                <a:cubicBezTo>
                  <a:pt x="1299938" y="97480"/>
                  <a:pt x="1306887" y="101403"/>
                  <a:pt x="1311342" y="105924"/>
                </a:cubicBezTo>
                <a:cubicBezTo>
                  <a:pt x="1315731" y="110645"/>
                  <a:pt x="1317925" y="116979"/>
                  <a:pt x="1317925" y="124925"/>
                </a:cubicBezTo>
                <a:cubicBezTo>
                  <a:pt x="1317925" y="132871"/>
                  <a:pt x="1313836" y="139537"/>
                  <a:pt x="1305657" y="144923"/>
                </a:cubicBezTo>
                <a:cubicBezTo>
                  <a:pt x="1297345" y="150442"/>
                  <a:pt x="1286540" y="153168"/>
                  <a:pt x="1273241" y="153102"/>
                </a:cubicBezTo>
                <a:cubicBezTo>
                  <a:pt x="1262070" y="153102"/>
                  <a:pt x="1251099" y="150808"/>
                  <a:pt x="1240327" y="146220"/>
                </a:cubicBezTo>
                <a:cubicBezTo>
                  <a:pt x="1242521" y="137376"/>
                  <a:pt x="1244383" y="128732"/>
                  <a:pt x="1245912" y="120287"/>
                </a:cubicBezTo>
                <a:lnTo>
                  <a:pt x="1250999" y="119489"/>
                </a:lnTo>
                <a:lnTo>
                  <a:pt x="1258180" y="141233"/>
                </a:lnTo>
                <a:cubicBezTo>
                  <a:pt x="1262237" y="142629"/>
                  <a:pt x="1267323" y="143327"/>
                  <a:pt x="1273441" y="143327"/>
                </a:cubicBezTo>
                <a:cubicBezTo>
                  <a:pt x="1279226" y="143327"/>
                  <a:pt x="1283913" y="142230"/>
                  <a:pt x="1287504" y="140036"/>
                </a:cubicBezTo>
                <a:cubicBezTo>
                  <a:pt x="1291095" y="137841"/>
                  <a:pt x="1292890" y="134783"/>
                  <a:pt x="1292890" y="130860"/>
                </a:cubicBezTo>
                <a:cubicBezTo>
                  <a:pt x="1292824" y="127668"/>
                  <a:pt x="1291760" y="124908"/>
                  <a:pt x="1289698" y="122581"/>
                </a:cubicBezTo>
                <a:cubicBezTo>
                  <a:pt x="1287504" y="120387"/>
                  <a:pt x="1283182" y="118192"/>
                  <a:pt x="1276732" y="115998"/>
                </a:cubicBezTo>
                <a:lnTo>
                  <a:pt x="1264564" y="111809"/>
                </a:lnTo>
                <a:cubicBezTo>
                  <a:pt x="1256718" y="109149"/>
                  <a:pt x="1250866" y="105592"/>
                  <a:pt x="1247009" y="101137"/>
                </a:cubicBezTo>
                <a:cubicBezTo>
                  <a:pt x="1243086" y="96881"/>
                  <a:pt x="1241108" y="90747"/>
                  <a:pt x="1241075" y="82735"/>
                </a:cubicBezTo>
                <a:cubicBezTo>
                  <a:pt x="1241042" y="74722"/>
                  <a:pt x="1244882" y="68090"/>
                  <a:pt x="1252595" y="62837"/>
                </a:cubicBezTo>
                <a:cubicBezTo>
                  <a:pt x="1260175" y="57650"/>
                  <a:pt x="1270714" y="55057"/>
                  <a:pt x="1284213" y="55057"/>
                </a:cubicBezTo>
                <a:cubicBezTo>
                  <a:pt x="1295251" y="55057"/>
                  <a:pt x="1305225" y="56686"/>
                  <a:pt x="1314135" y="59944"/>
                </a:cubicBezTo>
                <a:cubicBezTo>
                  <a:pt x="1312140" y="68655"/>
                  <a:pt x="1310444" y="76900"/>
                  <a:pt x="1309048" y="84680"/>
                </a:cubicBezTo>
                <a:lnTo>
                  <a:pt x="1303562" y="85478"/>
                </a:lnTo>
                <a:lnTo>
                  <a:pt x="1297578" y="66327"/>
                </a:lnTo>
                <a:close/>
              </a:path>
            </a:pathLst>
          </a:custGeom>
          <a:solidFill xmlns:a="http://schemas.openxmlformats.org/drawingml/2006/main">
            <a:srgbClr val="454545"/>
          </a:solidFill>
          <a:ln xmlns:a="http://schemas.openxmlformats.org/drawingml/2006/main" w="0" cap="flat">
            <a:noFill/>
            <a:miter/>
          </a:ln>
        </p:spPr>
      </p:sp>
      <p:sp>
        <p:nvSpPr>
          <p:cNvPr id="17" name="Text Generation">
            <a:extLst xmlns:a="http://schemas.openxmlformats.org/drawingml/2006/main">
              <a:ext uri="{FF2B5EF4-FFF2-40B4-BE49-F238E27FC236}">
                <a16:creationId xmlns:a16="http://schemas.microsoft.com/office/drawing/2014/main" id="{89CDA1E8-F5B5-4357-B553-B0077E1C7DD7}"/>
              </a:ext>
            </a:extLst>
          </p:cNvPr>
          <p:cNvSpPr>
            <a:spLocks xmlns:a="http://schemas.openxmlformats.org/drawingml/2006/main" noGrp="1"/>
          </p:cNvSpPr>
          <p:nvPr/>
        </p:nvSpPr>
        <p:spPr>
          <a:xfrm xmlns:a="http://schemas.openxmlformats.org/drawingml/2006/main">
            <a:off x="6911178" y="1341963"/>
            <a:ext cx="1092196" cy="146785"/>
          </a:xfrm>
          <a:custGeom xmlns:a="http://schemas.openxmlformats.org/drawingml/2006/main">
            <a:pathLst>
              <a:path w="1092196" h="146785">
                <a:moveTo>
                  <a:pt x="112807" y="40195"/>
                </a:moveTo>
                <a:lnTo>
                  <a:pt x="107221" y="40993"/>
                </a:lnTo>
                <a:lnTo>
                  <a:pt x="100239" y="13465"/>
                </a:lnTo>
                <a:cubicBezTo>
                  <a:pt x="94654" y="11670"/>
                  <a:pt x="88137" y="10772"/>
                  <a:pt x="80690" y="10772"/>
                </a:cubicBezTo>
                <a:cubicBezTo>
                  <a:pt x="65729" y="10772"/>
                  <a:pt x="54126" y="16291"/>
                  <a:pt x="45881" y="27329"/>
                </a:cubicBezTo>
                <a:cubicBezTo>
                  <a:pt x="37502" y="38433"/>
                  <a:pt x="33313" y="53660"/>
                  <a:pt x="33313" y="73010"/>
                </a:cubicBezTo>
                <a:cubicBezTo>
                  <a:pt x="33313" y="93291"/>
                  <a:pt x="37502" y="109050"/>
                  <a:pt x="45881" y="120287"/>
                </a:cubicBezTo>
                <a:cubicBezTo>
                  <a:pt x="54259" y="131591"/>
                  <a:pt x="65995" y="137243"/>
                  <a:pt x="81089" y="137243"/>
                </a:cubicBezTo>
                <a:cubicBezTo>
                  <a:pt x="84680" y="137243"/>
                  <a:pt x="88536" y="136944"/>
                  <a:pt x="92659" y="136345"/>
                </a:cubicBezTo>
                <a:lnTo>
                  <a:pt x="92659" y="110114"/>
                </a:lnTo>
                <a:cubicBezTo>
                  <a:pt x="92659" y="106855"/>
                  <a:pt x="92659" y="103830"/>
                  <a:pt x="92659" y="101037"/>
                </a:cubicBezTo>
                <a:cubicBezTo>
                  <a:pt x="92526" y="98377"/>
                  <a:pt x="92459" y="95884"/>
                  <a:pt x="92459" y="93557"/>
                </a:cubicBezTo>
                <a:cubicBezTo>
                  <a:pt x="92326" y="91894"/>
                  <a:pt x="91495" y="90797"/>
                  <a:pt x="89966" y="90265"/>
                </a:cubicBezTo>
                <a:lnTo>
                  <a:pt x="76401" y="86375"/>
                </a:lnTo>
                <a:lnTo>
                  <a:pt x="76102" y="81388"/>
                </a:lnTo>
                <a:cubicBezTo>
                  <a:pt x="85478" y="81588"/>
                  <a:pt x="95718" y="81687"/>
                  <a:pt x="106822" y="81687"/>
                </a:cubicBezTo>
                <a:cubicBezTo>
                  <a:pt x="118192" y="81687"/>
                  <a:pt x="127934" y="81588"/>
                  <a:pt x="136046" y="81388"/>
                </a:cubicBezTo>
                <a:lnTo>
                  <a:pt x="136644" y="86375"/>
                </a:lnTo>
                <a:lnTo>
                  <a:pt x="124775" y="89667"/>
                </a:lnTo>
                <a:cubicBezTo>
                  <a:pt x="123113" y="90199"/>
                  <a:pt x="122232" y="91512"/>
                  <a:pt x="122132" y="93606"/>
                </a:cubicBezTo>
                <a:cubicBezTo>
                  <a:pt x="122032" y="95701"/>
                  <a:pt x="122016" y="98078"/>
                  <a:pt x="122082" y="100738"/>
                </a:cubicBezTo>
                <a:cubicBezTo>
                  <a:pt x="121949" y="103531"/>
                  <a:pt x="121916" y="106523"/>
                  <a:pt x="121983" y="109715"/>
                </a:cubicBezTo>
                <a:lnTo>
                  <a:pt x="121983" y="141133"/>
                </a:lnTo>
                <a:lnTo>
                  <a:pt x="121284" y="141831"/>
                </a:lnTo>
                <a:cubicBezTo>
                  <a:pt x="106922" y="145156"/>
                  <a:pt x="93324" y="146785"/>
                  <a:pt x="80491" y="146718"/>
                </a:cubicBezTo>
                <a:cubicBezTo>
                  <a:pt x="56220" y="146718"/>
                  <a:pt x="36771" y="140534"/>
                  <a:pt x="22142" y="128167"/>
                </a:cubicBezTo>
                <a:cubicBezTo>
                  <a:pt x="7381" y="115799"/>
                  <a:pt x="0" y="98544"/>
                  <a:pt x="0" y="76401"/>
                </a:cubicBezTo>
                <a:cubicBezTo>
                  <a:pt x="0" y="52862"/>
                  <a:pt x="7381" y="34410"/>
                  <a:pt x="22142" y="21045"/>
                </a:cubicBezTo>
                <a:cubicBezTo>
                  <a:pt x="36771" y="7813"/>
                  <a:pt x="56852" y="1164"/>
                  <a:pt x="82386" y="1097"/>
                </a:cubicBezTo>
                <a:cubicBezTo>
                  <a:pt x="94554" y="1164"/>
                  <a:pt x="106589" y="2527"/>
                  <a:pt x="118492" y="5187"/>
                </a:cubicBezTo>
                <a:lnTo>
                  <a:pt x="119190" y="6084"/>
                </a:lnTo>
                <a:lnTo>
                  <a:pt x="112807" y="40195"/>
                </a:lnTo>
                <a:close/>
                <a:moveTo>
                  <a:pt x="249190" y="136445"/>
                </a:moveTo>
                <a:cubicBezTo>
                  <a:pt x="236889" y="142762"/>
                  <a:pt x="223922" y="145887"/>
                  <a:pt x="210291" y="145821"/>
                </a:cubicBezTo>
                <a:cubicBezTo>
                  <a:pt x="194000" y="145887"/>
                  <a:pt x="180768" y="141864"/>
                  <a:pt x="170594" y="133752"/>
                </a:cubicBezTo>
                <a:cubicBezTo>
                  <a:pt x="160288" y="125839"/>
                  <a:pt x="155135" y="114037"/>
                  <a:pt x="155135" y="98344"/>
                </a:cubicBezTo>
                <a:cubicBezTo>
                  <a:pt x="155135" y="83516"/>
                  <a:pt x="160088" y="71348"/>
                  <a:pt x="169996" y="61839"/>
                </a:cubicBezTo>
                <a:cubicBezTo>
                  <a:pt x="179837" y="52463"/>
                  <a:pt x="192404" y="47776"/>
                  <a:pt x="207698" y="47776"/>
                </a:cubicBezTo>
                <a:cubicBezTo>
                  <a:pt x="221063" y="47776"/>
                  <a:pt x="231403" y="51366"/>
                  <a:pt x="238717" y="58548"/>
                </a:cubicBezTo>
                <a:cubicBezTo>
                  <a:pt x="245965" y="65862"/>
                  <a:pt x="249589" y="75836"/>
                  <a:pt x="249589" y="88470"/>
                </a:cubicBezTo>
                <a:cubicBezTo>
                  <a:pt x="249589" y="90398"/>
                  <a:pt x="249489" y="92393"/>
                  <a:pt x="249290" y="94454"/>
                </a:cubicBezTo>
                <a:lnTo>
                  <a:pt x="185555" y="94454"/>
                </a:lnTo>
                <a:cubicBezTo>
                  <a:pt x="185555" y="107819"/>
                  <a:pt x="188847" y="117428"/>
                  <a:pt x="195430" y="123279"/>
                </a:cubicBezTo>
                <a:cubicBezTo>
                  <a:pt x="201880" y="129197"/>
                  <a:pt x="212618" y="132123"/>
                  <a:pt x="227646" y="132056"/>
                </a:cubicBezTo>
                <a:cubicBezTo>
                  <a:pt x="234894" y="132123"/>
                  <a:pt x="241809" y="131491"/>
                  <a:pt x="248392" y="130161"/>
                </a:cubicBezTo>
                <a:lnTo>
                  <a:pt x="249190" y="136445"/>
                </a:lnTo>
                <a:moveTo>
                  <a:pt x="219268" y="84779"/>
                </a:moveTo>
                <a:lnTo>
                  <a:pt x="219268" y="82386"/>
                </a:lnTo>
                <a:cubicBezTo>
                  <a:pt x="219268" y="73343"/>
                  <a:pt x="218137" y="66859"/>
                  <a:pt x="215877" y="62936"/>
                </a:cubicBezTo>
                <a:cubicBezTo>
                  <a:pt x="213483" y="59080"/>
                  <a:pt x="209959" y="57118"/>
                  <a:pt x="205304" y="57052"/>
                </a:cubicBezTo>
                <a:cubicBezTo>
                  <a:pt x="199586" y="57052"/>
                  <a:pt x="195097" y="59745"/>
                  <a:pt x="191839" y="65131"/>
                </a:cubicBezTo>
                <a:cubicBezTo>
                  <a:pt x="188381" y="70650"/>
                  <a:pt x="186420" y="77199"/>
                  <a:pt x="185954" y="84779"/>
                </a:cubicBezTo>
                <a:lnTo>
                  <a:pt x="219268" y="84779"/>
                </a:lnTo>
                <a:close/>
                <a:moveTo>
                  <a:pt x="261934" y="55057"/>
                </a:moveTo>
                <a:cubicBezTo>
                  <a:pt x="277294" y="52796"/>
                  <a:pt x="291324" y="50269"/>
                  <a:pt x="304024" y="47476"/>
                </a:cubicBezTo>
                <a:lnTo>
                  <a:pt x="305520" y="48274"/>
                </a:lnTo>
                <a:lnTo>
                  <a:pt x="305520" y="58947"/>
                </a:lnTo>
                <a:cubicBezTo>
                  <a:pt x="316758" y="51499"/>
                  <a:pt x="327862" y="47776"/>
                  <a:pt x="338834" y="47776"/>
                </a:cubicBezTo>
                <a:cubicBezTo>
                  <a:pt x="348475" y="47776"/>
                  <a:pt x="356089" y="50402"/>
                  <a:pt x="361674" y="55655"/>
                </a:cubicBezTo>
                <a:cubicBezTo>
                  <a:pt x="367127" y="61041"/>
                  <a:pt x="369886" y="68555"/>
                  <a:pt x="369953" y="78197"/>
                </a:cubicBezTo>
                <a:lnTo>
                  <a:pt x="369953" y="113205"/>
                </a:lnTo>
                <a:cubicBezTo>
                  <a:pt x="369953" y="121517"/>
                  <a:pt x="370019" y="127668"/>
                  <a:pt x="370152" y="131657"/>
                </a:cubicBezTo>
                <a:cubicBezTo>
                  <a:pt x="370152" y="133453"/>
                  <a:pt x="371017" y="134583"/>
                  <a:pt x="372745" y="135049"/>
                </a:cubicBezTo>
                <a:lnTo>
                  <a:pt x="384814" y="138540"/>
                </a:lnTo>
                <a:lnTo>
                  <a:pt x="385113" y="143327"/>
                </a:lnTo>
                <a:cubicBezTo>
                  <a:pt x="375605" y="143128"/>
                  <a:pt x="366030" y="143028"/>
                  <a:pt x="356388" y="143028"/>
                </a:cubicBezTo>
                <a:cubicBezTo>
                  <a:pt x="346414" y="143028"/>
                  <a:pt x="337437" y="143128"/>
                  <a:pt x="329458" y="143327"/>
                </a:cubicBezTo>
                <a:lnTo>
                  <a:pt x="329059" y="138540"/>
                </a:lnTo>
                <a:lnTo>
                  <a:pt x="339033" y="135547"/>
                </a:lnTo>
                <a:cubicBezTo>
                  <a:pt x="340496" y="135082"/>
                  <a:pt x="341327" y="134084"/>
                  <a:pt x="341527" y="132555"/>
                </a:cubicBezTo>
                <a:cubicBezTo>
                  <a:pt x="341593" y="131558"/>
                  <a:pt x="341626" y="129463"/>
                  <a:pt x="341626" y="126271"/>
                </a:cubicBezTo>
                <a:lnTo>
                  <a:pt x="341626" y="84480"/>
                </a:lnTo>
                <a:cubicBezTo>
                  <a:pt x="341626" y="76301"/>
                  <a:pt x="340031" y="70417"/>
                  <a:pt x="336839" y="66826"/>
                </a:cubicBezTo>
                <a:cubicBezTo>
                  <a:pt x="333581" y="63368"/>
                  <a:pt x="328826" y="61606"/>
                  <a:pt x="322576" y="61540"/>
                </a:cubicBezTo>
                <a:cubicBezTo>
                  <a:pt x="317057" y="61540"/>
                  <a:pt x="311372" y="63136"/>
                  <a:pt x="305520" y="66327"/>
                </a:cubicBezTo>
                <a:lnTo>
                  <a:pt x="305520" y="109216"/>
                </a:lnTo>
                <a:cubicBezTo>
                  <a:pt x="305520" y="117594"/>
                  <a:pt x="305587" y="125208"/>
                  <a:pt x="305720" y="132056"/>
                </a:cubicBezTo>
                <a:cubicBezTo>
                  <a:pt x="305720" y="133852"/>
                  <a:pt x="306484" y="134949"/>
                  <a:pt x="308014" y="135348"/>
                </a:cubicBezTo>
                <a:lnTo>
                  <a:pt x="318387" y="138540"/>
                </a:lnTo>
                <a:lnTo>
                  <a:pt x="318586" y="143327"/>
                </a:lnTo>
                <a:cubicBezTo>
                  <a:pt x="310275" y="143128"/>
                  <a:pt x="301298" y="143028"/>
                  <a:pt x="291656" y="143028"/>
                </a:cubicBezTo>
                <a:cubicBezTo>
                  <a:pt x="281749" y="143028"/>
                  <a:pt x="272008" y="143128"/>
                  <a:pt x="262432" y="143327"/>
                </a:cubicBezTo>
                <a:lnTo>
                  <a:pt x="261934" y="138540"/>
                </a:lnTo>
                <a:lnTo>
                  <a:pt x="274800" y="135049"/>
                </a:lnTo>
                <a:cubicBezTo>
                  <a:pt x="276197" y="134650"/>
                  <a:pt x="276961" y="133652"/>
                  <a:pt x="277094" y="132056"/>
                </a:cubicBezTo>
                <a:cubicBezTo>
                  <a:pt x="277161" y="127801"/>
                  <a:pt x="277194" y="123711"/>
                  <a:pt x="277194" y="119788"/>
                </a:cubicBezTo>
                <a:lnTo>
                  <a:pt x="277194" y="86974"/>
                </a:lnTo>
                <a:cubicBezTo>
                  <a:pt x="277194" y="78330"/>
                  <a:pt x="277061" y="70284"/>
                  <a:pt x="276795" y="62837"/>
                </a:cubicBezTo>
                <a:lnTo>
                  <a:pt x="262532" y="59146"/>
                </a:lnTo>
                <a:lnTo>
                  <a:pt x="261934" y="55057"/>
                </a:lnTo>
                <a:close/>
                <a:moveTo>
                  <a:pt x="484884" y="136445"/>
                </a:moveTo>
                <a:cubicBezTo>
                  <a:pt x="472583" y="142762"/>
                  <a:pt x="459617" y="145887"/>
                  <a:pt x="445986" y="145821"/>
                </a:cubicBezTo>
                <a:cubicBezTo>
                  <a:pt x="429695" y="145887"/>
                  <a:pt x="416462" y="141864"/>
                  <a:pt x="406289" y="133752"/>
                </a:cubicBezTo>
                <a:cubicBezTo>
                  <a:pt x="395982" y="125839"/>
                  <a:pt x="390829" y="114037"/>
                  <a:pt x="390829" y="98344"/>
                </a:cubicBezTo>
                <a:cubicBezTo>
                  <a:pt x="390829" y="83516"/>
                  <a:pt x="395783" y="71348"/>
                  <a:pt x="405690" y="61839"/>
                </a:cubicBezTo>
                <a:cubicBezTo>
                  <a:pt x="415532" y="52463"/>
                  <a:pt x="428099" y="47776"/>
                  <a:pt x="443392" y="47776"/>
                </a:cubicBezTo>
                <a:cubicBezTo>
                  <a:pt x="456758" y="47776"/>
                  <a:pt x="467097" y="51366"/>
                  <a:pt x="474412" y="58548"/>
                </a:cubicBezTo>
                <a:cubicBezTo>
                  <a:pt x="481659" y="65862"/>
                  <a:pt x="485283" y="75836"/>
                  <a:pt x="485283" y="88470"/>
                </a:cubicBezTo>
                <a:cubicBezTo>
                  <a:pt x="485283" y="90398"/>
                  <a:pt x="485184" y="92393"/>
                  <a:pt x="484984" y="94454"/>
                </a:cubicBezTo>
                <a:lnTo>
                  <a:pt x="421250" y="94454"/>
                </a:lnTo>
                <a:cubicBezTo>
                  <a:pt x="421250" y="107819"/>
                  <a:pt x="424541" y="117428"/>
                  <a:pt x="431124" y="123279"/>
                </a:cubicBezTo>
                <a:cubicBezTo>
                  <a:pt x="437574" y="129197"/>
                  <a:pt x="448313" y="132123"/>
                  <a:pt x="463340" y="132056"/>
                </a:cubicBezTo>
                <a:cubicBezTo>
                  <a:pt x="470588" y="132123"/>
                  <a:pt x="477504" y="131491"/>
                  <a:pt x="484087" y="130161"/>
                </a:cubicBezTo>
                <a:lnTo>
                  <a:pt x="484884" y="136445"/>
                </a:lnTo>
                <a:moveTo>
                  <a:pt x="454962" y="84779"/>
                </a:moveTo>
                <a:lnTo>
                  <a:pt x="454962" y="82386"/>
                </a:lnTo>
                <a:cubicBezTo>
                  <a:pt x="454962" y="73343"/>
                  <a:pt x="453832" y="66859"/>
                  <a:pt x="451571" y="62936"/>
                </a:cubicBezTo>
                <a:cubicBezTo>
                  <a:pt x="449177" y="59080"/>
                  <a:pt x="445653" y="57118"/>
                  <a:pt x="440999" y="57052"/>
                </a:cubicBezTo>
                <a:cubicBezTo>
                  <a:pt x="435280" y="57052"/>
                  <a:pt x="430792" y="59745"/>
                  <a:pt x="427534" y="65131"/>
                </a:cubicBezTo>
                <a:cubicBezTo>
                  <a:pt x="424076" y="70650"/>
                  <a:pt x="422114" y="77199"/>
                  <a:pt x="421649" y="84779"/>
                </a:cubicBezTo>
                <a:lnTo>
                  <a:pt x="454962" y="84779"/>
                </a:lnTo>
                <a:close/>
                <a:moveTo>
                  <a:pt x="497629" y="55057"/>
                </a:moveTo>
                <a:cubicBezTo>
                  <a:pt x="512989" y="52796"/>
                  <a:pt x="527019" y="50269"/>
                  <a:pt x="539719" y="47476"/>
                </a:cubicBezTo>
                <a:lnTo>
                  <a:pt x="541216" y="48274"/>
                </a:lnTo>
                <a:lnTo>
                  <a:pt x="541216" y="59046"/>
                </a:lnTo>
                <a:cubicBezTo>
                  <a:pt x="552918" y="51599"/>
                  <a:pt x="565220" y="47842"/>
                  <a:pt x="578119" y="47776"/>
                </a:cubicBezTo>
                <a:lnTo>
                  <a:pt x="578618" y="48474"/>
                </a:lnTo>
                <a:cubicBezTo>
                  <a:pt x="576424" y="59046"/>
                  <a:pt x="574396" y="70350"/>
                  <a:pt x="572534" y="82386"/>
                </a:cubicBezTo>
                <a:lnTo>
                  <a:pt x="566749" y="83383"/>
                </a:lnTo>
                <a:cubicBezTo>
                  <a:pt x="565020" y="76800"/>
                  <a:pt x="563325" y="71747"/>
                  <a:pt x="561662" y="68222"/>
                </a:cubicBezTo>
                <a:cubicBezTo>
                  <a:pt x="559933" y="64765"/>
                  <a:pt x="557340" y="63003"/>
                  <a:pt x="553883" y="62936"/>
                </a:cubicBezTo>
                <a:cubicBezTo>
                  <a:pt x="550491" y="62936"/>
                  <a:pt x="546269" y="64067"/>
                  <a:pt x="541216" y="66327"/>
                </a:cubicBezTo>
                <a:lnTo>
                  <a:pt x="541216" y="109116"/>
                </a:lnTo>
                <a:cubicBezTo>
                  <a:pt x="541216" y="119423"/>
                  <a:pt x="541282" y="126803"/>
                  <a:pt x="541415" y="131258"/>
                </a:cubicBezTo>
                <a:cubicBezTo>
                  <a:pt x="541481" y="133187"/>
                  <a:pt x="542313" y="134350"/>
                  <a:pt x="543908" y="134749"/>
                </a:cubicBezTo>
                <a:lnTo>
                  <a:pt x="558171" y="138540"/>
                </a:lnTo>
                <a:lnTo>
                  <a:pt x="558471" y="143327"/>
                </a:lnTo>
                <a:cubicBezTo>
                  <a:pt x="547366" y="143128"/>
                  <a:pt x="536827" y="143028"/>
                  <a:pt x="526853" y="143028"/>
                </a:cubicBezTo>
                <a:cubicBezTo>
                  <a:pt x="517278" y="143028"/>
                  <a:pt x="507703" y="143128"/>
                  <a:pt x="498128" y="143327"/>
                </a:cubicBezTo>
                <a:lnTo>
                  <a:pt x="497629" y="138540"/>
                </a:lnTo>
                <a:lnTo>
                  <a:pt x="510296" y="135049"/>
                </a:lnTo>
                <a:cubicBezTo>
                  <a:pt x="511825" y="134583"/>
                  <a:pt x="512640" y="133253"/>
                  <a:pt x="512740" y="131059"/>
                </a:cubicBezTo>
                <a:cubicBezTo>
                  <a:pt x="512839" y="128865"/>
                  <a:pt x="512889" y="125108"/>
                  <a:pt x="512889" y="119788"/>
                </a:cubicBezTo>
                <a:lnTo>
                  <a:pt x="512889" y="86475"/>
                </a:lnTo>
                <a:cubicBezTo>
                  <a:pt x="512889" y="75637"/>
                  <a:pt x="512756" y="67757"/>
                  <a:pt x="512490" y="62837"/>
                </a:cubicBezTo>
                <a:lnTo>
                  <a:pt x="498227" y="59146"/>
                </a:lnTo>
                <a:lnTo>
                  <a:pt x="497629" y="55057"/>
                </a:lnTo>
                <a:close/>
                <a:moveTo>
                  <a:pt x="650553" y="98643"/>
                </a:moveTo>
                <a:cubicBezTo>
                  <a:pt x="640047" y="98643"/>
                  <a:pt x="632600" y="99973"/>
                  <a:pt x="628211" y="102633"/>
                </a:cubicBezTo>
                <a:cubicBezTo>
                  <a:pt x="623690" y="105359"/>
                  <a:pt x="621462" y="109914"/>
                  <a:pt x="621529" y="116297"/>
                </a:cubicBezTo>
                <a:cubicBezTo>
                  <a:pt x="621529" y="122215"/>
                  <a:pt x="623125" y="126371"/>
                  <a:pt x="626316" y="128765"/>
                </a:cubicBezTo>
                <a:cubicBezTo>
                  <a:pt x="629375" y="131292"/>
                  <a:pt x="633099" y="132555"/>
                  <a:pt x="637487" y="132555"/>
                </a:cubicBezTo>
                <a:cubicBezTo>
                  <a:pt x="642341" y="132555"/>
                  <a:pt x="646630" y="131292"/>
                  <a:pt x="650354" y="128765"/>
                </a:cubicBezTo>
                <a:lnTo>
                  <a:pt x="650553" y="98643"/>
                </a:lnTo>
                <a:moveTo>
                  <a:pt x="601780" y="57451"/>
                </a:moveTo>
                <a:cubicBezTo>
                  <a:pt x="615943" y="51001"/>
                  <a:pt x="629574" y="47776"/>
                  <a:pt x="642674" y="47776"/>
                </a:cubicBezTo>
                <a:cubicBezTo>
                  <a:pt x="654643" y="47842"/>
                  <a:pt x="663619" y="50502"/>
                  <a:pt x="669604" y="55755"/>
                </a:cubicBezTo>
                <a:cubicBezTo>
                  <a:pt x="675455" y="61141"/>
                  <a:pt x="678381" y="68854"/>
                  <a:pt x="678381" y="78895"/>
                </a:cubicBezTo>
                <a:lnTo>
                  <a:pt x="677882" y="120387"/>
                </a:lnTo>
                <a:cubicBezTo>
                  <a:pt x="677683" y="123778"/>
                  <a:pt x="677749" y="126504"/>
                  <a:pt x="678082" y="128565"/>
                </a:cubicBezTo>
                <a:cubicBezTo>
                  <a:pt x="678348" y="130693"/>
                  <a:pt x="678946" y="132289"/>
                  <a:pt x="679877" y="133353"/>
                </a:cubicBezTo>
                <a:cubicBezTo>
                  <a:pt x="680808" y="134417"/>
                  <a:pt x="682271" y="135182"/>
                  <a:pt x="684266" y="135647"/>
                </a:cubicBezTo>
                <a:cubicBezTo>
                  <a:pt x="686127" y="136179"/>
                  <a:pt x="688854" y="136445"/>
                  <a:pt x="692444" y="136445"/>
                </a:cubicBezTo>
                <a:lnTo>
                  <a:pt x="693043" y="141033"/>
                </a:lnTo>
                <a:cubicBezTo>
                  <a:pt x="683667" y="144225"/>
                  <a:pt x="675655" y="145821"/>
                  <a:pt x="669005" y="145821"/>
                </a:cubicBezTo>
                <a:cubicBezTo>
                  <a:pt x="659896" y="145821"/>
                  <a:pt x="653944" y="142263"/>
                  <a:pt x="651152" y="135148"/>
                </a:cubicBezTo>
                <a:cubicBezTo>
                  <a:pt x="642641" y="142263"/>
                  <a:pt x="633697" y="145821"/>
                  <a:pt x="624321" y="145821"/>
                </a:cubicBezTo>
                <a:cubicBezTo>
                  <a:pt x="615012" y="145887"/>
                  <a:pt x="607399" y="143560"/>
                  <a:pt x="601481" y="138839"/>
                </a:cubicBezTo>
                <a:cubicBezTo>
                  <a:pt x="595496" y="134251"/>
                  <a:pt x="592504" y="127768"/>
                  <a:pt x="592504" y="119389"/>
                </a:cubicBezTo>
                <a:cubicBezTo>
                  <a:pt x="592504" y="109016"/>
                  <a:pt x="597358" y="101370"/>
                  <a:pt x="607066" y="96449"/>
                </a:cubicBezTo>
                <a:cubicBezTo>
                  <a:pt x="616708" y="91595"/>
                  <a:pt x="631204" y="89168"/>
                  <a:pt x="650553" y="89168"/>
                </a:cubicBezTo>
                <a:lnTo>
                  <a:pt x="650653" y="81687"/>
                </a:lnTo>
                <a:cubicBezTo>
                  <a:pt x="650719" y="74639"/>
                  <a:pt x="649024" y="69386"/>
                  <a:pt x="645566" y="65928"/>
                </a:cubicBezTo>
                <a:cubicBezTo>
                  <a:pt x="642042" y="62670"/>
                  <a:pt x="636590" y="61008"/>
                  <a:pt x="629209" y="60941"/>
                </a:cubicBezTo>
                <a:cubicBezTo>
                  <a:pt x="622293" y="60941"/>
                  <a:pt x="614081" y="62438"/>
                  <a:pt x="604573" y="65430"/>
                </a:cubicBezTo>
                <a:lnTo>
                  <a:pt x="601780" y="57451"/>
                </a:lnTo>
                <a:close/>
                <a:moveTo>
                  <a:pt x="742392" y="62238"/>
                </a:moveTo>
                <a:cubicBezTo>
                  <a:pt x="741993" y="82984"/>
                  <a:pt x="741793" y="100572"/>
                  <a:pt x="741793" y="115001"/>
                </a:cubicBezTo>
                <a:cubicBezTo>
                  <a:pt x="741727" y="121783"/>
                  <a:pt x="742757" y="126404"/>
                  <a:pt x="744885" y="128865"/>
                </a:cubicBezTo>
                <a:cubicBezTo>
                  <a:pt x="746880" y="131458"/>
                  <a:pt x="750836" y="132755"/>
                  <a:pt x="756754" y="132755"/>
                </a:cubicBezTo>
                <a:cubicBezTo>
                  <a:pt x="761209" y="132755"/>
                  <a:pt x="766130" y="132489"/>
                  <a:pt x="771516" y="131957"/>
                </a:cubicBezTo>
                <a:lnTo>
                  <a:pt x="772314" y="137941"/>
                </a:lnTo>
                <a:cubicBezTo>
                  <a:pt x="761741" y="143128"/>
                  <a:pt x="751867" y="145721"/>
                  <a:pt x="742691" y="145721"/>
                </a:cubicBezTo>
                <a:cubicBezTo>
                  <a:pt x="733382" y="145721"/>
                  <a:pt x="726200" y="143759"/>
                  <a:pt x="721147" y="139836"/>
                </a:cubicBezTo>
                <a:cubicBezTo>
                  <a:pt x="716027" y="136046"/>
                  <a:pt x="713467" y="130195"/>
                  <a:pt x="713467" y="122282"/>
                </a:cubicBezTo>
                <a:cubicBezTo>
                  <a:pt x="713467" y="108451"/>
                  <a:pt x="713666" y="88270"/>
                  <a:pt x="714065" y="61739"/>
                </a:cubicBezTo>
                <a:lnTo>
                  <a:pt x="700600" y="58248"/>
                </a:lnTo>
                <a:lnTo>
                  <a:pt x="699703" y="52862"/>
                </a:lnTo>
                <a:lnTo>
                  <a:pt x="716359" y="51366"/>
                </a:lnTo>
                <a:lnTo>
                  <a:pt x="725835" y="27927"/>
                </a:lnTo>
                <a:cubicBezTo>
                  <a:pt x="731420" y="26930"/>
                  <a:pt x="736573" y="25966"/>
                  <a:pt x="741295" y="25035"/>
                </a:cubicBezTo>
                <a:lnTo>
                  <a:pt x="742691" y="25733"/>
                </a:lnTo>
                <a:cubicBezTo>
                  <a:pt x="742491" y="33845"/>
                  <a:pt x="742392" y="42390"/>
                  <a:pt x="742392" y="51366"/>
                </a:cubicBezTo>
                <a:lnTo>
                  <a:pt x="770319" y="51366"/>
                </a:lnTo>
                <a:lnTo>
                  <a:pt x="770319" y="62238"/>
                </a:lnTo>
                <a:lnTo>
                  <a:pt x="742392" y="62238"/>
                </a:lnTo>
                <a:close/>
                <a:moveTo>
                  <a:pt x="824348" y="14363"/>
                </a:moveTo>
                <a:cubicBezTo>
                  <a:pt x="824281" y="18951"/>
                  <a:pt x="822818" y="22674"/>
                  <a:pt x="819959" y="25534"/>
                </a:cubicBezTo>
                <a:cubicBezTo>
                  <a:pt x="816967" y="28459"/>
                  <a:pt x="813077" y="29889"/>
                  <a:pt x="808289" y="29822"/>
                </a:cubicBezTo>
                <a:cubicBezTo>
                  <a:pt x="803901" y="29822"/>
                  <a:pt x="800310" y="28459"/>
                  <a:pt x="797517" y="25733"/>
                </a:cubicBezTo>
                <a:cubicBezTo>
                  <a:pt x="794592" y="23073"/>
                  <a:pt x="793162" y="19582"/>
                  <a:pt x="793228" y="15260"/>
                </a:cubicBezTo>
                <a:cubicBezTo>
                  <a:pt x="793228" y="10606"/>
                  <a:pt x="794725" y="6882"/>
                  <a:pt x="797717" y="4089"/>
                </a:cubicBezTo>
                <a:cubicBezTo>
                  <a:pt x="800709" y="1430"/>
                  <a:pt x="804599" y="66"/>
                  <a:pt x="809386" y="0"/>
                </a:cubicBezTo>
                <a:cubicBezTo>
                  <a:pt x="813775" y="0"/>
                  <a:pt x="817366" y="1230"/>
                  <a:pt x="820158" y="3690"/>
                </a:cubicBezTo>
                <a:cubicBezTo>
                  <a:pt x="822951" y="6217"/>
                  <a:pt x="824348" y="9775"/>
                  <a:pt x="824348" y="14363"/>
                </a:cubicBezTo>
                <a:moveTo>
                  <a:pt x="780462" y="55057"/>
                </a:moveTo>
                <a:cubicBezTo>
                  <a:pt x="796819" y="52663"/>
                  <a:pt x="811182" y="50103"/>
                  <a:pt x="823550" y="47377"/>
                </a:cubicBezTo>
                <a:lnTo>
                  <a:pt x="824647" y="48175"/>
                </a:lnTo>
                <a:cubicBezTo>
                  <a:pt x="824248" y="57351"/>
                  <a:pt x="824048" y="67125"/>
                  <a:pt x="824048" y="77498"/>
                </a:cubicBezTo>
                <a:lnTo>
                  <a:pt x="824048" y="115101"/>
                </a:lnTo>
                <a:cubicBezTo>
                  <a:pt x="824048" y="123080"/>
                  <a:pt x="824115" y="128599"/>
                  <a:pt x="824248" y="131657"/>
                </a:cubicBezTo>
                <a:cubicBezTo>
                  <a:pt x="824314" y="133453"/>
                  <a:pt x="825145" y="134583"/>
                  <a:pt x="826741" y="135049"/>
                </a:cubicBezTo>
                <a:lnTo>
                  <a:pt x="839209" y="138540"/>
                </a:lnTo>
                <a:lnTo>
                  <a:pt x="839508" y="143327"/>
                </a:lnTo>
                <a:cubicBezTo>
                  <a:pt x="829601" y="143128"/>
                  <a:pt x="819826" y="143028"/>
                  <a:pt x="810184" y="143028"/>
                </a:cubicBezTo>
                <a:cubicBezTo>
                  <a:pt x="800277" y="143028"/>
                  <a:pt x="790502" y="143128"/>
                  <a:pt x="780861" y="143327"/>
                </a:cubicBezTo>
                <a:lnTo>
                  <a:pt x="780362" y="138540"/>
                </a:lnTo>
                <a:lnTo>
                  <a:pt x="793029" y="135049"/>
                </a:lnTo>
                <a:cubicBezTo>
                  <a:pt x="794492" y="134650"/>
                  <a:pt x="795290" y="133403"/>
                  <a:pt x="795423" y="131308"/>
                </a:cubicBezTo>
                <a:cubicBezTo>
                  <a:pt x="795556" y="129214"/>
                  <a:pt x="795655" y="125108"/>
                  <a:pt x="795722" y="118990"/>
                </a:cubicBezTo>
                <a:lnTo>
                  <a:pt x="795722" y="86874"/>
                </a:lnTo>
                <a:cubicBezTo>
                  <a:pt x="795722" y="78230"/>
                  <a:pt x="795589" y="70217"/>
                  <a:pt x="795323" y="62837"/>
                </a:cubicBezTo>
                <a:lnTo>
                  <a:pt x="781060" y="59146"/>
                </a:lnTo>
                <a:lnTo>
                  <a:pt x="780462" y="55057"/>
                </a:lnTo>
                <a:close/>
                <a:moveTo>
                  <a:pt x="877625" y="95651"/>
                </a:moveTo>
                <a:cubicBezTo>
                  <a:pt x="877558" y="107819"/>
                  <a:pt x="879387" y="117627"/>
                  <a:pt x="883111" y="125075"/>
                </a:cubicBezTo>
                <a:cubicBezTo>
                  <a:pt x="886701" y="132655"/>
                  <a:pt x="892486" y="136445"/>
                  <a:pt x="900465" y="136445"/>
                </a:cubicBezTo>
                <a:cubicBezTo>
                  <a:pt x="907913" y="136511"/>
                  <a:pt x="913398" y="133187"/>
                  <a:pt x="916923" y="126471"/>
                </a:cubicBezTo>
                <a:cubicBezTo>
                  <a:pt x="920380" y="119822"/>
                  <a:pt x="922109" y="109947"/>
                  <a:pt x="922109" y="96848"/>
                </a:cubicBezTo>
                <a:cubicBezTo>
                  <a:pt x="922109" y="84613"/>
                  <a:pt x="920281" y="74905"/>
                  <a:pt x="916623" y="67724"/>
                </a:cubicBezTo>
                <a:cubicBezTo>
                  <a:pt x="912900" y="60675"/>
                  <a:pt x="907115" y="57151"/>
                  <a:pt x="899269" y="57151"/>
                </a:cubicBezTo>
                <a:cubicBezTo>
                  <a:pt x="891888" y="57151"/>
                  <a:pt x="886469" y="60343"/>
                  <a:pt x="883011" y="66726"/>
                </a:cubicBezTo>
                <a:cubicBezTo>
                  <a:pt x="879420" y="73176"/>
                  <a:pt x="877625" y="82818"/>
                  <a:pt x="877625" y="95651"/>
                </a:cubicBezTo>
                <a:moveTo>
                  <a:pt x="953029" y="94853"/>
                </a:moveTo>
                <a:cubicBezTo>
                  <a:pt x="952962" y="110014"/>
                  <a:pt x="947909" y="122282"/>
                  <a:pt x="937868" y="131657"/>
                </a:cubicBezTo>
                <a:cubicBezTo>
                  <a:pt x="927761" y="141166"/>
                  <a:pt x="914595" y="145887"/>
                  <a:pt x="898371" y="145821"/>
                </a:cubicBezTo>
                <a:cubicBezTo>
                  <a:pt x="882612" y="145821"/>
                  <a:pt x="870045" y="141366"/>
                  <a:pt x="860669" y="132455"/>
                </a:cubicBezTo>
                <a:cubicBezTo>
                  <a:pt x="851293" y="123612"/>
                  <a:pt x="846606" y="112009"/>
                  <a:pt x="846606" y="97646"/>
                </a:cubicBezTo>
                <a:cubicBezTo>
                  <a:pt x="846539" y="83084"/>
                  <a:pt x="851460" y="71115"/>
                  <a:pt x="861367" y="61739"/>
                </a:cubicBezTo>
                <a:cubicBezTo>
                  <a:pt x="871208" y="52497"/>
                  <a:pt x="884507" y="47842"/>
                  <a:pt x="901263" y="47776"/>
                </a:cubicBezTo>
                <a:cubicBezTo>
                  <a:pt x="917089" y="47776"/>
                  <a:pt x="929689" y="52065"/>
                  <a:pt x="939065" y="60642"/>
                </a:cubicBezTo>
                <a:cubicBezTo>
                  <a:pt x="948308" y="69353"/>
                  <a:pt x="952962" y="80757"/>
                  <a:pt x="953029" y="94853"/>
                </a:cubicBezTo>
                <a:close/>
                <a:moveTo>
                  <a:pt x="969017" y="55057"/>
                </a:moveTo>
                <a:cubicBezTo>
                  <a:pt x="984377" y="52796"/>
                  <a:pt x="998407" y="50269"/>
                  <a:pt x="1011107" y="47476"/>
                </a:cubicBezTo>
                <a:lnTo>
                  <a:pt x="1012604" y="48274"/>
                </a:lnTo>
                <a:lnTo>
                  <a:pt x="1012604" y="58947"/>
                </a:lnTo>
                <a:cubicBezTo>
                  <a:pt x="1023841" y="51499"/>
                  <a:pt x="1034945" y="47776"/>
                  <a:pt x="1045917" y="47776"/>
                </a:cubicBezTo>
                <a:cubicBezTo>
                  <a:pt x="1055558" y="47776"/>
                  <a:pt x="1063172" y="50402"/>
                  <a:pt x="1068757" y="55655"/>
                </a:cubicBezTo>
                <a:cubicBezTo>
                  <a:pt x="1074210" y="61041"/>
                  <a:pt x="1076969" y="68555"/>
                  <a:pt x="1077036" y="78197"/>
                </a:cubicBezTo>
                <a:lnTo>
                  <a:pt x="1077036" y="113205"/>
                </a:lnTo>
                <a:cubicBezTo>
                  <a:pt x="1077036" y="121517"/>
                  <a:pt x="1077102" y="127668"/>
                  <a:pt x="1077235" y="131657"/>
                </a:cubicBezTo>
                <a:cubicBezTo>
                  <a:pt x="1077235" y="133453"/>
                  <a:pt x="1078100" y="134583"/>
                  <a:pt x="1079829" y="135049"/>
                </a:cubicBezTo>
                <a:lnTo>
                  <a:pt x="1091897" y="138540"/>
                </a:lnTo>
                <a:lnTo>
                  <a:pt x="1092196" y="143327"/>
                </a:lnTo>
                <a:cubicBezTo>
                  <a:pt x="1082688" y="143128"/>
                  <a:pt x="1073113" y="143028"/>
                  <a:pt x="1063471" y="143028"/>
                </a:cubicBezTo>
                <a:cubicBezTo>
                  <a:pt x="1053497" y="143028"/>
                  <a:pt x="1044521" y="143128"/>
                  <a:pt x="1036541" y="143327"/>
                </a:cubicBezTo>
                <a:lnTo>
                  <a:pt x="1036142" y="138540"/>
                </a:lnTo>
                <a:lnTo>
                  <a:pt x="1046116" y="135547"/>
                </a:lnTo>
                <a:cubicBezTo>
                  <a:pt x="1047579" y="135082"/>
                  <a:pt x="1048410" y="134084"/>
                  <a:pt x="1048610" y="132555"/>
                </a:cubicBezTo>
                <a:cubicBezTo>
                  <a:pt x="1048676" y="131558"/>
                  <a:pt x="1048710" y="129463"/>
                  <a:pt x="1048710" y="126271"/>
                </a:cubicBezTo>
                <a:lnTo>
                  <a:pt x="1048710" y="84480"/>
                </a:lnTo>
                <a:cubicBezTo>
                  <a:pt x="1048710" y="76301"/>
                  <a:pt x="1047114" y="70417"/>
                  <a:pt x="1043922" y="66826"/>
                </a:cubicBezTo>
                <a:cubicBezTo>
                  <a:pt x="1040664" y="63368"/>
                  <a:pt x="1035910" y="61606"/>
                  <a:pt x="1029659" y="61540"/>
                </a:cubicBezTo>
                <a:cubicBezTo>
                  <a:pt x="1024140" y="61540"/>
                  <a:pt x="1018455" y="63136"/>
                  <a:pt x="1012604" y="66327"/>
                </a:cubicBezTo>
                <a:lnTo>
                  <a:pt x="1012604" y="109216"/>
                </a:lnTo>
                <a:cubicBezTo>
                  <a:pt x="1012604" y="117594"/>
                  <a:pt x="1012670" y="125208"/>
                  <a:pt x="1012803" y="132056"/>
                </a:cubicBezTo>
                <a:cubicBezTo>
                  <a:pt x="1012803" y="133852"/>
                  <a:pt x="1013568" y="134949"/>
                  <a:pt x="1015097" y="135348"/>
                </a:cubicBezTo>
                <a:lnTo>
                  <a:pt x="1025470" y="138540"/>
                </a:lnTo>
                <a:lnTo>
                  <a:pt x="1025670" y="143327"/>
                </a:lnTo>
                <a:cubicBezTo>
                  <a:pt x="1017358" y="143128"/>
                  <a:pt x="1008381" y="143028"/>
                  <a:pt x="998740" y="143028"/>
                </a:cubicBezTo>
                <a:cubicBezTo>
                  <a:pt x="988832" y="143028"/>
                  <a:pt x="979091" y="143128"/>
                  <a:pt x="969516" y="143327"/>
                </a:cubicBezTo>
                <a:lnTo>
                  <a:pt x="969017" y="138540"/>
                </a:lnTo>
                <a:lnTo>
                  <a:pt x="981883" y="135049"/>
                </a:lnTo>
                <a:cubicBezTo>
                  <a:pt x="983280" y="134650"/>
                  <a:pt x="984045" y="133652"/>
                  <a:pt x="984178" y="132056"/>
                </a:cubicBezTo>
                <a:cubicBezTo>
                  <a:pt x="984244" y="127801"/>
                  <a:pt x="984277" y="123711"/>
                  <a:pt x="984277" y="119788"/>
                </a:cubicBezTo>
                <a:lnTo>
                  <a:pt x="984277" y="86974"/>
                </a:lnTo>
                <a:cubicBezTo>
                  <a:pt x="984277" y="78330"/>
                  <a:pt x="984144" y="70284"/>
                  <a:pt x="983878" y="62837"/>
                </a:cubicBezTo>
                <a:lnTo>
                  <a:pt x="969615" y="59146"/>
                </a:lnTo>
                <a:lnTo>
                  <a:pt x="969017" y="55057"/>
                </a:lnTo>
                <a:close/>
              </a:path>
            </a:pathLst>
          </a:custGeom>
          <a:solidFill xmlns:a="http://schemas.openxmlformats.org/drawingml/2006/main">
            <a:srgbClr val="454545"/>
          </a:solidFill>
          <a:ln xmlns:a="http://schemas.openxmlformats.org/drawingml/2006/main" w="0" cap="flat">
            <a:noFill/>
            <a:miter/>
          </a:ln>
        </p:spPr>
      </p:sp>
      <p:sp>
        <p:nvSpPr>
          <p:cNvPr id="18" name="Vector element">
            <a:extLst xmlns:a="http://schemas.openxmlformats.org/drawingml/2006/main">
              <a:ext uri="{FF2B5EF4-FFF2-40B4-BE49-F238E27FC236}">
                <a16:creationId xmlns:a16="http://schemas.microsoft.com/office/drawing/2014/main" id="{5CC5BD72-43BC-4B76-91EA-619EB88FCED1}"/>
              </a:ext>
            </a:extLst>
          </p:cNvPr>
          <p:cNvSpPr>
            <a:spLocks xmlns:a="http://schemas.openxmlformats.org/drawingml/2006/main" noGrp="1"/>
          </p:cNvSpPr>
          <p:nvPr/>
        </p:nvSpPr>
        <p:spPr>
          <a:xfrm xmlns:a="http://schemas.openxmlformats.org/drawingml/2006/main">
            <a:off x="2616214" y="765849"/>
            <a:ext cx="1794373" cy="1061172"/>
          </a:xfrm>
          <a:custGeom xmlns:a="http://schemas.openxmlformats.org/drawingml/2006/main">
            <a:pathLst>
              <a:path w="1794373" h="1061172">
                <a:moveTo>
                  <a:pt x="1794373" y="951181"/>
                </a:moveTo>
                <a:lnTo>
                  <a:pt x="1794373" y="109991"/>
                </a:lnTo>
                <a:cubicBezTo>
                  <a:pt x="1794373" y="49276"/>
                  <a:pt x="1745097" y="0"/>
                  <a:pt x="1684383" y="0"/>
                </a:cubicBezTo>
                <a:lnTo>
                  <a:pt x="109991" y="0"/>
                </a:lnTo>
                <a:cubicBezTo>
                  <a:pt x="49276" y="0"/>
                  <a:pt x="0" y="49276"/>
                  <a:pt x="0" y="109991"/>
                </a:cubicBezTo>
                <a:lnTo>
                  <a:pt x="0" y="951181"/>
                </a:lnTo>
                <a:cubicBezTo>
                  <a:pt x="0" y="1011896"/>
                  <a:pt x="49276" y="1061172"/>
                  <a:pt x="109991" y="1061172"/>
                </a:cubicBezTo>
                <a:lnTo>
                  <a:pt x="1684383" y="1061172"/>
                </a:lnTo>
                <a:cubicBezTo>
                  <a:pt x="1745097" y="1061172"/>
                  <a:pt x="1794373" y="1011896"/>
                  <a:pt x="1794373" y="951181"/>
                </a:cubicBezTo>
                <a:close/>
              </a:path>
            </a:pathLst>
          </a:custGeom>
          <a:solidFill xmlns:a="http://schemas.openxmlformats.org/drawingml/2006/main">
            <a:srgbClr val="F7F7F7"/>
          </a:solidFill>
          <a:ln xmlns:a="http://schemas.openxmlformats.org/drawingml/2006/main" w="0" cap="flat">
            <a:noFill/>
            <a:miter/>
          </a:ln>
        </p:spPr>
      </p:sp>
      <p:sp>
        <p:nvSpPr>
          <p:cNvPr id="19" name="Vector element">
            <a:extLst xmlns:a="http://schemas.openxmlformats.org/drawingml/2006/main">
              <a:ext uri="{FF2B5EF4-FFF2-40B4-BE49-F238E27FC236}">
                <a16:creationId xmlns:a16="http://schemas.microsoft.com/office/drawing/2014/main" id="{0BFC38BB-FB62-433D-8D0A-B062C55550F9}"/>
              </a:ext>
            </a:extLst>
          </p:cNvPr>
          <p:cNvSpPr>
            <a:spLocks xmlns:a="http://schemas.openxmlformats.org/drawingml/2006/main" noGrp="1"/>
          </p:cNvSpPr>
          <p:nvPr/>
        </p:nvSpPr>
        <p:spPr>
          <a:xfrm xmlns:a="http://schemas.openxmlformats.org/drawingml/2006/main">
            <a:off x="2616214" y="765849"/>
            <a:ext cx="1794373" cy="1061172"/>
          </a:xfrm>
          <a:custGeom xmlns:a="http://schemas.openxmlformats.org/drawingml/2006/main">
            <a:pathLst>
              <a:path w="1794373" h="1061172" fill="none">
                <a:moveTo>
                  <a:pt x="1794373" y="951181"/>
                </a:moveTo>
                <a:lnTo>
                  <a:pt x="1794373" y="109991"/>
                </a:lnTo>
                <a:cubicBezTo>
                  <a:pt x="1794373" y="49276"/>
                  <a:pt x="1745097" y="0"/>
                  <a:pt x="1684383" y="0"/>
                </a:cubicBezTo>
                <a:lnTo>
                  <a:pt x="109991" y="0"/>
                </a:lnTo>
                <a:cubicBezTo>
                  <a:pt x="49276" y="0"/>
                  <a:pt x="0" y="49276"/>
                  <a:pt x="0" y="109991"/>
                </a:cubicBezTo>
                <a:lnTo>
                  <a:pt x="0" y="951181"/>
                </a:lnTo>
                <a:cubicBezTo>
                  <a:pt x="0" y="1011896"/>
                  <a:pt x="49276" y="1061172"/>
                  <a:pt x="109991" y="1061172"/>
                </a:cubicBezTo>
                <a:lnTo>
                  <a:pt x="1684383" y="1061172"/>
                </a:lnTo>
                <a:cubicBezTo>
                  <a:pt x="1745097" y="1061172"/>
                  <a:pt x="1794373" y="1011896"/>
                  <a:pt x="1794373" y="951181"/>
                </a:cubicBezTo>
                <a:close/>
              </a:path>
            </a:pathLst>
          </a:custGeom>
          <a:noFill xmlns:a="http://schemas.openxmlformats.org/drawingml/2006/main"/>
          <a:ln xmlns:a="http://schemas.openxmlformats.org/drawingml/2006/main" w="31426" cap="flat">
            <a:solidFill>
              <a:srgbClr val="323232"/>
            </a:solidFill>
            <a:round/>
          </a:ln>
        </p:spPr>
      </p:sp>
      <p:sp>
        <p:nvSpPr>
          <p:cNvPr id="20" name="Text UserInputs">
            <a:extLst xmlns:a="http://schemas.openxmlformats.org/drawingml/2006/main">
              <a:ext uri="{FF2B5EF4-FFF2-40B4-BE49-F238E27FC236}">
                <a16:creationId xmlns:a16="http://schemas.microsoft.com/office/drawing/2014/main" id="{3B03C227-367E-4003-9E1B-8B57C5C6296C}"/>
              </a:ext>
            </a:extLst>
          </p:cNvPr>
          <p:cNvSpPr>
            <a:spLocks xmlns:a="http://schemas.openxmlformats.org/drawingml/2006/main" noGrp="1"/>
          </p:cNvSpPr>
          <p:nvPr/>
        </p:nvSpPr>
        <p:spPr>
          <a:xfrm xmlns:a="http://schemas.openxmlformats.org/drawingml/2006/main">
            <a:off x="2952721" y="1109660"/>
            <a:ext cx="1117646" cy="188111"/>
          </a:xfrm>
          <a:custGeom xmlns:a="http://schemas.openxmlformats.org/drawingml/2006/main">
            <a:pathLst>
              <a:path w="1117646" h="188111">
                <a:moveTo>
                  <a:pt x="0" y="0"/>
                </a:moveTo>
                <a:cubicBezTo>
                  <a:pt x="9176" y="332"/>
                  <a:pt x="19416" y="465"/>
                  <a:pt x="30720" y="399"/>
                </a:cubicBezTo>
                <a:cubicBezTo>
                  <a:pt x="42290" y="465"/>
                  <a:pt x="52530" y="332"/>
                  <a:pt x="61440" y="0"/>
                </a:cubicBezTo>
                <a:lnTo>
                  <a:pt x="61939" y="5087"/>
                </a:lnTo>
                <a:lnTo>
                  <a:pt x="48973" y="8777"/>
                </a:lnTo>
                <a:cubicBezTo>
                  <a:pt x="47310" y="9176"/>
                  <a:pt x="46429" y="10390"/>
                  <a:pt x="46329" y="12418"/>
                </a:cubicBezTo>
                <a:cubicBezTo>
                  <a:pt x="46230" y="14446"/>
                  <a:pt x="46213" y="16790"/>
                  <a:pt x="46280" y="19449"/>
                </a:cubicBezTo>
                <a:cubicBezTo>
                  <a:pt x="46147" y="22242"/>
                  <a:pt x="46113" y="25234"/>
                  <a:pt x="46180" y="28426"/>
                </a:cubicBezTo>
                <a:lnTo>
                  <a:pt x="46180" y="83383"/>
                </a:lnTo>
                <a:cubicBezTo>
                  <a:pt x="46113" y="101602"/>
                  <a:pt x="48840" y="114136"/>
                  <a:pt x="54359" y="120985"/>
                </a:cubicBezTo>
                <a:cubicBezTo>
                  <a:pt x="59745" y="127967"/>
                  <a:pt x="68588" y="131458"/>
                  <a:pt x="80890" y="131458"/>
                </a:cubicBezTo>
                <a:cubicBezTo>
                  <a:pt x="92858" y="131458"/>
                  <a:pt x="101902" y="127768"/>
                  <a:pt x="108019" y="120387"/>
                </a:cubicBezTo>
                <a:cubicBezTo>
                  <a:pt x="114003" y="113139"/>
                  <a:pt x="116996" y="101237"/>
                  <a:pt x="116996" y="84680"/>
                </a:cubicBezTo>
                <a:lnTo>
                  <a:pt x="116996" y="28426"/>
                </a:lnTo>
                <a:cubicBezTo>
                  <a:pt x="116996" y="25234"/>
                  <a:pt x="116962" y="22242"/>
                  <a:pt x="116896" y="19449"/>
                </a:cubicBezTo>
                <a:cubicBezTo>
                  <a:pt x="116763" y="16790"/>
                  <a:pt x="116696" y="14230"/>
                  <a:pt x="116696" y="11769"/>
                </a:cubicBezTo>
                <a:cubicBezTo>
                  <a:pt x="116563" y="10307"/>
                  <a:pt x="115699" y="9309"/>
                  <a:pt x="114103" y="8777"/>
                </a:cubicBezTo>
                <a:lnTo>
                  <a:pt x="101735" y="5286"/>
                </a:lnTo>
                <a:lnTo>
                  <a:pt x="101436" y="0"/>
                </a:lnTo>
                <a:cubicBezTo>
                  <a:pt x="110213" y="332"/>
                  <a:pt x="117860" y="465"/>
                  <a:pt x="124376" y="399"/>
                </a:cubicBezTo>
                <a:cubicBezTo>
                  <a:pt x="130294" y="465"/>
                  <a:pt x="137808" y="332"/>
                  <a:pt x="146918" y="0"/>
                </a:cubicBezTo>
                <a:lnTo>
                  <a:pt x="147416" y="5087"/>
                </a:lnTo>
                <a:lnTo>
                  <a:pt x="133852" y="8977"/>
                </a:lnTo>
                <a:cubicBezTo>
                  <a:pt x="132256" y="9509"/>
                  <a:pt x="131408" y="10772"/>
                  <a:pt x="131308" y="12767"/>
                </a:cubicBezTo>
                <a:cubicBezTo>
                  <a:pt x="131209" y="14762"/>
                  <a:pt x="131192" y="17089"/>
                  <a:pt x="131258" y="19749"/>
                </a:cubicBezTo>
                <a:cubicBezTo>
                  <a:pt x="131125" y="22541"/>
                  <a:pt x="131092" y="25567"/>
                  <a:pt x="131159" y="28825"/>
                </a:cubicBezTo>
                <a:lnTo>
                  <a:pt x="131159" y="79493"/>
                </a:lnTo>
                <a:cubicBezTo>
                  <a:pt x="131159" y="102433"/>
                  <a:pt x="126471" y="118824"/>
                  <a:pt x="117095" y="128665"/>
                </a:cubicBezTo>
                <a:cubicBezTo>
                  <a:pt x="107587" y="138639"/>
                  <a:pt x="93889" y="143626"/>
                  <a:pt x="76002" y="143626"/>
                </a:cubicBezTo>
                <a:cubicBezTo>
                  <a:pt x="55522" y="143626"/>
                  <a:pt x="40461" y="138872"/>
                  <a:pt x="30820" y="129363"/>
                </a:cubicBezTo>
                <a:cubicBezTo>
                  <a:pt x="21112" y="119921"/>
                  <a:pt x="16258" y="104761"/>
                  <a:pt x="16258" y="83882"/>
                </a:cubicBezTo>
                <a:lnTo>
                  <a:pt x="16258" y="28825"/>
                </a:lnTo>
                <a:cubicBezTo>
                  <a:pt x="16258" y="25567"/>
                  <a:pt x="16258" y="22541"/>
                  <a:pt x="16258" y="19749"/>
                </a:cubicBezTo>
                <a:cubicBezTo>
                  <a:pt x="16125" y="17089"/>
                  <a:pt x="16058" y="14595"/>
                  <a:pt x="16058" y="12268"/>
                </a:cubicBezTo>
                <a:cubicBezTo>
                  <a:pt x="15925" y="10606"/>
                  <a:pt x="15127" y="9509"/>
                  <a:pt x="13664" y="8977"/>
                </a:cubicBezTo>
                <a:lnTo>
                  <a:pt x="299" y="5087"/>
                </a:lnTo>
                <a:lnTo>
                  <a:pt x="0" y="0"/>
                </a:lnTo>
                <a:close/>
                <a:moveTo>
                  <a:pt x="217373" y="55655"/>
                </a:moveTo>
                <a:cubicBezTo>
                  <a:pt x="213184" y="54658"/>
                  <a:pt x="208662" y="54159"/>
                  <a:pt x="203808" y="54159"/>
                </a:cubicBezTo>
                <a:cubicBezTo>
                  <a:pt x="197691" y="54226"/>
                  <a:pt x="192770" y="55289"/>
                  <a:pt x="189047" y="57351"/>
                </a:cubicBezTo>
                <a:cubicBezTo>
                  <a:pt x="185123" y="59545"/>
                  <a:pt x="183195" y="62571"/>
                  <a:pt x="183262" y="66427"/>
                </a:cubicBezTo>
                <a:cubicBezTo>
                  <a:pt x="183195" y="69419"/>
                  <a:pt x="184026" y="71713"/>
                  <a:pt x="185755" y="73309"/>
                </a:cubicBezTo>
                <a:cubicBezTo>
                  <a:pt x="187351" y="75038"/>
                  <a:pt x="190210" y="76567"/>
                  <a:pt x="194333" y="77897"/>
                </a:cubicBezTo>
                <a:lnTo>
                  <a:pt x="210291" y="83483"/>
                </a:lnTo>
                <a:cubicBezTo>
                  <a:pt x="219733" y="86807"/>
                  <a:pt x="226682" y="90731"/>
                  <a:pt x="231137" y="95252"/>
                </a:cubicBezTo>
                <a:cubicBezTo>
                  <a:pt x="235526" y="99973"/>
                  <a:pt x="237720" y="106307"/>
                  <a:pt x="237720" y="114253"/>
                </a:cubicBezTo>
                <a:cubicBezTo>
                  <a:pt x="237720" y="122199"/>
                  <a:pt x="233631" y="128865"/>
                  <a:pt x="225452" y="134251"/>
                </a:cubicBezTo>
                <a:cubicBezTo>
                  <a:pt x="217140" y="139770"/>
                  <a:pt x="206335" y="142496"/>
                  <a:pt x="193036" y="142429"/>
                </a:cubicBezTo>
                <a:cubicBezTo>
                  <a:pt x="181865" y="142429"/>
                  <a:pt x="170894" y="140135"/>
                  <a:pt x="160122" y="135547"/>
                </a:cubicBezTo>
                <a:cubicBezTo>
                  <a:pt x="162316" y="126704"/>
                  <a:pt x="164178" y="118059"/>
                  <a:pt x="165707" y="109615"/>
                </a:cubicBezTo>
                <a:lnTo>
                  <a:pt x="170794" y="108817"/>
                </a:lnTo>
                <a:lnTo>
                  <a:pt x="177975" y="130560"/>
                </a:lnTo>
                <a:cubicBezTo>
                  <a:pt x="182032" y="131957"/>
                  <a:pt x="187118" y="132655"/>
                  <a:pt x="193236" y="132655"/>
                </a:cubicBezTo>
                <a:cubicBezTo>
                  <a:pt x="199021" y="132655"/>
                  <a:pt x="203708" y="131558"/>
                  <a:pt x="207299" y="129363"/>
                </a:cubicBezTo>
                <a:cubicBezTo>
                  <a:pt x="210890" y="127169"/>
                  <a:pt x="212685" y="124110"/>
                  <a:pt x="212685" y="120187"/>
                </a:cubicBezTo>
                <a:cubicBezTo>
                  <a:pt x="212619" y="116996"/>
                  <a:pt x="211555" y="114236"/>
                  <a:pt x="209493" y="111909"/>
                </a:cubicBezTo>
                <a:cubicBezTo>
                  <a:pt x="207299" y="109715"/>
                  <a:pt x="202977" y="107520"/>
                  <a:pt x="196527" y="105326"/>
                </a:cubicBezTo>
                <a:lnTo>
                  <a:pt x="184359" y="101137"/>
                </a:lnTo>
                <a:cubicBezTo>
                  <a:pt x="176513" y="98477"/>
                  <a:pt x="170661" y="94920"/>
                  <a:pt x="166804" y="90465"/>
                </a:cubicBezTo>
                <a:cubicBezTo>
                  <a:pt x="162881" y="86209"/>
                  <a:pt x="160903" y="80075"/>
                  <a:pt x="160870" y="72063"/>
                </a:cubicBezTo>
                <a:cubicBezTo>
                  <a:pt x="160837" y="64050"/>
                  <a:pt x="164677" y="57417"/>
                  <a:pt x="172390" y="52164"/>
                </a:cubicBezTo>
                <a:cubicBezTo>
                  <a:pt x="179970" y="46978"/>
                  <a:pt x="190509" y="44385"/>
                  <a:pt x="204008" y="44385"/>
                </a:cubicBezTo>
                <a:cubicBezTo>
                  <a:pt x="215046" y="44385"/>
                  <a:pt x="225020" y="46014"/>
                  <a:pt x="233930" y="49272"/>
                </a:cubicBezTo>
                <a:cubicBezTo>
                  <a:pt x="231935" y="57982"/>
                  <a:pt x="230239" y="66228"/>
                  <a:pt x="228843" y="74007"/>
                </a:cubicBezTo>
                <a:lnTo>
                  <a:pt x="223357" y="74805"/>
                </a:lnTo>
                <a:lnTo>
                  <a:pt x="217373" y="55655"/>
                </a:lnTo>
                <a:close/>
                <a:moveTo>
                  <a:pt x="348355" y="133054"/>
                </a:moveTo>
                <a:cubicBezTo>
                  <a:pt x="336054" y="139371"/>
                  <a:pt x="323088" y="142496"/>
                  <a:pt x="309456" y="142429"/>
                </a:cubicBezTo>
                <a:cubicBezTo>
                  <a:pt x="293165" y="142496"/>
                  <a:pt x="279933" y="138473"/>
                  <a:pt x="269760" y="130361"/>
                </a:cubicBezTo>
                <a:cubicBezTo>
                  <a:pt x="259453" y="122448"/>
                  <a:pt x="254300" y="110645"/>
                  <a:pt x="254300" y="94953"/>
                </a:cubicBezTo>
                <a:cubicBezTo>
                  <a:pt x="254300" y="80125"/>
                  <a:pt x="259254" y="67957"/>
                  <a:pt x="269161" y="58448"/>
                </a:cubicBezTo>
                <a:cubicBezTo>
                  <a:pt x="279002" y="49072"/>
                  <a:pt x="291570" y="44385"/>
                  <a:pt x="306863" y="44385"/>
                </a:cubicBezTo>
                <a:cubicBezTo>
                  <a:pt x="320228" y="44385"/>
                  <a:pt x="330568" y="47975"/>
                  <a:pt x="337882" y="55156"/>
                </a:cubicBezTo>
                <a:cubicBezTo>
                  <a:pt x="345130" y="62471"/>
                  <a:pt x="348754" y="72445"/>
                  <a:pt x="348754" y="85079"/>
                </a:cubicBezTo>
                <a:cubicBezTo>
                  <a:pt x="348754" y="87007"/>
                  <a:pt x="348654" y="89002"/>
                  <a:pt x="348455" y="91063"/>
                </a:cubicBezTo>
                <a:lnTo>
                  <a:pt x="284721" y="91063"/>
                </a:lnTo>
                <a:cubicBezTo>
                  <a:pt x="284721" y="104428"/>
                  <a:pt x="288012" y="114037"/>
                  <a:pt x="294595" y="119888"/>
                </a:cubicBezTo>
                <a:cubicBezTo>
                  <a:pt x="301045" y="125806"/>
                  <a:pt x="311784" y="128732"/>
                  <a:pt x="326811" y="128665"/>
                </a:cubicBezTo>
                <a:cubicBezTo>
                  <a:pt x="334059" y="128732"/>
                  <a:pt x="340974" y="128100"/>
                  <a:pt x="347557" y="126770"/>
                </a:cubicBezTo>
                <a:lnTo>
                  <a:pt x="348355" y="133054"/>
                </a:lnTo>
                <a:moveTo>
                  <a:pt x="318433" y="81388"/>
                </a:moveTo>
                <a:lnTo>
                  <a:pt x="318433" y="78994"/>
                </a:lnTo>
                <a:cubicBezTo>
                  <a:pt x="318433" y="69951"/>
                  <a:pt x="317303" y="63468"/>
                  <a:pt x="315042" y="59545"/>
                </a:cubicBezTo>
                <a:cubicBezTo>
                  <a:pt x="312648" y="55688"/>
                  <a:pt x="309124" y="53727"/>
                  <a:pt x="304469" y="53660"/>
                </a:cubicBezTo>
                <a:cubicBezTo>
                  <a:pt x="298751" y="53660"/>
                  <a:pt x="294263" y="56353"/>
                  <a:pt x="291004" y="61739"/>
                </a:cubicBezTo>
                <a:cubicBezTo>
                  <a:pt x="287547" y="67258"/>
                  <a:pt x="285585" y="73808"/>
                  <a:pt x="285120" y="81388"/>
                </a:cubicBezTo>
                <a:lnTo>
                  <a:pt x="318433" y="81388"/>
                </a:lnTo>
                <a:close/>
                <a:moveTo>
                  <a:pt x="361099" y="51666"/>
                </a:moveTo>
                <a:cubicBezTo>
                  <a:pt x="376459" y="49405"/>
                  <a:pt x="390489" y="46878"/>
                  <a:pt x="403190" y="44085"/>
                </a:cubicBezTo>
                <a:lnTo>
                  <a:pt x="404686" y="44883"/>
                </a:lnTo>
                <a:lnTo>
                  <a:pt x="404686" y="55655"/>
                </a:lnTo>
                <a:cubicBezTo>
                  <a:pt x="416389" y="48208"/>
                  <a:pt x="428690" y="44451"/>
                  <a:pt x="441590" y="44385"/>
                </a:cubicBezTo>
                <a:lnTo>
                  <a:pt x="442088" y="45083"/>
                </a:lnTo>
                <a:cubicBezTo>
                  <a:pt x="439894" y="55655"/>
                  <a:pt x="437866" y="66959"/>
                  <a:pt x="436004" y="78994"/>
                </a:cubicBezTo>
                <a:lnTo>
                  <a:pt x="430219" y="79992"/>
                </a:lnTo>
                <a:cubicBezTo>
                  <a:pt x="428490" y="73409"/>
                  <a:pt x="426795" y="68355"/>
                  <a:pt x="425132" y="64831"/>
                </a:cubicBezTo>
                <a:cubicBezTo>
                  <a:pt x="423404" y="61374"/>
                  <a:pt x="420810" y="59612"/>
                  <a:pt x="417353" y="59545"/>
                </a:cubicBezTo>
                <a:cubicBezTo>
                  <a:pt x="413962" y="59545"/>
                  <a:pt x="409739" y="60675"/>
                  <a:pt x="404686" y="62936"/>
                </a:cubicBezTo>
                <a:lnTo>
                  <a:pt x="404686" y="105725"/>
                </a:lnTo>
                <a:cubicBezTo>
                  <a:pt x="404686" y="116031"/>
                  <a:pt x="404752" y="123412"/>
                  <a:pt x="404885" y="127867"/>
                </a:cubicBezTo>
                <a:cubicBezTo>
                  <a:pt x="404952" y="129796"/>
                  <a:pt x="405783" y="130959"/>
                  <a:pt x="407379" y="131358"/>
                </a:cubicBezTo>
                <a:lnTo>
                  <a:pt x="421642" y="135148"/>
                </a:lnTo>
                <a:lnTo>
                  <a:pt x="421941" y="139936"/>
                </a:lnTo>
                <a:cubicBezTo>
                  <a:pt x="410836" y="139736"/>
                  <a:pt x="400297" y="139637"/>
                  <a:pt x="390323" y="139637"/>
                </a:cubicBezTo>
                <a:cubicBezTo>
                  <a:pt x="380748" y="139637"/>
                  <a:pt x="371173" y="139736"/>
                  <a:pt x="361598" y="139936"/>
                </a:cubicBezTo>
                <a:lnTo>
                  <a:pt x="361099" y="135148"/>
                </a:lnTo>
                <a:lnTo>
                  <a:pt x="373766" y="131657"/>
                </a:lnTo>
                <a:cubicBezTo>
                  <a:pt x="375295" y="131192"/>
                  <a:pt x="376110" y="129862"/>
                  <a:pt x="376210" y="127668"/>
                </a:cubicBezTo>
                <a:cubicBezTo>
                  <a:pt x="376310" y="125474"/>
                  <a:pt x="376359" y="121717"/>
                  <a:pt x="376359" y="116397"/>
                </a:cubicBezTo>
                <a:lnTo>
                  <a:pt x="376359" y="83084"/>
                </a:lnTo>
                <a:cubicBezTo>
                  <a:pt x="376359" y="72245"/>
                  <a:pt x="376226" y="64366"/>
                  <a:pt x="375960" y="59445"/>
                </a:cubicBezTo>
                <a:lnTo>
                  <a:pt x="361698" y="55755"/>
                </a:lnTo>
                <a:lnTo>
                  <a:pt x="361099" y="51666"/>
                </a:lnTo>
                <a:close/>
                <a:moveTo>
                  <a:pt x="552685" y="108318"/>
                </a:moveTo>
                <a:cubicBezTo>
                  <a:pt x="552619" y="112308"/>
                  <a:pt x="552652" y="115932"/>
                  <a:pt x="552785" y="119190"/>
                </a:cubicBezTo>
                <a:cubicBezTo>
                  <a:pt x="552719" y="122515"/>
                  <a:pt x="552752" y="125440"/>
                  <a:pt x="552885" y="127967"/>
                </a:cubicBezTo>
                <a:cubicBezTo>
                  <a:pt x="552951" y="129696"/>
                  <a:pt x="554082" y="130860"/>
                  <a:pt x="556276" y="131458"/>
                </a:cubicBezTo>
                <a:lnTo>
                  <a:pt x="568544" y="134949"/>
                </a:lnTo>
                <a:lnTo>
                  <a:pt x="568843" y="139936"/>
                </a:lnTo>
                <a:cubicBezTo>
                  <a:pt x="559534" y="139736"/>
                  <a:pt x="549294" y="139637"/>
                  <a:pt x="538123" y="139637"/>
                </a:cubicBezTo>
                <a:cubicBezTo>
                  <a:pt x="526420" y="139637"/>
                  <a:pt x="516047" y="139736"/>
                  <a:pt x="507004" y="139936"/>
                </a:cubicBezTo>
                <a:lnTo>
                  <a:pt x="506505" y="134949"/>
                </a:lnTo>
                <a:lnTo>
                  <a:pt x="519871" y="131258"/>
                </a:lnTo>
                <a:cubicBezTo>
                  <a:pt x="521533" y="130793"/>
                  <a:pt x="522397" y="129496"/>
                  <a:pt x="522464" y="127369"/>
                </a:cubicBezTo>
                <a:cubicBezTo>
                  <a:pt x="522530" y="125241"/>
                  <a:pt x="522630" y="122515"/>
                  <a:pt x="522763" y="119190"/>
                </a:cubicBezTo>
                <a:cubicBezTo>
                  <a:pt x="522763" y="115932"/>
                  <a:pt x="522763" y="112308"/>
                  <a:pt x="522763" y="108318"/>
                </a:cubicBezTo>
                <a:lnTo>
                  <a:pt x="522763" y="28825"/>
                </a:lnTo>
                <a:cubicBezTo>
                  <a:pt x="522763" y="25567"/>
                  <a:pt x="522763" y="22541"/>
                  <a:pt x="522763" y="19749"/>
                </a:cubicBezTo>
                <a:cubicBezTo>
                  <a:pt x="522630" y="17089"/>
                  <a:pt x="522564" y="14595"/>
                  <a:pt x="522564" y="12268"/>
                </a:cubicBezTo>
                <a:cubicBezTo>
                  <a:pt x="522431" y="10606"/>
                  <a:pt x="521633" y="9509"/>
                  <a:pt x="520170" y="8977"/>
                </a:cubicBezTo>
                <a:lnTo>
                  <a:pt x="506805" y="5087"/>
                </a:lnTo>
                <a:lnTo>
                  <a:pt x="506505" y="0"/>
                </a:lnTo>
                <a:cubicBezTo>
                  <a:pt x="515682" y="332"/>
                  <a:pt x="525922" y="465"/>
                  <a:pt x="537226" y="399"/>
                </a:cubicBezTo>
                <a:cubicBezTo>
                  <a:pt x="548795" y="465"/>
                  <a:pt x="559168" y="332"/>
                  <a:pt x="568345" y="0"/>
                </a:cubicBezTo>
                <a:lnTo>
                  <a:pt x="568843" y="5087"/>
                </a:lnTo>
                <a:lnTo>
                  <a:pt x="555478" y="8777"/>
                </a:lnTo>
                <a:cubicBezTo>
                  <a:pt x="553816" y="9176"/>
                  <a:pt x="552935" y="10390"/>
                  <a:pt x="552835" y="12418"/>
                </a:cubicBezTo>
                <a:cubicBezTo>
                  <a:pt x="552735" y="14446"/>
                  <a:pt x="552719" y="16790"/>
                  <a:pt x="552785" y="19449"/>
                </a:cubicBezTo>
                <a:cubicBezTo>
                  <a:pt x="552652" y="22242"/>
                  <a:pt x="552619" y="25234"/>
                  <a:pt x="552685" y="28426"/>
                </a:cubicBezTo>
                <a:lnTo>
                  <a:pt x="552685" y="108318"/>
                </a:lnTo>
                <a:close/>
                <a:moveTo>
                  <a:pt x="581081" y="51666"/>
                </a:moveTo>
                <a:cubicBezTo>
                  <a:pt x="596441" y="49405"/>
                  <a:pt x="610471" y="46878"/>
                  <a:pt x="623171" y="44085"/>
                </a:cubicBezTo>
                <a:lnTo>
                  <a:pt x="624667" y="44883"/>
                </a:lnTo>
                <a:lnTo>
                  <a:pt x="624667" y="55555"/>
                </a:lnTo>
                <a:cubicBezTo>
                  <a:pt x="635905" y="48108"/>
                  <a:pt x="647009" y="44385"/>
                  <a:pt x="657980" y="44385"/>
                </a:cubicBezTo>
                <a:cubicBezTo>
                  <a:pt x="667622" y="44385"/>
                  <a:pt x="675236" y="47011"/>
                  <a:pt x="680821" y="52264"/>
                </a:cubicBezTo>
                <a:cubicBezTo>
                  <a:pt x="686274" y="57650"/>
                  <a:pt x="689033" y="65164"/>
                  <a:pt x="689099" y="74805"/>
                </a:cubicBezTo>
                <a:lnTo>
                  <a:pt x="689099" y="109814"/>
                </a:lnTo>
                <a:cubicBezTo>
                  <a:pt x="689099" y="118126"/>
                  <a:pt x="689166" y="124277"/>
                  <a:pt x="689299" y="128266"/>
                </a:cubicBezTo>
                <a:cubicBezTo>
                  <a:pt x="689299" y="130062"/>
                  <a:pt x="690163" y="131192"/>
                  <a:pt x="691892" y="131657"/>
                </a:cubicBezTo>
                <a:lnTo>
                  <a:pt x="703961" y="135148"/>
                </a:lnTo>
                <a:lnTo>
                  <a:pt x="704260" y="139936"/>
                </a:lnTo>
                <a:cubicBezTo>
                  <a:pt x="694751" y="139736"/>
                  <a:pt x="685176" y="139637"/>
                  <a:pt x="675535" y="139637"/>
                </a:cubicBezTo>
                <a:cubicBezTo>
                  <a:pt x="665561" y="139637"/>
                  <a:pt x="656584" y="139736"/>
                  <a:pt x="648605" y="139936"/>
                </a:cubicBezTo>
                <a:lnTo>
                  <a:pt x="648206" y="135148"/>
                </a:lnTo>
                <a:lnTo>
                  <a:pt x="658180" y="132156"/>
                </a:lnTo>
                <a:cubicBezTo>
                  <a:pt x="659643" y="131691"/>
                  <a:pt x="660474" y="130693"/>
                  <a:pt x="660673" y="129164"/>
                </a:cubicBezTo>
                <a:cubicBezTo>
                  <a:pt x="660740" y="128167"/>
                  <a:pt x="660773" y="126072"/>
                  <a:pt x="660773" y="122880"/>
                </a:cubicBezTo>
                <a:lnTo>
                  <a:pt x="660773" y="81089"/>
                </a:lnTo>
                <a:cubicBezTo>
                  <a:pt x="660773" y="72910"/>
                  <a:pt x="659177" y="67026"/>
                  <a:pt x="655986" y="63435"/>
                </a:cubicBezTo>
                <a:cubicBezTo>
                  <a:pt x="652727" y="59977"/>
                  <a:pt x="647973" y="58215"/>
                  <a:pt x="641723" y="58149"/>
                </a:cubicBezTo>
                <a:cubicBezTo>
                  <a:pt x="636204" y="58149"/>
                  <a:pt x="630519" y="59745"/>
                  <a:pt x="624667" y="62936"/>
                </a:cubicBezTo>
                <a:lnTo>
                  <a:pt x="624667" y="105825"/>
                </a:lnTo>
                <a:cubicBezTo>
                  <a:pt x="624667" y="114203"/>
                  <a:pt x="624734" y="121816"/>
                  <a:pt x="624867" y="128665"/>
                </a:cubicBezTo>
                <a:cubicBezTo>
                  <a:pt x="624867" y="130461"/>
                  <a:pt x="625631" y="131558"/>
                  <a:pt x="627161" y="131957"/>
                </a:cubicBezTo>
                <a:lnTo>
                  <a:pt x="637534" y="135148"/>
                </a:lnTo>
                <a:lnTo>
                  <a:pt x="637733" y="139936"/>
                </a:lnTo>
                <a:cubicBezTo>
                  <a:pt x="629421" y="139736"/>
                  <a:pt x="620445" y="139637"/>
                  <a:pt x="610803" y="139637"/>
                </a:cubicBezTo>
                <a:cubicBezTo>
                  <a:pt x="600896" y="139637"/>
                  <a:pt x="591154" y="139736"/>
                  <a:pt x="581579" y="139936"/>
                </a:cubicBezTo>
                <a:lnTo>
                  <a:pt x="581081" y="135148"/>
                </a:lnTo>
                <a:lnTo>
                  <a:pt x="593947" y="131657"/>
                </a:lnTo>
                <a:cubicBezTo>
                  <a:pt x="595343" y="131258"/>
                  <a:pt x="596108" y="130261"/>
                  <a:pt x="596241" y="128665"/>
                </a:cubicBezTo>
                <a:cubicBezTo>
                  <a:pt x="596308" y="124410"/>
                  <a:pt x="596341" y="120320"/>
                  <a:pt x="596341" y="116397"/>
                </a:cubicBezTo>
                <a:lnTo>
                  <a:pt x="596341" y="83583"/>
                </a:lnTo>
                <a:cubicBezTo>
                  <a:pt x="596341" y="74938"/>
                  <a:pt x="596208" y="66893"/>
                  <a:pt x="595942" y="59445"/>
                </a:cubicBezTo>
                <a:lnTo>
                  <a:pt x="581679" y="55755"/>
                </a:lnTo>
                <a:lnTo>
                  <a:pt x="581081" y="51666"/>
                </a:lnTo>
                <a:close/>
                <a:moveTo>
                  <a:pt x="705388" y="55755"/>
                </a:moveTo>
                <a:lnTo>
                  <a:pt x="704789" y="51666"/>
                </a:lnTo>
                <a:cubicBezTo>
                  <a:pt x="720149" y="49405"/>
                  <a:pt x="734213" y="46878"/>
                  <a:pt x="746979" y="44085"/>
                </a:cubicBezTo>
                <a:lnTo>
                  <a:pt x="748476" y="44883"/>
                </a:lnTo>
                <a:lnTo>
                  <a:pt x="748476" y="54259"/>
                </a:lnTo>
                <a:cubicBezTo>
                  <a:pt x="758716" y="47676"/>
                  <a:pt x="768656" y="44385"/>
                  <a:pt x="778298" y="44385"/>
                </a:cubicBezTo>
                <a:cubicBezTo>
                  <a:pt x="790732" y="44385"/>
                  <a:pt x="800673" y="48507"/>
                  <a:pt x="808120" y="56752"/>
                </a:cubicBezTo>
                <a:cubicBezTo>
                  <a:pt x="815368" y="65064"/>
                  <a:pt x="819025" y="75903"/>
                  <a:pt x="819092" y="89268"/>
                </a:cubicBezTo>
                <a:cubicBezTo>
                  <a:pt x="819025" y="105825"/>
                  <a:pt x="813872" y="118824"/>
                  <a:pt x="803632" y="128266"/>
                </a:cubicBezTo>
                <a:cubicBezTo>
                  <a:pt x="793259" y="137775"/>
                  <a:pt x="779595" y="142496"/>
                  <a:pt x="762639" y="142429"/>
                </a:cubicBezTo>
                <a:cubicBezTo>
                  <a:pt x="758051" y="142429"/>
                  <a:pt x="753330" y="141964"/>
                  <a:pt x="748476" y="141033"/>
                </a:cubicBezTo>
                <a:lnTo>
                  <a:pt x="748476" y="162078"/>
                </a:lnTo>
                <a:cubicBezTo>
                  <a:pt x="748476" y="168661"/>
                  <a:pt x="748542" y="173282"/>
                  <a:pt x="748675" y="175942"/>
                </a:cubicBezTo>
                <a:cubicBezTo>
                  <a:pt x="748742" y="178070"/>
                  <a:pt x="749639" y="179300"/>
                  <a:pt x="751368" y="179633"/>
                </a:cubicBezTo>
                <a:lnTo>
                  <a:pt x="765431" y="183323"/>
                </a:lnTo>
                <a:lnTo>
                  <a:pt x="765731" y="188111"/>
                </a:lnTo>
                <a:cubicBezTo>
                  <a:pt x="754626" y="187911"/>
                  <a:pt x="744253" y="187811"/>
                  <a:pt x="734612" y="187811"/>
                </a:cubicBezTo>
                <a:cubicBezTo>
                  <a:pt x="724638" y="187811"/>
                  <a:pt x="714863" y="187911"/>
                  <a:pt x="705288" y="188111"/>
                </a:cubicBezTo>
                <a:lnTo>
                  <a:pt x="704789" y="183323"/>
                </a:lnTo>
                <a:lnTo>
                  <a:pt x="717357" y="179832"/>
                </a:lnTo>
                <a:cubicBezTo>
                  <a:pt x="718886" y="179433"/>
                  <a:pt x="719717" y="178436"/>
                  <a:pt x="719850" y="176840"/>
                </a:cubicBezTo>
                <a:cubicBezTo>
                  <a:pt x="719917" y="171986"/>
                  <a:pt x="719983" y="164605"/>
                  <a:pt x="720049" y="154698"/>
                </a:cubicBezTo>
                <a:lnTo>
                  <a:pt x="720049" y="114901"/>
                </a:lnTo>
                <a:cubicBezTo>
                  <a:pt x="720049" y="85910"/>
                  <a:pt x="719917" y="67425"/>
                  <a:pt x="719651" y="59445"/>
                </a:cubicBezTo>
                <a:lnTo>
                  <a:pt x="705388" y="55755"/>
                </a:lnTo>
                <a:moveTo>
                  <a:pt x="748476" y="131059"/>
                </a:moveTo>
                <a:cubicBezTo>
                  <a:pt x="753130" y="132056"/>
                  <a:pt x="757618" y="132555"/>
                  <a:pt x="761941" y="132555"/>
                </a:cubicBezTo>
                <a:cubicBezTo>
                  <a:pt x="770718" y="132555"/>
                  <a:pt x="777367" y="129197"/>
                  <a:pt x="781889" y="122481"/>
                </a:cubicBezTo>
                <a:cubicBezTo>
                  <a:pt x="786344" y="115832"/>
                  <a:pt x="788604" y="106224"/>
                  <a:pt x="788671" y="93656"/>
                </a:cubicBezTo>
                <a:cubicBezTo>
                  <a:pt x="788671" y="81953"/>
                  <a:pt x="786543" y="73043"/>
                  <a:pt x="782288" y="66926"/>
                </a:cubicBezTo>
                <a:cubicBezTo>
                  <a:pt x="777965" y="60941"/>
                  <a:pt x="771815" y="57949"/>
                  <a:pt x="763836" y="57949"/>
                </a:cubicBezTo>
                <a:cubicBezTo>
                  <a:pt x="758051" y="57949"/>
                  <a:pt x="752931" y="59046"/>
                  <a:pt x="748476" y="61241"/>
                </a:cubicBezTo>
                <a:lnTo>
                  <a:pt x="748476" y="131059"/>
                </a:lnTo>
                <a:close/>
                <a:moveTo>
                  <a:pt x="909188" y="131657"/>
                </a:moveTo>
                <a:cubicBezTo>
                  <a:pt x="899347" y="138839"/>
                  <a:pt x="888708" y="142429"/>
                  <a:pt x="877271" y="142429"/>
                </a:cubicBezTo>
                <a:cubicBezTo>
                  <a:pt x="866499" y="142429"/>
                  <a:pt x="858387" y="139770"/>
                  <a:pt x="852935" y="134450"/>
                </a:cubicBezTo>
                <a:cubicBezTo>
                  <a:pt x="847416" y="129197"/>
                  <a:pt x="844689" y="121717"/>
                  <a:pt x="844756" y="112009"/>
                </a:cubicBezTo>
                <a:lnTo>
                  <a:pt x="844756" y="90864"/>
                </a:lnTo>
                <a:cubicBezTo>
                  <a:pt x="844756" y="76634"/>
                  <a:pt x="844623" y="66161"/>
                  <a:pt x="844357" y="59445"/>
                </a:cubicBezTo>
                <a:lnTo>
                  <a:pt x="830094" y="55755"/>
                </a:lnTo>
                <a:lnTo>
                  <a:pt x="829496" y="51666"/>
                </a:lnTo>
                <a:cubicBezTo>
                  <a:pt x="845720" y="49272"/>
                  <a:pt x="860083" y="46712"/>
                  <a:pt x="872583" y="43986"/>
                </a:cubicBezTo>
                <a:lnTo>
                  <a:pt x="873681" y="44783"/>
                </a:lnTo>
                <a:cubicBezTo>
                  <a:pt x="873282" y="53095"/>
                  <a:pt x="873082" y="63368"/>
                  <a:pt x="873082" y="75603"/>
                </a:cubicBezTo>
                <a:lnTo>
                  <a:pt x="873082" y="106323"/>
                </a:lnTo>
                <a:cubicBezTo>
                  <a:pt x="873082" y="114303"/>
                  <a:pt x="874645" y="120021"/>
                  <a:pt x="877770" y="123479"/>
                </a:cubicBezTo>
                <a:cubicBezTo>
                  <a:pt x="880762" y="127069"/>
                  <a:pt x="885117" y="128865"/>
                  <a:pt x="890836" y="128865"/>
                </a:cubicBezTo>
                <a:cubicBezTo>
                  <a:pt x="897086" y="128865"/>
                  <a:pt x="902871" y="127502"/>
                  <a:pt x="908191" y="124775"/>
                </a:cubicBezTo>
                <a:lnTo>
                  <a:pt x="908191" y="82286"/>
                </a:lnTo>
                <a:cubicBezTo>
                  <a:pt x="908191" y="73043"/>
                  <a:pt x="908058" y="65363"/>
                  <a:pt x="907792" y="59246"/>
                </a:cubicBezTo>
                <a:lnTo>
                  <a:pt x="894327" y="55755"/>
                </a:lnTo>
                <a:lnTo>
                  <a:pt x="893728" y="51666"/>
                </a:lnTo>
                <a:cubicBezTo>
                  <a:pt x="909487" y="49272"/>
                  <a:pt x="923551" y="46712"/>
                  <a:pt x="935919" y="43986"/>
                </a:cubicBezTo>
                <a:lnTo>
                  <a:pt x="937116" y="44783"/>
                </a:lnTo>
                <a:cubicBezTo>
                  <a:pt x="936584" y="53295"/>
                  <a:pt x="936351" y="63767"/>
                  <a:pt x="936417" y="76202"/>
                </a:cubicBezTo>
                <a:cubicBezTo>
                  <a:pt x="936351" y="100405"/>
                  <a:pt x="936384" y="115134"/>
                  <a:pt x="936517" y="120387"/>
                </a:cubicBezTo>
                <a:cubicBezTo>
                  <a:pt x="936584" y="123113"/>
                  <a:pt x="936766" y="125291"/>
                  <a:pt x="937066" y="126920"/>
                </a:cubicBezTo>
                <a:cubicBezTo>
                  <a:pt x="937365" y="128549"/>
                  <a:pt x="937980" y="129796"/>
                  <a:pt x="938911" y="130660"/>
                </a:cubicBezTo>
                <a:cubicBezTo>
                  <a:pt x="939842" y="131524"/>
                  <a:pt x="941271" y="132090"/>
                  <a:pt x="943200" y="132356"/>
                </a:cubicBezTo>
                <a:cubicBezTo>
                  <a:pt x="944995" y="132755"/>
                  <a:pt x="947588" y="132987"/>
                  <a:pt x="950979" y="133054"/>
                </a:cubicBezTo>
                <a:lnTo>
                  <a:pt x="951478" y="137442"/>
                </a:lnTo>
                <a:cubicBezTo>
                  <a:pt x="941837" y="140767"/>
                  <a:pt x="933591" y="142429"/>
                  <a:pt x="926742" y="142429"/>
                </a:cubicBezTo>
                <a:cubicBezTo>
                  <a:pt x="917832" y="142429"/>
                  <a:pt x="911981" y="138839"/>
                  <a:pt x="909188" y="131657"/>
                </a:cubicBezTo>
                <a:close/>
                <a:moveTo>
                  <a:pt x="998687" y="58847"/>
                </a:moveTo>
                <a:cubicBezTo>
                  <a:pt x="998288" y="79593"/>
                  <a:pt x="998088" y="97180"/>
                  <a:pt x="998088" y="111610"/>
                </a:cubicBezTo>
                <a:cubicBezTo>
                  <a:pt x="998022" y="118392"/>
                  <a:pt x="999052" y="123013"/>
                  <a:pt x="1001180" y="125474"/>
                </a:cubicBezTo>
                <a:cubicBezTo>
                  <a:pt x="1003175" y="128067"/>
                  <a:pt x="1007131" y="129363"/>
                  <a:pt x="1013049" y="129363"/>
                </a:cubicBezTo>
                <a:cubicBezTo>
                  <a:pt x="1017504" y="129363"/>
                  <a:pt x="1022425" y="129097"/>
                  <a:pt x="1027811" y="128565"/>
                </a:cubicBezTo>
                <a:lnTo>
                  <a:pt x="1028609" y="134550"/>
                </a:lnTo>
                <a:cubicBezTo>
                  <a:pt x="1018036" y="139736"/>
                  <a:pt x="1008162" y="142330"/>
                  <a:pt x="998986" y="142330"/>
                </a:cubicBezTo>
                <a:cubicBezTo>
                  <a:pt x="989677" y="142330"/>
                  <a:pt x="982495" y="140368"/>
                  <a:pt x="977442" y="136445"/>
                </a:cubicBezTo>
                <a:cubicBezTo>
                  <a:pt x="972322" y="132655"/>
                  <a:pt x="969762" y="126803"/>
                  <a:pt x="969762" y="118891"/>
                </a:cubicBezTo>
                <a:cubicBezTo>
                  <a:pt x="969762" y="105060"/>
                  <a:pt x="969961" y="84879"/>
                  <a:pt x="970360" y="58348"/>
                </a:cubicBezTo>
                <a:lnTo>
                  <a:pt x="956895" y="54857"/>
                </a:lnTo>
                <a:lnTo>
                  <a:pt x="955998" y="49471"/>
                </a:lnTo>
                <a:lnTo>
                  <a:pt x="972654" y="47975"/>
                </a:lnTo>
                <a:lnTo>
                  <a:pt x="982130" y="24536"/>
                </a:lnTo>
                <a:cubicBezTo>
                  <a:pt x="987715" y="23539"/>
                  <a:pt x="992868" y="22575"/>
                  <a:pt x="997589" y="21644"/>
                </a:cubicBezTo>
                <a:lnTo>
                  <a:pt x="998986" y="22342"/>
                </a:lnTo>
                <a:cubicBezTo>
                  <a:pt x="998786" y="30454"/>
                  <a:pt x="998687" y="38999"/>
                  <a:pt x="998687" y="47975"/>
                </a:cubicBezTo>
                <a:lnTo>
                  <a:pt x="1026614" y="47975"/>
                </a:lnTo>
                <a:lnTo>
                  <a:pt x="1026614" y="58847"/>
                </a:lnTo>
                <a:lnTo>
                  <a:pt x="998687" y="58847"/>
                </a:lnTo>
                <a:close/>
                <a:moveTo>
                  <a:pt x="1097299" y="55655"/>
                </a:moveTo>
                <a:cubicBezTo>
                  <a:pt x="1093110" y="54658"/>
                  <a:pt x="1088588" y="54159"/>
                  <a:pt x="1083734" y="54159"/>
                </a:cubicBezTo>
                <a:cubicBezTo>
                  <a:pt x="1077617" y="54226"/>
                  <a:pt x="1072697" y="55289"/>
                  <a:pt x="1068973" y="57351"/>
                </a:cubicBezTo>
                <a:cubicBezTo>
                  <a:pt x="1065050" y="59545"/>
                  <a:pt x="1063121" y="62571"/>
                  <a:pt x="1063188" y="66427"/>
                </a:cubicBezTo>
                <a:cubicBezTo>
                  <a:pt x="1063121" y="69419"/>
                  <a:pt x="1063953" y="71713"/>
                  <a:pt x="1065681" y="73309"/>
                </a:cubicBezTo>
                <a:cubicBezTo>
                  <a:pt x="1067277" y="75038"/>
                  <a:pt x="1070136" y="76567"/>
                  <a:pt x="1074259" y="77897"/>
                </a:cubicBezTo>
                <a:lnTo>
                  <a:pt x="1090218" y="83483"/>
                </a:lnTo>
                <a:cubicBezTo>
                  <a:pt x="1099660" y="86807"/>
                  <a:pt x="1106608" y="90731"/>
                  <a:pt x="1111063" y="95252"/>
                </a:cubicBezTo>
                <a:cubicBezTo>
                  <a:pt x="1115452" y="99973"/>
                  <a:pt x="1117646" y="106307"/>
                  <a:pt x="1117646" y="114253"/>
                </a:cubicBezTo>
                <a:cubicBezTo>
                  <a:pt x="1117646" y="122199"/>
                  <a:pt x="1113557" y="128865"/>
                  <a:pt x="1105378" y="134251"/>
                </a:cubicBezTo>
                <a:cubicBezTo>
                  <a:pt x="1097066" y="139770"/>
                  <a:pt x="1086261" y="142496"/>
                  <a:pt x="1072962" y="142429"/>
                </a:cubicBezTo>
                <a:cubicBezTo>
                  <a:pt x="1061792" y="142429"/>
                  <a:pt x="1050820" y="140135"/>
                  <a:pt x="1040048" y="135547"/>
                </a:cubicBezTo>
                <a:cubicBezTo>
                  <a:pt x="1042242" y="126704"/>
                  <a:pt x="1044104" y="118059"/>
                  <a:pt x="1045634" y="109615"/>
                </a:cubicBezTo>
                <a:lnTo>
                  <a:pt x="1050720" y="108817"/>
                </a:lnTo>
                <a:lnTo>
                  <a:pt x="1057902" y="130560"/>
                </a:lnTo>
                <a:cubicBezTo>
                  <a:pt x="1061958" y="131957"/>
                  <a:pt x="1067045" y="132655"/>
                  <a:pt x="1073162" y="132655"/>
                </a:cubicBezTo>
                <a:cubicBezTo>
                  <a:pt x="1078947" y="132655"/>
                  <a:pt x="1083635" y="131558"/>
                  <a:pt x="1087225" y="129363"/>
                </a:cubicBezTo>
                <a:cubicBezTo>
                  <a:pt x="1090816" y="127169"/>
                  <a:pt x="1092611" y="124110"/>
                  <a:pt x="1092611" y="120187"/>
                </a:cubicBezTo>
                <a:cubicBezTo>
                  <a:pt x="1092545" y="116996"/>
                  <a:pt x="1091481" y="114236"/>
                  <a:pt x="1089420" y="111909"/>
                </a:cubicBezTo>
                <a:cubicBezTo>
                  <a:pt x="1087225" y="109715"/>
                  <a:pt x="1082903" y="107520"/>
                  <a:pt x="1076453" y="105326"/>
                </a:cubicBezTo>
                <a:lnTo>
                  <a:pt x="1064285" y="101137"/>
                </a:lnTo>
                <a:cubicBezTo>
                  <a:pt x="1056439" y="98477"/>
                  <a:pt x="1050587" y="94920"/>
                  <a:pt x="1046731" y="90465"/>
                </a:cubicBezTo>
                <a:cubicBezTo>
                  <a:pt x="1042808" y="86209"/>
                  <a:pt x="1040829" y="80075"/>
                  <a:pt x="1040796" y="72063"/>
                </a:cubicBezTo>
                <a:cubicBezTo>
                  <a:pt x="1040763" y="64050"/>
                  <a:pt x="1044603" y="57417"/>
                  <a:pt x="1052316" y="52164"/>
                </a:cubicBezTo>
                <a:cubicBezTo>
                  <a:pt x="1059896" y="46978"/>
                  <a:pt x="1070436" y="44385"/>
                  <a:pt x="1083934" y="44385"/>
                </a:cubicBezTo>
                <a:cubicBezTo>
                  <a:pt x="1094972" y="44385"/>
                  <a:pt x="1104946" y="46014"/>
                  <a:pt x="1113856" y="49272"/>
                </a:cubicBezTo>
                <a:cubicBezTo>
                  <a:pt x="1111861" y="57982"/>
                  <a:pt x="1110166" y="66228"/>
                  <a:pt x="1108769" y="74007"/>
                </a:cubicBezTo>
                <a:lnTo>
                  <a:pt x="1103284" y="74805"/>
                </a:lnTo>
                <a:lnTo>
                  <a:pt x="1097299" y="55655"/>
                </a:lnTo>
                <a:close/>
              </a:path>
            </a:pathLst>
          </a:custGeom>
          <a:solidFill xmlns:a="http://schemas.openxmlformats.org/drawingml/2006/main">
            <a:srgbClr val="454545"/>
          </a:solidFill>
          <a:ln xmlns:a="http://schemas.openxmlformats.org/drawingml/2006/main" w="0" cap="flat">
            <a:noFill/>
            <a:miter/>
          </a:ln>
        </p:spPr>
      </p:sp>
      <p:sp>
        <p:nvSpPr>
          <p:cNvPr id="21" name="Text Exploration">
            <a:extLst xmlns:a="http://schemas.openxmlformats.org/drawingml/2006/main">
              <a:ext uri="{FF2B5EF4-FFF2-40B4-BE49-F238E27FC236}">
                <a16:creationId xmlns:a16="http://schemas.microsoft.com/office/drawing/2014/main" id="{0A4D33C3-0456-4C46-BEA0-958D7ED38B18}"/>
              </a:ext>
            </a:extLst>
          </p:cNvPr>
          <p:cNvSpPr>
            <a:spLocks xmlns:a="http://schemas.openxmlformats.org/drawingml/2006/main" noGrp="1"/>
          </p:cNvSpPr>
          <p:nvPr/>
        </p:nvSpPr>
        <p:spPr>
          <a:xfrm xmlns:a="http://schemas.openxmlformats.org/drawingml/2006/main">
            <a:off x="2948555" y="1334682"/>
            <a:ext cx="1140533" cy="198783"/>
          </a:xfrm>
          <a:custGeom xmlns:a="http://schemas.openxmlformats.org/drawingml/2006/main">
            <a:pathLst>
              <a:path w="1140533" h="198783">
                <a:moveTo>
                  <a:pt x="26531" y="11071"/>
                </a:moveTo>
                <a:lnTo>
                  <a:pt x="51765" y="11071"/>
                </a:lnTo>
                <a:cubicBezTo>
                  <a:pt x="67923" y="11138"/>
                  <a:pt x="84680" y="11005"/>
                  <a:pt x="102035" y="10672"/>
                </a:cubicBezTo>
                <a:lnTo>
                  <a:pt x="102733" y="11470"/>
                </a:lnTo>
                <a:lnTo>
                  <a:pt x="96549" y="44684"/>
                </a:lnTo>
                <a:lnTo>
                  <a:pt x="91163" y="45482"/>
                </a:lnTo>
                <a:lnTo>
                  <a:pt x="84779" y="21245"/>
                </a:lnTo>
                <a:lnTo>
                  <a:pt x="46180" y="21245"/>
                </a:lnTo>
                <a:lnTo>
                  <a:pt x="46180" y="74207"/>
                </a:lnTo>
                <a:lnTo>
                  <a:pt x="51566" y="74207"/>
                </a:lnTo>
                <a:cubicBezTo>
                  <a:pt x="57284" y="74207"/>
                  <a:pt x="63501" y="74140"/>
                  <a:pt x="70217" y="74007"/>
                </a:cubicBezTo>
                <a:cubicBezTo>
                  <a:pt x="71880" y="73941"/>
                  <a:pt x="73010" y="73043"/>
                  <a:pt x="73608" y="71314"/>
                </a:cubicBezTo>
                <a:lnTo>
                  <a:pt x="77199" y="57650"/>
                </a:lnTo>
                <a:lnTo>
                  <a:pt x="83782" y="57351"/>
                </a:lnTo>
                <a:cubicBezTo>
                  <a:pt x="83583" y="67059"/>
                  <a:pt x="83483" y="74273"/>
                  <a:pt x="83483" y="78994"/>
                </a:cubicBezTo>
                <a:cubicBezTo>
                  <a:pt x="83483" y="83716"/>
                  <a:pt x="83583" y="90830"/>
                  <a:pt x="83782" y="100339"/>
                </a:cubicBezTo>
                <a:lnTo>
                  <a:pt x="77199" y="100838"/>
                </a:lnTo>
                <a:lnTo>
                  <a:pt x="73509" y="86774"/>
                </a:lnTo>
                <a:cubicBezTo>
                  <a:pt x="72910" y="85045"/>
                  <a:pt x="71880" y="84114"/>
                  <a:pt x="70417" y="83981"/>
                </a:cubicBezTo>
                <a:cubicBezTo>
                  <a:pt x="63634" y="83915"/>
                  <a:pt x="57318" y="83849"/>
                  <a:pt x="51466" y="83782"/>
                </a:cubicBezTo>
                <a:lnTo>
                  <a:pt x="46180" y="83782"/>
                </a:lnTo>
                <a:lnTo>
                  <a:pt x="46180" y="117993"/>
                </a:lnTo>
                <a:cubicBezTo>
                  <a:pt x="46180" y="125307"/>
                  <a:pt x="46246" y="132555"/>
                  <a:pt x="46379" y="139736"/>
                </a:cubicBezTo>
                <a:lnTo>
                  <a:pt x="86276" y="139736"/>
                </a:lnTo>
                <a:lnTo>
                  <a:pt x="98843" y="113505"/>
                </a:lnTo>
                <a:lnTo>
                  <a:pt x="104927" y="112607"/>
                </a:lnTo>
                <a:lnTo>
                  <a:pt x="102533" y="149910"/>
                </a:lnTo>
                <a:lnTo>
                  <a:pt x="101835" y="150608"/>
                </a:lnTo>
                <a:cubicBezTo>
                  <a:pt x="85212" y="150409"/>
                  <a:pt x="69087" y="150309"/>
                  <a:pt x="53461" y="150309"/>
                </a:cubicBezTo>
                <a:lnTo>
                  <a:pt x="27030" y="150309"/>
                </a:lnTo>
                <a:cubicBezTo>
                  <a:pt x="18385" y="150309"/>
                  <a:pt x="9542" y="150409"/>
                  <a:pt x="499" y="150608"/>
                </a:cubicBezTo>
                <a:lnTo>
                  <a:pt x="0" y="145621"/>
                </a:lnTo>
                <a:lnTo>
                  <a:pt x="13365" y="141931"/>
                </a:lnTo>
                <a:cubicBezTo>
                  <a:pt x="15028" y="141465"/>
                  <a:pt x="15892" y="140169"/>
                  <a:pt x="15958" y="138041"/>
                </a:cubicBezTo>
                <a:cubicBezTo>
                  <a:pt x="16025" y="135913"/>
                  <a:pt x="16125" y="133187"/>
                  <a:pt x="16258" y="129862"/>
                </a:cubicBezTo>
                <a:cubicBezTo>
                  <a:pt x="16258" y="126604"/>
                  <a:pt x="16258" y="122980"/>
                  <a:pt x="16258" y="118990"/>
                </a:cubicBezTo>
                <a:lnTo>
                  <a:pt x="16258" y="39497"/>
                </a:lnTo>
                <a:cubicBezTo>
                  <a:pt x="16258" y="36239"/>
                  <a:pt x="16258" y="33214"/>
                  <a:pt x="16258" y="30421"/>
                </a:cubicBezTo>
                <a:cubicBezTo>
                  <a:pt x="16125" y="27761"/>
                  <a:pt x="16058" y="25268"/>
                  <a:pt x="16058" y="22940"/>
                </a:cubicBezTo>
                <a:cubicBezTo>
                  <a:pt x="15925" y="21278"/>
                  <a:pt x="15127" y="20181"/>
                  <a:pt x="13664" y="19649"/>
                </a:cubicBezTo>
                <a:lnTo>
                  <a:pt x="299" y="15759"/>
                </a:lnTo>
                <a:lnTo>
                  <a:pt x="0" y="10672"/>
                </a:lnTo>
                <a:cubicBezTo>
                  <a:pt x="9243" y="11005"/>
                  <a:pt x="18086" y="11138"/>
                  <a:pt x="26531" y="11071"/>
                </a:cubicBezTo>
                <a:close/>
                <a:moveTo>
                  <a:pt x="144654" y="85478"/>
                </a:moveTo>
                <a:lnTo>
                  <a:pt x="134281" y="69120"/>
                </a:lnTo>
                <a:cubicBezTo>
                  <a:pt x="132952" y="67059"/>
                  <a:pt x="131189" y="65629"/>
                  <a:pt x="128995" y="64831"/>
                </a:cubicBezTo>
                <a:lnTo>
                  <a:pt x="119221" y="62138"/>
                </a:lnTo>
                <a:lnTo>
                  <a:pt x="118722" y="57351"/>
                </a:lnTo>
                <a:cubicBezTo>
                  <a:pt x="127499" y="57550"/>
                  <a:pt x="136841" y="57650"/>
                  <a:pt x="146749" y="57650"/>
                </a:cubicBezTo>
                <a:cubicBezTo>
                  <a:pt x="154329" y="57650"/>
                  <a:pt x="162209" y="57550"/>
                  <a:pt x="170387" y="57351"/>
                </a:cubicBezTo>
                <a:lnTo>
                  <a:pt x="170886" y="62138"/>
                </a:lnTo>
                <a:lnTo>
                  <a:pt x="162907" y="64333"/>
                </a:lnTo>
                <a:cubicBezTo>
                  <a:pt x="165966" y="69652"/>
                  <a:pt x="170886" y="77798"/>
                  <a:pt x="177669" y="88769"/>
                </a:cubicBezTo>
                <a:cubicBezTo>
                  <a:pt x="184052" y="79726"/>
                  <a:pt x="189704" y="71647"/>
                  <a:pt x="194624" y="64532"/>
                </a:cubicBezTo>
                <a:lnTo>
                  <a:pt x="187144" y="62138"/>
                </a:lnTo>
                <a:lnTo>
                  <a:pt x="186545" y="57351"/>
                </a:lnTo>
                <a:cubicBezTo>
                  <a:pt x="191798" y="57550"/>
                  <a:pt x="196985" y="57650"/>
                  <a:pt x="202105" y="57650"/>
                </a:cubicBezTo>
                <a:cubicBezTo>
                  <a:pt x="208355" y="57650"/>
                  <a:pt x="214240" y="57550"/>
                  <a:pt x="219759" y="57351"/>
                </a:cubicBezTo>
                <a:lnTo>
                  <a:pt x="220258" y="62138"/>
                </a:lnTo>
                <a:lnTo>
                  <a:pt x="209785" y="64732"/>
                </a:lnTo>
                <a:cubicBezTo>
                  <a:pt x="208056" y="65330"/>
                  <a:pt x="206460" y="66560"/>
                  <a:pt x="204997" y="68422"/>
                </a:cubicBezTo>
                <a:cubicBezTo>
                  <a:pt x="198282" y="76933"/>
                  <a:pt x="191000" y="86674"/>
                  <a:pt x="183154" y="97646"/>
                </a:cubicBezTo>
                <a:cubicBezTo>
                  <a:pt x="192729" y="113139"/>
                  <a:pt x="201573" y="126970"/>
                  <a:pt x="209685" y="139138"/>
                </a:cubicBezTo>
                <a:cubicBezTo>
                  <a:pt x="210949" y="141133"/>
                  <a:pt x="212677" y="142463"/>
                  <a:pt x="214872" y="143128"/>
                </a:cubicBezTo>
                <a:lnTo>
                  <a:pt x="224447" y="145821"/>
                </a:lnTo>
                <a:lnTo>
                  <a:pt x="225045" y="150608"/>
                </a:lnTo>
                <a:cubicBezTo>
                  <a:pt x="216202" y="150409"/>
                  <a:pt x="206859" y="150309"/>
                  <a:pt x="197018" y="150309"/>
                </a:cubicBezTo>
                <a:cubicBezTo>
                  <a:pt x="189504" y="150309"/>
                  <a:pt x="181658" y="150409"/>
                  <a:pt x="173479" y="150608"/>
                </a:cubicBezTo>
                <a:lnTo>
                  <a:pt x="172981" y="145821"/>
                </a:lnTo>
                <a:lnTo>
                  <a:pt x="180860" y="143626"/>
                </a:lnTo>
                <a:cubicBezTo>
                  <a:pt x="176671" y="136977"/>
                  <a:pt x="170953" y="127934"/>
                  <a:pt x="163705" y="116497"/>
                </a:cubicBezTo>
                <a:cubicBezTo>
                  <a:pt x="156989" y="125806"/>
                  <a:pt x="150739" y="134783"/>
                  <a:pt x="144954" y="143427"/>
                </a:cubicBezTo>
                <a:lnTo>
                  <a:pt x="152434" y="145821"/>
                </a:lnTo>
                <a:lnTo>
                  <a:pt x="152933" y="150608"/>
                </a:lnTo>
                <a:cubicBezTo>
                  <a:pt x="147813" y="150409"/>
                  <a:pt x="142726" y="150309"/>
                  <a:pt x="137673" y="150309"/>
                </a:cubicBezTo>
                <a:cubicBezTo>
                  <a:pt x="131289" y="150309"/>
                  <a:pt x="125006" y="150409"/>
                  <a:pt x="118822" y="150608"/>
                </a:cubicBezTo>
                <a:lnTo>
                  <a:pt x="118323" y="145821"/>
                </a:lnTo>
                <a:lnTo>
                  <a:pt x="129095" y="143227"/>
                </a:lnTo>
                <a:cubicBezTo>
                  <a:pt x="131156" y="142629"/>
                  <a:pt x="133118" y="141166"/>
                  <a:pt x="134980" y="138839"/>
                </a:cubicBezTo>
                <a:cubicBezTo>
                  <a:pt x="142028" y="129796"/>
                  <a:pt x="149808" y="119389"/>
                  <a:pt x="158319" y="107620"/>
                </a:cubicBezTo>
                <a:lnTo>
                  <a:pt x="144654" y="85478"/>
                </a:lnTo>
                <a:close/>
                <a:moveTo>
                  <a:pt x="230309" y="66427"/>
                </a:moveTo>
                <a:lnTo>
                  <a:pt x="229710" y="62338"/>
                </a:lnTo>
                <a:cubicBezTo>
                  <a:pt x="245070" y="60077"/>
                  <a:pt x="259134" y="57550"/>
                  <a:pt x="271900" y="54758"/>
                </a:cubicBezTo>
                <a:lnTo>
                  <a:pt x="273397" y="55555"/>
                </a:lnTo>
                <a:lnTo>
                  <a:pt x="273397" y="64931"/>
                </a:lnTo>
                <a:cubicBezTo>
                  <a:pt x="283637" y="58348"/>
                  <a:pt x="293577" y="55057"/>
                  <a:pt x="303219" y="55057"/>
                </a:cubicBezTo>
                <a:cubicBezTo>
                  <a:pt x="315653" y="55057"/>
                  <a:pt x="325594" y="59179"/>
                  <a:pt x="333041" y="67425"/>
                </a:cubicBezTo>
                <a:cubicBezTo>
                  <a:pt x="340289" y="75736"/>
                  <a:pt x="343946" y="86575"/>
                  <a:pt x="344013" y="99940"/>
                </a:cubicBezTo>
                <a:cubicBezTo>
                  <a:pt x="343946" y="116497"/>
                  <a:pt x="338793" y="129496"/>
                  <a:pt x="328553" y="138939"/>
                </a:cubicBezTo>
                <a:cubicBezTo>
                  <a:pt x="318180" y="148447"/>
                  <a:pt x="304516" y="153168"/>
                  <a:pt x="287560" y="153102"/>
                </a:cubicBezTo>
                <a:cubicBezTo>
                  <a:pt x="282972" y="153102"/>
                  <a:pt x="278251" y="152636"/>
                  <a:pt x="273397" y="151705"/>
                </a:cubicBezTo>
                <a:lnTo>
                  <a:pt x="273397" y="172751"/>
                </a:lnTo>
                <a:cubicBezTo>
                  <a:pt x="273397" y="179333"/>
                  <a:pt x="273463" y="183955"/>
                  <a:pt x="273596" y="186614"/>
                </a:cubicBezTo>
                <a:cubicBezTo>
                  <a:pt x="273662" y="188742"/>
                  <a:pt x="274560" y="189972"/>
                  <a:pt x="276289" y="190305"/>
                </a:cubicBezTo>
                <a:lnTo>
                  <a:pt x="290352" y="193995"/>
                </a:lnTo>
                <a:lnTo>
                  <a:pt x="290652" y="198783"/>
                </a:lnTo>
                <a:cubicBezTo>
                  <a:pt x="279547" y="198583"/>
                  <a:pt x="269174" y="198484"/>
                  <a:pt x="259533" y="198484"/>
                </a:cubicBezTo>
                <a:cubicBezTo>
                  <a:pt x="249559" y="198484"/>
                  <a:pt x="239784" y="198583"/>
                  <a:pt x="230209" y="198783"/>
                </a:cubicBezTo>
                <a:lnTo>
                  <a:pt x="229710" y="193995"/>
                </a:lnTo>
                <a:lnTo>
                  <a:pt x="242277" y="190504"/>
                </a:lnTo>
                <a:cubicBezTo>
                  <a:pt x="243807" y="190105"/>
                  <a:pt x="244638" y="189108"/>
                  <a:pt x="244771" y="187512"/>
                </a:cubicBezTo>
                <a:cubicBezTo>
                  <a:pt x="244837" y="182658"/>
                  <a:pt x="244904" y="175277"/>
                  <a:pt x="244970" y="165370"/>
                </a:cubicBezTo>
                <a:lnTo>
                  <a:pt x="244970" y="125573"/>
                </a:lnTo>
                <a:cubicBezTo>
                  <a:pt x="244970" y="96582"/>
                  <a:pt x="244837" y="78097"/>
                  <a:pt x="244572" y="70118"/>
                </a:cubicBezTo>
                <a:lnTo>
                  <a:pt x="230309" y="66427"/>
                </a:lnTo>
                <a:moveTo>
                  <a:pt x="273397" y="141731"/>
                </a:moveTo>
                <a:cubicBezTo>
                  <a:pt x="278051" y="142729"/>
                  <a:pt x="282539" y="143227"/>
                  <a:pt x="286861" y="143227"/>
                </a:cubicBezTo>
                <a:cubicBezTo>
                  <a:pt x="295639" y="143227"/>
                  <a:pt x="302288" y="139869"/>
                  <a:pt x="306810" y="133154"/>
                </a:cubicBezTo>
                <a:cubicBezTo>
                  <a:pt x="311265" y="126504"/>
                  <a:pt x="313525" y="116896"/>
                  <a:pt x="313592" y="104329"/>
                </a:cubicBezTo>
                <a:cubicBezTo>
                  <a:pt x="313592" y="92626"/>
                  <a:pt x="311464" y="83716"/>
                  <a:pt x="307209" y="77598"/>
                </a:cubicBezTo>
                <a:cubicBezTo>
                  <a:pt x="302886" y="71614"/>
                  <a:pt x="296736" y="68621"/>
                  <a:pt x="288757" y="68621"/>
                </a:cubicBezTo>
                <a:cubicBezTo>
                  <a:pt x="282972" y="68621"/>
                  <a:pt x="277852" y="69719"/>
                  <a:pt x="273397" y="71913"/>
                </a:cubicBezTo>
                <a:lnTo>
                  <a:pt x="273397" y="141731"/>
                </a:lnTo>
                <a:close/>
                <a:moveTo>
                  <a:pt x="356511" y="7680"/>
                </a:moveTo>
                <a:cubicBezTo>
                  <a:pt x="373134" y="5286"/>
                  <a:pt x="387630" y="2726"/>
                  <a:pt x="399998" y="0"/>
                </a:cubicBezTo>
                <a:lnTo>
                  <a:pt x="401095" y="798"/>
                </a:lnTo>
                <a:cubicBezTo>
                  <a:pt x="400696" y="9974"/>
                  <a:pt x="400497" y="19749"/>
                  <a:pt x="400497" y="30122"/>
                </a:cubicBezTo>
                <a:lnTo>
                  <a:pt x="400497" y="122382"/>
                </a:lnTo>
                <a:cubicBezTo>
                  <a:pt x="400497" y="130361"/>
                  <a:pt x="400563" y="135880"/>
                  <a:pt x="400696" y="138939"/>
                </a:cubicBezTo>
                <a:cubicBezTo>
                  <a:pt x="400763" y="140734"/>
                  <a:pt x="401594" y="141864"/>
                  <a:pt x="403190" y="142330"/>
                </a:cubicBezTo>
                <a:lnTo>
                  <a:pt x="415657" y="145821"/>
                </a:lnTo>
                <a:lnTo>
                  <a:pt x="415956" y="150608"/>
                </a:lnTo>
                <a:cubicBezTo>
                  <a:pt x="406049" y="150409"/>
                  <a:pt x="396274" y="150309"/>
                  <a:pt x="386633" y="150309"/>
                </a:cubicBezTo>
                <a:cubicBezTo>
                  <a:pt x="376725" y="150309"/>
                  <a:pt x="366951" y="150409"/>
                  <a:pt x="357309" y="150608"/>
                </a:cubicBezTo>
                <a:lnTo>
                  <a:pt x="356810" y="145821"/>
                </a:lnTo>
                <a:lnTo>
                  <a:pt x="369477" y="142330"/>
                </a:lnTo>
                <a:cubicBezTo>
                  <a:pt x="370940" y="141931"/>
                  <a:pt x="371738" y="140684"/>
                  <a:pt x="371871" y="138589"/>
                </a:cubicBezTo>
                <a:cubicBezTo>
                  <a:pt x="372004" y="136495"/>
                  <a:pt x="372104" y="132389"/>
                  <a:pt x="372170" y="126271"/>
                </a:cubicBezTo>
                <a:lnTo>
                  <a:pt x="372170" y="39796"/>
                </a:lnTo>
                <a:cubicBezTo>
                  <a:pt x="372170" y="31152"/>
                  <a:pt x="372037" y="23140"/>
                  <a:pt x="371771" y="15759"/>
                </a:cubicBezTo>
                <a:lnTo>
                  <a:pt x="357109" y="11769"/>
                </a:lnTo>
                <a:lnTo>
                  <a:pt x="356511" y="7680"/>
                </a:lnTo>
                <a:close/>
                <a:moveTo>
                  <a:pt x="454571" y="102932"/>
                </a:moveTo>
                <a:cubicBezTo>
                  <a:pt x="454505" y="115101"/>
                  <a:pt x="456333" y="124908"/>
                  <a:pt x="460057" y="132356"/>
                </a:cubicBezTo>
                <a:cubicBezTo>
                  <a:pt x="463648" y="139936"/>
                  <a:pt x="469433" y="143726"/>
                  <a:pt x="477412" y="143726"/>
                </a:cubicBezTo>
                <a:cubicBezTo>
                  <a:pt x="484859" y="143793"/>
                  <a:pt x="490345" y="140468"/>
                  <a:pt x="493869" y="133752"/>
                </a:cubicBezTo>
                <a:cubicBezTo>
                  <a:pt x="497327" y="127103"/>
                  <a:pt x="499056" y="117228"/>
                  <a:pt x="499056" y="104129"/>
                </a:cubicBezTo>
                <a:cubicBezTo>
                  <a:pt x="499056" y="91894"/>
                  <a:pt x="497227" y="82186"/>
                  <a:pt x="493570" y="75005"/>
                </a:cubicBezTo>
                <a:cubicBezTo>
                  <a:pt x="489846" y="67957"/>
                  <a:pt x="484061" y="64432"/>
                  <a:pt x="476215" y="64432"/>
                </a:cubicBezTo>
                <a:cubicBezTo>
                  <a:pt x="468834" y="64432"/>
                  <a:pt x="463415" y="67624"/>
                  <a:pt x="459957" y="74007"/>
                </a:cubicBezTo>
                <a:cubicBezTo>
                  <a:pt x="456367" y="80457"/>
                  <a:pt x="454571" y="90099"/>
                  <a:pt x="454571" y="102932"/>
                </a:cubicBezTo>
                <a:moveTo>
                  <a:pt x="529975" y="102134"/>
                </a:moveTo>
                <a:cubicBezTo>
                  <a:pt x="529909" y="117295"/>
                  <a:pt x="524855" y="129563"/>
                  <a:pt x="514815" y="138939"/>
                </a:cubicBezTo>
                <a:cubicBezTo>
                  <a:pt x="504708" y="148447"/>
                  <a:pt x="491542" y="153168"/>
                  <a:pt x="475317" y="153102"/>
                </a:cubicBezTo>
                <a:cubicBezTo>
                  <a:pt x="459558" y="153102"/>
                  <a:pt x="446991" y="148647"/>
                  <a:pt x="437615" y="139736"/>
                </a:cubicBezTo>
                <a:cubicBezTo>
                  <a:pt x="428240" y="130893"/>
                  <a:pt x="423552" y="119290"/>
                  <a:pt x="423552" y="104927"/>
                </a:cubicBezTo>
                <a:cubicBezTo>
                  <a:pt x="423485" y="90365"/>
                  <a:pt x="428406" y="78396"/>
                  <a:pt x="438314" y="69020"/>
                </a:cubicBezTo>
                <a:cubicBezTo>
                  <a:pt x="448155" y="59778"/>
                  <a:pt x="461453" y="55123"/>
                  <a:pt x="478210" y="55057"/>
                </a:cubicBezTo>
                <a:cubicBezTo>
                  <a:pt x="494035" y="55057"/>
                  <a:pt x="506636" y="59346"/>
                  <a:pt x="516011" y="67923"/>
                </a:cubicBezTo>
                <a:cubicBezTo>
                  <a:pt x="525254" y="76634"/>
                  <a:pt x="529909" y="88038"/>
                  <a:pt x="529975" y="102134"/>
                </a:cubicBezTo>
                <a:close/>
                <a:moveTo>
                  <a:pt x="545964" y="62338"/>
                </a:moveTo>
                <a:cubicBezTo>
                  <a:pt x="561324" y="60077"/>
                  <a:pt x="575354" y="57550"/>
                  <a:pt x="588055" y="54758"/>
                </a:cubicBezTo>
                <a:lnTo>
                  <a:pt x="589551" y="55555"/>
                </a:lnTo>
                <a:lnTo>
                  <a:pt x="589551" y="66327"/>
                </a:lnTo>
                <a:cubicBezTo>
                  <a:pt x="601254" y="58880"/>
                  <a:pt x="613555" y="55123"/>
                  <a:pt x="626455" y="55057"/>
                </a:cubicBezTo>
                <a:lnTo>
                  <a:pt x="626953" y="55755"/>
                </a:lnTo>
                <a:cubicBezTo>
                  <a:pt x="624759" y="66327"/>
                  <a:pt x="622731" y="77631"/>
                  <a:pt x="620869" y="89667"/>
                </a:cubicBezTo>
                <a:lnTo>
                  <a:pt x="615084" y="90664"/>
                </a:lnTo>
                <a:cubicBezTo>
                  <a:pt x="613356" y="84081"/>
                  <a:pt x="611660" y="79028"/>
                  <a:pt x="609998" y="75504"/>
                </a:cubicBezTo>
                <a:cubicBezTo>
                  <a:pt x="608269" y="72046"/>
                  <a:pt x="605676" y="70284"/>
                  <a:pt x="602218" y="70217"/>
                </a:cubicBezTo>
                <a:cubicBezTo>
                  <a:pt x="598827" y="70217"/>
                  <a:pt x="594604" y="71348"/>
                  <a:pt x="589551" y="73608"/>
                </a:cubicBezTo>
                <a:lnTo>
                  <a:pt x="589551" y="116397"/>
                </a:lnTo>
                <a:cubicBezTo>
                  <a:pt x="589551" y="126704"/>
                  <a:pt x="589617" y="134084"/>
                  <a:pt x="589750" y="138540"/>
                </a:cubicBezTo>
                <a:cubicBezTo>
                  <a:pt x="589817" y="140468"/>
                  <a:pt x="590648" y="141632"/>
                  <a:pt x="592244" y="142030"/>
                </a:cubicBezTo>
                <a:lnTo>
                  <a:pt x="606507" y="145821"/>
                </a:lnTo>
                <a:lnTo>
                  <a:pt x="606806" y="150608"/>
                </a:lnTo>
                <a:cubicBezTo>
                  <a:pt x="595701" y="150409"/>
                  <a:pt x="585162" y="150309"/>
                  <a:pt x="575188" y="150309"/>
                </a:cubicBezTo>
                <a:cubicBezTo>
                  <a:pt x="565613" y="150309"/>
                  <a:pt x="556038" y="150409"/>
                  <a:pt x="546463" y="150608"/>
                </a:cubicBezTo>
                <a:lnTo>
                  <a:pt x="545964" y="145821"/>
                </a:lnTo>
                <a:lnTo>
                  <a:pt x="558631" y="142330"/>
                </a:lnTo>
                <a:cubicBezTo>
                  <a:pt x="560161" y="141864"/>
                  <a:pt x="560975" y="140534"/>
                  <a:pt x="561075" y="138340"/>
                </a:cubicBezTo>
                <a:cubicBezTo>
                  <a:pt x="561175" y="136146"/>
                  <a:pt x="561224" y="132389"/>
                  <a:pt x="561224" y="127069"/>
                </a:cubicBezTo>
                <a:lnTo>
                  <a:pt x="561224" y="93756"/>
                </a:lnTo>
                <a:cubicBezTo>
                  <a:pt x="561224" y="82918"/>
                  <a:pt x="561092" y="75038"/>
                  <a:pt x="560826" y="70118"/>
                </a:cubicBezTo>
                <a:lnTo>
                  <a:pt x="546563" y="66427"/>
                </a:lnTo>
                <a:lnTo>
                  <a:pt x="545964" y="62338"/>
                </a:lnTo>
                <a:close/>
                <a:moveTo>
                  <a:pt x="698889" y="105924"/>
                </a:moveTo>
                <a:cubicBezTo>
                  <a:pt x="688383" y="105924"/>
                  <a:pt x="680936" y="107254"/>
                  <a:pt x="676547" y="109914"/>
                </a:cubicBezTo>
                <a:cubicBezTo>
                  <a:pt x="672026" y="112640"/>
                  <a:pt x="669798" y="117195"/>
                  <a:pt x="669865" y="123578"/>
                </a:cubicBezTo>
                <a:cubicBezTo>
                  <a:pt x="669865" y="129496"/>
                  <a:pt x="671461" y="133652"/>
                  <a:pt x="674652" y="136046"/>
                </a:cubicBezTo>
                <a:cubicBezTo>
                  <a:pt x="677711" y="138573"/>
                  <a:pt x="681435" y="139836"/>
                  <a:pt x="685823" y="139836"/>
                </a:cubicBezTo>
                <a:cubicBezTo>
                  <a:pt x="690677" y="139836"/>
                  <a:pt x="694966" y="138573"/>
                  <a:pt x="698690" y="136046"/>
                </a:cubicBezTo>
                <a:lnTo>
                  <a:pt x="698889" y="105924"/>
                </a:lnTo>
                <a:moveTo>
                  <a:pt x="650116" y="64732"/>
                </a:moveTo>
                <a:cubicBezTo>
                  <a:pt x="664279" y="58282"/>
                  <a:pt x="677910" y="55057"/>
                  <a:pt x="691010" y="55057"/>
                </a:cubicBezTo>
                <a:cubicBezTo>
                  <a:pt x="702979" y="55123"/>
                  <a:pt x="711955" y="57783"/>
                  <a:pt x="717940" y="63036"/>
                </a:cubicBezTo>
                <a:cubicBezTo>
                  <a:pt x="723791" y="68422"/>
                  <a:pt x="726717" y="76135"/>
                  <a:pt x="726717" y="86176"/>
                </a:cubicBezTo>
                <a:lnTo>
                  <a:pt x="726218" y="127668"/>
                </a:lnTo>
                <a:cubicBezTo>
                  <a:pt x="726019" y="131059"/>
                  <a:pt x="726085" y="133785"/>
                  <a:pt x="726418" y="135847"/>
                </a:cubicBezTo>
                <a:cubicBezTo>
                  <a:pt x="726684" y="137974"/>
                  <a:pt x="727282" y="139570"/>
                  <a:pt x="728213" y="140634"/>
                </a:cubicBezTo>
                <a:cubicBezTo>
                  <a:pt x="729144" y="141698"/>
                  <a:pt x="730607" y="142463"/>
                  <a:pt x="732601" y="142928"/>
                </a:cubicBezTo>
                <a:cubicBezTo>
                  <a:pt x="734463" y="143460"/>
                  <a:pt x="737190" y="143726"/>
                  <a:pt x="740780" y="143726"/>
                </a:cubicBezTo>
                <a:lnTo>
                  <a:pt x="741379" y="148314"/>
                </a:lnTo>
                <a:cubicBezTo>
                  <a:pt x="732003" y="151506"/>
                  <a:pt x="723991" y="153102"/>
                  <a:pt x="717341" y="153102"/>
                </a:cubicBezTo>
                <a:cubicBezTo>
                  <a:pt x="708232" y="153102"/>
                  <a:pt x="702280" y="149544"/>
                  <a:pt x="699488" y="142429"/>
                </a:cubicBezTo>
                <a:cubicBezTo>
                  <a:pt x="690976" y="149544"/>
                  <a:pt x="682033" y="153102"/>
                  <a:pt x="672657" y="153102"/>
                </a:cubicBezTo>
                <a:cubicBezTo>
                  <a:pt x="663348" y="153168"/>
                  <a:pt x="655735" y="150841"/>
                  <a:pt x="649817" y="146120"/>
                </a:cubicBezTo>
                <a:cubicBezTo>
                  <a:pt x="643832" y="141532"/>
                  <a:pt x="640840" y="135049"/>
                  <a:pt x="640840" y="126670"/>
                </a:cubicBezTo>
                <a:cubicBezTo>
                  <a:pt x="640840" y="116297"/>
                  <a:pt x="645694" y="108651"/>
                  <a:pt x="655402" y="103730"/>
                </a:cubicBezTo>
                <a:cubicBezTo>
                  <a:pt x="665044" y="98876"/>
                  <a:pt x="679540" y="96449"/>
                  <a:pt x="698889" y="96449"/>
                </a:cubicBezTo>
                <a:lnTo>
                  <a:pt x="698989" y="88969"/>
                </a:lnTo>
                <a:cubicBezTo>
                  <a:pt x="699055" y="81920"/>
                  <a:pt x="697360" y="76667"/>
                  <a:pt x="693902" y="73210"/>
                </a:cubicBezTo>
                <a:cubicBezTo>
                  <a:pt x="690378" y="69951"/>
                  <a:pt x="684925" y="68289"/>
                  <a:pt x="677545" y="68222"/>
                </a:cubicBezTo>
                <a:cubicBezTo>
                  <a:pt x="670629" y="68222"/>
                  <a:pt x="662417" y="69719"/>
                  <a:pt x="652909" y="72711"/>
                </a:cubicBezTo>
                <a:lnTo>
                  <a:pt x="650116" y="64732"/>
                </a:lnTo>
                <a:close/>
                <a:moveTo>
                  <a:pt x="790727" y="69519"/>
                </a:moveTo>
                <a:cubicBezTo>
                  <a:pt x="790328" y="90265"/>
                  <a:pt x="790129" y="107853"/>
                  <a:pt x="790129" y="122282"/>
                </a:cubicBezTo>
                <a:cubicBezTo>
                  <a:pt x="790062" y="129064"/>
                  <a:pt x="791093" y="133686"/>
                  <a:pt x="793221" y="136146"/>
                </a:cubicBezTo>
                <a:cubicBezTo>
                  <a:pt x="795216" y="138739"/>
                  <a:pt x="799172" y="140036"/>
                  <a:pt x="805090" y="140036"/>
                </a:cubicBezTo>
                <a:cubicBezTo>
                  <a:pt x="809545" y="140036"/>
                  <a:pt x="814466" y="139770"/>
                  <a:pt x="819852" y="139238"/>
                </a:cubicBezTo>
                <a:lnTo>
                  <a:pt x="820649" y="145222"/>
                </a:lnTo>
                <a:cubicBezTo>
                  <a:pt x="810077" y="150409"/>
                  <a:pt x="800203" y="153002"/>
                  <a:pt x="791027" y="153002"/>
                </a:cubicBezTo>
                <a:cubicBezTo>
                  <a:pt x="781717" y="153002"/>
                  <a:pt x="774536" y="151040"/>
                  <a:pt x="769483" y="147117"/>
                </a:cubicBezTo>
                <a:cubicBezTo>
                  <a:pt x="764363" y="143327"/>
                  <a:pt x="761803" y="137476"/>
                  <a:pt x="761803" y="129563"/>
                </a:cubicBezTo>
                <a:cubicBezTo>
                  <a:pt x="761803" y="115732"/>
                  <a:pt x="762002" y="95551"/>
                  <a:pt x="762401" y="69020"/>
                </a:cubicBezTo>
                <a:lnTo>
                  <a:pt x="748936" y="65530"/>
                </a:lnTo>
                <a:lnTo>
                  <a:pt x="748038" y="60144"/>
                </a:lnTo>
                <a:lnTo>
                  <a:pt x="764695" y="58647"/>
                </a:lnTo>
                <a:lnTo>
                  <a:pt x="774170" y="35208"/>
                </a:lnTo>
                <a:cubicBezTo>
                  <a:pt x="779756" y="34211"/>
                  <a:pt x="784909" y="33247"/>
                  <a:pt x="789630" y="32316"/>
                </a:cubicBezTo>
                <a:lnTo>
                  <a:pt x="791027" y="33014"/>
                </a:lnTo>
                <a:cubicBezTo>
                  <a:pt x="790827" y="41126"/>
                  <a:pt x="790727" y="49671"/>
                  <a:pt x="790727" y="58647"/>
                </a:cubicBezTo>
                <a:lnTo>
                  <a:pt x="818655" y="58647"/>
                </a:lnTo>
                <a:lnTo>
                  <a:pt x="818655" y="69519"/>
                </a:lnTo>
                <a:lnTo>
                  <a:pt x="790727" y="69519"/>
                </a:lnTo>
                <a:close/>
                <a:moveTo>
                  <a:pt x="872683" y="21644"/>
                </a:moveTo>
                <a:cubicBezTo>
                  <a:pt x="872617" y="26232"/>
                  <a:pt x="871154" y="29955"/>
                  <a:pt x="868295" y="32815"/>
                </a:cubicBezTo>
                <a:cubicBezTo>
                  <a:pt x="865303" y="35740"/>
                  <a:pt x="861413" y="37170"/>
                  <a:pt x="856625" y="37103"/>
                </a:cubicBezTo>
                <a:cubicBezTo>
                  <a:pt x="852237" y="37103"/>
                  <a:pt x="848646" y="35740"/>
                  <a:pt x="845853" y="33014"/>
                </a:cubicBezTo>
                <a:cubicBezTo>
                  <a:pt x="842928" y="30354"/>
                  <a:pt x="841498" y="26863"/>
                  <a:pt x="841564" y="22541"/>
                </a:cubicBezTo>
                <a:cubicBezTo>
                  <a:pt x="841564" y="17887"/>
                  <a:pt x="843060" y="14163"/>
                  <a:pt x="846053" y="11370"/>
                </a:cubicBezTo>
                <a:cubicBezTo>
                  <a:pt x="849045" y="8711"/>
                  <a:pt x="852935" y="7348"/>
                  <a:pt x="857722" y="7281"/>
                </a:cubicBezTo>
                <a:cubicBezTo>
                  <a:pt x="862111" y="7281"/>
                  <a:pt x="865702" y="8511"/>
                  <a:pt x="868494" y="10971"/>
                </a:cubicBezTo>
                <a:cubicBezTo>
                  <a:pt x="871287" y="13498"/>
                  <a:pt x="872683" y="17056"/>
                  <a:pt x="872683" y="21644"/>
                </a:cubicBezTo>
                <a:moveTo>
                  <a:pt x="828798" y="62338"/>
                </a:moveTo>
                <a:cubicBezTo>
                  <a:pt x="845155" y="59944"/>
                  <a:pt x="859518" y="57384"/>
                  <a:pt x="871886" y="54658"/>
                </a:cubicBezTo>
                <a:lnTo>
                  <a:pt x="872983" y="55456"/>
                </a:lnTo>
                <a:cubicBezTo>
                  <a:pt x="872584" y="64632"/>
                  <a:pt x="872384" y="74406"/>
                  <a:pt x="872384" y="84779"/>
                </a:cubicBezTo>
                <a:lnTo>
                  <a:pt x="872384" y="122382"/>
                </a:lnTo>
                <a:cubicBezTo>
                  <a:pt x="872384" y="130361"/>
                  <a:pt x="872451" y="135880"/>
                  <a:pt x="872584" y="138939"/>
                </a:cubicBezTo>
                <a:cubicBezTo>
                  <a:pt x="872650" y="140734"/>
                  <a:pt x="873481" y="141864"/>
                  <a:pt x="875077" y="142330"/>
                </a:cubicBezTo>
                <a:lnTo>
                  <a:pt x="887545" y="145821"/>
                </a:lnTo>
                <a:lnTo>
                  <a:pt x="887844" y="150608"/>
                </a:lnTo>
                <a:cubicBezTo>
                  <a:pt x="877936" y="150409"/>
                  <a:pt x="868162" y="150309"/>
                  <a:pt x="858520" y="150309"/>
                </a:cubicBezTo>
                <a:cubicBezTo>
                  <a:pt x="848613" y="150309"/>
                  <a:pt x="838838" y="150409"/>
                  <a:pt x="829197" y="150608"/>
                </a:cubicBezTo>
                <a:lnTo>
                  <a:pt x="828698" y="145821"/>
                </a:lnTo>
                <a:lnTo>
                  <a:pt x="841365" y="142330"/>
                </a:lnTo>
                <a:cubicBezTo>
                  <a:pt x="842828" y="141931"/>
                  <a:pt x="843626" y="140684"/>
                  <a:pt x="843759" y="138589"/>
                </a:cubicBezTo>
                <a:cubicBezTo>
                  <a:pt x="843892" y="136495"/>
                  <a:pt x="843991" y="132389"/>
                  <a:pt x="844058" y="126271"/>
                </a:cubicBezTo>
                <a:lnTo>
                  <a:pt x="844058" y="94155"/>
                </a:lnTo>
                <a:cubicBezTo>
                  <a:pt x="844058" y="85511"/>
                  <a:pt x="843925" y="77498"/>
                  <a:pt x="843659" y="70118"/>
                </a:cubicBezTo>
                <a:lnTo>
                  <a:pt x="829396" y="66427"/>
                </a:lnTo>
                <a:lnTo>
                  <a:pt x="828798" y="62338"/>
                </a:lnTo>
                <a:close/>
                <a:moveTo>
                  <a:pt x="925960" y="102932"/>
                </a:moveTo>
                <a:cubicBezTo>
                  <a:pt x="925894" y="115101"/>
                  <a:pt x="927722" y="124908"/>
                  <a:pt x="931446" y="132356"/>
                </a:cubicBezTo>
                <a:cubicBezTo>
                  <a:pt x="935037" y="139936"/>
                  <a:pt x="940822" y="143726"/>
                  <a:pt x="948801" y="143726"/>
                </a:cubicBezTo>
                <a:cubicBezTo>
                  <a:pt x="956248" y="143793"/>
                  <a:pt x="961734" y="140468"/>
                  <a:pt x="965258" y="133752"/>
                </a:cubicBezTo>
                <a:cubicBezTo>
                  <a:pt x="968716" y="127103"/>
                  <a:pt x="970444" y="117228"/>
                  <a:pt x="970444" y="104129"/>
                </a:cubicBezTo>
                <a:cubicBezTo>
                  <a:pt x="970444" y="91894"/>
                  <a:pt x="968616" y="82186"/>
                  <a:pt x="964959" y="75005"/>
                </a:cubicBezTo>
                <a:cubicBezTo>
                  <a:pt x="961235" y="67957"/>
                  <a:pt x="955450" y="64432"/>
                  <a:pt x="947604" y="64432"/>
                </a:cubicBezTo>
                <a:cubicBezTo>
                  <a:pt x="940223" y="64432"/>
                  <a:pt x="934804" y="67624"/>
                  <a:pt x="931346" y="74007"/>
                </a:cubicBezTo>
                <a:cubicBezTo>
                  <a:pt x="927756" y="80457"/>
                  <a:pt x="925960" y="90099"/>
                  <a:pt x="925960" y="102932"/>
                </a:cubicBezTo>
                <a:moveTo>
                  <a:pt x="1001364" y="102134"/>
                </a:moveTo>
                <a:cubicBezTo>
                  <a:pt x="1001298" y="117295"/>
                  <a:pt x="996244" y="129563"/>
                  <a:pt x="986203" y="138939"/>
                </a:cubicBezTo>
                <a:cubicBezTo>
                  <a:pt x="976096" y="148447"/>
                  <a:pt x="962931" y="153168"/>
                  <a:pt x="946706" y="153102"/>
                </a:cubicBezTo>
                <a:cubicBezTo>
                  <a:pt x="930947" y="153102"/>
                  <a:pt x="918380" y="148647"/>
                  <a:pt x="909004" y="139736"/>
                </a:cubicBezTo>
                <a:cubicBezTo>
                  <a:pt x="899629" y="130893"/>
                  <a:pt x="894941" y="119290"/>
                  <a:pt x="894941" y="104927"/>
                </a:cubicBezTo>
                <a:cubicBezTo>
                  <a:pt x="894874" y="90365"/>
                  <a:pt x="899795" y="78396"/>
                  <a:pt x="909702" y="69020"/>
                </a:cubicBezTo>
                <a:cubicBezTo>
                  <a:pt x="919544" y="59778"/>
                  <a:pt x="932842" y="55123"/>
                  <a:pt x="949599" y="55057"/>
                </a:cubicBezTo>
                <a:cubicBezTo>
                  <a:pt x="965424" y="55057"/>
                  <a:pt x="978025" y="59346"/>
                  <a:pt x="987400" y="67923"/>
                </a:cubicBezTo>
                <a:cubicBezTo>
                  <a:pt x="996643" y="76634"/>
                  <a:pt x="1001298" y="88038"/>
                  <a:pt x="1001364" y="102134"/>
                </a:cubicBezTo>
                <a:close/>
                <a:moveTo>
                  <a:pt x="1017353" y="62338"/>
                </a:moveTo>
                <a:cubicBezTo>
                  <a:pt x="1032713" y="60077"/>
                  <a:pt x="1046743" y="57550"/>
                  <a:pt x="1059444" y="54758"/>
                </a:cubicBezTo>
                <a:lnTo>
                  <a:pt x="1060940" y="55555"/>
                </a:lnTo>
                <a:lnTo>
                  <a:pt x="1060940" y="66228"/>
                </a:lnTo>
                <a:cubicBezTo>
                  <a:pt x="1072177" y="58780"/>
                  <a:pt x="1083282" y="55057"/>
                  <a:pt x="1094253" y="55057"/>
                </a:cubicBezTo>
                <a:cubicBezTo>
                  <a:pt x="1103895" y="55057"/>
                  <a:pt x="1111508" y="57683"/>
                  <a:pt x="1117094" y="62936"/>
                </a:cubicBezTo>
                <a:cubicBezTo>
                  <a:pt x="1122546" y="68322"/>
                  <a:pt x="1125306" y="75836"/>
                  <a:pt x="1125372" y="85478"/>
                </a:cubicBezTo>
                <a:lnTo>
                  <a:pt x="1125372" y="120487"/>
                </a:lnTo>
                <a:cubicBezTo>
                  <a:pt x="1125372" y="128798"/>
                  <a:pt x="1125439" y="134949"/>
                  <a:pt x="1125572" y="138939"/>
                </a:cubicBezTo>
                <a:cubicBezTo>
                  <a:pt x="1125572" y="140734"/>
                  <a:pt x="1126436" y="141864"/>
                  <a:pt x="1128165" y="142330"/>
                </a:cubicBezTo>
                <a:lnTo>
                  <a:pt x="1140233" y="145821"/>
                </a:lnTo>
                <a:lnTo>
                  <a:pt x="1140533" y="150608"/>
                </a:lnTo>
                <a:cubicBezTo>
                  <a:pt x="1131024" y="150409"/>
                  <a:pt x="1121449" y="150309"/>
                  <a:pt x="1111807" y="150309"/>
                </a:cubicBezTo>
                <a:cubicBezTo>
                  <a:pt x="1101833" y="150309"/>
                  <a:pt x="1092857" y="150409"/>
                  <a:pt x="1084877" y="150608"/>
                </a:cubicBezTo>
                <a:lnTo>
                  <a:pt x="1084479" y="145821"/>
                </a:lnTo>
                <a:lnTo>
                  <a:pt x="1094453" y="142828"/>
                </a:lnTo>
                <a:cubicBezTo>
                  <a:pt x="1095915" y="142363"/>
                  <a:pt x="1096747" y="141366"/>
                  <a:pt x="1096946" y="139836"/>
                </a:cubicBezTo>
                <a:cubicBezTo>
                  <a:pt x="1097013" y="138839"/>
                  <a:pt x="1097046" y="136744"/>
                  <a:pt x="1097046" y="133553"/>
                </a:cubicBezTo>
                <a:lnTo>
                  <a:pt x="1097046" y="91761"/>
                </a:lnTo>
                <a:cubicBezTo>
                  <a:pt x="1097046" y="83583"/>
                  <a:pt x="1095450" y="77698"/>
                  <a:pt x="1092258" y="74107"/>
                </a:cubicBezTo>
                <a:cubicBezTo>
                  <a:pt x="1089000" y="70650"/>
                  <a:pt x="1084246" y="68887"/>
                  <a:pt x="1077995" y="68821"/>
                </a:cubicBezTo>
                <a:cubicBezTo>
                  <a:pt x="1072476" y="68821"/>
                  <a:pt x="1066791" y="70417"/>
                  <a:pt x="1060940" y="73608"/>
                </a:cubicBezTo>
                <a:lnTo>
                  <a:pt x="1060940" y="116497"/>
                </a:lnTo>
                <a:cubicBezTo>
                  <a:pt x="1060940" y="124875"/>
                  <a:pt x="1061006" y="132489"/>
                  <a:pt x="1061139" y="139337"/>
                </a:cubicBezTo>
                <a:cubicBezTo>
                  <a:pt x="1061139" y="141133"/>
                  <a:pt x="1061904" y="142230"/>
                  <a:pt x="1063433" y="142629"/>
                </a:cubicBezTo>
                <a:lnTo>
                  <a:pt x="1073806" y="145821"/>
                </a:lnTo>
                <a:lnTo>
                  <a:pt x="1074006" y="150608"/>
                </a:lnTo>
                <a:cubicBezTo>
                  <a:pt x="1065694" y="150409"/>
                  <a:pt x="1056717" y="150309"/>
                  <a:pt x="1047076" y="150309"/>
                </a:cubicBezTo>
                <a:cubicBezTo>
                  <a:pt x="1037168" y="150309"/>
                  <a:pt x="1027427" y="150409"/>
                  <a:pt x="1017852" y="150608"/>
                </a:cubicBezTo>
                <a:lnTo>
                  <a:pt x="1017353" y="145821"/>
                </a:lnTo>
                <a:lnTo>
                  <a:pt x="1030220" y="142330"/>
                </a:lnTo>
                <a:cubicBezTo>
                  <a:pt x="1031616" y="141931"/>
                  <a:pt x="1032381" y="140933"/>
                  <a:pt x="1032514" y="139337"/>
                </a:cubicBezTo>
                <a:cubicBezTo>
                  <a:pt x="1032580" y="135082"/>
                  <a:pt x="1032613" y="130993"/>
                  <a:pt x="1032613" y="127069"/>
                </a:cubicBezTo>
                <a:lnTo>
                  <a:pt x="1032613" y="94255"/>
                </a:lnTo>
                <a:cubicBezTo>
                  <a:pt x="1032613" y="85611"/>
                  <a:pt x="1032480" y="77565"/>
                  <a:pt x="1032215" y="70118"/>
                </a:cubicBezTo>
                <a:lnTo>
                  <a:pt x="1017952" y="66427"/>
                </a:lnTo>
                <a:lnTo>
                  <a:pt x="1017353" y="62338"/>
                </a:lnTo>
                <a:close/>
              </a:path>
            </a:pathLst>
          </a:custGeom>
          <a:solidFill xmlns:a="http://schemas.openxmlformats.org/drawingml/2006/main">
            <a:srgbClr val="454545"/>
          </a:solidFill>
          <a:ln xmlns:a="http://schemas.openxmlformats.org/drawingml/2006/main" w="0" cap="flat">
            <a:noFill/>
            <a:miter/>
          </a:ln>
        </p:spPr>
      </p:sp>
      <p:sp>
        <p:nvSpPr>
          <p:cNvPr id="22" name="Vector element">
            <a:extLst xmlns:a="http://schemas.openxmlformats.org/drawingml/2006/main">
              <a:ext uri="{FF2B5EF4-FFF2-40B4-BE49-F238E27FC236}">
                <a16:creationId xmlns:a16="http://schemas.microsoft.com/office/drawing/2014/main" id="{EC7D7783-78B3-499A-9384-364B3FD1EA5B}"/>
              </a:ext>
            </a:extLst>
          </p:cNvPr>
          <p:cNvSpPr>
            <a:spLocks xmlns:a="http://schemas.openxmlformats.org/drawingml/2006/main" noGrp="1"/>
          </p:cNvSpPr>
          <p:nvPr/>
        </p:nvSpPr>
        <p:spPr>
          <a:xfrm xmlns:a="http://schemas.openxmlformats.org/drawingml/2006/main">
            <a:off x="2616206" y="1960545"/>
            <a:ext cx="5728507" cy="393071"/>
          </a:xfrm>
          <a:custGeom xmlns:a="http://schemas.openxmlformats.org/drawingml/2006/main">
            <a:pathLst>
              <a:path w="5728507" h="393071">
                <a:moveTo>
                  <a:pt x="5728507" y="283080"/>
                </a:moveTo>
                <a:lnTo>
                  <a:pt x="5728507" y="109991"/>
                </a:lnTo>
                <a:cubicBezTo>
                  <a:pt x="5728507" y="49276"/>
                  <a:pt x="5679231" y="0"/>
                  <a:pt x="5618516" y="0"/>
                </a:cubicBezTo>
                <a:lnTo>
                  <a:pt x="109991" y="0"/>
                </a:lnTo>
                <a:cubicBezTo>
                  <a:pt x="49276" y="0"/>
                  <a:pt x="0" y="49276"/>
                  <a:pt x="0" y="109991"/>
                </a:cubicBezTo>
                <a:lnTo>
                  <a:pt x="0" y="283080"/>
                </a:lnTo>
                <a:cubicBezTo>
                  <a:pt x="0" y="343795"/>
                  <a:pt x="49276" y="393071"/>
                  <a:pt x="109991" y="393071"/>
                </a:cubicBezTo>
                <a:lnTo>
                  <a:pt x="5618516" y="393071"/>
                </a:lnTo>
                <a:cubicBezTo>
                  <a:pt x="5679231" y="393071"/>
                  <a:pt x="5728507" y="343795"/>
                  <a:pt x="5728507" y="283080"/>
                </a:cubicBezTo>
                <a:close/>
              </a:path>
            </a:pathLst>
          </a:custGeom>
          <a:solidFill xmlns:a="http://schemas.openxmlformats.org/drawingml/2006/main">
            <a:srgbClr val="F7F7F7"/>
          </a:solidFill>
          <a:ln xmlns:a="http://schemas.openxmlformats.org/drawingml/2006/main" w="0" cap="flat">
            <a:noFill/>
            <a:miter/>
          </a:ln>
        </p:spPr>
      </p:sp>
      <p:sp>
        <p:nvSpPr>
          <p:cNvPr id="23" name="Vector element">
            <a:extLst xmlns:a="http://schemas.openxmlformats.org/drawingml/2006/main">
              <a:ext uri="{FF2B5EF4-FFF2-40B4-BE49-F238E27FC236}">
                <a16:creationId xmlns:a16="http://schemas.microsoft.com/office/drawing/2014/main" id="{69BE6B62-A424-4BF1-8053-1A334F5C7DCA}"/>
              </a:ext>
            </a:extLst>
          </p:cNvPr>
          <p:cNvSpPr>
            <a:spLocks xmlns:a="http://schemas.openxmlformats.org/drawingml/2006/main" noGrp="1"/>
          </p:cNvSpPr>
          <p:nvPr/>
        </p:nvSpPr>
        <p:spPr>
          <a:xfrm xmlns:a="http://schemas.openxmlformats.org/drawingml/2006/main">
            <a:off x="2616206" y="1960545"/>
            <a:ext cx="5728507" cy="393071"/>
          </a:xfrm>
          <a:custGeom xmlns:a="http://schemas.openxmlformats.org/drawingml/2006/main">
            <a:pathLst>
              <a:path w="5728507" h="393071" fill="none">
                <a:moveTo>
                  <a:pt x="5728507" y="283080"/>
                </a:moveTo>
                <a:lnTo>
                  <a:pt x="5728507" y="109991"/>
                </a:lnTo>
                <a:cubicBezTo>
                  <a:pt x="5728507" y="49276"/>
                  <a:pt x="5679231" y="0"/>
                  <a:pt x="5618516" y="0"/>
                </a:cubicBezTo>
                <a:lnTo>
                  <a:pt x="109991" y="0"/>
                </a:lnTo>
                <a:cubicBezTo>
                  <a:pt x="49276" y="0"/>
                  <a:pt x="0" y="49276"/>
                  <a:pt x="0" y="109991"/>
                </a:cubicBezTo>
                <a:lnTo>
                  <a:pt x="0" y="283080"/>
                </a:lnTo>
                <a:cubicBezTo>
                  <a:pt x="0" y="343795"/>
                  <a:pt x="49276" y="393071"/>
                  <a:pt x="109991" y="393071"/>
                </a:cubicBezTo>
                <a:lnTo>
                  <a:pt x="5618516" y="393071"/>
                </a:lnTo>
                <a:cubicBezTo>
                  <a:pt x="5679231" y="393071"/>
                  <a:pt x="5728507" y="343795"/>
                  <a:pt x="5728507" y="283080"/>
                </a:cubicBezTo>
                <a:close/>
              </a:path>
            </a:pathLst>
          </a:custGeom>
          <a:noFill xmlns:a="http://schemas.openxmlformats.org/drawingml/2006/main"/>
          <a:ln xmlns:a="http://schemas.openxmlformats.org/drawingml/2006/main" w="31426" cap="flat">
            <a:solidFill>
              <a:srgbClr val="323232"/>
            </a:solidFill>
            <a:round/>
          </a:ln>
        </p:spPr>
      </p:sp>
      <p:sp>
        <p:nvSpPr>
          <p:cNvPr id="24" name="Text SymbolicPointerReasoning">
            <a:extLst xmlns:a="http://schemas.openxmlformats.org/drawingml/2006/main">
              <a:ext uri="{FF2B5EF4-FFF2-40B4-BE49-F238E27FC236}">
                <a16:creationId xmlns:a16="http://schemas.microsoft.com/office/drawing/2014/main" id="{55E3427A-6A59-49B5-BE48-9C0B97BC4B01}"/>
              </a:ext>
            </a:extLst>
          </p:cNvPr>
          <p:cNvSpPr>
            <a:spLocks xmlns:a="http://schemas.openxmlformats.org/drawingml/2006/main" noGrp="1"/>
          </p:cNvSpPr>
          <p:nvPr/>
        </p:nvSpPr>
        <p:spPr>
          <a:xfrm xmlns:a="http://schemas.openxmlformats.org/drawingml/2006/main">
            <a:off x="4138121" y="2077480"/>
            <a:ext cx="2694075" cy="201742"/>
          </a:xfrm>
          <a:custGeom xmlns:a="http://schemas.openxmlformats.org/drawingml/2006/main">
            <a:pathLst>
              <a:path w="2694075" h="201742">
                <a:moveTo>
                  <a:pt x="68023" y="20148"/>
                </a:moveTo>
                <a:cubicBezTo>
                  <a:pt x="63701" y="18485"/>
                  <a:pt x="58531" y="17671"/>
                  <a:pt x="52513" y="17704"/>
                </a:cubicBezTo>
                <a:cubicBezTo>
                  <a:pt x="46496" y="17737"/>
                  <a:pt x="41093" y="19782"/>
                  <a:pt x="36306" y="23838"/>
                </a:cubicBezTo>
                <a:cubicBezTo>
                  <a:pt x="31385" y="28027"/>
                  <a:pt x="28925" y="33347"/>
                  <a:pt x="28925" y="39796"/>
                </a:cubicBezTo>
                <a:cubicBezTo>
                  <a:pt x="28925" y="43720"/>
                  <a:pt x="29723" y="47078"/>
                  <a:pt x="31319" y="49870"/>
                </a:cubicBezTo>
                <a:cubicBezTo>
                  <a:pt x="32848" y="52663"/>
                  <a:pt x="34976" y="55156"/>
                  <a:pt x="37702" y="57351"/>
                </a:cubicBezTo>
                <a:cubicBezTo>
                  <a:pt x="40295" y="59612"/>
                  <a:pt x="43354" y="61573"/>
                  <a:pt x="46878" y="63235"/>
                </a:cubicBezTo>
                <a:cubicBezTo>
                  <a:pt x="50203" y="65031"/>
                  <a:pt x="53727" y="66760"/>
                  <a:pt x="57451" y="68422"/>
                </a:cubicBezTo>
                <a:cubicBezTo>
                  <a:pt x="61507" y="70350"/>
                  <a:pt x="65596" y="72445"/>
                  <a:pt x="69719" y="74706"/>
                </a:cubicBezTo>
                <a:cubicBezTo>
                  <a:pt x="73775" y="77099"/>
                  <a:pt x="77465" y="79826"/>
                  <a:pt x="80790" y="82884"/>
                </a:cubicBezTo>
                <a:cubicBezTo>
                  <a:pt x="83981" y="86076"/>
                  <a:pt x="86641" y="89866"/>
                  <a:pt x="88769" y="94255"/>
                </a:cubicBezTo>
                <a:cubicBezTo>
                  <a:pt x="90764" y="98643"/>
                  <a:pt x="91761" y="103963"/>
                  <a:pt x="91761" y="110213"/>
                </a:cubicBezTo>
                <a:cubicBezTo>
                  <a:pt x="91761" y="123778"/>
                  <a:pt x="86674" y="134384"/>
                  <a:pt x="76501" y="142030"/>
                </a:cubicBezTo>
                <a:cubicBezTo>
                  <a:pt x="66261" y="149744"/>
                  <a:pt x="52829" y="153600"/>
                  <a:pt x="36206" y="153600"/>
                </a:cubicBezTo>
                <a:cubicBezTo>
                  <a:pt x="24104" y="153600"/>
                  <a:pt x="12235" y="151705"/>
                  <a:pt x="598" y="147915"/>
                </a:cubicBezTo>
                <a:lnTo>
                  <a:pt x="0" y="147017"/>
                </a:lnTo>
                <a:lnTo>
                  <a:pt x="5286" y="111111"/>
                </a:lnTo>
                <a:lnTo>
                  <a:pt x="11470" y="110114"/>
                </a:lnTo>
                <a:lnTo>
                  <a:pt x="18951" y="140634"/>
                </a:lnTo>
                <a:cubicBezTo>
                  <a:pt x="23672" y="142828"/>
                  <a:pt x="29623" y="143926"/>
                  <a:pt x="36804" y="143926"/>
                </a:cubicBezTo>
                <a:cubicBezTo>
                  <a:pt x="43986" y="143926"/>
                  <a:pt x="50169" y="141764"/>
                  <a:pt x="55356" y="137442"/>
                </a:cubicBezTo>
                <a:cubicBezTo>
                  <a:pt x="60409" y="133187"/>
                  <a:pt x="62969" y="127468"/>
                  <a:pt x="63036" y="120287"/>
                </a:cubicBezTo>
                <a:cubicBezTo>
                  <a:pt x="63036" y="116297"/>
                  <a:pt x="62238" y="112840"/>
                  <a:pt x="60642" y="109914"/>
                </a:cubicBezTo>
                <a:cubicBezTo>
                  <a:pt x="58980" y="107188"/>
                  <a:pt x="56819" y="104661"/>
                  <a:pt x="54159" y="102334"/>
                </a:cubicBezTo>
                <a:cubicBezTo>
                  <a:pt x="51433" y="100139"/>
                  <a:pt x="48341" y="98178"/>
                  <a:pt x="44883" y="96449"/>
                </a:cubicBezTo>
                <a:cubicBezTo>
                  <a:pt x="41359" y="94787"/>
                  <a:pt x="37768" y="93058"/>
                  <a:pt x="34111" y="91263"/>
                </a:cubicBezTo>
                <a:cubicBezTo>
                  <a:pt x="29989" y="89268"/>
                  <a:pt x="25933" y="87173"/>
                  <a:pt x="21943" y="84979"/>
                </a:cubicBezTo>
                <a:cubicBezTo>
                  <a:pt x="17820" y="82785"/>
                  <a:pt x="14196" y="80125"/>
                  <a:pt x="11071" y="77000"/>
                </a:cubicBezTo>
                <a:cubicBezTo>
                  <a:pt x="7879" y="73941"/>
                  <a:pt x="5286" y="70184"/>
                  <a:pt x="3291" y="65729"/>
                </a:cubicBezTo>
                <a:cubicBezTo>
                  <a:pt x="1297" y="61473"/>
                  <a:pt x="299" y="56220"/>
                  <a:pt x="299" y="49970"/>
                </a:cubicBezTo>
                <a:cubicBezTo>
                  <a:pt x="299" y="37336"/>
                  <a:pt x="5153" y="27229"/>
                  <a:pt x="14861" y="19649"/>
                </a:cubicBezTo>
                <a:cubicBezTo>
                  <a:pt x="24503" y="12202"/>
                  <a:pt x="37103" y="8445"/>
                  <a:pt x="52663" y="8378"/>
                </a:cubicBezTo>
                <a:cubicBezTo>
                  <a:pt x="62504" y="8378"/>
                  <a:pt x="73708" y="9908"/>
                  <a:pt x="86276" y="12966"/>
                </a:cubicBezTo>
                <a:lnTo>
                  <a:pt x="86874" y="13864"/>
                </a:lnTo>
                <a:lnTo>
                  <a:pt x="80790" y="45980"/>
                </a:lnTo>
                <a:lnTo>
                  <a:pt x="75304" y="46878"/>
                </a:lnTo>
                <a:lnTo>
                  <a:pt x="68023" y="20148"/>
                </a:lnTo>
                <a:close/>
                <a:moveTo>
                  <a:pt x="97423" y="57351"/>
                </a:moveTo>
                <a:cubicBezTo>
                  <a:pt x="106267" y="57550"/>
                  <a:pt x="114279" y="57650"/>
                  <a:pt x="121460" y="57650"/>
                </a:cubicBezTo>
                <a:cubicBezTo>
                  <a:pt x="130703" y="57650"/>
                  <a:pt x="140611" y="57550"/>
                  <a:pt x="151183" y="57351"/>
                </a:cubicBezTo>
                <a:lnTo>
                  <a:pt x="151682" y="62138"/>
                </a:lnTo>
                <a:lnTo>
                  <a:pt x="139214" y="65330"/>
                </a:lnTo>
                <a:cubicBezTo>
                  <a:pt x="141808" y="71913"/>
                  <a:pt x="144268" y="78130"/>
                  <a:pt x="146595" y="83981"/>
                </a:cubicBezTo>
                <a:cubicBezTo>
                  <a:pt x="148856" y="89899"/>
                  <a:pt x="151948" y="97380"/>
                  <a:pt x="155871" y="106423"/>
                </a:cubicBezTo>
                <a:cubicBezTo>
                  <a:pt x="157533" y="110213"/>
                  <a:pt x="159395" y="114635"/>
                  <a:pt x="161456" y="119689"/>
                </a:cubicBezTo>
                <a:cubicBezTo>
                  <a:pt x="163385" y="114502"/>
                  <a:pt x="165413" y="109349"/>
                  <a:pt x="167541" y="104229"/>
                </a:cubicBezTo>
                <a:cubicBezTo>
                  <a:pt x="172927" y="90066"/>
                  <a:pt x="177880" y="77033"/>
                  <a:pt x="182402" y="65131"/>
                </a:cubicBezTo>
                <a:lnTo>
                  <a:pt x="172029" y="62138"/>
                </a:lnTo>
                <a:lnTo>
                  <a:pt x="171530" y="57351"/>
                </a:lnTo>
                <a:cubicBezTo>
                  <a:pt x="176650" y="57550"/>
                  <a:pt x="182768" y="57650"/>
                  <a:pt x="189882" y="57650"/>
                </a:cubicBezTo>
                <a:cubicBezTo>
                  <a:pt x="195933" y="57650"/>
                  <a:pt x="201785" y="57550"/>
                  <a:pt x="207437" y="57351"/>
                </a:cubicBezTo>
                <a:lnTo>
                  <a:pt x="207935" y="62138"/>
                </a:lnTo>
                <a:lnTo>
                  <a:pt x="198360" y="64732"/>
                </a:lnTo>
                <a:cubicBezTo>
                  <a:pt x="196166" y="65463"/>
                  <a:pt x="194637" y="66826"/>
                  <a:pt x="193772" y="68821"/>
                </a:cubicBezTo>
                <a:cubicBezTo>
                  <a:pt x="191445" y="74406"/>
                  <a:pt x="188852" y="80524"/>
                  <a:pt x="185993" y="87173"/>
                </a:cubicBezTo>
                <a:cubicBezTo>
                  <a:pt x="177282" y="107853"/>
                  <a:pt x="170566" y="125008"/>
                  <a:pt x="165845" y="138639"/>
                </a:cubicBezTo>
                <a:cubicBezTo>
                  <a:pt x="162720" y="147549"/>
                  <a:pt x="159960" y="156559"/>
                  <a:pt x="157567" y="165669"/>
                </a:cubicBezTo>
                <a:cubicBezTo>
                  <a:pt x="155040" y="174978"/>
                  <a:pt x="153078" y="183090"/>
                  <a:pt x="151682" y="190006"/>
                </a:cubicBezTo>
                <a:cubicBezTo>
                  <a:pt x="150950" y="193796"/>
                  <a:pt x="149587" y="196389"/>
                  <a:pt x="147592" y="197785"/>
                </a:cubicBezTo>
                <a:cubicBezTo>
                  <a:pt x="145598" y="199182"/>
                  <a:pt x="141109" y="199880"/>
                  <a:pt x="134128" y="199880"/>
                </a:cubicBezTo>
                <a:cubicBezTo>
                  <a:pt x="126813" y="199880"/>
                  <a:pt x="119831" y="199614"/>
                  <a:pt x="113182" y="199082"/>
                </a:cubicBezTo>
                <a:lnTo>
                  <a:pt x="112683" y="194494"/>
                </a:lnTo>
                <a:cubicBezTo>
                  <a:pt x="120330" y="193563"/>
                  <a:pt x="126032" y="191119"/>
                  <a:pt x="129789" y="187163"/>
                </a:cubicBezTo>
                <a:cubicBezTo>
                  <a:pt x="133546" y="183207"/>
                  <a:pt x="139979" y="171155"/>
                  <a:pt x="149089" y="151007"/>
                </a:cubicBezTo>
                <a:lnTo>
                  <a:pt x="149787" y="149112"/>
                </a:lnTo>
                <a:lnTo>
                  <a:pt x="144501" y="147616"/>
                </a:lnTo>
                <a:cubicBezTo>
                  <a:pt x="132532" y="118026"/>
                  <a:pt x="121660" y="91795"/>
                  <a:pt x="111885" y="68921"/>
                </a:cubicBezTo>
                <a:cubicBezTo>
                  <a:pt x="111087" y="66926"/>
                  <a:pt x="109591" y="65563"/>
                  <a:pt x="107397" y="64831"/>
                </a:cubicBezTo>
                <a:lnTo>
                  <a:pt x="97822" y="62138"/>
                </a:lnTo>
                <a:lnTo>
                  <a:pt x="97423" y="57351"/>
                </a:lnTo>
                <a:close/>
                <a:moveTo>
                  <a:pt x="384254" y="120487"/>
                </a:moveTo>
                <a:cubicBezTo>
                  <a:pt x="384254" y="128798"/>
                  <a:pt x="384320" y="134949"/>
                  <a:pt x="384453" y="138939"/>
                </a:cubicBezTo>
                <a:cubicBezTo>
                  <a:pt x="384453" y="140734"/>
                  <a:pt x="385318" y="141864"/>
                  <a:pt x="387047" y="142330"/>
                </a:cubicBezTo>
                <a:lnTo>
                  <a:pt x="399115" y="145821"/>
                </a:lnTo>
                <a:lnTo>
                  <a:pt x="399414" y="150608"/>
                </a:lnTo>
                <a:cubicBezTo>
                  <a:pt x="389906" y="150409"/>
                  <a:pt x="380331" y="150309"/>
                  <a:pt x="370689" y="150309"/>
                </a:cubicBezTo>
                <a:cubicBezTo>
                  <a:pt x="360715" y="150309"/>
                  <a:pt x="351938" y="150409"/>
                  <a:pt x="344358" y="150608"/>
                </a:cubicBezTo>
                <a:lnTo>
                  <a:pt x="343859" y="145821"/>
                </a:lnTo>
                <a:lnTo>
                  <a:pt x="353334" y="142828"/>
                </a:lnTo>
                <a:cubicBezTo>
                  <a:pt x="354797" y="142363"/>
                  <a:pt x="355628" y="141366"/>
                  <a:pt x="355828" y="139836"/>
                </a:cubicBezTo>
                <a:cubicBezTo>
                  <a:pt x="355894" y="138839"/>
                  <a:pt x="355928" y="136744"/>
                  <a:pt x="355928" y="133553"/>
                </a:cubicBezTo>
                <a:lnTo>
                  <a:pt x="355928" y="91761"/>
                </a:lnTo>
                <a:cubicBezTo>
                  <a:pt x="355928" y="83583"/>
                  <a:pt x="354431" y="77698"/>
                  <a:pt x="351439" y="74107"/>
                </a:cubicBezTo>
                <a:cubicBezTo>
                  <a:pt x="348314" y="70650"/>
                  <a:pt x="343759" y="68887"/>
                  <a:pt x="337775" y="68821"/>
                </a:cubicBezTo>
                <a:cubicBezTo>
                  <a:pt x="332256" y="68821"/>
                  <a:pt x="326471" y="70749"/>
                  <a:pt x="320420" y="74606"/>
                </a:cubicBezTo>
                <a:cubicBezTo>
                  <a:pt x="321284" y="77931"/>
                  <a:pt x="321750" y="81554"/>
                  <a:pt x="321816" y="85478"/>
                </a:cubicBezTo>
                <a:lnTo>
                  <a:pt x="321816" y="120487"/>
                </a:lnTo>
                <a:cubicBezTo>
                  <a:pt x="321816" y="128798"/>
                  <a:pt x="321883" y="135082"/>
                  <a:pt x="322016" y="139337"/>
                </a:cubicBezTo>
                <a:cubicBezTo>
                  <a:pt x="322016" y="141133"/>
                  <a:pt x="322780" y="142230"/>
                  <a:pt x="324310" y="142629"/>
                </a:cubicBezTo>
                <a:lnTo>
                  <a:pt x="334284" y="145821"/>
                </a:lnTo>
                <a:lnTo>
                  <a:pt x="334483" y="150608"/>
                </a:lnTo>
                <a:cubicBezTo>
                  <a:pt x="326571" y="150409"/>
                  <a:pt x="317827" y="150309"/>
                  <a:pt x="308252" y="150309"/>
                </a:cubicBezTo>
                <a:cubicBezTo>
                  <a:pt x="298277" y="150309"/>
                  <a:pt x="289500" y="150409"/>
                  <a:pt x="281920" y="150608"/>
                </a:cubicBezTo>
                <a:lnTo>
                  <a:pt x="281521" y="145821"/>
                </a:lnTo>
                <a:lnTo>
                  <a:pt x="290897" y="142828"/>
                </a:lnTo>
                <a:cubicBezTo>
                  <a:pt x="292360" y="142363"/>
                  <a:pt x="293191" y="141366"/>
                  <a:pt x="293390" y="139836"/>
                </a:cubicBezTo>
                <a:cubicBezTo>
                  <a:pt x="293457" y="138839"/>
                  <a:pt x="293490" y="136744"/>
                  <a:pt x="293490" y="133553"/>
                </a:cubicBezTo>
                <a:lnTo>
                  <a:pt x="293490" y="91761"/>
                </a:lnTo>
                <a:cubicBezTo>
                  <a:pt x="293490" y="83583"/>
                  <a:pt x="291994" y="77698"/>
                  <a:pt x="289002" y="74107"/>
                </a:cubicBezTo>
                <a:cubicBezTo>
                  <a:pt x="285876" y="70650"/>
                  <a:pt x="281355" y="68887"/>
                  <a:pt x="275437" y="68821"/>
                </a:cubicBezTo>
                <a:cubicBezTo>
                  <a:pt x="270250" y="68821"/>
                  <a:pt x="264864" y="70417"/>
                  <a:pt x="259279" y="73608"/>
                </a:cubicBezTo>
                <a:lnTo>
                  <a:pt x="259279" y="116497"/>
                </a:lnTo>
                <a:cubicBezTo>
                  <a:pt x="259279" y="124875"/>
                  <a:pt x="259345" y="132489"/>
                  <a:pt x="259478" y="139337"/>
                </a:cubicBezTo>
                <a:cubicBezTo>
                  <a:pt x="259478" y="141133"/>
                  <a:pt x="260243" y="142230"/>
                  <a:pt x="261772" y="142629"/>
                </a:cubicBezTo>
                <a:lnTo>
                  <a:pt x="271747" y="145821"/>
                </a:lnTo>
                <a:lnTo>
                  <a:pt x="271946" y="150608"/>
                </a:lnTo>
                <a:cubicBezTo>
                  <a:pt x="263900" y="150409"/>
                  <a:pt x="255057" y="150309"/>
                  <a:pt x="245415" y="150309"/>
                </a:cubicBezTo>
                <a:cubicBezTo>
                  <a:pt x="235507" y="150309"/>
                  <a:pt x="225766" y="150409"/>
                  <a:pt x="216191" y="150608"/>
                </a:cubicBezTo>
                <a:lnTo>
                  <a:pt x="215692" y="145821"/>
                </a:lnTo>
                <a:lnTo>
                  <a:pt x="228559" y="142330"/>
                </a:lnTo>
                <a:cubicBezTo>
                  <a:pt x="229955" y="141931"/>
                  <a:pt x="230720" y="140933"/>
                  <a:pt x="230853" y="139337"/>
                </a:cubicBezTo>
                <a:cubicBezTo>
                  <a:pt x="230919" y="135082"/>
                  <a:pt x="230953" y="130993"/>
                  <a:pt x="230953" y="127069"/>
                </a:cubicBezTo>
                <a:lnTo>
                  <a:pt x="230953" y="94255"/>
                </a:lnTo>
                <a:cubicBezTo>
                  <a:pt x="230953" y="85611"/>
                  <a:pt x="230820" y="77565"/>
                  <a:pt x="230554" y="70118"/>
                </a:cubicBezTo>
                <a:lnTo>
                  <a:pt x="216291" y="66427"/>
                </a:lnTo>
                <a:lnTo>
                  <a:pt x="215692" y="62338"/>
                </a:lnTo>
                <a:cubicBezTo>
                  <a:pt x="231052" y="60077"/>
                  <a:pt x="245083" y="57550"/>
                  <a:pt x="257783" y="54758"/>
                </a:cubicBezTo>
                <a:lnTo>
                  <a:pt x="259279" y="55555"/>
                </a:lnTo>
                <a:lnTo>
                  <a:pt x="259279" y="66228"/>
                </a:lnTo>
                <a:cubicBezTo>
                  <a:pt x="270117" y="58780"/>
                  <a:pt x="280889" y="55057"/>
                  <a:pt x="291595" y="55057"/>
                </a:cubicBezTo>
                <a:cubicBezTo>
                  <a:pt x="303630" y="55057"/>
                  <a:pt x="312374" y="59445"/>
                  <a:pt x="317827" y="68222"/>
                </a:cubicBezTo>
                <a:cubicBezTo>
                  <a:pt x="330194" y="59445"/>
                  <a:pt x="342263" y="55057"/>
                  <a:pt x="354032" y="55057"/>
                </a:cubicBezTo>
                <a:cubicBezTo>
                  <a:pt x="363408" y="55057"/>
                  <a:pt x="370789" y="57683"/>
                  <a:pt x="376175" y="62936"/>
                </a:cubicBezTo>
                <a:cubicBezTo>
                  <a:pt x="381561" y="68322"/>
                  <a:pt x="384254" y="75836"/>
                  <a:pt x="384254" y="85478"/>
                </a:cubicBezTo>
                <a:lnTo>
                  <a:pt x="384254" y="120487"/>
                </a:lnTo>
                <a:close/>
                <a:moveTo>
                  <a:pt x="445341" y="141332"/>
                </a:moveTo>
                <a:cubicBezTo>
                  <a:pt x="449729" y="142529"/>
                  <a:pt x="454118" y="143128"/>
                  <a:pt x="458506" y="143128"/>
                </a:cubicBezTo>
                <a:cubicBezTo>
                  <a:pt x="467550" y="143128"/>
                  <a:pt x="474332" y="139770"/>
                  <a:pt x="478854" y="133054"/>
                </a:cubicBezTo>
                <a:cubicBezTo>
                  <a:pt x="483309" y="126404"/>
                  <a:pt x="485536" y="116896"/>
                  <a:pt x="485536" y="104528"/>
                </a:cubicBezTo>
                <a:cubicBezTo>
                  <a:pt x="485536" y="93291"/>
                  <a:pt x="483442" y="84480"/>
                  <a:pt x="479253" y="78097"/>
                </a:cubicBezTo>
                <a:cubicBezTo>
                  <a:pt x="475063" y="71846"/>
                  <a:pt x="468879" y="68688"/>
                  <a:pt x="460701" y="68621"/>
                </a:cubicBezTo>
                <a:cubicBezTo>
                  <a:pt x="455514" y="68621"/>
                  <a:pt x="450394" y="69719"/>
                  <a:pt x="445341" y="71913"/>
                </a:cubicBezTo>
                <a:lnTo>
                  <a:pt x="445341" y="141332"/>
                </a:lnTo>
                <a:moveTo>
                  <a:pt x="445939" y="798"/>
                </a:moveTo>
                <a:cubicBezTo>
                  <a:pt x="445540" y="10705"/>
                  <a:pt x="445341" y="25567"/>
                  <a:pt x="445341" y="45382"/>
                </a:cubicBezTo>
                <a:lnTo>
                  <a:pt x="445341" y="64432"/>
                </a:lnTo>
                <a:cubicBezTo>
                  <a:pt x="455448" y="58182"/>
                  <a:pt x="465355" y="55057"/>
                  <a:pt x="475063" y="55057"/>
                </a:cubicBezTo>
                <a:cubicBezTo>
                  <a:pt x="487697" y="55057"/>
                  <a:pt x="497704" y="59246"/>
                  <a:pt x="505085" y="67624"/>
                </a:cubicBezTo>
                <a:cubicBezTo>
                  <a:pt x="512333" y="76135"/>
                  <a:pt x="515990" y="87140"/>
                  <a:pt x="516057" y="100638"/>
                </a:cubicBezTo>
                <a:cubicBezTo>
                  <a:pt x="516057" y="117195"/>
                  <a:pt x="510837" y="130062"/>
                  <a:pt x="500397" y="139238"/>
                </a:cubicBezTo>
                <a:cubicBezTo>
                  <a:pt x="489891" y="148414"/>
                  <a:pt x="475363" y="153002"/>
                  <a:pt x="456811" y="153002"/>
                </a:cubicBezTo>
                <a:cubicBezTo>
                  <a:pt x="445108" y="153002"/>
                  <a:pt x="431776" y="150841"/>
                  <a:pt x="416815" y="146519"/>
                </a:cubicBezTo>
                <a:cubicBezTo>
                  <a:pt x="416881" y="138673"/>
                  <a:pt x="416948" y="128067"/>
                  <a:pt x="417014" y="114702"/>
                </a:cubicBezTo>
                <a:lnTo>
                  <a:pt x="417014" y="55555"/>
                </a:lnTo>
                <a:cubicBezTo>
                  <a:pt x="417014" y="40927"/>
                  <a:pt x="416881" y="27661"/>
                  <a:pt x="416615" y="15759"/>
                </a:cubicBezTo>
                <a:lnTo>
                  <a:pt x="401954" y="11769"/>
                </a:lnTo>
                <a:lnTo>
                  <a:pt x="401355" y="7680"/>
                </a:lnTo>
                <a:cubicBezTo>
                  <a:pt x="417846" y="5286"/>
                  <a:pt x="432341" y="2726"/>
                  <a:pt x="444842" y="0"/>
                </a:cubicBezTo>
                <a:lnTo>
                  <a:pt x="445939" y="798"/>
                </a:lnTo>
                <a:close/>
                <a:moveTo>
                  <a:pt x="564262" y="102932"/>
                </a:moveTo>
                <a:cubicBezTo>
                  <a:pt x="564196" y="115101"/>
                  <a:pt x="566024" y="124908"/>
                  <a:pt x="569748" y="132356"/>
                </a:cubicBezTo>
                <a:cubicBezTo>
                  <a:pt x="573338" y="139936"/>
                  <a:pt x="579123" y="143726"/>
                  <a:pt x="587103" y="143726"/>
                </a:cubicBezTo>
                <a:cubicBezTo>
                  <a:pt x="594550" y="143793"/>
                  <a:pt x="600036" y="140468"/>
                  <a:pt x="603560" y="133752"/>
                </a:cubicBezTo>
                <a:cubicBezTo>
                  <a:pt x="607018" y="127103"/>
                  <a:pt x="608746" y="117228"/>
                  <a:pt x="608746" y="104129"/>
                </a:cubicBezTo>
                <a:cubicBezTo>
                  <a:pt x="608746" y="91894"/>
                  <a:pt x="606918" y="82186"/>
                  <a:pt x="603261" y="75005"/>
                </a:cubicBezTo>
                <a:cubicBezTo>
                  <a:pt x="599537" y="67957"/>
                  <a:pt x="593752" y="64432"/>
                  <a:pt x="585906" y="64432"/>
                </a:cubicBezTo>
                <a:cubicBezTo>
                  <a:pt x="578525" y="64432"/>
                  <a:pt x="573106" y="67624"/>
                  <a:pt x="569648" y="74007"/>
                </a:cubicBezTo>
                <a:cubicBezTo>
                  <a:pt x="566057" y="80457"/>
                  <a:pt x="564262" y="90099"/>
                  <a:pt x="564262" y="102932"/>
                </a:cubicBezTo>
                <a:moveTo>
                  <a:pt x="639666" y="102134"/>
                </a:moveTo>
                <a:cubicBezTo>
                  <a:pt x="639599" y="117295"/>
                  <a:pt x="634546" y="129563"/>
                  <a:pt x="624505" y="138939"/>
                </a:cubicBezTo>
                <a:cubicBezTo>
                  <a:pt x="614398" y="148447"/>
                  <a:pt x="601233" y="153168"/>
                  <a:pt x="585008" y="153102"/>
                </a:cubicBezTo>
                <a:cubicBezTo>
                  <a:pt x="569249" y="153102"/>
                  <a:pt x="556682" y="148647"/>
                  <a:pt x="547306" y="139736"/>
                </a:cubicBezTo>
                <a:cubicBezTo>
                  <a:pt x="537931" y="130893"/>
                  <a:pt x="533243" y="119290"/>
                  <a:pt x="533243" y="104927"/>
                </a:cubicBezTo>
                <a:cubicBezTo>
                  <a:pt x="533176" y="90365"/>
                  <a:pt x="538097" y="78396"/>
                  <a:pt x="548004" y="69020"/>
                </a:cubicBezTo>
                <a:cubicBezTo>
                  <a:pt x="557845" y="59778"/>
                  <a:pt x="571144" y="55123"/>
                  <a:pt x="587901" y="55057"/>
                </a:cubicBezTo>
                <a:cubicBezTo>
                  <a:pt x="603726" y="55057"/>
                  <a:pt x="616327" y="59346"/>
                  <a:pt x="625702" y="67923"/>
                </a:cubicBezTo>
                <a:cubicBezTo>
                  <a:pt x="634945" y="76634"/>
                  <a:pt x="639599" y="88038"/>
                  <a:pt x="639666" y="102134"/>
                </a:cubicBezTo>
                <a:close/>
                <a:moveTo>
                  <a:pt x="654757" y="7680"/>
                </a:moveTo>
                <a:cubicBezTo>
                  <a:pt x="671381" y="5286"/>
                  <a:pt x="685876" y="2726"/>
                  <a:pt x="698244" y="0"/>
                </a:cubicBezTo>
                <a:lnTo>
                  <a:pt x="699341" y="798"/>
                </a:lnTo>
                <a:cubicBezTo>
                  <a:pt x="698942" y="9974"/>
                  <a:pt x="698743" y="19749"/>
                  <a:pt x="698743" y="30122"/>
                </a:cubicBezTo>
                <a:lnTo>
                  <a:pt x="698743" y="122382"/>
                </a:lnTo>
                <a:cubicBezTo>
                  <a:pt x="698743" y="130361"/>
                  <a:pt x="698809" y="135880"/>
                  <a:pt x="698942" y="138939"/>
                </a:cubicBezTo>
                <a:cubicBezTo>
                  <a:pt x="699009" y="140734"/>
                  <a:pt x="699840" y="141864"/>
                  <a:pt x="701436" y="142330"/>
                </a:cubicBezTo>
                <a:lnTo>
                  <a:pt x="713904" y="145821"/>
                </a:lnTo>
                <a:lnTo>
                  <a:pt x="714203" y="150608"/>
                </a:lnTo>
                <a:cubicBezTo>
                  <a:pt x="704295" y="150409"/>
                  <a:pt x="694521" y="150309"/>
                  <a:pt x="684879" y="150309"/>
                </a:cubicBezTo>
                <a:cubicBezTo>
                  <a:pt x="674971" y="150309"/>
                  <a:pt x="665197" y="150409"/>
                  <a:pt x="655555" y="150608"/>
                </a:cubicBezTo>
                <a:lnTo>
                  <a:pt x="655057" y="145821"/>
                </a:lnTo>
                <a:lnTo>
                  <a:pt x="667724" y="142330"/>
                </a:lnTo>
                <a:cubicBezTo>
                  <a:pt x="669187" y="141931"/>
                  <a:pt x="669984" y="140684"/>
                  <a:pt x="670117" y="138589"/>
                </a:cubicBezTo>
                <a:cubicBezTo>
                  <a:pt x="670250" y="136495"/>
                  <a:pt x="670350" y="132389"/>
                  <a:pt x="670417" y="126271"/>
                </a:cubicBezTo>
                <a:lnTo>
                  <a:pt x="670417" y="39796"/>
                </a:lnTo>
                <a:cubicBezTo>
                  <a:pt x="670417" y="31152"/>
                  <a:pt x="670284" y="23140"/>
                  <a:pt x="670018" y="15759"/>
                </a:cubicBezTo>
                <a:lnTo>
                  <a:pt x="655356" y="11769"/>
                </a:lnTo>
                <a:lnTo>
                  <a:pt x="654757" y="7680"/>
                </a:lnTo>
                <a:close/>
                <a:moveTo>
                  <a:pt x="762393" y="21644"/>
                </a:moveTo>
                <a:cubicBezTo>
                  <a:pt x="762327" y="26232"/>
                  <a:pt x="760864" y="29955"/>
                  <a:pt x="758004" y="32815"/>
                </a:cubicBezTo>
                <a:cubicBezTo>
                  <a:pt x="755012" y="35740"/>
                  <a:pt x="751122" y="37170"/>
                  <a:pt x="746335" y="37103"/>
                </a:cubicBezTo>
                <a:cubicBezTo>
                  <a:pt x="741946" y="37103"/>
                  <a:pt x="738356" y="35740"/>
                  <a:pt x="735563" y="33014"/>
                </a:cubicBezTo>
                <a:cubicBezTo>
                  <a:pt x="732637" y="30354"/>
                  <a:pt x="731208" y="26863"/>
                  <a:pt x="731274" y="22541"/>
                </a:cubicBezTo>
                <a:cubicBezTo>
                  <a:pt x="731274" y="17887"/>
                  <a:pt x="732770" y="14163"/>
                  <a:pt x="735762" y="11370"/>
                </a:cubicBezTo>
                <a:cubicBezTo>
                  <a:pt x="738755" y="8711"/>
                  <a:pt x="742644" y="7348"/>
                  <a:pt x="747432" y="7281"/>
                </a:cubicBezTo>
                <a:cubicBezTo>
                  <a:pt x="751821" y="7281"/>
                  <a:pt x="755411" y="8511"/>
                  <a:pt x="758204" y="10971"/>
                </a:cubicBezTo>
                <a:cubicBezTo>
                  <a:pt x="760997" y="13498"/>
                  <a:pt x="762393" y="17056"/>
                  <a:pt x="762393" y="21644"/>
                </a:cubicBezTo>
                <a:moveTo>
                  <a:pt x="718507" y="62338"/>
                </a:moveTo>
                <a:cubicBezTo>
                  <a:pt x="734865" y="59944"/>
                  <a:pt x="749227" y="57384"/>
                  <a:pt x="761595" y="54658"/>
                </a:cubicBezTo>
                <a:lnTo>
                  <a:pt x="762692" y="55456"/>
                </a:lnTo>
                <a:cubicBezTo>
                  <a:pt x="762293" y="64632"/>
                  <a:pt x="762094" y="74406"/>
                  <a:pt x="762094" y="84779"/>
                </a:cubicBezTo>
                <a:lnTo>
                  <a:pt x="762094" y="122382"/>
                </a:lnTo>
                <a:cubicBezTo>
                  <a:pt x="762094" y="130361"/>
                  <a:pt x="762160" y="135880"/>
                  <a:pt x="762293" y="138939"/>
                </a:cubicBezTo>
                <a:cubicBezTo>
                  <a:pt x="762360" y="140734"/>
                  <a:pt x="763191" y="141864"/>
                  <a:pt x="764787" y="142330"/>
                </a:cubicBezTo>
                <a:lnTo>
                  <a:pt x="777254" y="145821"/>
                </a:lnTo>
                <a:lnTo>
                  <a:pt x="777554" y="150608"/>
                </a:lnTo>
                <a:cubicBezTo>
                  <a:pt x="767646" y="150409"/>
                  <a:pt x="757871" y="150309"/>
                  <a:pt x="748230" y="150309"/>
                </a:cubicBezTo>
                <a:cubicBezTo>
                  <a:pt x="738322" y="150309"/>
                  <a:pt x="728548" y="150409"/>
                  <a:pt x="718906" y="150608"/>
                </a:cubicBezTo>
                <a:lnTo>
                  <a:pt x="718407" y="145821"/>
                </a:lnTo>
                <a:lnTo>
                  <a:pt x="731075" y="142330"/>
                </a:lnTo>
                <a:cubicBezTo>
                  <a:pt x="732537" y="141931"/>
                  <a:pt x="733335" y="140684"/>
                  <a:pt x="733468" y="138589"/>
                </a:cubicBezTo>
                <a:cubicBezTo>
                  <a:pt x="733601" y="136495"/>
                  <a:pt x="733701" y="132389"/>
                  <a:pt x="733768" y="126271"/>
                </a:cubicBezTo>
                <a:lnTo>
                  <a:pt x="733768" y="94155"/>
                </a:lnTo>
                <a:cubicBezTo>
                  <a:pt x="733768" y="85511"/>
                  <a:pt x="733635" y="77498"/>
                  <a:pt x="733369" y="70118"/>
                </a:cubicBezTo>
                <a:lnTo>
                  <a:pt x="719106" y="66427"/>
                </a:lnTo>
                <a:lnTo>
                  <a:pt x="718507" y="62338"/>
                </a:lnTo>
                <a:close/>
                <a:moveTo>
                  <a:pt x="868731" y="143726"/>
                </a:moveTo>
                <a:cubicBezTo>
                  <a:pt x="857627" y="150043"/>
                  <a:pt x="846223" y="153168"/>
                  <a:pt x="834520" y="153102"/>
                </a:cubicBezTo>
                <a:cubicBezTo>
                  <a:pt x="819958" y="153168"/>
                  <a:pt x="807989" y="148946"/>
                  <a:pt x="798614" y="140435"/>
                </a:cubicBezTo>
                <a:cubicBezTo>
                  <a:pt x="789238" y="131990"/>
                  <a:pt x="784550" y="120719"/>
                  <a:pt x="784550" y="106623"/>
                </a:cubicBezTo>
                <a:cubicBezTo>
                  <a:pt x="784484" y="91263"/>
                  <a:pt x="789604" y="78828"/>
                  <a:pt x="799911" y="69320"/>
                </a:cubicBezTo>
                <a:cubicBezTo>
                  <a:pt x="810018" y="59878"/>
                  <a:pt x="823017" y="55123"/>
                  <a:pt x="838909" y="55057"/>
                </a:cubicBezTo>
                <a:cubicBezTo>
                  <a:pt x="848950" y="55057"/>
                  <a:pt x="858624" y="56952"/>
                  <a:pt x="867934" y="60742"/>
                </a:cubicBezTo>
                <a:cubicBezTo>
                  <a:pt x="865540" y="70184"/>
                  <a:pt x="863445" y="80025"/>
                  <a:pt x="861650" y="90265"/>
                </a:cubicBezTo>
                <a:lnTo>
                  <a:pt x="856164" y="91163"/>
                </a:lnTo>
                <a:lnTo>
                  <a:pt x="848484" y="66228"/>
                </a:lnTo>
                <a:cubicBezTo>
                  <a:pt x="846689" y="65563"/>
                  <a:pt x="844262" y="65230"/>
                  <a:pt x="841203" y="65230"/>
                </a:cubicBezTo>
                <a:cubicBezTo>
                  <a:pt x="833623" y="65230"/>
                  <a:pt x="827406" y="68522"/>
                  <a:pt x="822552" y="75105"/>
                </a:cubicBezTo>
                <a:cubicBezTo>
                  <a:pt x="817631" y="81820"/>
                  <a:pt x="815204" y="90697"/>
                  <a:pt x="815271" y="101735"/>
                </a:cubicBezTo>
                <a:cubicBezTo>
                  <a:pt x="815271" y="114768"/>
                  <a:pt x="818363" y="124310"/>
                  <a:pt x="824546" y="130361"/>
                </a:cubicBezTo>
                <a:cubicBezTo>
                  <a:pt x="830597" y="136545"/>
                  <a:pt x="839341" y="139637"/>
                  <a:pt x="850778" y="139637"/>
                </a:cubicBezTo>
                <a:cubicBezTo>
                  <a:pt x="856231" y="139703"/>
                  <a:pt x="861949" y="139071"/>
                  <a:pt x="867934" y="137742"/>
                </a:cubicBezTo>
                <a:lnTo>
                  <a:pt x="868731" y="143726"/>
                </a:lnTo>
                <a:close/>
                <a:moveTo>
                  <a:pt x="972945" y="82286"/>
                </a:moveTo>
                <a:cubicBezTo>
                  <a:pt x="976735" y="83017"/>
                  <a:pt x="980492" y="83383"/>
                  <a:pt x="984216" y="83383"/>
                </a:cubicBezTo>
                <a:cubicBezTo>
                  <a:pt x="992860" y="83383"/>
                  <a:pt x="999509" y="80690"/>
                  <a:pt x="1004164" y="75304"/>
                </a:cubicBezTo>
                <a:cubicBezTo>
                  <a:pt x="1008619" y="70051"/>
                  <a:pt x="1010880" y="61972"/>
                  <a:pt x="1010946" y="51067"/>
                </a:cubicBezTo>
                <a:cubicBezTo>
                  <a:pt x="1010880" y="40628"/>
                  <a:pt x="1008719" y="32781"/>
                  <a:pt x="1004463" y="27528"/>
                </a:cubicBezTo>
                <a:cubicBezTo>
                  <a:pt x="1000074" y="22475"/>
                  <a:pt x="993259" y="19915"/>
                  <a:pt x="984016" y="19848"/>
                </a:cubicBezTo>
                <a:cubicBezTo>
                  <a:pt x="980293" y="19915"/>
                  <a:pt x="976602" y="20181"/>
                  <a:pt x="972945" y="20646"/>
                </a:cubicBezTo>
                <a:lnTo>
                  <a:pt x="972945" y="82286"/>
                </a:lnTo>
                <a:moveTo>
                  <a:pt x="972945" y="118990"/>
                </a:moveTo>
                <a:cubicBezTo>
                  <a:pt x="972879" y="123047"/>
                  <a:pt x="972912" y="126604"/>
                  <a:pt x="973045" y="129663"/>
                </a:cubicBezTo>
                <a:cubicBezTo>
                  <a:pt x="972978" y="132921"/>
                  <a:pt x="973012" y="135780"/>
                  <a:pt x="973145" y="138240"/>
                </a:cubicBezTo>
                <a:cubicBezTo>
                  <a:pt x="973145" y="139770"/>
                  <a:pt x="974009" y="140834"/>
                  <a:pt x="975738" y="141432"/>
                </a:cubicBezTo>
                <a:lnTo>
                  <a:pt x="990400" y="145621"/>
                </a:lnTo>
                <a:lnTo>
                  <a:pt x="990699" y="150608"/>
                </a:lnTo>
                <a:cubicBezTo>
                  <a:pt x="980392" y="150409"/>
                  <a:pt x="969620" y="150309"/>
                  <a:pt x="958383" y="150309"/>
                </a:cubicBezTo>
                <a:cubicBezTo>
                  <a:pt x="946680" y="150309"/>
                  <a:pt x="936307" y="150409"/>
                  <a:pt x="927264" y="150608"/>
                </a:cubicBezTo>
                <a:lnTo>
                  <a:pt x="926765" y="145621"/>
                </a:lnTo>
                <a:lnTo>
                  <a:pt x="940130" y="141931"/>
                </a:lnTo>
                <a:cubicBezTo>
                  <a:pt x="941793" y="141465"/>
                  <a:pt x="942657" y="140169"/>
                  <a:pt x="942724" y="138041"/>
                </a:cubicBezTo>
                <a:cubicBezTo>
                  <a:pt x="942790" y="135913"/>
                  <a:pt x="942890" y="133187"/>
                  <a:pt x="943023" y="129862"/>
                </a:cubicBezTo>
                <a:cubicBezTo>
                  <a:pt x="943023" y="126604"/>
                  <a:pt x="943023" y="122980"/>
                  <a:pt x="943023" y="118990"/>
                </a:cubicBezTo>
                <a:lnTo>
                  <a:pt x="943023" y="39497"/>
                </a:lnTo>
                <a:cubicBezTo>
                  <a:pt x="943023" y="36239"/>
                  <a:pt x="943023" y="33214"/>
                  <a:pt x="943023" y="30421"/>
                </a:cubicBezTo>
                <a:cubicBezTo>
                  <a:pt x="942890" y="27761"/>
                  <a:pt x="942823" y="25268"/>
                  <a:pt x="942823" y="22940"/>
                </a:cubicBezTo>
                <a:cubicBezTo>
                  <a:pt x="942690" y="21278"/>
                  <a:pt x="941893" y="20181"/>
                  <a:pt x="940430" y="19649"/>
                </a:cubicBezTo>
                <a:lnTo>
                  <a:pt x="927064" y="15759"/>
                </a:lnTo>
                <a:lnTo>
                  <a:pt x="926765" y="10672"/>
                </a:lnTo>
                <a:cubicBezTo>
                  <a:pt x="936008" y="11005"/>
                  <a:pt x="945217" y="11138"/>
                  <a:pt x="954393" y="11071"/>
                </a:cubicBezTo>
                <a:cubicBezTo>
                  <a:pt x="960644" y="11138"/>
                  <a:pt x="966728" y="11005"/>
                  <a:pt x="972646" y="10672"/>
                </a:cubicBezTo>
                <a:cubicBezTo>
                  <a:pt x="978431" y="10406"/>
                  <a:pt x="983784" y="10273"/>
                  <a:pt x="988704" y="10273"/>
                </a:cubicBezTo>
                <a:cubicBezTo>
                  <a:pt x="1006591" y="10273"/>
                  <a:pt x="1020189" y="13365"/>
                  <a:pt x="1029498" y="19549"/>
                </a:cubicBezTo>
                <a:cubicBezTo>
                  <a:pt x="1038741" y="25866"/>
                  <a:pt x="1043362" y="35109"/>
                  <a:pt x="1043362" y="47277"/>
                </a:cubicBezTo>
                <a:cubicBezTo>
                  <a:pt x="1043362" y="61773"/>
                  <a:pt x="1038574" y="72977"/>
                  <a:pt x="1028999" y="80890"/>
                </a:cubicBezTo>
                <a:cubicBezTo>
                  <a:pt x="1019291" y="89002"/>
                  <a:pt x="1005726" y="93025"/>
                  <a:pt x="988305" y="92958"/>
                </a:cubicBezTo>
                <a:cubicBezTo>
                  <a:pt x="983518" y="92958"/>
                  <a:pt x="978398" y="92592"/>
                  <a:pt x="972945" y="91861"/>
                </a:cubicBezTo>
                <a:lnTo>
                  <a:pt x="972945" y="118990"/>
                </a:lnTo>
                <a:close/>
                <a:moveTo>
                  <a:pt x="1082790" y="102932"/>
                </a:moveTo>
                <a:cubicBezTo>
                  <a:pt x="1082724" y="115101"/>
                  <a:pt x="1084552" y="124908"/>
                  <a:pt x="1088276" y="132356"/>
                </a:cubicBezTo>
                <a:cubicBezTo>
                  <a:pt x="1091866" y="139936"/>
                  <a:pt x="1097651" y="143726"/>
                  <a:pt x="1105631" y="143726"/>
                </a:cubicBezTo>
                <a:cubicBezTo>
                  <a:pt x="1113078" y="143793"/>
                  <a:pt x="1118564" y="140468"/>
                  <a:pt x="1122088" y="133752"/>
                </a:cubicBezTo>
                <a:cubicBezTo>
                  <a:pt x="1125545" y="127103"/>
                  <a:pt x="1127274" y="117228"/>
                  <a:pt x="1127274" y="104129"/>
                </a:cubicBezTo>
                <a:cubicBezTo>
                  <a:pt x="1127274" y="91894"/>
                  <a:pt x="1125446" y="82186"/>
                  <a:pt x="1121789" y="75005"/>
                </a:cubicBezTo>
                <a:cubicBezTo>
                  <a:pt x="1118065" y="67957"/>
                  <a:pt x="1112280" y="64432"/>
                  <a:pt x="1104434" y="64432"/>
                </a:cubicBezTo>
                <a:cubicBezTo>
                  <a:pt x="1097053" y="64432"/>
                  <a:pt x="1091634" y="67624"/>
                  <a:pt x="1088176" y="74007"/>
                </a:cubicBezTo>
                <a:cubicBezTo>
                  <a:pt x="1084585" y="80457"/>
                  <a:pt x="1082790" y="90099"/>
                  <a:pt x="1082790" y="102932"/>
                </a:cubicBezTo>
                <a:moveTo>
                  <a:pt x="1158194" y="102134"/>
                </a:moveTo>
                <a:cubicBezTo>
                  <a:pt x="1158127" y="117295"/>
                  <a:pt x="1153074" y="129563"/>
                  <a:pt x="1143033" y="138939"/>
                </a:cubicBezTo>
                <a:cubicBezTo>
                  <a:pt x="1132926" y="148447"/>
                  <a:pt x="1119761" y="153168"/>
                  <a:pt x="1103536" y="153102"/>
                </a:cubicBezTo>
                <a:cubicBezTo>
                  <a:pt x="1087777" y="153102"/>
                  <a:pt x="1075210" y="148647"/>
                  <a:pt x="1065834" y="139736"/>
                </a:cubicBezTo>
                <a:cubicBezTo>
                  <a:pt x="1056459" y="130893"/>
                  <a:pt x="1051771" y="119290"/>
                  <a:pt x="1051771" y="104927"/>
                </a:cubicBezTo>
                <a:cubicBezTo>
                  <a:pt x="1051704" y="90365"/>
                  <a:pt x="1056625" y="78396"/>
                  <a:pt x="1066532" y="69020"/>
                </a:cubicBezTo>
                <a:cubicBezTo>
                  <a:pt x="1076373" y="59778"/>
                  <a:pt x="1089672" y="55123"/>
                  <a:pt x="1106429" y="55057"/>
                </a:cubicBezTo>
                <a:cubicBezTo>
                  <a:pt x="1122254" y="55057"/>
                  <a:pt x="1134855" y="59346"/>
                  <a:pt x="1144230" y="67923"/>
                </a:cubicBezTo>
                <a:cubicBezTo>
                  <a:pt x="1153473" y="76634"/>
                  <a:pt x="1158127" y="88038"/>
                  <a:pt x="1158194" y="102134"/>
                </a:cubicBezTo>
                <a:close/>
                <a:moveTo>
                  <a:pt x="1218069" y="21644"/>
                </a:moveTo>
                <a:cubicBezTo>
                  <a:pt x="1218002" y="26232"/>
                  <a:pt x="1216539" y="29955"/>
                  <a:pt x="1213680" y="32815"/>
                </a:cubicBezTo>
                <a:cubicBezTo>
                  <a:pt x="1210688" y="35740"/>
                  <a:pt x="1206798" y="37170"/>
                  <a:pt x="1202011" y="37103"/>
                </a:cubicBezTo>
                <a:cubicBezTo>
                  <a:pt x="1197622" y="37103"/>
                  <a:pt x="1194031" y="35740"/>
                  <a:pt x="1191239" y="33014"/>
                </a:cubicBezTo>
                <a:cubicBezTo>
                  <a:pt x="1188313" y="30354"/>
                  <a:pt x="1186883" y="26863"/>
                  <a:pt x="1186950" y="22541"/>
                </a:cubicBezTo>
                <a:cubicBezTo>
                  <a:pt x="1186950" y="17887"/>
                  <a:pt x="1188446" y="14163"/>
                  <a:pt x="1191438" y="11370"/>
                </a:cubicBezTo>
                <a:cubicBezTo>
                  <a:pt x="1194430" y="8711"/>
                  <a:pt x="1198320" y="7348"/>
                  <a:pt x="1203108" y="7281"/>
                </a:cubicBezTo>
                <a:cubicBezTo>
                  <a:pt x="1207496" y="7281"/>
                  <a:pt x="1211087" y="8511"/>
                  <a:pt x="1213880" y="10971"/>
                </a:cubicBezTo>
                <a:cubicBezTo>
                  <a:pt x="1216672" y="13498"/>
                  <a:pt x="1218069" y="17056"/>
                  <a:pt x="1218069" y="21644"/>
                </a:cubicBezTo>
                <a:moveTo>
                  <a:pt x="1174183" y="62338"/>
                </a:moveTo>
                <a:cubicBezTo>
                  <a:pt x="1190540" y="59944"/>
                  <a:pt x="1204903" y="57384"/>
                  <a:pt x="1217271" y="54658"/>
                </a:cubicBezTo>
                <a:lnTo>
                  <a:pt x="1218368" y="55456"/>
                </a:lnTo>
                <a:cubicBezTo>
                  <a:pt x="1217969" y="64632"/>
                  <a:pt x="1217770" y="74406"/>
                  <a:pt x="1217770" y="84779"/>
                </a:cubicBezTo>
                <a:lnTo>
                  <a:pt x="1217770" y="122382"/>
                </a:lnTo>
                <a:cubicBezTo>
                  <a:pt x="1217770" y="130361"/>
                  <a:pt x="1217836" y="135880"/>
                  <a:pt x="1217969" y="138939"/>
                </a:cubicBezTo>
                <a:cubicBezTo>
                  <a:pt x="1218036" y="140734"/>
                  <a:pt x="1218867" y="141864"/>
                  <a:pt x="1220463" y="142330"/>
                </a:cubicBezTo>
                <a:lnTo>
                  <a:pt x="1232930" y="145821"/>
                </a:lnTo>
                <a:lnTo>
                  <a:pt x="1233229" y="150608"/>
                </a:lnTo>
                <a:cubicBezTo>
                  <a:pt x="1223322" y="150409"/>
                  <a:pt x="1213547" y="150309"/>
                  <a:pt x="1203906" y="150309"/>
                </a:cubicBezTo>
                <a:cubicBezTo>
                  <a:pt x="1193998" y="150309"/>
                  <a:pt x="1184224" y="150409"/>
                  <a:pt x="1174582" y="150608"/>
                </a:cubicBezTo>
                <a:lnTo>
                  <a:pt x="1174083" y="145821"/>
                </a:lnTo>
                <a:lnTo>
                  <a:pt x="1186750" y="142330"/>
                </a:lnTo>
                <a:cubicBezTo>
                  <a:pt x="1188213" y="141931"/>
                  <a:pt x="1189011" y="140684"/>
                  <a:pt x="1189144" y="138589"/>
                </a:cubicBezTo>
                <a:cubicBezTo>
                  <a:pt x="1189277" y="136495"/>
                  <a:pt x="1189377" y="132389"/>
                  <a:pt x="1189443" y="126271"/>
                </a:cubicBezTo>
                <a:lnTo>
                  <a:pt x="1189443" y="94155"/>
                </a:lnTo>
                <a:cubicBezTo>
                  <a:pt x="1189443" y="85511"/>
                  <a:pt x="1189310" y="77498"/>
                  <a:pt x="1189044" y="70118"/>
                </a:cubicBezTo>
                <a:lnTo>
                  <a:pt x="1174781" y="66427"/>
                </a:lnTo>
                <a:lnTo>
                  <a:pt x="1174183" y="62338"/>
                </a:lnTo>
                <a:close/>
                <a:moveTo>
                  <a:pt x="1237035" y="62338"/>
                </a:moveTo>
                <a:cubicBezTo>
                  <a:pt x="1252395" y="60077"/>
                  <a:pt x="1266425" y="57550"/>
                  <a:pt x="1279126" y="54758"/>
                </a:cubicBezTo>
                <a:lnTo>
                  <a:pt x="1280622" y="55555"/>
                </a:lnTo>
                <a:lnTo>
                  <a:pt x="1280622" y="66228"/>
                </a:lnTo>
                <a:cubicBezTo>
                  <a:pt x="1291859" y="58780"/>
                  <a:pt x="1302964" y="55057"/>
                  <a:pt x="1313935" y="55057"/>
                </a:cubicBezTo>
                <a:cubicBezTo>
                  <a:pt x="1323577" y="55057"/>
                  <a:pt x="1331190" y="57683"/>
                  <a:pt x="1336776" y="62936"/>
                </a:cubicBezTo>
                <a:cubicBezTo>
                  <a:pt x="1342228" y="68322"/>
                  <a:pt x="1344988" y="75836"/>
                  <a:pt x="1345054" y="85478"/>
                </a:cubicBezTo>
                <a:lnTo>
                  <a:pt x="1345054" y="120487"/>
                </a:lnTo>
                <a:cubicBezTo>
                  <a:pt x="1345054" y="128798"/>
                  <a:pt x="1345121" y="134949"/>
                  <a:pt x="1345254" y="138939"/>
                </a:cubicBezTo>
                <a:cubicBezTo>
                  <a:pt x="1345254" y="140734"/>
                  <a:pt x="1346118" y="141864"/>
                  <a:pt x="1347847" y="142330"/>
                </a:cubicBezTo>
                <a:lnTo>
                  <a:pt x="1359915" y="145821"/>
                </a:lnTo>
                <a:lnTo>
                  <a:pt x="1360215" y="150608"/>
                </a:lnTo>
                <a:cubicBezTo>
                  <a:pt x="1350706" y="150409"/>
                  <a:pt x="1341131" y="150309"/>
                  <a:pt x="1331489" y="150309"/>
                </a:cubicBezTo>
                <a:cubicBezTo>
                  <a:pt x="1321515" y="150309"/>
                  <a:pt x="1312539" y="150409"/>
                  <a:pt x="1304559" y="150608"/>
                </a:cubicBezTo>
                <a:lnTo>
                  <a:pt x="1304161" y="145821"/>
                </a:lnTo>
                <a:lnTo>
                  <a:pt x="1314135" y="142828"/>
                </a:lnTo>
                <a:cubicBezTo>
                  <a:pt x="1315597" y="142363"/>
                  <a:pt x="1316429" y="141366"/>
                  <a:pt x="1316628" y="139836"/>
                </a:cubicBezTo>
                <a:cubicBezTo>
                  <a:pt x="1316695" y="138839"/>
                  <a:pt x="1316728" y="136744"/>
                  <a:pt x="1316728" y="133553"/>
                </a:cubicBezTo>
                <a:lnTo>
                  <a:pt x="1316728" y="91761"/>
                </a:lnTo>
                <a:cubicBezTo>
                  <a:pt x="1316728" y="83583"/>
                  <a:pt x="1315132" y="77698"/>
                  <a:pt x="1311940" y="74107"/>
                </a:cubicBezTo>
                <a:cubicBezTo>
                  <a:pt x="1308682" y="70650"/>
                  <a:pt x="1303928" y="68887"/>
                  <a:pt x="1297677" y="68821"/>
                </a:cubicBezTo>
                <a:cubicBezTo>
                  <a:pt x="1292158" y="68821"/>
                  <a:pt x="1286473" y="70417"/>
                  <a:pt x="1280622" y="73608"/>
                </a:cubicBezTo>
                <a:lnTo>
                  <a:pt x="1280622" y="116497"/>
                </a:lnTo>
                <a:cubicBezTo>
                  <a:pt x="1280622" y="124875"/>
                  <a:pt x="1280688" y="132489"/>
                  <a:pt x="1280821" y="139337"/>
                </a:cubicBezTo>
                <a:cubicBezTo>
                  <a:pt x="1280821" y="141133"/>
                  <a:pt x="1281586" y="142230"/>
                  <a:pt x="1283115" y="142629"/>
                </a:cubicBezTo>
                <a:lnTo>
                  <a:pt x="1293488" y="145821"/>
                </a:lnTo>
                <a:lnTo>
                  <a:pt x="1293688" y="150608"/>
                </a:lnTo>
                <a:cubicBezTo>
                  <a:pt x="1285376" y="150409"/>
                  <a:pt x="1276399" y="150309"/>
                  <a:pt x="1266758" y="150309"/>
                </a:cubicBezTo>
                <a:cubicBezTo>
                  <a:pt x="1256850" y="150309"/>
                  <a:pt x="1247109" y="150409"/>
                  <a:pt x="1237534" y="150608"/>
                </a:cubicBezTo>
                <a:lnTo>
                  <a:pt x="1237035" y="145821"/>
                </a:lnTo>
                <a:lnTo>
                  <a:pt x="1249902" y="142330"/>
                </a:lnTo>
                <a:cubicBezTo>
                  <a:pt x="1251298" y="141931"/>
                  <a:pt x="1252063" y="140933"/>
                  <a:pt x="1252196" y="139337"/>
                </a:cubicBezTo>
                <a:cubicBezTo>
                  <a:pt x="1252262" y="135082"/>
                  <a:pt x="1252295" y="130993"/>
                  <a:pt x="1252295" y="127069"/>
                </a:cubicBezTo>
                <a:lnTo>
                  <a:pt x="1252295" y="94255"/>
                </a:lnTo>
                <a:cubicBezTo>
                  <a:pt x="1252295" y="85611"/>
                  <a:pt x="1252162" y="77565"/>
                  <a:pt x="1251896" y="70118"/>
                </a:cubicBezTo>
                <a:lnTo>
                  <a:pt x="1237634" y="66427"/>
                </a:lnTo>
                <a:lnTo>
                  <a:pt x="1237035" y="62338"/>
                </a:lnTo>
                <a:close/>
                <a:moveTo>
                  <a:pt x="1403234" y="69519"/>
                </a:moveTo>
                <a:cubicBezTo>
                  <a:pt x="1402835" y="90265"/>
                  <a:pt x="1402635" y="107853"/>
                  <a:pt x="1402635" y="122282"/>
                </a:cubicBezTo>
                <a:cubicBezTo>
                  <a:pt x="1402569" y="129064"/>
                  <a:pt x="1403599" y="133686"/>
                  <a:pt x="1405727" y="136146"/>
                </a:cubicBezTo>
                <a:cubicBezTo>
                  <a:pt x="1407722" y="138739"/>
                  <a:pt x="1411678" y="140036"/>
                  <a:pt x="1417596" y="140036"/>
                </a:cubicBezTo>
                <a:cubicBezTo>
                  <a:pt x="1422051" y="140036"/>
                  <a:pt x="1426972" y="139770"/>
                  <a:pt x="1432358" y="139238"/>
                </a:cubicBezTo>
                <a:lnTo>
                  <a:pt x="1433156" y="145222"/>
                </a:lnTo>
                <a:cubicBezTo>
                  <a:pt x="1422583" y="150409"/>
                  <a:pt x="1412709" y="153002"/>
                  <a:pt x="1403533" y="153002"/>
                </a:cubicBezTo>
                <a:cubicBezTo>
                  <a:pt x="1394224" y="153002"/>
                  <a:pt x="1387042" y="151040"/>
                  <a:pt x="1381989" y="147117"/>
                </a:cubicBezTo>
                <a:cubicBezTo>
                  <a:pt x="1376869" y="143327"/>
                  <a:pt x="1374309" y="137476"/>
                  <a:pt x="1374309" y="129563"/>
                </a:cubicBezTo>
                <a:cubicBezTo>
                  <a:pt x="1374309" y="115732"/>
                  <a:pt x="1374508" y="95551"/>
                  <a:pt x="1374907" y="69020"/>
                </a:cubicBezTo>
                <a:lnTo>
                  <a:pt x="1361442" y="65530"/>
                </a:lnTo>
                <a:lnTo>
                  <a:pt x="1360545" y="60144"/>
                </a:lnTo>
                <a:lnTo>
                  <a:pt x="1377201" y="58647"/>
                </a:lnTo>
                <a:lnTo>
                  <a:pt x="1386677" y="35208"/>
                </a:lnTo>
                <a:cubicBezTo>
                  <a:pt x="1392262" y="34211"/>
                  <a:pt x="1397415" y="33247"/>
                  <a:pt x="1402136" y="32316"/>
                </a:cubicBezTo>
                <a:lnTo>
                  <a:pt x="1403533" y="33014"/>
                </a:lnTo>
                <a:cubicBezTo>
                  <a:pt x="1403333" y="41126"/>
                  <a:pt x="1403234" y="49671"/>
                  <a:pt x="1403234" y="58647"/>
                </a:cubicBezTo>
                <a:lnTo>
                  <a:pt x="1431161" y="58647"/>
                </a:lnTo>
                <a:lnTo>
                  <a:pt x="1431161" y="69519"/>
                </a:lnTo>
                <a:lnTo>
                  <a:pt x="1403234" y="69519"/>
                </a:lnTo>
                <a:close/>
                <a:moveTo>
                  <a:pt x="1538551" y="143726"/>
                </a:moveTo>
                <a:cubicBezTo>
                  <a:pt x="1526249" y="150043"/>
                  <a:pt x="1513283" y="153168"/>
                  <a:pt x="1499652" y="153102"/>
                </a:cubicBezTo>
                <a:cubicBezTo>
                  <a:pt x="1483361" y="153168"/>
                  <a:pt x="1470129" y="149145"/>
                  <a:pt x="1459955" y="141033"/>
                </a:cubicBezTo>
                <a:cubicBezTo>
                  <a:pt x="1449649" y="133120"/>
                  <a:pt x="1444495" y="121318"/>
                  <a:pt x="1444495" y="105625"/>
                </a:cubicBezTo>
                <a:cubicBezTo>
                  <a:pt x="1444495" y="90797"/>
                  <a:pt x="1449449" y="78629"/>
                  <a:pt x="1459357" y="69120"/>
                </a:cubicBezTo>
                <a:cubicBezTo>
                  <a:pt x="1469198" y="59745"/>
                  <a:pt x="1481765" y="55057"/>
                  <a:pt x="1497058" y="55057"/>
                </a:cubicBezTo>
                <a:cubicBezTo>
                  <a:pt x="1510424" y="55057"/>
                  <a:pt x="1520763" y="58647"/>
                  <a:pt x="1528078" y="65829"/>
                </a:cubicBezTo>
                <a:cubicBezTo>
                  <a:pt x="1535326" y="73143"/>
                  <a:pt x="1538949" y="83117"/>
                  <a:pt x="1538949" y="95751"/>
                </a:cubicBezTo>
                <a:cubicBezTo>
                  <a:pt x="1538949" y="97679"/>
                  <a:pt x="1538850" y="99674"/>
                  <a:pt x="1538650" y="101735"/>
                </a:cubicBezTo>
                <a:lnTo>
                  <a:pt x="1474916" y="101735"/>
                </a:lnTo>
                <a:cubicBezTo>
                  <a:pt x="1474916" y="115101"/>
                  <a:pt x="1478208" y="124709"/>
                  <a:pt x="1484790" y="130560"/>
                </a:cubicBezTo>
                <a:cubicBezTo>
                  <a:pt x="1491240" y="136478"/>
                  <a:pt x="1501979" y="139404"/>
                  <a:pt x="1517007" y="139337"/>
                </a:cubicBezTo>
                <a:cubicBezTo>
                  <a:pt x="1524254" y="139404"/>
                  <a:pt x="1531170" y="138772"/>
                  <a:pt x="1537753" y="137442"/>
                </a:cubicBezTo>
                <a:lnTo>
                  <a:pt x="1538551" y="143726"/>
                </a:lnTo>
                <a:moveTo>
                  <a:pt x="1508628" y="92060"/>
                </a:moveTo>
                <a:lnTo>
                  <a:pt x="1508628" y="89667"/>
                </a:lnTo>
                <a:cubicBezTo>
                  <a:pt x="1508628" y="80624"/>
                  <a:pt x="1507498" y="74140"/>
                  <a:pt x="1505237" y="70217"/>
                </a:cubicBezTo>
                <a:cubicBezTo>
                  <a:pt x="1502843" y="66361"/>
                  <a:pt x="1499319" y="64399"/>
                  <a:pt x="1494665" y="64333"/>
                </a:cubicBezTo>
                <a:cubicBezTo>
                  <a:pt x="1488946" y="64333"/>
                  <a:pt x="1484458" y="67026"/>
                  <a:pt x="1481200" y="72412"/>
                </a:cubicBezTo>
                <a:cubicBezTo>
                  <a:pt x="1477742" y="77931"/>
                  <a:pt x="1475781" y="84480"/>
                  <a:pt x="1475315" y="92060"/>
                </a:cubicBezTo>
                <a:lnTo>
                  <a:pt x="1508628" y="92060"/>
                </a:lnTo>
                <a:close/>
                <a:moveTo>
                  <a:pt x="1551294" y="62338"/>
                </a:moveTo>
                <a:cubicBezTo>
                  <a:pt x="1566654" y="60077"/>
                  <a:pt x="1580684" y="57550"/>
                  <a:pt x="1593384" y="54758"/>
                </a:cubicBezTo>
                <a:lnTo>
                  <a:pt x="1594880" y="55555"/>
                </a:lnTo>
                <a:lnTo>
                  <a:pt x="1594880" y="66327"/>
                </a:lnTo>
                <a:cubicBezTo>
                  <a:pt x="1606583" y="58880"/>
                  <a:pt x="1618885" y="55123"/>
                  <a:pt x="1631784" y="55057"/>
                </a:cubicBezTo>
                <a:lnTo>
                  <a:pt x="1632283" y="55755"/>
                </a:lnTo>
                <a:cubicBezTo>
                  <a:pt x="1630089" y="66327"/>
                  <a:pt x="1628061" y="77631"/>
                  <a:pt x="1626199" y="89667"/>
                </a:cubicBezTo>
                <a:lnTo>
                  <a:pt x="1620414" y="90664"/>
                </a:lnTo>
                <a:cubicBezTo>
                  <a:pt x="1618685" y="84081"/>
                  <a:pt x="1616990" y="79028"/>
                  <a:pt x="1615327" y="75504"/>
                </a:cubicBezTo>
                <a:cubicBezTo>
                  <a:pt x="1613598" y="72046"/>
                  <a:pt x="1611005" y="70284"/>
                  <a:pt x="1607548" y="70217"/>
                </a:cubicBezTo>
                <a:cubicBezTo>
                  <a:pt x="1604156" y="70217"/>
                  <a:pt x="1599934" y="71348"/>
                  <a:pt x="1594880" y="73608"/>
                </a:cubicBezTo>
                <a:lnTo>
                  <a:pt x="1594880" y="116397"/>
                </a:lnTo>
                <a:cubicBezTo>
                  <a:pt x="1594880" y="126704"/>
                  <a:pt x="1594947" y="134084"/>
                  <a:pt x="1595080" y="138540"/>
                </a:cubicBezTo>
                <a:cubicBezTo>
                  <a:pt x="1595146" y="140468"/>
                  <a:pt x="1595978" y="141632"/>
                  <a:pt x="1597573" y="142030"/>
                </a:cubicBezTo>
                <a:lnTo>
                  <a:pt x="1611836" y="145821"/>
                </a:lnTo>
                <a:lnTo>
                  <a:pt x="1612136" y="150608"/>
                </a:lnTo>
                <a:cubicBezTo>
                  <a:pt x="1601031" y="150409"/>
                  <a:pt x="1590492" y="150309"/>
                  <a:pt x="1580518" y="150309"/>
                </a:cubicBezTo>
                <a:cubicBezTo>
                  <a:pt x="1570943" y="150309"/>
                  <a:pt x="1561368" y="150409"/>
                  <a:pt x="1551793" y="150608"/>
                </a:cubicBezTo>
                <a:lnTo>
                  <a:pt x="1551294" y="145821"/>
                </a:lnTo>
                <a:lnTo>
                  <a:pt x="1563961" y="142330"/>
                </a:lnTo>
                <a:cubicBezTo>
                  <a:pt x="1565490" y="141864"/>
                  <a:pt x="1566305" y="140534"/>
                  <a:pt x="1566405" y="138340"/>
                </a:cubicBezTo>
                <a:cubicBezTo>
                  <a:pt x="1566504" y="136146"/>
                  <a:pt x="1566554" y="132389"/>
                  <a:pt x="1566554" y="127069"/>
                </a:cubicBezTo>
                <a:lnTo>
                  <a:pt x="1566554" y="93756"/>
                </a:lnTo>
                <a:cubicBezTo>
                  <a:pt x="1566554" y="82918"/>
                  <a:pt x="1566421" y="75038"/>
                  <a:pt x="1566155" y="70118"/>
                </a:cubicBezTo>
                <a:lnTo>
                  <a:pt x="1551892" y="66427"/>
                </a:lnTo>
                <a:lnTo>
                  <a:pt x="1551294" y="62338"/>
                </a:lnTo>
                <a:close/>
                <a:moveTo>
                  <a:pt x="1742581" y="118990"/>
                </a:moveTo>
                <a:cubicBezTo>
                  <a:pt x="1742515" y="123047"/>
                  <a:pt x="1742548" y="126604"/>
                  <a:pt x="1742681" y="129663"/>
                </a:cubicBezTo>
                <a:cubicBezTo>
                  <a:pt x="1742614" y="132854"/>
                  <a:pt x="1742648" y="135747"/>
                  <a:pt x="1742781" y="138340"/>
                </a:cubicBezTo>
                <a:cubicBezTo>
                  <a:pt x="1742781" y="140468"/>
                  <a:pt x="1743545" y="141764"/>
                  <a:pt x="1745075" y="142230"/>
                </a:cubicBezTo>
                <a:lnTo>
                  <a:pt x="1755448" y="145621"/>
                </a:lnTo>
                <a:lnTo>
                  <a:pt x="1755747" y="150608"/>
                </a:lnTo>
                <a:cubicBezTo>
                  <a:pt x="1748300" y="150409"/>
                  <a:pt x="1739157" y="150309"/>
                  <a:pt x="1728318" y="150309"/>
                </a:cubicBezTo>
                <a:cubicBezTo>
                  <a:pt x="1716615" y="150309"/>
                  <a:pt x="1706242" y="150409"/>
                  <a:pt x="1697199" y="150608"/>
                </a:cubicBezTo>
                <a:lnTo>
                  <a:pt x="1696701" y="145621"/>
                </a:lnTo>
                <a:lnTo>
                  <a:pt x="1710066" y="141931"/>
                </a:lnTo>
                <a:cubicBezTo>
                  <a:pt x="1711728" y="141465"/>
                  <a:pt x="1712593" y="140169"/>
                  <a:pt x="1712659" y="138041"/>
                </a:cubicBezTo>
                <a:cubicBezTo>
                  <a:pt x="1712726" y="135913"/>
                  <a:pt x="1712825" y="133187"/>
                  <a:pt x="1712958" y="129862"/>
                </a:cubicBezTo>
                <a:cubicBezTo>
                  <a:pt x="1712958" y="126604"/>
                  <a:pt x="1712958" y="122980"/>
                  <a:pt x="1712958" y="118990"/>
                </a:cubicBezTo>
                <a:lnTo>
                  <a:pt x="1712958" y="39497"/>
                </a:lnTo>
                <a:cubicBezTo>
                  <a:pt x="1712958" y="36239"/>
                  <a:pt x="1712958" y="33214"/>
                  <a:pt x="1712958" y="30421"/>
                </a:cubicBezTo>
                <a:cubicBezTo>
                  <a:pt x="1712825" y="27761"/>
                  <a:pt x="1712759" y="25268"/>
                  <a:pt x="1712759" y="22940"/>
                </a:cubicBezTo>
                <a:cubicBezTo>
                  <a:pt x="1712626" y="21278"/>
                  <a:pt x="1711828" y="20181"/>
                  <a:pt x="1710365" y="19649"/>
                </a:cubicBezTo>
                <a:lnTo>
                  <a:pt x="1697000" y="15759"/>
                </a:lnTo>
                <a:lnTo>
                  <a:pt x="1696701" y="10672"/>
                </a:lnTo>
                <a:cubicBezTo>
                  <a:pt x="1705943" y="11005"/>
                  <a:pt x="1715485" y="11138"/>
                  <a:pt x="1725326" y="11071"/>
                </a:cubicBezTo>
                <a:cubicBezTo>
                  <a:pt x="1727321" y="11071"/>
                  <a:pt x="1729881" y="11005"/>
                  <a:pt x="1733006" y="10872"/>
                </a:cubicBezTo>
                <a:cubicBezTo>
                  <a:pt x="1736065" y="10805"/>
                  <a:pt x="1739788" y="10705"/>
                  <a:pt x="1744177" y="10572"/>
                </a:cubicBezTo>
                <a:cubicBezTo>
                  <a:pt x="1748167" y="10506"/>
                  <a:pt x="1751525" y="10406"/>
                  <a:pt x="1754251" y="10273"/>
                </a:cubicBezTo>
                <a:cubicBezTo>
                  <a:pt x="1756911" y="10207"/>
                  <a:pt x="1759005" y="10174"/>
                  <a:pt x="1760535" y="10174"/>
                </a:cubicBezTo>
                <a:cubicBezTo>
                  <a:pt x="1777557" y="10240"/>
                  <a:pt x="1790390" y="13099"/>
                  <a:pt x="1799034" y="18751"/>
                </a:cubicBezTo>
                <a:cubicBezTo>
                  <a:pt x="1807479" y="24470"/>
                  <a:pt x="1811735" y="32815"/>
                  <a:pt x="1811801" y="43786"/>
                </a:cubicBezTo>
                <a:cubicBezTo>
                  <a:pt x="1811801" y="53694"/>
                  <a:pt x="1809208" y="61673"/>
                  <a:pt x="1804021" y="67724"/>
                </a:cubicBezTo>
                <a:cubicBezTo>
                  <a:pt x="1798702" y="73841"/>
                  <a:pt x="1791022" y="78529"/>
                  <a:pt x="1780981" y="81787"/>
                </a:cubicBezTo>
                <a:cubicBezTo>
                  <a:pt x="1786500" y="90099"/>
                  <a:pt x="1790822" y="96782"/>
                  <a:pt x="1793948" y="101835"/>
                </a:cubicBezTo>
                <a:cubicBezTo>
                  <a:pt x="1796873" y="107022"/>
                  <a:pt x="1799899" y="112042"/>
                  <a:pt x="1803024" y="116896"/>
                </a:cubicBezTo>
                <a:cubicBezTo>
                  <a:pt x="1806083" y="121883"/>
                  <a:pt x="1808875" y="126271"/>
                  <a:pt x="1811402" y="130062"/>
                </a:cubicBezTo>
                <a:cubicBezTo>
                  <a:pt x="1813862" y="133852"/>
                  <a:pt x="1816190" y="136844"/>
                  <a:pt x="1818384" y="139038"/>
                </a:cubicBezTo>
                <a:cubicBezTo>
                  <a:pt x="1819581" y="140102"/>
                  <a:pt x="1820728" y="141000"/>
                  <a:pt x="1821825" y="141731"/>
                </a:cubicBezTo>
                <a:cubicBezTo>
                  <a:pt x="1822922" y="142463"/>
                  <a:pt x="1824069" y="143094"/>
                  <a:pt x="1825266" y="143626"/>
                </a:cubicBezTo>
                <a:cubicBezTo>
                  <a:pt x="1826463" y="144158"/>
                  <a:pt x="1827760" y="144557"/>
                  <a:pt x="1829156" y="144823"/>
                </a:cubicBezTo>
                <a:cubicBezTo>
                  <a:pt x="1830419" y="145289"/>
                  <a:pt x="1831915" y="145654"/>
                  <a:pt x="1833644" y="145920"/>
                </a:cubicBezTo>
                <a:lnTo>
                  <a:pt x="1834043" y="151007"/>
                </a:lnTo>
                <a:cubicBezTo>
                  <a:pt x="1827527" y="151938"/>
                  <a:pt x="1820080" y="152403"/>
                  <a:pt x="1811701" y="152403"/>
                </a:cubicBezTo>
                <a:cubicBezTo>
                  <a:pt x="1804986" y="152470"/>
                  <a:pt x="1800331" y="152038"/>
                  <a:pt x="1797738" y="151107"/>
                </a:cubicBezTo>
                <a:cubicBezTo>
                  <a:pt x="1795011" y="150242"/>
                  <a:pt x="1792368" y="148829"/>
                  <a:pt x="1789808" y="146868"/>
                </a:cubicBezTo>
                <a:cubicBezTo>
                  <a:pt x="1787248" y="144906"/>
                  <a:pt x="1784738" y="141964"/>
                  <a:pt x="1782278" y="138041"/>
                </a:cubicBezTo>
                <a:cubicBezTo>
                  <a:pt x="1779685" y="134251"/>
                  <a:pt x="1776958" y="129895"/>
                  <a:pt x="1774099" y="124975"/>
                </a:cubicBezTo>
                <a:cubicBezTo>
                  <a:pt x="1771173" y="120187"/>
                  <a:pt x="1768248" y="115034"/>
                  <a:pt x="1765322" y="109515"/>
                </a:cubicBezTo>
                <a:cubicBezTo>
                  <a:pt x="1762197" y="104063"/>
                  <a:pt x="1759005" y="98677"/>
                  <a:pt x="1755747" y="93357"/>
                </a:cubicBezTo>
                <a:cubicBezTo>
                  <a:pt x="1754750" y="91894"/>
                  <a:pt x="1753918" y="90647"/>
                  <a:pt x="1753253" y="89617"/>
                </a:cubicBezTo>
                <a:cubicBezTo>
                  <a:pt x="1752589" y="88586"/>
                  <a:pt x="1751940" y="87838"/>
                  <a:pt x="1751309" y="87373"/>
                </a:cubicBezTo>
                <a:cubicBezTo>
                  <a:pt x="1750677" y="86907"/>
                  <a:pt x="1750029" y="86558"/>
                  <a:pt x="1749364" y="86325"/>
                </a:cubicBezTo>
                <a:cubicBezTo>
                  <a:pt x="1748699" y="86093"/>
                  <a:pt x="1747834" y="85910"/>
                  <a:pt x="1746770" y="85777"/>
                </a:cubicBezTo>
                <a:lnTo>
                  <a:pt x="1742581" y="85677"/>
                </a:lnTo>
                <a:lnTo>
                  <a:pt x="1742581" y="118990"/>
                </a:lnTo>
                <a:moveTo>
                  <a:pt x="1742581" y="77000"/>
                </a:moveTo>
                <a:cubicBezTo>
                  <a:pt x="1746039" y="77199"/>
                  <a:pt x="1749231" y="77299"/>
                  <a:pt x="1752156" y="77299"/>
                </a:cubicBezTo>
                <a:cubicBezTo>
                  <a:pt x="1761598" y="77299"/>
                  <a:pt x="1768514" y="74905"/>
                  <a:pt x="1772902" y="70118"/>
                </a:cubicBezTo>
                <a:cubicBezTo>
                  <a:pt x="1777291" y="65463"/>
                  <a:pt x="1779485" y="58049"/>
                  <a:pt x="1779485" y="47875"/>
                </a:cubicBezTo>
                <a:cubicBezTo>
                  <a:pt x="1779485" y="38101"/>
                  <a:pt x="1777391" y="30953"/>
                  <a:pt x="1773202" y="26431"/>
                </a:cubicBezTo>
                <a:cubicBezTo>
                  <a:pt x="1768879" y="21976"/>
                  <a:pt x="1762297" y="19749"/>
                  <a:pt x="1753453" y="19749"/>
                </a:cubicBezTo>
                <a:cubicBezTo>
                  <a:pt x="1751857" y="19815"/>
                  <a:pt x="1750195" y="19898"/>
                  <a:pt x="1748466" y="19998"/>
                </a:cubicBezTo>
                <a:cubicBezTo>
                  <a:pt x="1746737" y="20098"/>
                  <a:pt x="1744776" y="20281"/>
                  <a:pt x="1742581" y="20547"/>
                </a:cubicBezTo>
                <a:lnTo>
                  <a:pt x="1742581" y="77000"/>
                </a:lnTo>
                <a:close/>
                <a:moveTo>
                  <a:pt x="1931374" y="143726"/>
                </a:moveTo>
                <a:cubicBezTo>
                  <a:pt x="1919073" y="150043"/>
                  <a:pt x="1906107" y="153168"/>
                  <a:pt x="1892476" y="153102"/>
                </a:cubicBezTo>
                <a:cubicBezTo>
                  <a:pt x="1876185" y="153168"/>
                  <a:pt x="1862953" y="149145"/>
                  <a:pt x="1852779" y="141033"/>
                </a:cubicBezTo>
                <a:cubicBezTo>
                  <a:pt x="1842472" y="133120"/>
                  <a:pt x="1837319" y="121318"/>
                  <a:pt x="1837319" y="105625"/>
                </a:cubicBezTo>
                <a:cubicBezTo>
                  <a:pt x="1837319" y="90797"/>
                  <a:pt x="1842273" y="78629"/>
                  <a:pt x="1852181" y="69120"/>
                </a:cubicBezTo>
                <a:cubicBezTo>
                  <a:pt x="1862022" y="59745"/>
                  <a:pt x="1874589" y="55057"/>
                  <a:pt x="1889882" y="55057"/>
                </a:cubicBezTo>
                <a:cubicBezTo>
                  <a:pt x="1903248" y="55057"/>
                  <a:pt x="1913587" y="58647"/>
                  <a:pt x="1920902" y="65829"/>
                </a:cubicBezTo>
                <a:cubicBezTo>
                  <a:pt x="1928150" y="73143"/>
                  <a:pt x="1931773" y="83117"/>
                  <a:pt x="1931773" y="95751"/>
                </a:cubicBezTo>
                <a:cubicBezTo>
                  <a:pt x="1931773" y="97679"/>
                  <a:pt x="1931674" y="99674"/>
                  <a:pt x="1931474" y="101735"/>
                </a:cubicBezTo>
                <a:lnTo>
                  <a:pt x="1867740" y="101735"/>
                </a:lnTo>
                <a:cubicBezTo>
                  <a:pt x="1867740" y="115101"/>
                  <a:pt x="1871031" y="124709"/>
                  <a:pt x="1877614" y="130560"/>
                </a:cubicBezTo>
                <a:cubicBezTo>
                  <a:pt x="1884064" y="136478"/>
                  <a:pt x="1894803" y="139404"/>
                  <a:pt x="1909831" y="139337"/>
                </a:cubicBezTo>
                <a:cubicBezTo>
                  <a:pt x="1917078" y="139404"/>
                  <a:pt x="1923994" y="138772"/>
                  <a:pt x="1930577" y="137442"/>
                </a:cubicBezTo>
                <a:lnTo>
                  <a:pt x="1931374" y="143726"/>
                </a:lnTo>
                <a:moveTo>
                  <a:pt x="1901452" y="92060"/>
                </a:moveTo>
                <a:lnTo>
                  <a:pt x="1901452" y="89667"/>
                </a:lnTo>
                <a:cubicBezTo>
                  <a:pt x="1901452" y="80624"/>
                  <a:pt x="1900322" y="74140"/>
                  <a:pt x="1898061" y="70217"/>
                </a:cubicBezTo>
                <a:cubicBezTo>
                  <a:pt x="1895667" y="66361"/>
                  <a:pt x="1892143" y="64399"/>
                  <a:pt x="1887489" y="64333"/>
                </a:cubicBezTo>
                <a:cubicBezTo>
                  <a:pt x="1881770" y="64333"/>
                  <a:pt x="1877282" y="67026"/>
                  <a:pt x="1874024" y="72412"/>
                </a:cubicBezTo>
                <a:cubicBezTo>
                  <a:pt x="1870566" y="77931"/>
                  <a:pt x="1868604" y="84480"/>
                  <a:pt x="1868139" y="92060"/>
                </a:cubicBezTo>
                <a:lnTo>
                  <a:pt x="1901452" y="92060"/>
                </a:lnTo>
                <a:close/>
                <a:moveTo>
                  <a:pt x="2002766" y="105924"/>
                </a:moveTo>
                <a:cubicBezTo>
                  <a:pt x="1992260" y="105924"/>
                  <a:pt x="1984813" y="107254"/>
                  <a:pt x="1980424" y="109914"/>
                </a:cubicBezTo>
                <a:cubicBezTo>
                  <a:pt x="1975902" y="112640"/>
                  <a:pt x="1973675" y="117195"/>
                  <a:pt x="1973741" y="123578"/>
                </a:cubicBezTo>
                <a:cubicBezTo>
                  <a:pt x="1973741" y="129496"/>
                  <a:pt x="1975337" y="133652"/>
                  <a:pt x="1978529" y="136046"/>
                </a:cubicBezTo>
                <a:cubicBezTo>
                  <a:pt x="1981588" y="138573"/>
                  <a:pt x="1985311" y="139836"/>
                  <a:pt x="1989700" y="139836"/>
                </a:cubicBezTo>
                <a:cubicBezTo>
                  <a:pt x="1994554" y="139836"/>
                  <a:pt x="1998843" y="138573"/>
                  <a:pt x="2002566" y="136046"/>
                </a:cubicBezTo>
                <a:lnTo>
                  <a:pt x="2002766" y="105924"/>
                </a:lnTo>
                <a:moveTo>
                  <a:pt x="1953993" y="64732"/>
                </a:moveTo>
                <a:cubicBezTo>
                  <a:pt x="1968156" y="58282"/>
                  <a:pt x="1981787" y="55057"/>
                  <a:pt x="1994886" y="55057"/>
                </a:cubicBezTo>
                <a:cubicBezTo>
                  <a:pt x="2006855" y="55123"/>
                  <a:pt x="2015832" y="57783"/>
                  <a:pt x="2021816" y="63036"/>
                </a:cubicBezTo>
                <a:cubicBezTo>
                  <a:pt x="2027668" y="68422"/>
                  <a:pt x="2030593" y="76135"/>
                  <a:pt x="2030593" y="86176"/>
                </a:cubicBezTo>
                <a:lnTo>
                  <a:pt x="2030095" y="127668"/>
                </a:lnTo>
                <a:cubicBezTo>
                  <a:pt x="2029895" y="131059"/>
                  <a:pt x="2029962" y="133785"/>
                  <a:pt x="2030294" y="135847"/>
                </a:cubicBezTo>
                <a:cubicBezTo>
                  <a:pt x="2030560" y="137974"/>
                  <a:pt x="2031159" y="139570"/>
                  <a:pt x="2032090" y="140634"/>
                </a:cubicBezTo>
                <a:cubicBezTo>
                  <a:pt x="2033020" y="141698"/>
                  <a:pt x="2034483" y="142463"/>
                  <a:pt x="2036478" y="142928"/>
                </a:cubicBezTo>
                <a:cubicBezTo>
                  <a:pt x="2038340" y="143460"/>
                  <a:pt x="2041066" y="143726"/>
                  <a:pt x="2044657" y="143726"/>
                </a:cubicBezTo>
                <a:lnTo>
                  <a:pt x="2045255" y="148314"/>
                </a:lnTo>
                <a:cubicBezTo>
                  <a:pt x="2035880" y="151506"/>
                  <a:pt x="2027867" y="153102"/>
                  <a:pt x="2021218" y="153102"/>
                </a:cubicBezTo>
                <a:cubicBezTo>
                  <a:pt x="2012108" y="153102"/>
                  <a:pt x="2006157" y="149544"/>
                  <a:pt x="2003364" y="142429"/>
                </a:cubicBezTo>
                <a:cubicBezTo>
                  <a:pt x="1994853" y="149544"/>
                  <a:pt x="1985910" y="153102"/>
                  <a:pt x="1976534" y="153102"/>
                </a:cubicBezTo>
                <a:cubicBezTo>
                  <a:pt x="1967225" y="153168"/>
                  <a:pt x="1959611" y="150841"/>
                  <a:pt x="1953693" y="146120"/>
                </a:cubicBezTo>
                <a:cubicBezTo>
                  <a:pt x="1947709" y="141532"/>
                  <a:pt x="1944717" y="135049"/>
                  <a:pt x="1944717" y="126670"/>
                </a:cubicBezTo>
                <a:cubicBezTo>
                  <a:pt x="1944717" y="116297"/>
                  <a:pt x="1949571" y="108651"/>
                  <a:pt x="1959279" y="103730"/>
                </a:cubicBezTo>
                <a:cubicBezTo>
                  <a:pt x="1968921" y="98876"/>
                  <a:pt x="1983416" y="96449"/>
                  <a:pt x="2002766" y="96449"/>
                </a:cubicBezTo>
                <a:lnTo>
                  <a:pt x="2002866" y="88969"/>
                </a:lnTo>
                <a:cubicBezTo>
                  <a:pt x="2002932" y="81920"/>
                  <a:pt x="2001236" y="76667"/>
                  <a:pt x="1997779" y="73210"/>
                </a:cubicBezTo>
                <a:cubicBezTo>
                  <a:pt x="1994255" y="69951"/>
                  <a:pt x="1988802" y="68289"/>
                  <a:pt x="1981421" y="68222"/>
                </a:cubicBezTo>
                <a:cubicBezTo>
                  <a:pt x="1974506" y="68222"/>
                  <a:pt x="1966294" y="69719"/>
                  <a:pt x="1956785" y="72711"/>
                </a:cubicBezTo>
                <a:lnTo>
                  <a:pt x="1953993" y="64732"/>
                </a:lnTo>
                <a:close/>
                <a:moveTo>
                  <a:pt x="2114651" y="66327"/>
                </a:moveTo>
                <a:cubicBezTo>
                  <a:pt x="2110462" y="65330"/>
                  <a:pt x="2105941" y="64831"/>
                  <a:pt x="2101087" y="64831"/>
                </a:cubicBezTo>
                <a:cubicBezTo>
                  <a:pt x="2094969" y="64898"/>
                  <a:pt x="2090049" y="65962"/>
                  <a:pt x="2086325" y="68023"/>
                </a:cubicBezTo>
                <a:cubicBezTo>
                  <a:pt x="2082402" y="70217"/>
                  <a:pt x="2080474" y="73243"/>
                  <a:pt x="2080540" y="77099"/>
                </a:cubicBezTo>
                <a:cubicBezTo>
                  <a:pt x="2080474" y="80092"/>
                  <a:pt x="2081305" y="82386"/>
                  <a:pt x="2083034" y="83981"/>
                </a:cubicBezTo>
                <a:cubicBezTo>
                  <a:pt x="2084630" y="85710"/>
                  <a:pt x="2087489" y="87240"/>
                  <a:pt x="2091611" y="88570"/>
                </a:cubicBezTo>
                <a:lnTo>
                  <a:pt x="2107570" y="94155"/>
                </a:lnTo>
                <a:cubicBezTo>
                  <a:pt x="2117012" y="97480"/>
                  <a:pt x="2123961" y="101403"/>
                  <a:pt x="2128416" y="105924"/>
                </a:cubicBezTo>
                <a:cubicBezTo>
                  <a:pt x="2132804" y="110645"/>
                  <a:pt x="2134999" y="116979"/>
                  <a:pt x="2134999" y="124925"/>
                </a:cubicBezTo>
                <a:cubicBezTo>
                  <a:pt x="2134999" y="132871"/>
                  <a:pt x="2130909" y="139537"/>
                  <a:pt x="2122730" y="144923"/>
                </a:cubicBezTo>
                <a:cubicBezTo>
                  <a:pt x="2114419" y="150442"/>
                  <a:pt x="2103614" y="153168"/>
                  <a:pt x="2090315" y="153102"/>
                </a:cubicBezTo>
                <a:cubicBezTo>
                  <a:pt x="2079144" y="153102"/>
                  <a:pt x="2068172" y="150808"/>
                  <a:pt x="2057400" y="146220"/>
                </a:cubicBezTo>
                <a:cubicBezTo>
                  <a:pt x="2059595" y="137376"/>
                  <a:pt x="2061457" y="128732"/>
                  <a:pt x="2062986" y="120287"/>
                </a:cubicBezTo>
                <a:lnTo>
                  <a:pt x="2068073" y="119489"/>
                </a:lnTo>
                <a:lnTo>
                  <a:pt x="2075254" y="141233"/>
                </a:lnTo>
                <a:cubicBezTo>
                  <a:pt x="2079310" y="142629"/>
                  <a:pt x="2084397" y="143327"/>
                  <a:pt x="2090514" y="143327"/>
                </a:cubicBezTo>
                <a:cubicBezTo>
                  <a:pt x="2096299" y="143327"/>
                  <a:pt x="2100987" y="142230"/>
                  <a:pt x="2104578" y="140036"/>
                </a:cubicBezTo>
                <a:cubicBezTo>
                  <a:pt x="2108168" y="137841"/>
                  <a:pt x="2109964" y="134783"/>
                  <a:pt x="2109964" y="130860"/>
                </a:cubicBezTo>
                <a:cubicBezTo>
                  <a:pt x="2109897" y="127668"/>
                  <a:pt x="2108833" y="124908"/>
                  <a:pt x="2106772" y="122581"/>
                </a:cubicBezTo>
                <a:cubicBezTo>
                  <a:pt x="2104578" y="120387"/>
                  <a:pt x="2100256" y="118192"/>
                  <a:pt x="2093806" y="115998"/>
                </a:cubicBezTo>
                <a:lnTo>
                  <a:pt x="2081637" y="111809"/>
                </a:lnTo>
                <a:cubicBezTo>
                  <a:pt x="2073791" y="109149"/>
                  <a:pt x="2067940" y="105592"/>
                  <a:pt x="2064083" y="101137"/>
                </a:cubicBezTo>
                <a:cubicBezTo>
                  <a:pt x="2060160" y="96881"/>
                  <a:pt x="2058182" y="90747"/>
                  <a:pt x="2058148" y="82735"/>
                </a:cubicBezTo>
                <a:cubicBezTo>
                  <a:pt x="2058115" y="74722"/>
                  <a:pt x="2061955" y="68090"/>
                  <a:pt x="2069669" y="62837"/>
                </a:cubicBezTo>
                <a:cubicBezTo>
                  <a:pt x="2077249" y="57650"/>
                  <a:pt x="2087788" y="55057"/>
                  <a:pt x="2101286" y="55057"/>
                </a:cubicBezTo>
                <a:cubicBezTo>
                  <a:pt x="2112324" y="55057"/>
                  <a:pt x="2122298" y="56686"/>
                  <a:pt x="2131208" y="59944"/>
                </a:cubicBezTo>
                <a:cubicBezTo>
                  <a:pt x="2129214" y="68655"/>
                  <a:pt x="2127518" y="76900"/>
                  <a:pt x="2126122" y="84680"/>
                </a:cubicBezTo>
                <a:lnTo>
                  <a:pt x="2120636" y="85478"/>
                </a:lnTo>
                <a:lnTo>
                  <a:pt x="2114651" y="66327"/>
                </a:lnTo>
                <a:close/>
                <a:moveTo>
                  <a:pt x="2182697" y="102932"/>
                </a:moveTo>
                <a:cubicBezTo>
                  <a:pt x="2182631" y="115101"/>
                  <a:pt x="2184459" y="124908"/>
                  <a:pt x="2188183" y="132356"/>
                </a:cubicBezTo>
                <a:cubicBezTo>
                  <a:pt x="2191774" y="139936"/>
                  <a:pt x="2197559" y="143726"/>
                  <a:pt x="2205538" y="143726"/>
                </a:cubicBezTo>
                <a:cubicBezTo>
                  <a:pt x="2212985" y="143793"/>
                  <a:pt x="2218471" y="140468"/>
                  <a:pt x="2221995" y="133752"/>
                </a:cubicBezTo>
                <a:cubicBezTo>
                  <a:pt x="2225453" y="127103"/>
                  <a:pt x="2227181" y="117228"/>
                  <a:pt x="2227181" y="104129"/>
                </a:cubicBezTo>
                <a:cubicBezTo>
                  <a:pt x="2227181" y="91894"/>
                  <a:pt x="2225353" y="82186"/>
                  <a:pt x="2221696" y="75005"/>
                </a:cubicBezTo>
                <a:cubicBezTo>
                  <a:pt x="2217972" y="67957"/>
                  <a:pt x="2212187" y="64432"/>
                  <a:pt x="2204341" y="64432"/>
                </a:cubicBezTo>
                <a:cubicBezTo>
                  <a:pt x="2196960" y="64432"/>
                  <a:pt x="2191541" y="67624"/>
                  <a:pt x="2188083" y="74007"/>
                </a:cubicBezTo>
                <a:cubicBezTo>
                  <a:pt x="2184493" y="80457"/>
                  <a:pt x="2182697" y="90099"/>
                  <a:pt x="2182697" y="102932"/>
                </a:cubicBezTo>
                <a:moveTo>
                  <a:pt x="2258101" y="102134"/>
                </a:moveTo>
                <a:cubicBezTo>
                  <a:pt x="2258035" y="117295"/>
                  <a:pt x="2252981" y="129563"/>
                  <a:pt x="2242940" y="138939"/>
                </a:cubicBezTo>
                <a:cubicBezTo>
                  <a:pt x="2232833" y="148447"/>
                  <a:pt x="2219668" y="153168"/>
                  <a:pt x="2203443" y="153102"/>
                </a:cubicBezTo>
                <a:cubicBezTo>
                  <a:pt x="2187684" y="153102"/>
                  <a:pt x="2175117" y="148647"/>
                  <a:pt x="2165741" y="139736"/>
                </a:cubicBezTo>
                <a:cubicBezTo>
                  <a:pt x="2156366" y="130893"/>
                  <a:pt x="2151678" y="119290"/>
                  <a:pt x="2151678" y="104927"/>
                </a:cubicBezTo>
                <a:cubicBezTo>
                  <a:pt x="2151611" y="90365"/>
                  <a:pt x="2156532" y="78396"/>
                  <a:pt x="2166440" y="69020"/>
                </a:cubicBezTo>
                <a:cubicBezTo>
                  <a:pt x="2176281" y="59778"/>
                  <a:pt x="2189579" y="55123"/>
                  <a:pt x="2206336" y="55057"/>
                </a:cubicBezTo>
                <a:cubicBezTo>
                  <a:pt x="2222161" y="55057"/>
                  <a:pt x="2234762" y="59346"/>
                  <a:pt x="2244137" y="67923"/>
                </a:cubicBezTo>
                <a:cubicBezTo>
                  <a:pt x="2253380" y="76634"/>
                  <a:pt x="2258035" y="88038"/>
                  <a:pt x="2258101" y="102134"/>
                </a:cubicBezTo>
                <a:close/>
                <a:moveTo>
                  <a:pt x="2274090" y="62338"/>
                </a:moveTo>
                <a:cubicBezTo>
                  <a:pt x="2289450" y="60077"/>
                  <a:pt x="2303480" y="57550"/>
                  <a:pt x="2316181" y="54758"/>
                </a:cubicBezTo>
                <a:lnTo>
                  <a:pt x="2317677" y="55555"/>
                </a:lnTo>
                <a:lnTo>
                  <a:pt x="2317677" y="66228"/>
                </a:lnTo>
                <a:cubicBezTo>
                  <a:pt x="2328914" y="58780"/>
                  <a:pt x="2340019" y="55057"/>
                  <a:pt x="2350990" y="55057"/>
                </a:cubicBezTo>
                <a:cubicBezTo>
                  <a:pt x="2360632" y="55057"/>
                  <a:pt x="2368245" y="57683"/>
                  <a:pt x="2373831" y="62936"/>
                </a:cubicBezTo>
                <a:cubicBezTo>
                  <a:pt x="2379283" y="68322"/>
                  <a:pt x="2382043" y="75836"/>
                  <a:pt x="2382109" y="85478"/>
                </a:cubicBezTo>
                <a:lnTo>
                  <a:pt x="2382109" y="120487"/>
                </a:lnTo>
                <a:cubicBezTo>
                  <a:pt x="2382109" y="128798"/>
                  <a:pt x="2382176" y="134949"/>
                  <a:pt x="2382309" y="138939"/>
                </a:cubicBezTo>
                <a:cubicBezTo>
                  <a:pt x="2382309" y="140734"/>
                  <a:pt x="2383173" y="141864"/>
                  <a:pt x="2384902" y="142330"/>
                </a:cubicBezTo>
                <a:lnTo>
                  <a:pt x="2396970" y="145821"/>
                </a:lnTo>
                <a:lnTo>
                  <a:pt x="2397270" y="150608"/>
                </a:lnTo>
                <a:cubicBezTo>
                  <a:pt x="2387761" y="150409"/>
                  <a:pt x="2378186" y="150309"/>
                  <a:pt x="2368544" y="150309"/>
                </a:cubicBezTo>
                <a:cubicBezTo>
                  <a:pt x="2358570" y="150309"/>
                  <a:pt x="2349594" y="150409"/>
                  <a:pt x="2341615" y="150608"/>
                </a:cubicBezTo>
                <a:lnTo>
                  <a:pt x="2341216" y="145821"/>
                </a:lnTo>
                <a:lnTo>
                  <a:pt x="2351190" y="142828"/>
                </a:lnTo>
                <a:cubicBezTo>
                  <a:pt x="2352652" y="142363"/>
                  <a:pt x="2353484" y="141366"/>
                  <a:pt x="2353683" y="139836"/>
                </a:cubicBezTo>
                <a:cubicBezTo>
                  <a:pt x="2353750" y="138839"/>
                  <a:pt x="2353783" y="136744"/>
                  <a:pt x="2353783" y="133553"/>
                </a:cubicBezTo>
                <a:lnTo>
                  <a:pt x="2353783" y="91761"/>
                </a:lnTo>
                <a:cubicBezTo>
                  <a:pt x="2353783" y="83583"/>
                  <a:pt x="2352187" y="77698"/>
                  <a:pt x="2348995" y="74107"/>
                </a:cubicBezTo>
                <a:cubicBezTo>
                  <a:pt x="2345737" y="70650"/>
                  <a:pt x="2340983" y="68887"/>
                  <a:pt x="2334732" y="68821"/>
                </a:cubicBezTo>
                <a:cubicBezTo>
                  <a:pt x="2329213" y="68821"/>
                  <a:pt x="2323528" y="70417"/>
                  <a:pt x="2317677" y="73608"/>
                </a:cubicBezTo>
                <a:lnTo>
                  <a:pt x="2317677" y="116497"/>
                </a:lnTo>
                <a:cubicBezTo>
                  <a:pt x="2317677" y="124875"/>
                  <a:pt x="2317743" y="132489"/>
                  <a:pt x="2317876" y="139337"/>
                </a:cubicBezTo>
                <a:cubicBezTo>
                  <a:pt x="2317876" y="141133"/>
                  <a:pt x="2318641" y="142230"/>
                  <a:pt x="2320170" y="142629"/>
                </a:cubicBezTo>
                <a:lnTo>
                  <a:pt x="2330543" y="145821"/>
                </a:lnTo>
                <a:lnTo>
                  <a:pt x="2330743" y="150608"/>
                </a:lnTo>
                <a:cubicBezTo>
                  <a:pt x="2322431" y="150409"/>
                  <a:pt x="2313454" y="150309"/>
                  <a:pt x="2303813" y="150309"/>
                </a:cubicBezTo>
                <a:cubicBezTo>
                  <a:pt x="2293905" y="150309"/>
                  <a:pt x="2284164" y="150409"/>
                  <a:pt x="2274589" y="150608"/>
                </a:cubicBezTo>
                <a:lnTo>
                  <a:pt x="2274090" y="145821"/>
                </a:lnTo>
                <a:lnTo>
                  <a:pt x="2286957" y="142330"/>
                </a:lnTo>
                <a:cubicBezTo>
                  <a:pt x="2288353" y="141931"/>
                  <a:pt x="2289118" y="140933"/>
                  <a:pt x="2289251" y="139337"/>
                </a:cubicBezTo>
                <a:cubicBezTo>
                  <a:pt x="2289317" y="135082"/>
                  <a:pt x="2289351" y="130993"/>
                  <a:pt x="2289351" y="127069"/>
                </a:cubicBezTo>
                <a:lnTo>
                  <a:pt x="2289351" y="94255"/>
                </a:lnTo>
                <a:cubicBezTo>
                  <a:pt x="2289351" y="85611"/>
                  <a:pt x="2289218" y="77565"/>
                  <a:pt x="2288952" y="70118"/>
                </a:cubicBezTo>
                <a:lnTo>
                  <a:pt x="2274689" y="66427"/>
                </a:lnTo>
                <a:lnTo>
                  <a:pt x="2274090" y="62338"/>
                </a:lnTo>
                <a:close/>
                <a:moveTo>
                  <a:pt x="2443680" y="21644"/>
                </a:moveTo>
                <a:cubicBezTo>
                  <a:pt x="2443613" y="26232"/>
                  <a:pt x="2442150" y="29955"/>
                  <a:pt x="2439291" y="32815"/>
                </a:cubicBezTo>
                <a:cubicBezTo>
                  <a:pt x="2436299" y="35740"/>
                  <a:pt x="2432409" y="37170"/>
                  <a:pt x="2427622" y="37103"/>
                </a:cubicBezTo>
                <a:cubicBezTo>
                  <a:pt x="2423233" y="37103"/>
                  <a:pt x="2419642" y="35740"/>
                  <a:pt x="2416850" y="33014"/>
                </a:cubicBezTo>
                <a:cubicBezTo>
                  <a:pt x="2413924" y="30354"/>
                  <a:pt x="2412494" y="26863"/>
                  <a:pt x="2412561" y="22541"/>
                </a:cubicBezTo>
                <a:cubicBezTo>
                  <a:pt x="2412561" y="17887"/>
                  <a:pt x="2414057" y="14163"/>
                  <a:pt x="2417049" y="11370"/>
                </a:cubicBezTo>
                <a:cubicBezTo>
                  <a:pt x="2420041" y="8711"/>
                  <a:pt x="2423931" y="7348"/>
                  <a:pt x="2428719" y="7281"/>
                </a:cubicBezTo>
                <a:cubicBezTo>
                  <a:pt x="2433107" y="7281"/>
                  <a:pt x="2436698" y="8511"/>
                  <a:pt x="2439491" y="10971"/>
                </a:cubicBezTo>
                <a:cubicBezTo>
                  <a:pt x="2442283" y="13498"/>
                  <a:pt x="2443680" y="17056"/>
                  <a:pt x="2443680" y="21644"/>
                </a:cubicBezTo>
                <a:moveTo>
                  <a:pt x="2399794" y="62338"/>
                </a:moveTo>
                <a:cubicBezTo>
                  <a:pt x="2416151" y="59944"/>
                  <a:pt x="2430514" y="57384"/>
                  <a:pt x="2442882" y="54658"/>
                </a:cubicBezTo>
                <a:lnTo>
                  <a:pt x="2443979" y="55456"/>
                </a:lnTo>
                <a:cubicBezTo>
                  <a:pt x="2443580" y="64632"/>
                  <a:pt x="2443381" y="74406"/>
                  <a:pt x="2443381" y="84779"/>
                </a:cubicBezTo>
                <a:lnTo>
                  <a:pt x="2443381" y="122382"/>
                </a:lnTo>
                <a:cubicBezTo>
                  <a:pt x="2443381" y="130361"/>
                  <a:pt x="2443447" y="135880"/>
                  <a:pt x="2443580" y="138939"/>
                </a:cubicBezTo>
                <a:cubicBezTo>
                  <a:pt x="2443646" y="140734"/>
                  <a:pt x="2444478" y="141864"/>
                  <a:pt x="2446074" y="142330"/>
                </a:cubicBezTo>
                <a:lnTo>
                  <a:pt x="2458541" y="145821"/>
                </a:lnTo>
                <a:lnTo>
                  <a:pt x="2458840" y="150608"/>
                </a:lnTo>
                <a:cubicBezTo>
                  <a:pt x="2448933" y="150409"/>
                  <a:pt x="2439158" y="150309"/>
                  <a:pt x="2429517" y="150309"/>
                </a:cubicBezTo>
                <a:cubicBezTo>
                  <a:pt x="2419609" y="150309"/>
                  <a:pt x="2409834" y="150409"/>
                  <a:pt x="2400193" y="150608"/>
                </a:cubicBezTo>
                <a:lnTo>
                  <a:pt x="2399694" y="145821"/>
                </a:lnTo>
                <a:lnTo>
                  <a:pt x="2412361" y="142330"/>
                </a:lnTo>
                <a:cubicBezTo>
                  <a:pt x="2413824" y="141931"/>
                  <a:pt x="2414622" y="140684"/>
                  <a:pt x="2414755" y="138589"/>
                </a:cubicBezTo>
                <a:cubicBezTo>
                  <a:pt x="2414888" y="136495"/>
                  <a:pt x="2414988" y="132389"/>
                  <a:pt x="2415054" y="126271"/>
                </a:cubicBezTo>
                <a:lnTo>
                  <a:pt x="2415054" y="94155"/>
                </a:lnTo>
                <a:cubicBezTo>
                  <a:pt x="2415054" y="85511"/>
                  <a:pt x="2414921" y="77498"/>
                  <a:pt x="2414655" y="70118"/>
                </a:cubicBezTo>
                <a:lnTo>
                  <a:pt x="2400392" y="66427"/>
                </a:lnTo>
                <a:lnTo>
                  <a:pt x="2399794" y="62338"/>
                </a:lnTo>
                <a:close/>
                <a:moveTo>
                  <a:pt x="2462646" y="62338"/>
                </a:moveTo>
                <a:cubicBezTo>
                  <a:pt x="2478006" y="60077"/>
                  <a:pt x="2492037" y="57550"/>
                  <a:pt x="2504737" y="54758"/>
                </a:cubicBezTo>
                <a:lnTo>
                  <a:pt x="2506233" y="55555"/>
                </a:lnTo>
                <a:lnTo>
                  <a:pt x="2506233" y="66228"/>
                </a:lnTo>
                <a:cubicBezTo>
                  <a:pt x="2517470" y="58780"/>
                  <a:pt x="2528575" y="55057"/>
                  <a:pt x="2539546" y="55057"/>
                </a:cubicBezTo>
                <a:cubicBezTo>
                  <a:pt x="2549188" y="55057"/>
                  <a:pt x="2556801" y="57683"/>
                  <a:pt x="2562387" y="62936"/>
                </a:cubicBezTo>
                <a:cubicBezTo>
                  <a:pt x="2567839" y="68322"/>
                  <a:pt x="2570599" y="75836"/>
                  <a:pt x="2570665" y="85478"/>
                </a:cubicBezTo>
                <a:lnTo>
                  <a:pt x="2570665" y="120487"/>
                </a:lnTo>
                <a:cubicBezTo>
                  <a:pt x="2570665" y="128798"/>
                  <a:pt x="2570732" y="134949"/>
                  <a:pt x="2570865" y="138939"/>
                </a:cubicBezTo>
                <a:cubicBezTo>
                  <a:pt x="2570865" y="140734"/>
                  <a:pt x="2571729" y="141864"/>
                  <a:pt x="2573458" y="142330"/>
                </a:cubicBezTo>
                <a:lnTo>
                  <a:pt x="2585527" y="145821"/>
                </a:lnTo>
                <a:lnTo>
                  <a:pt x="2585826" y="150608"/>
                </a:lnTo>
                <a:cubicBezTo>
                  <a:pt x="2576317" y="150409"/>
                  <a:pt x="2566742" y="150309"/>
                  <a:pt x="2557101" y="150309"/>
                </a:cubicBezTo>
                <a:cubicBezTo>
                  <a:pt x="2547127" y="150309"/>
                  <a:pt x="2538150" y="150409"/>
                  <a:pt x="2530171" y="150608"/>
                </a:cubicBezTo>
                <a:lnTo>
                  <a:pt x="2529772" y="145821"/>
                </a:lnTo>
                <a:lnTo>
                  <a:pt x="2539746" y="142828"/>
                </a:lnTo>
                <a:cubicBezTo>
                  <a:pt x="2541209" y="142363"/>
                  <a:pt x="2542040" y="141366"/>
                  <a:pt x="2542239" y="139836"/>
                </a:cubicBezTo>
                <a:cubicBezTo>
                  <a:pt x="2542306" y="138839"/>
                  <a:pt x="2542339" y="136744"/>
                  <a:pt x="2542339" y="133553"/>
                </a:cubicBezTo>
                <a:lnTo>
                  <a:pt x="2542339" y="91761"/>
                </a:lnTo>
                <a:cubicBezTo>
                  <a:pt x="2542339" y="83583"/>
                  <a:pt x="2540743" y="77698"/>
                  <a:pt x="2537551" y="74107"/>
                </a:cubicBezTo>
                <a:cubicBezTo>
                  <a:pt x="2534293" y="70650"/>
                  <a:pt x="2529539" y="68887"/>
                  <a:pt x="2523289" y="68821"/>
                </a:cubicBezTo>
                <a:cubicBezTo>
                  <a:pt x="2517770" y="68821"/>
                  <a:pt x="2512084" y="70417"/>
                  <a:pt x="2506233" y="73608"/>
                </a:cubicBezTo>
                <a:lnTo>
                  <a:pt x="2506233" y="116497"/>
                </a:lnTo>
                <a:cubicBezTo>
                  <a:pt x="2506233" y="124875"/>
                  <a:pt x="2506299" y="132489"/>
                  <a:pt x="2506432" y="139337"/>
                </a:cubicBezTo>
                <a:cubicBezTo>
                  <a:pt x="2506432" y="141133"/>
                  <a:pt x="2507197" y="142230"/>
                  <a:pt x="2508726" y="142629"/>
                </a:cubicBezTo>
                <a:lnTo>
                  <a:pt x="2519099" y="145821"/>
                </a:lnTo>
                <a:lnTo>
                  <a:pt x="2519299" y="150608"/>
                </a:lnTo>
                <a:cubicBezTo>
                  <a:pt x="2510987" y="150409"/>
                  <a:pt x="2502011" y="150309"/>
                  <a:pt x="2492369" y="150309"/>
                </a:cubicBezTo>
                <a:cubicBezTo>
                  <a:pt x="2482461" y="150309"/>
                  <a:pt x="2472720" y="150409"/>
                  <a:pt x="2463145" y="150608"/>
                </a:cubicBezTo>
                <a:lnTo>
                  <a:pt x="2462646" y="145821"/>
                </a:lnTo>
                <a:lnTo>
                  <a:pt x="2475513" y="142330"/>
                </a:lnTo>
                <a:cubicBezTo>
                  <a:pt x="2476909" y="141931"/>
                  <a:pt x="2477674" y="140933"/>
                  <a:pt x="2477807" y="139337"/>
                </a:cubicBezTo>
                <a:cubicBezTo>
                  <a:pt x="2477873" y="135082"/>
                  <a:pt x="2477907" y="130993"/>
                  <a:pt x="2477907" y="127069"/>
                </a:cubicBezTo>
                <a:lnTo>
                  <a:pt x="2477907" y="94255"/>
                </a:lnTo>
                <a:cubicBezTo>
                  <a:pt x="2477907" y="85611"/>
                  <a:pt x="2477774" y="77565"/>
                  <a:pt x="2477508" y="70118"/>
                </a:cubicBezTo>
                <a:lnTo>
                  <a:pt x="2463245" y="66427"/>
                </a:lnTo>
                <a:lnTo>
                  <a:pt x="2462646" y="62338"/>
                </a:lnTo>
                <a:close/>
                <a:moveTo>
                  <a:pt x="2694075" y="62837"/>
                </a:moveTo>
                <a:lnTo>
                  <a:pt x="2670935" y="68721"/>
                </a:lnTo>
                <a:cubicBezTo>
                  <a:pt x="2675789" y="74440"/>
                  <a:pt x="2678216" y="81754"/>
                  <a:pt x="2678216" y="90664"/>
                </a:cubicBezTo>
                <a:cubicBezTo>
                  <a:pt x="2678216" y="99574"/>
                  <a:pt x="2674393" y="107155"/>
                  <a:pt x="2666746" y="113405"/>
                </a:cubicBezTo>
                <a:cubicBezTo>
                  <a:pt x="2658966" y="119788"/>
                  <a:pt x="2648759" y="122980"/>
                  <a:pt x="2636125" y="122980"/>
                </a:cubicBezTo>
                <a:cubicBezTo>
                  <a:pt x="2628213" y="123047"/>
                  <a:pt x="2621297" y="121916"/>
                  <a:pt x="2615379" y="119589"/>
                </a:cubicBezTo>
                <a:cubicBezTo>
                  <a:pt x="2612786" y="124376"/>
                  <a:pt x="2611490" y="128300"/>
                  <a:pt x="2611490" y="131358"/>
                </a:cubicBezTo>
                <a:cubicBezTo>
                  <a:pt x="2611490" y="133087"/>
                  <a:pt x="2612387" y="134251"/>
                  <a:pt x="2614183" y="134849"/>
                </a:cubicBezTo>
                <a:cubicBezTo>
                  <a:pt x="2615845" y="135448"/>
                  <a:pt x="2619469" y="135747"/>
                  <a:pt x="2625054" y="135747"/>
                </a:cubicBezTo>
                <a:cubicBezTo>
                  <a:pt x="2629044" y="135747"/>
                  <a:pt x="2633931" y="135680"/>
                  <a:pt x="2639716" y="135547"/>
                </a:cubicBezTo>
                <a:cubicBezTo>
                  <a:pt x="2645501" y="135481"/>
                  <a:pt x="2650754" y="135448"/>
                  <a:pt x="2655475" y="135448"/>
                </a:cubicBezTo>
                <a:cubicBezTo>
                  <a:pt x="2666646" y="135514"/>
                  <a:pt x="2675290" y="137575"/>
                  <a:pt x="2681408" y="141632"/>
                </a:cubicBezTo>
                <a:cubicBezTo>
                  <a:pt x="2687459" y="145821"/>
                  <a:pt x="2690467" y="153152"/>
                  <a:pt x="2690434" y="163624"/>
                </a:cubicBezTo>
                <a:cubicBezTo>
                  <a:pt x="2690401" y="174097"/>
                  <a:pt x="2684267" y="183024"/>
                  <a:pt x="2672032" y="190405"/>
                </a:cubicBezTo>
                <a:cubicBezTo>
                  <a:pt x="2659664" y="197918"/>
                  <a:pt x="2645701" y="201675"/>
                  <a:pt x="2630141" y="201675"/>
                </a:cubicBezTo>
                <a:cubicBezTo>
                  <a:pt x="2617241" y="201742"/>
                  <a:pt x="2607101" y="199813"/>
                  <a:pt x="2599720" y="195890"/>
                </a:cubicBezTo>
                <a:cubicBezTo>
                  <a:pt x="2592206" y="192167"/>
                  <a:pt x="2588450" y="187246"/>
                  <a:pt x="2588450" y="181129"/>
                </a:cubicBezTo>
                <a:cubicBezTo>
                  <a:pt x="2588450" y="173282"/>
                  <a:pt x="2593636" y="165170"/>
                  <a:pt x="2604009" y="156792"/>
                </a:cubicBezTo>
                <a:cubicBezTo>
                  <a:pt x="2597094" y="154066"/>
                  <a:pt x="2593669" y="149943"/>
                  <a:pt x="2593736" y="144424"/>
                </a:cubicBezTo>
                <a:cubicBezTo>
                  <a:pt x="2593669" y="137908"/>
                  <a:pt x="2598690" y="128599"/>
                  <a:pt x="2608797" y="116497"/>
                </a:cubicBezTo>
                <a:cubicBezTo>
                  <a:pt x="2598690" y="110645"/>
                  <a:pt x="2593636" y="101835"/>
                  <a:pt x="2593636" y="90066"/>
                </a:cubicBezTo>
                <a:cubicBezTo>
                  <a:pt x="2593636" y="79693"/>
                  <a:pt x="2597526" y="71348"/>
                  <a:pt x="2605306" y="65031"/>
                </a:cubicBezTo>
                <a:cubicBezTo>
                  <a:pt x="2612952" y="58780"/>
                  <a:pt x="2623392" y="55622"/>
                  <a:pt x="2636624" y="55555"/>
                </a:cubicBezTo>
                <a:cubicBezTo>
                  <a:pt x="2640082" y="55555"/>
                  <a:pt x="2644770" y="55954"/>
                  <a:pt x="2650688" y="56752"/>
                </a:cubicBezTo>
                <a:cubicBezTo>
                  <a:pt x="2656340" y="57683"/>
                  <a:pt x="2660761" y="58149"/>
                  <a:pt x="2663953" y="58149"/>
                </a:cubicBezTo>
                <a:cubicBezTo>
                  <a:pt x="2674792" y="58149"/>
                  <a:pt x="2684633" y="58049"/>
                  <a:pt x="2693476" y="57849"/>
                </a:cubicBezTo>
                <a:lnTo>
                  <a:pt x="2694075" y="62837"/>
                </a:lnTo>
                <a:moveTo>
                  <a:pt x="2612686" y="158089"/>
                </a:moveTo>
                <a:cubicBezTo>
                  <a:pt x="2609495" y="164007"/>
                  <a:pt x="2607899" y="169492"/>
                  <a:pt x="2607899" y="174546"/>
                </a:cubicBezTo>
                <a:cubicBezTo>
                  <a:pt x="2607832" y="179799"/>
                  <a:pt x="2610259" y="183855"/>
                  <a:pt x="2615180" y="186714"/>
                </a:cubicBezTo>
                <a:cubicBezTo>
                  <a:pt x="2619968" y="189706"/>
                  <a:pt x="2626517" y="191203"/>
                  <a:pt x="2634829" y="191203"/>
                </a:cubicBezTo>
                <a:cubicBezTo>
                  <a:pt x="2644803" y="191203"/>
                  <a:pt x="2653447" y="189241"/>
                  <a:pt x="2660761" y="185318"/>
                </a:cubicBezTo>
                <a:cubicBezTo>
                  <a:pt x="2668009" y="181461"/>
                  <a:pt x="2671666" y="176241"/>
                  <a:pt x="2671733" y="169659"/>
                </a:cubicBezTo>
                <a:cubicBezTo>
                  <a:pt x="2671733" y="166068"/>
                  <a:pt x="2670237" y="163209"/>
                  <a:pt x="2667245" y="161081"/>
                </a:cubicBezTo>
                <a:cubicBezTo>
                  <a:pt x="2664252" y="159020"/>
                  <a:pt x="2657669" y="157956"/>
                  <a:pt x="2647496" y="157889"/>
                </a:cubicBezTo>
                <a:cubicBezTo>
                  <a:pt x="2643506" y="157823"/>
                  <a:pt x="2639184" y="157889"/>
                  <a:pt x="2634530" y="158089"/>
                </a:cubicBezTo>
                <a:cubicBezTo>
                  <a:pt x="2629809" y="158288"/>
                  <a:pt x="2625486" y="158388"/>
                  <a:pt x="2621563" y="158388"/>
                </a:cubicBezTo>
                <a:cubicBezTo>
                  <a:pt x="2618638" y="158388"/>
                  <a:pt x="2615679" y="158288"/>
                  <a:pt x="2612686" y="158089"/>
                </a:cubicBezTo>
                <a:moveTo>
                  <a:pt x="2621962" y="88370"/>
                </a:moveTo>
                <a:cubicBezTo>
                  <a:pt x="2621962" y="97081"/>
                  <a:pt x="2623059" y="103763"/>
                  <a:pt x="2625254" y="108418"/>
                </a:cubicBezTo>
                <a:cubicBezTo>
                  <a:pt x="2627382" y="113139"/>
                  <a:pt x="2631105" y="115499"/>
                  <a:pt x="2636425" y="115499"/>
                </a:cubicBezTo>
                <a:cubicBezTo>
                  <a:pt x="2641678" y="115566"/>
                  <a:pt x="2645335" y="113338"/>
                  <a:pt x="2647396" y="108817"/>
                </a:cubicBezTo>
                <a:cubicBezTo>
                  <a:pt x="2649258" y="104428"/>
                  <a:pt x="2650222" y="97978"/>
                  <a:pt x="2650289" y="89467"/>
                </a:cubicBezTo>
                <a:cubicBezTo>
                  <a:pt x="2650222" y="81289"/>
                  <a:pt x="2649158" y="74839"/>
                  <a:pt x="2647097" y="70118"/>
                </a:cubicBezTo>
                <a:cubicBezTo>
                  <a:pt x="2644969" y="65463"/>
                  <a:pt x="2641179" y="63102"/>
                  <a:pt x="2635727" y="63036"/>
                </a:cubicBezTo>
                <a:cubicBezTo>
                  <a:pt x="2630341" y="63102"/>
                  <a:pt x="2626717" y="65264"/>
                  <a:pt x="2624855" y="69519"/>
                </a:cubicBezTo>
                <a:cubicBezTo>
                  <a:pt x="2622926" y="73841"/>
                  <a:pt x="2621962" y="80125"/>
                  <a:pt x="2621962" y="88370"/>
                </a:cubicBezTo>
                <a:close/>
              </a:path>
            </a:pathLst>
          </a:custGeom>
          <a:solidFill xmlns:a="http://schemas.openxmlformats.org/drawingml/2006/main">
            <a:srgbClr val="454545"/>
          </a:solidFill>
          <a:ln xmlns:a="http://schemas.openxmlformats.org/drawingml/2006/main" w="0" cap="flat">
            <a:noFill/>
            <a:miter/>
          </a:ln>
        </p:spPr>
      </p:sp>
      <p:sp>
        <p:nvSpPr>
          <p:cNvPr id="25" name="Vector element">
            <a:extLst xmlns:a="http://schemas.openxmlformats.org/drawingml/2006/main">
              <a:ext uri="{FF2B5EF4-FFF2-40B4-BE49-F238E27FC236}">
                <a16:creationId xmlns:a16="http://schemas.microsoft.com/office/drawing/2014/main" id="{53B889DC-27ED-4EAE-80D3-7B750062CEB1}"/>
              </a:ext>
            </a:extLst>
          </p:cNvPr>
          <p:cNvSpPr>
            <a:spLocks xmlns:a="http://schemas.openxmlformats.org/drawingml/2006/main" noGrp="1"/>
          </p:cNvSpPr>
          <p:nvPr/>
        </p:nvSpPr>
        <p:spPr>
          <a:xfrm xmlns:a="http://schemas.openxmlformats.org/drawingml/2006/main">
            <a:off x="3652334" y="93911"/>
            <a:ext cx="2717211" cy="393071"/>
          </a:xfrm>
          <a:custGeom xmlns:a="http://schemas.openxmlformats.org/drawingml/2006/main">
            <a:pathLst>
              <a:path w="2717211" h="393071">
                <a:moveTo>
                  <a:pt x="2717211" y="283080"/>
                </a:moveTo>
                <a:lnTo>
                  <a:pt x="2717211" y="109991"/>
                </a:lnTo>
                <a:cubicBezTo>
                  <a:pt x="2717211" y="49276"/>
                  <a:pt x="2667936" y="0"/>
                  <a:pt x="2607221" y="0"/>
                </a:cubicBezTo>
                <a:lnTo>
                  <a:pt x="109991" y="0"/>
                </a:lnTo>
                <a:cubicBezTo>
                  <a:pt x="49276" y="0"/>
                  <a:pt x="0" y="49276"/>
                  <a:pt x="0" y="109991"/>
                </a:cubicBezTo>
                <a:lnTo>
                  <a:pt x="0" y="283080"/>
                </a:lnTo>
                <a:cubicBezTo>
                  <a:pt x="0" y="343795"/>
                  <a:pt x="49276" y="393071"/>
                  <a:pt x="109991" y="393071"/>
                </a:cubicBezTo>
                <a:lnTo>
                  <a:pt x="2607221" y="393071"/>
                </a:lnTo>
                <a:cubicBezTo>
                  <a:pt x="2667936" y="393071"/>
                  <a:pt x="2717211" y="343795"/>
                  <a:pt x="2717211" y="283080"/>
                </a:cubicBezTo>
                <a:close/>
              </a:path>
            </a:pathLst>
          </a:custGeom>
          <a:solidFill xmlns:a="http://schemas.openxmlformats.org/drawingml/2006/main">
            <a:srgbClr val="F7F7F7"/>
          </a:solidFill>
          <a:ln xmlns:a="http://schemas.openxmlformats.org/drawingml/2006/main" w="0" cap="flat">
            <a:noFill/>
            <a:miter/>
          </a:ln>
        </p:spPr>
      </p:sp>
      <p:sp>
        <p:nvSpPr>
          <p:cNvPr id="26" name="Vector element">
            <a:extLst xmlns:a="http://schemas.openxmlformats.org/drawingml/2006/main">
              <a:ext uri="{FF2B5EF4-FFF2-40B4-BE49-F238E27FC236}">
                <a16:creationId xmlns:a16="http://schemas.microsoft.com/office/drawing/2014/main" id="{E4DEEA49-2D0B-4D80-A93F-6990DB760F5E}"/>
              </a:ext>
            </a:extLst>
          </p:cNvPr>
          <p:cNvSpPr>
            <a:spLocks xmlns:a="http://schemas.openxmlformats.org/drawingml/2006/main" noGrp="1"/>
          </p:cNvSpPr>
          <p:nvPr/>
        </p:nvSpPr>
        <p:spPr>
          <a:xfrm xmlns:a="http://schemas.openxmlformats.org/drawingml/2006/main">
            <a:off x="3652334" y="93911"/>
            <a:ext cx="2717211" cy="393071"/>
          </a:xfrm>
          <a:custGeom xmlns:a="http://schemas.openxmlformats.org/drawingml/2006/main">
            <a:pathLst>
              <a:path w="2717211" h="393071" fill="none">
                <a:moveTo>
                  <a:pt x="2717211" y="283080"/>
                </a:moveTo>
                <a:lnTo>
                  <a:pt x="2717211" y="109991"/>
                </a:lnTo>
                <a:cubicBezTo>
                  <a:pt x="2717211" y="49276"/>
                  <a:pt x="2667936" y="0"/>
                  <a:pt x="2607221" y="0"/>
                </a:cubicBezTo>
                <a:lnTo>
                  <a:pt x="109991" y="0"/>
                </a:lnTo>
                <a:cubicBezTo>
                  <a:pt x="49276" y="0"/>
                  <a:pt x="0" y="49276"/>
                  <a:pt x="0" y="109991"/>
                </a:cubicBezTo>
                <a:lnTo>
                  <a:pt x="0" y="283080"/>
                </a:lnTo>
                <a:cubicBezTo>
                  <a:pt x="0" y="343795"/>
                  <a:pt x="49276" y="393071"/>
                  <a:pt x="109991" y="393071"/>
                </a:cubicBezTo>
                <a:lnTo>
                  <a:pt x="2607221" y="393071"/>
                </a:lnTo>
                <a:cubicBezTo>
                  <a:pt x="2667936" y="393071"/>
                  <a:pt x="2717211" y="343795"/>
                  <a:pt x="2717211" y="283080"/>
                </a:cubicBezTo>
                <a:close/>
              </a:path>
            </a:pathLst>
          </a:custGeom>
          <a:noFill xmlns:a="http://schemas.openxmlformats.org/drawingml/2006/main"/>
          <a:ln xmlns:a="http://schemas.openxmlformats.org/drawingml/2006/main" w="31426" cap="flat">
            <a:solidFill>
              <a:srgbClr val="323232"/>
            </a:solidFill>
            <a:round/>
          </a:ln>
        </p:spPr>
      </p:sp>
      <p:sp>
        <p:nvSpPr>
          <p:cNvPr id="27" name="Text SpeciﬁcationsGuidedSearch">
            <a:extLst xmlns:a="http://schemas.openxmlformats.org/drawingml/2006/main">
              <a:ext uri="{FF2B5EF4-FFF2-40B4-BE49-F238E27FC236}">
                <a16:creationId xmlns:a16="http://schemas.microsoft.com/office/drawing/2014/main" id="{73785062-FF1D-4FBC-B7E1-46DDC1DCB8EE}"/>
              </a:ext>
            </a:extLst>
          </p:cNvPr>
          <p:cNvSpPr>
            <a:spLocks xmlns:a="http://schemas.openxmlformats.org/drawingml/2006/main" noGrp="1"/>
          </p:cNvSpPr>
          <p:nvPr/>
        </p:nvSpPr>
        <p:spPr>
          <a:xfrm xmlns:a="http://schemas.openxmlformats.org/drawingml/2006/main">
            <a:off x="3739310" y="210846"/>
            <a:ext cx="2541134" cy="198783"/>
          </a:xfrm>
          <a:custGeom xmlns:a="http://schemas.openxmlformats.org/drawingml/2006/main">
            <a:pathLst>
              <a:path w="2541134" h="198783">
                <a:moveTo>
                  <a:pt x="70018" y="19749"/>
                </a:moveTo>
                <a:cubicBezTo>
                  <a:pt x="63036" y="17488"/>
                  <a:pt x="55888" y="16341"/>
                  <a:pt x="48574" y="16308"/>
                </a:cubicBezTo>
                <a:cubicBezTo>
                  <a:pt x="41259" y="16274"/>
                  <a:pt x="35009" y="18386"/>
                  <a:pt x="29822" y="22641"/>
                </a:cubicBezTo>
                <a:cubicBezTo>
                  <a:pt x="24503" y="26963"/>
                  <a:pt x="21876" y="32881"/>
                  <a:pt x="21943" y="40395"/>
                </a:cubicBezTo>
                <a:cubicBezTo>
                  <a:pt x="21876" y="44717"/>
                  <a:pt x="22807" y="48507"/>
                  <a:pt x="24736" y="51765"/>
                </a:cubicBezTo>
                <a:cubicBezTo>
                  <a:pt x="26531" y="55090"/>
                  <a:pt x="28991" y="57949"/>
                  <a:pt x="32116" y="60343"/>
                </a:cubicBezTo>
                <a:cubicBezTo>
                  <a:pt x="35175" y="62870"/>
                  <a:pt x="38666" y="65064"/>
                  <a:pt x="42589" y="66926"/>
                </a:cubicBezTo>
                <a:cubicBezTo>
                  <a:pt x="46446" y="68854"/>
                  <a:pt x="50502" y="70749"/>
                  <a:pt x="54758" y="72611"/>
                </a:cubicBezTo>
                <a:cubicBezTo>
                  <a:pt x="59346" y="74606"/>
                  <a:pt x="63801" y="76700"/>
                  <a:pt x="68123" y="78895"/>
                </a:cubicBezTo>
                <a:cubicBezTo>
                  <a:pt x="72378" y="81222"/>
                  <a:pt x="76301" y="83849"/>
                  <a:pt x="79892" y="86774"/>
                </a:cubicBezTo>
                <a:cubicBezTo>
                  <a:pt x="83350" y="89766"/>
                  <a:pt x="86143" y="93357"/>
                  <a:pt x="88270" y="97546"/>
                </a:cubicBezTo>
                <a:cubicBezTo>
                  <a:pt x="90332" y="101735"/>
                  <a:pt x="91362" y="106623"/>
                  <a:pt x="91362" y="112208"/>
                </a:cubicBezTo>
                <a:cubicBezTo>
                  <a:pt x="91296" y="125507"/>
                  <a:pt x="86143" y="135614"/>
                  <a:pt x="75903" y="142529"/>
                </a:cubicBezTo>
                <a:cubicBezTo>
                  <a:pt x="65530" y="149511"/>
                  <a:pt x="52131" y="153002"/>
                  <a:pt x="35707" y="153002"/>
                </a:cubicBezTo>
                <a:cubicBezTo>
                  <a:pt x="25135" y="153002"/>
                  <a:pt x="13432" y="151207"/>
                  <a:pt x="598" y="147616"/>
                </a:cubicBezTo>
                <a:lnTo>
                  <a:pt x="0" y="146818"/>
                </a:lnTo>
                <a:lnTo>
                  <a:pt x="4887" y="112906"/>
                </a:lnTo>
                <a:lnTo>
                  <a:pt x="9376" y="112208"/>
                </a:lnTo>
                <a:lnTo>
                  <a:pt x="16357" y="140534"/>
                </a:lnTo>
                <a:cubicBezTo>
                  <a:pt x="23406" y="143327"/>
                  <a:pt x="30620" y="144723"/>
                  <a:pt x="38001" y="144723"/>
                </a:cubicBezTo>
                <a:cubicBezTo>
                  <a:pt x="47842" y="144723"/>
                  <a:pt x="55589" y="142529"/>
                  <a:pt x="61241" y="138141"/>
                </a:cubicBezTo>
                <a:cubicBezTo>
                  <a:pt x="66693" y="133752"/>
                  <a:pt x="69453" y="127502"/>
                  <a:pt x="69519" y="119389"/>
                </a:cubicBezTo>
                <a:cubicBezTo>
                  <a:pt x="69519" y="115200"/>
                  <a:pt x="68621" y="111443"/>
                  <a:pt x="66826" y="108119"/>
                </a:cubicBezTo>
                <a:cubicBezTo>
                  <a:pt x="65031" y="104927"/>
                  <a:pt x="62637" y="102168"/>
                  <a:pt x="59645" y="99840"/>
                </a:cubicBezTo>
                <a:cubicBezTo>
                  <a:pt x="56520" y="97579"/>
                  <a:pt x="53062" y="95452"/>
                  <a:pt x="49272" y="93457"/>
                </a:cubicBezTo>
                <a:cubicBezTo>
                  <a:pt x="45349" y="91662"/>
                  <a:pt x="41359" y="89800"/>
                  <a:pt x="37303" y="87871"/>
                </a:cubicBezTo>
                <a:cubicBezTo>
                  <a:pt x="32582" y="85877"/>
                  <a:pt x="28060" y="83716"/>
                  <a:pt x="23738" y="81388"/>
                </a:cubicBezTo>
                <a:cubicBezTo>
                  <a:pt x="19283" y="79127"/>
                  <a:pt x="15327" y="76401"/>
                  <a:pt x="11869" y="73210"/>
                </a:cubicBezTo>
                <a:cubicBezTo>
                  <a:pt x="8212" y="70151"/>
                  <a:pt x="5353" y="66361"/>
                  <a:pt x="3291" y="61839"/>
                </a:cubicBezTo>
                <a:cubicBezTo>
                  <a:pt x="1164" y="57384"/>
                  <a:pt x="100" y="52164"/>
                  <a:pt x="100" y="46180"/>
                </a:cubicBezTo>
                <a:cubicBezTo>
                  <a:pt x="100" y="34144"/>
                  <a:pt x="5153" y="24835"/>
                  <a:pt x="15260" y="18253"/>
                </a:cubicBezTo>
                <a:cubicBezTo>
                  <a:pt x="25301" y="11670"/>
                  <a:pt x="37768" y="8378"/>
                  <a:pt x="52663" y="8378"/>
                </a:cubicBezTo>
                <a:cubicBezTo>
                  <a:pt x="63102" y="8378"/>
                  <a:pt x="74107" y="9608"/>
                  <a:pt x="85677" y="12069"/>
                </a:cubicBezTo>
                <a:lnTo>
                  <a:pt x="86375" y="12767"/>
                </a:lnTo>
                <a:lnTo>
                  <a:pt x="80491" y="43886"/>
                </a:lnTo>
                <a:lnTo>
                  <a:pt x="76501" y="44584"/>
                </a:lnTo>
                <a:lnTo>
                  <a:pt x="70018" y="19749"/>
                </a:lnTo>
                <a:close/>
                <a:moveTo>
                  <a:pt x="105303" y="65928"/>
                </a:moveTo>
                <a:lnTo>
                  <a:pt x="104804" y="62537"/>
                </a:lnTo>
                <a:cubicBezTo>
                  <a:pt x="115975" y="60476"/>
                  <a:pt x="126547" y="58149"/>
                  <a:pt x="136521" y="55555"/>
                </a:cubicBezTo>
                <a:lnTo>
                  <a:pt x="137519" y="56254"/>
                </a:lnTo>
                <a:lnTo>
                  <a:pt x="137519" y="66028"/>
                </a:lnTo>
                <a:cubicBezTo>
                  <a:pt x="147759" y="59046"/>
                  <a:pt x="157666" y="55555"/>
                  <a:pt x="167241" y="55555"/>
                </a:cubicBezTo>
                <a:cubicBezTo>
                  <a:pt x="179676" y="55555"/>
                  <a:pt x="189583" y="59678"/>
                  <a:pt x="196964" y="67923"/>
                </a:cubicBezTo>
                <a:cubicBezTo>
                  <a:pt x="204212" y="76235"/>
                  <a:pt x="207869" y="87007"/>
                  <a:pt x="207935" y="100239"/>
                </a:cubicBezTo>
                <a:cubicBezTo>
                  <a:pt x="207935" y="116530"/>
                  <a:pt x="203214" y="129397"/>
                  <a:pt x="193772" y="138839"/>
                </a:cubicBezTo>
                <a:cubicBezTo>
                  <a:pt x="184264" y="148347"/>
                  <a:pt x="170865" y="153102"/>
                  <a:pt x="153577" y="153102"/>
                </a:cubicBezTo>
                <a:cubicBezTo>
                  <a:pt x="148390" y="153102"/>
                  <a:pt x="143038" y="152603"/>
                  <a:pt x="137519" y="151606"/>
                </a:cubicBezTo>
                <a:lnTo>
                  <a:pt x="137519" y="173449"/>
                </a:lnTo>
                <a:cubicBezTo>
                  <a:pt x="137519" y="180165"/>
                  <a:pt x="137585" y="184819"/>
                  <a:pt x="137718" y="187412"/>
                </a:cubicBezTo>
                <a:cubicBezTo>
                  <a:pt x="137785" y="189407"/>
                  <a:pt x="138682" y="190604"/>
                  <a:pt x="140411" y="191003"/>
                </a:cubicBezTo>
                <a:lnTo>
                  <a:pt x="153477" y="194693"/>
                </a:lnTo>
                <a:lnTo>
                  <a:pt x="153776" y="198783"/>
                </a:lnTo>
                <a:cubicBezTo>
                  <a:pt x="143337" y="198583"/>
                  <a:pt x="134892" y="198484"/>
                  <a:pt x="128442" y="198484"/>
                </a:cubicBezTo>
                <a:cubicBezTo>
                  <a:pt x="121793" y="198484"/>
                  <a:pt x="114046" y="198583"/>
                  <a:pt x="105203" y="198783"/>
                </a:cubicBezTo>
                <a:lnTo>
                  <a:pt x="104804" y="194693"/>
                </a:lnTo>
                <a:lnTo>
                  <a:pt x="116274" y="191302"/>
                </a:lnTo>
                <a:cubicBezTo>
                  <a:pt x="117803" y="190837"/>
                  <a:pt x="118634" y="189806"/>
                  <a:pt x="118767" y="188210"/>
                </a:cubicBezTo>
                <a:cubicBezTo>
                  <a:pt x="118834" y="183423"/>
                  <a:pt x="118900" y="176075"/>
                  <a:pt x="118967" y="166168"/>
                </a:cubicBezTo>
                <a:lnTo>
                  <a:pt x="118967" y="125573"/>
                </a:lnTo>
                <a:cubicBezTo>
                  <a:pt x="118967" y="96183"/>
                  <a:pt x="118834" y="77565"/>
                  <a:pt x="118568" y="69719"/>
                </a:cubicBezTo>
                <a:lnTo>
                  <a:pt x="105303" y="65928"/>
                </a:lnTo>
                <a:moveTo>
                  <a:pt x="137519" y="142629"/>
                </a:moveTo>
                <a:cubicBezTo>
                  <a:pt x="143304" y="143959"/>
                  <a:pt x="148889" y="144590"/>
                  <a:pt x="154275" y="144524"/>
                </a:cubicBezTo>
                <a:cubicBezTo>
                  <a:pt x="165247" y="144524"/>
                  <a:pt x="173525" y="141066"/>
                  <a:pt x="179110" y="134151"/>
                </a:cubicBezTo>
                <a:cubicBezTo>
                  <a:pt x="184696" y="127302"/>
                  <a:pt x="187489" y="117395"/>
                  <a:pt x="187489" y="104428"/>
                </a:cubicBezTo>
                <a:cubicBezTo>
                  <a:pt x="187422" y="92260"/>
                  <a:pt x="184762" y="83084"/>
                  <a:pt x="179509" y="76900"/>
                </a:cubicBezTo>
                <a:cubicBezTo>
                  <a:pt x="174123" y="70716"/>
                  <a:pt x="166510" y="67624"/>
                  <a:pt x="156669" y="67624"/>
                </a:cubicBezTo>
                <a:cubicBezTo>
                  <a:pt x="149488" y="67691"/>
                  <a:pt x="143104" y="69153"/>
                  <a:pt x="137519" y="72013"/>
                </a:cubicBezTo>
                <a:lnTo>
                  <a:pt x="137519" y="142629"/>
                </a:lnTo>
                <a:close/>
                <a:moveTo>
                  <a:pt x="301968" y="143227"/>
                </a:moveTo>
                <a:cubicBezTo>
                  <a:pt x="296249" y="146818"/>
                  <a:pt x="290431" y="149345"/>
                  <a:pt x="284513" y="150808"/>
                </a:cubicBezTo>
                <a:cubicBezTo>
                  <a:pt x="278462" y="152337"/>
                  <a:pt x="272910" y="153102"/>
                  <a:pt x="267857" y="153102"/>
                </a:cubicBezTo>
                <a:cubicBezTo>
                  <a:pt x="253162" y="153102"/>
                  <a:pt x="241359" y="148913"/>
                  <a:pt x="232449" y="140534"/>
                </a:cubicBezTo>
                <a:cubicBezTo>
                  <a:pt x="223339" y="132289"/>
                  <a:pt x="218818" y="120719"/>
                  <a:pt x="218884" y="105825"/>
                </a:cubicBezTo>
                <a:cubicBezTo>
                  <a:pt x="218884" y="91063"/>
                  <a:pt x="223073" y="78994"/>
                  <a:pt x="231451" y="69619"/>
                </a:cubicBezTo>
                <a:cubicBezTo>
                  <a:pt x="239830" y="60243"/>
                  <a:pt x="251067" y="55555"/>
                  <a:pt x="265164" y="55555"/>
                </a:cubicBezTo>
                <a:cubicBezTo>
                  <a:pt x="276933" y="55555"/>
                  <a:pt x="286109" y="59046"/>
                  <a:pt x="292692" y="66028"/>
                </a:cubicBezTo>
                <a:cubicBezTo>
                  <a:pt x="299275" y="73143"/>
                  <a:pt x="302566" y="82851"/>
                  <a:pt x="302566" y="95152"/>
                </a:cubicBezTo>
                <a:cubicBezTo>
                  <a:pt x="302566" y="97081"/>
                  <a:pt x="302467" y="98976"/>
                  <a:pt x="302267" y="100838"/>
                </a:cubicBezTo>
                <a:lnTo>
                  <a:pt x="239331" y="100838"/>
                </a:lnTo>
                <a:cubicBezTo>
                  <a:pt x="239331" y="115200"/>
                  <a:pt x="242689" y="125407"/>
                  <a:pt x="249405" y="131458"/>
                </a:cubicBezTo>
                <a:cubicBezTo>
                  <a:pt x="256054" y="137642"/>
                  <a:pt x="266560" y="140734"/>
                  <a:pt x="280923" y="140734"/>
                </a:cubicBezTo>
                <a:cubicBezTo>
                  <a:pt x="287240" y="140734"/>
                  <a:pt x="294055" y="140135"/>
                  <a:pt x="301369" y="138939"/>
                </a:cubicBezTo>
                <a:lnTo>
                  <a:pt x="301968" y="143227"/>
                </a:lnTo>
                <a:moveTo>
                  <a:pt x="282120" y="92559"/>
                </a:moveTo>
                <a:lnTo>
                  <a:pt x="282120" y="89567"/>
                </a:lnTo>
                <a:cubicBezTo>
                  <a:pt x="282120" y="80191"/>
                  <a:pt x="280623" y="73442"/>
                  <a:pt x="277631" y="69320"/>
                </a:cubicBezTo>
                <a:cubicBezTo>
                  <a:pt x="274705" y="65264"/>
                  <a:pt x="270317" y="63235"/>
                  <a:pt x="264465" y="63235"/>
                </a:cubicBezTo>
                <a:cubicBezTo>
                  <a:pt x="256686" y="63302"/>
                  <a:pt x="250768" y="66161"/>
                  <a:pt x="246712" y="71813"/>
                </a:cubicBezTo>
                <a:cubicBezTo>
                  <a:pt x="242523" y="77598"/>
                  <a:pt x="240195" y="84513"/>
                  <a:pt x="239730" y="92559"/>
                </a:cubicBezTo>
                <a:lnTo>
                  <a:pt x="282120" y="92559"/>
                </a:lnTo>
                <a:close/>
                <a:moveTo>
                  <a:pt x="393852" y="143227"/>
                </a:moveTo>
                <a:cubicBezTo>
                  <a:pt x="389730" y="146020"/>
                  <a:pt x="384643" y="148347"/>
                  <a:pt x="378592" y="150209"/>
                </a:cubicBezTo>
                <a:cubicBezTo>
                  <a:pt x="372474" y="152138"/>
                  <a:pt x="366424" y="153102"/>
                  <a:pt x="360439" y="153102"/>
                </a:cubicBezTo>
                <a:cubicBezTo>
                  <a:pt x="346076" y="153168"/>
                  <a:pt x="334606" y="148946"/>
                  <a:pt x="326029" y="140435"/>
                </a:cubicBezTo>
                <a:cubicBezTo>
                  <a:pt x="317318" y="132123"/>
                  <a:pt x="312996" y="120919"/>
                  <a:pt x="313062" y="106822"/>
                </a:cubicBezTo>
                <a:cubicBezTo>
                  <a:pt x="313062" y="91595"/>
                  <a:pt x="317950" y="79227"/>
                  <a:pt x="327724" y="69719"/>
                </a:cubicBezTo>
                <a:cubicBezTo>
                  <a:pt x="337366" y="60277"/>
                  <a:pt x="349767" y="55555"/>
                  <a:pt x="364927" y="55555"/>
                </a:cubicBezTo>
                <a:cubicBezTo>
                  <a:pt x="374702" y="55555"/>
                  <a:pt x="384177" y="57550"/>
                  <a:pt x="393353" y="61540"/>
                </a:cubicBezTo>
                <a:cubicBezTo>
                  <a:pt x="391093" y="70517"/>
                  <a:pt x="389131" y="79626"/>
                  <a:pt x="387469" y="88869"/>
                </a:cubicBezTo>
                <a:lnTo>
                  <a:pt x="383579" y="89467"/>
                </a:lnTo>
                <a:lnTo>
                  <a:pt x="375500" y="65530"/>
                </a:lnTo>
                <a:cubicBezTo>
                  <a:pt x="372375" y="64466"/>
                  <a:pt x="368917" y="63934"/>
                  <a:pt x="365127" y="63934"/>
                </a:cubicBezTo>
                <a:cubicBezTo>
                  <a:pt x="355219" y="64000"/>
                  <a:pt x="347473" y="67458"/>
                  <a:pt x="341887" y="74307"/>
                </a:cubicBezTo>
                <a:cubicBezTo>
                  <a:pt x="336302" y="81222"/>
                  <a:pt x="333509" y="90365"/>
                  <a:pt x="333509" y="101735"/>
                </a:cubicBezTo>
                <a:cubicBezTo>
                  <a:pt x="333509" y="115101"/>
                  <a:pt x="336668" y="124975"/>
                  <a:pt x="342985" y="131358"/>
                </a:cubicBezTo>
                <a:cubicBezTo>
                  <a:pt x="349235" y="137742"/>
                  <a:pt x="359242" y="140933"/>
                  <a:pt x="373006" y="140933"/>
                </a:cubicBezTo>
                <a:cubicBezTo>
                  <a:pt x="379257" y="141000"/>
                  <a:pt x="386006" y="140368"/>
                  <a:pt x="393254" y="139038"/>
                </a:cubicBezTo>
                <a:lnTo>
                  <a:pt x="393852" y="143227"/>
                </a:lnTo>
                <a:close/>
                <a:moveTo>
                  <a:pt x="439057" y="20247"/>
                </a:moveTo>
                <a:cubicBezTo>
                  <a:pt x="439057" y="23771"/>
                  <a:pt x="437960" y="26631"/>
                  <a:pt x="435766" y="28825"/>
                </a:cubicBezTo>
                <a:cubicBezTo>
                  <a:pt x="433572" y="31152"/>
                  <a:pt x="430746" y="32283"/>
                  <a:pt x="427288" y="32216"/>
                </a:cubicBezTo>
                <a:cubicBezTo>
                  <a:pt x="423963" y="32283"/>
                  <a:pt x="421270" y="31252"/>
                  <a:pt x="419209" y="29124"/>
                </a:cubicBezTo>
                <a:cubicBezTo>
                  <a:pt x="417081" y="27063"/>
                  <a:pt x="416017" y="24337"/>
                  <a:pt x="416017" y="20946"/>
                </a:cubicBezTo>
                <a:cubicBezTo>
                  <a:pt x="416017" y="17355"/>
                  <a:pt x="417114" y="14496"/>
                  <a:pt x="419309" y="12368"/>
                </a:cubicBezTo>
                <a:cubicBezTo>
                  <a:pt x="421503" y="10307"/>
                  <a:pt x="424396" y="9276"/>
                  <a:pt x="427986" y="9276"/>
                </a:cubicBezTo>
                <a:cubicBezTo>
                  <a:pt x="431178" y="9276"/>
                  <a:pt x="433838" y="10207"/>
                  <a:pt x="435965" y="12069"/>
                </a:cubicBezTo>
                <a:cubicBezTo>
                  <a:pt x="438027" y="14063"/>
                  <a:pt x="439057" y="16790"/>
                  <a:pt x="439057" y="20247"/>
                </a:cubicBezTo>
                <a:moveTo>
                  <a:pt x="405345" y="62537"/>
                </a:moveTo>
                <a:cubicBezTo>
                  <a:pt x="416981" y="60409"/>
                  <a:pt x="427787" y="58082"/>
                  <a:pt x="437761" y="55555"/>
                </a:cubicBezTo>
                <a:lnTo>
                  <a:pt x="438658" y="56254"/>
                </a:lnTo>
                <a:cubicBezTo>
                  <a:pt x="438259" y="64964"/>
                  <a:pt x="438060" y="74473"/>
                  <a:pt x="438060" y="84779"/>
                </a:cubicBezTo>
                <a:lnTo>
                  <a:pt x="438060" y="123080"/>
                </a:lnTo>
                <a:cubicBezTo>
                  <a:pt x="438060" y="131059"/>
                  <a:pt x="438126" y="136578"/>
                  <a:pt x="438259" y="139637"/>
                </a:cubicBezTo>
                <a:cubicBezTo>
                  <a:pt x="438326" y="141499"/>
                  <a:pt x="439157" y="142662"/>
                  <a:pt x="440753" y="143128"/>
                </a:cubicBezTo>
                <a:lnTo>
                  <a:pt x="452323" y="146519"/>
                </a:lnTo>
                <a:lnTo>
                  <a:pt x="452522" y="150608"/>
                </a:lnTo>
                <a:cubicBezTo>
                  <a:pt x="443280" y="150409"/>
                  <a:pt x="435433" y="150309"/>
                  <a:pt x="428984" y="150309"/>
                </a:cubicBezTo>
                <a:cubicBezTo>
                  <a:pt x="422401" y="150309"/>
                  <a:pt x="414621" y="150409"/>
                  <a:pt x="405644" y="150608"/>
                </a:cubicBezTo>
                <a:lnTo>
                  <a:pt x="405245" y="146519"/>
                </a:lnTo>
                <a:lnTo>
                  <a:pt x="416815" y="143128"/>
                </a:lnTo>
                <a:cubicBezTo>
                  <a:pt x="418278" y="142662"/>
                  <a:pt x="419076" y="141382"/>
                  <a:pt x="419209" y="139288"/>
                </a:cubicBezTo>
                <a:cubicBezTo>
                  <a:pt x="419342" y="137193"/>
                  <a:pt x="419442" y="133087"/>
                  <a:pt x="419508" y="126970"/>
                </a:cubicBezTo>
                <a:lnTo>
                  <a:pt x="419508" y="93656"/>
                </a:lnTo>
                <a:cubicBezTo>
                  <a:pt x="419508" y="85012"/>
                  <a:pt x="419375" y="76966"/>
                  <a:pt x="419109" y="69519"/>
                </a:cubicBezTo>
                <a:lnTo>
                  <a:pt x="405844" y="65928"/>
                </a:lnTo>
                <a:lnTo>
                  <a:pt x="405345" y="62537"/>
                </a:lnTo>
                <a:close/>
                <a:moveTo>
                  <a:pt x="500912" y="68422"/>
                </a:moveTo>
                <a:lnTo>
                  <a:pt x="500912" y="122880"/>
                </a:lnTo>
                <a:cubicBezTo>
                  <a:pt x="500912" y="129397"/>
                  <a:pt x="500979" y="134982"/>
                  <a:pt x="501112" y="139637"/>
                </a:cubicBezTo>
                <a:cubicBezTo>
                  <a:pt x="501178" y="141499"/>
                  <a:pt x="502042" y="142662"/>
                  <a:pt x="503705" y="143128"/>
                </a:cubicBezTo>
                <a:lnTo>
                  <a:pt x="515374" y="146519"/>
                </a:lnTo>
                <a:lnTo>
                  <a:pt x="515574" y="150608"/>
                </a:lnTo>
                <a:cubicBezTo>
                  <a:pt x="506265" y="150409"/>
                  <a:pt x="498385" y="150309"/>
                  <a:pt x="491935" y="150309"/>
                </a:cubicBezTo>
                <a:cubicBezTo>
                  <a:pt x="485220" y="150309"/>
                  <a:pt x="477440" y="150409"/>
                  <a:pt x="468596" y="150608"/>
                </a:cubicBezTo>
                <a:lnTo>
                  <a:pt x="468097" y="146519"/>
                </a:lnTo>
                <a:lnTo>
                  <a:pt x="479268" y="143327"/>
                </a:lnTo>
                <a:cubicBezTo>
                  <a:pt x="481064" y="142729"/>
                  <a:pt x="482028" y="141632"/>
                  <a:pt x="482161" y="140036"/>
                </a:cubicBezTo>
                <a:cubicBezTo>
                  <a:pt x="482227" y="135980"/>
                  <a:pt x="482294" y="131624"/>
                  <a:pt x="482360" y="126970"/>
                </a:cubicBezTo>
                <a:lnTo>
                  <a:pt x="482360" y="68222"/>
                </a:lnTo>
                <a:lnTo>
                  <a:pt x="468796" y="64831"/>
                </a:lnTo>
                <a:lnTo>
                  <a:pt x="468097" y="60642"/>
                </a:lnTo>
                <a:lnTo>
                  <a:pt x="482460" y="59445"/>
                </a:lnTo>
                <a:lnTo>
                  <a:pt x="482460" y="59046"/>
                </a:lnTo>
                <a:cubicBezTo>
                  <a:pt x="482460" y="40295"/>
                  <a:pt x="487314" y="25766"/>
                  <a:pt x="497022" y="15460"/>
                </a:cubicBezTo>
                <a:cubicBezTo>
                  <a:pt x="506664" y="5220"/>
                  <a:pt x="519597" y="66"/>
                  <a:pt x="535821" y="0"/>
                </a:cubicBezTo>
                <a:cubicBezTo>
                  <a:pt x="543801" y="0"/>
                  <a:pt x="551447" y="831"/>
                  <a:pt x="558762" y="2494"/>
                </a:cubicBezTo>
                <a:cubicBezTo>
                  <a:pt x="556567" y="10606"/>
                  <a:pt x="554672" y="18951"/>
                  <a:pt x="553076" y="27528"/>
                </a:cubicBezTo>
                <a:lnTo>
                  <a:pt x="549187" y="28326"/>
                </a:lnTo>
                <a:lnTo>
                  <a:pt x="541207" y="8478"/>
                </a:lnTo>
                <a:cubicBezTo>
                  <a:pt x="538681" y="8212"/>
                  <a:pt x="535888" y="8079"/>
                  <a:pt x="532829" y="8079"/>
                </a:cubicBezTo>
                <a:cubicBezTo>
                  <a:pt x="522523" y="8079"/>
                  <a:pt x="514643" y="11503"/>
                  <a:pt x="509191" y="18352"/>
                </a:cubicBezTo>
                <a:cubicBezTo>
                  <a:pt x="503672" y="25268"/>
                  <a:pt x="500912" y="37802"/>
                  <a:pt x="500912" y="55954"/>
                </a:cubicBezTo>
                <a:lnTo>
                  <a:pt x="500912" y="59246"/>
                </a:lnTo>
                <a:lnTo>
                  <a:pt x="546294" y="59246"/>
                </a:lnTo>
                <a:cubicBezTo>
                  <a:pt x="551680" y="58115"/>
                  <a:pt x="556933" y="56885"/>
                  <a:pt x="562053" y="55555"/>
                </a:cubicBezTo>
                <a:lnTo>
                  <a:pt x="562951" y="56254"/>
                </a:lnTo>
                <a:cubicBezTo>
                  <a:pt x="562552" y="64964"/>
                  <a:pt x="562352" y="74473"/>
                  <a:pt x="562352" y="84779"/>
                </a:cubicBezTo>
                <a:lnTo>
                  <a:pt x="562352" y="123080"/>
                </a:lnTo>
                <a:cubicBezTo>
                  <a:pt x="562352" y="131059"/>
                  <a:pt x="562419" y="136578"/>
                  <a:pt x="562552" y="139637"/>
                </a:cubicBezTo>
                <a:cubicBezTo>
                  <a:pt x="562618" y="141499"/>
                  <a:pt x="563449" y="142662"/>
                  <a:pt x="565045" y="143128"/>
                </a:cubicBezTo>
                <a:lnTo>
                  <a:pt x="576615" y="146519"/>
                </a:lnTo>
                <a:lnTo>
                  <a:pt x="576815" y="150608"/>
                </a:lnTo>
                <a:cubicBezTo>
                  <a:pt x="567638" y="150409"/>
                  <a:pt x="559825" y="150309"/>
                  <a:pt x="553376" y="150309"/>
                </a:cubicBezTo>
                <a:cubicBezTo>
                  <a:pt x="546660" y="150309"/>
                  <a:pt x="539212" y="150409"/>
                  <a:pt x="531034" y="150608"/>
                </a:cubicBezTo>
                <a:lnTo>
                  <a:pt x="530635" y="146519"/>
                </a:lnTo>
                <a:lnTo>
                  <a:pt x="541108" y="143427"/>
                </a:lnTo>
                <a:cubicBezTo>
                  <a:pt x="542570" y="142961"/>
                  <a:pt x="543368" y="141681"/>
                  <a:pt x="543501" y="139587"/>
                </a:cubicBezTo>
                <a:cubicBezTo>
                  <a:pt x="543634" y="137492"/>
                  <a:pt x="543734" y="133287"/>
                  <a:pt x="543801" y="126970"/>
                </a:cubicBezTo>
                <a:lnTo>
                  <a:pt x="543801" y="68422"/>
                </a:lnTo>
                <a:lnTo>
                  <a:pt x="500912" y="68422"/>
                </a:lnTo>
                <a:close/>
                <a:moveTo>
                  <a:pt x="676686" y="143227"/>
                </a:moveTo>
                <a:cubicBezTo>
                  <a:pt x="672563" y="146020"/>
                  <a:pt x="667476" y="148347"/>
                  <a:pt x="661425" y="150209"/>
                </a:cubicBezTo>
                <a:cubicBezTo>
                  <a:pt x="655308" y="152138"/>
                  <a:pt x="649257" y="153102"/>
                  <a:pt x="643272" y="153102"/>
                </a:cubicBezTo>
                <a:cubicBezTo>
                  <a:pt x="628910" y="153168"/>
                  <a:pt x="617440" y="148946"/>
                  <a:pt x="608862" y="140435"/>
                </a:cubicBezTo>
                <a:cubicBezTo>
                  <a:pt x="600151" y="132123"/>
                  <a:pt x="595829" y="120919"/>
                  <a:pt x="595896" y="106822"/>
                </a:cubicBezTo>
                <a:cubicBezTo>
                  <a:pt x="595896" y="91595"/>
                  <a:pt x="600783" y="79227"/>
                  <a:pt x="610558" y="69719"/>
                </a:cubicBezTo>
                <a:cubicBezTo>
                  <a:pt x="620199" y="60277"/>
                  <a:pt x="632600" y="55555"/>
                  <a:pt x="647761" y="55555"/>
                </a:cubicBezTo>
                <a:cubicBezTo>
                  <a:pt x="657535" y="55555"/>
                  <a:pt x="667011" y="57550"/>
                  <a:pt x="676187" y="61540"/>
                </a:cubicBezTo>
                <a:cubicBezTo>
                  <a:pt x="673926" y="70517"/>
                  <a:pt x="671964" y="79626"/>
                  <a:pt x="670302" y="88869"/>
                </a:cubicBezTo>
                <a:lnTo>
                  <a:pt x="666412" y="89467"/>
                </a:lnTo>
                <a:lnTo>
                  <a:pt x="658333" y="65530"/>
                </a:lnTo>
                <a:cubicBezTo>
                  <a:pt x="655208" y="64466"/>
                  <a:pt x="651750" y="63934"/>
                  <a:pt x="647960" y="63934"/>
                </a:cubicBezTo>
                <a:cubicBezTo>
                  <a:pt x="638053" y="64000"/>
                  <a:pt x="630306" y="67458"/>
                  <a:pt x="624721" y="74307"/>
                </a:cubicBezTo>
                <a:cubicBezTo>
                  <a:pt x="619135" y="81222"/>
                  <a:pt x="616343" y="90365"/>
                  <a:pt x="616343" y="101735"/>
                </a:cubicBezTo>
                <a:cubicBezTo>
                  <a:pt x="616343" y="115101"/>
                  <a:pt x="619501" y="124975"/>
                  <a:pt x="625818" y="131358"/>
                </a:cubicBezTo>
                <a:cubicBezTo>
                  <a:pt x="632068" y="137742"/>
                  <a:pt x="642076" y="140933"/>
                  <a:pt x="655840" y="140933"/>
                </a:cubicBezTo>
                <a:cubicBezTo>
                  <a:pt x="662090" y="141000"/>
                  <a:pt x="668839" y="140368"/>
                  <a:pt x="676087" y="139038"/>
                </a:cubicBezTo>
                <a:lnTo>
                  <a:pt x="676686" y="143227"/>
                </a:lnTo>
                <a:close/>
                <a:moveTo>
                  <a:pt x="744033" y="105126"/>
                </a:moveTo>
                <a:cubicBezTo>
                  <a:pt x="730003" y="105126"/>
                  <a:pt x="720461" y="106556"/>
                  <a:pt x="715408" y="109415"/>
                </a:cubicBezTo>
                <a:cubicBezTo>
                  <a:pt x="710288" y="112341"/>
                  <a:pt x="707728" y="117162"/>
                  <a:pt x="707728" y="123878"/>
                </a:cubicBezTo>
                <a:cubicBezTo>
                  <a:pt x="707728" y="130195"/>
                  <a:pt x="709423" y="134650"/>
                  <a:pt x="712814" y="137243"/>
                </a:cubicBezTo>
                <a:cubicBezTo>
                  <a:pt x="716206" y="139969"/>
                  <a:pt x="720794" y="141299"/>
                  <a:pt x="726579" y="141233"/>
                </a:cubicBezTo>
                <a:cubicBezTo>
                  <a:pt x="733161" y="141233"/>
                  <a:pt x="738913" y="140069"/>
                  <a:pt x="743834" y="137742"/>
                </a:cubicBezTo>
                <a:lnTo>
                  <a:pt x="744033" y="105126"/>
                </a:lnTo>
                <a:moveTo>
                  <a:pt x="695659" y="64033"/>
                </a:moveTo>
                <a:cubicBezTo>
                  <a:pt x="708625" y="58381"/>
                  <a:pt x="720095" y="55555"/>
                  <a:pt x="730069" y="55555"/>
                </a:cubicBezTo>
                <a:cubicBezTo>
                  <a:pt x="740243" y="55622"/>
                  <a:pt x="748322" y="58282"/>
                  <a:pt x="754306" y="63535"/>
                </a:cubicBezTo>
                <a:cubicBezTo>
                  <a:pt x="760158" y="68854"/>
                  <a:pt x="763084" y="76534"/>
                  <a:pt x="763084" y="86575"/>
                </a:cubicBezTo>
                <a:lnTo>
                  <a:pt x="762585" y="128067"/>
                </a:lnTo>
                <a:cubicBezTo>
                  <a:pt x="762452" y="131458"/>
                  <a:pt x="762518" y="134184"/>
                  <a:pt x="762784" y="136246"/>
                </a:cubicBezTo>
                <a:cubicBezTo>
                  <a:pt x="763050" y="138373"/>
                  <a:pt x="763649" y="139969"/>
                  <a:pt x="764580" y="141033"/>
                </a:cubicBezTo>
                <a:cubicBezTo>
                  <a:pt x="765511" y="142097"/>
                  <a:pt x="766973" y="142828"/>
                  <a:pt x="768968" y="143227"/>
                </a:cubicBezTo>
                <a:cubicBezTo>
                  <a:pt x="770830" y="143759"/>
                  <a:pt x="773423" y="144025"/>
                  <a:pt x="776748" y="144025"/>
                </a:cubicBezTo>
                <a:lnTo>
                  <a:pt x="777247" y="147915"/>
                </a:lnTo>
                <a:cubicBezTo>
                  <a:pt x="774321" y="149112"/>
                  <a:pt x="770830" y="150242"/>
                  <a:pt x="766774" y="151306"/>
                </a:cubicBezTo>
                <a:cubicBezTo>
                  <a:pt x="762585" y="152437"/>
                  <a:pt x="759792" y="153002"/>
                  <a:pt x="758396" y="153002"/>
                </a:cubicBezTo>
                <a:cubicBezTo>
                  <a:pt x="751813" y="153068"/>
                  <a:pt x="747325" y="149744"/>
                  <a:pt x="744931" y="143028"/>
                </a:cubicBezTo>
                <a:cubicBezTo>
                  <a:pt x="735555" y="149744"/>
                  <a:pt x="726678" y="153102"/>
                  <a:pt x="718300" y="153102"/>
                </a:cubicBezTo>
                <a:cubicBezTo>
                  <a:pt x="708924" y="153102"/>
                  <a:pt x="701411" y="150808"/>
                  <a:pt x="695759" y="146220"/>
                </a:cubicBezTo>
                <a:cubicBezTo>
                  <a:pt x="690040" y="141764"/>
                  <a:pt x="687214" y="135348"/>
                  <a:pt x="687281" y="126970"/>
                </a:cubicBezTo>
                <a:cubicBezTo>
                  <a:pt x="687281" y="116796"/>
                  <a:pt x="691869" y="109249"/>
                  <a:pt x="701045" y="104329"/>
                </a:cubicBezTo>
                <a:cubicBezTo>
                  <a:pt x="710088" y="99475"/>
                  <a:pt x="724417" y="97048"/>
                  <a:pt x="744033" y="97048"/>
                </a:cubicBezTo>
                <a:lnTo>
                  <a:pt x="744133" y="89268"/>
                </a:lnTo>
                <a:cubicBezTo>
                  <a:pt x="744199" y="81820"/>
                  <a:pt x="742304" y="76301"/>
                  <a:pt x="738448" y="72711"/>
                </a:cubicBezTo>
                <a:cubicBezTo>
                  <a:pt x="734525" y="69120"/>
                  <a:pt x="728607" y="67325"/>
                  <a:pt x="720694" y="67325"/>
                </a:cubicBezTo>
                <a:cubicBezTo>
                  <a:pt x="714576" y="67325"/>
                  <a:pt x="706996" y="68455"/>
                  <a:pt x="697953" y="70716"/>
                </a:cubicBezTo>
                <a:lnTo>
                  <a:pt x="695659" y="64033"/>
                </a:lnTo>
                <a:close/>
                <a:moveTo>
                  <a:pt x="812778" y="68721"/>
                </a:moveTo>
                <a:cubicBezTo>
                  <a:pt x="812379" y="91196"/>
                  <a:pt x="812179" y="109316"/>
                  <a:pt x="812179" y="123080"/>
                </a:cubicBezTo>
                <a:cubicBezTo>
                  <a:pt x="812113" y="129995"/>
                  <a:pt x="813143" y="134749"/>
                  <a:pt x="815271" y="137343"/>
                </a:cubicBezTo>
                <a:cubicBezTo>
                  <a:pt x="817332" y="140069"/>
                  <a:pt x="821256" y="141399"/>
                  <a:pt x="827040" y="141332"/>
                </a:cubicBezTo>
                <a:cubicBezTo>
                  <a:pt x="831629" y="141332"/>
                  <a:pt x="837613" y="140734"/>
                  <a:pt x="844994" y="139537"/>
                </a:cubicBezTo>
                <a:lnTo>
                  <a:pt x="845592" y="144025"/>
                </a:lnTo>
                <a:cubicBezTo>
                  <a:pt x="834089" y="149810"/>
                  <a:pt x="823816" y="152703"/>
                  <a:pt x="814772" y="152703"/>
                </a:cubicBezTo>
                <a:cubicBezTo>
                  <a:pt x="807392" y="152703"/>
                  <a:pt x="801906" y="150741"/>
                  <a:pt x="798315" y="146818"/>
                </a:cubicBezTo>
                <a:cubicBezTo>
                  <a:pt x="794725" y="143028"/>
                  <a:pt x="792929" y="137176"/>
                  <a:pt x="792929" y="129264"/>
                </a:cubicBezTo>
                <a:cubicBezTo>
                  <a:pt x="792863" y="116430"/>
                  <a:pt x="793095" y="96050"/>
                  <a:pt x="793627" y="68123"/>
                </a:cubicBezTo>
                <a:lnTo>
                  <a:pt x="779863" y="64732"/>
                </a:lnTo>
                <a:lnTo>
                  <a:pt x="779265" y="60642"/>
                </a:lnTo>
                <a:lnTo>
                  <a:pt x="794625" y="59346"/>
                </a:lnTo>
                <a:lnTo>
                  <a:pt x="801706" y="35208"/>
                </a:lnTo>
                <a:cubicBezTo>
                  <a:pt x="805497" y="34211"/>
                  <a:pt x="808954" y="33247"/>
                  <a:pt x="812079" y="32316"/>
                </a:cubicBezTo>
                <a:lnTo>
                  <a:pt x="813077" y="33014"/>
                </a:lnTo>
                <a:cubicBezTo>
                  <a:pt x="812877" y="41126"/>
                  <a:pt x="812778" y="48640"/>
                  <a:pt x="812778" y="55555"/>
                </a:cubicBezTo>
                <a:lnTo>
                  <a:pt x="812778" y="59246"/>
                </a:lnTo>
                <a:lnTo>
                  <a:pt x="842799" y="59246"/>
                </a:lnTo>
                <a:lnTo>
                  <a:pt x="842799" y="68721"/>
                </a:lnTo>
                <a:lnTo>
                  <a:pt x="812778" y="68721"/>
                </a:lnTo>
                <a:close/>
                <a:moveTo>
                  <a:pt x="894733" y="20247"/>
                </a:moveTo>
                <a:cubicBezTo>
                  <a:pt x="894733" y="23771"/>
                  <a:pt x="893636" y="26631"/>
                  <a:pt x="891442" y="28825"/>
                </a:cubicBezTo>
                <a:cubicBezTo>
                  <a:pt x="889248" y="31152"/>
                  <a:pt x="886422" y="32283"/>
                  <a:pt x="882964" y="32216"/>
                </a:cubicBezTo>
                <a:cubicBezTo>
                  <a:pt x="879639" y="32283"/>
                  <a:pt x="876946" y="31252"/>
                  <a:pt x="874885" y="29124"/>
                </a:cubicBezTo>
                <a:cubicBezTo>
                  <a:pt x="872757" y="27063"/>
                  <a:pt x="871693" y="24337"/>
                  <a:pt x="871693" y="20946"/>
                </a:cubicBezTo>
                <a:cubicBezTo>
                  <a:pt x="871693" y="17355"/>
                  <a:pt x="872791" y="14496"/>
                  <a:pt x="874985" y="12368"/>
                </a:cubicBezTo>
                <a:cubicBezTo>
                  <a:pt x="877179" y="10307"/>
                  <a:pt x="880072" y="9276"/>
                  <a:pt x="883662" y="9276"/>
                </a:cubicBezTo>
                <a:cubicBezTo>
                  <a:pt x="886854" y="9276"/>
                  <a:pt x="889514" y="10207"/>
                  <a:pt x="891642" y="12069"/>
                </a:cubicBezTo>
                <a:cubicBezTo>
                  <a:pt x="893703" y="14063"/>
                  <a:pt x="894733" y="16790"/>
                  <a:pt x="894733" y="20247"/>
                </a:cubicBezTo>
                <a:moveTo>
                  <a:pt x="861021" y="62537"/>
                </a:moveTo>
                <a:cubicBezTo>
                  <a:pt x="872658" y="60409"/>
                  <a:pt x="883463" y="58082"/>
                  <a:pt x="893437" y="55555"/>
                </a:cubicBezTo>
                <a:lnTo>
                  <a:pt x="894334" y="56254"/>
                </a:lnTo>
                <a:cubicBezTo>
                  <a:pt x="893936" y="64964"/>
                  <a:pt x="893736" y="74473"/>
                  <a:pt x="893736" y="84779"/>
                </a:cubicBezTo>
                <a:lnTo>
                  <a:pt x="893736" y="123080"/>
                </a:lnTo>
                <a:cubicBezTo>
                  <a:pt x="893736" y="131059"/>
                  <a:pt x="893803" y="136578"/>
                  <a:pt x="893936" y="139637"/>
                </a:cubicBezTo>
                <a:cubicBezTo>
                  <a:pt x="894002" y="141499"/>
                  <a:pt x="894833" y="142662"/>
                  <a:pt x="896429" y="143128"/>
                </a:cubicBezTo>
                <a:lnTo>
                  <a:pt x="907999" y="146519"/>
                </a:lnTo>
                <a:lnTo>
                  <a:pt x="908198" y="150608"/>
                </a:lnTo>
                <a:cubicBezTo>
                  <a:pt x="898956" y="150409"/>
                  <a:pt x="891110" y="150309"/>
                  <a:pt x="884660" y="150309"/>
                </a:cubicBezTo>
                <a:cubicBezTo>
                  <a:pt x="878077" y="150309"/>
                  <a:pt x="870297" y="150409"/>
                  <a:pt x="861320" y="150608"/>
                </a:cubicBezTo>
                <a:lnTo>
                  <a:pt x="860921" y="146519"/>
                </a:lnTo>
                <a:lnTo>
                  <a:pt x="872491" y="143128"/>
                </a:lnTo>
                <a:cubicBezTo>
                  <a:pt x="873954" y="142662"/>
                  <a:pt x="874752" y="141382"/>
                  <a:pt x="874885" y="139288"/>
                </a:cubicBezTo>
                <a:cubicBezTo>
                  <a:pt x="875018" y="137193"/>
                  <a:pt x="875118" y="133087"/>
                  <a:pt x="875184" y="126970"/>
                </a:cubicBezTo>
                <a:lnTo>
                  <a:pt x="875184" y="93656"/>
                </a:lnTo>
                <a:cubicBezTo>
                  <a:pt x="875184" y="85012"/>
                  <a:pt x="875051" y="76966"/>
                  <a:pt x="874785" y="69519"/>
                </a:cubicBezTo>
                <a:lnTo>
                  <a:pt x="861520" y="65928"/>
                </a:lnTo>
                <a:lnTo>
                  <a:pt x="861021" y="62537"/>
                </a:lnTo>
                <a:close/>
                <a:moveTo>
                  <a:pt x="946315" y="103231"/>
                </a:moveTo>
                <a:cubicBezTo>
                  <a:pt x="946248" y="115732"/>
                  <a:pt x="948575" y="125839"/>
                  <a:pt x="953296" y="133553"/>
                </a:cubicBezTo>
                <a:cubicBezTo>
                  <a:pt x="957885" y="141465"/>
                  <a:pt x="964767" y="145388"/>
                  <a:pt x="973943" y="145322"/>
                </a:cubicBezTo>
                <a:cubicBezTo>
                  <a:pt x="982454" y="145322"/>
                  <a:pt x="988970" y="141864"/>
                  <a:pt x="993492" y="134949"/>
                </a:cubicBezTo>
                <a:cubicBezTo>
                  <a:pt x="997947" y="128100"/>
                  <a:pt x="1000175" y="117927"/>
                  <a:pt x="1000175" y="104428"/>
                </a:cubicBezTo>
                <a:cubicBezTo>
                  <a:pt x="1000108" y="91795"/>
                  <a:pt x="997747" y="81787"/>
                  <a:pt x="993093" y="74406"/>
                </a:cubicBezTo>
                <a:cubicBezTo>
                  <a:pt x="988372" y="67159"/>
                  <a:pt x="981556" y="63501"/>
                  <a:pt x="972646" y="63435"/>
                </a:cubicBezTo>
                <a:cubicBezTo>
                  <a:pt x="964135" y="63435"/>
                  <a:pt x="957619" y="66726"/>
                  <a:pt x="953097" y="73309"/>
                </a:cubicBezTo>
                <a:cubicBezTo>
                  <a:pt x="948575" y="79892"/>
                  <a:pt x="946315" y="89866"/>
                  <a:pt x="946315" y="103231"/>
                </a:cubicBezTo>
                <a:moveTo>
                  <a:pt x="1020621" y="102334"/>
                </a:moveTo>
                <a:cubicBezTo>
                  <a:pt x="1020621" y="117561"/>
                  <a:pt x="1016033" y="129796"/>
                  <a:pt x="1006857" y="139038"/>
                </a:cubicBezTo>
                <a:cubicBezTo>
                  <a:pt x="997747" y="148414"/>
                  <a:pt x="986111" y="153102"/>
                  <a:pt x="971948" y="153102"/>
                </a:cubicBezTo>
                <a:cubicBezTo>
                  <a:pt x="958184" y="153168"/>
                  <a:pt x="947079" y="148746"/>
                  <a:pt x="938635" y="139836"/>
                </a:cubicBezTo>
                <a:cubicBezTo>
                  <a:pt x="930123" y="131126"/>
                  <a:pt x="925868" y="119622"/>
                  <a:pt x="925868" y="105326"/>
                </a:cubicBezTo>
                <a:cubicBezTo>
                  <a:pt x="925868" y="90697"/>
                  <a:pt x="930323" y="78728"/>
                  <a:pt x="939233" y="69419"/>
                </a:cubicBezTo>
                <a:cubicBezTo>
                  <a:pt x="948077" y="60177"/>
                  <a:pt x="959846" y="55555"/>
                  <a:pt x="974541" y="55555"/>
                </a:cubicBezTo>
                <a:cubicBezTo>
                  <a:pt x="988305" y="55622"/>
                  <a:pt x="999443" y="59878"/>
                  <a:pt x="1007954" y="68322"/>
                </a:cubicBezTo>
                <a:cubicBezTo>
                  <a:pt x="1016399" y="76966"/>
                  <a:pt x="1020621" y="88304"/>
                  <a:pt x="1020621" y="102334"/>
                </a:cubicBezTo>
                <a:close/>
                <a:moveTo>
                  <a:pt x="1033864" y="62537"/>
                </a:moveTo>
                <a:cubicBezTo>
                  <a:pt x="1045035" y="60476"/>
                  <a:pt x="1055574" y="58149"/>
                  <a:pt x="1065482" y="55555"/>
                </a:cubicBezTo>
                <a:lnTo>
                  <a:pt x="1066479" y="56254"/>
                </a:lnTo>
                <a:lnTo>
                  <a:pt x="1066479" y="67824"/>
                </a:lnTo>
                <a:cubicBezTo>
                  <a:pt x="1078049" y="59645"/>
                  <a:pt x="1088854" y="55555"/>
                  <a:pt x="1098895" y="55555"/>
                </a:cubicBezTo>
                <a:cubicBezTo>
                  <a:pt x="1108270" y="55555"/>
                  <a:pt x="1115651" y="58182"/>
                  <a:pt x="1121037" y="63435"/>
                </a:cubicBezTo>
                <a:cubicBezTo>
                  <a:pt x="1126423" y="68821"/>
                  <a:pt x="1129116" y="76335"/>
                  <a:pt x="1129116" y="85976"/>
                </a:cubicBezTo>
                <a:lnTo>
                  <a:pt x="1129116" y="121185"/>
                </a:lnTo>
                <a:cubicBezTo>
                  <a:pt x="1129116" y="129496"/>
                  <a:pt x="1129183" y="135647"/>
                  <a:pt x="1129316" y="139637"/>
                </a:cubicBezTo>
                <a:cubicBezTo>
                  <a:pt x="1129316" y="141499"/>
                  <a:pt x="1130180" y="142662"/>
                  <a:pt x="1131909" y="143128"/>
                </a:cubicBezTo>
                <a:lnTo>
                  <a:pt x="1142980" y="146519"/>
                </a:lnTo>
                <a:lnTo>
                  <a:pt x="1143180" y="150608"/>
                </a:lnTo>
                <a:cubicBezTo>
                  <a:pt x="1134336" y="150409"/>
                  <a:pt x="1126689" y="150309"/>
                  <a:pt x="1120239" y="150309"/>
                </a:cubicBezTo>
                <a:cubicBezTo>
                  <a:pt x="1113656" y="150309"/>
                  <a:pt x="1106375" y="150409"/>
                  <a:pt x="1098396" y="150608"/>
                </a:cubicBezTo>
                <a:lnTo>
                  <a:pt x="1097997" y="146519"/>
                </a:lnTo>
                <a:lnTo>
                  <a:pt x="1107971" y="143626"/>
                </a:lnTo>
                <a:cubicBezTo>
                  <a:pt x="1109434" y="143161"/>
                  <a:pt x="1110265" y="142130"/>
                  <a:pt x="1110465" y="140534"/>
                </a:cubicBezTo>
                <a:cubicBezTo>
                  <a:pt x="1110531" y="139670"/>
                  <a:pt x="1110564" y="137575"/>
                  <a:pt x="1110564" y="134251"/>
                </a:cubicBezTo>
                <a:lnTo>
                  <a:pt x="1110564" y="90764"/>
                </a:lnTo>
                <a:cubicBezTo>
                  <a:pt x="1110498" y="82585"/>
                  <a:pt x="1108536" y="76700"/>
                  <a:pt x="1104680" y="73110"/>
                </a:cubicBezTo>
                <a:cubicBezTo>
                  <a:pt x="1100757" y="69652"/>
                  <a:pt x="1095005" y="67890"/>
                  <a:pt x="1087425" y="67824"/>
                </a:cubicBezTo>
                <a:cubicBezTo>
                  <a:pt x="1080642" y="67824"/>
                  <a:pt x="1073694" y="69752"/>
                  <a:pt x="1066579" y="73608"/>
                </a:cubicBezTo>
                <a:lnTo>
                  <a:pt x="1066579" y="117195"/>
                </a:lnTo>
                <a:cubicBezTo>
                  <a:pt x="1066579" y="125573"/>
                  <a:pt x="1066645" y="133187"/>
                  <a:pt x="1066778" y="140036"/>
                </a:cubicBezTo>
                <a:cubicBezTo>
                  <a:pt x="1066778" y="141831"/>
                  <a:pt x="1067543" y="142961"/>
                  <a:pt x="1069072" y="143427"/>
                </a:cubicBezTo>
                <a:lnTo>
                  <a:pt x="1079445" y="146519"/>
                </a:lnTo>
                <a:lnTo>
                  <a:pt x="1079645" y="150608"/>
                </a:lnTo>
                <a:cubicBezTo>
                  <a:pt x="1071333" y="150409"/>
                  <a:pt x="1063952" y="150309"/>
                  <a:pt x="1057502" y="150309"/>
                </a:cubicBezTo>
                <a:cubicBezTo>
                  <a:pt x="1050853" y="150309"/>
                  <a:pt x="1043107" y="150409"/>
                  <a:pt x="1034263" y="150608"/>
                </a:cubicBezTo>
                <a:lnTo>
                  <a:pt x="1033864" y="146519"/>
                </a:lnTo>
                <a:lnTo>
                  <a:pt x="1045633" y="143128"/>
                </a:lnTo>
                <a:cubicBezTo>
                  <a:pt x="1047030" y="142596"/>
                  <a:pt x="1047794" y="141565"/>
                  <a:pt x="1047927" y="140036"/>
                </a:cubicBezTo>
                <a:cubicBezTo>
                  <a:pt x="1047994" y="135780"/>
                  <a:pt x="1048027" y="131691"/>
                  <a:pt x="1048027" y="127768"/>
                </a:cubicBezTo>
                <a:lnTo>
                  <a:pt x="1048027" y="93756"/>
                </a:lnTo>
                <a:cubicBezTo>
                  <a:pt x="1048027" y="85112"/>
                  <a:pt x="1047894" y="77033"/>
                  <a:pt x="1047628" y="69519"/>
                </a:cubicBezTo>
                <a:lnTo>
                  <a:pt x="1034363" y="65928"/>
                </a:lnTo>
                <a:lnTo>
                  <a:pt x="1033864" y="62537"/>
                </a:lnTo>
                <a:close/>
                <a:moveTo>
                  <a:pt x="1210734" y="65629"/>
                </a:moveTo>
                <a:cubicBezTo>
                  <a:pt x="1206811" y="64565"/>
                  <a:pt x="1202157" y="64033"/>
                  <a:pt x="1196771" y="64033"/>
                </a:cubicBezTo>
                <a:cubicBezTo>
                  <a:pt x="1191385" y="64033"/>
                  <a:pt x="1186830" y="65230"/>
                  <a:pt x="1183106" y="67624"/>
                </a:cubicBezTo>
                <a:cubicBezTo>
                  <a:pt x="1179183" y="70151"/>
                  <a:pt x="1177255" y="73476"/>
                  <a:pt x="1177321" y="77598"/>
                </a:cubicBezTo>
                <a:cubicBezTo>
                  <a:pt x="1177321" y="81721"/>
                  <a:pt x="1178585" y="84912"/>
                  <a:pt x="1181111" y="87173"/>
                </a:cubicBezTo>
                <a:cubicBezTo>
                  <a:pt x="1183572" y="89500"/>
                  <a:pt x="1188193" y="91795"/>
                  <a:pt x="1194975" y="94055"/>
                </a:cubicBezTo>
                <a:lnTo>
                  <a:pt x="1203154" y="96848"/>
                </a:lnTo>
                <a:cubicBezTo>
                  <a:pt x="1212330" y="99973"/>
                  <a:pt x="1219079" y="103531"/>
                  <a:pt x="1223401" y="107520"/>
                </a:cubicBezTo>
                <a:cubicBezTo>
                  <a:pt x="1227657" y="111643"/>
                  <a:pt x="1229785" y="117644"/>
                  <a:pt x="1229785" y="125523"/>
                </a:cubicBezTo>
                <a:cubicBezTo>
                  <a:pt x="1229785" y="133403"/>
                  <a:pt x="1226194" y="139936"/>
                  <a:pt x="1219013" y="145122"/>
                </a:cubicBezTo>
                <a:cubicBezTo>
                  <a:pt x="1211831" y="150442"/>
                  <a:pt x="1202755" y="153102"/>
                  <a:pt x="1191784" y="153102"/>
                </a:cubicBezTo>
                <a:cubicBezTo>
                  <a:pt x="1181676" y="153102"/>
                  <a:pt x="1171337" y="151040"/>
                  <a:pt x="1160764" y="146918"/>
                </a:cubicBezTo>
                <a:cubicBezTo>
                  <a:pt x="1163025" y="138340"/>
                  <a:pt x="1164854" y="129895"/>
                  <a:pt x="1166250" y="121584"/>
                </a:cubicBezTo>
                <a:lnTo>
                  <a:pt x="1170140" y="120985"/>
                </a:lnTo>
                <a:lnTo>
                  <a:pt x="1177321" y="142429"/>
                </a:lnTo>
                <a:cubicBezTo>
                  <a:pt x="1181045" y="143959"/>
                  <a:pt x="1185866" y="144690"/>
                  <a:pt x="1191784" y="144624"/>
                </a:cubicBezTo>
                <a:cubicBezTo>
                  <a:pt x="1197967" y="144624"/>
                  <a:pt x="1202921" y="143360"/>
                  <a:pt x="1206645" y="140834"/>
                </a:cubicBezTo>
                <a:cubicBezTo>
                  <a:pt x="1210302" y="138373"/>
                  <a:pt x="1212131" y="134816"/>
                  <a:pt x="1212131" y="130161"/>
                </a:cubicBezTo>
                <a:cubicBezTo>
                  <a:pt x="1212131" y="125972"/>
                  <a:pt x="1210900" y="122614"/>
                  <a:pt x="1208440" y="120088"/>
                </a:cubicBezTo>
                <a:cubicBezTo>
                  <a:pt x="1205913" y="117627"/>
                  <a:pt x="1201924" y="115499"/>
                  <a:pt x="1196471" y="113704"/>
                </a:cubicBezTo>
                <a:lnTo>
                  <a:pt x="1186098" y="110213"/>
                </a:lnTo>
                <a:cubicBezTo>
                  <a:pt x="1177122" y="107288"/>
                  <a:pt x="1170938" y="103664"/>
                  <a:pt x="1167547" y="99342"/>
                </a:cubicBezTo>
                <a:cubicBezTo>
                  <a:pt x="1164022" y="95219"/>
                  <a:pt x="1162294" y="89999"/>
                  <a:pt x="1162360" y="83682"/>
                </a:cubicBezTo>
                <a:cubicBezTo>
                  <a:pt x="1162294" y="75038"/>
                  <a:pt x="1165618" y="68156"/>
                  <a:pt x="1172334" y="63036"/>
                </a:cubicBezTo>
                <a:cubicBezTo>
                  <a:pt x="1178851" y="58049"/>
                  <a:pt x="1187561" y="55555"/>
                  <a:pt x="1198466" y="55555"/>
                </a:cubicBezTo>
                <a:cubicBezTo>
                  <a:pt x="1208507" y="55622"/>
                  <a:pt x="1217683" y="57085"/>
                  <a:pt x="1225995" y="59944"/>
                </a:cubicBezTo>
                <a:cubicBezTo>
                  <a:pt x="1224066" y="67524"/>
                  <a:pt x="1222371" y="75537"/>
                  <a:pt x="1220908" y="83981"/>
                </a:cubicBezTo>
                <a:lnTo>
                  <a:pt x="1217118" y="84680"/>
                </a:lnTo>
                <a:lnTo>
                  <a:pt x="1210734" y="65629"/>
                </a:lnTo>
                <a:close/>
                <a:moveTo>
                  <a:pt x="1397878" y="45482"/>
                </a:moveTo>
                <a:lnTo>
                  <a:pt x="1393888" y="46080"/>
                </a:lnTo>
                <a:lnTo>
                  <a:pt x="1387006" y="19948"/>
                </a:lnTo>
                <a:cubicBezTo>
                  <a:pt x="1378828" y="17887"/>
                  <a:pt x="1371214" y="16823"/>
                  <a:pt x="1364166" y="16756"/>
                </a:cubicBezTo>
                <a:cubicBezTo>
                  <a:pt x="1347476" y="16756"/>
                  <a:pt x="1334510" y="22375"/>
                  <a:pt x="1325267" y="33613"/>
                </a:cubicBezTo>
                <a:cubicBezTo>
                  <a:pt x="1315958" y="44916"/>
                  <a:pt x="1311303" y="60476"/>
                  <a:pt x="1311303" y="80291"/>
                </a:cubicBezTo>
                <a:cubicBezTo>
                  <a:pt x="1311303" y="100372"/>
                  <a:pt x="1316357" y="116264"/>
                  <a:pt x="1326464" y="127967"/>
                </a:cubicBezTo>
                <a:cubicBezTo>
                  <a:pt x="1336637" y="139869"/>
                  <a:pt x="1350302" y="145787"/>
                  <a:pt x="1367457" y="145721"/>
                </a:cubicBezTo>
                <a:cubicBezTo>
                  <a:pt x="1373109" y="145787"/>
                  <a:pt x="1378761" y="145056"/>
                  <a:pt x="1384413" y="143527"/>
                </a:cubicBezTo>
                <a:lnTo>
                  <a:pt x="1384413" y="116896"/>
                </a:lnTo>
                <a:cubicBezTo>
                  <a:pt x="1384413" y="113638"/>
                  <a:pt x="1384413" y="110612"/>
                  <a:pt x="1384413" y="107819"/>
                </a:cubicBezTo>
                <a:cubicBezTo>
                  <a:pt x="1384280" y="105160"/>
                  <a:pt x="1384214" y="102666"/>
                  <a:pt x="1384214" y="100339"/>
                </a:cubicBezTo>
                <a:cubicBezTo>
                  <a:pt x="1384081" y="98677"/>
                  <a:pt x="1383283" y="97579"/>
                  <a:pt x="1381820" y="97048"/>
                </a:cubicBezTo>
                <a:lnTo>
                  <a:pt x="1369452" y="93158"/>
                </a:lnTo>
                <a:lnTo>
                  <a:pt x="1369253" y="88869"/>
                </a:lnTo>
                <a:cubicBezTo>
                  <a:pt x="1377764" y="89068"/>
                  <a:pt x="1385976" y="89168"/>
                  <a:pt x="1393888" y="89168"/>
                </a:cubicBezTo>
                <a:cubicBezTo>
                  <a:pt x="1401868" y="89168"/>
                  <a:pt x="1409614" y="89068"/>
                  <a:pt x="1417128" y="88869"/>
                </a:cubicBezTo>
                <a:lnTo>
                  <a:pt x="1417627" y="93158"/>
                </a:lnTo>
                <a:lnTo>
                  <a:pt x="1406755" y="96349"/>
                </a:lnTo>
                <a:cubicBezTo>
                  <a:pt x="1405093" y="96948"/>
                  <a:pt x="1404212" y="98294"/>
                  <a:pt x="1404112" y="100389"/>
                </a:cubicBezTo>
                <a:cubicBezTo>
                  <a:pt x="1404012" y="102483"/>
                  <a:pt x="1403995" y="104861"/>
                  <a:pt x="1404062" y="107520"/>
                </a:cubicBezTo>
                <a:cubicBezTo>
                  <a:pt x="1403929" y="110313"/>
                  <a:pt x="1403896" y="113305"/>
                  <a:pt x="1403962" y="116497"/>
                </a:cubicBezTo>
                <a:lnTo>
                  <a:pt x="1403962" y="148414"/>
                </a:lnTo>
                <a:lnTo>
                  <a:pt x="1403364" y="149112"/>
                </a:lnTo>
                <a:cubicBezTo>
                  <a:pt x="1389799" y="152437"/>
                  <a:pt x="1377332" y="154066"/>
                  <a:pt x="1365961" y="153999"/>
                </a:cubicBezTo>
                <a:cubicBezTo>
                  <a:pt x="1342489" y="153999"/>
                  <a:pt x="1323904" y="147815"/>
                  <a:pt x="1310206" y="135448"/>
                </a:cubicBezTo>
                <a:cubicBezTo>
                  <a:pt x="1296309" y="123080"/>
                  <a:pt x="1289394" y="105825"/>
                  <a:pt x="1289460" y="83682"/>
                </a:cubicBezTo>
                <a:cubicBezTo>
                  <a:pt x="1289460" y="60144"/>
                  <a:pt x="1296641" y="41692"/>
                  <a:pt x="1311004" y="28326"/>
                </a:cubicBezTo>
                <a:cubicBezTo>
                  <a:pt x="1325300" y="15094"/>
                  <a:pt x="1344883" y="8445"/>
                  <a:pt x="1369751" y="8378"/>
                </a:cubicBezTo>
                <a:cubicBezTo>
                  <a:pt x="1380390" y="8445"/>
                  <a:pt x="1391628" y="9808"/>
                  <a:pt x="1403464" y="12468"/>
                </a:cubicBezTo>
                <a:lnTo>
                  <a:pt x="1404062" y="13265"/>
                </a:lnTo>
                <a:lnTo>
                  <a:pt x="1397878" y="45482"/>
                </a:lnTo>
                <a:close/>
                <a:moveTo>
                  <a:pt x="1500396" y="141532"/>
                </a:moveTo>
                <a:cubicBezTo>
                  <a:pt x="1490023" y="149245"/>
                  <a:pt x="1479617" y="153102"/>
                  <a:pt x="1469177" y="153102"/>
                </a:cubicBezTo>
                <a:cubicBezTo>
                  <a:pt x="1458738" y="153102"/>
                  <a:pt x="1450925" y="150442"/>
                  <a:pt x="1445738" y="145122"/>
                </a:cubicBezTo>
                <a:cubicBezTo>
                  <a:pt x="1440419" y="139869"/>
                  <a:pt x="1437792" y="132389"/>
                  <a:pt x="1437859" y="122681"/>
                </a:cubicBezTo>
                <a:lnTo>
                  <a:pt x="1437859" y="101536"/>
                </a:lnTo>
                <a:cubicBezTo>
                  <a:pt x="1437859" y="87306"/>
                  <a:pt x="1437726" y="76634"/>
                  <a:pt x="1437460" y="69519"/>
                </a:cubicBezTo>
                <a:lnTo>
                  <a:pt x="1424194" y="65928"/>
                </a:lnTo>
                <a:lnTo>
                  <a:pt x="1423695" y="62537"/>
                </a:lnTo>
                <a:cubicBezTo>
                  <a:pt x="1435332" y="60476"/>
                  <a:pt x="1446137" y="58149"/>
                  <a:pt x="1456111" y="55555"/>
                </a:cubicBezTo>
                <a:lnTo>
                  <a:pt x="1457009" y="56254"/>
                </a:lnTo>
                <a:cubicBezTo>
                  <a:pt x="1456610" y="64033"/>
                  <a:pt x="1456410" y="74041"/>
                  <a:pt x="1456410" y="86276"/>
                </a:cubicBezTo>
                <a:lnTo>
                  <a:pt x="1456410" y="117993"/>
                </a:lnTo>
                <a:cubicBezTo>
                  <a:pt x="1456410" y="126105"/>
                  <a:pt x="1458305" y="131923"/>
                  <a:pt x="1462095" y="135448"/>
                </a:cubicBezTo>
                <a:cubicBezTo>
                  <a:pt x="1465819" y="139171"/>
                  <a:pt x="1471172" y="141000"/>
                  <a:pt x="1478154" y="140933"/>
                </a:cubicBezTo>
                <a:cubicBezTo>
                  <a:pt x="1485003" y="141000"/>
                  <a:pt x="1492051" y="139171"/>
                  <a:pt x="1499299" y="135448"/>
                </a:cubicBezTo>
                <a:lnTo>
                  <a:pt x="1499299" y="92958"/>
                </a:lnTo>
                <a:cubicBezTo>
                  <a:pt x="1499299" y="83716"/>
                  <a:pt x="1499166" y="75903"/>
                  <a:pt x="1498900" y="69519"/>
                </a:cubicBezTo>
                <a:lnTo>
                  <a:pt x="1485734" y="65928"/>
                </a:lnTo>
                <a:lnTo>
                  <a:pt x="1485235" y="62537"/>
                </a:lnTo>
                <a:cubicBezTo>
                  <a:pt x="1496805" y="60476"/>
                  <a:pt x="1507577" y="58149"/>
                  <a:pt x="1517551" y="55555"/>
                </a:cubicBezTo>
                <a:lnTo>
                  <a:pt x="1518449" y="56254"/>
                </a:lnTo>
                <a:cubicBezTo>
                  <a:pt x="1518050" y="64233"/>
                  <a:pt x="1517850" y="74440"/>
                  <a:pt x="1517850" y="86874"/>
                </a:cubicBezTo>
                <a:cubicBezTo>
                  <a:pt x="1517850" y="111078"/>
                  <a:pt x="1517917" y="125806"/>
                  <a:pt x="1518050" y="131059"/>
                </a:cubicBezTo>
                <a:cubicBezTo>
                  <a:pt x="1518116" y="133785"/>
                  <a:pt x="1518316" y="135980"/>
                  <a:pt x="1518648" y="137642"/>
                </a:cubicBezTo>
                <a:cubicBezTo>
                  <a:pt x="1518914" y="139371"/>
                  <a:pt x="1519513" y="140684"/>
                  <a:pt x="1520444" y="141582"/>
                </a:cubicBezTo>
                <a:cubicBezTo>
                  <a:pt x="1521375" y="142479"/>
                  <a:pt x="1522804" y="143061"/>
                  <a:pt x="1524732" y="143327"/>
                </a:cubicBezTo>
                <a:cubicBezTo>
                  <a:pt x="1526461" y="143726"/>
                  <a:pt x="1528888" y="143959"/>
                  <a:pt x="1532014" y="144025"/>
                </a:cubicBezTo>
                <a:lnTo>
                  <a:pt x="1532512" y="147915"/>
                </a:lnTo>
                <a:cubicBezTo>
                  <a:pt x="1529387" y="149112"/>
                  <a:pt x="1525863" y="150242"/>
                  <a:pt x="1521940" y="151306"/>
                </a:cubicBezTo>
                <a:cubicBezTo>
                  <a:pt x="1517950" y="152437"/>
                  <a:pt x="1515224" y="153002"/>
                  <a:pt x="1513761" y="153002"/>
                </a:cubicBezTo>
                <a:cubicBezTo>
                  <a:pt x="1507045" y="153068"/>
                  <a:pt x="1502590" y="149245"/>
                  <a:pt x="1500396" y="141532"/>
                </a:cubicBezTo>
                <a:close/>
                <a:moveTo>
                  <a:pt x="1570391" y="20247"/>
                </a:moveTo>
                <a:cubicBezTo>
                  <a:pt x="1570391" y="23771"/>
                  <a:pt x="1569294" y="26631"/>
                  <a:pt x="1567099" y="28825"/>
                </a:cubicBezTo>
                <a:cubicBezTo>
                  <a:pt x="1564905" y="31152"/>
                  <a:pt x="1562079" y="32283"/>
                  <a:pt x="1558621" y="32216"/>
                </a:cubicBezTo>
                <a:cubicBezTo>
                  <a:pt x="1555297" y="32283"/>
                  <a:pt x="1552604" y="31252"/>
                  <a:pt x="1550542" y="29124"/>
                </a:cubicBezTo>
                <a:cubicBezTo>
                  <a:pt x="1548415" y="27063"/>
                  <a:pt x="1547351" y="24337"/>
                  <a:pt x="1547351" y="20946"/>
                </a:cubicBezTo>
                <a:cubicBezTo>
                  <a:pt x="1547351" y="17355"/>
                  <a:pt x="1548448" y="14496"/>
                  <a:pt x="1550642" y="12368"/>
                </a:cubicBezTo>
                <a:cubicBezTo>
                  <a:pt x="1552836" y="10307"/>
                  <a:pt x="1555729" y="9276"/>
                  <a:pt x="1559320" y="9276"/>
                </a:cubicBezTo>
                <a:cubicBezTo>
                  <a:pt x="1562511" y="9276"/>
                  <a:pt x="1565171" y="10207"/>
                  <a:pt x="1567299" y="12069"/>
                </a:cubicBezTo>
                <a:cubicBezTo>
                  <a:pt x="1569360" y="14063"/>
                  <a:pt x="1570391" y="16790"/>
                  <a:pt x="1570391" y="20247"/>
                </a:cubicBezTo>
                <a:moveTo>
                  <a:pt x="1536678" y="62537"/>
                </a:moveTo>
                <a:cubicBezTo>
                  <a:pt x="1548315" y="60409"/>
                  <a:pt x="1559120" y="58082"/>
                  <a:pt x="1569094" y="55555"/>
                </a:cubicBezTo>
                <a:lnTo>
                  <a:pt x="1569992" y="56254"/>
                </a:lnTo>
                <a:cubicBezTo>
                  <a:pt x="1569593" y="64964"/>
                  <a:pt x="1569393" y="74473"/>
                  <a:pt x="1569393" y="84779"/>
                </a:cubicBezTo>
                <a:lnTo>
                  <a:pt x="1569393" y="123080"/>
                </a:lnTo>
                <a:cubicBezTo>
                  <a:pt x="1569393" y="131059"/>
                  <a:pt x="1569460" y="136578"/>
                  <a:pt x="1569593" y="139637"/>
                </a:cubicBezTo>
                <a:cubicBezTo>
                  <a:pt x="1569659" y="141499"/>
                  <a:pt x="1570491" y="142662"/>
                  <a:pt x="1572086" y="143128"/>
                </a:cubicBezTo>
                <a:lnTo>
                  <a:pt x="1583656" y="146519"/>
                </a:lnTo>
                <a:lnTo>
                  <a:pt x="1583856" y="150608"/>
                </a:lnTo>
                <a:cubicBezTo>
                  <a:pt x="1574613" y="150409"/>
                  <a:pt x="1566767" y="150309"/>
                  <a:pt x="1560317" y="150309"/>
                </a:cubicBezTo>
                <a:cubicBezTo>
                  <a:pt x="1553734" y="150309"/>
                  <a:pt x="1545954" y="150409"/>
                  <a:pt x="1536978" y="150608"/>
                </a:cubicBezTo>
                <a:lnTo>
                  <a:pt x="1536579" y="146519"/>
                </a:lnTo>
                <a:lnTo>
                  <a:pt x="1548149" y="143128"/>
                </a:lnTo>
                <a:cubicBezTo>
                  <a:pt x="1549611" y="142662"/>
                  <a:pt x="1550409" y="141382"/>
                  <a:pt x="1550542" y="139288"/>
                </a:cubicBezTo>
                <a:cubicBezTo>
                  <a:pt x="1550675" y="137193"/>
                  <a:pt x="1550775" y="133087"/>
                  <a:pt x="1550842" y="126970"/>
                </a:cubicBezTo>
                <a:lnTo>
                  <a:pt x="1550842" y="93656"/>
                </a:lnTo>
                <a:cubicBezTo>
                  <a:pt x="1550842" y="85012"/>
                  <a:pt x="1550709" y="76966"/>
                  <a:pt x="1550443" y="69519"/>
                </a:cubicBezTo>
                <a:lnTo>
                  <a:pt x="1537177" y="65928"/>
                </a:lnTo>
                <a:lnTo>
                  <a:pt x="1536678" y="62537"/>
                </a:lnTo>
                <a:close/>
                <a:moveTo>
                  <a:pt x="1671243" y="66527"/>
                </a:moveTo>
                <a:cubicBezTo>
                  <a:pt x="1666788" y="65131"/>
                  <a:pt x="1661868" y="64432"/>
                  <a:pt x="1656482" y="64432"/>
                </a:cubicBezTo>
                <a:cubicBezTo>
                  <a:pt x="1645111" y="64432"/>
                  <a:pt x="1636501" y="67657"/>
                  <a:pt x="1630649" y="74107"/>
                </a:cubicBezTo>
                <a:cubicBezTo>
                  <a:pt x="1624731" y="80624"/>
                  <a:pt x="1621772" y="90465"/>
                  <a:pt x="1621772" y="103630"/>
                </a:cubicBezTo>
                <a:cubicBezTo>
                  <a:pt x="1621706" y="115001"/>
                  <a:pt x="1624332" y="124077"/>
                  <a:pt x="1629652" y="130860"/>
                </a:cubicBezTo>
                <a:cubicBezTo>
                  <a:pt x="1634905" y="137775"/>
                  <a:pt x="1642319" y="141199"/>
                  <a:pt x="1651894" y="141133"/>
                </a:cubicBezTo>
                <a:cubicBezTo>
                  <a:pt x="1658078" y="141199"/>
                  <a:pt x="1664528" y="139470"/>
                  <a:pt x="1671243" y="135946"/>
                </a:cubicBezTo>
                <a:lnTo>
                  <a:pt x="1671243" y="66527"/>
                </a:lnTo>
                <a:moveTo>
                  <a:pt x="1656881" y="7082"/>
                </a:moveTo>
                <a:cubicBezTo>
                  <a:pt x="1668717" y="4887"/>
                  <a:pt x="1679588" y="2527"/>
                  <a:pt x="1689496" y="0"/>
                </a:cubicBezTo>
                <a:lnTo>
                  <a:pt x="1690394" y="798"/>
                </a:lnTo>
                <a:cubicBezTo>
                  <a:pt x="1689995" y="15094"/>
                  <a:pt x="1689795" y="30388"/>
                  <a:pt x="1689795" y="46679"/>
                </a:cubicBezTo>
                <a:lnTo>
                  <a:pt x="1689795" y="100937"/>
                </a:lnTo>
                <a:cubicBezTo>
                  <a:pt x="1689729" y="110114"/>
                  <a:pt x="1689762" y="119190"/>
                  <a:pt x="1689895" y="128167"/>
                </a:cubicBezTo>
                <a:cubicBezTo>
                  <a:pt x="1689828" y="131558"/>
                  <a:pt x="1689961" y="134284"/>
                  <a:pt x="1690294" y="136345"/>
                </a:cubicBezTo>
                <a:cubicBezTo>
                  <a:pt x="1690493" y="138473"/>
                  <a:pt x="1691042" y="140069"/>
                  <a:pt x="1691940" y="141133"/>
                </a:cubicBezTo>
                <a:cubicBezTo>
                  <a:pt x="1692837" y="142197"/>
                  <a:pt x="1694250" y="142928"/>
                  <a:pt x="1696179" y="143327"/>
                </a:cubicBezTo>
                <a:cubicBezTo>
                  <a:pt x="1697974" y="143726"/>
                  <a:pt x="1700534" y="143959"/>
                  <a:pt x="1703859" y="144025"/>
                </a:cubicBezTo>
                <a:lnTo>
                  <a:pt x="1704357" y="147915"/>
                </a:lnTo>
                <a:cubicBezTo>
                  <a:pt x="1701365" y="149112"/>
                  <a:pt x="1697841" y="150242"/>
                  <a:pt x="1693785" y="151306"/>
                </a:cubicBezTo>
                <a:cubicBezTo>
                  <a:pt x="1689662" y="152437"/>
                  <a:pt x="1686903" y="153002"/>
                  <a:pt x="1685506" y="153002"/>
                </a:cubicBezTo>
                <a:cubicBezTo>
                  <a:pt x="1678724" y="153002"/>
                  <a:pt x="1674202" y="149212"/>
                  <a:pt x="1671942" y="141632"/>
                </a:cubicBezTo>
                <a:cubicBezTo>
                  <a:pt x="1661569" y="149345"/>
                  <a:pt x="1651528" y="153168"/>
                  <a:pt x="1641820" y="153102"/>
                </a:cubicBezTo>
                <a:cubicBezTo>
                  <a:pt x="1629452" y="153102"/>
                  <a:pt x="1619644" y="148713"/>
                  <a:pt x="1612397" y="139936"/>
                </a:cubicBezTo>
                <a:cubicBezTo>
                  <a:pt x="1605016" y="131292"/>
                  <a:pt x="1601325" y="120553"/>
                  <a:pt x="1601325" y="107720"/>
                </a:cubicBezTo>
                <a:cubicBezTo>
                  <a:pt x="1601325" y="91296"/>
                  <a:pt x="1606213" y="78529"/>
                  <a:pt x="1615987" y="69419"/>
                </a:cubicBezTo>
                <a:cubicBezTo>
                  <a:pt x="1625762" y="60376"/>
                  <a:pt x="1639426" y="55855"/>
                  <a:pt x="1656981" y="55855"/>
                </a:cubicBezTo>
                <a:cubicBezTo>
                  <a:pt x="1661170" y="55921"/>
                  <a:pt x="1665924" y="56387"/>
                  <a:pt x="1671243" y="57251"/>
                </a:cubicBezTo>
                <a:cubicBezTo>
                  <a:pt x="1671243" y="42622"/>
                  <a:pt x="1671110" y="28326"/>
                  <a:pt x="1670844" y="14363"/>
                </a:cubicBezTo>
                <a:lnTo>
                  <a:pt x="1657380" y="10373"/>
                </a:lnTo>
                <a:lnTo>
                  <a:pt x="1656881" y="7082"/>
                </a:lnTo>
                <a:close/>
                <a:moveTo>
                  <a:pt x="1794699" y="143227"/>
                </a:moveTo>
                <a:cubicBezTo>
                  <a:pt x="1788981" y="146818"/>
                  <a:pt x="1783163" y="149345"/>
                  <a:pt x="1777245" y="150808"/>
                </a:cubicBezTo>
                <a:cubicBezTo>
                  <a:pt x="1771194" y="152337"/>
                  <a:pt x="1765642" y="153102"/>
                  <a:pt x="1760588" y="153102"/>
                </a:cubicBezTo>
                <a:cubicBezTo>
                  <a:pt x="1745893" y="153102"/>
                  <a:pt x="1734090" y="148913"/>
                  <a:pt x="1725180" y="140534"/>
                </a:cubicBezTo>
                <a:cubicBezTo>
                  <a:pt x="1716071" y="132289"/>
                  <a:pt x="1711549" y="120719"/>
                  <a:pt x="1711615" y="105825"/>
                </a:cubicBezTo>
                <a:cubicBezTo>
                  <a:pt x="1711615" y="91063"/>
                  <a:pt x="1715805" y="78994"/>
                  <a:pt x="1724183" y="69619"/>
                </a:cubicBezTo>
                <a:cubicBezTo>
                  <a:pt x="1732561" y="60243"/>
                  <a:pt x="1743798" y="55555"/>
                  <a:pt x="1757895" y="55555"/>
                </a:cubicBezTo>
                <a:cubicBezTo>
                  <a:pt x="1769664" y="55555"/>
                  <a:pt x="1778841" y="59046"/>
                  <a:pt x="1785423" y="66028"/>
                </a:cubicBezTo>
                <a:cubicBezTo>
                  <a:pt x="1792006" y="73143"/>
                  <a:pt x="1795298" y="82851"/>
                  <a:pt x="1795298" y="95152"/>
                </a:cubicBezTo>
                <a:cubicBezTo>
                  <a:pt x="1795298" y="97081"/>
                  <a:pt x="1795198" y="98976"/>
                  <a:pt x="1794999" y="100838"/>
                </a:cubicBezTo>
                <a:lnTo>
                  <a:pt x="1732062" y="100838"/>
                </a:lnTo>
                <a:cubicBezTo>
                  <a:pt x="1732062" y="115200"/>
                  <a:pt x="1735420" y="125407"/>
                  <a:pt x="1742136" y="131458"/>
                </a:cubicBezTo>
                <a:cubicBezTo>
                  <a:pt x="1748785" y="137642"/>
                  <a:pt x="1759291" y="140734"/>
                  <a:pt x="1773654" y="140734"/>
                </a:cubicBezTo>
                <a:cubicBezTo>
                  <a:pt x="1779971" y="140734"/>
                  <a:pt x="1786787" y="140135"/>
                  <a:pt x="1794101" y="138939"/>
                </a:cubicBezTo>
                <a:lnTo>
                  <a:pt x="1794699" y="143227"/>
                </a:lnTo>
                <a:moveTo>
                  <a:pt x="1774851" y="92559"/>
                </a:moveTo>
                <a:lnTo>
                  <a:pt x="1774851" y="89567"/>
                </a:lnTo>
                <a:cubicBezTo>
                  <a:pt x="1774851" y="80191"/>
                  <a:pt x="1773355" y="73442"/>
                  <a:pt x="1770363" y="69320"/>
                </a:cubicBezTo>
                <a:cubicBezTo>
                  <a:pt x="1767437" y="65264"/>
                  <a:pt x="1763048" y="63235"/>
                  <a:pt x="1757197" y="63235"/>
                </a:cubicBezTo>
                <a:cubicBezTo>
                  <a:pt x="1749417" y="63302"/>
                  <a:pt x="1743499" y="66161"/>
                  <a:pt x="1739443" y="71813"/>
                </a:cubicBezTo>
                <a:cubicBezTo>
                  <a:pt x="1735254" y="77598"/>
                  <a:pt x="1732927" y="84513"/>
                  <a:pt x="1732461" y="92559"/>
                </a:cubicBezTo>
                <a:lnTo>
                  <a:pt x="1774851" y="92559"/>
                </a:lnTo>
                <a:close/>
                <a:moveTo>
                  <a:pt x="1875512" y="66527"/>
                </a:moveTo>
                <a:cubicBezTo>
                  <a:pt x="1871057" y="65131"/>
                  <a:pt x="1866137" y="64432"/>
                  <a:pt x="1860751" y="64432"/>
                </a:cubicBezTo>
                <a:cubicBezTo>
                  <a:pt x="1849380" y="64432"/>
                  <a:pt x="1840769" y="67657"/>
                  <a:pt x="1834918" y="74107"/>
                </a:cubicBezTo>
                <a:cubicBezTo>
                  <a:pt x="1829000" y="80624"/>
                  <a:pt x="1826041" y="90465"/>
                  <a:pt x="1826041" y="103630"/>
                </a:cubicBezTo>
                <a:cubicBezTo>
                  <a:pt x="1825975" y="115001"/>
                  <a:pt x="1828601" y="124077"/>
                  <a:pt x="1833921" y="130860"/>
                </a:cubicBezTo>
                <a:cubicBezTo>
                  <a:pt x="1839174" y="137775"/>
                  <a:pt x="1846588" y="141199"/>
                  <a:pt x="1856163" y="141133"/>
                </a:cubicBezTo>
                <a:cubicBezTo>
                  <a:pt x="1862347" y="141199"/>
                  <a:pt x="1868797" y="139470"/>
                  <a:pt x="1875512" y="135946"/>
                </a:cubicBezTo>
                <a:lnTo>
                  <a:pt x="1875512" y="66527"/>
                </a:lnTo>
                <a:moveTo>
                  <a:pt x="1861150" y="7082"/>
                </a:moveTo>
                <a:cubicBezTo>
                  <a:pt x="1872986" y="4887"/>
                  <a:pt x="1883857" y="2527"/>
                  <a:pt x="1893765" y="0"/>
                </a:cubicBezTo>
                <a:lnTo>
                  <a:pt x="1894663" y="798"/>
                </a:lnTo>
                <a:cubicBezTo>
                  <a:pt x="1894264" y="15094"/>
                  <a:pt x="1894064" y="30388"/>
                  <a:pt x="1894064" y="46679"/>
                </a:cubicBezTo>
                <a:lnTo>
                  <a:pt x="1894064" y="100937"/>
                </a:lnTo>
                <a:cubicBezTo>
                  <a:pt x="1893998" y="110114"/>
                  <a:pt x="1894031" y="119190"/>
                  <a:pt x="1894164" y="128167"/>
                </a:cubicBezTo>
                <a:cubicBezTo>
                  <a:pt x="1894097" y="131558"/>
                  <a:pt x="1894230" y="134284"/>
                  <a:pt x="1894563" y="136345"/>
                </a:cubicBezTo>
                <a:cubicBezTo>
                  <a:pt x="1894762" y="138473"/>
                  <a:pt x="1895311" y="140069"/>
                  <a:pt x="1896209" y="141133"/>
                </a:cubicBezTo>
                <a:cubicBezTo>
                  <a:pt x="1897106" y="142197"/>
                  <a:pt x="1898519" y="142928"/>
                  <a:pt x="1900448" y="143327"/>
                </a:cubicBezTo>
                <a:cubicBezTo>
                  <a:pt x="1902243" y="143726"/>
                  <a:pt x="1904803" y="143959"/>
                  <a:pt x="1908128" y="144025"/>
                </a:cubicBezTo>
                <a:lnTo>
                  <a:pt x="1908626" y="147915"/>
                </a:lnTo>
                <a:cubicBezTo>
                  <a:pt x="1905634" y="149112"/>
                  <a:pt x="1902110" y="150242"/>
                  <a:pt x="1898054" y="151306"/>
                </a:cubicBezTo>
                <a:cubicBezTo>
                  <a:pt x="1893931" y="152437"/>
                  <a:pt x="1891172" y="153002"/>
                  <a:pt x="1889775" y="153002"/>
                </a:cubicBezTo>
                <a:cubicBezTo>
                  <a:pt x="1882993" y="153002"/>
                  <a:pt x="1878471" y="149212"/>
                  <a:pt x="1876211" y="141632"/>
                </a:cubicBezTo>
                <a:cubicBezTo>
                  <a:pt x="1865838" y="149345"/>
                  <a:pt x="1855797" y="153168"/>
                  <a:pt x="1846089" y="153102"/>
                </a:cubicBezTo>
                <a:cubicBezTo>
                  <a:pt x="1833721" y="153102"/>
                  <a:pt x="1823913" y="148713"/>
                  <a:pt x="1816666" y="139936"/>
                </a:cubicBezTo>
                <a:cubicBezTo>
                  <a:pt x="1809285" y="131292"/>
                  <a:pt x="1805594" y="120553"/>
                  <a:pt x="1805594" y="107720"/>
                </a:cubicBezTo>
                <a:cubicBezTo>
                  <a:pt x="1805594" y="91296"/>
                  <a:pt x="1810482" y="78529"/>
                  <a:pt x="1820256" y="69419"/>
                </a:cubicBezTo>
                <a:cubicBezTo>
                  <a:pt x="1830031" y="60376"/>
                  <a:pt x="1843695" y="55855"/>
                  <a:pt x="1861250" y="55855"/>
                </a:cubicBezTo>
                <a:cubicBezTo>
                  <a:pt x="1865439" y="55921"/>
                  <a:pt x="1870193" y="56387"/>
                  <a:pt x="1875512" y="57251"/>
                </a:cubicBezTo>
                <a:cubicBezTo>
                  <a:pt x="1875512" y="42622"/>
                  <a:pt x="1875379" y="28326"/>
                  <a:pt x="1875113" y="14363"/>
                </a:cubicBezTo>
                <a:lnTo>
                  <a:pt x="1861648" y="10373"/>
                </a:lnTo>
                <a:lnTo>
                  <a:pt x="1861150" y="7082"/>
                </a:lnTo>
                <a:close/>
                <a:moveTo>
                  <a:pt x="2034138" y="19749"/>
                </a:moveTo>
                <a:cubicBezTo>
                  <a:pt x="2027157" y="17488"/>
                  <a:pt x="2020009" y="16341"/>
                  <a:pt x="2012694" y="16308"/>
                </a:cubicBezTo>
                <a:cubicBezTo>
                  <a:pt x="2005380" y="16274"/>
                  <a:pt x="1999130" y="18386"/>
                  <a:pt x="1993943" y="22641"/>
                </a:cubicBezTo>
                <a:cubicBezTo>
                  <a:pt x="1988624" y="26963"/>
                  <a:pt x="1985997" y="32881"/>
                  <a:pt x="1986064" y="40395"/>
                </a:cubicBezTo>
                <a:cubicBezTo>
                  <a:pt x="1985997" y="44717"/>
                  <a:pt x="1986928" y="48507"/>
                  <a:pt x="1988856" y="51765"/>
                </a:cubicBezTo>
                <a:cubicBezTo>
                  <a:pt x="1990652" y="55090"/>
                  <a:pt x="1993112" y="57949"/>
                  <a:pt x="1996237" y="60343"/>
                </a:cubicBezTo>
                <a:cubicBezTo>
                  <a:pt x="1999296" y="62870"/>
                  <a:pt x="2002787" y="65064"/>
                  <a:pt x="2006710" y="66926"/>
                </a:cubicBezTo>
                <a:cubicBezTo>
                  <a:pt x="2010566" y="68854"/>
                  <a:pt x="2014623" y="70749"/>
                  <a:pt x="2018878" y="72611"/>
                </a:cubicBezTo>
                <a:cubicBezTo>
                  <a:pt x="2023466" y="74606"/>
                  <a:pt x="2027921" y="76700"/>
                  <a:pt x="2032243" y="78895"/>
                </a:cubicBezTo>
                <a:cubicBezTo>
                  <a:pt x="2036499" y="81222"/>
                  <a:pt x="2040422" y="83849"/>
                  <a:pt x="2044013" y="86774"/>
                </a:cubicBezTo>
                <a:cubicBezTo>
                  <a:pt x="2047470" y="89766"/>
                  <a:pt x="2050263" y="93357"/>
                  <a:pt x="2052391" y="97546"/>
                </a:cubicBezTo>
                <a:cubicBezTo>
                  <a:pt x="2054452" y="101735"/>
                  <a:pt x="2055483" y="106623"/>
                  <a:pt x="2055483" y="112208"/>
                </a:cubicBezTo>
                <a:cubicBezTo>
                  <a:pt x="2055416" y="125507"/>
                  <a:pt x="2050263" y="135614"/>
                  <a:pt x="2040023" y="142529"/>
                </a:cubicBezTo>
                <a:cubicBezTo>
                  <a:pt x="2029650" y="149511"/>
                  <a:pt x="2016252" y="153002"/>
                  <a:pt x="1999828" y="153002"/>
                </a:cubicBezTo>
                <a:cubicBezTo>
                  <a:pt x="1989255" y="153002"/>
                  <a:pt x="1977552" y="151207"/>
                  <a:pt x="1964719" y="147616"/>
                </a:cubicBezTo>
                <a:lnTo>
                  <a:pt x="1964121" y="146818"/>
                </a:lnTo>
                <a:lnTo>
                  <a:pt x="1969008" y="112906"/>
                </a:lnTo>
                <a:lnTo>
                  <a:pt x="1973496" y="112208"/>
                </a:lnTo>
                <a:lnTo>
                  <a:pt x="1980478" y="140534"/>
                </a:lnTo>
                <a:cubicBezTo>
                  <a:pt x="1987526" y="143327"/>
                  <a:pt x="1994741" y="144723"/>
                  <a:pt x="2002122" y="144723"/>
                </a:cubicBezTo>
                <a:cubicBezTo>
                  <a:pt x="2011963" y="144723"/>
                  <a:pt x="2019709" y="142529"/>
                  <a:pt x="2025361" y="138141"/>
                </a:cubicBezTo>
                <a:cubicBezTo>
                  <a:pt x="2030814" y="133752"/>
                  <a:pt x="2033573" y="127502"/>
                  <a:pt x="2033640" y="119389"/>
                </a:cubicBezTo>
                <a:cubicBezTo>
                  <a:pt x="2033640" y="115200"/>
                  <a:pt x="2032742" y="111443"/>
                  <a:pt x="2030947" y="108119"/>
                </a:cubicBezTo>
                <a:cubicBezTo>
                  <a:pt x="2029151" y="104927"/>
                  <a:pt x="2026758" y="102168"/>
                  <a:pt x="2023765" y="99840"/>
                </a:cubicBezTo>
                <a:cubicBezTo>
                  <a:pt x="2020640" y="97579"/>
                  <a:pt x="2017183" y="95452"/>
                  <a:pt x="2013392" y="93457"/>
                </a:cubicBezTo>
                <a:cubicBezTo>
                  <a:pt x="2009469" y="91662"/>
                  <a:pt x="2005480" y="89800"/>
                  <a:pt x="2001424" y="87871"/>
                </a:cubicBezTo>
                <a:cubicBezTo>
                  <a:pt x="1996703" y="85877"/>
                  <a:pt x="1992181" y="83716"/>
                  <a:pt x="1987859" y="81388"/>
                </a:cubicBezTo>
                <a:cubicBezTo>
                  <a:pt x="1983404" y="79127"/>
                  <a:pt x="1979447" y="76401"/>
                  <a:pt x="1975990" y="73210"/>
                </a:cubicBezTo>
                <a:cubicBezTo>
                  <a:pt x="1972333" y="70151"/>
                  <a:pt x="1969473" y="66361"/>
                  <a:pt x="1967412" y="61839"/>
                </a:cubicBezTo>
                <a:cubicBezTo>
                  <a:pt x="1965284" y="57384"/>
                  <a:pt x="1964220" y="52164"/>
                  <a:pt x="1964220" y="46180"/>
                </a:cubicBezTo>
                <a:cubicBezTo>
                  <a:pt x="1964220" y="34144"/>
                  <a:pt x="1969274" y="24835"/>
                  <a:pt x="1979381" y="18253"/>
                </a:cubicBezTo>
                <a:cubicBezTo>
                  <a:pt x="1989421" y="11670"/>
                  <a:pt x="2001889" y="8378"/>
                  <a:pt x="2016784" y="8378"/>
                </a:cubicBezTo>
                <a:cubicBezTo>
                  <a:pt x="2027223" y="8378"/>
                  <a:pt x="2038228" y="9608"/>
                  <a:pt x="2049798" y="12069"/>
                </a:cubicBezTo>
                <a:lnTo>
                  <a:pt x="2050496" y="12767"/>
                </a:lnTo>
                <a:lnTo>
                  <a:pt x="2044611" y="43886"/>
                </a:lnTo>
                <a:lnTo>
                  <a:pt x="2040622" y="44584"/>
                </a:lnTo>
                <a:lnTo>
                  <a:pt x="2034138" y="19749"/>
                </a:lnTo>
                <a:close/>
                <a:moveTo>
                  <a:pt x="2156098" y="143227"/>
                </a:moveTo>
                <a:cubicBezTo>
                  <a:pt x="2150379" y="146818"/>
                  <a:pt x="2144561" y="149345"/>
                  <a:pt x="2138643" y="150808"/>
                </a:cubicBezTo>
                <a:cubicBezTo>
                  <a:pt x="2132592" y="152337"/>
                  <a:pt x="2127040" y="153102"/>
                  <a:pt x="2121986" y="153102"/>
                </a:cubicBezTo>
                <a:cubicBezTo>
                  <a:pt x="2107291" y="153102"/>
                  <a:pt x="2095489" y="148913"/>
                  <a:pt x="2086579" y="140534"/>
                </a:cubicBezTo>
                <a:cubicBezTo>
                  <a:pt x="2077469" y="132289"/>
                  <a:pt x="2072947" y="120719"/>
                  <a:pt x="2073014" y="105825"/>
                </a:cubicBezTo>
                <a:cubicBezTo>
                  <a:pt x="2073014" y="91063"/>
                  <a:pt x="2077203" y="78994"/>
                  <a:pt x="2085581" y="69619"/>
                </a:cubicBezTo>
                <a:cubicBezTo>
                  <a:pt x="2093959" y="60243"/>
                  <a:pt x="2105197" y="55555"/>
                  <a:pt x="2119293" y="55555"/>
                </a:cubicBezTo>
                <a:cubicBezTo>
                  <a:pt x="2131063" y="55555"/>
                  <a:pt x="2140239" y="59046"/>
                  <a:pt x="2146822" y="66028"/>
                </a:cubicBezTo>
                <a:cubicBezTo>
                  <a:pt x="2153405" y="73143"/>
                  <a:pt x="2156696" y="82851"/>
                  <a:pt x="2156696" y="95152"/>
                </a:cubicBezTo>
                <a:cubicBezTo>
                  <a:pt x="2156696" y="97081"/>
                  <a:pt x="2156596" y="98976"/>
                  <a:pt x="2156397" y="100838"/>
                </a:cubicBezTo>
                <a:lnTo>
                  <a:pt x="2093461" y="100838"/>
                </a:lnTo>
                <a:cubicBezTo>
                  <a:pt x="2093461" y="115200"/>
                  <a:pt x="2096819" y="125407"/>
                  <a:pt x="2103534" y="131458"/>
                </a:cubicBezTo>
                <a:cubicBezTo>
                  <a:pt x="2110184" y="137642"/>
                  <a:pt x="2120690" y="140734"/>
                  <a:pt x="2135052" y="140734"/>
                </a:cubicBezTo>
                <a:cubicBezTo>
                  <a:pt x="2141369" y="140734"/>
                  <a:pt x="2148185" y="140135"/>
                  <a:pt x="2155499" y="138939"/>
                </a:cubicBezTo>
                <a:lnTo>
                  <a:pt x="2156098" y="143227"/>
                </a:lnTo>
                <a:moveTo>
                  <a:pt x="2136249" y="92559"/>
                </a:moveTo>
                <a:lnTo>
                  <a:pt x="2136249" y="89567"/>
                </a:lnTo>
                <a:cubicBezTo>
                  <a:pt x="2136249" y="80191"/>
                  <a:pt x="2134753" y="73442"/>
                  <a:pt x="2131761" y="69320"/>
                </a:cubicBezTo>
                <a:cubicBezTo>
                  <a:pt x="2128835" y="65264"/>
                  <a:pt x="2124447" y="63235"/>
                  <a:pt x="2118595" y="63235"/>
                </a:cubicBezTo>
                <a:cubicBezTo>
                  <a:pt x="2110815" y="63302"/>
                  <a:pt x="2104898" y="66161"/>
                  <a:pt x="2100841" y="71813"/>
                </a:cubicBezTo>
                <a:cubicBezTo>
                  <a:pt x="2096652" y="77598"/>
                  <a:pt x="2094325" y="84513"/>
                  <a:pt x="2093860" y="92559"/>
                </a:cubicBezTo>
                <a:lnTo>
                  <a:pt x="2136249" y="92559"/>
                </a:lnTo>
                <a:close/>
                <a:moveTo>
                  <a:pt x="2221052" y="105126"/>
                </a:moveTo>
                <a:cubicBezTo>
                  <a:pt x="2207022" y="105126"/>
                  <a:pt x="2197480" y="106556"/>
                  <a:pt x="2192426" y="109415"/>
                </a:cubicBezTo>
                <a:cubicBezTo>
                  <a:pt x="2187306" y="112341"/>
                  <a:pt x="2184746" y="117162"/>
                  <a:pt x="2184746" y="123878"/>
                </a:cubicBezTo>
                <a:cubicBezTo>
                  <a:pt x="2184746" y="130195"/>
                  <a:pt x="2186442" y="134650"/>
                  <a:pt x="2189833" y="137243"/>
                </a:cubicBezTo>
                <a:cubicBezTo>
                  <a:pt x="2193224" y="139969"/>
                  <a:pt x="2197812" y="141299"/>
                  <a:pt x="2203597" y="141233"/>
                </a:cubicBezTo>
                <a:cubicBezTo>
                  <a:pt x="2210180" y="141233"/>
                  <a:pt x="2215932" y="140069"/>
                  <a:pt x="2220853" y="137742"/>
                </a:cubicBezTo>
                <a:lnTo>
                  <a:pt x="2221052" y="105126"/>
                </a:lnTo>
                <a:moveTo>
                  <a:pt x="2172678" y="64033"/>
                </a:moveTo>
                <a:cubicBezTo>
                  <a:pt x="2185644" y="58381"/>
                  <a:pt x="2197114" y="55555"/>
                  <a:pt x="2207088" y="55555"/>
                </a:cubicBezTo>
                <a:cubicBezTo>
                  <a:pt x="2217262" y="55622"/>
                  <a:pt x="2225341" y="58282"/>
                  <a:pt x="2231325" y="63535"/>
                </a:cubicBezTo>
                <a:cubicBezTo>
                  <a:pt x="2237177" y="68854"/>
                  <a:pt x="2240102" y="76534"/>
                  <a:pt x="2240102" y="86575"/>
                </a:cubicBezTo>
                <a:lnTo>
                  <a:pt x="2239604" y="128067"/>
                </a:lnTo>
                <a:cubicBezTo>
                  <a:pt x="2239471" y="131458"/>
                  <a:pt x="2239537" y="134184"/>
                  <a:pt x="2239803" y="136246"/>
                </a:cubicBezTo>
                <a:cubicBezTo>
                  <a:pt x="2240069" y="138373"/>
                  <a:pt x="2240668" y="139969"/>
                  <a:pt x="2241599" y="141033"/>
                </a:cubicBezTo>
                <a:cubicBezTo>
                  <a:pt x="2242529" y="142097"/>
                  <a:pt x="2243992" y="142828"/>
                  <a:pt x="2245987" y="143227"/>
                </a:cubicBezTo>
                <a:cubicBezTo>
                  <a:pt x="2247849" y="143759"/>
                  <a:pt x="2250442" y="144025"/>
                  <a:pt x="2253767" y="144025"/>
                </a:cubicBezTo>
                <a:lnTo>
                  <a:pt x="2254266" y="147915"/>
                </a:lnTo>
                <a:cubicBezTo>
                  <a:pt x="2251340" y="149112"/>
                  <a:pt x="2247849" y="150242"/>
                  <a:pt x="2243793" y="151306"/>
                </a:cubicBezTo>
                <a:cubicBezTo>
                  <a:pt x="2239604" y="152437"/>
                  <a:pt x="2236811" y="153002"/>
                  <a:pt x="2235415" y="153002"/>
                </a:cubicBezTo>
                <a:cubicBezTo>
                  <a:pt x="2228832" y="153068"/>
                  <a:pt x="2224343" y="149744"/>
                  <a:pt x="2221950" y="143028"/>
                </a:cubicBezTo>
                <a:cubicBezTo>
                  <a:pt x="2212574" y="149744"/>
                  <a:pt x="2203697" y="153102"/>
                  <a:pt x="2195319" y="153102"/>
                </a:cubicBezTo>
                <a:cubicBezTo>
                  <a:pt x="2185943" y="153102"/>
                  <a:pt x="2178430" y="150808"/>
                  <a:pt x="2172778" y="146220"/>
                </a:cubicBezTo>
                <a:cubicBezTo>
                  <a:pt x="2167059" y="141764"/>
                  <a:pt x="2164233" y="135348"/>
                  <a:pt x="2164300" y="126970"/>
                </a:cubicBezTo>
                <a:cubicBezTo>
                  <a:pt x="2164300" y="116796"/>
                  <a:pt x="2168888" y="109249"/>
                  <a:pt x="2178064" y="104329"/>
                </a:cubicBezTo>
                <a:cubicBezTo>
                  <a:pt x="2187107" y="99475"/>
                  <a:pt x="2201436" y="97048"/>
                  <a:pt x="2221052" y="97048"/>
                </a:cubicBezTo>
                <a:lnTo>
                  <a:pt x="2221152" y="89268"/>
                </a:lnTo>
                <a:cubicBezTo>
                  <a:pt x="2221218" y="81820"/>
                  <a:pt x="2219323" y="76301"/>
                  <a:pt x="2215467" y="72711"/>
                </a:cubicBezTo>
                <a:cubicBezTo>
                  <a:pt x="2211543" y="69120"/>
                  <a:pt x="2205625" y="67325"/>
                  <a:pt x="2197713" y="67325"/>
                </a:cubicBezTo>
                <a:cubicBezTo>
                  <a:pt x="2191595" y="67325"/>
                  <a:pt x="2184015" y="68455"/>
                  <a:pt x="2174972" y="70716"/>
                </a:cubicBezTo>
                <a:lnTo>
                  <a:pt x="2172678" y="64033"/>
                </a:lnTo>
                <a:close/>
                <a:moveTo>
                  <a:pt x="2259475" y="62537"/>
                </a:moveTo>
                <a:cubicBezTo>
                  <a:pt x="2270513" y="60476"/>
                  <a:pt x="2281086" y="58149"/>
                  <a:pt x="2291193" y="55555"/>
                </a:cubicBezTo>
                <a:lnTo>
                  <a:pt x="2292190" y="56254"/>
                </a:lnTo>
                <a:lnTo>
                  <a:pt x="2292190" y="67923"/>
                </a:lnTo>
                <a:cubicBezTo>
                  <a:pt x="2304425" y="59678"/>
                  <a:pt x="2316493" y="55555"/>
                  <a:pt x="2328396" y="55555"/>
                </a:cubicBezTo>
                <a:lnTo>
                  <a:pt x="2328894" y="56154"/>
                </a:lnTo>
                <a:cubicBezTo>
                  <a:pt x="2326966" y="66061"/>
                  <a:pt x="2325071" y="76335"/>
                  <a:pt x="2323209" y="86974"/>
                </a:cubicBezTo>
                <a:lnTo>
                  <a:pt x="2319220" y="87672"/>
                </a:lnTo>
                <a:cubicBezTo>
                  <a:pt x="2317291" y="82086"/>
                  <a:pt x="2315496" y="77532"/>
                  <a:pt x="2313834" y="74007"/>
                </a:cubicBezTo>
                <a:cubicBezTo>
                  <a:pt x="2312038" y="70616"/>
                  <a:pt x="2309312" y="68921"/>
                  <a:pt x="2305655" y="68921"/>
                </a:cubicBezTo>
                <a:cubicBezTo>
                  <a:pt x="2302064" y="68987"/>
                  <a:pt x="2297576" y="70650"/>
                  <a:pt x="2292190" y="73908"/>
                </a:cubicBezTo>
                <a:lnTo>
                  <a:pt x="2292190" y="117095"/>
                </a:lnTo>
                <a:cubicBezTo>
                  <a:pt x="2292190" y="127468"/>
                  <a:pt x="2292256" y="134882"/>
                  <a:pt x="2292389" y="139337"/>
                </a:cubicBezTo>
                <a:cubicBezTo>
                  <a:pt x="2292456" y="141133"/>
                  <a:pt x="2293287" y="142263"/>
                  <a:pt x="2294883" y="142729"/>
                </a:cubicBezTo>
                <a:lnTo>
                  <a:pt x="2308148" y="146519"/>
                </a:lnTo>
                <a:lnTo>
                  <a:pt x="2308448" y="150608"/>
                </a:lnTo>
                <a:cubicBezTo>
                  <a:pt x="2298008" y="150409"/>
                  <a:pt x="2289563" y="150309"/>
                  <a:pt x="2283114" y="150309"/>
                </a:cubicBezTo>
                <a:cubicBezTo>
                  <a:pt x="2276464" y="150309"/>
                  <a:pt x="2268718" y="150409"/>
                  <a:pt x="2259874" y="150608"/>
                </a:cubicBezTo>
                <a:lnTo>
                  <a:pt x="2259475" y="146519"/>
                </a:lnTo>
                <a:lnTo>
                  <a:pt x="2271045" y="143128"/>
                </a:lnTo>
                <a:cubicBezTo>
                  <a:pt x="2272574" y="142662"/>
                  <a:pt x="2273389" y="141316"/>
                  <a:pt x="2273489" y="139088"/>
                </a:cubicBezTo>
                <a:cubicBezTo>
                  <a:pt x="2273588" y="136861"/>
                  <a:pt x="2273638" y="133087"/>
                  <a:pt x="2273638" y="127768"/>
                </a:cubicBezTo>
                <a:lnTo>
                  <a:pt x="2273638" y="93756"/>
                </a:lnTo>
                <a:cubicBezTo>
                  <a:pt x="2273638" y="82918"/>
                  <a:pt x="2273505" y="74839"/>
                  <a:pt x="2273239" y="69519"/>
                </a:cubicBezTo>
                <a:lnTo>
                  <a:pt x="2259974" y="65928"/>
                </a:lnTo>
                <a:lnTo>
                  <a:pt x="2259475" y="62537"/>
                </a:lnTo>
                <a:close/>
                <a:moveTo>
                  <a:pt x="2420824" y="143227"/>
                </a:moveTo>
                <a:cubicBezTo>
                  <a:pt x="2416702" y="146020"/>
                  <a:pt x="2411615" y="148347"/>
                  <a:pt x="2405564" y="150209"/>
                </a:cubicBezTo>
                <a:cubicBezTo>
                  <a:pt x="2399447" y="152138"/>
                  <a:pt x="2393396" y="153102"/>
                  <a:pt x="2387411" y="153102"/>
                </a:cubicBezTo>
                <a:cubicBezTo>
                  <a:pt x="2373049" y="153168"/>
                  <a:pt x="2361579" y="148946"/>
                  <a:pt x="2353001" y="140435"/>
                </a:cubicBezTo>
                <a:cubicBezTo>
                  <a:pt x="2344290" y="132123"/>
                  <a:pt x="2339968" y="120919"/>
                  <a:pt x="2340035" y="106822"/>
                </a:cubicBezTo>
                <a:cubicBezTo>
                  <a:pt x="2340035" y="91595"/>
                  <a:pt x="2344922" y="79227"/>
                  <a:pt x="2354696" y="69719"/>
                </a:cubicBezTo>
                <a:cubicBezTo>
                  <a:pt x="2364338" y="60277"/>
                  <a:pt x="2376739" y="55555"/>
                  <a:pt x="2391900" y="55555"/>
                </a:cubicBezTo>
                <a:cubicBezTo>
                  <a:pt x="2401674" y="55555"/>
                  <a:pt x="2411150" y="57550"/>
                  <a:pt x="2420326" y="61540"/>
                </a:cubicBezTo>
                <a:cubicBezTo>
                  <a:pt x="2418065" y="70517"/>
                  <a:pt x="2416103" y="79626"/>
                  <a:pt x="2414441" y="88869"/>
                </a:cubicBezTo>
                <a:lnTo>
                  <a:pt x="2410551" y="89467"/>
                </a:lnTo>
                <a:lnTo>
                  <a:pt x="2402472" y="65530"/>
                </a:lnTo>
                <a:cubicBezTo>
                  <a:pt x="2399347" y="64466"/>
                  <a:pt x="2395889" y="63934"/>
                  <a:pt x="2392099" y="63934"/>
                </a:cubicBezTo>
                <a:cubicBezTo>
                  <a:pt x="2382192" y="64000"/>
                  <a:pt x="2374445" y="67458"/>
                  <a:pt x="2368860" y="74307"/>
                </a:cubicBezTo>
                <a:cubicBezTo>
                  <a:pt x="2363274" y="81222"/>
                  <a:pt x="2360481" y="90365"/>
                  <a:pt x="2360481" y="101735"/>
                </a:cubicBezTo>
                <a:cubicBezTo>
                  <a:pt x="2360481" y="115101"/>
                  <a:pt x="2363640" y="124975"/>
                  <a:pt x="2369957" y="131358"/>
                </a:cubicBezTo>
                <a:cubicBezTo>
                  <a:pt x="2376207" y="137742"/>
                  <a:pt x="2386214" y="140933"/>
                  <a:pt x="2399979" y="140933"/>
                </a:cubicBezTo>
                <a:cubicBezTo>
                  <a:pt x="2406229" y="141000"/>
                  <a:pt x="2412978" y="140368"/>
                  <a:pt x="2420226" y="139038"/>
                </a:cubicBezTo>
                <a:lnTo>
                  <a:pt x="2420824" y="143227"/>
                </a:lnTo>
                <a:close/>
                <a:moveTo>
                  <a:pt x="2431619" y="7082"/>
                </a:moveTo>
                <a:cubicBezTo>
                  <a:pt x="2442458" y="5020"/>
                  <a:pt x="2453329" y="2660"/>
                  <a:pt x="2464234" y="0"/>
                </a:cubicBezTo>
                <a:lnTo>
                  <a:pt x="2465132" y="798"/>
                </a:lnTo>
                <a:cubicBezTo>
                  <a:pt x="2464799" y="7115"/>
                  <a:pt x="2464633" y="16025"/>
                  <a:pt x="2464633" y="27528"/>
                </a:cubicBezTo>
                <a:cubicBezTo>
                  <a:pt x="2464500" y="39098"/>
                  <a:pt x="2464467" y="52164"/>
                  <a:pt x="2464533" y="66726"/>
                </a:cubicBezTo>
                <a:cubicBezTo>
                  <a:pt x="2476103" y="59279"/>
                  <a:pt x="2486875" y="55555"/>
                  <a:pt x="2496849" y="55555"/>
                </a:cubicBezTo>
                <a:cubicBezTo>
                  <a:pt x="2506026" y="55622"/>
                  <a:pt x="2513373" y="58182"/>
                  <a:pt x="2518892" y="63235"/>
                </a:cubicBezTo>
                <a:cubicBezTo>
                  <a:pt x="2524345" y="68422"/>
                  <a:pt x="2527071" y="76002"/>
                  <a:pt x="2527071" y="85976"/>
                </a:cubicBezTo>
                <a:lnTo>
                  <a:pt x="2527071" y="121185"/>
                </a:lnTo>
                <a:cubicBezTo>
                  <a:pt x="2527071" y="128898"/>
                  <a:pt x="2527137" y="135049"/>
                  <a:pt x="2527270" y="139637"/>
                </a:cubicBezTo>
                <a:cubicBezTo>
                  <a:pt x="2527337" y="141366"/>
                  <a:pt x="2528168" y="142529"/>
                  <a:pt x="2529764" y="143128"/>
                </a:cubicBezTo>
                <a:lnTo>
                  <a:pt x="2540935" y="146519"/>
                </a:lnTo>
                <a:lnTo>
                  <a:pt x="2541134" y="150608"/>
                </a:lnTo>
                <a:cubicBezTo>
                  <a:pt x="2532290" y="150409"/>
                  <a:pt x="2524644" y="150309"/>
                  <a:pt x="2518194" y="150309"/>
                </a:cubicBezTo>
                <a:cubicBezTo>
                  <a:pt x="2511611" y="150309"/>
                  <a:pt x="2504330" y="150409"/>
                  <a:pt x="2496351" y="150608"/>
                </a:cubicBezTo>
                <a:lnTo>
                  <a:pt x="2495952" y="146519"/>
                </a:lnTo>
                <a:lnTo>
                  <a:pt x="2505826" y="143626"/>
                </a:lnTo>
                <a:cubicBezTo>
                  <a:pt x="2507422" y="143161"/>
                  <a:pt x="2508286" y="142130"/>
                  <a:pt x="2508419" y="140534"/>
                </a:cubicBezTo>
                <a:cubicBezTo>
                  <a:pt x="2508486" y="139670"/>
                  <a:pt x="2508519" y="137575"/>
                  <a:pt x="2508519" y="134251"/>
                </a:cubicBezTo>
                <a:lnTo>
                  <a:pt x="2508519" y="90764"/>
                </a:lnTo>
                <a:cubicBezTo>
                  <a:pt x="2508453" y="82585"/>
                  <a:pt x="2506491" y="76700"/>
                  <a:pt x="2502634" y="73110"/>
                </a:cubicBezTo>
                <a:cubicBezTo>
                  <a:pt x="2498711" y="69652"/>
                  <a:pt x="2492959" y="67890"/>
                  <a:pt x="2485379" y="67824"/>
                </a:cubicBezTo>
                <a:cubicBezTo>
                  <a:pt x="2478730" y="67824"/>
                  <a:pt x="2471781" y="69419"/>
                  <a:pt x="2464533" y="72611"/>
                </a:cubicBezTo>
                <a:lnTo>
                  <a:pt x="2464533" y="117395"/>
                </a:lnTo>
                <a:cubicBezTo>
                  <a:pt x="2464533" y="125706"/>
                  <a:pt x="2464600" y="133253"/>
                  <a:pt x="2464733" y="140036"/>
                </a:cubicBezTo>
                <a:cubicBezTo>
                  <a:pt x="2464799" y="141964"/>
                  <a:pt x="2465631" y="143128"/>
                  <a:pt x="2467226" y="143527"/>
                </a:cubicBezTo>
                <a:lnTo>
                  <a:pt x="2477599" y="146519"/>
                </a:lnTo>
                <a:lnTo>
                  <a:pt x="2477799" y="150608"/>
                </a:lnTo>
                <a:cubicBezTo>
                  <a:pt x="2469354" y="150409"/>
                  <a:pt x="2461907" y="150309"/>
                  <a:pt x="2455457" y="150309"/>
                </a:cubicBezTo>
                <a:cubicBezTo>
                  <a:pt x="2448808" y="150309"/>
                  <a:pt x="2441061" y="150409"/>
                  <a:pt x="2432218" y="150608"/>
                </a:cubicBezTo>
                <a:lnTo>
                  <a:pt x="2431819" y="146519"/>
                </a:lnTo>
                <a:lnTo>
                  <a:pt x="2443089" y="143227"/>
                </a:lnTo>
                <a:cubicBezTo>
                  <a:pt x="2444752" y="142762"/>
                  <a:pt x="2445649" y="141698"/>
                  <a:pt x="2445782" y="140036"/>
                </a:cubicBezTo>
                <a:cubicBezTo>
                  <a:pt x="2445849" y="133652"/>
                  <a:pt x="2445915" y="125507"/>
                  <a:pt x="2445982" y="115599"/>
                </a:cubicBezTo>
                <a:lnTo>
                  <a:pt x="2445982" y="73908"/>
                </a:lnTo>
                <a:cubicBezTo>
                  <a:pt x="2445982" y="60409"/>
                  <a:pt x="2445982" y="48407"/>
                  <a:pt x="2445982" y="37901"/>
                </a:cubicBezTo>
                <a:cubicBezTo>
                  <a:pt x="2445849" y="27528"/>
                  <a:pt x="2445716" y="19682"/>
                  <a:pt x="2445583" y="14363"/>
                </a:cubicBezTo>
                <a:lnTo>
                  <a:pt x="2432118" y="10373"/>
                </a:lnTo>
                <a:lnTo>
                  <a:pt x="2431619" y="7082"/>
                </a:lnTo>
                <a:close/>
              </a:path>
            </a:pathLst>
          </a:custGeom>
          <a:solidFill xmlns:a="http://schemas.openxmlformats.org/drawingml/2006/main">
            <a:srgbClr val="454545"/>
          </a:solidFill>
          <a:ln xmlns:a="http://schemas.openxmlformats.org/drawingml/2006/main" w="0" cap="flat">
            <a:noFill/>
            <a:miter/>
          </a:ln>
        </p:spPr>
      </p:sp>
      <p:sp>
        <p:nvSpPr>
          <p:cNvPr id="28" name="Vector element">
            <a:extLst xmlns:a="http://schemas.openxmlformats.org/drawingml/2006/main">
              <a:ext uri="{FF2B5EF4-FFF2-40B4-BE49-F238E27FC236}">
                <a16:creationId xmlns:a16="http://schemas.microsoft.com/office/drawing/2014/main" id="{39847605-1357-4C1F-864B-46EA250295D3}"/>
              </a:ext>
            </a:extLst>
          </p:cNvPr>
          <p:cNvSpPr>
            <a:spLocks xmlns:a="http://schemas.openxmlformats.org/drawingml/2006/main" noGrp="1"/>
          </p:cNvSpPr>
          <p:nvPr/>
        </p:nvSpPr>
        <p:spPr>
          <a:xfrm xmlns:a="http://schemas.openxmlformats.org/drawingml/2006/main">
            <a:off x="88136" y="33916"/>
            <a:ext cx="1928986" cy="466486"/>
          </a:xfrm>
          <a:custGeom xmlns:a="http://schemas.openxmlformats.org/drawingml/2006/main">
            <a:pathLst>
              <a:path w="1928986" h="466486">
                <a:moveTo>
                  <a:pt x="1928986" y="356496"/>
                </a:moveTo>
                <a:lnTo>
                  <a:pt x="1928986" y="109991"/>
                </a:lnTo>
                <a:cubicBezTo>
                  <a:pt x="1928986" y="49276"/>
                  <a:pt x="1879710" y="0"/>
                  <a:pt x="1818996" y="0"/>
                </a:cubicBezTo>
                <a:lnTo>
                  <a:pt x="109991" y="0"/>
                </a:lnTo>
                <a:cubicBezTo>
                  <a:pt x="49276" y="0"/>
                  <a:pt x="0" y="49276"/>
                  <a:pt x="0" y="109991"/>
                </a:cubicBezTo>
                <a:lnTo>
                  <a:pt x="0" y="356496"/>
                </a:lnTo>
                <a:cubicBezTo>
                  <a:pt x="0" y="417211"/>
                  <a:pt x="49276" y="466486"/>
                  <a:pt x="109991" y="466486"/>
                </a:cubicBezTo>
                <a:lnTo>
                  <a:pt x="1818996" y="466486"/>
                </a:lnTo>
                <a:cubicBezTo>
                  <a:pt x="1879710" y="466486"/>
                  <a:pt x="1928986" y="417211"/>
                  <a:pt x="1928986" y="356496"/>
                </a:cubicBezTo>
                <a:close/>
              </a:path>
            </a:pathLst>
          </a:custGeom>
          <a:solidFill xmlns:a="http://schemas.openxmlformats.org/drawingml/2006/main">
            <a:srgbClr val="FFF4E8"/>
          </a:solidFill>
          <a:ln xmlns:a="http://schemas.openxmlformats.org/drawingml/2006/main" w="0" cap="flat">
            <a:noFill/>
            <a:miter/>
          </a:ln>
        </p:spPr>
      </p:sp>
      <p:sp>
        <p:nvSpPr>
          <p:cNvPr id="29" name="Vector element">
            <a:extLst xmlns:a="http://schemas.openxmlformats.org/drawingml/2006/main">
              <a:ext uri="{FF2B5EF4-FFF2-40B4-BE49-F238E27FC236}">
                <a16:creationId xmlns:a16="http://schemas.microsoft.com/office/drawing/2014/main" id="{299557B0-32E7-4862-B1E7-4C23AFC39FDA}"/>
              </a:ext>
            </a:extLst>
          </p:cNvPr>
          <p:cNvSpPr>
            <a:spLocks xmlns:a="http://schemas.openxmlformats.org/drawingml/2006/main" noGrp="1"/>
          </p:cNvSpPr>
          <p:nvPr/>
        </p:nvSpPr>
        <p:spPr>
          <a:xfrm xmlns:a="http://schemas.openxmlformats.org/drawingml/2006/main">
            <a:off x="88136" y="33916"/>
            <a:ext cx="1928986" cy="466486"/>
          </a:xfrm>
          <a:custGeom xmlns:a="http://schemas.openxmlformats.org/drawingml/2006/main">
            <a:pathLst>
              <a:path w="1928986" h="466486" fill="none">
                <a:moveTo>
                  <a:pt x="1928986" y="356496"/>
                </a:moveTo>
                <a:lnTo>
                  <a:pt x="1928986" y="109991"/>
                </a:lnTo>
                <a:cubicBezTo>
                  <a:pt x="1928986" y="49276"/>
                  <a:pt x="1879710" y="0"/>
                  <a:pt x="1818996" y="0"/>
                </a:cubicBezTo>
                <a:lnTo>
                  <a:pt x="109991" y="0"/>
                </a:lnTo>
                <a:cubicBezTo>
                  <a:pt x="49276" y="0"/>
                  <a:pt x="0" y="49276"/>
                  <a:pt x="0" y="109991"/>
                </a:cubicBezTo>
                <a:lnTo>
                  <a:pt x="0" y="356496"/>
                </a:lnTo>
                <a:cubicBezTo>
                  <a:pt x="0" y="417211"/>
                  <a:pt x="49276" y="466486"/>
                  <a:pt x="109991" y="466486"/>
                </a:cubicBezTo>
                <a:lnTo>
                  <a:pt x="1818996" y="466486"/>
                </a:lnTo>
                <a:cubicBezTo>
                  <a:pt x="1879710" y="466486"/>
                  <a:pt x="1928986" y="417211"/>
                  <a:pt x="1928986" y="356496"/>
                </a:cubicBezTo>
                <a:close/>
              </a:path>
            </a:pathLst>
          </a:custGeom>
          <a:noFill xmlns:a="http://schemas.openxmlformats.org/drawingml/2006/main"/>
          <a:ln xmlns:a="http://schemas.openxmlformats.org/drawingml/2006/main" w="31426" cap="flat">
            <a:solidFill>
              <a:srgbClr val="323232"/>
            </a:solidFill>
            <a:round/>
          </a:ln>
        </p:spPr>
      </p:sp>
      <p:sp>
        <p:nvSpPr>
          <p:cNvPr id="30" name="Text EntryFunctions">
            <a:extLst xmlns:a="http://schemas.openxmlformats.org/drawingml/2006/main">
              <a:ext uri="{FF2B5EF4-FFF2-40B4-BE49-F238E27FC236}">
                <a16:creationId xmlns:a16="http://schemas.microsoft.com/office/drawing/2014/main" id="{0895EE2F-B52C-4000-9C55-11A771470203}"/>
              </a:ext>
            </a:extLst>
          </p:cNvPr>
          <p:cNvSpPr>
            <a:spLocks xmlns:a="http://schemas.openxmlformats.org/drawingml/2006/main" noGrp="1"/>
          </p:cNvSpPr>
          <p:nvPr/>
        </p:nvSpPr>
        <p:spPr>
          <a:xfrm xmlns:a="http://schemas.openxmlformats.org/drawingml/2006/main">
            <a:off x="339607" y="196835"/>
            <a:ext cx="1433255" cy="190072"/>
          </a:xfrm>
          <a:custGeom xmlns:a="http://schemas.openxmlformats.org/drawingml/2006/main">
            <a:pathLst>
              <a:path w="1433255" h="190072">
                <a:moveTo>
                  <a:pt x="24736" y="1795"/>
                </a:moveTo>
                <a:lnTo>
                  <a:pt x="48973" y="1795"/>
                </a:lnTo>
                <a:cubicBezTo>
                  <a:pt x="63801" y="1862"/>
                  <a:pt x="79526" y="1729"/>
                  <a:pt x="96150" y="1396"/>
                </a:cubicBezTo>
                <a:lnTo>
                  <a:pt x="96748" y="2194"/>
                </a:lnTo>
                <a:lnTo>
                  <a:pt x="90963" y="33014"/>
                </a:lnTo>
                <a:lnTo>
                  <a:pt x="86974" y="33712"/>
                </a:lnTo>
                <a:lnTo>
                  <a:pt x="80790" y="10672"/>
                </a:lnTo>
                <a:lnTo>
                  <a:pt x="34710" y="10672"/>
                </a:lnTo>
                <a:lnTo>
                  <a:pt x="34710" y="65530"/>
                </a:lnTo>
                <a:lnTo>
                  <a:pt x="43786" y="65530"/>
                </a:lnTo>
                <a:cubicBezTo>
                  <a:pt x="50635" y="65530"/>
                  <a:pt x="58348" y="65463"/>
                  <a:pt x="66926" y="65330"/>
                </a:cubicBezTo>
                <a:cubicBezTo>
                  <a:pt x="68588" y="65330"/>
                  <a:pt x="69719" y="64466"/>
                  <a:pt x="70317" y="62737"/>
                </a:cubicBezTo>
                <a:lnTo>
                  <a:pt x="73808" y="49272"/>
                </a:lnTo>
                <a:lnTo>
                  <a:pt x="79194" y="49072"/>
                </a:lnTo>
                <a:cubicBezTo>
                  <a:pt x="78994" y="58381"/>
                  <a:pt x="78895" y="65264"/>
                  <a:pt x="78895" y="69719"/>
                </a:cubicBezTo>
                <a:cubicBezTo>
                  <a:pt x="78895" y="74041"/>
                  <a:pt x="78994" y="80823"/>
                  <a:pt x="79194" y="90066"/>
                </a:cubicBezTo>
                <a:lnTo>
                  <a:pt x="73808" y="90465"/>
                </a:lnTo>
                <a:lnTo>
                  <a:pt x="70217" y="76800"/>
                </a:lnTo>
                <a:cubicBezTo>
                  <a:pt x="69619" y="75138"/>
                  <a:pt x="68588" y="74240"/>
                  <a:pt x="67125" y="74107"/>
                </a:cubicBezTo>
                <a:cubicBezTo>
                  <a:pt x="58415" y="74041"/>
                  <a:pt x="50602" y="73974"/>
                  <a:pt x="43686" y="73908"/>
                </a:cubicBezTo>
                <a:lnTo>
                  <a:pt x="34710" y="73908"/>
                </a:lnTo>
                <a:lnTo>
                  <a:pt x="34710" y="110213"/>
                </a:lnTo>
                <a:cubicBezTo>
                  <a:pt x="34710" y="117594"/>
                  <a:pt x="34776" y="124875"/>
                  <a:pt x="34909" y="132056"/>
                </a:cubicBezTo>
                <a:lnTo>
                  <a:pt x="82785" y="132056"/>
                </a:lnTo>
                <a:lnTo>
                  <a:pt x="94953" y="106722"/>
                </a:lnTo>
                <a:lnTo>
                  <a:pt x="99441" y="105924"/>
                </a:lnTo>
                <a:lnTo>
                  <a:pt x="97247" y="140634"/>
                </a:lnTo>
                <a:lnTo>
                  <a:pt x="96549" y="141332"/>
                </a:lnTo>
                <a:cubicBezTo>
                  <a:pt x="79260" y="141133"/>
                  <a:pt x="63368" y="141033"/>
                  <a:pt x="48873" y="141033"/>
                </a:cubicBezTo>
                <a:lnTo>
                  <a:pt x="25135" y="141033"/>
                </a:lnTo>
                <a:cubicBezTo>
                  <a:pt x="17022" y="141033"/>
                  <a:pt x="8777" y="141133"/>
                  <a:pt x="399" y="141332"/>
                </a:cubicBezTo>
                <a:lnTo>
                  <a:pt x="0" y="137043"/>
                </a:lnTo>
                <a:lnTo>
                  <a:pt x="12268" y="133353"/>
                </a:lnTo>
                <a:cubicBezTo>
                  <a:pt x="13930" y="132888"/>
                  <a:pt x="14795" y="131591"/>
                  <a:pt x="14861" y="129463"/>
                </a:cubicBezTo>
                <a:cubicBezTo>
                  <a:pt x="14928" y="127335"/>
                  <a:pt x="15028" y="124609"/>
                  <a:pt x="15161" y="121284"/>
                </a:cubicBezTo>
                <a:cubicBezTo>
                  <a:pt x="15161" y="118026"/>
                  <a:pt x="15161" y="114402"/>
                  <a:pt x="15161" y="110413"/>
                </a:cubicBezTo>
                <a:lnTo>
                  <a:pt x="15161" y="29523"/>
                </a:lnTo>
                <a:cubicBezTo>
                  <a:pt x="15161" y="26132"/>
                  <a:pt x="15161" y="23073"/>
                  <a:pt x="15161" y="20347"/>
                </a:cubicBezTo>
                <a:cubicBezTo>
                  <a:pt x="15028" y="17687"/>
                  <a:pt x="14961" y="15227"/>
                  <a:pt x="14961" y="12966"/>
                </a:cubicBezTo>
                <a:cubicBezTo>
                  <a:pt x="14828" y="11304"/>
                  <a:pt x="14030" y="10174"/>
                  <a:pt x="12567" y="9575"/>
                </a:cubicBezTo>
                <a:lnTo>
                  <a:pt x="199" y="5685"/>
                </a:lnTo>
                <a:lnTo>
                  <a:pt x="0" y="1396"/>
                </a:lnTo>
                <a:cubicBezTo>
                  <a:pt x="8578" y="1729"/>
                  <a:pt x="16823" y="1862"/>
                  <a:pt x="24736" y="1795"/>
                </a:cubicBezTo>
                <a:close/>
                <a:moveTo>
                  <a:pt x="121714" y="53261"/>
                </a:moveTo>
                <a:cubicBezTo>
                  <a:pt x="132885" y="51200"/>
                  <a:pt x="143424" y="48873"/>
                  <a:pt x="153332" y="46280"/>
                </a:cubicBezTo>
                <a:lnTo>
                  <a:pt x="154329" y="46978"/>
                </a:lnTo>
                <a:lnTo>
                  <a:pt x="154329" y="58548"/>
                </a:lnTo>
                <a:cubicBezTo>
                  <a:pt x="165899" y="50369"/>
                  <a:pt x="176704" y="46280"/>
                  <a:pt x="186745" y="46280"/>
                </a:cubicBezTo>
                <a:cubicBezTo>
                  <a:pt x="196120" y="46280"/>
                  <a:pt x="203501" y="48906"/>
                  <a:pt x="208887" y="54159"/>
                </a:cubicBezTo>
                <a:cubicBezTo>
                  <a:pt x="214273" y="59545"/>
                  <a:pt x="216966" y="67059"/>
                  <a:pt x="216966" y="76700"/>
                </a:cubicBezTo>
                <a:lnTo>
                  <a:pt x="216966" y="111909"/>
                </a:lnTo>
                <a:cubicBezTo>
                  <a:pt x="216966" y="120221"/>
                  <a:pt x="217033" y="126371"/>
                  <a:pt x="217166" y="130361"/>
                </a:cubicBezTo>
                <a:cubicBezTo>
                  <a:pt x="217166" y="132223"/>
                  <a:pt x="218030" y="133386"/>
                  <a:pt x="219759" y="133852"/>
                </a:cubicBezTo>
                <a:lnTo>
                  <a:pt x="230830" y="137243"/>
                </a:lnTo>
                <a:lnTo>
                  <a:pt x="231030" y="141332"/>
                </a:lnTo>
                <a:cubicBezTo>
                  <a:pt x="222186" y="141133"/>
                  <a:pt x="214539" y="141033"/>
                  <a:pt x="208089" y="141033"/>
                </a:cubicBezTo>
                <a:cubicBezTo>
                  <a:pt x="201506" y="141033"/>
                  <a:pt x="194225" y="141133"/>
                  <a:pt x="186246" y="141332"/>
                </a:cubicBezTo>
                <a:lnTo>
                  <a:pt x="185847" y="137243"/>
                </a:lnTo>
                <a:lnTo>
                  <a:pt x="195821" y="134350"/>
                </a:lnTo>
                <a:cubicBezTo>
                  <a:pt x="197284" y="133885"/>
                  <a:pt x="198115" y="132854"/>
                  <a:pt x="198315" y="131258"/>
                </a:cubicBezTo>
                <a:cubicBezTo>
                  <a:pt x="198381" y="130394"/>
                  <a:pt x="198415" y="128300"/>
                  <a:pt x="198415" y="124975"/>
                </a:cubicBezTo>
                <a:lnTo>
                  <a:pt x="198415" y="81488"/>
                </a:lnTo>
                <a:cubicBezTo>
                  <a:pt x="198348" y="73309"/>
                  <a:pt x="196386" y="67425"/>
                  <a:pt x="192530" y="63834"/>
                </a:cubicBezTo>
                <a:cubicBezTo>
                  <a:pt x="188607" y="60376"/>
                  <a:pt x="182855" y="58614"/>
                  <a:pt x="175275" y="58548"/>
                </a:cubicBezTo>
                <a:cubicBezTo>
                  <a:pt x="168492" y="58548"/>
                  <a:pt x="161544" y="60476"/>
                  <a:pt x="154429" y="64333"/>
                </a:cubicBezTo>
                <a:lnTo>
                  <a:pt x="154429" y="107919"/>
                </a:lnTo>
                <a:cubicBezTo>
                  <a:pt x="154429" y="116297"/>
                  <a:pt x="154495" y="123911"/>
                  <a:pt x="154628" y="130760"/>
                </a:cubicBezTo>
                <a:cubicBezTo>
                  <a:pt x="154628" y="132555"/>
                  <a:pt x="155393" y="133686"/>
                  <a:pt x="156922" y="134151"/>
                </a:cubicBezTo>
                <a:lnTo>
                  <a:pt x="167295" y="137243"/>
                </a:lnTo>
                <a:lnTo>
                  <a:pt x="167495" y="141332"/>
                </a:lnTo>
                <a:cubicBezTo>
                  <a:pt x="159183" y="141133"/>
                  <a:pt x="151802" y="141033"/>
                  <a:pt x="145353" y="141033"/>
                </a:cubicBezTo>
                <a:cubicBezTo>
                  <a:pt x="138703" y="141033"/>
                  <a:pt x="130957" y="141133"/>
                  <a:pt x="122113" y="141332"/>
                </a:cubicBezTo>
                <a:lnTo>
                  <a:pt x="121714" y="137243"/>
                </a:lnTo>
                <a:lnTo>
                  <a:pt x="133483" y="133852"/>
                </a:lnTo>
                <a:cubicBezTo>
                  <a:pt x="134880" y="133320"/>
                  <a:pt x="135644" y="132289"/>
                  <a:pt x="135777" y="130760"/>
                </a:cubicBezTo>
                <a:cubicBezTo>
                  <a:pt x="135844" y="126504"/>
                  <a:pt x="135877" y="122415"/>
                  <a:pt x="135877" y="118492"/>
                </a:cubicBezTo>
                <a:lnTo>
                  <a:pt x="135877" y="84480"/>
                </a:lnTo>
                <a:cubicBezTo>
                  <a:pt x="135877" y="75836"/>
                  <a:pt x="135744" y="67757"/>
                  <a:pt x="135478" y="60243"/>
                </a:cubicBezTo>
                <a:lnTo>
                  <a:pt x="122213" y="56653"/>
                </a:lnTo>
                <a:lnTo>
                  <a:pt x="121714" y="53261"/>
                </a:lnTo>
                <a:close/>
                <a:moveTo>
                  <a:pt x="277739" y="59445"/>
                </a:moveTo>
                <a:cubicBezTo>
                  <a:pt x="277340" y="81920"/>
                  <a:pt x="277140" y="100040"/>
                  <a:pt x="277140" y="113804"/>
                </a:cubicBezTo>
                <a:cubicBezTo>
                  <a:pt x="277074" y="120719"/>
                  <a:pt x="278105" y="125474"/>
                  <a:pt x="280232" y="128067"/>
                </a:cubicBezTo>
                <a:cubicBezTo>
                  <a:pt x="282294" y="130793"/>
                  <a:pt x="286217" y="132123"/>
                  <a:pt x="292002" y="132056"/>
                </a:cubicBezTo>
                <a:cubicBezTo>
                  <a:pt x="296590" y="132056"/>
                  <a:pt x="302574" y="131458"/>
                  <a:pt x="309955" y="130261"/>
                </a:cubicBezTo>
                <a:lnTo>
                  <a:pt x="310554" y="134749"/>
                </a:lnTo>
                <a:cubicBezTo>
                  <a:pt x="299050" y="140534"/>
                  <a:pt x="288777" y="143427"/>
                  <a:pt x="279734" y="143427"/>
                </a:cubicBezTo>
                <a:cubicBezTo>
                  <a:pt x="272353" y="143427"/>
                  <a:pt x="266867" y="141465"/>
                  <a:pt x="263277" y="137542"/>
                </a:cubicBezTo>
                <a:cubicBezTo>
                  <a:pt x="259686" y="133752"/>
                  <a:pt x="257891" y="127901"/>
                  <a:pt x="257891" y="119988"/>
                </a:cubicBezTo>
                <a:cubicBezTo>
                  <a:pt x="257824" y="107155"/>
                  <a:pt x="258057" y="86774"/>
                  <a:pt x="258589" y="58847"/>
                </a:cubicBezTo>
                <a:lnTo>
                  <a:pt x="244825" y="55456"/>
                </a:lnTo>
                <a:lnTo>
                  <a:pt x="244226" y="51366"/>
                </a:lnTo>
                <a:lnTo>
                  <a:pt x="259586" y="50070"/>
                </a:lnTo>
                <a:lnTo>
                  <a:pt x="266668" y="25933"/>
                </a:lnTo>
                <a:cubicBezTo>
                  <a:pt x="270458" y="24935"/>
                  <a:pt x="273915" y="23971"/>
                  <a:pt x="277041" y="23040"/>
                </a:cubicBezTo>
                <a:lnTo>
                  <a:pt x="278038" y="23738"/>
                </a:lnTo>
                <a:cubicBezTo>
                  <a:pt x="277839" y="31850"/>
                  <a:pt x="277739" y="39364"/>
                  <a:pt x="277739" y="46280"/>
                </a:cubicBezTo>
                <a:lnTo>
                  <a:pt x="277739" y="49970"/>
                </a:lnTo>
                <a:lnTo>
                  <a:pt x="307761" y="49970"/>
                </a:lnTo>
                <a:lnTo>
                  <a:pt x="307761" y="59445"/>
                </a:lnTo>
                <a:lnTo>
                  <a:pt x="277739" y="59445"/>
                </a:lnTo>
                <a:close/>
                <a:moveTo>
                  <a:pt x="325983" y="53261"/>
                </a:moveTo>
                <a:cubicBezTo>
                  <a:pt x="337021" y="51200"/>
                  <a:pt x="347593" y="48873"/>
                  <a:pt x="357700" y="46280"/>
                </a:cubicBezTo>
                <a:lnTo>
                  <a:pt x="358697" y="46978"/>
                </a:lnTo>
                <a:lnTo>
                  <a:pt x="358697" y="58647"/>
                </a:lnTo>
                <a:cubicBezTo>
                  <a:pt x="370932" y="50402"/>
                  <a:pt x="383001" y="46280"/>
                  <a:pt x="394903" y="46280"/>
                </a:cubicBezTo>
                <a:lnTo>
                  <a:pt x="395402" y="46878"/>
                </a:lnTo>
                <a:cubicBezTo>
                  <a:pt x="393474" y="56786"/>
                  <a:pt x="391579" y="67059"/>
                  <a:pt x="389717" y="77698"/>
                </a:cubicBezTo>
                <a:lnTo>
                  <a:pt x="385727" y="78396"/>
                </a:lnTo>
                <a:cubicBezTo>
                  <a:pt x="383799" y="72811"/>
                  <a:pt x="382003" y="68256"/>
                  <a:pt x="380341" y="64732"/>
                </a:cubicBezTo>
                <a:cubicBezTo>
                  <a:pt x="378546" y="61340"/>
                  <a:pt x="375820" y="59645"/>
                  <a:pt x="372162" y="59645"/>
                </a:cubicBezTo>
                <a:cubicBezTo>
                  <a:pt x="368572" y="59711"/>
                  <a:pt x="364083" y="61374"/>
                  <a:pt x="358697" y="64632"/>
                </a:cubicBezTo>
                <a:lnTo>
                  <a:pt x="358697" y="107819"/>
                </a:lnTo>
                <a:cubicBezTo>
                  <a:pt x="358697" y="118192"/>
                  <a:pt x="358764" y="125607"/>
                  <a:pt x="358897" y="130062"/>
                </a:cubicBezTo>
                <a:cubicBezTo>
                  <a:pt x="358963" y="131857"/>
                  <a:pt x="359795" y="132987"/>
                  <a:pt x="361390" y="133453"/>
                </a:cubicBezTo>
                <a:lnTo>
                  <a:pt x="374656" y="137243"/>
                </a:lnTo>
                <a:lnTo>
                  <a:pt x="374955" y="141332"/>
                </a:lnTo>
                <a:cubicBezTo>
                  <a:pt x="364516" y="141133"/>
                  <a:pt x="356071" y="141033"/>
                  <a:pt x="349621" y="141033"/>
                </a:cubicBezTo>
                <a:cubicBezTo>
                  <a:pt x="342972" y="141033"/>
                  <a:pt x="335225" y="141133"/>
                  <a:pt x="326382" y="141332"/>
                </a:cubicBezTo>
                <a:lnTo>
                  <a:pt x="325983" y="137243"/>
                </a:lnTo>
                <a:lnTo>
                  <a:pt x="337552" y="133852"/>
                </a:lnTo>
                <a:cubicBezTo>
                  <a:pt x="339082" y="133386"/>
                  <a:pt x="339896" y="132040"/>
                  <a:pt x="339996" y="129812"/>
                </a:cubicBezTo>
                <a:cubicBezTo>
                  <a:pt x="340096" y="127585"/>
                  <a:pt x="340146" y="123811"/>
                  <a:pt x="340146" y="118492"/>
                </a:cubicBezTo>
                <a:lnTo>
                  <a:pt x="340146" y="84480"/>
                </a:lnTo>
                <a:cubicBezTo>
                  <a:pt x="340146" y="73642"/>
                  <a:pt x="340013" y="65563"/>
                  <a:pt x="339747" y="60243"/>
                </a:cubicBezTo>
                <a:lnTo>
                  <a:pt x="326481" y="56653"/>
                </a:lnTo>
                <a:lnTo>
                  <a:pt x="325983" y="53261"/>
                </a:lnTo>
                <a:close/>
                <a:moveTo>
                  <a:pt x="395272" y="48574"/>
                </a:moveTo>
                <a:cubicBezTo>
                  <a:pt x="403650" y="48773"/>
                  <a:pt x="411097" y="48873"/>
                  <a:pt x="417613" y="48873"/>
                </a:cubicBezTo>
                <a:cubicBezTo>
                  <a:pt x="422068" y="48873"/>
                  <a:pt x="429183" y="48773"/>
                  <a:pt x="438958" y="48574"/>
                </a:cubicBezTo>
                <a:lnTo>
                  <a:pt x="439357" y="52663"/>
                </a:lnTo>
                <a:lnTo>
                  <a:pt x="427687" y="55855"/>
                </a:lnTo>
                <a:cubicBezTo>
                  <a:pt x="430081" y="62837"/>
                  <a:pt x="432940" y="70517"/>
                  <a:pt x="436265" y="78895"/>
                </a:cubicBezTo>
                <a:cubicBezTo>
                  <a:pt x="439457" y="87406"/>
                  <a:pt x="442914" y="96183"/>
                  <a:pt x="446638" y="105226"/>
                </a:cubicBezTo>
                <a:cubicBezTo>
                  <a:pt x="448101" y="109083"/>
                  <a:pt x="449763" y="113438"/>
                  <a:pt x="451625" y="118292"/>
                </a:cubicBezTo>
                <a:cubicBezTo>
                  <a:pt x="453487" y="113305"/>
                  <a:pt x="455714" y="107603"/>
                  <a:pt x="458308" y="101187"/>
                </a:cubicBezTo>
                <a:cubicBezTo>
                  <a:pt x="460901" y="94770"/>
                  <a:pt x="463694" y="87772"/>
                  <a:pt x="466686" y="80191"/>
                </a:cubicBezTo>
                <a:cubicBezTo>
                  <a:pt x="469545" y="72744"/>
                  <a:pt x="472570" y="64632"/>
                  <a:pt x="475762" y="55855"/>
                </a:cubicBezTo>
                <a:lnTo>
                  <a:pt x="464392" y="52663"/>
                </a:lnTo>
                <a:lnTo>
                  <a:pt x="463993" y="48574"/>
                </a:lnTo>
                <a:cubicBezTo>
                  <a:pt x="468847" y="48773"/>
                  <a:pt x="474598" y="48873"/>
                  <a:pt x="481248" y="48873"/>
                </a:cubicBezTo>
                <a:cubicBezTo>
                  <a:pt x="487099" y="48873"/>
                  <a:pt x="492851" y="48773"/>
                  <a:pt x="498503" y="48574"/>
                </a:cubicBezTo>
                <a:lnTo>
                  <a:pt x="499002" y="52663"/>
                </a:lnTo>
                <a:lnTo>
                  <a:pt x="489726" y="55256"/>
                </a:lnTo>
                <a:cubicBezTo>
                  <a:pt x="487598" y="55988"/>
                  <a:pt x="486102" y="57351"/>
                  <a:pt x="485237" y="59346"/>
                </a:cubicBezTo>
                <a:cubicBezTo>
                  <a:pt x="482711" y="65064"/>
                  <a:pt x="480051" y="71248"/>
                  <a:pt x="477258" y="77897"/>
                </a:cubicBezTo>
                <a:cubicBezTo>
                  <a:pt x="468415" y="98577"/>
                  <a:pt x="461765" y="115466"/>
                  <a:pt x="457310" y="128565"/>
                </a:cubicBezTo>
                <a:cubicBezTo>
                  <a:pt x="454185" y="137542"/>
                  <a:pt x="451425" y="146652"/>
                  <a:pt x="449032" y="155894"/>
                </a:cubicBezTo>
                <a:cubicBezTo>
                  <a:pt x="446505" y="165336"/>
                  <a:pt x="444610" y="173382"/>
                  <a:pt x="443346" y="180032"/>
                </a:cubicBezTo>
                <a:cubicBezTo>
                  <a:pt x="442748" y="183356"/>
                  <a:pt x="441551" y="185817"/>
                  <a:pt x="439756" y="187412"/>
                </a:cubicBezTo>
                <a:cubicBezTo>
                  <a:pt x="437827" y="189141"/>
                  <a:pt x="433539" y="190006"/>
                  <a:pt x="426889" y="190006"/>
                </a:cubicBezTo>
                <a:cubicBezTo>
                  <a:pt x="419974" y="190072"/>
                  <a:pt x="413325" y="189839"/>
                  <a:pt x="406941" y="189307"/>
                </a:cubicBezTo>
                <a:lnTo>
                  <a:pt x="406442" y="185418"/>
                </a:lnTo>
                <a:cubicBezTo>
                  <a:pt x="413690" y="184354"/>
                  <a:pt x="419110" y="181993"/>
                  <a:pt x="422700" y="178336"/>
                </a:cubicBezTo>
                <a:cubicBezTo>
                  <a:pt x="426956" y="173814"/>
                  <a:pt x="433539" y="161613"/>
                  <a:pt x="442449" y="141731"/>
                </a:cubicBezTo>
                <a:lnTo>
                  <a:pt x="443247" y="139836"/>
                </a:lnTo>
                <a:lnTo>
                  <a:pt x="441850" y="139437"/>
                </a:lnTo>
                <a:cubicBezTo>
                  <a:pt x="429682" y="109183"/>
                  <a:pt x="418677" y="82519"/>
                  <a:pt x="408836" y="59445"/>
                </a:cubicBezTo>
                <a:cubicBezTo>
                  <a:pt x="407905" y="57451"/>
                  <a:pt x="406376" y="56087"/>
                  <a:pt x="404248" y="55356"/>
                </a:cubicBezTo>
                <a:lnTo>
                  <a:pt x="395471" y="52663"/>
                </a:lnTo>
                <a:lnTo>
                  <a:pt x="395272" y="48574"/>
                </a:lnTo>
                <a:close/>
                <a:moveTo>
                  <a:pt x="584663" y="110413"/>
                </a:moveTo>
                <a:cubicBezTo>
                  <a:pt x="584663" y="118325"/>
                  <a:pt x="584730" y="124775"/>
                  <a:pt x="584863" y="129762"/>
                </a:cubicBezTo>
                <a:cubicBezTo>
                  <a:pt x="584863" y="131358"/>
                  <a:pt x="585727" y="132389"/>
                  <a:pt x="587456" y="132854"/>
                </a:cubicBezTo>
                <a:lnTo>
                  <a:pt x="601220" y="137043"/>
                </a:lnTo>
                <a:lnTo>
                  <a:pt x="601420" y="141332"/>
                </a:lnTo>
                <a:cubicBezTo>
                  <a:pt x="591712" y="141133"/>
                  <a:pt x="582935" y="141033"/>
                  <a:pt x="575088" y="141033"/>
                </a:cubicBezTo>
                <a:cubicBezTo>
                  <a:pt x="567176" y="141033"/>
                  <a:pt x="558930" y="141133"/>
                  <a:pt x="550353" y="141332"/>
                </a:cubicBezTo>
                <a:lnTo>
                  <a:pt x="549954" y="137043"/>
                </a:lnTo>
                <a:lnTo>
                  <a:pt x="562222" y="133353"/>
                </a:lnTo>
                <a:cubicBezTo>
                  <a:pt x="563884" y="132888"/>
                  <a:pt x="564782" y="131857"/>
                  <a:pt x="564915" y="130261"/>
                </a:cubicBezTo>
                <a:cubicBezTo>
                  <a:pt x="564981" y="124942"/>
                  <a:pt x="565048" y="118325"/>
                  <a:pt x="565114" y="110413"/>
                </a:cubicBezTo>
                <a:lnTo>
                  <a:pt x="565114" y="29523"/>
                </a:lnTo>
                <a:cubicBezTo>
                  <a:pt x="565114" y="26132"/>
                  <a:pt x="565114" y="23073"/>
                  <a:pt x="565114" y="20347"/>
                </a:cubicBezTo>
                <a:cubicBezTo>
                  <a:pt x="564981" y="17687"/>
                  <a:pt x="564915" y="15227"/>
                  <a:pt x="564915" y="12966"/>
                </a:cubicBezTo>
                <a:cubicBezTo>
                  <a:pt x="564782" y="11304"/>
                  <a:pt x="563984" y="10174"/>
                  <a:pt x="562521" y="9575"/>
                </a:cubicBezTo>
                <a:lnTo>
                  <a:pt x="550153" y="5685"/>
                </a:lnTo>
                <a:lnTo>
                  <a:pt x="549954" y="1396"/>
                </a:lnTo>
                <a:cubicBezTo>
                  <a:pt x="558531" y="1729"/>
                  <a:pt x="566777" y="1862"/>
                  <a:pt x="574689" y="1795"/>
                </a:cubicBezTo>
                <a:lnTo>
                  <a:pt x="598926" y="1795"/>
                </a:lnTo>
                <a:cubicBezTo>
                  <a:pt x="613754" y="1862"/>
                  <a:pt x="629480" y="1729"/>
                  <a:pt x="646104" y="1396"/>
                </a:cubicBezTo>
                <a:lnTo>
                  <a:pt x="646702" y="2194"/>
                </a:lnTo>
                <a:lnTo>
                  <a:pt x="640917" y="33014"/>
                </a:lnTo>
                <a:lnTo>
                  <a:pt x="636927" y="33712"/>
                </a:lnTo>
                <a:lnTo>
                  <a:pt x="630744" y="10672"/>
                </a:lnTo>
                <a:lnTo>
                  <a:pt x="584663" y="10672"/>
                </a:lnTo>
                <a:lnTo>
                  <a:pt x="584663" y="67624"/>
                </a:lnTo>
                <a:lnTo>
                  <a:pt x="594238" y="67624"/>
                </a:lnTo>
                <a:cubicBezTo>
                  <a:pt x="601087" y="67624"/>
                  <a:pt x="608801" y="67558"/>
                  <a:pt x="617378" y="67425"/>
                </a:cubicBezTo>
                <a:cubicBezTo>
                  <a:pt x="619107" y="67425"/>
                  <a:pt x="620238" y="66560"/>
                  <a:pt x="620769" y="64831"/>
                </a:cubicBezTo>
                <a:lnTo>
                  <a:pt x="624859" y="51366"/>
                </a:lnTo>
                <a:lnTo>
                  <a:pt x="629646" y="51167"/>
                </a:lnTo>
                <a:cubicBezTo>
                  <a:pt x="629447" y="60476"/>
                  <a:pt x="629347" y="67358"/>
                  <a:pt x="629347" y="71813"/>
                </a:cubicBezTo>
                <a:cubicBezTo>
                  <a:pt x="629347" y="76135"/>
                  <a:pt x="629447" y="82918"/>
                  <a:pt x="629646" y="92160"/>
                </a:cubicBezTo>
                <a:lnTo>
                  <a:pt x="624859" y="92559"/>
                </a:lnTo>
                <a:lnTo>
                  <a:pt x="620670" y="78895"/>
                </a:lnTo>
                <a:cubicBezTo>
                  <a:pt x="620138" y="77232"/>
                  <a:pt x="619140" y="76335"/>
                  <a:pt x="617678" y="76202"/>
                </a:cubicBezTo>
                <a:cubicBezTo>
                  <a:pt x="608967" y="76135"/>
                  <a:pt x="601121" y="76069"/>
                  <a:pt x="594139" y="76002"/>
                </a:cubicBezTo>
                <a:lnTo>
                  <a:pt x="584663" y="76002"/>
                </a:lnTo>
                <a:lnTo>
                  <a:pt x="584663" y="110413"/>
                </a:lnTo>
                <a:close/>
                <a:moveTo>
                  <a:pt x="729663" y="132256"/>
                </a:moveTo>
                <a:cubicBezTo>
                  <a:pt x="719290" y="139969"/>
                  <a:pt x="708884" y="143826"/>
                  <a:pt x="698444" y="143826"/>
                </a:cubicBezTo>
                <a:cubicBezTo>
                  <a:pt x="688005" y="143826"/>
                  <a:pt x="680192" y="141166"/>
                  <a:pt x="675005" y="135847"/>
                </a:cubicBezTo>
                <a:cubicBezTo>
                  <a:pt x="669686" y="130594"/>
                  <a:pt x="667059" y="123113"/>
                  <a:pt x="667126" y="113405"/>
                </a:cubicBezTo>
                <a:lnTo>
                  <a:pt x="667126" y="92260"/>
                </a:lnTo>
                <a:cubicBezTo>
                  <a:pt x="667126" y="78030"/>
                  <a:pt x="666993" y="67358"/>
                  <a:pt x="666727" y="60243"/>
                </a:cubicBezTo>
                <a:lnTo>
                  <a:pt x="653461" y="56653"/>
                </a:lnTo>
                <a:lnTo>
                  <a:pt x="652963" y="53261"/>
                </a:lnTo>
                <a:cubicBezTo>
                  <a:pt x="664599" y="51200"/>
                  <a:pt x="675404" y="48873"/>
                  <a:pt x="685378" y="46280"/>
                </a:cubicBezTo>
                <a:lnTo>
                  <a:pt x="686276" y="46978"/>
                </a:lnTo>
                <a:cubicBezTo>
                  <a:pt x="685877" y="54758"/>
                  <a:pt x="685678" y="64765"/>
                  <a:pt x="685678" y="77000"/>
                </a:cubicBezTo>
                <a:lnTo>
                  <a:pt x="685678" y="108717"/>
                </a:lnTo>
                <a:cubicBezTo>
                  <a:pt x="685678" y="116829"/>
                  <a:pt x="687573" y="122648"/>
                  <a:pt x="691363" y="126172"/>
                </a:cubicBezTo>
                <a:cubicBezTo>
                  <a:pt x="695086" y="129895"/>
                  <a:pt x="700439" y="131724"/>
                  <a:pt x="707421" y="131657"/>
                </a:cubicBezTo>
                <a:cubicBezTo>
                  <a:pt x="714270" y="131724"/>
                  <a:pt x="721318" y="129895"/>
                  <a:pt x="728566" y="126172"/>
                </a:cubicBezTo>
                <a:lnTo>
                  <a:pt x="728566" y="83682"/>
                </a:lnTo>
                <a:cubicBezTo>
                  <a:pt x="728566" y="74440"/>
                  <a:pt x="728433" y="66627"/>
                  <a:pt x="728167" y="60243"/>
                </a:cubicBezTo>
                <a:lnTo>
                  <a:pt x="715001" y="56653"/>
                </a:lnTo>
                <a:lnTo>
                  <a:pt x="714503" y="53261"/>
                </a:lnTo>
                <a:cubicBezTo>
                  <a:pt x="726072" y="51200"/>
                  <a:pt x="736844" y="48873"/>
                  <a:pt x="746818" y="46280"/>
                </a:cubicBezTo>
                <a:lnTo>
                  <a:pt x="747716" y="46978"/>
                </a:lnTo>
                <a:cubicBezTo>
                  <a:pt x="747317" y="54957"/>
                  <a:pt x="747118" y="65164"/>
                  <a:pt x="747118" y="77598"/>
                </a:cubicBezTo>
                <a:cubicBezTo>
                  <a:pt x="747118" y="101802"/>
                  <a:pt x="747184" y="116530"/>
                  <a:pt x="747317" y="121783"/>
                </a:cubicBezTo>
                <a:cubicBezTo>
                  <a:pt x="747384" y="124509"/>
                  <a:pt x="747583" y="126704"/>
                  <a:pt x="747916" y="128366"/>
                </a:cubicBezTo>
                <a:cubicBezTo>
                  <a:pt x="748182" y="130095"/>
                  <a:pt x="748780" y="131408"/>
                  <a:pt x="749711" y="132306"/>
                </a:cubicBezTo>
                <a:cubicBezTo>
                  <a:pt x="750642" y="133203"/>
                  <a:pt x="752071" y="133785"/>
                  <a:pt x="754000" y="134051"/>
                </a:cubicBezTo>
                <a:cubicBezTo>
                  <a:pt x="755729" y="134450"/>
                  <a:pt x="758156" y="134683"/>
                  <a:pt x="761281" y="134749"/>
                </a:cubicBezTo>
                <a:lnTo>
                  <a:pt x="761780" y="138639"/>
                </a:lnTo>
                <a:cubicBezTo>
                  <a:pt x="758654" y="139836"/>
                  <a:pt x="755130" y="140967"/>
                  <a:pt x="751207" y="142030"/>
                </a:cubicBezTo>
                <a:cubicBezTo>
                  <a:pt x="747217" y="143161"/>
                  <a:pt x="744491" y="143726"/>
                  <a:pt x="743028" y="143726"/>
                </a:cubicBezTo>
                <a:cubicBezTo>
                  <a:pt x="736312" y="143793"/>
                  <a:pt x="731857" y="139969"/>
                  <a:pt x="729663" y="132256"/>
                </a:cubicBezTo>
                <a:close/>
                <a:moveTo>
                  <a:pt x="765946" y="53261"/>
                </a:moveTo>
                <a:cubicBezTo>
                  <a:pt x="777117" y="51200"/>
                  <a:pt x="787656" y="48873"/>
                  <a:pt x="797563" y="46280"/>
                </a:cubicBezTo>
                <a:lnTo>
                  <a:pt x="798561" y="46978"/>
                </a:lnTo>
                <a:lnTo>
                  <a:pt x="798561" y="58548"/>
                </a:lnTo>
                <a:cubicBezTo>
                  <a:pt x="810131" y="50369"/>
                  <a:pt x="820936" y="46280"/>
                  <a:pt x="830976" y="46280"/>
                </a:cubicBezTo>
                <a:cubicBezTo>
                  <a:pt x="840352" y="46280"/>
                  <a:pt x="847733" y="48906"/>
                  <a:pt x="853119" y="54159"/>
                </a:cubicBezTo>
                <a:cubicBezTo>
                  <a:pt x="858505" y="59545"/>
                  <a:pt x="861198" y="67059"/>
                  <a:pt x="861198" y="76700"/>
                </a:cubicBezTo>
                <a:lnTo>
                  <a:pt x="861198" y="111909"/>
                </a:lnTo>
                <a:cubicBezTo>
                  <a:pt x="861198" y="120221"/>
                  <a:pt x="861264" y="126371"/>
                  <a:pt x="861397" y="130361"/>
                </a:cubicBezTo>
                <a:cubicBezTo>
                  <a:pt x="861397" y="132223"/>
                  <a:pt x="862262" y="133386"/>
                  <a:pt x="863990" y="133852"/>
                </a:cubicBezTo>
                <a:lnTo>
                  <a:pt x="875062" y="137243"/>
                </a:lnTo>
                <a:lnTo>
                  <a:pt x="875261" y="141332"/>
                </a:lnTo>
                <a:cubicBezTo>
                  <a:pt x="866418" y="141133"/>
                  <a:pt x="858771" y="141033"/>
                  <a:pt x="852321" y="141033"/>
                </a:cubicBezTo>
                <a:cubicBezTo>
                  <a:pt x="845738" y="141033"/>
                  <a:pt x="838457" y="141133"/>
                  <a:pt x="830478" y="141332"/>
                </a:cubicBezTo>
                <a:lnTo>
                  <a:pt x="830079" y="137243"/>
                </a:lnTo>
                <a:lnTo>
                  <a:pt x="840053" y="134350"/>
                </a:lnTo>
                <a:cubicBezTo>
                  <a:pt x="841516" y="133885"/>
                  <a:pt x="842347" y="132854"/>
                  <a:pt x="842546" y="131258"/>
                </a:cubicBezTo>
                <a:cubicBezTo>
                  <a:pt x="842613" y="130394"/>
                  <a:pt x="842646" y="128300"/>
                  <a:pt x="842646" y="124975"/>
                </a:cubicBezTo>
                <a:lnTo>
                  <a:pt x="842646" y="81488"/>
                </a:lnTo>
                <a:cubicBezTo>
                  <a:pt x="842580" y="73309"/>
                  <a:pt x="840618" y="67425"/>
                  <a:pt x="836761" y="63834"/>
                </a:cubicBezTo>
                <a:cubicBezTo>
                  <a:pt x="832838" y="60376"/>
                  <a:pt x="827087" y="58614"/>
                  <a:pt x="819506" y="58548"/>
                </a:cubicBezTo>
                <a:cubicBezTo>
                  <a:pt x="812724" y="58548"/>
                  <a:pt x="805775" y="60476"/>
                  <a:pt x="798660" y="64333"/>
                </a:cubicBezTo>
                <a:lnTo>
                  <a:pt x="798660" y="107919"/>
                </a:lnTo>
                <a:cubicBezTo>
                  <a:pt x="798660" y="116297"/>
                  <a:pt x="798727" y="123911"/>
                  <a:pt x="798860" y="130760"/>
                </a:cubicBezTo>
                <a:cubicBezTo>
                  <a:pt x="798860" y="132555"/>
                  <a:pt x="799625" y="133686"/>
                  <a:pt x="801154" y="134151"/>
                </a:cubicBezTo>
                <a:lnTo>
                  <a:pt x="811527" y="137243"/>
                </a:lnTo>
                <a:lnTo>
                  <a:pt x="811726" y="141332"/>
                </a:lnTo>
                <a:cubicBezTo>
                  <a:pt x="803415" y="141133"/>
                  <a:pt x="796034" y="141033"/>
                  <a:pt x="789584" y="141033"/>
                </a:cubicBezTo>
                <a:cubicBezTo>
                  <a:pt x="782935" y="141033"/>
                  <a:pt x="775188" y="141133"/>
                  <a:pt x="766345" y="141332"/>
                </a:cubicBezTo>
                <a:lnTo>
                  <a:pt x="765946" y="137243"/>
                </a:lnTo>
                <a:lnTo>
                  <a:pt x="777715" y="133852"/>
                </a:lnTo>
                <a:cubicBezTo>
                  <a:pt x="779111" y="133320"/>
                  <a:pt x="779876" y="132289"/>
                  <a:pt x="780009" y="130760"/>
                </a:cubicBezTo>
                <a:cubicBezTo>
                  <a:pt x="780075" y="126504"/>
                  <a:pt x="780109" y="122415"/>
                  <a:pt x="780109" y="118492"/>
                </a:cubicBezTo>
                <a:lnTo>
                  <a:pt x="780109" y="84480"/>
                </a:lnTo>
                <a:cubicBezTo>
                  <a:pt x="780109" y="75836"/>
                  <a:pt x="779976" y="67757"/>
                  <a:pt x="779710" y="60243"/>
                </a:cubicBezTo>
                <a:lnTo>
                  <a:pt x="766444" y="56653"/>
                </a:lnTo>
                <a:lnTo>
                  <a:pt x="765946" y="53261"/>
                </a:lnTo>
                <a:close/>
                <a:moveTo>
                  <a:pt x="974434" y="133951"/>
                </a:moveTo>
                <a:cubicBezTo>
                  <a:pt x="970311" y="136744"/>
                  <a:pt x="965224" y="139071"/>
                  <a:pt x="959174" y="140933"/>
                </a:cubicBezTo>
                <a:cubicBezTo>
                  <a:pt x="953056" y="142862"/>
                  <a:pt x="947005" y="143826"/>
                  <a:pt x="941021" y="143826"/>
                </a:cubicBezTo>
                <a:cubicBezTo>
                  <a:pt x="926658" y="143892"/>
                  <a:pt x="915188" y="139670"/>
                  <a:pt x="906610" y="131159"/>
                </a:cubicBezTo>
                <a:cubicBezTo>
                  <a:pt x="897900" y="122847"/>
                  <a:pt x="893578" y="111643"/>
                  <a:pt x="893644" y="97546"/>
                </a:cubicBezTo>
                <a:cubicBezTo>
                  <a:pt x="893644" y="82319"/>
                  <a:pt x="898531" y="69951"/>
                  <a:pt x="908306" y="60443"/>
                </a:cubicBezTo>
                <a:cubicBezTo>
                  <a:pt x="917947" y="51001"/>
                  <a:pt x="930349" y="46280"/>
                  <a:pt x="945509" y="46280"/>
                </a:cubicBezTo>
                <a:cubicBezTo>
                  <a:pt x="955284" y="46280"/>
                  <a:pt x="964759" y="48274"/>
                  <a:pt x="973935" y="52264"/>
                </a:cubicBezTo>
                <a:cubicBezTo>
                  <a:pt x="971674" y="61241"/>
                  <a:pt x="969713" y="70350"/>
                  <a:pt x="968050" y="79593"/>
                </a:cubicBezTo>
                <a:lnTo>
                  <a:pt x="964161" y="80191"/>
                </a:lnTo>
                <a:lnTo>
                  <a:pt x="956082" y="56254"/>
                </a:lnTo>
                <a:cubicBezTo>
                  <a:pt x="952956" y="55190"/>
                  <a:pt x="949499" y="54658"/>
                  <a:pt x="945709" y="54658"/>
                </a:cubicBezTo>
                <a:cubicBezTo>
                  <a:pt x="935801" y="54724"/>
                  <a:pt x="928054" y="58182"/>
                  <a:pt x="922469" y="65031"/>
                </a:cubicBezTo>
                <a:cubicBezTo>
                  <a:pt x="916884" y="71946"/>
                  <a:pt x="914091" y="81089"/>
                  <a:pt x="914091" y="92459"/>
                </a:cubicBezTo>
                <a:cubicBezTo>
                  <a:pt x="914091" y="105825"/>
                  <a:pt x="917249" y="115699"/>
                  <a:pt x="923566" y="122082"/>
                </a:cubicBezTo>
                <a:cubicBezTo>
                  <a:pt x="929817" y="128466"/>
                  <a:pt x="939824" y="131657"/>
                  <a:pt x="953588" y="131657"/>
                </a:cubicBezTo>
                <a:cubicBezTo>
                  <a:pt x="959838" y="131724"/>
                  <a:pt x="966588" y="131092"/>
                  <a:pt x="973835" y="129762"/>
                </a:cubicBezTo>
                <a:lnTo>
                  <a:pt x="974434" y="133951"/>
                </a:lnTo>
                <a:close/>
                <a:moveTo>
                  <a:pt x="1016248" y="59445"/>
                </a:moveTo>
                <a:cubicBezTo>
                  <a:pt x="1015849" y="81920"/>
                  <a:pt x="1015650" y="100040"/>
                  <a:pt x="1015650" y="113804"/>
                </a:cubicBezTo>
                <a:cubicBezTo>
                  <a:pt x="1015583" y="120719"/>
                  <a:pt x="1016614" y="125474"/>
                  <a:pt x="1018742" y="128067"/>
                </a:cubicBezTo>
                <a:cubicBezTo>
                  <a:pt x="1020803" y="130793"/>
                  <a:pt x="1024726" y="132123"/>
                  <a:pt x="1030511" y="132056"/>
                </a:cubicBezTo>
                <a:cubicBezTo>
                  <a:pt x="1035099" y="132056"/>
                  <a:pt x="1041084" y="131458"/>
                  <a:pt x="1048464" y="130261"/>
                </a:cubicBezTo>
                <a:lnTo>
                  <a:pt x="1049063" y="134749"/>
                </a:lnTo>
                <a:cubicBezTo>
                  <a:pt x="1037559" y="140534"/>
                  <a:pt x="1027286" y="143427"/>
                  <a:pt x="1018243" y="143427"/>
                </a:cubicBezTo>
                <a:cubicBezTo>
                  <a:pt x="1010862" y="143427"/>
                  <a:pt x="1005377" y="141465"/>
                  <a:pt x="1001786" y="137542"/>
                </a:cubicBezTo>
                <a:cubicBezTo>
                  <a:pt x="998195" y="133752"/>
                  <a:pt x="996400" y="127901"/>
                  <a:pt x="996400" y="119988"/>
                </a:cubicBezTo>
                <a:cubicBezTo>
                  <a:pt x="996333" y="107155"/>
                  <a:pt x="996566" y="86774"/>
                  <a:pt x="997098" y="58847"/>
                </a:cubicBezTo>
                <a:lnTo>
                  <a:pt x="983334" y="55456"/>
                </a:lnTo>
                <a:lnTo>
                  <a:pt x="982735" y="51366"/>
                </a:lnTo>
                <a:lnTo>
                  <a:pt x="998095" y="50070"/>
                </a:lnTo>
                <a:lnTo>
                  <a:pt x="1005177" y="25933"/>
                </a:lnTo>
                <a:cubicBezTo>
                  <a:pt x="1008967" y="24935"/>
                  <a:pt x="1012425" y="23971"/>
                  <a:pt x="1015550" y="23040"/>
                </a:cubicBezTo>
                <a:lnTo>
                  <a:pt x="1016547" y="23738"/>
                </a:lnTo>
                <a:cubicBezTo>
                  <a:pt x="1016348" y="31850"/>
                  <a:pt x="1016248" y="39364"/>
                  <a:pt x="1016248" y="46280"/>
                </a:cubicBezTo>
                <a:lnTo>
                  <a:pt x="1016248" y="49970"/>
                </a:lnTo>
                <a:lnTo>
                  <a:pt x="1046270" y="49970"/>
                </a:lnTo>
                <a:lnTo>
                  <a:pt x="1046270" y="59445"/>
                </a:lnTo>
                <a:lnTo>
                  <a:pt x="1016248" y="59445"/>
                </a:lnTo>
                <a:close/>
                <a:moveTo>
                  <a:pt x="1098204" y="10971"/>
                </a:moveTo>
                <a:cubicBezTo>
                  <a:pt x="1098204" y="14496"/>
                  <a:pt x="1097107" y="17355"/>
                  <a:pt x="1094913" y="19549"/>
                </a:cubicBezTo>
                <a:cubicBezTo>
                  <a:pt x="1092718" y="21876"/>
                  <a:pt x="1089892" y="23007"/>
                  <a:pt x="1086435" y="22940"/>
                </a:cubicBezTo>
                <a:cubicBezTo>
                  <a:pt x="1083110" y="23007"/>
                  <a:pt x="1080417" y="21976"/>
                  <a:pt x="1078356" y="19848"/>
                </a:cubicBezTo>
                <a:cubicBezTo>
                  <a:pt x="1076228" y="17787"/>
                  <a:pt x="1075164" y="15061"/>
                  <a:pt x="1075164" y="11670"/>
                </a:cubicBezTo>
                <a:cubicBezTo>
                  <a:pt x="1075164" y="8079"/>
                  <a:pt x="1076261" y="5220"/>
                  <a:pt x="1078456" y="3092"/>
                </a:cubicBezTo>
                <a:cubicBezTo>
                  <a:pt x="1080650" y="1031"/>
                  <a:pt x="1083542" y="0"/>
                  <a:pt x="1087133" y="0"/>
                </a:cubicBezTo>
                <a:cubicBezTo>
                  <a:pt x="1090325" y="0"/>
                  <a:pt x="1092984" y="931"/>
                  <a:pt x="1095112" y="2793"/>
                </a:cubicBezTo>
                <a:cubicBezTo>
                  <a:pt x="1097174" y="4788"/>
                  <a:pt x="1098204" y="7514"/>
                  <a:pt x="1098204" y="10971"/>
                </a:cubicBezTo>
                <a:moveTo>
                  <a:pt x="1064492" y="53261"/>
                </a:moveTo>
                <a:cubicBezTo>
                  <a:pt x="1076128" y="51134"/>
                  <a:pt x="1086934" y="48806"/>
                  <a:pt x="1096908" y="46280"/>
                </a:cubicBezTo>
                <a:lnTo>
                  <a:pt x="1097805" y="46978"/>
                </a:lnTo>
                <a:cubicBezTo>
                  <a:pt x="1097406" y="55688"/>
                  <a:pt x="1097207" y="65197"/>
                  <a:pt x="1097207" y="75504"/>
                </a:cubicBezTo>
                <a:lnTo>
                  <a:pt x="1097207" y="113804"/>
                </a:lnTo>
                <a:cubicBezTo>
                  <a:pt x="1097207" y="121783"/>
                  <a:pt x="1097273" y="127302"/>
                  <a:pt x="1097406" y="130361"/>
                </a:cubicBezTo>
                <a:cubicBezTo>
                  <a:pt x="1097473" y="132223"/>
                  <a:pt x="1098304" y="133386"/>
                  <a:pt x="1099900" y="133852"/>
                </a:cubicBezTo>
                <a:lnTo>
                  <a:pt x="1111470" y="137243"/>
                </a:lnTo>
                <a:lnTo>
                  <a:pt x="1111669" y="141332"/>
                </a:lnTo>
                <a:cubicBezTo>
                  <a:pt x="1102427" y="141133"/>
                  <a:pt x="1094580" y="141033"/>
                  <a:pt x="1088130" y="141033"/>
                </a:cubicBezTo>
                <a:cubicBezTo>
                  <a:pt x="1081548" y="141033"/>
                  <a:pt x="1073768" y="141133"/>
                  <a:pt x="1064791" y="141332"/>
                </a:cubicBezTo>
                <a:lnTo>
                  <a:pt x="1064392" y="137243"/>
                </a:lnTo>
                <a:lnTo>
                  <a:pt x="1075962" y="133852"/>
                </a:lnTo>
                <a:cubicBezTo>
                  <a:pt x="1077425" y="133386"/>
                  <a:pt x="1078223" y="132106"/>
                  <a:pt x="1078356" y="130012"/>
                </a:cubicBezTo>
                <a:cubicBezTo>
                  <a:pt x="1078489" y="127917"/>
                  <a:pt x="1078589" y="123811"/>
                  <a:pt x="1078655" y="117694"/>
                </a:cubicBezTo>
                <a:lnTo>
                  <a:pt x="1078655" y="84380"/>
                </a:lnTo>
                <a:cubicBezTo>
                  <a:pt x="1078655" y="75736"/>
                  <a:pt x="1078522" y="67691"/>
                  <a:pt x="1078256" y="60243"/>
                </a:cubicBezTo>
                <a:lnTo>
                  <a:pt x="1064991" y="56653"/>
                </a:lnTo>
                <a:lnTo>
                  <a:pt x="1064492" y="53261"/>
                </a:lnTo>
                <a:close/>
                <a:moveTo>
                  <a:pt x="1149785" y="93956"/>
                </a:moveTo>
                <a:cubicBezTo>
                  <a:pt x="1149719" y="106456"/>
                  <a:pt x="1152046" y="116563"/>
                  <a:pt x="1156767" y="124277"/>
                </a:cubicBezTo>
                <a:cubicBezTo>
                  <a:pt x="1161355" y="132189"/>
                  <a:pt x="1168237" y="136113"/>
                  <a:pt x="1177413" y="136046"/>
                </a:cubicBezTo>
                <a:cubicBezTo>
                  <a:pt x="1185925" y="136046"/>
                  <a:pt x="1192441" y="132588"/>
                  <a:pt x="1196963" y="125673"/>
                </a:cubicBezTo>
                <a:cubicBezTo>
                  <a:pt x="1201418" y="118824"/>
                  <a:pt x="1203645" y="108651"/>
                  <a:pt x="1203645" y="95152"/>
                </a:cubicBezTo>
                <a:cubicBezTo>
                  <a:pt x="1203579" y="82519"/>
                  <a:pt x="1201218" y="72511"/>
                  <a:pt x="1196564" y="65131"/>
                </a:cubicBezTo>
                <a:cubicBezTo>
                  <a:pt x="1191843" y="57883"/>
                  <a:pt x="1185027" y="54226"/>
                  <a:pt x="1176117" y="54159"/>
                </a:cubicBezTo>
                <a:cubicBezTo>
                  <a:pt x="1167606" y="54159"/>
                  <a:pt x="1161089" y="57451"/>
                  <a:pt x="1156568" y="64033"/>
                </a:cubicBezTo>
                <a:cubicBezTo>
                  <a:pt x="1152046" y="70616"/>
                  <a:pt x="1149785" y="80590"/>
                  <a:pt x="1149785" y="93956"/>
                </a:cubicBezTo>
                <a:moveTo>
                  <a:pt x="1224092" y="93058"/>
                </a:moveTo>
                <a:cubicBezTo>
                  <a:pt x="1224092" y="108285"/>
                  <a:pt x="1219504" y="120520"/>
                  <a:pt x="1210328" y="129762"/>
                </a:cubicBezTo>
                <a:cubicBezTo>
                  <a:pt x="1201218" y="139138"/>
                  <a:pt x="1189582" y="143826"/>
                  <a:pt x="1175419" y="143826"/>
                </a:cubicBezTo>
                <a:cubicBezTo>
                  <a:pt x="1161654" y="143892"/>
                  <a:pt x="1150550" y="139470"/>
                  <a:pt x="1142105" y="130560"/>
                </a:cubicBezTo>
                <a:cubicBezTo>
                  <a:pt x="1133594" y="121850"/>
                  <a:pt x="1129339" y="110346"/>
                  <a:pt x="1129339" y="96050"/>
                </a:cubicBezTo>
                <a:cubicBezTo>
                  <a:pt x="1129339" y="81421"/>
                  <a:pt x="1133794" y="69453"/>
                  <a:pt x="1142704" y="60144"/>
                </a:cubicBezTo>
                <a:cubicBezTo>
                  <a:pt x="1151547" y="50901"/>
                  <a:pt x="1163317" y="46280"/>
                  <a:pt x="1178012" y="46280"/>
                </a:cubicBezTo>
                <a:cubicBezTo>
                  <a:pt x="1191776" y="46346"/>
                  <a:pt x="1202914" y="50602"/>
                  <a:pt x="1211425" y="59046"/>
                </a:cubicBezTo>
                <a:cubicBezTo>
                  <a:pt x="1219870" y="67691"/>
                  <a:pt x="1224092" y="79028"/>
                  <a:pt x="1224092" y="93058"/>
                </a:cubicBezTo>
                <a:close/>
                <a:moveTo>
                  <a:pt x="1237334" y="53261"/>
                </a:moveTo>
                <a:cubicBezTo>
                  <a:pt x="1248505" y="51200"/>
                  <a:pt x="1259045" y="48873"/>
                  <a:pt x="1268952" y="46280"/>
                </a:cubicBezTo>
                <a:lnTo>
                  <a:pt x="1269950" y="46978"/>
                </a:lnTo>
                <a:lnTo>
                  <a:pt x="1269950" y="58548"/>
                </a:lnTo>
                <a:cubicBezTo>
                  <a:pt x="1281519" y="50369"/>
                  <a:pt x="1292325" y="46280"/>
                  <a:pt x="1302365" y="46280"/>
                </a:cubicBezTo>
                <a:cubicBezTo>
                  <a:pt x="1311741" y="46280"/>
                  <a:pt x="1319122" y="48906"/>
                  <a:pt x="1324508" y="54159"/>
                </a:cubicBezTo>
                <a:cubicBezTo>
                  <a:pt x="1329894" y="59545"/>
                  <a:pt x="1332587" y="67059"/>
                  <a:pt x="1332587" y="76700"/>
                </a:cubicBezTo>
                <a:lnTo>
                  <a:pt x="1332587" y="111909"/>
                </a:lnTo>
                <a:cubicBezTo>
                  <a:pt x="1332587" y="120221"/>
                  <a:pt x="1332653" y="126371"/>
                  <a:pt x="1332786" y="130361"/>
                </a:cubicBezTo>
                <a:cubicBezTo>
                  <a:pt x="1332786" y="132223"/>
                  <a:pt x="1333650" y="133386"/>
                  <a:pt x="1335379" y="133852"/>
                </a:cubicBezTo>
                <a:lnTo>
                  <a:pt x="1346451" y="137243"/>
                </a:lnTo>
                <a:lnTo>
                  <a:pt x="1346650" y="141332"/>
                </a:lnTo>
                <a:cubicBezTo>
                  <a:pt x="1337806" y="141133"/>
                  <a:pt x="1330160" y="141033"/>
                  <a:pt x="1323710" y="141033"/>
                </a:cubicBezTo>
                <a:cubicBezTo>
                  <a:pt x="1317127" y="141033"/>
                  <a:pt x="1309846" y="141133"/>
                  <a:pt x="1301867" y="141332"/>
                </a:cubicBezTo>
                <a:lnTo>
                  <a:pt x="1301468" y="137243"/>
                </a:lnTo>
                <a:lnTo>
                  <a:pt x="1311442" y="134350"/>
                </a:lnTo>
                <a:cubicBezTo>
                  <a:pt x="1312904" y="133885"/>
                  <a:pt x="1313736" y="132854"/>
                  <a:pt x="1313935" y="131258"/>
                </a:cubicBezTo>
                <a:cubicBezTo>
                  <a:pt x="1314002" y="130394"/>
                  <a:pt x="1314035" y="128300"/>
                  <a:pt x="1314035" y="124975"/>
                </a:cubicBezTo>
                <a:lnTo>
                  <a:pt x="1314035" y="81488"/>
                </a:lnTo>
                <a:cubicBezTo>
                  <a:pt x="1313968" y="73309"/>
                  <a:pt x="1312007" y="67425"/>
                  <a:pt x="1308150" y="63834"/>
                </a:cubicBezTo>
                <a:cubicBezTo>
                  <a:pt x="1304227" y="60376"/>
                  <a:pt x="1298475" y="58614"/>
                  <a:pt x="1290895" y="58548"/>
                </a:cubicBezTo>
                <a:cubicBezTo>
                  <a:pt x="1284113" y="58548"/>
                  <a:pt x="1277164" y="60476"/>
                  <a:pt x="1270049" y="64333"/>
                </a:cubicBezTo>
                <a:lnTo>
                  <a:pt x="1270049" y="107919"/>
                </a:lnTo>
                <a:cubicBezTo>
                  <a:pt x="1270049" y="116297"/>
                  <a:pt x="1270116" y="123911"/>
                  <a:pt x="1270249" y="130760"/>
                </a:cubicBezTo>
                <a:cubicBezTo>
                  <a:pt x="1270249" y="132555"/>
                  <a:pt x="1271013" y="133686"/>
                  <a:pt x="1272543" y="134151"/>
                </a:cubicBezTo>
                <a:lnTo>
                  <a:pt x="1282916" y="137243"/>
                </a:lnTo>
                <a:lnTo>
                  <a:pt x="1283115" y="141332"/>
                </a:lnTo>
                <a:cubicBezTo>
                  <a:pt x="1274804" y="141133"/>
                  <a:pt x="1267423" y="141033"/>
                  <a:pt x="1260973" y="141033"/>
                </a:cubicBezTo>
                <a:cubicBezTo>
                  <a:pt x="1254324" y="141033"/>
                  <a:pt x="1246577" y="141133"/>
                  <a:pt x="1237733" y="141332"/>
                </a:cubicBezTo>
                <a:lnTo>
                  <a:pt x="1237334" y="137243"/>
                </a:lnTo>
                <a:lnTo>
                  <a:pt x="1249104" y="133852"/>
                </a:lnTo>
                <a:cubicBezTo>
                  <a:pt x="1250500" y="133320"/>
                  <a:pt x="1251265" y="132289"/>
                  <a:pt x="1251398" y="130760"/>
                </a:cubicBezTo>
                <a:cubicBezTo>
                  <a:pt x="1251464" y="126504"/>
                  <a:pt x="1251498" y="122415"/>
                  <a:pt x="1251498" y="118492"/>
                </a:cubicBezTo>
                <a:lnTo>
                  <a:pt x="1251498" y="84480"/>
                </a:lnTo>
                <a:cubicBezTo>
                  <a:pt x="1251498" y="75836"/>
                  <a:pt x="1251365" y="67757"/>
                  <a:pt x="1251099" y="60243"/>
                </a:cubicBezTo>
                <a:lnTo>
                  <a:pt x="1237833" y="56653"/>
                </a:lnTo>
                <a:lnTo>
                  <a:pt x="1237334" y="53261"/>
                </a:lnTo>
                <a:close/>
                <a:moveTo>
                  <a:pt x="1414205" y="56353"/>
                </a:moveTo>
                <a:cubicBezTo>
                  <a:pt x="1410282" y="55289"/>
                  <a:pt x="1405627" y="54758"/>
                  <a:pt x="1400241" y="54758"/>
                </a:cubicBezTo>
                <a:cubicBezTo>
                  <a:pt x="1394855" y="54758"/>
                  <a:pt x="1390301" y="55954"/>
                  <a:pt x="1386577" y="58348"/>
                </a:cubicBezTo>
                <a:cubicBezTo>
                  <a:pt x="1382654" y="60875"/>
                  <a:pt x="1380725" y="64200"/>
                  <a:pt x="1380792" y="68322"/>
                </a:cubicBezTo>
                <a:cubicBezTo>
                  <a:pt x="1380792" y="72445"/>
                  <a:pt x="1382055" y="75637"/>
                  <a:pt x="1384582" y="77897"/>
                </a:cubicBezTo>
                <a:cubicBezTo>
                  <a:pt x="1387042" y="80225"/>
                  <a:pt x="1391664" y="82519"/>
                  <a:pt x="1398446" y="84779"/>
                </a:cubicBezTo>
                <a:lnTo>
                  <a:pt x="1406625" y="87572"/>
                </a:lnTo>
                <a:cubicBezTo>
                  <a:pt x="1415801" y="90697"/>
                  <a:pt x="1422550" y="94255"/>
                  <a:pt x="1426872" y="98244"/>
                </a:cubicBezTo>
                <a:cubicBezTo>
                  <a:pt x="1431128" y="102367"/>
                  <a:pt x="1433255" y="108368"/>
                  <a:pt x="1433255" y="116248"/>
                </a:cubicBezTo>
                <a:cubicBezTo>
                  <a:pt x="1433255" y="124127"/>
                  <a:pt x="1429665" y="130660"/>
                  <a:pt x="1422483" y="135847"/>
                </a:cubicBezTo>
                <a:cubicBezTo>
                  <a:pt x="1415302" y="141166"/>
                  <a:pt x="1406226" y="143826"/>
                  <a:pt x="1395254" y="143826"/>
                </a:cubicBezTo>
                <a:cubicBezTo>
                  <a:pt x="1385147" y="143826"/>
                  <a:pt x="1374808" y="141764"/>
                  <a:pt x="1364235" y="137642"/>
                </a:cubicBezTo>
                <a:cubicBezTo>
                  <a:pt x="1366496" y="129064"/>
                  <a:pt x="1368324" y="120620"/>
                  <a:pt x="1369721" y="112308"/>
                </a:cubicBezTo>
                <a:lnTo>
                  <a:pt x="1373611" y="111709"/>
                </a:lnTo>
                <a:lnTo>
                  <a:pt x="1380792" y="133154"/>
                </a:lnTo>
                <a:cubicBezTo>
                  <a:pt x="1384516" y="134683"/>
                  <a:pt x="1389336" y="135414"/>
                  <a:pt x="1395254" y="135348"/>
                </a:cubicBezTo>
                <a:cubicBezTo>
                  <a:pt x="1401438" y="135348"/>
                  <a:pt x="1406392" y="134084"/>
                  <a:pt x="1410116" y="131558"/>
                </a:cubicBezTo>
                <a:cubicBezTo>
                  <a:pt x="1413773" y="129097"/>
                  <a:pt x="1415601" y="125540"/>
                  <a:pt x="1415601" y="120885"/>
                </a:cubicBezTo>
                <a:cubicBezTo>
                  <a:pt x="1415601" y="116696"/>
                  <a:pt x="1414371" y="113338"/>
                  <a:pt x="1411911" y="110812"/>
                </a:cubicBezTo>
                <a:cubicBezTo>
                  <a:pt x="1409384" y="108351"/>
                  <a:pt x="1405395" y="106224"/>
                  <a:pt x="1399942" y="104428"/>
                </a:cubicBezTo>
                <a:lnTo>
                  <a:pt x="1389569" y="100937"/>
                </a:lnTo>
                <a:cubicBezTo>
                  <a:pt x="1380592" y="98012"/>
                  <a:pt x="1374409" y="94388"/>
                  <a:pt x="1371017" y="90066"/>
                </a:cubicBezTo>
                <a:cubicBezTo>
                  <a:pt x="1367493" y="85943"/>
                  <a:pt x="1365764" y="80723"/>
                  <a:pt x="1365831" y="74406"/>
                </a:cubicBezTo>
                <a:cubicBezTo>
                  <a:pt x="1365764" y="65762"/>
                  <a:pt x="1369089" y="58880"/>
                  <a:pt x="1375805" y="53760"/>
                </a:cubicBezTo>
                <a:cubicBezTo>
                  <a:pt x="1382321" y="48773"/>
                  <a:pt x="1391032" y="46280"/>
                  <a:pt x="1401937" y="46280"/>
                </a:cubicBezTo>
                <a:cubicBezTo>
                  <a:pt x="1411977" y="46346"/>
                  <a:pt x="1421154" y="47809"/>
                  <a:pt x="1429465" y="50668"/>
                </a:cubicBezTo>
                <a:cubicBezTo>
                  <a:pt x="1427537" y="58248"/>
                  <a:pt x="1425841" y="66261"/>
                  <a:pt x="1424379" y="74706"/>
                </a:cubicBezTo>
                <a:lnTo>
                  <a:pt x="1420588" y="75404"/>
                </a:lnTo>
                <a:lnTo>
                  <a:pt x="1414205" y="56353"/>
                </a:lnTo>
                <a:close/>
              </a:path>
            </a:pathLst>
          </a:custGeom>
          <a:solidFill xmlns:a="http://schemas.openxmlformats.org/drawingml/2006/main">
            <a:srgbClr val="454545"/>
          </a:solidFill>
          <a:ln xmlns:a="http://schemas.openxmlformats.org/drawingml/2006/main" w="0" cap="flat">
            <a:noFill/>
            <a:miter/>
          </a:ln>
        </p:spPr>
      </p:sp>
      <p:sp>
        <p:nvSpPr>
          <p:cNvPr id="31" name="Vector element">
            <a:extLst xmlns:a="http://schemas.openxmlformats.org/drawingml/2006/main">
              <a:ext uri="{FF2B5EF4-FFF2-40B4-BE49-F238E27FC236}">
                <a16:creationId xmlns:a16="http://schemas.microsoft.com/office/drawing/2014/main" id="{F49A15F7-EEA8-428E-9EE3-32CB3C234ED9}"/>
              </a:ext>
            </a:extLst>
          </p:cNvPr>
          <p:cNvSpPr>
            <a:spLocks xmlns:a="http://schemas.openxmlformats.org/drawingml/2006/main" noGrp="1"/>
          </p:cNvSpPr>
          <p:nvPr/>
        </p:nvSpPr>
        <p:spPr>
          <a:xfrm xmlns:a="http://schemas.openxmlformats.org/drawingml/2006/main">
            <a:off x="763564" y="889102"/>
            <a:ext cx="578127" cy="743086"/>
          </a:xfrm>
          <a:custGeom xmlns:a="http://schemas.openxmlformats.org/drawingml/2006/main">
            <a:pathLst>
              <a:path w="578127" h="743086">
                <a:moveTo>
                  <a:pt x="7743" y="82594"/>
                </a:moveTo>
                <a:lnTo>
                  <a:pt x="74847" y="82594"/>
                </a:lnTo>
                <a:cubicBezTo>
                  <a:pt x="79105" y="82594"/>
                  <a:pt x="82590" y="79109"/>
                  <a:pt x="82590" y="74851"/>
                </a:cubicBezTo>
                <a:lnTo>
                  <a:pt x="82590" y="7743"/>
                </a:lnTo>
                <a:cubicBezTo>
                  <a:pt x="82590" y="3484"/>
                  <a:pt x="79105" y="0"/>
                  <a:pt x="74847" y="0"/>
                </a:cubicBezTo>
                <a:lnTo>
                  <a:pt x="7743" y="0"/>
                </a:lnTo>
                <a:cubicBezTo>
                  <a:pt x="3484" y="0"/>
                  <a:pt x="0" y="3484"/>
                  <a:pt x="0" y="7743"/>
                </a:cubicBezTo>
                <a:lnTo>
                  <a:pt x="0" y="74851"/>
                </a:lnTo>
                <a:cubicBezTo>
                  <a:pt x="0" y="79109"/>
                  <a:pt x="3484" y="82594"/>
                  <a:pt x="7743" y="82594"/>
                </a:cubicBezTo>
                <a:close/>
                <a:moveTo>
                  <a:pt x="405592" y="0"/>
                </a:moveTo>
                <a:lnTo>
                  <a:pt x="172923" y="0"/>
                </a:lnTo>
                <a:cubicBezTo>
                  <a:pt x="168663" y="0"/>
                  <a:pt x="165179" y="3484"/>
                  <a:pt x="165179" y="7743"/>
                </a:cubicBezTo>
                <a:lnTo>
                  <a:pt x="165179" y="74851"/>
                </a:lnTo>
                <a:cubicBezTo>
                  <a:pt x="165179" y="79109"/>
                  <a:pt x="168663" y="82594"/>
                  <a:pt x="172923" y="82594"/>
                </a:cubicBezTo>
                <a:lnTo>
                  <a:pt x="405592" y="82594"/>
                </a:lnTo>
                <a:cubicBezTo>
                  <a:pt x="409851" y="82594"/>
                  <a:pt x="413336" y="79109"/>
                  <a:pt x="413336" y="74851"/>
                </a:cubicBezTo>
                <a:lnTo>
                  <a:pt x="413336" y="7743"/>
                </a:lnTo>
                <a:cubicBezTo>
                  <a:pt x="413336" y="3355"/>
                  <a:pt x="409851" y="0"/>
                  <a:pt x="405592" y="0"/>
                </a:cubicBezTo>
                <a:close/>
                <a:moveTo>
                  <a:pt x="7743" y="247523"/>
                </a:moveTo>
                <a:lnTo>
                  <a:pt x="74847" y="247523"/>
                </a:lnTo>
                <a:cubicBezTo>
                  <a:pt x="79105" y="247523"/>
                  <a:pt x="82590" y="244040"/>
                  <a:pt x="82590" y="239780"/>
                </a:cubicBezTo>
                <a:lnTo>
                  <a:pt x="82590" y="172673"/>
                </a:lnTo>
                <a:cubicBezTo>
                  <a:pt x="82590" y="168415"/>
                  <a:pt x="79105" y="164930"/>
                  <a:pt x="74847" y="164930"/>
                </a:cubicBezTo>
                <a:lnTo>
                  <a:pt x="7743" y="164930"/>
                </a:lnTo>
                <a:cubicBezTo>
                  <a:pt x="3484" y="164930"/>
                  <a:pt x="0" y="168415"/>
                  <a:pt x="0" y="172673"/>
                </a:cubicBezTo>
                <a:lnTo>
                  <a:pt x="0" y="239780"/>
                </a:lnTo>
                <a:cubicBezTo>
                  <a:pt x="0" y="244040"/>
                  <a:pt x="3484" y="247523"/>
                  <a:pt x="7743" y="247523"/>
                </a:cubicBezTo>
                <a:close/>
                <a:moveTo>
                  <a:pt x="172923" y="247523"/>
                </a:moveTo>
                <a:lnTo>
                  <a:pt x="570385" y="247523"/>
                </a:lnTo>
                <a:cubicBezTo>
                  <a:pt x="574644" y="247523"/>
                  <a:pt x="578127" y="244040"/>
                  <a:pt x="578127" y="239780"/>
                </a:cubicBezTo>
                <a:lnTo>
                  <a:pt x="578127" y="172673"/>
                </a:lnTo>
                <a:cubicBezTo>
                  <a:pt x="578127" y="168415"/>
                  <a:pt x="574644" y="164930"/>
                  <a:pt x="570385" y="164930"/>
                </a:cubicBezTo>
                <a:lnTo>
                  <a:pt x="172923" y="164930"/>
                </a:lnTo>
                <a:cubicBezTo>
                  <a:pt x="168663" y="164930"/>
                  <a:pt x="165179" y="168415"/>
                  <a:pt x="165179" y="172673"/>
                </a:cubicBezTo>
                <a:lnTo>
                  <a:pt x="165179" y="239780"/>
                </a:lnTo>
                <a:cubicBezTo>
                  <a:pt x="165179" y="244040"/>
                  <a:pt x="168663" y="247523"/>
                  <a:pt x="172923" y="247523"/>
                </a:cubicBezTo>
                <a:close/>
                <a:moveTo>
                  <a:pt x="7743" y="413099"/>
                </a:moveTo>
                <a:lnTo>
                  <a:pt x="74847" y="413099"/>
                </a:lnTo>
                <a:cubicBezTo>
                  <a:pt x="79105" y="413099"/>
                  <a:pt x="82590" y="409613"/>
                  <a:pt x="82590" y="405355"/>
                </a:cubicBezTo>
                <a:lnTo>
                  <a:pt x="82590" y="338248"/>
                </a:lnTo>
                <a:cubicBezTo>
                  <a:pt x="82590" y="333988"/>
                  <a:pt x="79105" y="330505"/>
                  <a:pt x="74847" y="330505"/>
                </a:cubicBezTo>
                <a:lnTo>
                  <a:pt x="7743" y="330505"/>
                </a:lnTo>
                <a:cubicBezTo>
                  <a:pt x="3484" y="330505"/>
                  <a:pt x="0" y="333988"/>
                  <a:pt x="0" y="338248"/>
                </a:cubicBezTo>
                <a:lnTo>
                  <a:pt x="0" y="405355"/>
                </a:lnTo>
                <a:cubicBezTo>
                  <a:pt x="0" y="409613"/>
                  <a:pt x="3355" y="413099"/>
                  <a:pt x="7743" y="413099"/>
                </a:cubicBezTo>
                <a:close/>
                <a:moveTo>
                  <a:pt x="172923" y="413099"/>
                </a:moveTo>
                <a:lnTo>
                  <a:pt x="570385" y="413099"/>
                </a:lnTo>
                <a:cubicBezTo>
                  <a:pt x="574644" y="413099"/>
                  <a:pt x="578127" y="409613"/>
                  <a:pt x="578127" y="405355"/>
                </a:cubicBezTo>
                <a:lnTo>
                  <a:pt x="578127" y="338248"/>
                </a:lnTo>
                <a:cubicBezTo>
                  <a:pt x="578127" y="333988"/>
                  <a:pt x="574644" y="330505"/>
                  <a:pt x="570385" y="330505"/>
                </a:cubicBezTo>
                <a:lnTo>
                  <a:pt x="172923" y="330505"/>
                </a:lnTo>
                <a:cubicBezTo>
                  <a:pt x="168663" y="330505"/>
                  <a:pt x="165179" y="333988"/>
                  <a:pt x="165179" y="338248"/>
                </a:cubicBezTo>
                <a:lnTo>
                  <a:pt x="165179" y="405355"/>
                </a:lnTo>
                <a:cubicBezTo>
                  <a:pt x="165179" y="409613"/>
                  <a:pt x="168663" y="413099"/>
                  <a:pt x="172923" y="413099"/>
                </a:cubicBezTo>
                <a:close/>
                <a:moveTo>
                  <a:pt x="7743" y="578157"/>
                </a:moveTo>
                <a:lnTo>
                  <a:pt x="74847" y="578157"/>
                </a:lnTo>
                <a:cubicBezTo>
                  <a:pt x="79105" y="578157"/>
                  <a:pt x="82590" y="574673"/>
                  <a:pt x="82590" y="570414"/>
                </a:cubicBezTo>
                <a:lnTo>
                  <a:pt x="82590" y="503307"/>
                </a:lnTo>
                <a:cubicBezTo>
                  <a:pt x="82590" y="499047"/>
                  <a:pt x="79105" y="495563"/>
                  <a:pt x="74847" y="495563"/>
                </a:cubicBezTo>
                <a:lnTo>
                  <a:pt x="7743" y="495563"/>
                </a:lnTo>
                <a:cubicBezTo>
                  <a:pt x="3484" y="495563"/>
                  <a:pt x="0" y="499047"/>
                  <a:pt x="0" y="503307"/>
                </a:cubicBezTo>
                <a:lnTo>
                  <a:pt x="0" y="570414"/>
                </a:lnTo>
                <a:cubicBezTo>
                  <a:pt x="0" y="574673"/>
                  <a:pt x="3355" y="578157"/>
                  <a:pt x="7743" y="578157"/>
                </a:cubicBezTo>
                <a:close/>
                <a:moveTo>
                  <a:pt x="172923" y="578157"/>
                </a:moveTo>
                <a:lnTo>
                  <a:pt x="570385" y="578157"/>
                </a:lnTo>
                <a:cubicBezTo>
                  <a:pt x="574644" y="578157"/>
                  <a:pt x="578127" y="574673"/>
                  <a:pt x="578127" y="570414"/>
                </a:cubicBezTo>
                <a:lnTo>
                  <a:pt x="578127" y="503307"/>
                </a:lnTo>
                <a:cubicBezTo>
                  <a:pt x="578127" y="499047"/>
                  <a:pt x="574644" y="495563"/>
                  <a:pt x="570385" y="495563"/>
                </a:cubicBezTo>
                <a:lnTo>
                  <a:pt x="172923" y="495563"/>
                </a:lnTo>
                <a:cubicBezTo>
                  <a:pt x="168663" y="495563"/>
                  <a:pt x="165179" y="499047"/>
                  <a:pt x="165179" y="503307"/>
                </a:cubicBezTo>
                <a:lnTo>
                  <a:pt x="165179" y="570414"/>
                </a:lnTo>
                <a:cubicBezTo>
                  <a:pt x="165179" y="574673"/>
                  <a:pt x="168663" y="578157"/>
                  <a:pt x="172923" y="578157"/>
                </a:cubicBezTo>
                <a:close/>
                <a:moveTo>
                  <a:pt x="7743" y="743086"/>
                </a:moveTo>
                <a:lnTo>
                  <a:pt x="74847" y="743086"/>
                </a:lnTo>
                <a:cubicBezTo>
                  <a:pt x="79105" y="743086"/>
                  <a:pt x="82590" y="739603"/>
                  <a:pt x="82590" y="735343"/>
                </a:cubicBezTo>
                <a:lnTo>
                  <a:pt x="82590" y="668236"/>
                </a:lnTo>
                <a:cubicBezTo>
                  <a:pt x="82590" y="663978"/>
                  <a:pt x="79105" y="660493"/>
                  <a:pt x="74847" y="660493"/>
                </a:cubicBezTo>
                <a:lnTo>
                  <a:pt x="7743" y="660493"/>
                </a:lnTo>
                <a:cubicBezTo>
                  <a:pt x="3484" y="660493"/>
                  <a:pt x="0" y="663978"/>
                  <a:pt x="0" y="668236"/>
                </a:cubicBezTo>
                <a:lnTo>
                  <a:pt x="0" y="735343"/>
                </a:lnTo>
                <a:cubicBezTo>
                  <a:pt x="0" y="739603"/>
                  <a:pt x="3355" y="743086"/>
                  <a:pt x="7743" y="743086"/>
                </a:cubicBezTo>
                <a:close/>
                <a:moveTo>
                  <a:pt x="172923" y="743086"/>
                </a:moveTo>
                <a:lnTo>
                  <a:pt x="570385" y="743086"/>
                </a:lnTo>
                <a:cubicBezTo>
                  <a:pt x="574644" y="743086"/>
                  <a:pt x="578127" y="739603"/>
                  <a:pt x="578127" y="735343"/>
                </a:cubicBezTo>
                <a:lnTo>
                  <a:pt x="578127" y="668236"/>
                </a:lnTo>
                <a:cubicBezTo>
                  <a:pt x="578127" y="663978"/>
                  <a:pt x="574644" y="660493"/>
                  <a:pt x="570385" y="660493"/>
                </a:cubicBezTo>
                <a:lnTo>
                  <a:pt x="172923" y="660493"/>
                </a:lnTo>
                <a:cubicBezTo>
                  <a:pt x="168663" y="660493"/>
                  <a:pt x="165179" y="663978"/>
                  <a:pt x="165179" y="668236"/>
                </a:cubicBezTo>
                <a:lnTo>
                  <a:pt x="165179" y="735343"/>
                </a:lnTo>
                <a:cubicBezTo>
                  <a:pt x="165179" y="739603"/>
                  <a:pt x="168663" y="743086"/>
                  <a:pt x="172923" y="743086"/>
                </a:cubicBezTo>
                <a:close/>
              </a:path>
            </a:pathLst>
          </a:custGeom>
          <a:solidFill xmlns:a="http://schemas.openxmlformats.org/drawingml/2006/main">
            <a:srgbClr val="060001"/>
          </a:solidFill>
          <a:ln xmlns:a="http://schemas.openxmlformats.org/drawingml/2006/main" w="0" cap="flat">
            <a:noFill/>
            <a:miter/>
          </a:ln>
        </p:spPr>
      </p:sp>
      <p:sp>
        <p:nvSpPr>
          <p:cNvPr id="32" name="Vector element">
            <a:extLst xmlns:a="http://schemas.openxmlformats.org/drawingml/2006/main">
              <a:ext uri="{FF2B5EF4-FFF2-40B4-BE49-F238E27FC236}">
                <a16:creationId xmlns:a16="http://schemas.microsoft.com/office/drawing/2014/main" id="{AEB9BF03-8ED3-4A09-B2ED-819193387F54}"/>
              </a:ext>
            </a:extLst>
          </p:cNvPr>
          <p:cNvSpPr>
            <a:spLocks xmlns:a="http://schemas.openxmlformats.org/drawingml/2006/main" noGrp="1"/>
          </p:cNvSpPr>
          <p:nvPr/>
        </p:nvSpPr>
        <p:spPr>
          <a:xfrm xmlns:a="http://schemas.openxmlformats.org/drawingml/2006/main">
            <a:off x="598256" y="641063"/>
            <a:ext cx="908745" cy="1156831"/>
          </a:xfrm>
          <a:custGeom xmlns:a="http://schemas.openxmlformats.org/drawingml/2006/main">
            <a:pathLst>
              <a:path w="908745" h="1156831">
                <a:moveTo>
                  <a:pt x="908745" y="172931"/>
                </a:moveTo>
                <a:cubicBezTo>
                  <a:pt x="908745" y="168672"/>
                  <a:pt x="905260" y="165187"/>
                  <a:pt x="901002" y="165187"/>
                </a:cubicBezTo>
                <a:lnTo>
                  <a:pt x="826155" y="165187"/>
                </a:lnTo>
                <a:lnTo>
                  <a:pt x="826155" y="82594"/>
                </a:lnTo>
                <a:lnTo>
                  <a:pt x="751308" y="82594"/>
                </a:lnTo>
                <a:cubicBezTo>
                  <a:pt x="747049" y="82594"/>
                  <a:pt x="743566" y="79109"/>
                  <a:pt x="743566" y="74851"/>
                </a:cubicBezTo>
                <a:lnTo>
                  <a:pt x="743566" y="7743"/>
                </a:lnTo>
                <a:cubicBezTo>
                  <a:pt x="743566" y="3484"/>
                  <a:pt x="740081" y="0"/>
                  <a:pt x="735822" y="0"/>
                </a:cubicBezTo>
                <a:lnTo>
                  <a:pt x="15486" y="0"/>
                </a:lnTo>
                <a:cubicBezTo>
                  <a:pt x="6969" y="0"/>
                  <a:pt x="0" y="6969"/>
                  <a:pt x="0" y="15486"/>
                </a:cubicBezTo>
                <a:lnTo>
                  <a:pt x="0" y="1141344"/>
                </a:lnTo>
                <a:cubicBezTo>
                  <a:pt x="0" y="1149862"/>
                  <a:pt x="6969" y="1156831"/>
                  <a:pt x="15486" y="1156831"/>
                </a:cubicBezTo>
                <a:lnTo>
                  <a:pt x="893130" y="1156831"/>
                </a:lnTo>
                <a:cubicBezTo>
                  <a:pt x="901648" y="1156831"/>
                  <a:pt x="908615" y="1149862"/>
                  <a:pt x="908615" y="1141344"/>
                </a:cubicBezTo>
                <a:lnTo>
                  <a:pt x="908745" y="172931"/>
                </a:lnTo>
                <a:close/>
                <a:moveTo>
                  <a:pt x="818411" y="1074237"/>
                </a:moveTo>
                <a:lnTo>
                  <a:pt x="90332" y="1074237"/>
                </a:lnTo>
                <a:cubicBezTo>
                  <a:pt x="86074" y="1074237"/>
                  <a:pt x="82590" y="1070752"/>
                  <a:pt x="82590" y="1066494"/>
                </a:cubicBezTo>
                <a:lnTo>
                  <a:pt x="82590" y="90337"/>
                </a:lnTo>
                <a:cubicBezTo>
                  <a:pt x="82590" y="86078"/>
                  <a:pt x="86074" y="82594"/>
                  <a:pt x="90332" y="82594"/>
                </a:cubicBezTo>
                <a:lnTo>
                  <a:pt x="653103" y="82594"/>
                </a:lnTo>
                <a:cubicBezTo>
                  <a:pt x="657363" y="82594"/>
                  <a:pt x="660846" y="86078"/>
                  <a:pt x="660846" y="90337"/>
                </a:cubicBezTo>
                <a:lnTo>
                  <a:pt x="660846" y="240039"/>
                </a:lnTo>
                <a:cubicBezTo>
                  <a:pt x="660846" y="244297"/>
                  <a:pt x="664330" y="247781"/>
                  <a:pt x="668590" y="247781"/>
                </a:cubicBezTo>
                <a:lnTo>
                  <a:pt x="818282" y="247781"/>
                </a:lnTo>
                <a:cubicBezTo>
                  <a:pt x="822542" y="247781"/>
                  <a:pt x="826026" y="251266"/>
                  <a:pt x="826026" y="255524"/>
                </a:cubicBezTo>
                <a:lnTo>
                  <a:pt x="826026" y="1066494"/>
                </a:lnTo>
                <a:cubicBezTo>
                  <a:pt x="826155" y="1070752"/>
                  <a:pt x="822671" y="1074237"/>
                  <a:pt x="818411" y="1074237"/>
                </a:cubicBezTo>
                <a:close/>
              </a:path>
            </a:pathLst>
          </a:custGeom>
          <a:solidFill xmlns:a="http://schemas.openxmlformats.org/drawingml/2006/main">
            <a:srgbClr val="060001"/>
          </a:solidFill>
          <a:ln xmlns:a="http://schemas.openxmlformats.org/drawingml/2006/main" w="0" cap="flat">
            <a:noFill/>
            <a:miter/>
          </a:ln>
        </p:spPr>
      </p:sp>
      <p:sp>
        <p:nvSpPr>
          <p:cNvPr id="33" name="Text LinuxKernelModules">
            <a:extLst xmlns:a="http://schemas.openxmlformats.org/drawingml/2006/main">
              <a:ext uri="{FF2B5EF4-FFF2-40B4-BE49-F238E27FC236}">
                <a16:creationId xmlns:a16="http://schemas.microsoft.com/office/drawing/2014/main" id="{B525A212-CB46-4AB7-9275-E8791CFF4D1A}"/>
              </a:ext>
            </a:extLst>
          </p:cNvPr>
          <p:cNvSpPr>
            <a:spLocks xmlns:a="http://schemas.openxmlformats.org/drawingml/2006/main" noGrp="1"/>
          </p:cNvSpPr>
          <p:nvPr/>
        </p:nvSpPr>
        <p:spPr>
          <a:xfrm xmlns:a="http://schemas.openxmlformats.org/drawingml/2006/main">
            <a:off x="88202" y="1897384"/>
            <a:ext cx="1936070" cy="153168"/>
          </a:xfrm>
          <a:custGeom xmlns:a="http://schemas.openxmlformats.org/drawingml/2006/main">
            <a:pathLst>
              <a:path w="1936070" h="153168">
                <a:moveTo>
                  <a:pt x="139628" y="18579"/>
                </a:moveTo>
                <a:lnTo>
                  <a:pt x="139579" y="18182"/>
                </a:lnTo>
                <a:lnTo>
                  <a:pt x="139520" y="17791"/>
                </a:lnTo>
                <a:lnTo>
                  <a:pt x="139450" y="17409"/>
                </a:lnTo>
                <a:lnTo>
                  <a:pt x="139370" y="17033"/>
                </a:lnTo>
                <a:lnTo>
                  <a:pt x="139279" y="16666"/>
                </a:lnTo>
                <a:lnTo>
                  <a:pt x="139177" y="16306"/>
                </a:lnTo>
                <a:lnTo>
                  <a:pt x="139064" y="15954"/>
                </a:lnTo>
                <a:lnTo>
                  <a:pt x="138940" y="15609"/>
                </a:lnTo>
                <a:lnTo>
                  <a:pt x="138806" y="15272"/>
                </a:lnTo>
                <a:lnTo>
                  <a:pt x="138661" y="14943"/>
                </a:lnTo>
                <a:lnTo>
                  <a:pt x="138506" y="14621"/>
                </a:lnTo>
                <a:lnTo>
                  <a:pt x="138339" y="14307"/>
                </a:lnTo>
                <a:lnTo>
                  <a:pt x="138162" y="14001"/>
                </a:lnTo>
                <a:lnTo>
                  <a:pt x="137974" y="13702"/>
                </a:lnTo>
                <a:lnTo>
                  <a:pt x="137776" y="13411"/>
                </a:lnTo>
                <a:lnTo>
                  <a:pt x="137566" y="13127"/>
                </a:lnTo>
                <a:lnTo>
                  <a:pt x="137346" y="12851"/>
                </a:lnTo>
                <a:lnTo>
                  <a:pt x="137115" y="12583"/>
                </a:lnTo>
                <a:lnTo>
                  <a:pt x="136874" y="12322"/>
                </a:lnTo>
                <a:lnTo>
                  <a:pt x="136621" y="12069"/>
                </a:lnTo>
                <a:lnTo>
                  <a:pt x="136353" y="11841"/>
                </a:lnTo>
                <a:lnTo>
                  <a:pt x="136078" y="11623"/>
                </a:lnTo>
                <a:lnTo>
                  <a:pt x="135799" y="11414"/>
                </a:lnTo>
                <a:lnTo>
                  <a:pt x="135513" y="11215"/>
                </a:lnTo>
                <a:lnTo>
                  <a:pt x="135222" y="11026"/>
                </a:lnTo>
                <a:lnTo>
                  <a:pt x="134926" y="10847"/>
                </a:lnTo>
                <a:lnTo>
                  <a:pt x="134624" y="10677"/>
                </a:lnTo>
                <a:lnTo>
                  <a:pt x="134316" y="10517"/>
                </a:lnTo>
                <a:lnTo>
                  <a:pt x="134003" y="10367"/>
                </a:lnTo>
                <a:lnTo>
                  <a:pt x="133685" y="10226"/>
                </a:lnTo>
                <a:lnTo>
                  <a:pt x="133360" y="10095"/>
                </a:lnTo>
                <a:lnTo>
                  <a:pt x="133031" y="9974"/>
                </a:lnTo>
                <a:lnTo>
                  <a:pt x="132696" y="9863"/>
                </a:lnTo>
                <a:lnTo>
                  <a:pt x="132355" y="9761"/>
                </a:lnTo>
                <a:lnTo>
                  <a:pt x="132008" y="9669"/>
                </a:lnTo>
                <a:lnTo>
                  <a:pt x="131657" y="9586"/>
                </a:lnTo>
                <a:lnTo>
                  <a:pt x="131299" y="9513"/>
                </a:lnTo>
                <a:lnTo>
                  <a:pt x="130936" y="9450"/>
                </a:lnTo>
                <a:lnTo>
                  <a:pt x="130568" y="9397"/>
                </a:lnTo>
                <a:lnTo>
                  <a:pt x="130194" y="9353"/>
                </a:lnTo>
                <a:lnTo>
                  <a:pt x="129814" y="9320"/>
                </a:lnTo>
                <a:lnTo>
                  <a:pt x="129429" y="9295"/>
                </a:lnTo>
                <a:lnTo>
                  <a:pt x="129038" y="9281"/>
                </a:lnTo>
                <a:lnTo>
                  <a:pt x="128642" y="9276"/>
                </a:lnTo>
                <a:lnTo>
                  <a:pt x="128197" y="9281"/>
                </a:lnTo>
                <a:lnTo>
                  <a:pt x="127759" y="9297"/>
                </a:lnTo>
                <a:lnTo>
                  <a:pt x="127328" y="9324"/>
                </a:lnTo>
                <a:lnTo>
                  <a:pt x="126905" y="9362"/>
                </a:lnTo>
                <a:lnTo>
                  <a:pt x="126489" y="9410"/>
                </a:lnTo>
                <a:lnTo>
                  <a:pt x="126080" y="9469"/>
                </a:lnTo>
                <a:lnTo>
                  <a:pt x="125679" y="9539"/>
                </a:lnTo>
                <a:lnTo>
                  <a:pt x="125284" y="9619"/>
                </a:lnTo>
                <a:lnTo>
                  <a:pt x="124897" y="9711"/>
                </a:lnTo>
                <a:lnTo>
                  <a:pt x="124518" y="9813"/>
                </a:lnTo>
                <a:lnTo>
                  <a:pt x="124145" y="9925"/>
                </a:lnTo>
                <a:lnTo>
                  <a:pt x="123780" y="10049"/>
                </a:lnTo>
                <a:lnTo>
                  <a:pt x="123422" y="10183"/>
                </a:lnTo>
                <a:lnTo>
                  <a:pt x="123071" y="10328"/>
                </a:lnTo>
                <a:lnTo>
                  <a:pt x="122728" y="10484"/>
                </a:lnTo>
                <a:lnTo>
                  <a:pt x="122392" y="10650"/>
                </a:lnTo>
                <a:lnTo>
                  <a:pt x="122063" y="10827"/>
                </a:lnTo>
                <a:lnTo>
                  <a:pt x="121741" y="11015"/>
                </a:lnTo>
                <a:lnTo>
                  <a:pt x="121427" y="11214"/>
                </a:lnTo>
                <a:lnTo>
                  <a:pt x="121120" y="11423"/>
                </a:lnTo>
                <a:lnTo>
                  <a:pt x="120820" y="11643"/>
                </a:lnTo>
                <a:lnTo>
                  <a:pt x="120528" y="11874"/>
                </a:lnTo>
                <a:lnTo>
                  <a:pt x="120243" y="12116"/>
                </a:lnTo>
                <a:lnTo>
                  <a:pt x="119965" y="12368"/>
                </a:lnTo>
                <a:lnTo>
                  <a:pt x="119696" y="12638"/>
                </a:lnTo>
                <a:lnTo>
                  <a:pt x="119439" y="12915"/>
                </a:lnTo>
                <a:lnTo>
                  <a:pt x="119193" y="13200"/>
                </a:lnTo>
                <a:lnTo>
                  <a:pt x="118959" y="13493"/>
                </a:lnTo>
                <a:lnTo>
                  <a:pt x="118736" y="13793"/>
                </a:lnTo>
                <a:lnTo>
                  <a:pt x="118525" y="14101"/>
                </a:lnTo>
                <a:lnTo>
                  <a:pt x="118325" y="14416"/>
                </a:lnTo>
                <a:lnTo>
                  <a:pt x="118136" y="14739"/>
                </a:lnTo>
                <a:lnTo>
                  <a:pt x="117959" y="15070"/>
                </a:lnTo>
                <a:lnTo>
                  <a:pt x="117793" y="15409"/>
                </a:lnTo>
                <a:lnTo>
                  <a:pt x="117639" y="15755"/>
                </a:lnTo>
                <a:lnTo>
                  <a:pt x="117496" y="16108"/>
                </a:lnTo>
                <a:lnTo>
                  <a:pt x="117365" y="16469"/>
                </a:lnTo>
                <a:lnTo>
                  <a:pt x="117245" y="16838"/>
                </a:lnTo>
                <a:lnTo>
                  <a:pt x="117136" y="17215"/>
                </a:lnTo>
                <a:lnTo>
                  <a:pt x="117039" y="17599"/>
                </a:lnTo>
                <a:lnTo>
                  <a:pt x="116953" y="17990"/>
                </a:lnTo>
                <a:lnTo>
                  <a:pt x="116879" y="18390"/>
                </a:lnTo>
                <a:lnTo>
                  <a:pt x="116816" y="18797"/>
                </a:lnTo>
                <a:lnTo>
                  <a:pt x="116765" y="19211"/>
                </a:lnTo>
                <a:lnTo>
                  <a:pt x="116725" y="19633"/>
                </a:lnTo>
                <a:lnTo>
                  <a:pt x="116696" y="20063"/>
                </a:lnTo>
                <a:lnTo>
                  <a:pt x="116679" y="20500"/>
                </a:lnTo>
                <a:lnTo>
                  <a:pt x="116673" y="20946"/>
                </a:lnTo>
                <a:lnTo>
                  <a:pt x="116679" y="21366"/>
                </a:lnTo>
                <a:lnTo>
                  <a:pt x="116696" y="21779"/>
                </a:lnTo>
                <a:lnTo>
                  <a:pt x="116723" y="22186"/>
                </a:lnTo>
                <a:lnTo>
                  <a:pt x="116762" y="22586"/>
                </a:lnTo>
                <a:lnTo>
                  <a:pt x="116812" y="22978"/>
                </a:lnTo>
                <a:lnTo>
                  <a:pt x="116873" y="23364"/>
                </a:lnTo>
                <a:lnTo>
                  <a:pt x="116945" y="23743"/>
                </a:lnTo>
                <a:lnTo>
                  <a:pt x="117028" y="24115"/>
                </a:lnTo>
                <a:lnTo>
                  <a:pt x="117122" y="24480"/>
                </a:lnTo>
                <a:lnTo>
                  <a:pt x="117227" y="24838"/>
                </a:lnTo>
                <a:lnTo>
                  <a:pt x="117344" y="25189"/>
                </a:lnTo>
                <a:lnTo>
                  <a:pt x="117471" y="25534"/>
                </a:lnTo>
                <a:lnTo>
                  <a:pt x="117610" y="25871"/>
                </a:lnTo>
                <a:lnTo>
                  <a:pt x="117759" y="26201"/>
                </a:lnTo>
                <a:lnTo>
                  <a:pt x="117920" y="26525"/>
                </a:lnTo>
                <a:lnTo>
                  <a:pt x="118092" y="26841"/>
                </a:lnTo>
                <a:lnTo>
                  <a:pt x="118275" y="27151"/>
                </a:lnTo>
                <a:lnTo>
                  <a:pt x="118469" y="27454"/>
                </a:lnTo>
                <a:lnTo>
                  <a:pt x="118674" y="27749"/>
                </a:lnTo>
                <a:lnTo>
                  <a:pt x="118890" y="28038"/>
                </a:lnTo>
                <a:lnTo>
                  <a:pt x="119117" y="28320"/>
                </a:lnTo>
                <a:lnTo>
                  <a:pt x="119355" y="28595"/>
                </a:lnTo>
                <a:lnTo>
                  <a:pt x="119605" y="28863"/>
                </a:lnTo>
                <a:lnTo>
                  <a:pt x="119865" y="29124"/>
                </a:lnTo>
                <a:lnTo>
                  <a:pt x="120126" y="29384"/>
                </a:lnTo>
                <a:lnTo>
                  <a:pt x="120394" y="29633"/>
                </a:lnTo>
                <a:lnTo>
                  <a:pt x="120668" y="29871"/>
                </a:lnTo>
                <a:lnTo>
                  <a:pt x="120948" y="30097"/>
                </a:lnTo>
                <a:lnTo>
                  <a:pt x="121236" y="30311"/>
                </a:lnTo>
                <a:lnTo>
                  <a:pt x="121529" y="30514"/>
                </a:lnTo>
                <a:lnTo>
                  <a:pt x="121830" y="30706"/>
                </a:lnTo>
                <a:lnTo>
                  <a:pt x="122137" y="30886"/>
                </a:lnTo>
                <a:lnTo>
                  <a:pt x="122451" y="31055"/>
                </a:lnTo>
                <a:lnTo>
                  <a:pt x="122771" y="31213"/>
                </a:lnTo>
                <a:lnTo>
                  <a:pt x="123097" y="31359"/>
                </a:lnTo>
                <a:lnTo>
                  <a:pt x="123431" y="31493"/>
                </a:lnTo>
                <a:lnTo>
                  <a:pt x="123771" y="31616"/>
                </a:lnTo>
                <a:lnTo>
                  <a:pt x="124117" y="31728"/>
                </a:lnTo>
                <a:lnTo>
                  <a:pt x="124470" y="31828"/>
                </a:lnTo>
                <a:lnTo>
                  <a:pt x="124830" y="31917"/>
                </a:lnTo>
                <a:lnTo>
                  <a:pt x="125196" y="31994"/>
                </a:lnTo>
                <a:lnTo>
                  <a:pt x="125569" y="32060"/>
                </a:lnTo>
                <a:lnTo>
                  <a:pt x="125948" y="32115"/>
                </a:lnTo>
                <a:lnTo>
                  <a:pt x="126334" y="32158"/>
                </a:lnTo>
                <a:lnTo>
                  <a:pt x="126727" y="32190"/>
                </a:lnTo>
                <a:lnTo>
                  <a:pt x="127126" y="32210"/>
                </a:lnTo>
                <a:lnTo>
                  <a:pt x="127532" y="32219"/>
                </a:lnTo>
                <a:lnTo>
                  <a:pt x="127944" y="32216"/>
                </a:lnTo>
                <a:lnTo>
                  <a:pt x="128373" y="32218"/>
                </a:lnTo>
                <a:lnTo>
                  <a:pt x="128795" y="32208"/>
                </a:lnTo>
                <a:lnTo>
                  <a:pt x="129211" y="32185"/>
                </a:lnTo>
                <a:lnTo>
                  <a:pt x="129620" y="32150"/>
                </a:lnTo>
                <a:lnTo>
                  <a:pt x="130023" y="32102"/>
                </a:lnTo>
                <a:lnTo>
                  <a:pt x="130419" y="32042"/>
                </a:lnTo>
                <a:lnTo>
                  <a:pt x="130808" y="31969"/>
                </a:lnTo>
                <a:lnTo>
                  <a:pt x="131191" y="31884"/>
                </a:lnTo>
                <a:lnTo>
                  <a:pt x="131567" y="31786"/>
                </a:lnTo>
                <a:lnTo>
                  <a:pt x="131937" y="31676"/>
                </a:lnTo>
                <a:lnTo>
                  <a:pt x="132300" y="31553"/>
                </a:lnTo>
                <a:lnTo>
                  <a:pt x="132657" y="31418"/>
                </a:lnTo>
                <a:lnTo>
                  <a:pt x="133007" y="31271"/>
                </a:lnTo>
                <a:lnTo>
                  <a:pt x="133350" y="31111"/>
                </a:lnTo>
                <a:lnTo>
                  <a:pt x="133687" y="30938"/>
                </a:lnTo>
                <a:lnTo>
                  <a:pt x="134017" y="30753"/>
                </a:lnTo>
                <a:lnTo>
                  <a:pt x="134341" y="30556"/>
                </a:lnTo>
                <a:lnTo>
                  <a:pt x="134658" y="30346"/>
                </a:lnTo>
                <a:lnTo>
                  <a:pt x="134968" y="30124"/>
                </a:lnTo>
                <a:lnTo>
                  <a:pt x="135272" y="29889"/>
                </a:lnTo>
                <a:lnTo>
                  <a:pt x="135570" y="29642"/>
                </a:lnTo>
                <a:lnTo>
                  <a:pt x="135860" y="29382"/>
                </a:lnTo>
                <a:lnTo>
                  <a:pt x="136144" y="29110"/>
                </a:lnTo>
                <a:lnTo>
                  <a:pt x="136422" y="28825"/>
                </a:lnTo>
                <a:lnTo>
                  <a:pt x="136691" y="28547"/>
                </a:lnTo>
                <a:lnTo>
                  <a:pt x="136948" y="28263"/>
                </a:lnTo>
                <a:lnTo>
                  <a:pt x="137193" y="27971"/>
                </a:lnTo>
                <a:lnTo>
                  <a:pt x="137428" y="27672"/>
                </a:lnTo>
                <a:lnTo>
                  <a:pt x="137651" y="27367"/>
                </a:lnTo>
                <a:lnTo>
                  <a:pt x="137862" y="27055"/>
                </a:lnTo>
                <a:lnTo>
                  <a:pt x="138062" y="26735"/>
                </a:lnTo>
                <a:lnTo>
                  <a:pt x="138251" y="26409"/>
                </a:lnTo>
                <a:lnTo>
                  <a:pt x="138428" y="26076"/>
                </a:lnTo>
                <a:lnTo>
                  <a:pt x="138593" y="25736"/>
                </a:lnTo>
                <a:lnTo>
                  <a:pt x="138748" y="25389"/>
                </a:lnTo>
                <a:lnTo>
                  <a:pt x="138891" y="25035"/>
                </a:lnTo>
                <a:lnTo>
                  <a:pt x="139022" y="24674"/>
                </a:lnTo>
                <a:lnTo>
                  <a:pt x="139142" y="24306"/>
                </a:lnTo>
                <a:lnTo>
                  <a:pt x="139251" y="23931"/>
                </a:lnTo>
                <a:lnTo>
                  <a:pt x="139348" y="23550"/>
                </a:lnTo>
                <a:lnTo>
                  <a:pt x="139433" y="23161"/>
                </a:lnTo>
                <a:lnTo>
                  <a:pt x="139508" y="22766"/>
                </a:lnTo>
                <a:lnTo>
                  <a:pt x="139571" y="22363"/>
                </a:lnTo>
                <a:lnTo>
                  <a:pt x="139622" y="21954"/>
                </a:lnTo>
                <a:lnTo>
                  <a:pt x="139662" y="21538"/>
                </a:lnTo>
                <a:lnTo>
                  <a:pt x="139691" y="21115"/>
                </a:lnTo>
                <a:lnTo>
                  <a:pt x="139708" y="20684"/>
                </a:lnTo>
                <a:lnTo>
                  <a:pt x="139713" y="20247"/>
                </a:lnTo>
                <a:lnTo>
                  <a:pt x="139708" y="19819"/>
                </a:lnTo>
                <a:lnTo>
                  <a:pt x="139692" y="19398"/>
                </a:lnTo>
                <a:lnTo>
                  <a:pt x="139665" y="18985"/>
                </a:lnTo>
                <a:lnTo>
                  <a:pt x="139628" y="18579"/>
                </a:lnTo>
                <a:close/>
                <a:moveTo>
                  <a:pt x="34685" y="38303"/>
                </a:moveTo>
                <a:lnTo>
                  <a:pt x="34681" y="38217"/>
                </a:lnTo>
                <a:lnTo>
                  <a:pt x="34679" y="38107"/>
                </a:lnTo>
                <a:lnTo>
                  <a:pt x="34677" y="37972"/>
                </a:lnTo>
                <a:lnTo>
                  <a:pt x="34676" y="37813"/>
                </a:lnTo>
                <a:lnTo>
                  <a:pt x="34677" y="37629"/>
                </a:lnTo>
                <a:lnTo>
                  <a:pt x="34679" y="37420"/>
                </a:lnTo>
                <a:lnTo>
                  <a:pt x="34681" y="37187"/>
                </a:lnTo>
                <a:lnTo>
                  <a:pt x="34685" y="36929"/>
                </a:lnTo>
                <a:lnTo>
                  <a:pt x="34689" y="36646"/>
                </a:lnTo>
                <a:lnTo>
                  <a:pt x="34695" y="36339"/>
                </a:lnTo>
                <a:lnTo>
                  <a:pt x="34702" y="36008"/>
                </a:lnTo>
                <a:lnTo>
                  <a:pt x="34710" y="35652"/>
                </a:lnTo>
                <a:lnTo>
                  <a:pt x="34719" y="35271"/>
                </a:lnTo>
                <a:lnTo>
                  <a:pt x="34728" y="34866"/>
                </a:lnTo>
                <a:lnTo>
                  <a:pt x="34739" y="34436"/>
                </a:lnTo>
                <a:lnTo>
                  <a:pt x="34751" y="33981"/>
                </a:lnTo>
                <a:lnTo>
                  <a:pt x="34764" y="33502"/>
                </a:lnTo>
                <a:lnTo>
                  <a:pt x="34778" y="32998"/>
                </a:lnTo>
                <a:lnTo>
                  <a:pt x="34793" y="32470"/>
                </a:lnTo>
                <a:lnTo>
                  <a:pt x="34809" y="31917"/>
                </a:lnTo>
                <a:lnTo>
                  <a:pt x="34802" y="31366"/>
                </a:lnTo>
                <a:lnTo>
                  <a:pt x="34795" y="30829"/>
                </a:lnTo>
                <a:lnTo>
                  <a:pt x="34788" y="30304"/>
                </a:lnTo>
                <a:lnTo>
                  <a:pt x="34783" y="29792"/>
                </a:lnTo>
                <a:lnTo>
                  <a:pt x="34779" y="29293"/>
                </a:lnTo>
                <a:lnTo>
                  <a:pt x="34775" y="28806"/>
                </a:lnTo>
                <a:lnTo>
                  <a:pt x="34772" y="28333"/>
                </a:lnTo>
                <a:lnTo>
                  <a:pt x="34771" y="27872"/>
                </a:lnTo>
                <a:lnTo>
                  <a:pt x="34770" y="27424"/>
                </a:lnTo>
                <a:lnTo>
                  <a:pt x="34770" y="26989"/>
                </a:lnTo>
                <a:lnTo>
                  <a:pt x="34770" y="26566"/>
                </a:lnTo>
                <a:lnTo>
                  <a:pt x="34772" y="26157"/>
                </a:lnTo>
                <a:lnTo>
                  <a:pt x="34775" y="25760"/>
                </a:lnTo>
                <a:lnTo>
                  <a:pt x="34778" y="25376"/>
                </a:lnTo>
                <a:lnTo>
                  <a:pt x="34782" y="25005"/>
                </a:lnTo>
                <a:lnTo>
                  <a:pt x="34787" y="24647"/>
                </a:lnTo>
                <a:lnTo>
                  <a:pt x="34793" y="24302"/>
                </a:lnTo>
                <a:lnTo>
                  <a:pt x="34800" y="23969"/>
                </a:lnTo>
                <a:lnTo>
                  <a:pt x="34808" y="23649"/>
                </a:lnTo>
                <a:lnTo>
                  <a:pt x="34816" y="23342"/>
                </a:lnTo>
                <a:lnTo>
                  <a:pt x="34826" y="23048"/>
                </a:lnTo>
                <a:lnTo>
                  <a:pt x="34836" y="22766"/>
                </a:lnTo>
                <a:lnTo>
                  <a:pt x="34847" y="22498"/>
                </a:lnTo>
                <a:lnTo>
                  <a:pt x="34859" y="22242"/>
                </a:lnTo>
                <a:lnTo>
                  <a:pt x="34876" y="21997"/>
                </a:lnTo>
                <a:lnTo>
                  <a:pt x="34901" y="21760"/>
                </a:lnTo>
                <a:lnTo>
                  <a:pt x="34933" y="21531"/>
                </a:lnTo>
                <a:lnTo>
                  <a:pt x="34974" y="21311"/>
                </a:lnTo>
                <a:lnTo>
                  <a:pt x="35023" y="21099"/>
                </a:lnTo>
                <a:lnTo>
                  <a:pt x="35081" y="20896"/>
                </a:lnTo>
                <a:lnTo>
                  <a:pt x="35146" y="20700"/>
                </a:lnTo>
                <a:lnTo>
                  <a:pt x="35219" y="20513"/>
                </a:lnTo>
                <a:lnTo>
                  <a:pt x="35301" y="20335"/>
                </a:lnTo>
                <a:lnTo>
                  <a:pt x="35391" y="20164"/>
                </a:lnTo>
                <a:lnTo>
                  <a:pt x="35489" y="20002"/>
                </a:lnTo>
                <a:lnTo>
                  <a:pt x="35595" y="19848"/>
                </a:lnTo>
                <a:lnTo>
                  <a:pt x="35709" y="19703"/>
                </a:lnTo>
                <a:lnTo>
                  <a:pt x="35831" y="19566"/>
                </a:lnTo>
                <a:lnTo>
                  <a:pt x="35962" y="19437"/>
                </a:lnTo>
                <a:lnTo>
                  <a:pt x="36101" y="19316"/>
                </a:lnTo>
                <a:lnTo>
                  <a:pt x="36247" y="19204"/>
                </a:lnTo>
                <a:lnTo>
                  <a:pt x="36402" y="19100"/>
                </a:lnTo>
                <a:lnTo>
                  <a:pt x="36565" y="19005"/>
                </a:lnTo>
                <a:lnTo>
                  <a:pt x="36736" y="18917"/>
                </a:lnTo>
                <a:lnTo>
                  <a:pt x="36916" y="18838"/>
                </a:lnTo>
                <a:lnTo>
                  <a:pt x="37103" y="18768"/>
                </a:lnTo>
                <a:lnTo>
                  <a:pt x="37299" y="18706"/>
                </a:lnTo>
                <a:lnTo>
                  <a:pt x="37502" y="18651"/>
                </a:lnTo>
                <a:lnTo>
                  <a:pt x="49870" y="14961"/>
                </a:lnTo>
                <a:lnTo>
                  <a:pt x="49471" y="10672"/>
                </a:lnTo>
                <a:lnTo>
                  <a:pt x="48409" y="10713"/>
                </a:lnTo>
                <a:lnTo>
                  <a:pt x="47349" y="10751"/>
                </a:lnTo>
                <a:lnTo>
                  <a:pt x="46292" y="10788"/>
                </a:lnTo>
                <a:lnTo>
                  <a:pt x="45238" y="10822"/>
                </a:lnTo>
                <a:lnTo>
                  <a:pt x="44186" y="10854"/>
                </a:lnTo>
                <a:lnTo>
                  <a:pt x="43138" y="10884"/>
                </a:lnTo>
                <a:lnTo>
                  <a:pt x="42092" y="10912"/>
                </a:lnTo>
                <a:lnTo>
                  <a:pt x="41049" y="10938"/>
                </a:lnTo>
                <a:lnTo>
                  <a:pt x="40008" y="10962"/>
                </a:lnTo>
                <a:lnTo>
                  <a:pt x="38971" y="10984"/>
                </a:lnTo>
                <a:lnTo>
                  <a:pt x="37936" y="11004"/>
                </a:lnTo>
                <a:lnTo>
                  <a:pt x="36904" y="11021"/>
                </a:lnTo>
                <a:lnTo>
                  <a:pt x="35875" y="11037"/>
                </a:lnTo>
                <a:lnTo>
                  <a:pt x="34848" y="11050"/>
                </a:lnTo>
                <a:lnTo>
                  <a:pt x="33824" y="11062"/>
                </a:lnTo>
                <a:lnTo>
                  <a:pt x="32804" y="11071"/>
                </a:lnTo>
                <a:lnTo>
                  <a:pt x="31785" y="11078"/>
                </a:lnTo>
                <a:lnTo>
                  <a:pt x="30770" y="11084"/>
                </a:lnTo>
                <a:lnTo>
                  <a:pt x="29757" y="11087"/>
                </a:lnTo>
                <a:lnTo>
                  <a:pt x="28747" y="11088"/>
                </a:lnTo>
                <a:lnTo>
                  <a:pt x="27740" y="11087"/>
                </a:lnTo>
                <a:lnTo>
                  <a:pt x="26736" y="11084"/>
                </a:lnTo>
                <a:lnTo>
                  <a:pt x="25734" y="11078"/>
                </a:lnTo>
                <a:lnTo>
                  <a:pt x="24736" y="11071"/>
                </a:lnTo>
                <a:lnTo>
                  <a:pt x="23745" y="11078"/>
                </a:lnTo>
                <a:lnTo>
                  <a:pt x="22751" y="11084"/>
                </a:lnTo>
                <a:lnTo>
                  <a:pt x="21753" y="11087"/>
                </a:lnTo>
                <a:lnTo>
                  <a:pt x="20752" y="11088"/>
                </a:lnTo>
                <a:lnTo>
                  <a:pt x="19747" y="11087"/>
                </a:lnTo>
                <a:lnTo>
                  <a:pt x="18739" y="11084"/>
                </a:lnTo>
                <a:lnTo>
                  <a:pt x="17727" y="11078"/>
                </a:lnTo>
                <a:lnTo>
                  <a:pt x="16712" y="11071"/>
                </a:lnTo>
                <a:lnTo>
                  <a:pt x="15694" y="11062"/>
                </a:lnTo>
                <a:lnTo>
                  <a:pt x="14672" y="11050"/>
                </a:lnTo>
                <a:lnTo>
                  <a:pt x="13646" y="11037"/>
                </a:lnTo>
                <a:lnTo>
                  <a:pt x="12617" y="11021"/>
                </a:lnTo>
                <a:lnTo>
                  <a:pt x="11585" y="11004"/>
                </a:lnTo>
                <a:lnTo>
                  <a:pt x="10549" y="10984"/>
                </a:lnTo>
                <a:lnTo>
                  <a:pt x="9510" y="10962"/>
                </a:lnTo>
                <a:lnTo>
                  <a:pt x="8467" y="10938"/>
                </a:lnTo>
                <a:lnTo>
                  <a:pt x="7421" y="10912"/>
                </a:lnTo>
                <a:lnTo>
                  <a:pt x="6371" y="10884"/>
                </a:lnTo>
                <a:lnTo>
                  <a:pt x="5318" y="10854"/>
                </a:lnTo>
                <a:lnTo>
                  <a:pt x="4261" y="10822"/>
                </a:lnTo>
                <a:lnTo>
                  <a:pt x="3201" y="10788"/>
                </a:lnTo>
                <a:lnTo>
                  <a:pt x="2137" y="10751"/>
                </a:lnTo>
                <a:lnTo>
                  <a:pt x="1070" y="10713"/>
                </a:lnTo>
                <a:lnTo>
                  <a:pt x="0" y="10672"/>
                </a:lnTo>
                <a:lnTo>
                  <a:pt x="199" y="14961"/>
                </a:lnTo>
                <a:lnTo>
                  <a:pt x="12567" y="18851"/>
                </a:lnTo>
                <a:lnTo>
                  <a:pt x="12747" y="18929"/>
                </a:lnTo>
                <a:lnTo>
                  <a:pt x="12919" y="19012"/>
                </a:lnTo>
                <a:lnTo>
                  <a:pt x="13085" y="19100"/>
                </a:lnTo>
                <a:lnTo>
                  <a:pt x="13243" y="19195"/>
                </a:lnTo>
                <a:lnTo>
                  <a:pt x="13395" y="19294"/>
                </a:lnTo>
                <a:lnTo>
                  <a:pt x="13540" y="19400"/>
                </a:lnTo>
                <a:lnTo>
                  <a:pt x="13678" y="19510"/>
                </a:lnTo>
                <a:lnTo>
                  <a:pt x="13809" y="19627"/>
                </a:lnTo>
                <a:lnTo>
                  <a:pt x="13932" y="19749"/>
                </a:lnTo>
                <a:lnTo>
                  <a:pt x="14050" y="19876"/>
                </a:lnTo>
                <a:lnTo>
                  <a:pt x="14160" y="20009"/>
                </a:lnTo>
                <a:lnTo>
                  <a:pt x="14263" y="20148"/>
                </a:lnTo>
                <a:lnTo>
                  <a:pt x="14359" y="20292"/>
                </a:lnTo>
                <a:lnTo>
                  <a:pt x="14449" y="20441"/>
                </a:lnTo>
                <a:lnTo>
                  <a:pt x="14531" y="20596"/>
                </a:lnTo>
                <a:lnTo>
                  <a:pt x="14606" y="20757"/>
                </a:lnTo>
                <a:lnTo>
                  <a:pt x="14675" y="20923"/>
                </a:lnTo>
                <a:lnTo>
                  <a:pt x="14737" y="21095"/>
                </a:lnTo>
                <a:lnTo>
                  <a:pt x="14791" y="21272"/>
                </a:lnTo>
                <a:lnTo>
                  <a:pt x="14839" y="21455"/>
                </a:lnTo>
                <a:lnTo>
                  <a:pt x="14880" y="21644"/>
                </a:lnTo>
                <a:lnTo>
                  <a:pt x="14914" y="21838"/>
                </a:lnTo>
                <a:lnTo>
                  <a:pt x="14941" y="22037"/>
                </a:lnTo>
                <a:lnTo>
                  <a:pt x="14961" y="22242"/>
                </a:lnTo>
                <a:lnTo>
                  <a:pt x="14961" y="22526"/>
                </a:lnTo>
                <a:lnTo>
                  <a:pt x="14962" y="22811"/>
                </a:lnTo>
                <a:lnTo>
                  <a:pt x="14964" y="23099"/>
                </a:lnTo>
                <a:lnTo>
                  <a:pt x="14967" y="23389"/>
                </a:lnTo>
                <a:lnTo>
                  <a:pt x="14970" y="23681"/>
                </a:lnTo>
                <a:lnTo>
                  <a:pt x="14974" y="23975"/>
                </a:lnTo>
                <a:lnTo>
                  <a:pt x="14978" y="24271"/>
                </a:lnTo>
                <a:lnTo>
                  <a:pt x="14983" y="24569"/>
                </a:lnTo>
                <a:lnTo>
                  <a:pt x="14989" y="24870"/>
                </a:lnTo>
                <a:lnTo>
                  <a:pt x="14996" y="25172"/>
                </a:lnTo>
                <a:lnTo>
                  <a:pt x="15003" y="25476"/>
                </a:lnTo>
                <a:lnTo>
                  <a:pt x="15011" y="25783"/>
                </a:lnTo>
                <a:lnTo>
                  <a:pt x="15020" y="26091"/>
                </a:lnTo>
                <a:lnTo>
                  <a:pt x="15029" y="26402"/>
                </a:lnTo>
                <a:lnTo>
                  <a:pt x="15039" y="26715"/>
                </a:lnTo>
                <a:lnTo>
                  <a:pt x="15050" y="27030"/>
                </a:lnTo>
                <a:lnTo>
                  <a:pt x="15061" y="27347"/>
                </a:lnTo>
                <a:lnTo>
                  <a:pt x="15073" y="27666"/>
                </a:lnTo>
                <a:lnTo>
                  <a:pt x="15086" y="27987"/>
                </a:lnTo>
                <a:lnTo>
                  <a:pt x="15100" y="28310"/>
                </a:lnTo>
                <a:lnTo>
                  <a:pt x="15114" y="28635"/>
                </a:lnTo>
                <a:lnTo>
                  <a:pt x="15129" y="28962"/>
                </a:lnTo>
                <a:lnTo>
                  <a:pt x="15144" y="29292"/>
                </a:lnTo>
                <a:lnTo>
                  <a:pt x="15161" y="29623"/>
                </a:lnTo>
                <a:lnTo>
                  <a:pt x="15161" y="29965"/>
                </a:lnTo>
                <a:lnTo>
                  <a:pt x="15161" y="30311"/>
                </a:lnTo>
                <a:lnTo>
                  <a:pt x="15161" y="30661"/>
                </a:lnTo>
                <a:lnTo>
                  <a:pt x="15161" y="31014"/>
                </a:lnTo>
                <a:lnTo>
                  <a:pt x="15161" y="31370"/>
                </a:lnTo>
                <a:lnTo>
                  <a:pt x="15161" y="31730"/>
                </a:lnTo>
                <a:lnTo>
                  <a:pt x="15161" y="32093"/>
                </a:lnTo>
                <a:lnTo>
                  <a:pt x="15161" y="32460"/>
                </a:lnTo>
                <a:lnTo>
                  <a:pt x="15161" y="32830"/>
                </a:lnTo>
                <a:lnTo>
                  <a:pt x="15161" y="33204"/>
                </a:lnTo>
                <a:lnTo>
                  <a:pt x="15161" y="33581"/>
                </a:lnTo>
                <a:lnTo>
                  <a:pt x="15161" y="33962"/>
                </a:lnTo>
                <a:lnTo>
                  <a:pt x="15161" y="34346"/>
                </a:lnTo>
                <a:lnTo>
                  <a:pt x="15161" y="34733"/>
                </a:lnTo>
                <a:lnTo>
                  <a:pt x="15161" y="35124"/>
                </a:lnTo>
                <a:lnTo>
                  <a:pt x="15161" y="35519"/>
                </a:lnTo>
                <a:lnTo>
                  <a:pt x="15161" y="35917"/>
                </a:lnTo>
                <a:lnTo>
                  <a:pt x="15161" y="36318"/>
                </a:lnTo>
                <a:lnTo>
                  <a:pt x="15161" y="36723"/>
                </a:lnTo>
                <a:lnTo>
                  <a:pt x="15161" y="37131"/>
                </a:lnTo>
                <a:lnTo>
                  <a:pt x="15161" y="37543"/>
                </a:lnTo>
                <a:lnTo>
                  <a:pt x="15161" y="37958"/>
                </a:lnTo>
                <a:lnTo>
                  <a:pt x="15161" y="38377"/>
                </a:lnTo>
                <a:lnTo>
                  <a:pt x="15161" y="38799"/>
                </a:lnTo>
                <a:lnTo>
                  <a:pt x="15161" y="119689"/>
                </a:lnTo>
                <a:lnTo>
                  <a:pt x="15161" y="120185"/>
                </a:lnTo>
                <a:lnTo>
                  <a:pt x="15161" y="120678"/>
                </a:lnTo>
                <a:lnTo>
                  <a:pt x="15161" y="121168"/>
                </a:lnTo>
                <a:lnTo>
                  <a:pt x="15161" y="121653"/>
                </a:lnTo>
                <a:lnTo>
                  <a:pt x="15161" y="122134"/>
                </a:lnTo>
                <a:lnTo>
                  <a:pt x="15161" y="122612"/>
                </a:lnTo>
                <a:lnTo>
                  <a:pt x="15161" y="123086"/>
                </a:lnTo>
                <a:lnTo>
                  <a:pt x="15161" y="123556"/>
                </a:lnTo>
                <a:lnTo>
                  <a:pt x="15161" y="124023"/>
                </a:lnTo>
                <a:lnTo>
                  <a:pt x="15161" y="124485"/>
                </a:lnTo>
                <a:lnTo>
                  <a:pt x="15161" y="124944"/>
                </a:lnTo>
                <a:lnTo>
                  <a:pt x="15161" y="125399"/>
                </a:lnTo>
                <a:lnTo>
                  <a:pt x="15161" y="125850"/>
                </a:lnTo>
                <a:lnTo>
                  <a:pt x="15161" y="126297"/>
                </a:lnTo>
                <a:lnTo>
                  <a:pt x="15161" y="126741"/>
                </a:lnTo>
                <a:lnTo>
                  <a:pt x="15161" y="127180"/>
                </a:lnTo>
                <a:lnTo>
                  <a:pt x="15161" y="127616"/>
                </a:lnTo>
                <a:lnTo>
                  <a:pt x="15161" y="128048"/>
                </a:lnTo>
                <a:lnTo>
                  <a:pt x="15161" y="128476"/>
                </a:lnTo>
                <a:lnTo>
                  <a:pt x="15161" y="128901"/>
                </a:lnTo>
                <a:lnTo>
                  <a:pt x="15161" y="129321"/>
                </a:lnTo>
                <a:lnTo>
                  <a:pt x="15161" y="129738"/>
                </a:lnTo>
                <a:lnTo>
                  <a:pt x="15161" y="130151"/>
                </a:lnTo>
                <a:lnTo>
                  <a:pt x="15161" y="130560"/>
                </a:lnTo>
                <a:lnTo>
                  <a:pt x="15144" y="130973"/>
                </a:lnTo>
                <a:lnTo>
                  <a:pt x="15128" y="131379"/>
                </a:lnTo>
                <a:lnTo>
                  <a:pt x="15112" y="131779"/>
                </a:lnTo>
                <a:lnTo>
                  <a:pt x="15097" y="132173"/>
                </a:lnTo>
                <a:lnTo>
                  <a:pt x="15082" y="132560"/>
                </a:lnTo>
                <a:lnTo>
                  <a:pt x="15067" y="132942"/>
                </a:lnTo>
                <a:lnTo>
                  <a:pt x="15053" y="133317"/>
                </a:lnTo>
                <a:lnTo>
                  <a:pt x="15039" y="133686"/>
                </a:lnTo>
                <a:lnTo>
                  <a:pt x="15025" y="134048"/>
                </a:lnTo>
                <a:lnTo>
                  <a:pt x="15012" y="134404"/>
                </a:lnTo>
                <a:lnTo>
                  <a:pt x="14999" y="134755"/>
                </a:lnTo>
                <a:lnTo>
                  <a:pt x="14986" y="135099"/>
                </a:lnTo>
                <a:lnTo>
                  <a:pt x="14974" y="135436"/>
                </a:lnTo>
                <a:lnTo>
                  <a:pt x="14962" y="135768"/>
                </a:lnTo>
                <a:lnTo>
                  <a:pt x="14950" y="136093"/>
                </a:lnTo>
                <a:lnTo>
                  <a:pt x="14939" y="136412"/>
                </a:lnTo>
                <a:lnTo>
                  <a:pt x="14928" y="136724"/>
                </a:lnTo>
                <a:lnTo>
                  <a:pt x="14917" y="137031"/>
                </a:lnTo>
                <a:lnTo>
                  <a:pt x="14907" y="137331"/>
                </a:lnTo>
                <a:lnTo>
                  <a:pt x="14897" y="137625"/>
                </a:lnTo>
                <a:lnTo>
                  <a:pt x="14888" y="137913"/>
                </a:lnTo>
                <a:lnTo>
                  <a:pt x="14879" y="138195"/>
                </a:lnTo>
                <a:lnTo>
                  <a:pt x="14870" y="138470"/>
                </a:lnTo>
                <a:lnTo>
                  <a:pt x="14861" y="138739"/>
                </a:lnTo>
                <a:lnTo>
                  <a:pt x="14849" y="139001"/>
                </a:lnTo>
                <a:lnTo>
                  <a:pt x="14828" y="139254"/>
                </a:lnTo>
                <a:lnTo>
                  <a:pt x="14799" y="139498"/>
                </a:lnTo>
                <a:lnTo>
                  <a:pt x="14762" y="139734"/>
                </a:lnTo>
                <a:lnTo>
                  <a:pt x="14716" y="139961"/>
                </a:lnTo>
                <a:lnTo>
                  <a:pt x="14662" y="140179"/>
                </a:lnTo>
                <a:lnTo>
                  <a:pt x="14600" y="140389"/>
                </a:lnTo>
                <a:lnTo>
                  <a:pt x="14529" y="140590"/>
                </a:lnTo>
                <a:lnTo>
                  <a:pt x="14450" y="140782"/>
                </a:lnTo>
                <a:lnTo>
                  <a:pt x="14363" y="140966"/>
                </a:lnTo>
                <a:lnTo>
                  <a:pt x="14267" y="141141"/>
                </a:lnTo>
                <a:lnTo>
                  <a:pt x="14163" y="141307"/>
                </a:lnTo>
                <a:lnTo>
                  <a:pt x="14051" y="141465"/>
                </a:lnTo>
                <a:lnTo>
                  <a:pt x="13930" y="141614"/>
                </a:lnTo>
                <a:lnTo>
                  <a:pt x="13802" y="141755"/>
                </a:lnTo>
                <a:lnTo>
                  <a:pt x="13664" y="141886"/>
                </a:lnTo>
                <a:lnTo>
                  <a:pt x="13519" y="142010"/>
                </a:lnTo>
                <a:lnTo>
                  <a:pt x="13365" y="142124"/>
                </a:lnTo>
                <a:lnTo>
                  <a:pt x="13203" y="142230"/>
                </a:lnTo>
                <a:lnTo>
                  <a:pt x="13033" y="142327"/>
                </a:lnTo>
                <a:lnTo>
                  <a:pt x="12854" y="142415"/>
                </a:lnTo>
                <a:lnTo>
                  <a:pt x="12667" y="142495"/>
                </a:lnTo>
                <a:lnTo>
                  <a:pt x="12472" y="142566"/>
                </a:lnTo>
                <a:lnTo>
                  <a:pt x="12268" y="142629"/>
                </a:lnTo>
                <a:lnTo>
                  <a:pt x="0" y="146319"/>
                </a:lnTo>
                <a:lnTo>
                  <a:pt x="399" y="150608"/>
                </a:lnTo>
                <a:lnTo>
                  <a:pt x="1446" y="150584"/>
                </a:lnTo>
                <a:lnTo>
                  <a:pt x="2491" y="150560"/>
                </a:lnTo>
                <a:lnTo>
                  <a:pt x="3535" y="150538"/>
                </a:lnTo>
                <a:lnTo>
                  <a:pt x="4577" y="150517"/>
                </a:lnTo>
                <a:lnTo>
                  <a:pt x="5618" y="150496"/>
                </a:lnTo>
                <a:lnTo>
                  <a:pt x="6658" y="150477"/>
                </a:lnTo>
                <a:lnTo>
                  <a:pt x="7696" y="150459"/>
                </a:lnTo>
                <a:lnTo>
                  <a:pt x="8733" y="150442"/>
                </a:lnTo>
                <a:lnTo>
                  <a:pt x="9768" y="150426"/>
                </a:lnTo>
                <a:lnTo>
                  <a:pt x="10802" y="150411"/>
                </a:lnTo>
                <a:lnTo>
                  <a:pt x="11835" y="150397"/>
                </a:lnTo>
                <a:lnTo>
                  <a:pt x="12867" y="150384"/>
                </a:lnTo>
                <a:lnTo>
                  <a:pt x="13896" y="150372"/>
                </a:lnTo>
                <a:lnTo>
                  <a:pt x="14925" y="150361"/>
                </a:lnTo>
                <a:lnTo>
                  <a:pt x="15952" y="150351"/>
                </a:lnTo>
                <a:lnTo>
                  <a:pt x="16978" y="150342"/>
                </a:lnTo>
                <a:lnTo>
                  <a:pt x="18002" y="150334"/>
                </a:lnTo>
                <a:lnTo>
                  <a:pt x="19025" y="150328"/>
                </a:lnTo>
                <a:lnTo>
                  <a:pt x="20047" y="150322"/>
                </a:lnTo>
                <a:lnTo>
                  <a:pt x="21067" y="150317"/>
                </a:lnTo>
                <a:lnTo>
                  <a:pt x="22086" y="150314"/>
                </a:lnTo>
                <a:lnTo>
                  <a:pt x="23104" y="150311"/>
                </a:lnTo>
                <a:lnTo>
                  <a:pt x="24120" y="150309"/>
                </a:lnTo>
                <a:lnTo>
                  <a:pt x="25135" y="150309"/>
                </a:lnTo>
                <a:lnTo>
                  <a:pt x="50169" y="150309"/>
                </a:lnTo>
                <a:lnTo>
                  <a:pt x="51997" y="150309"/>
                </a:lnTo>
                <a:lnTo>
                  <a:pt x="53838" y="150311"/>
                </a:lnTo>
                <a:lnTo>
                  <a:pt x="55694" y="150314"/>
                </a:lnTo>
                <a:lnTo>
                  <a:pt x="57564" y="150317"/>
                </a:lnTo>
                <a:lnTo>
                  <a:pt x="59448" y="150322"/>
                </a:lnTo>
                <a:lnTo>
                  <a:pt x="61347" y="150328"/>
                </a:lnTo>
                <a:lnTo>
                  <a:pt x="63259" y="150334"/>
                </a:lnTo>
                <a:lnTo>
                  <a:pt x="65186" y="150342"/>
                </a:lnTo>
                <a:lnTo>
                  <a:pt x="67127" y="150351"/>
                </a:lnTo>
                <a:lnTo>
                  <a:pt x="69082" y="150361"/>
                </a:lnTo>
                <a:lnTo>
                  <a:pt x="71051" y="150372"/>
                </a:lnTo>
                <a:lnTo>
                  <a:pt x="73035" y="150384"/>
                </a:lnTo>
                <a:lnTo>
                  <a:pt x="75033" y="150397"/>
                </a:lnTo>
                <a:lnTo>
                  <a:pt x="77045" y="150411"/>
                </a:lnTo>
                <a:lnTo>
                  <a:pt x="79071" y="150426"/>
                </a:lnTo>
                <a:lnTo>
                  <a:pt x="81111" y="150442"/>
                </a:lnTo>
                <a:lnTo>
                  <a:pt x="83166" y="150459"/>
                </a:lnTo>
                <a:lnTo>
                  <a:pt x="85234" y="150477"/>
                </a:lnTo>
                <a:lnTo>
                  <a:pt x="87317" y="150496"/>
                </a:lnTo>
                <a:lnTo>
                  <a:pt x="89415" y="150517"/>
                </a:lnTo>
                <a:lnTo>
                  <a:pt x="91526" y="150538"/>
                </a:lnTo>
                <a:lnTo>
                  <a:pt x="93651" y="150560"/>
                </a:lnTo>
                <a:lnTo>
                  <a:pt x="95791" y="150584"/>
                </a:lnTo>
                <a:lnTo>
                  <a:pt x="97945" y="150608"/>
                </a:lnTo>
                <a:lnTo>
                  <a:pt x="98544" y="149910"/>
                </a:lnTo>
                <a:lnTo>
                  <a:pt x="100738" y="114203"/>
                </a:lnTo>
                <a:lnTo>
                  <a:pt x="96250" y="114901"/>
                </a:lnTo>
                <a:lnTo>
                  <a:pt x="83483" y="141332"/>
                </a:lnTo>
                <a:lnTo>
                  <a:pt x="34909" y="141332"/>
                </a:lnTo>
                <a:lnTo>
                  <a:pt x="34893" y="140434"/>
                </a:lnTo>
                <a:lnTo>
                  <a:pt x="34877" y="139535"/>
                </a:lnTo>
                <a:lnTo>
                  <a:pt x="34862" y="138635"/>
                </a:lnTo>
                <a:lnTo>
                  <a:pt x="34848" y="137733"/>
                </a:lnTo>
                <a:lnTo>
                  <a:pt x="34835" y="136831"/>
                </a:lnTo>
                <a:lnTo>
                  <a:pt x="34822" y="135928"/>
                </a:lnTo>
                <a:lnTo>
                  <a:pt x="34810" y="135023"/>
                </a:lnTo>
                <a:lnTo>
                  <a:pt x="34798" y="134118"/>
                </a:lnTo>
                <a:lnTo>
                  <a:pt x="34788" y="133211"/>
                </a:lnTo>
                <a:lnTo>
                  <a:pt x="34778" y="132304"/>
                </a:lnTo>
                <a:lnTo>
                  <a:pt x="34768" y="131395"/>
                </a:lnTo>
                <a:lnTo>
                  <a:pt x="34760" y="130486"/>
                </a:lnTo>
                <a:lnTo>
                  <a:pt x="34752" y="129575"/>
                </a:lnTo>
                <a:lnTo>
                  <a:pt x="34744" y="128663"/>
                </a:lnTo>
                <a:lnTo>
                  <a:pt x="34738" y="127750"/>
                </a:lnTo>
                <a:lnTo>
                  <a:pt x="34732" y="126837"/>
                </a:lnTo>
                <a:lnTo>
                  <a:pt x="34727" y="125922"/>
                </a:lnTo>
                <a:lnTo>
                  <a:pt x="34722" y="125006"/>
                </a:lnTo>
                <a:lnTo>
                  <a:pt x="34718" y="124089"/>
                </a:lnTo>
                <a:lnTo>
                  <a:pt x="34715" y="123171"/>
                </a:lnTo>
                <a:lnTo>
                  <a:pt x="34713" y="122252"/>
                </a:lnTo>
                <a:lnTo>
                  <a:pt x="34711" y="121332"/>
                </a:lnTo>
                <a:lnTo>
                  <a:pt x="34710" y="120411"/>
                </a:lnTo>
                <a:lnTo>
                  <a:pt x="34710" y="119489"/>
                </a:lnTo>
                <a:lnTo>
                  <a:pt x="34710" y="38400"/>
                </a:lnTo>
                <a:lnTo>
                  <a:pt x="34702" y="38413"/>
                </a:lnTo>
                <a:lnTo>
                  <a:pt x="34695" y="38401"/>
                </a:lnTo>
                <a:lnTo>
                  <a:pt x="34689" y="38364"/>
                </a:lnTo>
                <a:lnTo>
                  <a:pt x="34685" y="38303"/>
                </a:lnTo>
                <a:close/>
                <a:moveTo>
                  <a:pt x="584639" y="36790"/>
                </a:moveTo>
                <a:lnTo>
                  <a:pt x="584635" y="36394"/>
                </a:lnTo>
                <a:lnTo>
                  <a:pt x="584632" y="36000"/>
                </a:lnTo>
                <a:lnTo>
                  <a:pt x="584631" y="35609"/>
                </a:lnTo>
                <a:lnTo>
                  <a:pt x="584630" y="35219"/>
                </a:lnTo>
                <a:lnTo>
                  <a:pt x="584631" y="34833"/>
                </a:lnTo>
                <a:lnTo>
                  <a:pt x="584632" y="34449"/>
                </a:lnTo>
                <a:lnTo>
                  <a:pt x="584635" y="34067"/>
                </a:lnTo>
                <a:lnTo>
                  <a:pt x="584639" y="33687"/>
                </a:lnTo>
                <a:lnTo>
                  <a:pt x="584643" y="33310"/>
                </a:lnTo>
                <a:lnTo>
                  <a:pt x="584649" y="32936"/>
                </a:lnTo>
                <a:lnTo>
                  <a:pt x="584656" y="32564"/>
                </a:lnTo>
                <a:lnTo>
                  <a:pt x="584663" y="32194"/>
                </a:lnTo>
                <a:lnTo>
                  <a:pt x="584672" y="31827"/>
                </a:lnTo>
                <a:lnTo>
                  <a:pt x="584682" y="31462"/>
                </a:lnTo>
                <a:lnTo>
                  <a:pt x="584693" y="31099"/>
                </a:lnTo>
                <a:lnTo>
                  <a:pt x="584705" y="30739"/>
                </a:lnTo>
                <a:lnTo>
                  <a:pt x="584718" y="30382"/>
                </a:lnTo>
                <a:lnTo>
                  <a:pt x="584732" y="30027"/>
                </a:lnTo>
                <a:lnTo>
                  <a:pt x="584747" y="29674"/>
                </a:lnTo>
                <a:lnTo>
                  <a:pt x="584763" y="29324"/>
                </a:lnTo>
                <a:lnTo>
                  <a:pt x="584755" y="28977"/>
                </a:lnTo>
                <a:lnTo>
                  <a:pt x="584748" y="28633"/>
                </a:lnTo>
                <a:lnTo>
                  <a:pt x="584742" y="28294"/>
                </a:lnTo>
                <a:lnTo>
                  <a:pt x="584737" y="27959"/>
                </a:lnTo>
                <a:lnTo>
                  <a:pt x="584732" y="27628"/>
                </a:lnTo>
                <a:lnTo>
                  <a:pt x="584729" y="27301"/>
                </a:lnTo>
                <a:lnTo>
                  <a:pt x="584726" y="26978"/>
                </a:lnTo>
                <a:lnTo>
                  <a:pt x="584724" y="26658"/>
                </a:lnTo>
                <a:lnTo>
                  <a:pt x="584723" y="26343"/>
                </a:lnTo>
                <a:lnTo>
                  <a:pt x="584723" y="26032"/>
                </a:lnTo>
                <a:lnTo>
                  <a:pt x="584724" y="25725"/>
                </a:lnTo>
                <a:lnTo>
                  <a:pt x="584726" y="25421"/>
                </a:lnTo>
                <a:lnTo>
                  <a:pt x="584728" y="25122"/>
                </a:lnTo>
                <a:lnTo>
                  <a:pt x="584732" y="24827"/>
                </a:lnTo>
                <a:lnTo>
                  <a:pt x="584736" y="24535"/>
                </a:lnTo>
                <a:lnTo>
                  <a:pt x="584741" y="24248"/>
                </a:lnTo>
                <a:lnTo>
                  <a:pt x="584747" y="23965"/>
                </a:lnTo>
                <a:lnTo>
                  <a:pt x="584754" y="23685"/>
                </a:lnTo>
                <a:lnTo>
                  <a:pt x="584762" y="23410"/>
                </a:lnTo>
                <a:lnTo>
                  <a:pt x="584770" y="23138"/>
                </a:lnTo>
                <a:lnTo>
                  <a:pt x="584780" y="22871"/>
                </a:lnTo>
                <a:lnTo>
                  <a:pt x="584790" y="22607"/>
                </a:lnTo>
                <a:lnTo>
                  <a:pt x="584801" y="22348"/>
                </a:lnTo>
                <a:lnTo>
                  <a:pt x="584813" y="22093"/>
                </a:lnTo>
                <a:lnTo>
                  <a:pt x="584830" y="21843"/>
                </a:lnTo>
                <a:lnTo>
                  <a:pt x="584854" y="21602"/>
                </a:lnTo>
                <a:lnTo>
                  <a:pt x="584887" y="21370"/>
                </a:lnTo>
                <a:lnTo>
                  <a:pt x="584928" y="21146"/>
                </a:lnTo>
                <a:lnTo>
                  <a:pt x="584977" y="20931"/>
                </a:lnTo>
                <a:lnTo>
                  <a:pt x="585034" y="20724"/>
                </a:lnTo>
                <a:lnTo>
                  <a:pt x="585100" y="20526"/>
                </a:lnTo>
                <a:lnTo>
                  <a:pt x="585173" y="20336"/>
                </a:lnTo>
                <a:lnTo>
                  <a:pt x="585255" y="20155"/>
                </a:lnTo>
                <a:lnTo>
                  <a:pt x="585345" y="19982"/>
                </a:lnTo>
                <a:lnTo>
                  <a:pt x="585443" y="19817"/>
                </a:lnTo>
                <a:lnTo>
                  <a:pt x="585549" y="19661"/>
                </a:lnTo>
                <a:lnTo>
                  <a:pt x="585663" y="19514"/>
                </a:lnTo>
                <a:lnTo>
                  <a:pt x="585785" y="19375"/>
                </a:lnTo>
                <a:lnTo>
                  <a:pt x="585916" y="19244"/>
                </a:lnTo>
                <a:lnTo>
                  <a:pt x="586054" y="19122"/>
                </a:lnTo>
                <a:lnTo>
                  <a:pt x="586201" y="19009"/>
                </a:lnTo>
                <a:lnTo>
                  <a:pt x="586356" y="18904"/>
                </a:lnTo>
                <a:lnTo>
                  <a:pt x="586519" y="18807"/>
                </a:lnTo>
                <a:lnTo>
                  <a:pt x="586690" y="18719"/>
                </a:lnTo>
                <a:lnTo>
                  <a:pt x="586869" y="18640"/>
                </a:lnTo>
                <a:lnTo>
                  <a:pt x="587057" y="18569"/>
                </a:lnTo>
                <a:lnTo>
                  <a:pt x="587252" y="18506"/>
                </a:lnTo>
                <a:lnTo>
                  <a:pt x="587456" y="18452"/>
                </a:lnTo>
                <a:lnTo>
                  <a:pt x="598827" y="14961"/>
                </a:lnTo>
                <a:lnTo>
                  <a:pt x="598328" y="10672"/>
                </a:lnTo>
                <a:lnTo>
                  <a:pt x="597339" y="10713"/>
                </a:lnTo>
                <a:lnTo>
                  <a:pt x="596350" y="10751"/>
                </a:lnTo>
                <a:lnTo>
                  <a:pt x="595362" y="10788"/>
                </a:lnTo>
                <a:lnTo>
                  <a:pt x="594374" y="10822"/>
                </a:lnTo>
                <a:lnTo>
                  <a:pt x="593387" y="10854"/>
                </a:lnTo>
                <a:lnTo>
                  <a:pt x="592400" y="10884"/>
                </a:lnTo>
                <a:lnTo>
                  <a:pt x="591413" y="10912"/>
                </a:lnTo>
                <a:lnTo>
                  <a:pt x="590426" y="10938"/>
                </a:lnTo>
                <a:lnTo>
                  <a:pt x="589440" y="10962"/>
                </a:lnTo>
                <a:lnTo>
                  <a:pt x="588454" y="10984"/>
                </a:lnTo>
                <a:lnTo>
                  <a:pt x="587469" y="11004"/>
                </a:lnTo>
                <a:lnTo>
                  <a:pt x="586484" y="11021"/>
                </a:lnTo>
                <a:lnTo>
                  <a:pt x="585499" y="11037"/>
                </a:lnTo>
                <a:lnTo>
                  <a:pt x="584515" y="11050"/>
                </a:lnTo>
                <a:lnTo>
                  <a:pt x="583530" y="11062"/>
                </a:lnTo>
                <a:lnTo>
                  <a:pt x="582547" y="11071"/>
                </a:lnTo>
                <a:lnTo>
                  <a:pt x="581563" y="11078"/>
                </a:lnTo>
                <a:lnTo>
                  <a:pt x="580580" y="11084"/>
                </a:lnTo>
                <a:lnTo>
                  <a:pt x="579598" y="11087"/>
                </a:lnTo>
                <a:lnTo>
                  <a:pt x="578615" y="11088"/>
                </a:lnTo>
                <a:lnTo>
                  <a:pt x="577633" y="11087"/>
                </a:lnTo>
                <a:lnTo>
                  <a:pt x="576652" y="11084"/>
                </a:lnTo>
                <a:lnTo>
                  <a:pt x="575670" y="11078"/>
                </a:lnTo>
                <a:lnTo>
                  <a:pt x="574689" y="11071"/>
                </a:lnTo>
                <a:lnTo>
                  <a:pt x="573699" y="11078"/>
                </a:lnTo>
                <a:lnTo>
                  <a:pt x="572704" y="11084"/>
                </a:lnTo>
                <a:lnTo>
                  <a:pt x="571707" y="11087"/>
                </a:lnTo>
                <a:lnTo>
                  <a:pt x="570705" y="11088"/>
                </a:lnTo>
                <a:lnTo>
                  <a:pt x="569701" y="11087"/>
                </a:lnTo>
                <a:lnTo>
                  <a:pt x="568693" y="11084"/>
                </a:lnTo>
                <a:lnTo>
                  <a:pt x="567681" y="11078"/>
                </a:lnTo>
                <a:lnTo>
                  <a:pt x="566666" y="11071"/>
                </a:lnTo>
                <a:lnTo>
                  <a:pt x="565647" y="11062"/>
                </a:lnTo>
                <a:lnTo>
                  <a:pt x="564625" y="11050"/>
                </a:lnTo>
                <a:lnTo>
                  <a:pt x="563600" y="11037"/>
                </a:lnTo>
                <a:lnTo>
                  <a:pt x="562571" y="11021"/>
                </a:lnTo>
                <a:lnTo>
                  <a:pt x="561539" y="11004"/>
                </a:lnTo>
                <a:lnTo>
                  <a:pt x="560503" y="10984"/>
                </a:lnTo>
                <a:lnTo>
                  <a:pt x="559463" y="10962"/>
                </a:lnTo>
                <a:lnTo>
                  <a:pt x="558421" y="10938"/>
                </a:lnTo>
                <a:lnTo>
                  <a:pt x="557374" y="10912"/>
                </a:lnTo>
                <a:lnTo>
                  <a:pt x="556325" y="10884"/>
                </a:lnTo>
                <a:lnTo>
                  <a:pt x="555272" y="10854"/>
                </a:lnTo>
                <a:lnTo>
                  <a:pt x="554215" y="10822"/>
                </a:lnTo>
                <a:lnTo>
                  <a:pt x="553155" y="10788"/>
                </a:lnTo>
                <a:lnTo>
                  <a:pt x="552091" y="10751"/>
                </a:lnTo>
                <a:lnTo>
                  <a:pt x="551024" y="10713"/>
                </a:lnTo>
                <a:lnTo>
                  <a:pt x="549954" y="10672"/>
                </a:lnTo>
                <a:lnTo>
                  <a:pt x="550153" y="14961"/>
                </a:lnTo>
                <a:lnTo>
                  <a:pt x="562521" y="18851"/>
                </a:lnTo>
                <a:lnTo>
                  <a:pt x="562700" y="18929"/>
                </a:lnTo>
                <a:lnTo>
                  <a:pt x="562873" y="19012"/>
                </a:lnTo>
                <a:lnTo>
                  <a:pt x="563038" y="19100"/>
                </a:lnTo>
                <a:lnTo>
                  <a:pt x="563197" y="19195"/>
                </a:lnTo>
                <a:lnTo>
                  <a:pt x="563349" y="19294"/>
                </a:lnTo>
                <a:lnTo>
                  <a:pt x="563494" y="19400"/>
                </a:lnTo>
                <a:lnTo>
                  <a:pt x="563631" y="19510"/>
                </a:lnTo>
                <a:lnTo>
                  <a:pt x="563762" y="19627"/>
                </a:lnTo>
                <a:lnTo>
                  <a:pt x="563886" y="19749"/>
                </a:lnTo>
                <a:lnTo>
                  <a:pt x="564003" y="19876"/>
                </a:lnTo>
                <a:lnTo>
                  <a:pt x="564113" y="20009"/>
                </a:lnTo>
                <a:lnTo>
                  <a:pt x="564217" y="20148"/>
                </a:lnTo>
                <a:lnTo>
                  <a:pt x="564313" y="20292"/>
                </a:lnTo>
                <a:lnTo>
                  <a:pt x="564402" y="20441"/>
                </a:lnTo>
                <a:lnTo>
                  <a:pt x="564485" y="20596"/>
                </a:lnTo>
                <a:lnTo>
                  <a:pt x="564560" y="20757"/>
                </a:lnTo>
                <a:lnTo>
                  <a:pt x="564629" y="20923"/>
                </a:lnTo>
                <a:lnTo>
                  <a:pt x="564690" y="21095"/>
                </a:lnTo>
                <a:lnTo>
                  <a:pt x="564745" y="21272"/>
                </a:lnTo>
                <a:lnTo>
                  <a:pt x="564793" y="21455"/>
                </a:lnTo>
                <a:lnTo>
                  <a:pt x="564834" y="21644"/>
                </a:lnTo>
                <a:lnTo>
                  <a:pt x="564868" y="21838"/>
                </a:lnTo>
                <a:lnTo>
                  <a:pt x="564895" y="22037"/>
                </a:lnTo>
                <a:lnTo>
                  <a:pt x="564915" y="22242"/>
                </a:lnTo>
                <a:lnTo>
                  <a:pt x="564915" y="22526"/>
                </a:lnTo>
                <a:lnTo>
                  <a:pt x="564916" y="22811"/>
                </a:lnTo>
                <a:lnTo>
                  <a:pt x="564918" y="23099"/>
                </a:lnTo>
                <a:lnTo>
                  <a:pt x="564920" y="23389"/>
                </a:lnTo>
                <a:lnTo>
                  <a:pt x="564923" y="23681"/>
                </a:lnTo>
                <a:lnTo>
                  <a:pt x="564927" y="23975"/>
                </a:lnTo>
                <a:lnTo>
                  <a:pt x="564932" y="24271"/>
                </a:lnTo>
                <a:lnTo>
                  <a:pt x="564937" y="24569"/>
                </a:lnTo>
                <a:lnTo>
                  <a:pt x="564943" y="24870"/>
                </a:lnTo>
                <a:lnTo>
                  <a:pt x="564949" y="25172"/>
                </a:lnTo>
                <a:lnTo>
                  <a:pt x="564957" y="25476"/>
                </a:lnTo>
                <a:lnTo>
                  <a:pt x="564965" y="25783"/>
                </a:lnTo>
                <a:lnTo>
                  <a:pt x="564973" y="26091"/>
                </a:lnTo>
                <a:lnTo>
                  <a:pt x="564983" y="26402"/>
                </a:lnTo>
                <a:lnTo>
                  <a:pt x="564993" y="26715"/>
                </a:lnTo>
                <a:lnTo>
                  <a:pt x="565003" y="27030"/>
                </a:lnTo>
                <a:lnTo>
                  <a:pt x="565015" y="27347"/>
                </a:lnTo>
                <a:lnTo>
                  <a:pt x="565027" y="27666"/>
                </a:lnTo>
                <a:lnTo>
                  <a:pt x="565040" y="27987"/>
                </a:lnTo>
                <a:lnTo>
                  <a:pt x="565053" y="28310"/>
                </a:lnTo>
                <a:lnTo>
                  <a:pt x="565068" y="28635"/>
                </a:lnTo>
                <a:lnTo>
                  <a:pt x="565082" y="28962"/>
                </a:lnTo>
                <a:lnTo>
                  <a:pt x="565098" y="29292"/>
                </a:lnTo>
                <a:lnTo>
                  <a:pt x="565114" y="29623"/>
                </a:lnTo>
                <a:lnTo>
                  <a:pt x="565114" y="29965"/>
                </a:lnTo>
                <a:lnTo>
                  <a:pt x="565114" y="30311"/>
                </a:lnTo>
                <a:lnTo>
                  <a:pt x="565114" y="30661"/>
                </a:lnTo>
                <a:lnTo>
                  <a:pt x="565114" y="31014"/>
                </a:lnTo>
                <a:lnTo>
                  <a:pt x="565114" y="31370"/>
                </a:lnTo>
                <a:lnTo>
                  <a:pt x="565114" y="31730"/>
                </a:lnTo>
                <a:lnTo>
                  <a:pt x="565114" y="32093"/>
                </a:lnTo>
                <a:lnTo>
                  <a:pt x="565114" y="32460"/>
                </a:lnTo>
                <a:lnTo>
                  <a:pt x="565114" y="32830"/>
                </a:lnTo>
                <a:lnTo>
                  <a:pt x="565114" y="33204"/>
                </a:lnTo>
                <a:lnTo>
                  <a:pt x="565114" y="33581"/>
                </a:lnTo>
                <a:lnTo>
                  <a:pt x="565114" y="33962"/>
                </a:lnTo>
                <a:lnTo>
                  <a:pt x="565114" y="34346"/>
                </a:lnTo>
                <a:lnTo>
                  <a:pt x="565114" y="34733"/>
                </a:lnTo>
                <a:lnTo>
                  <a:pt x="565114" y="35124"/>
                </a:lnTo>
                <a:lnTo>
                  <a:pt x="565114" y="35519"/>
                </a:lnTo>
                <a:lnTo>
                  <a:pt x="565114" y="35917"/>
                </a:lnTo>
                <a:lnTo>
                  <a:pt x="565114" y="36318"/>
                </a:lnTo>
                <a:lnTo>
                  <a:pt x="565114" y="36723"/>
                </a:lnTo>
                <a:lnTo>
                  <a:pt x="565114" y="37131"/>
                </a:lnTo>
                <a:lnTo>
                  <a:pt x="565114" y="37543"/>
                </a:lnTo>
                <a:lnTo>
                  <a:pt x="565114" y="37958"/>
                </a:lnTo>
                <a:lnTo>
                  <a:pt x="565114" y="38377"/>
                </a:lnTo>
                <a:lnTo>
                  <a:pt x="565114" y="38799"/>
                </a:lnTo>
                <a:lnTo>
                  <a:pt x="565114" y="119689"/>
                </a:lnTo>
                <a:lnTo>
                  <a:pt x="565114" y="120185"/>
                </a:lnTo>
                <a:lnTo>
                  <a:pt x="565114" y="120678"/>
                </a:lnTo>
                <a:lnTo>
                  <a:pt x="565114" y="121168"/>
                </a:lnTo>
                <a:lnTo>
                  <a:pt x="565114" y="121653"/>
                </a:lnTo>
                <a:lnTo>
                  <a:pt x="565114" y="122134"/>
                </a:lnTo>
                <a:lnTo>
                  <a:pt x="565114" y="122612"/>
                </a:lnTo>
                <a:lnTo>
                  <a:pt x="565114" y="123086"/>
                </a:lnTo>
                <a:lnTo>
                  <a:pt x="565114" y="123556"/>
                </a:lnTo>
                <a:lnTo>
                  <a:pt x="565114" y="124023"/>
                </a:lnTo>
                <a:lnTo>
                  <a:pt x="565114" y="124485"/>
                </a:lnTo>
                <a:lnTo>
                  <a:pt x="565114" y="124944"/>
                </a:lnTo>
                <a:lnTo>
                  <a:pt x="565114" y="125399"/>
                </a:lnTo>
                <a:lnTo>
                  <a:pt x="565114" y="125850"/>
                </a:lnTo>
                <a:lnTo>
                  <a:pt x="565114" y="126297"/>
                </a:lnTo>
                <a:lnTo>
                  <a:pt x="565114" y="126741"/>
                </a:lnTo>
                <a:lnTo>
                  <a:pt x="565114" y="127180"/>
                </a:lnTo>
                <a:lnTo>
                  <a:pt x="565114" y="127616"/>
                </a:lnTo>
                <a:lnTo>
                  <a:pt x="565114" y="128048"/>
                </a:lnTo>
                <a:lnTo>
                  <a:pt x="565114" y="128476"/>
                </a:lnTo>
                <a:lnTo>
                  <a:pt x="565114" y="128901"/>
                </a:lnTo>
                <a:lnTo>
                  <a:pt x="565114" y="129321"/>
                </a:lnTo>
                <a:lnTo>
                  <a:pt x="565114" y="129738"/>
                </a:lnTo>
                <a:lnTo>
                  <a:pt x="565114" y="130151"/>
                </a:lnTo>
                <a:lnTo>
                  <a:pt x="565114" y="130560"/>
                </a:lnTo>
                <a:lnTo>
                  <a:pt x="565098" y="130973"/>
                </a:lnTo>
                <a:lnTo>
                  <a:pt x="565082" y="131379"/>
                </a:lnTo>
                <a:lnTo>
                  <a:pt x="565066" y="131779"/>
                </a:lnTo>
                <a:lnTo>
                  <a:pt x="565051" y="132173"/>
                </a:lnTo>
                <a:lnTo>
                  <a:pt x="565036" y="132560"/>
                </a:lnTo>
                <a:lnTo>
                  <a:pt x="565021" y="132942"/>
                </a:lnTo>
                <a:lnTo>
                  <a:pt x="565006" y="133317"/>
                </a:lnTo>
                <a:lnTo>
                  <a:pt x="564992" y="133686"/>
                </a:lnTo>
                <a:lnTo>
                  <a:pt x="564979" y="134048"/>
                </a:lnTo>
                <a:lnTo>
                  <a:pt x="564965" y="134404"/>
                </a:lnTo>
                <a:lnTo>
                  <a:pt x="564952" y="134755"/>
                </a:lnTo>
                <a:lnTo>
                  <a:pt x="564940" y="135099"/>
                </a:lnTo>
                <a:lnTo>
                  <a:pt x="564927" y="135436"/>
                </a:lnTo>
                <a:lnTo>
                  <a:pt x="564916" y="135768"/>
                </a:lnTo>
                <a:lnTo>
                  <a:pt x="564904" y="136093"/>
                </a:lnTo>
                <a:lnTo>
                  <a:pt x="564893" y="136412"/>
                </a:lnTo>
                <a:lnTo>
                  <a:pt x="564882" y="136724"/>
                </a:lnTo>
                <a:lnTo>
                  <a:pt x="564871" y="137031"/>
                </a:lnTo>
                <a:lnTo>
                  <a:pt x="564861" y="137331"/>
                </a:lnTo>
                <a:lnTo>
                  <a:pt x="564851" y="137625"/>
                </a:lnTo>
                <a:lnTo>
                  <a:pt x="564842" y="137913"/>
                </a:lnTo>
                <a:lnTo>
                  <a:pt x="564832" y="138195"/>
                </a:lnTo>
                <a:lnTo>
                  <a:pt x="564824" y="138470"/>
                </a:lnTo>
                <a:lnTo>
                  <a:pt x="564815" y="138739"/>
                </a:lnTo>
                <a:lnTo>
                  <a:pt x="564803" y="139001"/>
                </a:lnTo>
                <a:lnTo>
                  <a:pt x="564782" y="139254"/>
                </a:lnTo>
                <a:lnTo>
                  <a:pt x="564753" y="139498"/>
                </a:lnTo>
                <a:lnTo>
                  <a:pt x="564715" y="139734"/>
                </a:lnTo>
                <a:lnTo>
                  <a:pt x="564670" y="139961"/>
                </a:lnTo>
                <a:lnTo>
                  <a:pt x="564616" y="140179"/>
                </a:lnTo>
                <a:lnTo>
                  <a:pt x="564553" y="140389"/>
                </a:lnTo>
                <a:lnTo>
                  <a:pt x="564483" y="140590"/>
                </a:lnTo>
                <a:lnTo>
                  <a:pt x="564404" y="140782"/>
                </a:lnTo>
                <a:lnTo>
                  <a:pt x="564316" y="140966"/>
                </a:lnTo>
                <a:lnTo>
                  <a:pt x="564221" y="141141"/>
                </a:lnTo>
                <a:lnTo>
                  <a:pt x="564117" y="141307"/>
                </a:lnTo>
                <a:lnTo>
                  <a:pt x="564005" y="141465"/>
                </a:lnTo>
                <a:lnTo>
                  <a:pt x="563884" y="141614"/>
                </a:lnTo>
                <a:lnTo>
                  <a:pt x="563755" y="141755"/>
                </a:lnTo>
                <a:lnTo>
                  <a:pt x="563618" y="141886"/>
                </a:lnTo>
                <a:lnTo>
                  <a:pt x="563473" y="142010"/>
                </a:lnTo>
                <a:lnTo>
                  <a:pt x="563319" y="142124"/>
                </a:lnTo>
                <a:lnTo>
                  <a:pt x="563157" y="142230"/>
                </a:lnTo>
                <a:lnTo>
                  <a:pt x="562987" y="142327"/>
                </a:lnTo>
                <a:lnTo>
                  <a:pt x="562808" y="142415"/>
                </a:lnTo>
                <a:lnTo>
                  <a:pt x="562621" y="142495"/>
                </a:lnTo>
                <a:lnTo>
                  <a:pt x="562425" y="142566"/>
                </a:lnTo>
                <a:lnTo>
                  <a:pt x="562222" y="142629"/>
                </a:lnTo>
                <a:lnTo>
                  <a:pt x="549954" y="146319"/>
                </a:lnTo>
                <a:lnTo>
                  <a:pt x="550353" y="150608"/>
                </a:lnTo>
                <a:lnTo>
                  <a:pt x="551399" y="150584"/>
                </a:lnTo>
                <a:lnTo>
                  <a:pt x="552445" y="150560"/>
                </a:lnTo>
                <a:lnTo>
                  <a:pt x="553488" y="150538"/>
                </a:lnTo>
                <a:lnTo>
                  <a:pt x="554531" y="150517"/>
                </a:lnTo>
                <a:lnTo>
                  <a:pt x="555572" y="150496"/>
                </a:lnTo>
                <a:lnTo>
                  <a:pt x="556611" y="150477"/>
                </a:lnTo>
                <a:lnTo>
                  <a:pt x="557650" y="150459"/>
                </a:lnTo>
                <a:lnTo>
                  <a:pt x="558687" y="150442"/>
                </a:lnTo>
                <a:lnTo>
                  <a:pt x="559722" y="150426"/>
                </a:lnTo>
                <a:lnTo>
                  <a:pt x="560756" y="150411"/>
                </a:lnTo>
                <a:lnTo>
                  <a:pt x="561789" y="150397"/>
                </a:lnTo>
                <a:lnTo>
                  <a:pt x="562820" y="150384"/>
                </a:lnTo>
                <a:lnTo>
                  <a:pt x="563850" y="150372"/>
                </a:lnTo>
                <a:lnTo>
                  <a:pt x="564879" y="150361"/>
                </a:lnTo>
                <a:lnTo>
                  <a:pt x="565906" y="150351"/>
                </a:lnTo>
                <a:lnTo>
                  <a:pt x="566932" y="150342"/>
                </a:lnTo>
                <a:lnTo>
                  <a:pt x="567956" y="150334"/>
                </a:lnTo>
                <a:lnTo>
                  <a:pt x="568979" y="150328"/>
                </a:lnTo>
                <a:lnTo>
                  <a:pt x="570001" y="150322"/>
                </a:lnTo>
                <a:lnTo>
                  <a:pt x="571021" y="150317"/>
                </a:lnTo>
                <a:lnTo>
                  <a:pt x="572040" y="150314"/>
                </a:lnTo>
                <a:lnTo>
                  <a:pt x="573058" y="150311"/>
                </a:lnTo>
                <a:lnTo>
                  <a:pt x="574074" y="150309"/>
                </a:lnTo>
                <a:lnTo>
                  <a:pt x="575088" y="150309"/>
                </a:lnTo>
                <a:lnTo>
                  <a:pt x="576069" y="150309"/>
                </a:lnTo>
                <a:lnTo>
                  <a:pt x="577051" y="150311"/>
                </a:lnTo>
                <a:lnTo>
                  <a:pt x="578034" y="150314"/>
                </a:lnTo>
                <a:lnTo>
                  <a:pt x="579017" y="150317"/>
                </a:lnTo>
                <a:lnTo>
                  <a:pt x="580001" y="150322"/>
                </a:lnTo>
                <a:lnTo>
                  <a:pt x="580986" y="150328"/>
                </a:lnTo>
                <a:lnTo>
                  <a:pt x="581971" y="150334"/>
                </a:lnTo>
                <a:lnTo>
                  <a:pt x="582957" y="150342"/>
                </a:lnTo>
                <a:lnTo>
                  <a:pt x="583943" y="150351"/>
                </a:lnTo>
                <a:lnTo>
                  <a:pt x="584931" y="150361"/>
                </a:lnTo>
                <a:lnTo>
                  <a:pt x="585919" y="150372"/>
                </a:lnTo>
                <a:lnTo>
                  <a:pt x="586908" y="150384"/>
                </a:lnTo>
                <a:lnTo>
                  <a:pt x="587897" y="150397"/>
                </a:lnTo>
                <a:lnTo>
                  <a:pt x="588887" y="150411"/>
                </a:lnTo>
                <a:lnTo>
                  <a:pt x="589878" y="150426"/>
                </a:lnTo>
                <a:lnTo>
                  <a:pt x="590870" y="150442"/>
                </a:lnTo>
                <a:lnTo>
                  <a:pt x="591862" y="150459"/>
                </a:lnTo>
                <a:lnTo>
                  <a:pt x="592855" y="150477"/>
                </a:lnTo>
                <a:lnTo>
                  <a:pt x="593848" y="150496"/>
                </a:lnTo>
                <a:lnTo>
                  <a:pt x="594843" y="150517"/>
                </a:lnTo>
                <a:lnTo>
                  <a:pt x="595838" y="150538"/>
                </a:lnTo>
                <a:lnTo>
                  <a:pt x="596833" y="150560"/>
                </a:lnTo>
                <a:lnTo>
                  <a:pt x="597830" y="150584"/>
                </a:lnTo>
                <a:lnTo>
                  <a:pt x="598827" y="150608"/>
                </a:lnTo>
                <a:lnTo>
                  <a:pt x="598527" y="146319"/>
                </a:lnTo>
                <a:lnTo>
                  <a:pt x="587456" y="142828"/>
                </a:lnTo>
                <a:lnTo>
                  <a:pt x="587245" y="142767"/>
                </a:lnTo>
                <a:lnTo>
                  <a:pt x="587042" y="142698"/>
                </a:lnTo>
                <a:lnTo>
                  <a:pt x="586848" y="142623"/>
                </a:lnTo>
                <a:lnTo>
                  <a:pt x="586664" y="142540"/>
                </a:lnTo>
                <a:lnTo>
                  <a:pt x="586488" y="142451"/>
                </a:lnTo>
                <a:lnTo>
                  <a:pt x="586322" y="142355"/>
                </a:lnTo>
                <a:lnTo>
                  <a:pt x="586164" y="142251"/>
                </a:lnTo>
                <a:lnTo>
                  <a:pt x="586015" y="142141"/>
                </a:lnTo>
                <a:lnTo>
                  <a:pt x="585876" y="142024"/>
                </a:lnTo>
                <a:lnTo>
                  <a:pt x="585745" y="141900"/>
                </a:lnTo>
                <a:lnTo>
                  <a:pt x="585624" y="141769"/>
                </a:lnTo>
                <a:lnTo>
                  <a:pt x="585511" y="141632"/>
                </a:lnTo>
                <a:lnTo>
                  <a:pt x="585408" y="141487"/>
                </a:lnTo>
                <a:lnTo>
                  <a:pt x="585313" y="141335"/>
                </a:lnTo>
                <a:lnTo>
                  <a:pt x="585228" y="141176"/>
                </a:lnTo>
                <a:lnTo>
                  <a:pt x="585151" y="141011"/>
                </a:lnTo>
                <a:lnTo>
                  <a:pt x="585084" y="140838"/>
                </a:lnTo>
                <a:lnTo>
                  <a:pt x="585025" y="140659"/>
                </a:lnTo>
                <a:lnTo>
                  <a:pt x="584975" y="140473"/>
                </a:lnTo>
                <a:lnTo>
                  <a:pt x="584935" y="140279"/>
                </a:lnTo>
                <a:lnTo>
                  <a:pt x="584903" y="140079"/>
                </a:lnTo>
                <a:lnTo>
                  <a:pt x="584881" y="139872"/>
                </a:lnTo>
                <a:lnTo>
                  <a:pt x="584867" y="139658"/>
                </a:lnTo>
                <a:lnTo>
                  <a:pt x="584863" y="139437"/>
                </a:lnTo>
                <a:lnTo>
                  <a:pt x="584847" y="139111"/>
                </a:lnTo>
                <a:lnTo>
                  <a:pt x="584832" y="138781"/>
                </a:lnTo>
                <a:lnTo>
                  <a:pt x="584818" y="138448"/>
                </a:lnTo>
                <a:lnTo>
                  <a:pt x="584805" y="138110"/>
                </a:lnTo>
                <a:lnTo>
                  <a:pt x="584793" y="137769"/>
                </a:lnTo>
                <a:lnTo>
                  <a:pt x="584782" y="137424"/>
                </a:lnTo>
                <a:lnTo>
                  <a:pt x="584772" y="137075"/>
                </a:lnTo>
                <a:lnTo>
                  <a:pt x="584763" y="136722"/>
                </a:lnTo>
                <a:lnTo>
                  <a:pt x="584755" y="136366"/>
                </a:lnTo>
                <a:lnTo>
                  <a:pt x="584749" y="136005"/>
                </a:lnTo>
                <a:lnTo>
                  <a:pt x="584743" y="135641"/>
                </a:lnTo>
                <a:lnTo>
                  <a:pt x="584738" y="135273"/>
                </a:lnTo>
                <a:lnTo>
                  <a:pt x="584735" y="134901"/>
                </a:lnTo>
                <a:lnTo>
                  <a:pt x="584732" y="134526"/>
                </a:lnTo>
                <a:lnTo>
                  <a:pt x="584730" y="134146"/>
                </a:lnTo>
                <a:lnTo>
                  <a:pt x="584730" y="133763"/>
                </a:lnTo>
                <a:lnTo>
                  <a:pt x="584730" y="133376"/>
                </a:lnTo>
                <a:lnTo>
                  <a:pt x="584732" y="132985"/>
                </a:lnTo>
                <a:lnTo>
                  <a:pt x="584735" y="132591"/>
                </a:lnTo>
                <a:lnTo>
                  <a:pt x="584738" y="132192"/>
                </a:lnTo>
                <a:lnTo>
                  <a:pt x="584743" y="131790"/>
                </a:lnTo>
                <a:lnTo>
                  <a:pt x="584749" y="131384"/>
                </a:lnTo>
                <a:lnTo>
                  <a:pt x="584755" y="130974"/>
                </a:lnTo>
                <a:lnTo>
                  <a:pt x="584763" y="130560"/>
                </a:lnTo>
                <a:lnTo>
                  <a:pt x="584747" y="130151"/>
                </a:lnTo>
                <a:lnTo>
                  <a:pt x="584732" y="129738"/>
                </a:lnTo>
                <a:lnTo>
                  <a:pt x="584718" y="129321"/>
                </a:lnTo>
                <a:lnTo>
                  <a:pt x="584705" y="128901"/>
                </a:lnTo>
                <a:lnTo>
                  <a:pt x="584693" y="128476"/>
                </a:lnTo>
                <a:lnTo>
                  <a:pt x="584682" y="128048"/>
                </a:lnTo>
                <a:lnTo>
                  <a:pt x="584672" y="127616"/>
                </a:lnTo>
                <a:lnTo>
                  <a:pt x="584663" y="127180"/>
                </a:lnTo>
                <a:lnTo>
                  <a:pt x="584656" y="126741"/>
                </a:lnTo>
                <a:lnTo>
                  <a:pt x="584649" y="126297"/>
                </a:lnTo>
                <a:lnTo>
                  <a:pt x="584643" y="125850"/>
                </a:lnTo>
                <a:lnTo>
                  <a:pt x="584639" y="125399"/>
                </a:lnTo>
                <a:lnTo>
                  <a:pt x="584635" y="124944"/>
                </a:lnTo>
                <a:lnTo>
                  <a:pt x="584632" y="124485"/>
                </a:lnTo>
                <a:lnTo>
                  <a:pt x="584631" y="124023"/>
                </a:lnTo>
                <a:lnTo>
                  <a:pt x="584630" y="123556"/>
                </a:lnTo>
                <a:lnTo>
                  <a:pt x="584631" y="123086"/>
                </a:lnTo>
                <a:lnTo>
                  <a:pt x="584632" y="122612"/>
                </a:lnTo>
                <a:lnTo>
                  <a:pt x="584635" y="122134"/>
                </a:lnTo>
                <a:lnTo>
                  <a:pt x="584639" y="121653"/>
                </a:lnTo>
                <a:lnTo>
                  <a:pt x="584643" y="121168"/>
                </a:lnTo>
                <a:lnTo>
                  <a:pt x="584649" y="120678"/>
                </a:lnTo>
                <a:lnTo>
                  <a:pt x="584656" y="120185"/>
                </a:lnTo>
                <a:lnTo>
                  <a:pt x="584663" y="119689"/>
                </a:lnTo>
                <a:lnTo>
                  <a:pt x="584663" y="38400"/>
                </a:lnTo>
                <a:lnTo>
                  <a:pt x="584656" y="37994"/>
                </a:lnTo>
                <a:lnTo>
                  <a:pt x="584649" y="37590"/>
                </a:lnTo>
                <a:lnTo>
                  <a:pt x="584643" y="37189"/>
                </a:lnTo>
                <a:lnTo>
                  <a:pt x="584639" y="36790"/>
                </a:lnTo>
                <a:close/>
                <a:moveTo>
                  <a:pt x="624939" y="129771"/>
                </a:moveTo>
                <a:lnTo>
                  <a:pt x="626007" y="131232"/>
                </a:lnTo>
                <a:lnTo>
                  <a:pt x="627034" y="132649"/>
                </a:lnTo>
                <a:lnTo>
                  <a:pt x="628022" y="134021"/>
                </a:lnTo>
                <a:lnTo>
                  <a:pt x="628970" y="135348"/>
                </a:lnTo>
                <a:lnTo>
                  <a:pt x="629879" y="136630"/>
                </a:lnTo>
                <a:lnTo>
                  <a:pt x="630747" y="137868"/>
                </a:lnTo>
                <a:lnTo>
                  <a:pt x="631576" y="139062"/>
                </a:lnTo>
                <a:lnTo>
                  <a:pt x="632364" y="140210"/>
                </a:lnTo>
                <a:lnTo>
                  <a:pt x="633113" y="141314"/>
                </a:lnTo>
                <a:lnTo>
                  <a:pt x="633822" y="142373"/>
                </a:lnTo>
                <a:lnTo>
                  <a:pt x="634492" y="143388"/>
                </a:lnTo>
                <a:lnTo>
                  <a:pt x="635121" y="144358"/>
                </a:lnTo>
                <a:lnTo>
                  <a:pt x="635711" y="145283"/>
                </a:lnTo>
                <a:lnTo>
                  <a:pt x="636260" y="146163"/>
                </a:lnTo>
                <a:lnTo>
                  <a:pt x="636770" y="146999"/>
                </a:lnTo>
                <a:lnTo>
                  <a:pt x="637241" y="147790"/>
                </a:lnTo>
                <a:lnTo>
                  <a:pt x="637671" y="148537"/>
                </a:lnTo>
                <a:lnTo>
                  <a:pt x="638061" y="149239"/>
                </a:lnTo>
                <a:lnTo>
                  <a:pt x="638412" y="149896"/>
                </a:lnTo>
                <a:lnTo>
                  <a:pt x="638723" y="150508"/>
                </a:lnTo>
                <a:lnTo>
                  <a:pt x="639006" y="150508"/>
                </a:lnTo>
                <a:lnTo>
                  <a:pt x="639289" y="150507"/>
                </a:lnTo>
                <a:lnTo>
                  <a:pt x="639574" y="150505"/>
                </a:lnTo>
                <a:lnTo>
                  <a:pt x="639859" y="150503"/>
                </a:lnTo>
                <a:lnTo>
                  <a:pt x="640144" y="150500"/>
                </a:lnTo>
                <a:lnTo>
                  <a:pt x="640431" y="150496"/>
                </a:lnTo>
                <a:lnTo>
                  <a:pt x="640718" y="150491"/>
                </a:lnTo>
                <a:lnTo>
                  <a:pt x="641006" y="150486"/>
                </a:lnTo>
                <a:lnTo>
                  <a:pt x="641294" y="150480"/>
                </a:lnTo>
                <a:lnTo>
                  <a:pt x="641583" y="150474"/>
                </a:lnTo>
                <a:lnTo>
                  <a:pt x="641873" y="150467"/>
                </a:lnTo>
                <a:lnTo>
                  <a:pt x="642164" y="150459"/>
                </a:lnTo>
                <a:lnTo>
                  <a:pt x="642455" y="150450"/>
                </a:lnTo>
                <a:lnTo>
                  <a:pt x="642747" y="150441"/>
                </a:lnTo>
                <a:lnTo>
                  <a:pt x="643040" y="150430"/>
                </a:lnTo>
                <a:lnTo>
                  <a:pt x="643333" y="150420"/>
                </a:lnTo>
                <a:lnTo>
                  <a:pt x="643627" y="150408"/>
                </a:lnTo>
                <a:lnTo>
                  <a:pt x="643922" y="150396"/>
                </a:lnTo>
                <a:lnTo>
                  <a:pt x="644217" y="150383"/>
                </a:lnTo>
                <a:lnTo>
                  <a:pt x="644513" y="150370"/>
                </a:lnTo>
                <a:lnTo>
                  <a:pt x="644810" y="150356"/>
                </a:lnTo>
                <a:lnTo>
                  <a:pt x="645108" y="150341"/>
                </a:lnTo>
                <a:lnTo>
                  <a:pt x="645406" y="150325"/>
                </a:lnTo>
                <a:lnTo>
                  <a:pt x="645705" y="150309"/>
                </a:lnTo>
                <a:lnTo>
                  <a:pt x="645987" y="150309"/>
                </a:lnTo>
                <a:lnTo>
                  <a:pt x="646271" y="150309"/>
                </a:lnTo>
                <a:lnTo>
                  <a:pt x="646554" y="150309"/>
                </a:lnTo>
                <a:lnTo>
                  <a:pt x="646838" y="150309"/>
                </a:lnTo>
                <a:lnTo>
                  <a:pt x="647122" y="150309"/>
                </a:lnTo>
                <a:lnTo>
                  <a:pt x="647406" y="150309"/>
                </a:lnTo>
                <a:lnTo>
                  <a:pt x="647691" y="150309"/>
                </a:lnTo>
                <a:lnTo>
                  <a:pt x="647977" y="150309"/>
                </a:lnTo>
                <a:lnTo>
                  <a:pt x="648262" y="150309"/>
                </a:lnTo>
                <a:lnTo>
                  <a:pt x="648548" y="150309"/>
                </a:lnTo>
                <a:lnTo>
                  <a:pt x="648834" y="150309"/>
                </a:lnTo>
                <a:lnTo>
                  <a:pt x="649121" y="150309"/>
                </a:lnTo>
                <a:lnTo>
                  <a:pt x="649408" y="150309"/>
                </a:lnTo>
                <a:lnTo>
                  <a:pt x="649695" y="150309"/>
                </a:lnTo>
                <a:lnTo>
                  <a:pt x="649983" y="150309"/>
                </a:lnTo>
                <a:lnTo>
                  <a:pt x="650271" y="150309"/>
                </a:lnTo>
                <a:lnTo>
                  <a:pt x="650559" y="150309"/>
                </a:lnTo>
                <a:lnTo>
                  <a:pt x="650848" y="150309"/>
                </a:lnTo>
                <a:lnTo>
                  <a:pt x="651137" y="150309"/>
                </a:lnTo>
                <a:lnTo>
                  <a:pt x="651426" y="150309"/>
                </a:lnTo>
                <a:lnTo>
                  <a:pt x="651716" y="150309"/>
                </a:lnTo>
                <a:lnTo>
                  <a:pt x="652006" y="150309"/>
                </a:lnTo>
                <a:lnTo>
                  <a:pt x="652296" y="150309"/>
                </a:lnTo>
                <a:lnTo>
                  <a:pt x="652587" y="150309"/>
                </a:lnTo>
                <a:lnTo>
                  <a:pt x="653651" y="150309"/>
                </a:lnTo>
                <a:lnTo>
                  <a:pt x="654700" y="150311"/>
                </a:lnTo>
                <a:lnTo>
                  <a:pt x="655733" y="150314"/>
                </a:lnTo>
                <a:lnTo>
                  <a:pt x="656751" y="150317"/>
                </a:lnTo>
                <a:lnTo>
                  <a:pt x="657753" y="150322"/>
                </a:lnTo>
                <a:lnTo>
                  <a:pt x="658739" y="150328"/>
                </a:lnTo>
                <a:lnTo>
                  <a:pt x="659710" y="150334"/>
                </a:lnTo>
                <a:lnTo>
                  <a:pt x="660666" y="150342"/>
                </a:lnTo>
                <a:lnTo>
                  <a:pt x="661605" y="150351"/>
                </a:lnTo>
                <a:lnTo>
                  <a:pt x="662530" y="150361"/>
                </a:lnTo>
                <a:lnTo>
                  <a:pt x="663438" y="150372"/>
                </a:lnTo>
                <a:lnTo>
                  <a:pt x="664331" y="150384"/>
                </a:lnTo>
                <a:lnTo>
                  <a:pt x="665209" y="150397"/>
                </a:lnTo>
                <a:lnTo>
                  <a:pt x="666070" y="150411"/>
                </a:lnTo>
                <a:lnTo>
                  <a:pt x="666917" y="150426"/>
                </a:lnTo>
                <a:lnTo>
                  <a:pt x="667747" y="150442"/>
                </a:lnTo>
                <a:lnTo>
                  <a:pt x="668562" y="150459"/>
                </a:lnTo>
                <a:lnTo>
                  <a:pt x="669362" y="150477"/>
                </a:lnTo>
                <a:lnTo>
                  <a:pt x="670146" y="150496"/>
                </a:lnTo>
                <a:lnTo>
                  <a:pt x="670914" y="150517"/>
                </a:lnTo>
                <a:lnTo>
                  <a:pt x="671667" y="150538"/>
                </a:lnTo>
                <a:lnTo>
                  <a:pt x="672404" y="150560"/>
                </a:lnTo>
                <a:lnTo>
                  <a:pt x="673125" y="150584"/>
                </a:lnTo>
                <a:lnTo>
                  <a:pt x="673831" y="150608"/>
                </a:lnTo>
                <a:lnTo>
                  <a:pt x="673632" y="146319"/>
                </a:lnTo>
                <a:lnTo>
                  <a:pt x="664556" y="143527"/>
                </a:lnTo>
                <a:lnTo>
                  <a:pt x="664185" y="143417"/>
                </a:lnTo>
                <a:lnTo>
                  <a:pt x="663819" y="143303"/>
                </a:lnTo>
                <a:lnTo>
                  <a:pt x="663460" y="143185"/>
                </a:lnTo>
                <a:lnTo>
                  <a:pt x="663107" y="143064"/>
                </a:lnTo>
                <a:lnTo>
                  <a:pt x="662759" y="142939"/>
                </a:lnTo>
                <a:lnTo>
                  <a:pt x="662417" y="142810"/>
                </a:lnTo>
                <a:lnTo>
                  <a:pt x="662082" y="142677"/>
                </a:lnTo>
                <a:lnTo>
                  <a:pt x="661752" y="142540"/>
                </a:lnTo>
                <a:lnTo>
                  <a:pt x="661428" y="142400"/>
                </a:lnTo>
                <a:lnTo>
                  <a:pt x="661110" y="142256"/>
                </a:lnTo>
                <a:lnTo>
                  <a:pt x="660797" y="142108"/>
                </a:lnTo>
                <a:lnTo>
                  <a:pt x="660491" y="141956"/>
                </a:lnTo>
                <a:lnTo>
                  <a:pt x="660191" y="141800"/>
                </a:lnTo>
                <a:lnTo>
                  <a:pt x="659896" y="141641"/>
                </a:lnTo>
                <a:lnTo>
                  <a:pt x="659608" y="141477"/>
                </a:lnTo>
                <a:lnTo>
                  <a:pt x="659325" y="141310"/>
                </a:lnTo>
                <a:lnTo>
                  <a:pt x="659048" y="141139"/>
                </a:lnTo>
                <a:lnTo>
                  <a:pt x="658777" y="140964"/>
                </a:lnTo>
                <a:lnTo>
                  <a:pt x="658512" y="140786"/>
                </a:lnTo>
                <a:lnTo>
                  <a:pt x="658253" y="140604"/>
                </a:lnTo>
                <a:lnTo>
                  <a:pt x="657999" y="140417"/>
                </a:lnTo>
                <a:lnTo>
                  <a:pt x="657752" y="140228"/>
                </a:lnTo>
                <a:lnTo>
                  <a:pt x="657510" y="140034"/>
                </a:lnTo>
                <a:lnTo>
                  <a:pt x="657275" y="139836"/>
                </a:lnTo>
                <a:lnTo>
                  <a:pt x="657034" y="139650"/>
                </a:lnTo>
                <a:lnTo>
                  <a:pt x="656793" y="139459"/>
                </a:lnTo>
                <a:lnTo>
                  <a:pt x="656553" y="139261"/>
                </a:lnTo>
                <a:lnTo>
                  <a:pt x="656313" y="139058"/>
                </a:lnTo>
                <a:lnTo>
                  <a:pt x="656074" y="138848"/>
                </a:lnTo>
                <a:lnTo>
                  <a:pt x="655835" y="138633"/>
                </a:lnTo>
                <a:lnTo>
                  <a:pt x="655596" y="138412"/>
                </a:lnTo>
                <a:lnTo>
                  <a:pt x="655357" y="138185"/>
                </a:lnTo>
                <a:lnTo>
                  <a:pt x="655119" y="137952"/>
                </a:lnTo>
                <a:lnTo>
                  <a:pt x="654881" y="137713"/>
                </a:lnTo>
                <a:lnTo>
                  <a:pt x="654644" y="137469"/>
                </a:lnTo>
                <a:lnTo>
                  <a:pt x="654407" y="137218"/>
                </a:lnTo>
                <a:lnTo>
                  <a:pt x="654170" y="136962"/>
                </a:lnTo>
                <a:lnTo>
                  <a:pt x="653934" y="136699"/>
                </a:lnTo>
                <a:lnTo>
                  <a:pt x="653698" y="136431"/>
                </a:lnTo>
                <a:lnTo>
                  <a:pt x="653462" y="136157"/>
                </a:lnTo>
                <a:lnTo>
                  <a:pt x="653227" y="135877"/>
                </a:lnTo>
                <a:lnTo>
                  <a:pt x="652992" y="135591"/>
                </a:lnTo>
                <a:lnTo>
                  <a:pt x="652757" y="135299"/>
                </a:lnTo>
                <a:lnTo>
                  <a:pt x="652523" y="135002"/>
                </a:lnTo>
                <a:lnTo>
                  <a:pt x="652289" y="134698"/>
                </a:lnTo>
                <a:lnTo>
                  <a:pt x="652055" y="134389"/>
                </a:lnTo>
                <a:lnTo>
                  <a:pt x="651822" y="134073"/>
                </a:lnTo>
                <a:lnTo>
                  <a:pt x="651589" y="133752"/>
                </a:lnTo>
                <a:lnTo>
                  <a:pt x="606207" y="73908"/>
                </a:lnTo>
                <a:lnTo>
                  <a:pt x="646104" y="30022"/>
                </a:lnTo>
                <a:lnTo>
                  <a:pt x="646411" y="29683"/>
                </a:lnTo>
                <a:lnTo>
                  <a:pt x="646717" y="29347"/>
                </a:lnTo>
                <a:lnTo>
                  <a:pt x="647023" y="29014"/>
                </a:lnTo>
                <a:lnTo>
                  <a:pt x="647328" y="28684"/>
                </a:lnTo>
                <a:lnTo>
                  <a:pt x="647633" y="28357"/>
                </a:lnTo>
                <a:lnTo>
                  <a:pt x="647936" y="28033"/>
                </a:lnTo>
                <a:lnTo>
                  <a:pt x="648239" y="27713"/>
                </a:lnTo>
                <a:lnTo>
                  <a:pt x="648542" y="27395"/>
                </a:lnTo>
                <a:lnTo>
                  <a:pt x="648843" y="27081"/>
                </a:lnTo>
                <a:lnTo>
                  <a:pt x="649144" y="26770"/>
                </a:lnTo>
                <a:lnTo>
                  <a:pt x="649445" y="26462"/>
                </a:lnTo>
                <a:lnTo>
                  <a:pt x="649744" y="26157"/>
                </a:lnTo>
                <a:lnTo>
                  <a:pt x="650043" y="25855"/>
                </a:lnTo>
                <a:lnTo>
                  <a:pt x="650341" y="25556"/>
                </a:lnTo>
                <a:lnTo>
                  <a:pt x="650639" y="25261"/>
                </a:lnTo>
                <a:lnTo>
                  <a:pt x="650935" y="24968"/>
                </a:lnTo>
                <a:lnTo>
                  <a:pt x="651232" y="24679"/>
                </a:lnTo>
                <a:lnTo>
                  <a:pt x="651527" y="24393"/>
                </a:lnTo>
                <a:lnTo>
                  <a:pt x="651822" y="24110"/>
                </a:lnTo>
                <a:lnTo>
                  <a:pt x="652116" y="23830"/>
                </a:lnTo>
                <a:lnTo>
                  <a:pt x="652409" y="23553"/>
                </a:lnTo>
                <a:lnTo>
                  <a:pt x="652702" y="23279"/>
                </a:lnTo>
                <a:lnTo>
                  <a:pt x="652994" y="23008"/>
                </a:lnTo>
                <a:lnTo>
                  <a:pt x="653285" y="22741"/>
                </a:lnTo>
                <a:lnTo>
                  <a:pt x="653553" y="22486"/>
                </a:lnTo>
                <a:lnTo>
                  <a:pt x="653827" y="22237"/>
                </a:lnTo>
                <a:lnTo>
                  <a:pt x="654106" y="21993"/>
                </a:lnTo>
                <a:lnTo>
                  <a:pt x="654390" y="21755"/>
                </a:lnTo>
                <a:lnTo>
                  <a:pt x="654680" y="21522"/>
                </a:lnTo>
                <a:lnTo>
                  <a:pt x="654974" y="21295"/>
                </a:lnTo>
                <a:lnTo>
                  <a:pt x="655274" y="21073"/>
                </a:lnTo>
                <a:lnTo>
                  <a:pt x="655579" y="20857"/>
                </a:lnTo>
                <a:lnTo>
                  <a:pt x="655889" y="20646"/>
                </a:lnTo>
                <a:lnTo>
                  <a:pt x="656204" y="20441"/>
                </a:lnTo>
                <a:lnTo>
                  <a:pt x="656525" y="20242"/>
                </a:lnTo>
                <a:lnTo>
                  <a:pt x="656851" y="20048"/>
                </a:lnTo>
                <a:lnTo>
                  <a:pt x="657182" y="19859"/>
                </a:lnTo>
                <a:lnTo>
                  <a:pt x="657518" y="19677"/>
                </a:lnTo>
                <a:lnTo>
                  <a:pt x="657859" y="19499"/>
                </a:lnTo>
                <a:lnTo>
                  <a:pt x="658205" y="19327"/>
                </a:lnTo>
                <a:lnTo>
                  <a:pt x="658557" y="19161"/>
                </a:lnTo>
                <a:lnTo>
                  <a:pt x="658914" y="19001"/>
                </a:lnTo>
                <a:lnTo>
                  <a:pt x="659276" y="18845"/>
                </a:lnTo>
                <a:lnTo>
                  <a:pt x="659643" y="18696"/>
                </a:lnTo>
                <a:lnTo>
                  <a:pt x="660016" y="18552"/>
                </a:lnTo>
                <a:lnTo>
                  <a:pt x="660394" y="18413"/>
                </a:lnTo>
                <a:lnTo>
                  <a:pt x="660776" y="18280"/>
                </a:lnTo>
                <a:lnTo>
                  <a:pt x="661164" y="18153"/>
                </a:lnTo>
                <a:lnTo>
                  <a:pt x="671238" y="14961"/>
                </a:lnTo>
                <a:lnTo>
                  <a:pt x="670839" y="10672"/>
                </a:lnTo>
                <a:lnTo>
                  <a:pt x="669973" y="10713"/>
                </a:lnTo>
                <a:lnTo>
                  <a:pt x="669102" y="10751"/>
                </a:lnTo>
                <a:lnTo>
                  <a:pt x="668227" y="10788"/>
                </a:lnTo>
                <a:lnTo>
                  <a:pt x="667348" y="10822"/>
                </a:lnTo>
                <a:lnTo>
                  <a:pt x="666465" y="10854"/>
                </a:lnTo>
                <a:lnTo>
                  <a:pt x="665578" y="10884"/>
                </a:lnTo>
                <a:lnTo>
                  <a:pt x="664687" y="10912"/>
                </a:lnTo>
                <a:lnTo>
                  <a:pt x="663791" y="10938"/>
                </a:lnTo>
                <a:lnTo>
                  <a:pt x="662891" y="10962"/>
                </a:lnTo>
                <a:lnTo>
                  <a:pt x="661987" y="10984"/>
                </a:lnTo>
                <a:lnTo>
                  <a:pt x="661079" y="11004"/>
                </a:lnTo>
                <a:lnTo>
                  <a:pt x="660167" y="11021"/>
                </a:lnTo>
                <a:lnTo>
                  <a:pt x="659251" y="11037"/>
                </a:lnTo>
                <a:lnTo>
                  <a:pt x="658330" y="11050"/>
                </a:lnTo>
                <a:lnTo>
                  <a:pt x="657405" y="11062"/>
                </a:lnTo>
                <a:lnTo>
                  <a:pt x="656477" y="11071"/>
                </a:lnTo>
                <a:lnTo>
                  <a:pt x="655544" y="11078"/>
                </a:lnTo>
                <a:lnTo>
                  <a:pt x="654606" y="11084"/>
                </a:lnTo>
                <a:lnTo>
                  <a:pt x="653665" y="11087"/>
                </a:lnTo>
                <a:lnTo>
                  <a:pt x="652720" y="11088"/>
                </a:lnTo>
                <a:lnTo>
                  <a:pt x="651770" y="11087"/>
                </a:lnTo>
                <a:lnTo>
                  <a:pt x="650816" y="11084"/>
                </a:lnTo>
                <a:lnTo>
                  <a:pt x="649858" y="11078"/>
                </a:lnTo>
                <a:lnTo>
                  <a:pt x="648896" y="11071"/>
                </a:lnTo>
                <a:lnTo>
                  <a:pt x="647886" y="11078"/>
                </a:lnTo>
                <a:lnTo>
                  <a:pt x="646884" y="11084"/>
                </a:lnTo>
                <a:lnTo>
                  <a:pt x="645890" y="11087"/>
                </a:lnTo>
                <a:lnTo>
                  <a:pt x="644904" y="11088"/>
                </a:lnTo>
                <a:lnTo>
                  <a:pt x="643926" y="11087"/>
                </a:lnTo>
                <a:lnTo>
                  <a:pt x="642956" y="11084"/>
                </a:lnTo>
                <a:lnTo>
                  <a:pt x="641993" y="11078"/>
                </a:lnTo>
                <a:lnTo>
                  <a:pt x="641039" y="11071"/>
                </a:lnTo>
                <a:lnTo>
                  <a:pt x="640093" y="11062"/>
                </a:lnTo>
                <a:lnTo>
                  <a:pt x="639154" y="11050"/>
                </a:lnTo>
                <a:lnTo>
                  <a:pt x="638224" y="11037"/>
                </a:lnTo>
                <a:lnTo>
                  <a:pt x="637302" y="11021"/>
                </a:lnTo>
                <a:lnTo>
                  <a:pt x="636387" y="11004"/>
                </a:lnTo>
                <a:lnTo>
                  <a:pt x="635481" y="10984"/>
                </a:lnTo>
                <a:lnTo>
                  <a:pt x="634582" y="10962"/>
                </a:lnTo>
                <a:lnTo>
                  <a:pt x="633691" y="10938"/>
                </a:lnTo>
                <a:lnTo>
                  <a:pt x="632809" y="10912"/>
                </a:lnTo>
                <a:lnTo>
                  <a:pt x="631934" y="10884"/>
                </a:lnTo>
                <a:lnTo>
                  <a:pt x="631068" y="10854"/>
                </a:lnTo>
                <a:lnTo>
                  <a:pt x="630209" y="10822"/>
                </a:lnTo>
                <a:lnTo>
                  <a:pt x="629358" y="10788"/>
                </a:lnTo>
                <a:lnTo>
                  <a:pt x="628515" y="10751"/>
                </a:lnTo>
                <a:lnTo>
                  <a:pt x="627681" y="10713"/>
                </a:lnTo>
                <a:lnTo>
                  <a:pt x="626854" y="10672"/>
                </a:lnTo>
                <a:lnTo>
                  <a:pt x="627053" y="15260"/>
                </a:lnTo>
                <a:lnTo>
                  <a:pt x="635232" y="17455"/>
                </a:lnTo>
                <a:lnTo>
                  <a:pt x="635452" y="17523"/>
                </a:lnTo>
                <a:lnTo>
                  <a:pt x="635662" y="17595"/>
                </a:lnTo>
                <a:lnTo>
                  <a:pt x="635863" y="17671"/>
                </a:lnTo>
                <a:lnTo>
                  <a:pt x="636055" y="17751"/>
                </a:lnTo>
                <a:lnTo>
                  <a:pt x="636237" y="17835"/>
                </a:lnTo>
                <a:lnTo>
                  <a:pt x="636410" y="17922"/>
                </a:lnTo>
                <a:lnTo>
                  <a:pt x="636574" y="18013"/>
                </a:lnTo>
                <a:lnTo>
                  <a:pt x="636728" y="18108"/>
                </a:lnTo>
                <a:lnTo>
                  <a:pt x="636873" y="18207"/>
                </a:lnTo>
                <a:lnTo>
                  <a:pt x="637009" y="18310"/>
                </a:lnTo>
                <a:lnTo>
                  <a:pt x="637135" y="18417"/>
                </a:lnTo>
                <a:lnTo>
                  <a:pt x="637252" y="18527"/>
                </a:lnTo>
                <a:lnTo>
                  <a:pt x="637359" y="18641"/>
                </a:lnTo>
                <a:lnTo>
                  <a:pt x="637457" y="18759"/>
                </a:lnTo>
                <a:lnTo>
                  <a:pt x="637546" y="18881"/>
                </a:lnTo>
                <a:lnTo>
                  <a:pt x="637626" y="19006"/>
                </a:lnTo>
                <a:lnTo>
                  <a:pt x="637696" y="19135"/>
                </a:lnTo>
                <a:lnTo>
                  <a:pt x="637757" y="19269"/>
                </a:lnTo>
                <a:lnTo>
                  <a:pt x="637808" y="19406"/>
                </a:lnTo>
                <a:lnTo>
                  <a:pt x="637850" y="19546"/>
                </a:lnTo>
                <a:lnTo>
                  <a:pt x="637883" y="19691"/>
                </a:lnTo>
                <a:lnTo>
                  <a:pt x="637906" y="19839"/>
                </a:lnTo>
                <a:lnTo>
                  <a:pt x="637920" y="19992"/>
                </a:lnTo>
                <a:lnTo>
                  <a:pt x="637925" y="20148"/>
                </a:lnTo>
                <a:lnTo>
                  <a:pt x="637912" y="20341"/>
                </a:lnTo>
                <a:lnTo>
                  <a:pt x="637890" y="20538"/>
                </a:lnTo>
                <a:lnTo>
                  <a:pt x="637858" y="20740"/>
                </a:lnTo>
                <a:lnTo>
                  <a:pt x="637817" y="20946"/>
                </a:lnTo>
                <a:lnTo>
                  <a:pt x="637766" y="21155"/>
                </a:lnTo>
                <a:lnTo>
                  <a:pt x="637707" y="21369"/>
                </a:lnTo>
                <a:lnTo>
                  <a:pt x="637638" y="21588"/>
                </a:lnTo>
                <a:lnTo>
                  <a:pt x="637559" y="21810"/>
                </a:lnTo>
                <a:lnTo>
                  <a:pt x="637471" y="22036"/>
                </a:lnTo>
                <a:lnTo>
                  <a:pt x="637374" y="22267"/>
                </a:lnTo>
                <a:lnTo>
                  <a:pt x="637268" y="22502"/>
                </a:lnTo>
                <a:lnTo>
                  <a:pt x="637152" y="22741"/>
                </a:lnTo>
                <a:lnTo>
                  <a:pt x="637027" y="22984"/>
                </a:lnTo>
                <a:lnTo>
                  <a:pt x="636892" y="23231"/>
                </a:lnTo>
                <a:lnTo>
                  <a:pt x="636748" y="23483"/>
                </a:lnTo>
                <a:lnTo>
                  <a:pt x="636595" y="23738"/>
                </a:lnTo>
                <a:lnTo>
                  <a:pt x="636432" y="23998"/>
                </a:lnTo>
                <a:lnTo>
                  <a:pt x="636260" y="24262"/>
                </a:lnTo>
                <a:lnTo>
                  <a:pt x="636079" y="24530"/>
                </a:lnTo>
                <a:lnTo>
                  <a:pt x="635889" y="24802"/>
                </a:lnTo>
                <a:lnTo>
                  <a:pt x="635689" y="25079"/>
                </a:lnTo>
                <a:lnTo>
                  <a:pt x="635479" y="25359"/>
                </a:lnTo>
                <a:lnTo>
                  <a:pt x="635260" y="25644"/>
                </a:lnTo>
                <a:lnTo>
                  <a:pt x="635032" y="25933"/>
                </a:lnTo>
                <a:lnTo>
                  <a:pt x="634780" y="26251"/>
                </a:lnTo>
                <a:lnTo>
                  <a:pt x="634523" y="26574"/>
                </a:lnTo>
                <a:lnTo>
                  <a:pt x="634259" y="26902"/>
                </a:lnTo>
                <a:lnTo>
                  <a:pt x="633991" y="27235"/>
                </a:lnTo>
                <a:lnTo>
                  <a:pt x="633716" y="27572"/>
                </a:lnTo>
                <a:lnTo>
                  <a:pt x="633437" y="27915"/>
                </a:lnTo>
                <a:lnTo>
                  <a:pt x="633151" y="28262"/>
                </a:lnTo>
                <a:lnTo>
                  <a:pt x="632860" y="28614"/>
                </a:lnTo>
                <a:lnTo>
                  <a:pt x="632564" y="28972"/>
                </a:lnTo>
                <a:lnTo>
                  <a:pt x="632262" y="29333"/>
                </a:lnTo>
                <a:lnTo>
                  <a:pt x="631954" y="29700"/>
                </a:lnTo>
                <a:lnTo>
                  <a:pt x="631641" y="30072"/>
                </a:lnTo>
                <a:lnTo>
                  <a:pt x="631323" y="30448"/>
                </a:lnTo>
                <a:lnTo>
                  <a:pt x="630998" y="30830"/>
                </a:lnTo>
                <a:lnTo>
                  <a:pt x="630669" y="31216"/>
                </a:lnTo>
                <a:lnTo>
                  <a:pt x="630334" y="31607"/>
                </a:lnTo>
                <a:lnTo>
                  <a:pt x="629993" y="32003"/>
                </a:lnTo>
                <a:lnTo>
                  <a:pt x="629646" y="32403"/>
                </a:lnTo>
                <a:lnTo>
                  <a:pt x="629295" y="32809"/>
                </a:lnTo>
                <a:lnTo>
                  <a:pt x="628937" y="33219"/>
                </a:lnTo>
                <a:lnTo>
                  <a:pt x="628574" y="33634"/>
                </a:lnTo>
                <a:lnTo>
                  <a:pt x="628206" y="34054"/>
                </a:lnTo>
                <a:lnTo>
                  <a:pt x="627832" y="34479"/>
                </a:lnTo>
                <a:lnTo>
                  <a:pt x="627452" y="34909"/>
                </a:lnTo>
                <a:lnTo>
                  <a:pt x="587257" y="79693"/>
                </a:lnTo>
                <a:lnTo>
                  <a:pt x="620271" y="123479"/>
                </a:lnTo>
                <a:lnTo>
                  <a:pt x="621498" y="125119"/>
                </a:lnTo>
                <a:lnTo>
                  <a:pt x="622685" y="126714"/>
                </a:lnTo>
                <a:lnTo>
                  <a:pt x="623832" y="128265"/>
                </a:lnTo>
                <a:lnTo>
                  <a:pt x="624939" y="129771"/>
                </a:lnTo>
                <a:close/>
                <a:moveTo>
                  <a:pt x="119859" y="72340"/>
                </a:moveTo>
                <a:lnTo>
                  <a:pt x="119887" y="73293"/>
                </a:lnTo>
                <a:lnTo>
                  <a:pt x="119914" y="74252"/>
                </a:lnTo>
                <a:lnTo>
                  <a:pt x="119940" y="75217"/>
                </a:lnTo>
                <a:lnTo>
                  <a:pt x="119964" y="76188"/>
                </a:lnTo>
                <a:lnTo>
                  <a:pt x="119987" y="77166"/>
                </a:lnTo>
                <a:lnTo>
                  <a:pt x="120008" y="78150"/>
                </a:lnTo>
                <a:lnTo>
                  <a:pt x="120029" y="79140"/>
                </a:lnTo>
                <a:lnTo>
                  <a:pt x="120047" y="80136"/>
                </a:lnTo>
                <a:lnTo>
                  <a:pt x="120065" y="81139"/>
                </a:lnTo>
                <a:lnTo>
                  <a:pt x="120080" y="82148"/>
                </a:lnTo>
                <a:lnTo>
                  <a:pt x="120095" y="83163"/>
                </a:lnTo>
                <a:lnTo>
                  <a:pt x="120108" y="84184"/>
                </a:lnTo>
                <a:lnTo>
                  <a:pt x="120120" y="85212"/>
                </a:lnTo>
                <a:lnTo>
                  <a:pt x="120130" y="86245"/>
                </a:lnTo>
                <a:lnTo>
                  <a:pt x="120139" y="87285"/>
                </a:lnTo>
                <a:lnTo>
                  <a:pt x="120147" y="88332"/>
                </a:lnTo>
                <a:lnTo>
                  <a:pt x="120153" y="89384"/>
                </a:lnTo>
                <a:lnTo>
                  <a:pt x="120158" y="90443"/>
                </a:lnTo>
                <a:lnTo>
                  <a:pt x="120162" y="91508"/>
                </a:lnTo>
                <a:lnTo>
                  <a:pt x="120164" y="92579"/>
                </a:lnTo>
                <a:lnTo>
                  <a:pt x="120164" y="93656"/>
                </a:lnTo>
                <a:lnTo>
                  <a:pt x="120164" y="126970"/>
                </a:lnTo>
                <a:lnTo>
                  <a:pt x="120156" y="127724"/>
                </a:lnTo>
                <a:lnTo>
                  <a:pt x="120147" y="128457"/>
                </a:lnTo>
                <a:lnTo>
                  <a:pt x="120138" y="129169"/>
                </a:lnTo>
                <a:lnTo>
                  <a:pt x="120128" y="129861"/>
                </a:lnTo>
                <a:lnTo>
                  <a:pt x="120118" y="130531"/>
                </a:lnTo>
                <a:lnTo>
                  <a:pt x="120108" y="131181"/>
                </a:lnTo>
                <a:lnTo>
                  <a:pt x="120098" y="131809"/>
                </a:lnTo>
                <a:lnTo>
                  <a:pt x="120087" y="132417"/>
                </a:lnTo>
                <a:lnTo>
                  <a:pt x="120075" y="133003"/>
                </a:lnTo>
                <a:lnTo>
                  <a:pt x="120064" y="133569"/>
                </a:lnTo>
                <a:lnTo>
                  <a:pt x="120052" y="134113"/>
                </a:lnTo>
                <a:lnTo>
                  <a:pt x="120040" y="134637"/>
                </a:lnTo>
                <a:lnTo>
                  <a:pt x="120027" y="135140"/>
                </a:lnTo>
                <a:lnTo>
                  <a:pt x="120014" y="135622"/>
                </a:lnTo>
                <a:lnTo>
                  <a:pt x="120001" y="136083"/>
                </a:lnTo>
                <a:lnTo>
                  <a:pt x="119987" y="136523"/>
                </a:lnTo>
                <a:lnTo>
                  <a:pt x="119973" y="136942"/>
                </a:lnTo>
                <a:lnTo>
                  <a:pt x="119959" y="137340"/>
                </a:lnTo>
                <a:lnTo>
                  <a:pt x="119944" y="137717"/>
                </a:lnTo>
                <a:lnTo>
                  <a:pt x="119929" y="138073"/>
                </a:lnTo>
                <a:lnTo>
                  <a:pt x="119913" y="138408"/>
                </a:lnTo>
                <a:lnTo>
                  <a:pt x="119898" y="138722"/>
                </a:lnTo>
                <a:lnTo>
                  <a:pt x="119882" y="139015"/>
                </a:lnTo>
                <a:lnTo>
                  <a:pt x="119865" y="139288"/>
                </a:lnTo>
                <a:lnTo>
                  <a:pt x="119845" y="139545"/>
                </a:lnTo>
                <a:lnTo>
                  <a:pt x="119818" y="139794"/>
                </a:lnTo>
                <a:lnTo>
                  <a:pt x="119784" y="140035"/>
                </a:lnTo>
                <a:lnTo>
                  <a:pt x="119743" y="140267"/>
                </a:lnTo>
                <a:lnTo>
                  <a:pt x="119695" y="140491"/>
                </a:lnTo>
                <a:lnTo>
                  <a:pt x="119641" y="140706"/>
                </a:lnTo>
                <a:lnTo>
                  <a:pt x="119579" y="140912"/>
                </a:lnTo>
                <a:lnTo>
                  <a:pt x="119510" y="141111"/>
                </a:lnTo>
                <a:lnTo>
                  <a:pt x="119435" y="141300"/>
                </a:lnTo>
                <a:lnTo>
                  <a:pt x="119353" y="141482"/>
                </a:lnTo>
                <a:lnTo>
                  <a:pt x="119263" y="141654"/>
                </a:lnTo>
                <a:lnTo>
                  <a:pt x="119167" y="141819"/>
                </a:lnTo>
                <a:lnTo>
                  <a:pt x="119064" y="141974"/>
                </a:lnTo>
                <a:lnTo>
                  <a:pt x="118954" y="142122"/>
                </a:lnTo>
                <a:lnTo>
                  <a:pt x="118836" y="142260"/>
                </a:lnTo>
                <a:lnTo>
                  <a:pt x="118712" y="142391"/>
                </a:lnTo>
                <a:lnTo>
                  <a:pt x="118582" y="142512"/>
                </a:lnTo>
                <a:lnTo>
                  <a:pt x="118444" y="142626"/>
                </a:lnTo>
                <a:lnTo>
                  <a:pt x="118299" y="142731"/>
                </a:lnTo>
                <a:lnTo>
                  <a:pt x="118147" y="142827"/>
                </a:lnTo>
                <a:lnTo>
                  <a:pt x="117989" y="142915"/>
                </a:lnTo>
                <a:lnTo>
                  <a:pt x="117823" y="142994"/>
                </a:lnTo>
                <a:lnTo>
                  <a:pt x="117651" y="143065"/>
                </a:lnTo>
                <a:lnTo>
                  <a:pt x="117471" y="143128"/>
                </a:lnTo>
                <a:lnTo>
                  <a:pt x="105901" y="146519"/>
                </a:lnTo>
                <a:lnTo>
                  <a:pt x="106300" y="150608"/>
                </a:lnTo>
                <a:lnTo>
                  <a:pt x="107416" y="150584"/>
                </a:lnTo>
                <a:lnTo>
                  <a:pt x="108520" y="150560"/>
                </a:lnTo>
                <a:lnTo>
                  <a:pt x="109610" y="150538"/>
                </a:lnTo>
                <a:lnTo>
                  <a:pt x="110689" y="150517"/>
                </a:lnTo>
                <a:lnTo>
                  <a:pt x="111755" y="150496"/>
                </a:lnTo>
                <a:lnTo>
                  <a:pt x="112808" y="150477"/>
                </a:lnTo>
                <a:lnTo>
                  <a:pt x="113849" y="150459"/>
                </a:lnTo>
                <a:lnTo>
                  <a:pt x="114878" y="150442"/>
                </a:lnTo>
                <a:lnTo>
                  <a:pt x="115894" y="150426"/>
                </a:lnTo>
                <a:lnTo>
                  <a:pt x="116898" y="150411"/>
                </a:lnTo>
                <a:lnTo>
                  <a:pt x="117889" y="150397"/>
                </a:lnTo>
                <a:lnTo>
                  <a:pt x="118868" y="150384"/>
                </a:lnTo>
                <a:lnTo>
                  <a:pt x="119834" y="150372"/>
                </a:lnTo>
                <a:lnTo>
                  <a:pt x="120788" y="150361"/>
                </a:lnTo>
                <a:lnTo>
                  <a:pt x="121729" y="150351"/>
                </a:lnTo>
                <a:lnTo>
                  <a:pt x="122658" y="150342"/>
                </a:lnTo>
                <a:lnTo>
                  <a:pt x="123574" y="150334"/>
                </a:lnTo>
                <a:lnTo>
                  <a:pt x="124478" y="150328"/>
                </a:lnTo>
                <a:lnTo>
                  <a:pt x="125369" y="150322"/>
                </a:lnTo>
                <a:lnTo>
                  <a:pt x="126248" y="150317"/>
                </a:lnTo>
                <a:lnTo>
                  <a:pt x="127115" y="150314"/>
                </a:lnTo>
                <a:lnTo>
                  <a:pt x="127969" y="150311"/>
                </a:lnTo>
                <a:lnTo>
                  <a:pt x="128811" y="150309"/>
                </a:lnTo>
                <a:lnTo>
                  <a:pt x="129640" y="150309"/>
                </a:lnTo>
                <a:lnTo>
                  <a:pt x="130453" y="150309"/>
                </a:lnTo>
                <a:lnTo>
                  <a:pt x="131281" y="150311"/>
                </a:lnTo>
                <a:lnTo>
                  <a:pt x="132124" y="150314"/>
                </a:lnTo>
                <a:lnTo>
                  <a:pt x="132981" y="150317"/>
                </a:lnTo>
                <a:lnTo>
                  <a:pt x="133853" y="150322"/>
                </a:lnTo>
                <a:lnTo>
                  <a:pt x="134739" y="150328"/>
                </a:lnTo>
                <a:lnTo>
                  <a:pt x="135640" y="150334"/>
                </a:lnTo>
                <a:lnTo>
                  <a:pt x="136555" y="150342"/>
                </a:lnTo>
                <a:lnTo>
                  <a:pt x="137485" y="150351"/>
                </a:lnTo>
                <a:lnTo>
                  <a:pt x="138429" y="150361"/>
                </a:lnTo>
                <a:lnTo>
                  <a:pt x="139388" y="150372"/>
                </a:lnTo>
                <a:lnTo>
                  <a:pt x="140362" y="150384"/>
                </a:lnTo>
                <a:lnTo>
                  <a:pt x="141350" y="150397"/>
                </a:lnTo>
                <a:lnTo>
                  <a:pt x="142352" y="150411"/>
                </a:lnTo>
                <a:lnTo>
                  <a:pt x="143370" y="150426"/>
                </a:lnTo>
                <a:lnTo>
                  <a:pt x="144401" y="150442"/>
                </a:lnTo>
                <a:lnTo>
                  <a:pt x="145447" y="150459"/>
                </a:lnTo>
                <a:lnTo>
                  <a:pt x="146508" y="150477"/>
                </a:lnTo>
                <a:lnTo>
                  <a:pt x="147584" y="150496"/>
                </a:lnTo>
                <a:lnTo>
                  <a:pt x="148673" y="150517"/>
                </a:lnTo>
                <a:lnTo>
                  <a:pt x="149778" y="150538"/>
                </a:lnTo>
                <a:lnTo>
                  <a:pt x="150897" y="150560"/>
                </a:lnTo>
                <a:lnTo>
                  <a:pt x="152030" y="150584"/>
                </a:lnTo>
                <a:lnTo>
                  <a:pt x="153178" y="150608"/>
                </a:lnTo>
                <a:lnTo>
                  <a:pt x="152979" y="146519"/>
                </a:lnTo>
                <a:lnTo>
                  <a:pt x="141409" y="143128"/>
                </a:lnTo>
                <a:lnTo>
                  <a:pt x="141214" y="143066"/>
                </a:lnTo>
                <a:lnTo>
                  <a:pt x="141026" y="142997"/>
                </a:lnTo>
                <a:lnTo>
                  <a:pt x="140846" y="142920"/>
                </a:lnTo>
                <a:lnTo>
                  <a:pt x="140675" y="142837"/>
                </a:lnTo>
                <a:lnTo>
                  <a:pt x="140511" y="142746"/>
                </a:lnTo>
                <a:lnTo>
                  <a:pt x="140355" y="142648"/>
                </a:lnTo>
                <a:lnTo>
                  <a:pt x="140208" y="142542"/>
                </a:lnTo>
                <a:lnTo>
                  <a:pt x="140068" y="142429"/>
                </a:lnTo>
                <a:lnTo>
                  <a:pt x="139936" y="142309"/>
                </a:lnTo>
                <a:lnTo>
                  <a:pt x="139812" y="142182"/>
                </a:lnTo>
                <a:lnTo>
                  <a:pt x="139697" y="142048"/>
                </a:lnTo>
                <a:lnTo>
                  <a:pt x="139589" y="141906"/>
                </a:lnTo>
                <a:lnTo>
                  <a:pt x="139489" y="141757"/>
                </a:lnTo>
                <a:lnTo>
                  <a:pt x="139397" y="141600"/>
                </a:lnTo>
                <a:lnTo>
                  <a:pt x="139313" y="141437"/>
                </a:lnTo>
                <a:lnTo>
                  <a:pt x="139237" y="141266"/>
                </a:lnTo>
                <a:lnTo>
                  <a:pt x="139169" y="141088"/>
                </a:lnTo>
                <a:lnTo>
                  <a:pt x="139109" y="140902"/>
                </a:lnTo>
                <a:lnTo>
                  <a:pt x="139057" y="140709"/>
                </a:lnTo>
                <a:lnTo>
                  <a:pt x="139012" y="140509"/>
                </a:lnTo>
                <a:lnTo>
                  <a:pt x="138976" y="140302"/>
                </a:lnTo>
                <a:lnTo>
                  <a:pt x="138948" y="140088"/>
                </a:lnTo>
                <a:lnTo>
                  <a:pt x="138928" y="139866"/>
                </a:lnTo>
                <a:lnTo>
                  <a:pt x="138915" y="139637"/>
                </a:lnTo>
                <a:lnTo>
                  <a:pt x="138899" y="139242"/>
                </a:lnTo>
                <a:lnTo>
                  <a:pt x="138884" y="138821"/>
                </a:lnTo>
                <a:lnTo>
                  <a:pt x="138869" y="138374"/>
                </a:lnTo>
                <a:lnTo>
                  <a:pt x="138855" y="137902"/>
                </a:lnTo>
                <a:lnTo>
                  <a:pt x="138841" y="137405"/>
                </a:lnTo>
                <a:lnTo>
                  <a:pt x="138828" y="136881"/>
                </a:lnTo>
                <a:lnTo>
                  <a:pt x="138816" y="136332"/>
                </a:lnTo>
                <a:lnTo>
                  <a:pt x="138805" y="135758"/>
                </a:lnTo>
                <a:lnTo>
                  <a:pt x="138794" y="135158"/>
                </a:lnTo>
                <a:lnTo>
                  <a:pt x="138784" y="134532"/>
                </a:lnTo>
                <a:lnTo>
                  <a:pt x="138775" y="133880"/>
                </a:lnTo>
                <a:lnTo>
                  <a:pt x="138766" y="133203"/>
                </a:lnTo>
                <a:lnTo>
                  <a:pt x="138758" y="132501"/>
                </a:lnTo>
                <a:lnTo>
                  <a:pt x="138751" y="131772"/>
                </a:lnTo>
                <a:lnTo>
                  <a:pt x="138744" y="131018"/>
                </a:lnTo>
                <a:lnTo>
                  <a:pt x="138738" y="130239"/>
                </a:lnTo>
                <a:lnTo>
                  <a:pt x="138733" y="129434"/>
                </a:lnTo>
                <a:lnTo>
                  <a:pt x="138728" y="128603"/>
                </a:lnTo>
                <a:lnTo>
                  <a:pt x="138725" y="127746"/>
                </a:lnTo>
                <a:lnTo>
                  <a:pt x="138722" y="126864"/>
                </a:lnTo>
                <a:lnTo>
                  <a:pt x="138719" y="125957"/>
                </a:lnTo>
                <a:lnTo>
                  <a:pt x="138717" y="125023"/>
                </a:lnTo>
                <a:lnTo>
                  <a:pt x="138716" y="124064"/>
                </a:lnTo>
                <a:lnTo>
                  <a:pt x="138716" y="123080"/>
                </a:lnTo>
                <a:lnTo>
                  <a:pt x="138716" y="84779"/>
                </a:lnTo>
                <a:lnTo>
                  <a:pt x="138717" y="83495"/>
                </a:lnTo>
                <a:lnTo>
                  <a:pt x="138720" y="82219"/>
                </a:lnTo>
                <a:lnTo>
                  <a:pt x="138725" y="80952"/>
                </a:lnTo>
                <a:lnTo>
                  <a:pt x="138733" y="79693"/>
                </a:lnTo>
                <a:lnTo>
                  <a:pt x="138742" y="78442"/>
                </a:lnTo>
                <a:lnTo>
                  <a:pt x="138753" y="77199"/>
                </a:lnTo>
                <a:lnTo>
                  <a:pt x="138767" y="75965"/>
                </a:lnTo>
                <a:lnTo>
                  <a:pt x="138783" y="74739"/>
                </a:lnTo>
                <a:lnTo>
                  <a:pt x="138800" y="73521"/>
                </a:lnTo>
                <a:lnTo>
                  <a:pt x="138820" y="72312"/>
                </a:lnTo>
                <a:lnTo>
                  <a:pt x="138842" y="71111"/>
                </a:lnTo>
                <a:lnTo>
                  <a:pt x="138866" y="69918"/>
                </a:lnTo>
                <a:lnTo>
                  <a:pt x="138892" y="68734"/>
                </a:lnTo>
                <a:lnTo>
                  <a:pt x="138920" y="67558"/>
                </a:lnTo>
                <a:lnTo>
                  <a:pt x="138950" y="66390"/>
                </a:lnTo>
                <a:lnTo>
                  <a:pt x="138982" y="65230"/>
                </a:lnTo>
                <a:lnTo>
                  <a:pt x="139016" y="64079"/>
                </a:lnTo>
                <a:lnTo>
                  <a:pt x="139053" y="62936"/>
                </a:lnTo>
                <a:lnTo>
                  <a:pt x="139091" y="61802"/>
                </a:lnTo>
                <a:lnTo>
                  <a:pt x="139132" y="60675"/>
                </a:lnTo>
                <a:lnTo>
                  <a:pt x="139174" y="59558"/>
                </a:lnTo>
                <a:lnTo>
                  <a:pt x="139219" y="58448"/>
                </a:lnTo>
                <a:lnTo>
                  <a:pt x="139266" y="57347"/>
                </a:lnTo>
                <a:lnTo>
                  <a:pt x="139314" y="56254"/>
                </a:lnTo>
                <a:lnTo>
                  <a:pt x="138417" y="55555"/>
                </a:lnTo>
                <a:lnTo>
                  <a:pt x="137166" y="55870"/>
                </a:lnTo>
                <a:lnTo>
                  <a:pt x="135906" y="56183"/>
                </a:lnTo>
                <a:lnTo>
                  <a:pt x="134638" y="56494"/>
                </a:lnTo>
                <a:lnTo>
                  <a:pt x="133360" y="56802"/>
                </a:lnTo>
                <a:lnTo>
                  <a:pt x="132075" y="57109"/>
                </a:lnTo>
                <a:lnTo>
                  <a:pt x="130780" y="57413"/>
                </a:lnTo>
                <a:lnTo>
                  <a:pt x="129477" y="57715"/>
                </a:lnTo>
                <a:lnTo>
                  <a:pt x="128166" y="58016"/>
                </a:lnTo>
                <a:lnTo>
                  <a:pt x="126845" y="58314"/>
                </a:lnTo>
                <a:lnTo>
                  <a:pt x="125516" y="58610"/>
                </a:lnTo>
                <a:lnTo>
                  <a:pt x="124179" y="58904"/>
                </a:lnTo>
                <a:lnTo>
                  <a:pt x="122832" y="59196"/>
                </a:lnTo>
                <a:lnTo>
                  <a:pt x="121477" y="59486"/>
                </a:lnTo>
                <a:lnTo>
                  <a:pt x="120114" y="59774"/>
                </a:lnTo>
                <a:lnTo>
                  <a:pt x="118741" y="60059"/>
                </a:lnTo>
                <a:lnTo>
                  <a:pt x="117360" y="60343"/>
                </a:lnTo>
                <a:lnTo>
                  <a:pt x="115971" y="60625"/>
                </a:lnTo>
                <a:lnTo>
                  <a:pt x="114573" y="60904"/>
                </a:lnTo>
                <a:lnTo>
                  <a:pt x="113166" y="61181"/>
                </a:lnTo>
                <a:lnTo>
                  <a:pt x="111750" y="61457"/>
                </a:lnTo>
                <a:lnTo>
                  <a:pt x="110326" y="61730"/>
                </a:lnTo>
                <a:lnTo>
                  <a:pt x="108893" y="62001"/>
                </a:lnTo>
                <a:lnTo>
                  <a:pt x="107451" y="62270"/>
                </a:lnTo>
                <a:lnTo>
                  <a:pt x="106001" y="62537"/>
                </a:lnTo>
                <a:lnTo>
                  <a:pt x="106500" y="65928"/>
                </a:lnTo>
                <a:lnTo>
                  <a:pt x="119765" y="69519"/>
                </a:lnTo>
                <a:lnTo>
                  <a:pt x="119798" y="70453"/>
                </a:lnTo>
                <a:lnTo>
                  <a:pt x="119829" y="71393"/>
                </a:lnTo>
                <a:lnTo>
                  <a:pt x="119859" y="72340"/>
                </a:lnTo>
                <a:close/>
                <a:moveTo>
                  <a:pt x="182681" y="71409"/>
                </a:moveTo>
                <a:lnTo>
                  <a:pt x="182711" y="72363"/>
                </a:lnTo>
                <a:lnTo>
                  <a:pt x="182739" y="73323"/>
                </a:lnTo>
                <a:lnTo>
                  <a:pt x="182766" y="74289"/>
                </a:lnTo>
                <a:lnTo>
                  <a:pt x="182792" y="75260"/>
                </a:lnTo>
                <a:lnTo>
                  <a:pt x="182816" y="76238"/>
                </a:lnTo>
                <a:lnTo>
                  <a:pt x="182839" y="77221"/>
                </a:lnTo>
                <a:lnTo>
                  <a:pt x="182860" y="78211"/>
                </a:lnTo>
                <a:lnTo>
                  <a:pt x="182880" y="79206"/>
                </a:lnTo>
                <a:lnTo>
                  <a:pt x="182899" y="80207"/>
                </a:lnTo>
                <a:lnTo>
                  <a:pt x="182916" y="81214"/>
                </a:lnTo>
                <a:lnTo>
                  <a:pt x="182932" y="82227"/>
                </a:lnTo>
                <a:lnTo>
                  <a:pt x="182947" y="83245"/>
                </a:lnTo>
                <a:lnTo>
                  <a:pt x="182960" y="84270"/>
                </a:lnTo>
                <a:lnTo>
                  <a:pt x="182972" y="85300"/>
                </a:lnTo>
                <a:lnTo>
                  <a:pt x="182982" y="86337"/>
                </a:lnTo>
                <a:lnTo>
                  <a:pt x="182991" y="87379"/>
                </a:lnTo>
                <a:lnTo>
                  <a:pt x="182999" y="88427"/>
                </a:lnTo>
                <a:lnTo>
                  <a:pt x="183005" y="89481"/>
                </a:lnTo>
                <a:lnTo>
                  <a:pt x="183010" y="90541"/>
                </a:lnTo>
                <a:lnTo>
                  <a:pt x="183013" y="91607"/>
                </a:lnTo>
                <a:lnTo>
                  <a:pt x="183015" y="92678"/>
                </a:lnTo>
                <a:lnTo>
                  <a:pt x="183016" y="93756"/>
                </a:lnTo>
                <a:lnTo>
                  <a:pt x="183016" y="127768"/>
                </a:lnTo>
                <a:lnTo>
                  <a:pt x="183016" y="128259"/>
                </a:lnTo>
                <a:lnTo>
                  <a:pt x="183015" y="128752"/>
                </a:lnTo>
                <a:lnTo>
                  <a:pt x="183015" y="129247"/>
                </a:lnTo>
                <a:lnTo>
                  <a:pt x="183013" y="129743"/>
                </a:lnTo>
                <a:lnTo>
                  <a:pt x="183012" y="130241"/>
                </a:lnTo>
                <a:lnTo>
                  <a:pt x="183010" y="130741"/>
                </a:lnTo>
                <a:lnTo>
                  <a:pt x="183008" y="131243"/>
                </a:lnTo>
                <a:lnTo>
                  <a:pt x="183005" y="131746"/>
                </a:lnTo>
                <a:lnTo>
                  <a:pt x="183002" y="132251"/>
                </a:lnTo>
                <a:lnTo>
                  <a:pt x="182999" y="132758"/>
                </a:lnTo>
                <a:lnTo>
                  <a:pt x="182995" y="133267"/>
                </a:lnTo>
                <a:lnTo>
                  <a:pt x="182991" y="133777"/>
                </a:lnTo>
                <a:lnTo>
                  <a:pt x="182987" y="134289"/>
                </a:lnTo>
                <a:lnTo>
                  <a:pt x="182982" y="134803"/>
                </a:lnTo>
                <a:lnTo>
                  <a:pt x="182977" y="135318"/>
                </a:lnTo>
                <a:lnTo>
                  <a:pt x="182972" y="135835"/>
                </a:lnTo>
                <a:lnTo>
                  <a:pt x="182966" y="136354"/>
                </a:lnTo>
                <a:lnTo>
                  <a:pt x="182960" y="136875"/>
                </a:lnTo>
                <a:lnTo>
                  <a:pt x="182954" y="137398"/>
                </a:lnTo>
                <a:lnTo>
                  <a:pt x="182947" y="137922"/>
                </a:lnTo>
                <a:lnTo>
                  <a:pt x="182940" y="138448"/>
                </a:lnTo>
                <a:lnTo>
                  <a:pt x="182932" y="138975"/>
                </a:lnTo>
                <a:lnTo>
                  <a:pt x="182925" y="139505"/>
                </a:lnTo>
                <a:lnTo>
                  <a:pt x="182916" y="140036"/>
                </a:lnTo>
                <a:lnTo>
                  <a:pt x="182896" y="140224"/>
                </a:lnTo>
                <a:lnTo>
                  <a:pt x="182870" y="140408"/>
                </a:lnTo>
                <a:lnTo>
                  <a:pt x="182837" y="140586"/>
                </a:lnTo>
                <a:lnTo>
                  <a:pt x="182797" y="140759"/>
                </a:lnTo>
                <a:lnTo>
                  <a:pt x="182751" y="140927"/>
                </a:lnTo>
                <a:lnTo>
                  <a:pt x="182698" y="141089"/>
                </a:lnTo>
                <a:lnTo>
                  <a:pt x="182639" y="141247"/>
                </a:lnTo>
                <a:lnTo>
                  <a:pt x="182573" y="141399"/>
                </a:lnTo>
                <a:lnTo>
                  <a:pt x="182500" y="141546"/>
                </a:lnTo>
                <a:lnTo>
                  <a:pt x="182421" y="141688"/>
                </a:lnTo>
                <a:lnTo>
                  <a:pt x="182335" y="141824"/>
                </a:lnTo>
                <a:lnTo>
                  <a:pt x="182243" y="141956"/>
                </a:lnTo>
                <a:lnTo>
                  <a:pt x="182144" y="142082"/>
                </a:lnTo>
                <a:lnTo>
                  <a:pt x="182039" y="142203"/>
                </a:lnTo>
                <a:lnTo>
                  <a:pt x="181927" y="142319"/>
                </a:lnTo>
                <a:lnTo>
                  <a:pt x="181808" y="142429"/>
                </a:lnTo>
                <a:lnTo>
                  <a:pt x="181683" y="142535"/>
                </a:lnTo>
                <a:lnTo>
                  <a:pt x="181551" y="142635"/>
                </a:lnTo>
                <a:lnTo>
                  <a:pt x="181413" y="142730"/>
                </a:lnTo>
                <a:lnTo>
                  <a:pt x="181268" y="142820"/>
                </a:lnTo>
                <a:lnTo>
                  <a:pt x="181116" y="142905"/>
                </a:lnTo>
                <a:lnTo>
                  <a:pt x="180958" y="142984"/>
                </a:lnTo>
                <a:lnTo>
                  <a:pt x="180794" y="143059"/>
                </a:lnTo>
                <a:lnTo>
                  <a:pt x="180622" y="143128"/>
                </a:lnTo>
                <a:lnTo>
                  <a:pt x="168853" y="146519"/>
                </a:lnTo>
                <a:lnTo>
                  <a:pt x="169252" y="150608"/>
                </a:lnTo>
                <a:lnTo>
                  <a:pt x="170352" y="150584"/>
                </a:lnTo>
                <a:lnTo>
                  <a:pt x="171440" y="150560"/>
                </a:lnTo>
                <a:lnTo>
                  <a:pt x="172517" y="150538"/>
                </a:lnTo>
                <a:lnTo>
                  <a:pt x="173582" y="150517"/>
                </a:lnTo>
                <a:lnTo>
                  <a:pt x="174636" y="150496"/>
                </a:lnTo>
                <a:lnTo>
                  <a:pt x="175679" y="150477"/>
                </a:lnTo>
                <a:lnTo>
                  <a:pt x="176710" y="150459"/>
                </a:lnTo>
                <a:lnTo>
                  <a:pt x="177730" y="150442"/>
                </a:lnTo>
                <a:lnTo>
                  <a:pt x="178738" y="150426"/>
                </a:lnTo>
                <a:lnTo>
                  <a:pt x="179735" y="150411"/>
                </a:lnTo>
                <a:lnTo>
                  <a:pt x="180721" y="150397"/>
                </a:lnTo>
                <a:lnTo>
                  <a:pt x="181695" y="150384"/>
                </a:lnTo>
                <a:lnTo>
                  <a:pt x="182657" y="150372"/>
                </a:lnTo>
                <a:lnTo>
                  <a:pt x="183608" y="150361"/>
                </a:lnTo>
                <a:lnTo>
                  <a:pt x="184548" y="150351"/>
                </a:lnTo>
                <a:lnTo>
                  <a:pt x="185476" y="150342"/>
                </a:lnTo>
                <a:lnTo>
                  <a:pt x="186393" y="150334"/>
                </a:lnTo>
                <a:lnTo>
                  <a:pt x="187299" y="150328"/>
                </a:lnTo>
                <a:lnTo>
                  <a:pt x="188193" y="150322"/>
                </a:lnTo>
                <a:lnTo>
                  <a:pt x="189075" y="150317"/>
                </a:lnTo>
                <a:lnTo>
                  <a:pt x="189947" y="150314"/>
                </a:lnTo>
                <a:lnTo>
                  <a:pt x="190806" y="150311"/>
                </a:lnTo>
                <a:lnTo>
                  <a:pt x="191655" y="150309"/>
                </a:lnTo>
                <a:lnTo>
                  <a:pt x="192491" y="150309"/>
                </a:lnTo>
                <a:lnTo>
                  <a:pt x="193303" y="150309"/>
                </a:lnTo>
                <a:lnTo>
                  <a:pt x="194123" y="150311"/>
                </a:lnTo>
                <a:lnTo>
                  <a:pt x="194954" y="150314"/>
                </a:lnTo>
                <a:lnTo>
                  <a:pt x="195794" y="150317"/>
                </a:lnTo>
                <a:lnTo>
                  <a:pt x="196644" y="150322"/>
                </a:lnTo>
                <a:lnTo>
                  <a:pt x="197503" y="150328"/>
                </a:lnTo>
                <a:lnTo>
                  <a:pt x="198373" y="150334"/>
                </a:lnTo>
                <a:lnTo>
                  <a:pt x="199252" y="150342"/>
                </a:lnTo>
                <a:lnTo>
                  <a:pt x="200140" y="150351"/>
                </a:lnTo>
                <a:lnTo>
                  <a:pt x="201039" y="150361"/>
                </a:lnTo>
                <a:lnTo>
                  <a:pt x="201947" y="150372"/>
                </a:lnTo>
                <a:lnTo>
                  <a:pt x="202864" y="150384"/>
                </a:lnTo>
                <a:lnTo>
                  <a:pt x="203792" y="150397"/>
                </a:lnTo>
                <a:lnTo>
                  <a:pt x="204729" y="150411"/>
                </a:lnTo>
                <a:lnTo>
                  <a:pt x="205676" y="150426"/>
                </a:lnTo>
                <a:lnTo>
                  <a:pt x="206632" y="150442"/>
                </a:lnTo>
                <a:lnTo>
                  <a:pt x="207599" y="150459"/>
                </a:lnTo>
                <a:lnTo>
                  <a:pt x="208575" y="150477"/>
                </a:lnTo>
                <a:lnTo>
                  <a:pt x="209560" y="150496"/>
                </a:lnTo>
                <a:lnTo>
                  <a:pt x="210556" y="150517"/>
                </a:lnTo>
                <a:lnTo>
                  <a:pt x="211561" y="150538"/>
                </a:lnTo>
                <a:lnTo>
                  <a:pt x="212575" y="150560"/>
                </a:lnTo>
                <a:lnTo>
                  <a:pt x="213600" y="150584"/>
                </a:lnTo>
                <a:lnTo>
                  <a:pt x="214634" y="150608"/>
                </a:lnTo>
                <a:lnTo>
                  <a:pt x="214434" y="146519"/>
                </a:lnTo>
                <a:lnTo>
                  <a:pt x="204061" y="143427"/>
                </a:lnTo>
                <a:lnTo>
                  <a:pt x="203874" y="143365"/>
                </a:lnTo>
                <a:lnTo>
                  <a:pt x="203695" y="143297"/>
                </a:lnTo>
                <a:lnTo>
                  <a:pt x="203524" y="143221"/>
                </a:lnTo>
                <a:lnTo>
                  <a:pt x="203360" y="143139"/>
                </a:lnTo>
                <a:lnTo>
                  <a:pt x="203205" y="143049"/>
                </a:lnTo>
                <a:lnTo>
                  <a:pt x="203058" y="142953"/>
                </a:lnTo>
                <a:lnTo>
                  <a:pt x="202918" y="142850"/>
                </a:lnTo>
                <a:lnTo>
                  <a:pt x="202787" y="142740"/>
                </a:lnTo>
                <a:lnTo>
                  <a:pt x="202663" y="142623"/>
                </a:lnTo>
                <a:lnTo>
                  <a:pt x="202548" y="142499"/>
                </a:lnTo>
                <a:lnTo>
                  <a:pt x="202440" y="142368"/>
                </a:lnTo>
                <a:lnTo>
                  <a:pt x="202341" y="142230"/>
                </a:lnTo>
                <a:lnTo>
                  <a:pt x="202249" y="142085"/>
                </a:lnTo>
                <a:lnTo>
                  <a:pt x="202166" y="141933"/>
                </a:lnTo>
                <a:lnTo>
                  <a:pt x="202090" y="141775"/>
                </a:lnTo>
                <a:lnTo>
                  <a:pt x="202022" y="141609"/>
                </a:lnTo>
                <a:lnTo>
                  <a:pt x="201962" y="141437"/>
                </a:lnTo>
                <a:lnTo>
                  <a:pt x="201911" y="141257"/>
                </a:lnTo>
                <a:lnTo>
                  <a:pt x="201867" y="141071"/>
                </a:lnTo>
                <a:lnTo>
                  <a:pt x="201831" y="140878"/>
                </a:lnTo>
                <a:lnTo>
                  <a:pt x="201803" y="140678"/>
                </a:lnTo>
                <a:lnTo>
                  <a:pt x="201783" y="140471"/>
                </a:lnTo>
                <a:lnTo>
                  <a:pt x="201771" y="140257"/>
                </a:lnTo>
                <a:lnTo>
                  <a:pt x="201767" y="140036"/>
                </a:lnTo>
                <a:lnTo>
                  <a:pt x="201751" y="139176"/>
                </a:lnTo>
                <a:lnTo>
                  <a:pt x="201735" y="138308"/>
                </a:lnTo>
                <a:lnTo>
                  <a:pt x="201721" y="137431"/>
                </a:lnTo>
                <a:lnTo>
                  <a:pt x="201706" y="136548"/>
                </a:lnTo>
                <a:lnTo>
                  <a:pt x="201693" y="135656"/>
                </a:lnTo>
                <a:lnTo>
                  <a:pt x="201680" y="134756"/>
                </a:lnTo>
                <a:lnTo>
                  <a:pt x="201668" y="133848"/>
                </a:lnTo>
                <a:lnTo>
                  <a:pt x="201657" y="132932"/>
                </a:lnTo>
                <a:lnTo>
                  <a:pt x="201646" y="132008"/>
                </a:lnTo>
                <a:lnTo>
                  <a:pt x="201636" y="131076"/>
                </a:lnTo>
                <a:lnTo>
                  <a:pt x="201626" y="130137"/>
                </a:lnTo>
                <a:lnTo>
                  <a:pt x="201618" y="129189"/>
                </a:lnTo>
                <a:lnTo>
                  <a:pt x="201610" y="128233"/>
                </a:lnTo>
                <a:lnTo>
                  <a:pt x="201602" y="127270"/>
                </a:lnTo>
                <a:lnTo>
                  <a:pt x="201596" y="126298"/>
                </a:lnTo>
                <a:lnTo>
                  <a:pt x="201590" y="125318"/>
                </a:lnTo>
                <a:lnTo>
                  <a:pt x="201585" y="124331"/>
                </a:lnTo>
                <a:lnTo>
                  <a:pt x="201580" y="123335"/>
                </a:lnTo>
                <a:lnTo>
                  <a:pt x="201577" y="122332"/>
                </a:lnTo>
                <a:lnTo>
                  <a:pt x="201573" y="121320"/>
                </a:lnTo>
                <a:lnTo>
                  <a:pt x="201571" y="120301"/>
                </a:lnTo>
                <a:lnTo>
                  <a:pt x="201569" y="119274"/>
                </a:lnTo>
                <a:lnTo>
                  <a:pt x="201568" y="118238"/>
                </a:lnTo>
                <a:lnTo>
                  <a:pt x="201568" y="117195"/>
                </a:lnTo>
                <a:lnTo>
                  <a:pt x="201568" y="73608"/>
                </a:lnTo>
                <a:lnTo>
                  <a:pt x="202456" y="73136"/>
                </a:lnTo>
                <a:lnTo>
                  <a:pt x="203343" y="72685"/>
                </a:lnTo>
                <a:lnTo>
                  <a:pt x="204228" y="72253"/>
                </a:lnTo>
                <a:lnTo>
                  <a:pt x="205111" y="71841"/>
                </a:lnTo>
                <a:lnTo>
                  <a:pt x="205993" y="71449"/>
                </a:lnTo>
                <a:lnTo>
                  <a:pt x="206873" y="71078"/>
                </a:lnTo>
                <a:lnTo>
                  <a:pt x="207751" y="70726"/>
                </a:lnTo>
                <a:lnTo>
                  <a:pt x="208627" y="70395"/>
                </a:lnTo>
                <a:lnTo>
                  <a:pt x="209502" y="70083"/>
                </a:lnTo>
                <a:lnTo>
                  <a:pt x="210375" y="69792"/>
                </a:lnTo>
                <a:lnTo>
                  <a:pt x="211246" y="69521"/>
                </a:lnTo>
                <a:lnTo>
                  <a:pt x="212115" y="69270"/>
                </a:lnTo>
                <a:lnTo>
                  <a:pt x="212983" y="69039"/>
                </a:lnTo>
                <a:lnTo>
                  <a:pt x="213849" y="68828"/>
                </a:lnTo>
                <a:lnTo>
                  <a:pt x="214713" y="68637"/>
                </a:lnTo>
                <a:lnTo>
                  <a:pt x="215576" y="68466"/>
                </a:lnTo>
                <a:lnTo>
                  <a:pt x="216437" y="68316"/>
                </a:lnTo>
                <a:lnTo>
                  <a:pt x="217296" y="68185"/>
                </a:lnTo>
                <a:lnTo>
                  <a:pt x="218153" y="68075"/>
                </a:lnTo>
                <a:lnTo>
                  <a:pt x="219009" y="67984"/>
                </a:lnTo>
                <a:lnTo>
                  <a:pt x="219862" y="67914"/>
                </a:lnTo>
                <a:lnTo>
                  <a:pt x="220715" y="67864"/>
                </a:lnTo>
                <a:lnTo>
                  <a:pt x="221565" y="67834"/>
                </a:lnTo>
                <a:lnTo>
                  <a:pt x="222414" y="67824"/>
                </a:lnTo>
                <a:lnTo>
                  <a:pt x="223352" y="67841"/>
                </a:lnTo>
                <a:lnTo>
                  <a:pt x="224271" y="67875"/>
                </a:lnTo>
                <a:lnTo>
                  <a:pt x="225171" y="67928"/>
                </a:lnTo>
                <a:lnTo>
                  <a:pt x="226051" y="67998"/>
                </a:lnTo>
                <a:lnTo>
                  <a:pt x="226913" y="68086"/>
                </a:lnTo>
                <a:lnTo>
                  <a:pt x="227756" y="68191"/>
                </a:lnTo>
                <a:lnTo>
                  <a:pt x="228580" y="68314"/>
                </a:lnTo>
                <a:lnTo>
                  <a:pt x="229384" y="68455"/>
                </a:lnTo>
                <a:lnTo>
                  <a:pt x="230170" y="68614"/>
                </a:lnTo>
                <a:lnTo>
                  <a:pt x="230937" y="68790"/>
                </a:lnTo>
                <a:lnTo>
                  <a:pt x="231684" y="68984"/>
                </a:lnTo>
                <a:lnTo>
                  <a:pt x="232413" y="69195"/>
                </a:lnTo>
                <a:lnTo>
                  <a:pt x="233122" y="69424"/>
                </a:lnTo>
                <a:lnTo>
                  <a:pt x="233812" y="69671"/>
                </a:lnTo>
                <a:lnTo>
                  <a:pt x="234484" y="69935"/>
                </a:lnTo>
                <a:lnTo>
                  <a:pt x="235136" y="70217"/>
                </a:lnTo>
                <a:lnTo>
                  <a:pt x="235769" y="70517"/>
                </a:lnTo>
                <a:lnTo>
                  <a:pt x="236384" y="70834"/>
                </a:lnTo>
                <a:lnTo>
                  <a:pt x="236979" y="71170"/>
                </a:lnTo>
                <a:lnTo>
                  <a:pt x="237555" y="71522"/>
                </a:lnTo>
                <a:lnTo>
                  <a:pt x="238112" y="71893"/>
                </a:lnTo>
                <a:lnTo>
                  <a:pt x="238650" y="72281"/>
                </a:lnTo>
                <a:lnTo>
                  <a:pt x="239169" y="72686"/>
                </a:lnTo>
                <a:lnTo>
                  <a:pt x="239669" y="73110"/>
                </a:lnTo>
                <a:lnTo>
                  <a:pt x="240141" y="73571"/>
                </a:lnTo>
                <a:lnTo>
                  <a:pt x="240593" y="74055"/>
                </a:lnTo>
                <a:lnTo>
                  <a:pt x="241026" y="74564"/>
                </a:lnTo>
                <a:lnTo>
                  <a:pt x="241439" y="75096"/>
                </a:lnTo>
                <a:lnTo>
                  <a:pt x="241832" y="75653"/>
                </a:lnTo>
                <a:lnTo>
                  <a:pt x="242206" y="76233"/>
                </a:lnTo>
                <a:lnTo>
                  <a:pt x="242560" y="76837"/>
                </a:lnTo>
                <a:lnTo>
                  <a:pt x="242894" y="77465"/>
                </a:lnTo>
                <a:lnTo>
                  <a:pt x="243208" y="78117"/>
                </a:lnTo>
                <a:lnTo>
                  <a:pt x="243503" y="78793"/>
                </a:lnTo>
                <a:lnTo>
                  <a:pt x="243777" y="79493"/>
                </a:lnTo>
                <a:lnTo>
                  <a:pt x="244032" y="80216"/>
                </a:lnTo>
                <a:lnTo>
                  <a:pt x="244268" y="80964"/>
                </a:lnTo>
                <a:lnTo>
                  <a:pt x="244483" y="81735"/>
                </a:lnTo>
                <a:lnTo>
                  <a:pt x="244679" y="82531"/>
                </a:lnTo>
                <a:lnTo>
                  <a:pt x="244855" y="83350"/>
                </a:lnTo>
                <a:lnTo>
                  <a:pt x="245012" y="84193"/>
                </a:lnTo>
                <a:lnTo>
                  <a:pt x="245148" y="85060"/>
                </a:lnTo>
                <a:lnTo>
                  <a:pt x="245265" y="85951"/>
                </a:lnTo>
                <a:lnTo>
                  <a:pt x="245362" y="86866"/>
                </a:lnTo>
                <a:lnTo>
                  <a:pt x="245440" y="87804"/>
                </a:lnTo>
                <a:lnTo>
                  <a:pt x="245497" y="88767"/>
                </a:lnTo>
                <a:lnTo>
                  <a:pt x="245535" y="89753"/>
                </a:lnTo>
                <a:lnTo>
                  <a:pt x="245553" y="90764"/>
                </a:lnTo>
                <a:lnTo>
                  <a:pt x="245553" y="134251"/>
                </a:lnTo>
                <a:lnTo>
                  <a:pt x="245553" y="134660"/>
                </a:lnTo>
                <a:lnTo>
                  <a:pt x="245553" y="135056"/>
                </a:lnTo>
                <a:lnTo>
                  <a:pt x="245552" y="135440"/>
                </a:lnTo>
                <a:lnTo>
                  <a:pt x="245551" y="135811"/>
                </a:lnTo>
                <a:lnTo>
                  <a:pt x="245549" y="136168"/>
                </a:lnTo>
                <a:lnTo>
                  <a:pt x="245547" y="136514"/>
                </a:lnTo>
                <a:lnTo>
                  <a:pt x="245545" y="136846"/>
                </a:lnTo>
                <a:lnTo>
                  <a:pt x="245542" y="137165"/>
                </a:lnTo>
                <a:lnTo>
                  <a:pt x="245539" y="137472"/>
                </a:lnTo>
                <a:lnTo>
                  <a:pt x="245536" y="137766"/>
                </a:lnTo>
                <a:lnTo>
                  <a:pt x="245532" y="138047"/>
                </a:lnTo>
                <a:lnTo>
                  <a:pt x="245528" y="138315"/>
                </a:lnTo>
                <a:lnTo>
                  <a:pt x="245524" y="138571"/>
                </a:lnTo>
                <a:lnTo>
                  <a:pt x="245519" y="138813"/>
                </a:lnTo>
                <a:lnTo>
                  <a:pt x="245514" y="139043"/>
                </a:lnTo>
                <a:lnTo>
                  <a:pt x="245509" y="139260"/>
                </a:lnTo>
                <a:lnTo>
                  <a:pt x="245503" y="139464"/>
                </a:lnTo>
                <a:lnTo>
                  <a:pt x="245497" y="139655"/>
                </a:lnTo>
                <a:lnTo>
                  <a:pt x="245491" y="139834"/>
                </a:lnTo>
                <a:lnTo>
                  <a:pt x="245484" y="140000"/>
                </a:lnTo>
                <a:lnTo>
                  <a:pt x="245477" y="140153"/>
                </a:lnTo>
                <a:lnTo>
                  <a:pt x="245470" y="140293"/>
                </a:lnTo>
                <a:lnTo>
                  <a:pt x="245462" y="140420"/>
                </a:lnTo>
                <a:lnTo>
                  <a:pt x="245454" y="140534"/>
                </a:lnTo>
                <a:lnTo>
                  <a:pt x="245425" y="140731"/>
                </a:lnTo>
                <a:lnTo>
                  <a:pt x="245391" y="140922"/>
                </a:lnTo>
                <a:lnTo>
                  <a:pt x="245349" y="141106"/>
                </a:lnTo>
                <a:lnTo>
                  <a:pt x="245301" y="141285"/>
                </a:lnTo>
                <a:lnTo>
                  <a:pt x="245247" y="141458"/>
                </a:lnTo>
                <a:lnTo>
                  <a:pt x="245186" y="141625"/>
                </a:lnTo>
                <a:lnTo>
                  <a:pt x="245118" y="141786"/>
                </a:lnTo>
                <a:lnTo>
                  <a:pt x="245044" y="141942"/>
                </a:lnTo>
                <a:lnTo>
                  <a:pt x="244963" y="142091"/>
                </a:lnTo>
                <a:lnTo>
                  <a:pt x="244875" y="142235"/>
                </a:lnTo>
                <a:lnTo>
                  <a:pt x="244781" y="142372"/>
                </a:lnTo>
                <a:lnTo>
                  <a:pt x="244681" y="142504"/>
                </a:lnTo>
                <a:lnTo>
                  <a:pt x="244574" y="142630"/>
                </a:lnTo>
                <a:lnTo>
                  <a:pt x="244460" y="142750"/>
                </a:lnTo>
                <a:lnTo>
                  <a:pt x="244339" y="142864"/>
                </a:lnTo>
                <a:lnTo>
                  <a:pt x="244212" y="142972"/>
                </a:lnTo>
                <a:lnTo>
                  <a:pt x="244079" y="143075"/>
                </a:lnTo>
                <a:lnTo>
                  <a:pt x="243939" y="143171"/>
                </a:lnTo>
                <a:lnTo>
                  <a:pt x="243792" y="143262"/>
                </a:lnTo>
                <a:lnTo>
                  <a:pt x="243639" y="143346"/>
                </a:lnTo>
                <a:lnTo>
                  <a:pt x="243479" y="143425"/>
                </a:lnTo>
                <a:lnTo>
                  <a:pt x="243313" y="143498"/>
                </a:lnTo>
                <a:lnTo>
                  <a:pt x="243140" y="143565"/>
                </a:lnTo>
                <a:lnTo>
                  <a:pt x="242960" y="143626"/>
                </a:lnTo>
                <a:lnTo>
                  <a:pt x="232986" y="146519"/>
                </a:lnTo>
                <a:lnTo>
                  <a:pt x="233385" y="150608"/>
                </a:lnTo>
                <a:lnTo>
                  <a:pt x="234379" y="150584"/>
                </a:lnTo>
                <a:lnTo>
                  <a:pt x="235365" y="150560"/>
                </a:lnTo>
                <a:lnTo>
                  <a:pt x="236345" y="150538"/>
                </a:lnTo>
                <a:lnTo>
                  <a:pt x="237317" y="150517"/>
                </a:lnTo>
                <a:lnTo>
                  <a:pt x="238281" y="150496"/>
                </a:lnTo>
                <a:lnTo>
                  <a:pt x="239239" y="150477"/>
                </a:lnTo>
                <a:lnTo>
                  <a:pt x="240189" y="150459"/>
                </a:lnTo>
                <a:lnTo>
                  <a:pt x="241132" y="150442"/>
                </a:lnTo>
                <a:lnTo>
                  <a:pt x="242067" y="150426"/>
                </a:lnTo>
                <a:lnTo>
                  <a:pt x="242995" y="150411"/>
                </a:lnTo>
                <a:lnTo>
                  <a:pt x="243917" y="150397"/>
                </a:lnTo>
                <a:lnTo>
                  <a:pt x="244830" y="150384"/>
                </a:lnTo>
                <a:lnTo>
                  <a:pt x="245737" y="150372"/>
                </a:lnTo>
                <a:lnTo>
                  <a:pt x="246636" y="150361"/>
                </a:lnTo>
                <a:lnTo>
                  <a:pt x="247528" y="150351"/>
                </a:lnTo>
                <a:lnTo>
                  <a:pt x="248413" y="150342"/>
                </a:lnTo>
                <a:lnTo>
                  <a:pt x="249290" y="150334"/>
                </a:lnTo>
                <a:lnTo>
                  <a:pt x="250160" y="150328"/>
                </a:lnTo>
                <a:lnTo>
                  <a:pt x="251023" y="150322"/>
                </a:lnTo>
                <a:lnTo>
                  <a:pt x="251879" y="150317"/>
                </a:lnTo>
                <a:lnTo>
                  <a:pt x="252727" y="150314"/>
                </a:lnTo>
                <a:lnTo>
                  <a:pt x="253568" y="150311"/>
                </a:lnTo>
                <a:lnTo>
                  <a:pt x="254402" y="150309"/>
                </a:lnTo>
                <a:lnTo>
                  <a:pt x="255228" y="150309"/>
                </a:lnTo>
                <a:lnTo>
                  <a:pt x="256041" y="150309"/>
                </a:lnTo>
                <a:lnTo>
                  <a:pt x="256866" y="150311"/>
                </a:lnTo>
                <a:lnTo>
                  <a:pt x="257703" y="150314"/>
                </a:lnTo>
                <a:lnTo>
                  <a:pt x="258553" y="150317"/>
                </a:lnTo>
                <a:lnTo>
                  <a:pt x="259415" y="150322"/>
                </a:lnTo>
                <a:lnTo>
                  <a:pt x="260290" y="150328"/>
                </a:lnTo>
                <a:lnTo>
                  <a:pt x="261177" y="150334"/>
                </a:lnTo>
                <a:lnTo>
                  <a:pt x="262077" y="150342"/>
                </a:lnTo>
                <a:lnTo>
                  <a:pt x="262989" y="150351"/>
                </a:lnTo>
                <a:lnTo>
                  <a:pt x="263914" y="150361"/>
                </a:lnTo>
                <a:lnTo>
                  <a:pt x="264851" y="150372"/>
                </a:lnTo>
                <a:lnTo>
                  <a:pt x="265801" y="150384"/>
                </a:lnTo>
                <a:lnTo>
                  <a:pt x="266763" y="150397"/>
                </a:lnTo>
                <a:lnTo>
                  <a:pt x="267737" y="150411"/>
                </a:lnTo>
                <a:lnTo>
                  <a:pt x="268724" y="150426"/>
                </a:lnTo>
                <a:lnTo>
                  <a:pt x="269724" y="150442"/>
                </a:lnTo>
                <a:lnTo>
                  <a:pt x="270736" y="150459"/>
                </a:lnTo>
                <a:lnTo>
                  <a:pt x="271760" y="150477"/>
                </a:lnTo>
                <a:lnTo>
                  <a:pt x="272797" y="150496"/>
                </a:lnTo>
                <a:lnTo>
                  <a:pt x="273846" y="150517"/>
                </a:lnTo>
                <a:lnTo>
                  <a:pt x="274908" y="150538"/>
                </a:lnTo>
                <a:lnTo>
                  <a:pt x="275983" y="150560"/>
                </a:lnTo>
                <a:lnTo>
                  <a:pt x="277069" y="150584"/>
                </a:lnTo>
                <a:lnTo>
                  <a:pt x="278169" y="150608"/>
                </a:lnTo>
                <a:lnTo>
                  <a:pt x="277969" y="146519"/>
                </a:lnTo>
                <a:lnTo>
                  <a:pt x="266898" y="143128"/>
                </a:lnTo>
                <a:lnTo>
                  <a:pt x="266686" y="143066"/>
                </a:lnTo>
                <a:lnTo>
                  <a:pt x="266484" y="142997"/>
                </a:lnTo>
                <a:lnTo>
                  <a:pt x="266290" y="142920"/>
                </a:lnTo>
                <a:lnTo>
                  <a:pt x="266106" y="142837"/>
                </a:lnTo>
                <a:lnTo>
                  <a:pt x="265930" y="142746"/>
                </a:lnTo>
                <a:lnTo>
                  <a:pt x="265763" y="142648"/>
                </a:lnTo>
                <a:lnTo>
                  <a:pt x="265606" y="142542"/>
                </a:lnTo>
                <a:lnTo>
                  <a:pt x="265457" y="142429"/>
                </a:lnTo>
                <a:lnTo>
                  <a:pt x="265318" y="142309"/>
                </a:lnTo>
                <a:lnTo>
                  <a:pt x="265187" y="142182"/>
                </a:lnTo>
                <a:lnTo>
                  <a:pt x="265066" y="142048"/>
                </a:lnTo>
                <a:lnTo>
                  <a:pt x="264953" y="141906"/>
                </a:lnTo>
                <a:lnTo>
                  <a:pt x="264849" y="141757"/>
                </a:lnTo>
                <a:lnTo>
                  <a:pt x="264755" y="141600"/>
                </a:lnTo>
                <a:lnTo>
                  <a:pt x="264669" y="141437"/>
                </a:lnTo>
                <a:lnTo>
                  <a:pt x="264593" y="141266"/>
                </a:lnTo>
                <a:lnTo>
                  <a:pt x="264525" y="141088"/>
                </a:lnTo>
                <a:lnTo>
                  <a:pt x="264467" y="140902"/>
                </a:lnTo>
                <a:lnTo>
                  <a:pt x="264417" y="140709"/>
                </a:lnTo>
                <a:lnTo>
                  <a:pt x="264377" y="140509"/>
                </a:lnTo>
                <a:lnTo>
                  <a:pt x="264345" y="140302"/>
                </a:lnTo>
                <a:lnTo>
                  <a:pt x="264323" y="140088"/>
                </a:lnTo>
                <a:lnTo>
                  <a:pt x="264309" y="139866"/>
                </a:lnTo>
                <a:lnTo>
                  <a:pt x="264305" y="139637"/>
                </a:lnTo>
                <a:lnTo>
                  <a:pt x="264288" y="139127"/>
                </a:lnTo>
                <a:lnTo>
                  <a:pt x="264273" y="138594"/>
                </a:lnTo>
                <a:lnTo>
                  <a:pt x="264258" y="138039"/>
                </a:lnTo>
                <a:lnTo>
                  <a:pt x="264244" y="137462"/>
                </a:lnTo>
                <a:lnTo>
                  <a:pt x="264230" y="136862"/>
                </a:lnTo>
                <a:lnTo>
                  <a:pt x="264217" y="136239"/>
                </a:lnTo>
                <a:lnTo>
                  <a:pt x="264205" y="135594"/>
                </a:lnTo>
                <a:lnTo>
                  <a:pt x="264194" y="134927"/>
                </a:lnTo>
                <a:lnTo>
                  <a:pt x="264183" y="134237"/>
                </a:lnTo>
                <a:lnTo>
                  <a:pt x="264173" y="133524"/>
                </a:lnTo>
                <a:lnTo>
                  <a:pt x="264164" y="132789"/>
                </a:lnTo>
                <a:lnTo>
                  <a:pt x="264155" y="132031"/>
                </a:lnTo>
                <a:lnTo>
                  <a:pt x="264147" y="131251"/>
                </a:lnTo>
                <a:lnTo>
                  <a:pt x="264140" y="130449"/>
                </a:lnTo>
                <a:lnTo>
                  <a:pt x="264133" y="129624"/>
                </a:lnTo>
                <a:lnTo>
                  <a:pt x="264127" y="128776"/>
                </a:lnTo>
                <a:lnTo>
                  <a:pt x="264122" y="127906"/>
                </a:lnTo>
                <a:lnTo>
                  <a:pt x="264118" y="127013"/>
                </a:lnTo>
                <a:lnTo>
                  <a:pt x="264114" y="126098"/>
                </a:lnTo>
                <a:lnTo>
                  <a:pt x="264111" y="125160"/>
                </a:lnTo>
                <a:lnTo>
                  <a:pt x="264108" y="124200"/>
                </a:lnTo>
                <a:lnTo>
                  <a:pt x="264107" y="123218"/>
                </a:lnTo>
                <a:lnTo>
                  <a:pt x="264105" y="122212"/>
                </a:lnTo>
                <a:lnTo>
                  <a:pt x="264105" y="121185"/>
                </a:lnTo>
                <a:lnTo>
                  <a:pt x="264105" y="85976"/>
                </a:lnTo>
                <a:lnTo>
                  <a:pt x="264091" y="84782"/>
                </a:lnTo>
                <a:lnTo>
                  <a:pt x="264049" y="83610"/>
                </a:lnTo>
                <a:lnTo>
                  <a:pt x="263979" y="82460"/>
                </a:lnTo>
                <a:lnTo>
                  <a:pt x="263881" y="81333"/>
                </a:lnTo>
                <a:lnTo>
                  <a:pt x="263755" y="80227"/>
                </a:lnTo>
                <a:lnTo>
                  <a:pt x="263600" y="79144"/>
                </a:lnTo>
                <a:lnTo>
                  <a:pt x="263418" y="78083"/>
                </a:lnTo>
                <a:lnTo>
                  <a:pt x="263207" y="77044"/>
                </a:lnTo>
                <a:lnTo>
                  <a:pt x="262969" y="76027"/>
                </a:lnTo>
                <a:lnTo>
                  <a:pt x="262703" y="75033"/>
                </a:lnTo>
                <a:lnTo>
                  <a:pt x="262408" y="74060"/>
                </a:lnTo>
                <a:lnTo>
                  <a:pt x="262085" y="73110"/>
                </a:lnTo>
                <a:lnTo>
                  <a:pt x="261735" y="72182"/>
                </a:lnTo>
                <a:lnTo>
                  <a:pt x="261356" y="71276"/>
                </a:lnTo>
                <a:lnTo>
                  <a:pt x="260949" y="70392"/>
                </a:lnTo>
                <a:lnTo>
                  <a:pt x="260514" y="69530"/>
                </a:lnTo>
                <a:lnTo>
                  <a:pt x="260052" y="68691"/>
                </a:lnTo>
                <a:lnTo>
                  <a:pt x="259561" y="67873"/>
                </a:lnTo>
                <a:lnTo>
                  <a:pt x="259042" y="67078"/>
                </a:lnTo>
                <a:lnTo>
                  <a:pt x="258495" y="66305"/>
                </a:lnTo>
                <a:lnTo>
                  <a:pt x="257920" y="65554"/>
                </a:lnTo>
                <a:lnTo>
                  <a:pt x="257317" y="64826"/>
                </a:lnTo>
                <a:lnTo>
                  <a:pt x="256685" y="64119"/>
                </a:lnTo>
                <a:lnTo>
                  <a:pt x="256026" y="63435"/>
                </a:lnTo>
                <a:lnTo>
                  <a:pt x="255343" y="62792"/>
                </a:lnTo>
                <a:lnTo>
                  <a:pt x="254638" y="62176"/>
                </a:lnTo>
                <a:lnTo>
                  <a:pt x="253913" y="61588"/>
                </a:lnTo>
                <a:lnTo>
                  <a:pt x="253167" y="61027"/>
                </a:lnTo>
                <a:lnTo>
                  <a:pt x="252400" y="60494"/>
                </a:lnTo>
                <a:lnTo>
                  <a:pt x="251613" y="59988"/>
                </a:lnTo>
                <a:lnTo>
                  <a:pt x="250804" y="59509"/>
                </a:lnTo>
                <a:lnTo>
                  <a:pt x="249975" y="59057"/>
                </a:lnTo>
                <a:lnTo>
                  <a:pt x="249125" y="58633"/>
                </a:lnTo>
                <a:lnTo>
                  <a:pt x="248255" y="58237"/>
                </a:lnTo>
                <a:lnTo>
                  <a:pt x="247363" y="57867"/>
                </a:lnTo>
                <a:lnTo>
                  <a:pt x="246451" y="57525"/>
                </a:lnTo>
                <a:lnTo>
                  <a:pt x="245518" y="57211"/>
                </a:lnTo>
                <a:lnTo>
                  <a:pt x="244564" y="56923"/>
                </a:lnTo>
                <a:lnTo>
                  <a:pt x="243590" y="56664"/>
                </a:lnTo>
                <a:lnTo>
                  <a:pt x="242594" y="56431"/>
                </a:lnTo>
                <a:lnTo>
                  <a:pt x="241578" y="56226"/>
                </a:lnTo>
                <a:lnTo>
                  <a:pt x="240541" y="56048"/>
                </a:lnTo>
                <a:lnTo>
                  <a:pt x="239484" y="55897"/>
                </a:lnTo>
                <a:lnTo>
                  <a:pt x="238405" y="55774"/>
                </a:lnTo>
                <a:lnTo>
                  <a:pt x="237306" y="55679"/>
                </a:lnTo>
                <a:lnTo>
                  <a:pt x="236186" y="55610"/>
                </a:lnTo>
                <a:lnTo>
                  <a:pt x="235045" y="55569"/>
                </a:lnTo>
                <a:lnTo>
                  <a:pt x="233884" y="55555"/>
                </a:lnTo>
                <a:lnTo>
                  <a:pt x="232625" y="55577"/>
                </a:lnTo>
                <a:lnTo>
                  <a:pt x="231358" y="55641"/>
                </a:lnTo>
                <a:lnTo>
                  <a:pt x="230083" y="55747"/>
                </a:lnTo>
                <a:lnTo>
                  <a:pt x="228800" y="55896"/>
                </a:lnTo>
                <a:lnTo>
                  <a:pt x="227509" y="56088"/>
                </a:lnTo>
                <a:lnTo>
                  <a:pt x="226210" y="56322"/>
                </a:lnTo>
                <a:lnTo>
                  <a:pt x="224903" y="56599"/>
                </a:lnTo>
                <a:lnTo>
                  <a:pt x="223588" y="56919"/>
                </a:lnTo>
                <a:lnTo>
                  <a:pt x="222266" y="57281"/>
                </a:lnTo>
                <a:lnTo>
                  <a:pt x="220935" y="57685"/>
                </a:lnTo>
                <a:lnTo>
                  <a:pt x="219596" y="58133"/>
                </a:lnTo>
                <a:lnTo>
                  <a:pt x="218249" y="58622"/>
                </a:lnTo>
                <a:lnTo>
                  <a:pt x="216895" y="59155"/>
                </a:lnTo>
                <a:lnTo>
                  <a:pt x="215532" y="59730"/>
                </a:lnTo>
                <a:lnTo>
                  <a:pt x="214162" y="60348"/>
                </a:lnTo>
                <a:lnTo>
                  <a:pt x="212783" y="61008"/>
                </a:lnTo>
                <a:lnTo>
                  <a:pt x="211397" y="61711"/>
                </a:lnTo>
                <a:lnTo>
                  <a:pt x="210002" y="62456"/>
                </a:lnTo>
                <a:lnTo>
                  <a:pt x="208600" y="63244"/>
                </a:lnTo>
                <a:lnTo>
                  <a:pt x="207189" y="64075"/>
                </a:lnTo>
                <a:lnTo>
                  <a:pt x="205771" y="64948"/>
                </a:lnTo>
                <a:lnTo>
                  <a:pt x="204345" y="65864"/>
                </a:lnTo>
                <a:lnTo>
                  <a:pt x="202910" y="66822"/>
                </a:lnTo>
                <a:lnTo>
                  <a:pt x="201468" y="67824"/>
                </a:lnTo>
                <a:lnTo>
                  <a:pt x="201468" y="56254"/>
                </a:lnTo>
                <a:lnTo>
                  <a:pt x="200471" y="55555"/>
                </a:lnTo>
                <a:lnTo>
                  <a:pt x="199229" y="55878"/>
                </a:lnTo>
                <a:lnTo>
                  <a:pt x="197981" y="56198"/>
                </a:lnTo>
                <a:lnTo>
                  <a:pt x="196726" y="56515"/>
                </a:lnTo>
                <a:lnTo>
                  <a:pt x="195464" y="56830"/>
                </a:lnTo>
                <a:lnTo>
                  <a:pt x="194196" y="57142"/>
                </a:lnTo>
                <a:lnTo>
                  <a:pt x="192922" y="57451"/>
                </a:lnTo>
                <a:lnTo>
                  <a:pt x="191640" y="57757"/>
                </a:lnTo>
                <a:lnTo>
                  <a:pt x="190353" y="58060"/>
                </a:lnTo>
                <a:lnTo>
                  <a:pt x="189058" y="58361"/>
                </a:lnTo>
                <a:lnTo>
                  <a:pt x="187757" y="58658"/>
                </a:lnTo>
                <a:lnTo>
                  <a:pt x="186450" y="58954"/>
                </a:lnTo>
                <a:lnTo>
                  <a:pt x="185136" y="59246"/>
                </a:lnTo>
                <a:lnTo>
                  <a:pt x="183815" y="59535"/>
                </a:lnTo>
                <a:lnTo>
                  <a:pt x="182488" y="59822"/>
                </a:lnTo>
                <a:lnTo>
                  <a:pt x="181154" y="60106"/>
                </a:lnTo>
                <a:lnTo>
                  <a:pt x="179813" y="60387"/>
                </a:lnTo>
                <a:lnTo>
                  <a:pt x="178466" y="60666"/>
                </a:lnTo>
                <a:lnTo>
                  <a:pt x="177113" y="60941"/>
                </a:lnTo>
                <a:lnTo>
                  <a:pt x="175753" y="61214"/>
                </a:lnTo>
                <a:lnTo>
                  <a:pt x="174386" y="61484"/>
                </a:lnTo>
                <a:lnTo>
                  <a:pt x="173012" y="61752"/>
                </a:lnTo>
                <a:lnTo>
                  <a:pt x="171633" y="62016"/>
                </a:lnTo>
                <a:lnTo>
                  <a:pt x="170246" y="62278"/>
                </a:lnTo>
                <a:lnTo>
                  <a:pt x="168853" y="62537"/>
                </a:lnTo>
                <a:lnTo>
                  <a:pt x="169352" y="65928"/>
                </a:lnTo>
                <a:lnTo>
                  <a:pt x="182617" y="69519"/>
                </a:lnTo>
                <a:lnTo>
                  <a:pt x="182650" y="70461"/>
                </a:lnTo>
                <a:lnTo>
                  <a:pt x="182681" y="71409"/>
                </a:lnTo>
                <a:close/>
                <a:moveTo>
                  <a:pt x="795486" y="70906"/>
                </a:moveTo>
                <a:lnTo>
                  <a:pt x="795516" y="71643"/>
                </a:lnTo>
                <a:lnTo>
                  <a:pt x="795545" y="72409"/>
                </a:lnTo>
                <a:lnTo>
                  <a:pt x="795572" y="73203"/>
                </a:lnTo>
                <a:lnTo>
                  <a:pt x="795597" y="74026"/>
                </a:lnTo>
                <a:lnTo>
                  <a:pt x="795622" y="74878"/>
                </a:lnTo>
                <a:lnTo>
                  <a:pt x="795644" y="75758"/>
                </a:lnTo>
                <a:lnTo>
                  <a:pt x="795666" y="76668"/>
                </a:lnTo>
                <a:lnTo>
                  <a:pt x="795686" y="77606"/>
                </a:lnTo>
                <a:lnTo>
                  <a:pt x="795705" y="78572"/>
                </a:lnTo>
                <a:lnTo>
                  <a:pt x="795722" y="79568"/>
                </a:lnTo>
                <a:lnTo>
                  <a:pt x="795738" y="80592"/>
                </a:lnTo>
                <a:lnTo>
                  <a:pt x="795752" y="81645"/>
                </a:lnTo>
                <a:lnTo>
                  <a:pt x="795766" y="82727"/>
                </a:lnTo>
                <a:lnTo>
                  <a:pt x="795777" y="83837"/>
                </a:lnTo>
                <a:lnTo>
                  <a:pt x="795788" y="84977"/>
                </a:lnTo>
                <a:lnTo>
                  <a:pt x="795797" y="86145"/>
                </a:lnTo>
                <a:lnTo>
                  <a:pt x="795804" y="87341"/>
                </a:lnTo>
                <a:lnTo>
                  <a:pt x="795811" y="88567"/>
                </a:lnTo>
                <a:lnTo>
                  <a:pt x="795815" y="89821"/>
                </a:lnTo>
                <a:lnTo>
                  <a:pt x="795819" y="91104"/>
                </a:lnTo>
                <a:lnTo>
                  <a:pt x="795821" y="92416"/>
                </a:lnTo>
                <a:lnTo>
                  <a:pt x="795822" y="93756"/>
                </a:lnTo>
                <a:lnTo>
                  <a:pt x="795822" y="127768"/>
                </a:lnTo>
                <a:lnTo>
                  <a:pt x="795821" y="128424"/>
                </a:lnTo>
                <a:lnTo>
                  <a:pt x="795821" y="129065"/>
                </a:lnTo>
                <a:lnTo>
                  <a:pt x="795819" y="129690"/>
                </a:lnTo>
                <a:lnTo>
                  <a:pt x="795818" y="130298"/>
                </a:lnTo>
                <a:lnTo>
                  <a:pt x="795815" y="130891"/>
                </a:lnTo>
                <a:lnTo>
                  <a:pt x="795812" y="131467"/>
                </a:lnTo>
                <a:lnTo>
                  <a:pt x="795809" y="132028"/>
                </a:lnTo>
                <a:lnTo>
                  <a:pt x="795805" y="132572"/>
                </a:lnTo>
                <a:lnTo>
                  <a:pt x="795801" y="133100"/>
                </a:lnTo>
                <a:lnTo>
                  <a:pt x="795796" y="133612"/>
                </a:lnTo>
                <a:lnTo>
                  <a:pt x="795790" y="134108"/>
                </a:lnTo>
                <a:lnTo>
                  <a:pt x="795784" y="134587"/>
                </a:lnTo>
                <a:lnTo>
                  <a:pt x="795778" y="135051"/>
                </a:lnTo>
                <a:lnTo>
                  <a:pt x="795771" y="135499"/>
                </a:lnTo>
                <a:lnTo>
                  <a:pt x="795763" y="135930"/>
                </a:lnTo>
                <a:lnTo>
                  <a:pt x="795755" y="136345"/>
                </a:lnTo>
                <a:lnTo>
                  <a:pt x="795747" y="136744"/>
                </a:lnTo>
                <a:lnTo>
                  <a:pt x="795738" y="137128"/>
                </a:lnTo>
                <a:lnTo>
                  <a:pt x="795728" y="137495"/>
                </a:lnTo>
                <a:lnTo>
                  <a:pt x="795718" y="137846"/>
                </a:lnTo>
                <a:lnTo>
                  <a:pt x="795707" y="138180"/>
                </a:lnTo>
                <a:lnTo>
                  <a:pt x="795696" y="138499"/>
                </a:lnTo>
                <a:lnTo>
                  <a:pt x="795684" y="138802"/>
                </a:lnTo>
                <a:lnTo>
                  <a:pt x="795672" y="139088"/>
                </a:lnTo>
                <a:lnTo>
                  <a:pt x="795656" y="139362"/>
                </a:lnTo>
                <a:lnTo>
                  <a:pt x="795632" y="139627"/>
                </a:lnTo>
                <a:lnTo>
                  <a:pt x="795601" y="139882"/>
                </a:lnTo>
                <a:lnTo>
                  <a:pt x="795563" y="140128"/>
                </a:lnTo>
                <a:lnTo>
                  <a:pt x="795517" y="140366"/>
                </a:lnTo>
                <a:lnTo>
                  <a:pt x="795463" y="140594"/>
                </a:lnTo>
                <a:lnTo>
                  <a:pt x="795402" y="140812"/>
                </a:lnTo>
                <a:lnTo>
                  <a:pt x="795334" y="141022"/>
                </a:lnTo>
                <a:lnTo>
                  <a:pt x="795258" y="141222"/>
                </a:lnTo>
                <a:lnTo>
                  <a:pt x="795175" y="141414"/>
                </a:lnTo>
                <a:lnTo>
                  <a:pt x="795084" y="141596"/>
                </a:lnTo>
                <a:lnTo>
                  <a:pt x="794986" y="141769"/>
                </a:lnTo>
                <a:lnTo>
                  <a:pt x="794881" y="141932"/>
                </a:lnTo>
                <a:lnTo>
                  <a:pt x="794768" y="142087"/>
                </a:lnTo>
                <a:lnTo>
                  <a:pt x="794647" y="142232"/>
                </a:lnTo>
                <a:lnTo>
                  <a:pt x="794520" y="142368"/>
                </a:lnTo>
                <a:lnTo>
                  <a:pt x="794384" y="142495"/>
                </a:lnTo>
                <a:lnTo>
                  <a:pt x="794241" y="142613"/>
                </a:lnTo>
                <a:lnTo>
                  <a:pt x="794091" y="142722"/>
                </a:lnTo>
                <a:lnTo>
                  <a:pt x="793934" y="142821"/>
                </a:lnTo>
                <a:lnTo>
                  <a:pt x="793768" y="142912"/>
                </a:lnTo>
                <a:lnTo>
                  <a:pt x="793596" y="142993"/>
                </a:lnTo>
                <a:lnTo>
                  <a:pt x="793416" y="143065"/>
                </a:lnTo>
                <a:lnTo>
                  <a:pt x="793228" y="143128"/>
                </a:lnTo>
                <a:lnTo>
                  <a:pt x="781659" y="146519"/>
                </a:lnTo>
                <a:lnTo>
                  <a:pt x="782058" y="150608"/>
                </a:lnTo>
                <a:lnTo>
                  <a:pt x="783157" y="150584"/>
                </a:lnTo>
                <a:lnTo>
                  <a:pt x="784246" y="150560"/>
                </a:lnTo>
                <a:lnTo>
                  <a:pt x="785322" y="150538"/>
                </a:lnTo>
                <a:lnTo>
                  <a:pt x="786388" y="150517"/>
                </a:lnTo>
                <a:lnTo>
                  <a:pt x="787442" y="150496"/>
                </a:lnTo>
                <a:lnTo>
                  <a:pt x="788485" y="150477"/>
                </a:lnTo>
                <a:lnTo>
                  <a:pt x="789516" y="150459"/>
                </a:lnTo>
                <a:lnTo>
                  <a:pt x="790535" y="150442"/>
                </a:lnTo>
                <a:lnTo>
                  <a:pt x="791544" y="150426"/>
                </a:lnTo>
                <a:lnTo>
                  <a:pt x="792541" y="150411"/>
                </a:lnTo>
                <a:lnTo>
                  <a:pt x="793526" y="150397"/>
                </a:lnTo>
                <a:lnTo>
                  <a:pt x="794500" y="150384"/>
                </a:lnTo>
                <a:lnTo>
                  <a:pt x="795463" y="150372"/>
                </a:lnTo>
                <a:lnTo>
                  <a:pt x="796414" y="150361"/>
                </a:lnTo>
                <a:lnTo>
                  <a:pt x="797354" y="150351"/>
                </a:lnTo>
                <a:lnTo>
                  <a:pt x="798282" y="150342"/>
                </a:lnTo>
                <a:lnTo>
                  <a:pt x="799199" y="150334"/>
                </a:lnTo>
                <a:lnTo>
                  <a:pt x="800104" y="150328"/>
                </a:lnTo>
                <a:lnTo>
                  <a:pt x="800998" y="150322"/>
                </a:lnTo>
                <a:lnTo>
                  <a:pt x="801881" y="150317"/>
                </a:lnTo>
                <a:lnTo>
                  <a:pt x="802752" y="150314"/>
                </a:lnTo>
                <a:lnTo>
                  <a:pt x="803612" y="150311"/>
                </a:lnTo>
                <a:lnTo>
                  <a:pt x="804460" y="150309"/>
                </a:lnTo>
                <a:lnTo>
                  <a:pt x="805297" y="150309"/>
                </a:lnTo>
                <a:lnTo>
                  <a:pt x="806114" y="150309"/>
                </a:lnTo>
                <a:lnTo>
                  <a:pt x="806951" y="150311"/>
                </a:lnTo>
                <a:lnTo>
                  <a:pt x="807809" y="150314"/>
                </a:lnTo>
                <a:lnTo>
                  <a:pt x="808688" y="150317"/>
                </a:lnTo>
                <a:lnTo>
                  <a:pt x="809588" y="150322"/>
                </a:lnTo>
                <a:lnTo>
                  <a:pt x="810509" y="150328"/>
                </a:lnTo>
                <a:lnTo>
                  <a:pt x="811450" y="150334"/>
                </a:lnTo>
                <a:lnTo>
                  <a:pt x="812412" y="150342"/>
                </a:lnTo>
                <a:lnTo>
                  <a:pt x="813395" y="150351"/>
                </a:lnTo>
                <a:lnTo>
                  <a:pt x="814398" y="150361"/>
                </a:lnTo>
                <a:lnTo>
                  <a:pt x="815423" y="150372"/>
                </a:lnTo>
                <a:lnTo>
                  <a:pt x="816468" y="150384"/>
                </a:lnTo>
                <a:lnTo>
                  <a:pt x="817534" y="150397"/>
                </a:lnTo>
                <a:lnTo>
                  <a:pt x="818621" y="150411"/>
                </a:lnTo>
                <a:lnTo>
                  <a:pt x="819728" y="150426"/>
                </a:lnTo>
                <a:lnTo>
                  <a:pt x="820857" y="150442"/>
                </a:lnTo>
                <a:lnTo>
                  <a:pt x="822006" y="150459"/>
                </a:lnTo>
                <a:lnTo>
                  <a:pt x="823176" y="150477"/>
                </a:lnTo>
                <a:lnTo>
                  <a:pt x="824366" y="150496"/>
                </a:lnTo>
                <a:lnTo>
                  <a:pt x="825578" y="150517"/>
                </a:lnTo>
                <a:lnTo>
                  <a:pt x="826810" y="150538"/>
                </a:lnTo>
                <a:lnTo>
                  <a:pt x="828063" y="150560"/>
                </a:lnTo>
                <a:lnTo>
                  <a:pt x="829337" y="150584"/>
                </a:lnTo>
                <a:lnTo>
                  <a:pt x="830631" y="150608"/>
                </a:lnTo>
                <a:lnTo>
                  <a:pt x="830332" y="146519"/>
                </a:lnTo>
                <a:lnTo>
                  <a:pt x="817066" y="142729"/>
                </a:lnTo>
                <a:lnTo>
                  <a:pt x="816871" y="142667"/>
                </a:lnTo>
                <a:lnTo>
                  <a:pt x="816683" y="142598"/>
                </a:lnTo>
                <a:lnTo>
                  <a:pt x="816504" y="142523"/>
                </a:lnTo>
                <a:lnTo>
                  <a:pt x="816332" y="142441"/>
                </a:lnTo>
                <a:lnTo>
                  <a:pt x="816169" y="142351"/>
                </a:lnTo>
                <a:lnTo>
                  <a:pt x="816013" y="142255"/>
                </a:lnTo>
                <a:lnTo>
                  <a:pt x="815865" y="142152"/>
                </a:lnTo>
                <a:lnTo>
                  <a:pt x="815725" y="142042"/>
                </a:lnTo>
                <a:lnTo>
                  <a:pt x="815594" y="141924"/>
                </a:lnTo>
                <a:lnTo>
                  <a:pt x="815470" y="141801"/>
                </a:lnTo>
                <a:lnTo>
                  <a:pt x="815354" y="141670"/>
                </a:lnTo>
                <a:lnTo>
                  <a:pt x="815246" y="141532"/>
                </a:lnTo>
                <a:lnTo>
                  <a:pt x="815146" y="141387"/>
                </a:lnTo>
                <a:lnTo>
                  <a:pt x="815054" y="141235"/>
                </a:lnTo>
                <a:lnTo>
                  <a:pt x="814970" y="141077"/>
                </a:lnTo>
                <a:lnTo>
                  <a:pt x="814894" y="140911"/>
                </a:lnTo>
                <a:lnTo>
                  <a:pt x="814826" y="140739"/>
                </a:lnTo>
                <a:lnTo>
                  <a:pt x="814766" y="140559"/>
                </a:lnTo>
                <a:lnTo>
                  <a:pt x="814714" y="140373"/>
                </a:lnTo>
                <a:lnTo>
                  <a:pt x="814670" y="140180"/>
                </a:lnTo>
                <a:lnTo>
                  <a:pt x="814634" y="139980"/>
                </a:lnTo>
                <a:lnTo>
                  <a:pt x="814605" y="139772"/>
                </a:lnTo>
                <a:lnTo>
                  <a:pt x="814585" y="139558"/>
                </a:lnTo>
                <a:lnTo>
                  <a:pt x="814573" y="139337"/>
                </a:lnTo>
                <a:lnTo>
                  <a:pt x="814557" y="138765"/>
                </a:lnTo>
                <a:lnTo>
                  <a:pt x="814541" y="138162"/>
                </a:lnTo>
                <a:lnTo>
                  <a:pt x="814526" y="137528"/>
                </a:lnTo>
                <a:lnTo>
                  <a:pt x="814512" y="136863"/>
                </a:lnTo>
                <a:lnTo>
                  <a:pt x="814498" y="136168"/>
                </a:lnTo>
                <a:lnTo>
                  <a:pt x="814486" y="135441"/>
                </a:lnTo>
                <a:lnTo>
                  <a:pt x="814474" y="134684"/>
                </a:lnTo>
                <a:lnTo>
                  <a:pt x="814462" y="133896"/>
                </a:lnTo>
                <a:lnTo>
                  <a:pt x="814451" y="133077"/>
                </a:lnTo>
                <a:lnTo>
                  <a:pt x="814441" y="132227"/>
                </a:lnTo>
                <a:lnTo>
                  <a:pt x="814432" y="131347"/>
                </a:lnTo>
                <a:lnTo>
                  <a:pt x="814423" y="130436"/>
                </a:lnTo>
                <a:lnTo>
                  <a:pt x="814415" y="129493"/>
                </a:lnTo>
                <a:lnTo>
                  <a:pt x="814408" y="128520"/>
                </a:lnTo>
                <a:lnTo>
                  <a:pt x="814402" y="127517"/>
                </a:lnTo>
                <a:lnTo>
                  <a:pt x="814396" y="126482"/>
                </a:lnTo>
                <a:lnTo>
                  <a:pt x="814390" y="125417"/>
                </a:lnTo>
                <a:lnTo>
                  <a:pt x="814386" y="124320"/>
                </a:lnTo>
                <a:lnTo>
                  <a:pt x="814382" y="123193"/>
                </a:lnTo>
                <a:lnTo>
                  <a:pt x="814379" y="122035"/>
                </a:lnTo>
                <a:lnTo>
                  <a:pt x="814377" y="120847"/>
                </a:lnTo>
                <a:lnTo>
                  <a:pt x="814375" y="119627"/>
                </a:lnTo>
                <a:lnTo>
                  <a:pt x="814374" y="118377"/>
                </a:lnTo>
                <a:lnTo>
                  <a:pt x="814373" y="117095"/>
                </a:lnTo>
                <a:lnTo>
                  <a:pt x="814373" y="73908"/>
                </a:lnTo>
                <a:lnTo>
                  <a:pt x="815042" y="73509"/>
                </a:lnTo>
                <a:lnTo>
                  <a:pt x="815701" y="73126"/>
                </a:lnTo>
                <a:lnTo>
                  <a:pt x="816351" y="72761"/>
                </a:lnTo>
                <a:lnTo>
                  <a:pt x="816992" y="72412"/>
                </a:lnTo>
                <a:lnTo>
                  <a:pt x="817623" y="72079"/>
                </a:lnTo>
                <a:lnTo>
                  <a:pt x="818245" y="71763"/>
                </a:lnTo>
                <a:lnTo>
                  <a:pt x="818857" y="71464"/>
                </a:lnTo>
                <a:lnTo>
                  <a:pt x="819460" y="71181"/>
                </a:lnTo>
                <a:lnTo>
                  <a:pt x="820054" y="70915"/>
                </a:lnTo>
                <a:lnTo>
                  <a:pt x="820638" y="70666"/>
                </a:lnTo>
                <a:lnTo>
                  <a:pt x="821213" y="70433"/>
                </a:lnTo>
                <a:lnTo>
                  <a:pt x="821779" y="70217"/>
                </a:lnTo>
                <a:lnTo>
                  <a:pt x="822336" y="70018"/>
                </a:lnTo>
                <a:lnTo>
                  <a:pt x="822883" y="69835"/>
                </a:lnTo>
                <a:lnTo>
                  <a:pt x="823420" y="69669"/>
                </a:lnTo>
                <a:lnTo>
                  <a:pt x="823949" y="69519"/>
                </a:lnTo>
                <a:lnTo>
                  <a:pt x="824468" y="69386"/>
                </a:lnTo>
                <a:lnTo>
                  <a:pt x="824977" y="69270"/>
                </a:lnTo>
                <a:lnTo>
                  <a:pt x="825477" y="69170"/>
                </a:lnTo>
                <a:lnTo>
                  <a:pt x="825968" y="69087"/>
                </a:lnTo>
                <a:lnTo>
                  <a:pt x="826450" y="69020"/>
                </a:lnTo>
                <a:lnTo>
                  <a:pt x="826922" y="68971"/>
                </a:lnTo>
                <a:lnTo>
                  <a:pt x="827385" y="68937"/>
                </a:lnTo>
                <a:lnTo>
                  <a:pt x="827838" y="68921"/>
                </a:lnTo>
                <a:lnTo>
                  <a:pt x="828291" y="68930"/>
                </a:lnTo>
                <a:lnTo>
                  <a:pt x="828733" y="68956"/>
                </a:lnTo>
                <a:lnTo>
                  <a:pt x="829166" y="69000"/>
                </a:lnTo>
                <a:lnTo>
                  <a:pt x="829589" y="69062"/>
                </a:lnTo>
                <a:lnTo>
                  <a:pt x="830003" y="69141"/>
                </a:lnTo>
                <a:lnTo>
                  <a:pt x="830407" y="69239"/>
                </a:lnTo>
                <a:lnTo>
                  <a:pt x="830801" y="69353"/>
                </a:lnTo>
                <a:lnTo>
                  <a:pt x="831185" y="69486"/>
                </a:lnTo>
                <a:lnTo>
                  <a:pt x="831560" y="69636"/>
                </a:lnTo>
                <a:lnTo>
                  <a:pt x="831925" y="69804"/>
                </a:lnTo>
                <a:lnTo>
                  <a:pt x="832280" y="69989"/>
                </a:lnTo>
                <a:lnTo>
                  <a:pt x="832626" y="70192"/>
                </a:lnTo>
                <a:lnTo>
                  <a:pt x="832962" y="70413"/>
                </a:lnTo>
                <a:lnTo>
                  <a:pt x="833288" y="70652"/>
                </a:lnTo>
                <a:lnTo>
                  <a:pt x="833605" y="70908"/>
                </a:lnTo>
                <a:lnTo>
                  <a:pt x="833912" y="71181"/>
                </a:lnTo>
                <a:lnTo>
                  <a:pt x="834209" y="71473"/>
                </a:lnTo>
                <a:lnTo>
                  <a:pt x="834496" y="71782"/>
                </a:lnTo>
                <a:lnTo>
                  <a:pt x="834774" y="72109"/>
                </a:lnTo>
                <a:lnTo>
                  <a:pt x="835042" y="72453"/>
                </a:lnTo>
                <a:lnTo>
                  <a:pt x="835300" y="72815"/>
                </a:lnTo>
                <a:lnTo>
                  <a:pt x="835549" y="73195"/>
                </a:lnTo>
                <a:lnTo>
                  <a:pt x="835788" y="73592"/>
                </a:lnTo>
                <a:lnTo>
                  <a:pt x="836017" y="74007"/>
                </a:lnTo>
                <a:lnTo>
                  <a:pt x="836226" y="74453"/>
                </a:lnTo>
                <a:lnTo>
                  <a:pt x="836435" y="74910"/>
                </a:lnTo>
                <a:lnTo>
                  <a:pt x="836647" y="75377"/>
                </a:lnTo>
                <a:lnTo>
                  <a:pt x="836859" y="75855"/>
                </a:lnTo>
                <a:lnTo>
                  <a:pt x="837073" y="76344"/>
                </a:lnTo>
                <a:lnTo>
                  <a:pt x="837289" y="76844"/>
                </a:lnTo>
                <a:lnTo>
                  <a:pt x="837506" y="77354"/>
                </a:lnTo>
                <a:lnTo>
                  <a:pt x="837724" y="77875"/>
                </a:lnTo>
                <a:lnTo>
                  <a:pt x="837943" y="78407"/>
                </a:lnTo>
                <a:lnTo>
                  <a:pt x="838164" y="78949"/>
                </a:lnTo>
                <a:lnTo>
                  <a:pt x="838387" y="79503"/>
                </a:lnTo>
                <a:lnTo>
                  <a:pt x="838610" y="80067"/>
                </a:lnTo>
                <a:lnTo>
                  <a:pt x="838836" y="80641"/>
                </a:lnTo>
                <a:lnTo>
                  <a:pt x="839062" y="81227"/>
                </a:lnTo>
                <a:lnTo>
                  <a:pt x="839290" y="81823"/>
                </a:lnTo>
                <a:lnTo>
                  <a:pt x="839519" y="82430"/>
                </a:lnTo>
                <a:lnTo>
                  <a:pt x="839750" y="83048"/>
                </a:lnTo>
                <a:lnTo>
                  <a:pt x="839982" y="83676"/>
                </a:lnTo>
                <a:lnTo>
                  <a:pt x="840215" y="84315"/>
                </a:lnTo>
                <a:lnTo>
                  <a:pt x="840450" y="84965"/>
                </a:lnTo>
                <a:lnTo>
                  <a:pt x="840686" y="85626"/>
                </a:lnTo>
                <a:lnTo>
                  <a:pt x="840924" y="86297"/>
                </a:lnTo>
                <a:lnTo>
                  <a:pt x="841163" y="86979"/>
                </a:lnTo>
                <a:lnTo>
                  <a:pt x="841403" y="87672"/>
                </a:lnTo>
                <a:lnTo>
                  <a:pt x="845393" y="86974"/>
                </a:lnTo>
                <a:lnTo>
                  <a:pt x="845626" y="85646"/>
                </a:lnTo>
                <a:lnTo>
                  <a:pt x="845859" y="84322"/>
                </a:lnTo>
                <a:lnTo>
                  <a:pt x="846092" y="83001"/>
                </a:lnTo>
                <a:lnTo>
                  <a:pt x="846326" y="81685"/>
                </a:lnTo>
                <a:lnTo>
                  <a:pt x="846561" y="80372"/>
                </a:lnTo>
                <a:lnTo>
                  <a:pt x="846795" y="79063"/>
                </a:lnTo>
                <a:lnTo>
                  <a:pt x="847030" y="77758"/>
                </a:lnTo>
                <a:lnTo>
                  <a:pt x="847266" y="76457"/>
                </a:lnTo>
                <a:lnTo>
                  <a:pt x="847501" y="75159"/>
                </a:lnTo>
                <a:lnTo>
                  <a:pt x="847737" y="73865"/>
                </a:lnTo>
                <a:lnTo>
                  <a:pt x="847974" y="72576"/>
                </a:lnTo>
                <a:lnTo>
                  <a:pt x="848210" y="71290"/>
                </a:lnTo>
                <a:lnTo>
                  <a:pt x="848447" y="70007"/>
                </a:lnTo>
                <a:lnTo>
                  <a:pt x="848685" y="68729"/>
                </a:lnTo>
                <a:lnTo>
                  <a:pt x="848923" y="67454"/>
                </a:lnTo>
                <a:lnTo>
                  <a:pt x="849161" y="66183"/>
                </a:lnTo>
                <a:lnTo>
                  <a:pt x="849399" y="64916"/>
                </a:lnTo>
                <a:lnTo>
                  <a:pt x="849638" y="63653"/>
                </a:lnTo>
                <a:lnTo>
                  <a:pt x="849877" y="62394"/>
                </a:lnTo>
                <a:lnTo>
                  <a:pt x="850117" y="61138"/>
                </a:lnTo>
                <a:lnTo>
                  <a:pt x="850356" y="59886"/>
                </a:lnTo>
                <a:lnTo>
                  <a:pt x="850597" y="58638"/>
                </a:lnTo>
                <a:lnTo>
                  <a:pt x="850837" y="57394"/>
                </a:lnTo>
                <a:lnTo>
                  <a:pt x="851078" y="56154"/>
                </a:lnTo>
                <a:lnTo>
                  <a:pt x="850579" y="55555"/>
                </a:lnTo>
                <a:lnTo>
                  <a:pt x="849091" y="55577"/>
                </a:lnTo>
                <a:lnTo>
                  <a:pt x="847600" y="55641"/>
                </a:lnTo>
                <a:lnTo>
                  <a:pt x="846108" y="55749"/>
                </a:lnTo>
                <a:lnTo>
                  <a:pt x="844614" y="55899"/>
                </a:lnTo>
                <a:lnTo>
                  <a:pt x="843119" y="56092"/>
                </a:lnTo>
                <a:lnTo>
                  <a:pt x="841621" y="56328"/>
                </a:lnTo>
                <a:lnTo>
                  <a:pt x="840122" y="56608"/>
                </a:lnTo>
                <a:lnTo>
                  <a:pt x="838621" y="56930"/>
                </a:lnTo>
                <a:lnTo>
                  <a:pt x="837119" y="57295"/>
                </a:lnTo>
                <a:lnTo>
                  <a:pt x="835615" y="57703"/>
                </a:lnTo>
                <a:lnTo>
                  <a:pt x="834109" y="58154"/>
                </a:lnTo>
                <a:lnTo>
                  <a:pt x="832601" y="58647"/>
                </a:lnTo>
                <a:lnTo>
                  <a:pt x="831092" y="59184"/>
                </a:lnTo>
                <a:lnTo>
                  <a:pt x="829580" y="59764"/>
                </a:lnTo>
                <a:lnTo>
                  <a:pt x="828068" y="60387"/>
                </a:lnTo>
                <a:lnTo>
                  <a:pt x="826553" y="61052"/>
                </a:lnTo>
                <a:lnTo>
                  <a:pt x="825037" y="61761"/>
                </a:lnTo>
                <a:lnTo>
                  <a:pt x="823518" y="62512"/>
                </a:lnTo>
                <a:lnTo>
                  <a:pt x="821999" y="63307"/>
                </a:lnTo>
                <a:lnTo>
                  <a:pt x="820477" y="64144"/>
                </a:lnTo>
                <a:lnTo>
                  <a:pt x="818954" y="65025"/>
                </a:lnTo>
                <a:lnTo>
                  <a:pt x="817429" y="65948"/>
                </a:lnTo>
                <a:lnTo>
                  <a:pt x="815902" y="66914"/>
                </a:lnTo>
                <a:lnTo>
                  <a:pt x="814373" y="67923"/>
                </a:lnTo>
                <a:lnTo>
                  <a:pt x="814373" y="56254"/>
                </a:lnTo>
                <a:lnTo>
                  <a:pt x="813376" y="55555"/>
                </a:lnTo>
                <a:lnTo>
                  <a:pt x="812110" y="55878"/>
                </a:lnTo>
                <a:lnTo>
                  <a:pt x="810840" y="56198"/>
                </a:lnTo>
                <a:lnTo>
                  <a:pt x="809564" y="56515"/>
                </a:lnTo>
                <a:lnTo>
                  <a:pt x="808284" y="56830"/>
                </a:lnTo>
                <a:lnTo>
                  <a:pt x="806999" y="57142"/>
                </a:lnTo>
                <a:lnTo>
                  <a:pt x="805708" y="57451"/>
                </a:lnTo>
                <a:lnTo>
                  <a:pt x="804414" y="57757"/>
                </a:lnTo>
                <a:lnTo>
                  <a:pt x="803114" y="58060"/>
                </a:lnTo>
                <a:lnTo>
                  <a:pt x="801809" y="58361"/>
                </a:lnTo>
                <a:lnTo>
                  <a:pt x="800500" y="58658"/>
                </a:lnTo>
                <a:lnTo>
                  <a:pt x="799186" y="58954"/>
                </a:lnTo>
                <a:lnTo>
                  <a:pt x="797866" y="59246"/>
                </a:lnTo>
                <a:lnTo>
                  <a:pt x="796542" y="59535"/>
                </a:lnTo>
                <a:lnTo>
                  <a:pt x="795214" y="59822"/>
                </a:lnTo>
                <a:lnTo>
                  <a:pt x="793880" y="60106"/>
                </a:lnTo>
                <a:lnTo>
                  <a:pt x="792541" y="60387"/>
                </a:lnTo>
                <a:lnTo>
                  <a:pt x="791198" y="60666"/>
                </a:lnTo>
                <a:lnTo>
                  <a:pt x="789850" y="60941"/>
                </a:lnTo>
                <a:lnTo>
                  <a:pt x="788497" y="61214"/>
                </a:lnTo>
                <a:lnTo>
                  <a:pt x="787139" y="61484"/>
                </a:lnTo>
                <a:lnTo>
                  <a:pt x="785776" y="61752"/>
                </a:lnTo>
                <a:lnTo>
                  <a:pt x="784408" y="62016"/>
                </a:lnTo>
                <a:lnTo>
                  <a:pt x="783036" y="62278"/>
                </a:lnTo>
                <a:lnTo>
                  <a:pt x="781659" y="62537"/>
                </a:lnTo>
                <a:lnTo>
                  <a:pt x="782157" y="65928"/>
                </a:lnTo>
                <a:lnTo>
                  <a:pt x="795423" y="69519"/>
                </a:lnTo>
                <a:lnTo>
                  <a:pt x="795455" y="70198"/>
                </a:lnTo>
                <a:lnTo>
                  <a:pt x="795486" y="70906"/>
                </a:lnTo>
                <a:close/>
                <a:moveTo>
                  <a:pt x="401188" y="150584"/>
                </a:moveTo>
                <a:lnTo>
                  <a:pt x="401913" y="150560"/>
                </a:lnTo>
                <a:lnTo>
                  <a:pt x="402634" y="150538"/>
                </a:lnTo>
                <a:lnTo>
                  <a:pt x="403352" y="150517"/>
                </a:lnTo>
                <a:lnTo>
                  <a:pt x="404065" y="150496"/>
                </a:lnTo>
                <a:lnTo>
                  <a:pt x="404775" y="150477"/>
                </a:lnTo>
                <a:lnTo>
                  <a:pt x="405481" y="150459"/>
                </a:lnTo>
                <a:lnTo>
                  <a:pt x="406182" y="150442"/>
                </a:lnTo>
                <a:lnTo>
                  <a:pt x="406880" y="150426"/>
                </a:lnTo>
                <a:lnTo>
                  <a:pt x="407573" y="150411"/>
                </a:lnTo>
                <a:lnTo>
                  <a:pt x="408263" y="150397"/>
                </a:lnTo>
                <a:lnTo>
                  <a:pt x="408949" y="150384"/>
                </a:lnTo>
                <a:lnTo>
                  <a:pt x="409630" y="150372"/>
                </a:lnTo>
                <a:lnTo>
                  <a:pt x="410308" y="150361"/>
                </a:lnTo>
                <a:lnTo>
                  <a:pt x="410982" y="150351"/>
                </a:lnTo>
                <a:lnTo>
                  <a:pt x="411651" y="150342"/>
                </a:lnTo>
                <a:lnTo>
                  <a:pt x="412317" y="150334"/>
                </a:lnTo>
                <a:lnTo>
                  <a:pt x="412979" y="150328"/>
                </a:lnTo>
                <a:lnTo>
                  <a:pt x="413636" y="150322"/>
                </a:lnTo>
                <a:lnTo>
                  <a:pt x="414290" y="150317"/>
                </a:lnTo>
                <a:lnTo>
                  <a:pt x="414940" y="150314"/>
                </a:lnTo>
                <a:lnTo>
                  <a:pt x="415586" y="150311"/>
                </a:lnTo>
                <a:lnTo>
                  <a:pt x="416228" y="150309"/>
                </a:lnTo>
                <a:lnTo>
                  <a:pt x="416865" y="150309"/>
                </a:lnTo>
                <a:lnTo>
                  <a:pt x="417502" y="150309"/>
                </a:lnTo>
                <a:lnTo>
                  <a:pt x="418142" y="150311"/>
                </a:lnTo>
                <a:lnTo>
                  <a:pt x="418783" y="150314"/>
                </a:lnTo>
                <a:lnTo>
                  <a:pt x="419427" y="150317"/>
                </a:lnTo>
                <a:lnTo>
                  <a:pt x="420073" y="150322"/>
                </a:lnTo>
                <a:lnTo>
                  <a:pt x="420721" y="150328"/>
                </a:lnTo>
                <a:lnTo>
                  <a:pt x="421371" y="150334"/>
                </a:lnTo>
                <a:lnTo>
                  <a:pt x="422024" y="150342"/>
                </a:lnTo>
                <a:lnTo>
                  <a:pt x="422679" y="150351"/>
                </a:lnTo>
                <a:lnTo>
                  <a:pt x="423336" y="150361"/>
                </a:lnTo>
                <a:lnTo>
                  <a:pt x="423996" y="150372"/>
                </a:lnTo>
                <a:lnTo>
                  <a:pt x="424658" y="150384"/>
                </a:lnTo>
                <a:lnTo>
                  <a:pt x="425322" y="150397"/>
                </a:lnTo>
                <a:lnTo>
                  <a:pt x="425988" y="150411"/>
                </a:lnTo>
                <a:lnTo>
                  <a:pt x="426656" y="150426"/>
                </a:lnTo>
                <a:lnTo>
                  <a:pt x="427327" y="150442"/>
                </a:lnTo>
                <a:lnTo>
                  <a:pt x="428000" y="150459"/>
                </a:lnTo>
                <a:lnTo>
                  <a:pt x="428675" y="150477"/>
                </a:lnTo>
                <a:lnTo>
                  <a:pt x="429353" y="150496"/>
                </a:lnTo>
                <a:lnTo>
                  <a:pt x="430033" y="150517"/>
                </a:lnTo>
                <a:lnTo>
                  <a:pt x="430715" y="150538"/>
                </a:lnTo>
                <a:lnTo>
                  <a:pt x="431399" y="150560"/>
                </a:lnTo>
                <a:lnTo>
                  <a:pt x="432085" y="150584"/>
                </a:lnTo>
                <a:lnTo>
                  <a:pt x="432774" y="150608"/>
                </a:lnTo>
                <a:lnTo>
                  <a:pt x="432375" y="146519"/>
                </a:lnTo>
                <a:lnTo>
                  <a:pt x="423897" y="144025"/>
                </a:lnTo>
                <a:lnTo>
                  <a:pt x="424657" y="142850"/>
                </a:lnTo>
                <a:lnTo>
                  <a:pt x="425423" y="141668"/>
                </a:lnTo>
                <a:lnTo>
                  <a:pt x="426196" y="140478"/>
                </a:lnTo>
                <a:lnTo>
                  <a:pt x="426975" y="139282"/>
                </a:lnTo>
                <a:lnTo>
                  <a:pt x="427761" y="138079"/>
                </a:lnTo>
                <a:lnTo>
                  <a:pt x="428554" y="136869"/>
                </a:lnTo>
                <a:lnTo>
                  <a:pt x="429353" y="135652"/>
                </a:lnTo>
                <a:lnTo>
                  <a:pt x="430159" y="134428"/>
                </a:lnTo>
                <a:lnTo>
                  <a:pt x="430971" y="133197"/>
                </a:lnTo>
                <a:lnTo>
                  <a:pt x="431790" y="131959"/>
                </a:lnTo>
                <a:lnTo>
                  <a:pt x="432615" y="130715"/>
                </a:lnTo>
                <a:lnTo>
                  <a:pt x="433447" y="129463"/>
                </a:lnTo>
                <a:lnTo>
                  <a:pt x="434286" y="128205"/>
                </a:lnTo>
                <a:lnTo>
                  <a:pt x="435131" y="126939"/>
                </a:lnTo>
                <a:lnTo>
                  <a:pt x="435983" y="125667"/>
                </a:lnTo>
                <a:lnTo>
                  <a:pt x="436841" y="124387"/>
                </a:lnTo>
                <a:lnTo>
                  <a:pt x="437706" y="123101"/>
                </a:lnTo>
                <a:lnTo>
                  <a:pt x="438578" y="121808"/>
                </a:lnTo>
                <a:lnTo>
                  <a:pt x="439456" y="120508"/>
                </a:lnTo>
                <a:lnTo>
                  <a:pt x="440340" y="119201"/>
                </a:lnTo>
                <a:lnTo>
                  <a:pt x="441232" y="117887"/>
                </a:lnTo>
                <a:lnTo>
                  <a:pt x="442130" y="116566"/>
                </a:lnTo>
                <a:lnTo>
                  <a:pt x="443034" y="115238"/>
                </a:lnTo>
                <a:lnTo>
                  <a:pt x="443945" y="113904"/>
                </a:lnTo>
                <a:lnTo>
                  <a:pt x="444854" y="115390"/>
                </a:lnTo>
                <a:lnTo>
                  <a:pt x="445753" y="116857"/>
                </a:lnTo>
                <a:lnTo>
                  <a:pt x="446641" y="118305"/>
                </a:lnTo>
                <a:lnTo>
                  <a:pt x="447519" y="119733"/>
                </a:lnTo>
                <a:lnTo>
                  <a:pt x="448387" y="121142"/>
                </a:lnTo>
                <a:lnTo>
                  <a:pt x="449244" y="122531"/>
                </a:lnTo>
                <a:lnTo>
                  <a:pt x="450090" y="123901"/>
                </a:lnTo>
                <a:lnTo>
                  <a:pt x="450927" y="125252"/>
                </a:lnTo>
                <a:lnTo>
                  <a:pt x="451753" y="126583"/>
                </a:lnTo>
                <a:lnTo>
                  <a:pt x="452568" y="127895"/>
                </a:lnTo>
                <a:lnTo>
                  <a:pt x="453374" y="129187"/>
                </a:lnTo>
                <a:lnTo>
                  <a:pt x="454168" y="130461"/>
                </a:lnTo>
                <a:lnTo>
                  <a:pt x="454953" y="131714"/>
                </a:lnTo>
                <a:lnTo>
                  <a:pt x="455727" y="132949"/>
                </a:lnTo>
                <a:lnTo>
                  <a:pt x="456490" y="134163"/>
                </a:lnTo>
                <a:lnTo>
                  <a:pt x="457244" y="135359"/>
                </a:lnTo>
                <a:lnTo>
                  <a:pt x="457987" y="136535"/>
                </a:lnTo>
                <a:lnTo>
                  <a:pt x="458719" y="137692"/>
                </a:lnTo>
                <a:lnTo>
                  <a:pt x="459441" y="138829"/>
                </a:lnTo>
                <a:lnTo>
                  <a:pt x="460153" y="139947"/>
                </a:lnTo>
                <a:lnTo>
                  <a:pt x="460854" y="141046"/>
                </a:lnTo>
                <a:lnTo>
                  <a:pt x="461545" y="142125"/>
                </a:lnTo>
                <a:lnTo>
                  <a:pt x="462226" y="143184"/>
                </a:lnTo>
                <a:lnTo>
                  <a:pt x="462896" y="144225"/>
                </a:lnTo>
                <a:lnTo>
                  <a:pt x="454218" y="146519"/>
                </a:lnTo>
                <a:lnTo>
                  <a:pt x="454617" y="150608"/>
                </a:lnTo>
                <a:lnTo>
                  <a:pt x="455558" y="150584"/>
                </a:lnTo>
                <a:lnTo>
                  <a:pt x="456485" y="150560"/>
                </a:lnTo>
                <a:lnTo>
                  <a:pt x="457399" y="150538"/>
                </a:lnTo>
                <a:lnTo>
                  <a:pt x="458299" y="150517"/>
                </a:lnTo>
                <a:lnTo>
                  <a:pt x="459186" y="150496"/>
                </a:lnTo>
                <a:lnTo>
                  <a:pt x="460059" y="150477"/>
                </a:lnTo>
                <a:lnTo>
                  <a:pt x="460919" y="150459"/>
                </a:lnTo>
                <a:lnTo>
                  <a:pt x="461765" y="150442"/>
                </a:lnTo>
                <a:lnTo>
                  <a:pt x="462598" y="150426"/>
                </a:lnTo>
                <a:lnTo>
                  <a:pt x="463417" y="150411"/>
                </a:lnTo>
                <a:lnTo>
                  <a:pt x="464223" y="150397"/>
                </a:lnTo>
                <a:lnTo>
                  <a:pt x="465015" y="150384"/>
                </a:lnTo>
                <a:lnTo>
                  <a:pt x="465794" y="150372"/>
                </a:lnTo>
                <a:lnTo>
                  <a:pt x="466559" y="150361"/>
                </a:lnTo>
                <a:lnTo>
                  <a:pt x="467311" y="150351"/>
                </a:lnTo>
                <a:lnTo>
                  <a:pt x="468049" y="150342"/>
                </a:lnTo>
                <a:lnTo>
                  <a:pt x="468774" y="150334"/>
                </a:lnTo>
                <a:lnTo>
                  <a:pt x="469485" y="150328"/>
                </a:lnTo>
                <a:lnTo>
                  <a:pt x="470182" y="150322"/>
                </a:lnTo>
                <a:lnTo>
                  <a:pt x="470867" y="150317"/>
                </a:lnTo>
                <a:lnTo>
                  <a:pt x="471537" y="150314"/>
                </a:lnTo>
                <a:lnTo>
                  <a:pt x="472194" y="150311"/>
                </a:lnTo>
                <a:lnTo>
                  <a:pt x="472838" y="150309"/>
                </a:lnTo>
                <a:lnTo>
                  <a:pt x="473468" y="150309"/>
                </a:lnTo>
                <a:lnTo>
                  <a:pt x="474304" y="150309"/>
                </a:lnTo>
                <a:lnTo>
                  <a:pt x="475149" y="150311"/>
                </a:lnTo>
                <a:lnTo>
                  <a:pt x="476002" y="150314"/>
                </a:lnTo>
                <a:lnTo>
                  <a:pt x="476865" y="150317"/>
                </a:lnTo>
                <a:lnTo>
                  <a:pt x="477737" y="150322"/>
                </a:lnTo>
                <a:lnTo>
                  <a:pt x="478617" y="150328"/>
                </a:lnTo>
                <a:lnTo>
                  <a:pt x="479507" y="150334"/>
                </a:lnTo>
                <a:lnTo>
                  <a:pt x="480406" y="150342"/>
                </a:lnTo>
                <a:lnTo>
                  <a:pt x="481313" y="150351"/>
                </a:lnTo>
                <a:lnTo>
                  <a:pt x="482230" y="150361"/>
                </a:lnTo>
                <a:lnTo>
                  <a:pt x="483156" y="150372"/>
                </a:lnTo>
                <a:lnTo>
                  <a:pt x="484091" y="150384"/>
                </a:lnTo>
                <a:lnTo>
                  <a:pt x="485034" y="150397"/>
                </a:lnTo>
                <a:lnTo>
                  <a:pt x="485987" y="150411"/>
                </a:lnTo>
                <a:lnTo>
                  <a:pt x="486949" y="150426"/>
                </a:lnTo>
                <a:lnTo>
                  <a:pt x="487919" y="150442"/>
                </a:lnTo>
                <a:lnTo>
                  <a:pt x="488899" y="150459"/>
                </a:lnTo>
                <a:lnTo>
                  <a:pt x="489888" y="150477"/>
                </a:lnTo>
                <a:lnTo>
                  <a:pt x="490886" y="150496"/>
                </a:lnTo>
                <a:lnTo>
                  <a:pt x="491892" y="150517"/>
                </a:lnTo>
                <a:lnTo>
                  <a:pt x="492908" y="150538"/>
                </a:lnTo>
                <a:lnTo>
                  <a:pt x="493933" y="150560"/>
                </a:lnTo>
                <a:lnTo>
                  <a:pt x="494967" y="150584"/>
                </a:lnTo>
                <a:lnTo>
                  <a:pt x="496010" y="150608"/>
                </a:lnTo>
                <a:lnTo>
                  <a:pt x="495611" y="146519"/>
                </a:lnTo>
                <a:lnTo>
                  <a:pt x="486933" y="143826"/>
                </a:lnTo>
                <a:lnTo>
                  <a:pt x="486661" y="143739"/>
                </a:lnTo>
                <a:lnTo>
                  <a:pt x="486394" y="143646"/>
                </a:lnTo>
                <a:lnTo>
                  <a:pt x="486132" y="143545"/>
                </a:lnTo>
                <a:lnTo>
                  <a:pt x="485875" y="143438"/>
                </a:lnTo>
                <a:lnTo>
                  <a:pt x="485622" y="143324"/>
                </a:lnTo>
                <a:lnTo>
                  <a:pt x="485375" y="143202"/>
                </a:lnTo>
                <a:lnTo>
                  <a:pt x="485132" y="143074"/>
                </a:lnTo>
                <a:lnTo>
                  <a:pt x="484894" y="142939"/>
                </a:lnTo>
                <a:lnTo>
                  <a:pt x="484661" y="142797"/>
                </a:lnTo>
                <a:lnTo>
                  <a:pt x="484433" y="142648"/>
                </a:lnTo>
                <a:lnTo>
                  <a:pt x="484209" y="142492"/>
                </a:lnTo>
                <a:lnTo>
                  <a:pt x="483991" y="142330"/>
                </a:lnTo>
                <a:lnTo>
                  <a:pt x="483777" y="142160"/>
                </a:lnTo>
                <a:lnTo>
                  <a:pt x="483568" y="141983"/>
                </a:lnTo>
                <a:lnTo>
                  <a:pt x="483364" y="141800"/>
                </a:lnTo>
                <a:lnTo>
                  <a:pt x="483165" y="141609"/>
                </a:lnTo>
                <a:lnTo>
                  <a:pt x="482971" y="141412"/>
                </a:lnTo>
                <a:lnTo>
                  <a:pt x="482781" y="141208"/>
                </a:lnTo>
                <a:lnTo>
                  <a:pt x="482597" y="140996"/>
                </a:lnTo>
                <a:lnTo>
                  <a:pt x="482417" y="140778"/>
                </a:lnTo>
                <a:lnTo>
                  <a:pt x="482242" y="140553"/>
                </a:lnTo>
                <a:lnTo>
                  <a:pt x="482072" y="140321"/>
                </a:lnTo>
                <a:lnTo>
                  <a:pt x="481907" y="140082"/>
                </a:lnTo>
                <a:lnTo>
                  <a:pt x="481747" y="139836"/>
                </a:lnTo>
                <a:lnTo>
                  <a:pt x="480699" y="138269"/>
                </a:lnTo>
                <a:lnTo>
                  <a:pt x="479649" y="136694"/>
                </a:lnTo>
                <a:lnTo>
                  <a:pt x="478599" y="135111"/>
                </a:lnTo>
                <a:lnTo>
                  <a:pt x="477546" y="133519"/>
                </a:lnTo>
                <a:lnTo>
                  <a:pt x="476493" y="131919"/>
                </a:lnTo>
                <a:lnTo>
                  <a:pt x="475438" y="130311"/>
                </a:lnTo>
                <a:lnTo>
                  <a:pt x="474382" y="128694"/>
                </a:lnTo>
                <a:lnTo>
                  <a:pt x="473324" y="127069"/>
                </a:lnTo>
                <a:lnTo>
                  <a:pt x="472265" y="125436"/>
                </a:lnTo>
                <a:lnTo>
                  <a:pt x="471205" y="123795"/>
                </a:lnTo>
                <a:lnTo>
                  <a:pt x="470143" y="122145"/>
                </a:lnTo>
                <a:lnTo>
                  <a:pt x="469080" y="120487"/>
                </a:lnTo>
                <a:lnTo>
                  <a:pt x="468015" y="118820"/>
                </a:lnTo>
                <a:lnTo>
                  <a:pt x="466949" y="117145"/>
                </a:lnTo>
                <a:lnTo>
                  <a:pt x="465882" y="115462"/>
                </a:lnTo>
                <a:lnTo>
                  <a:pt x="464813" y="113771"/>
                </a:lnTo>
                <a:lnTo>
                  <a:pt x="463743" y="112071"/>
                </a:lnTo>
                <a:lnTo>
                  <a:pt x="462671" y="110363"/>
                </a:lnTo>
                <a:lnTo>
                  <a:pt x="461598" y="108646"/>
                </a:lnTo>
                <a:lnTo>
                  <a:pt x="460524" y="106922"/>
                </a:lnTo>
                <a:lnTo>
                  <a:pt x="459448" y="105189"/>
                </a:lnTo>
                <a:lnTo>
                  <a:pt x="458371" y="103448"/>
                </a:lnTo>
                <a:lnTo>
                  <a:pt x="457293" y="101698"/>
                </a:lnTo>
                <a:lnTo>
                  <a:pt x="456213" y="99940"/>
                </a:lnTo>
                <a:lnTo>
                  <a:pt x="457216" y="98467"/>
                </a:lnTo>
                <a:lnTo>
                  <a:pt x="458214" y="97007"/>
                </a:lnTo>
                <a:lnTo>
                  <a:pt x="459207" y="95561"/>
                </a:lnTo>
                <a:lnTo>
                  <a:pt x="460194" y="94127"/>
                </a:lnTo>
                <a:lnTo>
                  <a:pt x="461177" y="92707"/>
                </a:lnTo>
                <a:lnTo>
                  <a:pt x="462154" y="91300"/>
                </a:lnTo>
                <a:lnTo>
                  <a:pt x="463126" y="89906"/>
                </a:lnTo>
                <a:lnTo>
                  <a:pt x="464093" y="88525"/>
                </a:lnTo>
                <a:lnTo>
                  <a:pt x="465054" y="87158"/>
                </a:lnTo>
                <a:lnTo>
                  <a:pt x="466010" y="85803"/>
                </a:lnTo>
                <a:lnTo>
                  <a:pt x="466962" y="84462"/>
                </a:lnTo>
                <a:lnTo>
                  <a:pt x="467908" y="83134"/>
                </a:lnTo>
                <a:lnTo>
                  <a:pt x="468848" y="81819"/>
                </a:lnTo>
                <a:lnTo>
                  <a:pt x="469784" y="80517"/>
                </a:lnTo>
                <a:lnTo>
                  <a:pt x="470714" y="79228"/>
                </a:lnTo>
                <a:lnTo>
                  <a:pt x="471640" y="77953"/>
                </a:lnTo>
                <a:lnTo>
                  <a:pt x="472560" y="76690"/>
                </a:lnTo>
                <a:lnTo>
                  <a:pt x="473474" y="75441"/>
                </a:lnTo>
                <a:lnTo>
                  <a:pt x="474384" y="74205"/>
                </a:lnTo>
                <a:lnTo>
                  <a:pt x="475288" y="72982"/>
                </a:lnTo>
                <a:lnTo>
                  <a:pt x="476188" y="71773"/>
                </a:lnTo>
                <a:lnTo>
                  <a:pt x="477082" y="70576"/>
                </a:lnTo>
                <a:lnTo>
                  <a:pt x="477970" y="69393"/>
                </a:lnTo>
                <a:lnTo>
                  <a:pt x="478854" y="68222"/>
                </a:lnTo>
                <a:lnTo>
                  <a:pt x="479038" y="67985"/>
                </a:lnTo>
                <a:lnTo>
                  <a:pt x="479223" y="67755"/>
                </a:lnTo>
                <a:lnTo>
                  <a:pt x="479409" y="67532"/>
                </a:lnTo>
                <a:lnTo>
                  <a:pt x="479597" y="67317"/>
                </a:lnTo>
                <a:lnTo>
                  <a:pt x="479786" y="67108"/>
                </a:lnTo>
                <a:lnTo>
                  <a:pt x="479976" y="66907"/>
                </a:lnTo>
                <a:lnTo>
                  <a:pt x="480168" y="66713"/>
                </a:lnTo>
                <a:lnTo>
                  <a:pt x="480361" y="66527"/>
                </a:lnTo>
                <a:lnTo>
                  <a:pt x="480556" y="66348"/>
                </a:lnTo>
                <a:lnTo>
                  <a:pt x="480752" y="66176"/>
                </a:lnTo>
                <a:lnTo>
                  <a:pt x="480949" y="66011"/>
                </a:lnTo>
                <a:lnTo>
                  <a:pt x="481148" y="65854"/>
                </a:lnTo>
                <a:lnTo>
                  <a:pt x="481348" y="65704"/>
                </a:lnTo>
                <a:lnTo>
                  <a:pt x="481550" y="65561"/>
                </a:lnTo>
                <a:lnTo>
                  <a:pt x="481753" y="65425"/>
                </a:lnTo>
                <a:lnTo>
                  <a:pt x="481957" y="65297"/>
                </a:lnTo>
                <a:lnTo>
                  <a:pt x="482163" y="65176"/>
                </a:lnTo>
                <a:lnTo>
                  <a:pt x="482370" y="65062"/>
                </a:lnTo>
                <a:lnTo>
                  <a:pt x="482578" y="64955"/>
                </a:lnTo>
                <a:lnTo>
                  <a:pt x="482788" y="64856"/>
                </a:lnTo>
                <a:lnTo>
                  <a:pt x="483000" y="64764"/>
                </a:lnTo>
                <a:lnTo>
                  <a:pt x="483212" y="64680"/>
                </a:lnTo>
                <a:lnTo>
                  <a:pt x="483426" y="64602"/>
                </a:lnTo>
                <a:lnTo>
                  <a:pt x="483642" y="64532"/>
                </a:lnTo>
                <a:lnTo>
                  <a:pt x="493117" y="61939"/>
                </a:lnTo>
                <a:lnTo>
                  <a:pt x="492618" y="57849"/>
                </a:lnTo>
                <a:lnTo>
                  <a:pt x="491978" y="57874"/>
                </a:lnTo>
                <a:lnTo>
                  <a:pt x="491339" y="57897"/>
                </a:lnTo>
                <a:lnTo>
                  <a:pt x="490699" y="57920"/>
                </a:lnTo>
                <a:lnTo>
                  <a:pt x="490060" y="57941"/>
                </a:lnTo>
                <a:lnTo>
                  <a:pt x="489420" y="57961"/>
                </a:lnTo>
                <a:lnTo>
                  <a:pt x="488781" y="57980"/>
                </a:lnTo>
                <a:lnTo>
                  <a:pt x="488143" y="57999"/>
                </a:lnTo>
                <a:lnTo>
                  <a:pt x="487504" y="58016"/>
                </a:lnTo>
                <a:lnTo>
                  <a:pt x="486865" y="58032"/>
                </a:lnTo>
                <a:lnTo>
                  <a:pt x="486227" y="58047"/>
                </a:lnTo>
                <a:lnTo>
                  <a:pt x="485589" y="58061"/>
                </a:lnTo>
                <a:lnTo>
                  <a:pt x="484951" y="58074"/>
                </a:lnTo>
                <a:lnTo>
                  <a:pt x="484313" y="58086"/>
                </a:lnTo>
                <a:lnTo>
                  <a:pt x="483675" y="58097"/>
                </a:lnTo>
                <a:lnTo>
                  <a:pt x="483038" y="58107"/>
                </a:lnTo>
                <a:lnTo>
                  <a:pt x="482400" y="58115"/>
                </a:lnTo>
                <a:lnTo>
                  <a:pt x="481763" y="58123"/>
                </a:lnTo>
                <a:lnTo>
                  <a:pt x="481126" y="58130"/>
                </a:lnTo>
                <a:lnTo>
                  <a:pt x="480490" y="58136"/>
                </a:lnTo>
                <a:lnTo>
                  <a:pt x="479853" y="58140"/>
                </a:lnTo>
                <a:lnTo>
                  <a:pt x="479216" y="58144"/>
                </a:lnTo>
                <a:lnTo>
                  <a:pt x="478580" y="58147"/>
                </a:lnTo>
                <a:lnTo>
                  <a:pt x="477944" y="58148"/>
                </a:lnTo>
                <a:lnTo>
                  <a:pt x="477308" y="58149"/>
                </a:lnTo>
                <a:lnTo>
                  <a:pt x="476671" y="58148"/>
                </a:lnTo>
                <a:lnTo>
                  <a:pt x="476031" y="58147"/>
                </a:lnTo>
                <a:lnTo>
                  <a:pt x="475389" y="58144"/>
                </a:lnTo>
                <a:lnTo>
                  <a:pt x="474744" y="58140"/>
                </a:lnTo>
                <a:lnTo>
                  <a:pt x="474096" y="58136"/>
                </a:lnTo>
                <a:lnTo>
                  <a:pt x="473446" y="58130"/>
                </a:lnTo>
                <a:lnTo>
                  <a:pt x="472794" y="58123"/>
                </a:lnTo>
                <a:lnTo>
                  <a:pt x="472138" y="58115"/>
                </a:lnTo>
                <a:lnTo>
                  <a:pt x="471480" y="58107"/>
                </a:lnTo>
                <a:lnTo>
                  <a:pt x="470820" y="58097"/>
                </a:lnTo>
                <a:lnTo>
                  <a:pt x="470157" y="58086"/>
                </a:lnTo>
                <a:lnTo>
                  <a:pt x="469491" y="58074"/>
                </a:lnTo>
                <a:lnTo>
                  <a:pt x="468823" y="58061"/>
                </a:lnTo>
                <a:lnTo>
                  <a:pt x="468152" y="58047"/>
                </a:lnTo>
                <a:lnTo>
                  <a:pt x="467478" y="58032"/>
                </a:lnTo>
                <a:lnTo>
                  <a:pt x="466802" y="58016"/>
                </a:lnTo>
                <a:lnTo>
                  <a:pt x="466123" y="57999"/>
                </a:lnTo>
                <a:lnTo>
                  <a:pt x="465442" y="57980"/>
                </a:lnTo>
                <a:lnTo>
                  <a:pt x="464758" y="57961"/>
                </a:lnTo>
                <a:lnTo>
                  <a:pt x="464072" y="57941"/>
                </a:lnTo>
                <a:lnTo>
                  <a:pt x="463383" y="57920"/>
                </a:lnTo>
                <a:lnTo>
                  <a:pt x="462691" y="57897"/>
                </a:lnTo>
                <a:lnTo>
                  <a:pt x="461997" y="57874"/>
                </a:lnTo>
                <a:lnTo>
                  <a:pt x="461300" y="57849"/>
                </a:lnTo>
                <a:lnTo>
                  <a:pt x="461799" y="61939"/>
                </a:lnTo>
                <a:lnTo>
                  <a:pt x="470276" y="64432"/>
                </a:lnTo>
                <a:lnTo>
                  <a:pt x="469599" y="65469"/>
                </a:lnTo>
                <a:lnTo>
                  <a:pt x="468913" y="66517"/>
                </a:lnTo>
                <a:lnTo>
                  <a:pt x="468218" y="67576"/>
                </a:lnTo>
                <a:lnTo>
                  <a:pt x="467514" y="68646"/>
                </a:lnTo>
                <a:lnTo>
                  <a:pt x="466802" y="69728"/>
                </a:lnTo>
                <a:lnTo>
                  <a:pt x="466081" y="70822"/>
                </a:lnTo>
                <a:lnTo>
                  <a:pt x="465352" y="71927"/>
                </a:lnTo>
                <a:lnTo>
                  <a:pt x="464613" y="73043"/>
                </a:lnTo>
                <a:lnTo>
                  <a:pt x="463867" y="74171"/>
                </a:lnTo>
                <a:lnTo>
                  <a:pt x="463111" y="75310"/>
                </a:lnTo>
                <a:lnTo>
                  <a:pt x="462347" y="76461"/>
                </a:lnTo>
                <a:lnTo>
                  <a:pt x="461574" y="77623"/>
                </a:lnTo>
                <a:lnTo>
                  <a:pt x="460793" y="78797"/>
                </a:lnTo>
                <a:lnTo>
                  <a:pt x="460002" y="79981"/>
                </a:lnTo>
                <a:lnTo>
                  <a:pt x="459204" y="81178"/>
                </a:lnTo>
                <a:lnTo>
                  <a:pt x="458396" y="82386"/>
                </a:lnTo>
                <a:lnTo>
                  <a:pt x="457580" y="83605"/>
                </a:lnTo>
                <a:lnTo>
                  <a:pt x="456755" y="84836"/>
                </a:lnTo>
                <a:lnTo>
                  <a:pt x="455922" y="86078"/>
                </a:lnTo>
                <a:lnTo>
                  <a:pt x="455080" y="87331"/>
                </a:lnTo>
                <a:lnTo>
                  <a:pt x="454229" y="88596"/>
                </a:lnTo>
                <a:lnTo>
                  <a:pt x="453370" y="89872"/>
                </a:lnTo>
                <a:lnTo>
                  <a:pt x="452502" y="91160"/>
                </a:lnTo>
                <a:lnTo>
                  <a:pt x="451625" y="92459"/>
                </a:lnTo>
                <a:lnTo>
                  <a:pt x="450735" y="91032"/>
                </a:lnTo>
                <a:lnTo>
                  <a:pt x="449860" y="89627"/>
                </a:lnTo>
                <a:lnTo>
                  <a:pt x="449001" y="88244"/>
                </a:lnTo>
                <a:lnTo>
                  <a:pt x="448156" y="86882"/>
                </a:lnTo>
                <a:lnTo>
                  <a:pt x="447327" y="85543"/>
                </a:lnTo>
                <a:lnTo>
                  <a:pt x="446513" y="84225"/>
                </a:lnTo>
                <a:lnTo>
                  <a:pt x="445715" y="82929"/>
                </a:lnTo>
                <a:lnTo>
                  <a:pt x="444931" y="81654"/>
                </a:lnTo>
                <a:lnTo>
                  <a:pt x="444163" y="80402"/>
                </a:lnTo>
                <a:lnTo>
                  <a:pt x="443410" y="79171"/>
                </a:lnTo>
                <a:lnTo>
                  <a:pt x="442673" y="77962"/>
                </a:lnTo>
                <a:lnTo>
                  <a:pt x="441950" y="76775"/>
                </a:lnTo>
                <a:lnTo>
                  <a:pt x="441243" y="75610"/>
                </a:lnTo>
                <a:lnTo>
                  <a:pt x="440551" y="74467"/>
                </a:lnTo>
                <a:lnTo>
                  <a:pt x="439874" y="73345"/>
                </a:lnTo>
                <a:lnTo>
                  <a:pt x="439213" y="72245"/>
                </a:lnTo>
                <a:lnTo>
                  <a:pt x="438567" y="71167"/>
                </a:lnTo>
                <a:lnTo>
                  <a:pt x="437936" y="70111"/>
                </a:lnTo>
                <a:lnTo>
                  <a:pt x="437320" y="69077"/>
                </a:lnTo>
                <a:lnTo>
                  <a:pt x="436719" y="68065"/>
                </a:lnTo>
                <a:lnTo>
                  <a:pt x="436134" y="67074"/>
                </a:lnTo>
                <a:lnTo>
                  <a:pt x="435564" y="66105"/>
                </a:lnTo>
                <a:lnTo>
                  <a:pt x="435009" y="65158"/>
                </a:lnTo>
                <a:lnTo>
                  <a:pt x="434470" y="64233"/>
                </a:lnTo>
                <a:lnTo>
                  <a:pt x="443347" y="61939"/>
                </a:lnTo>
                <a:lnTo>
                  <a:pt x="442948" y="57849"/>
                </a:lnTo>
                <a:lnTo>
                  <a:pt x="442007" y="57874"/>
                </a:lnTo>
                <a:lnTo>
                  <a:pt x="441080" y="57897"/>
                </a:lnTo>
                <a:lnTo>
                  <a:pt x="440166" y="57920"/>
                </a:lnTo>
                <a:lnTo>
                  <a:pt x="439265" y="57941"/>
                </a:lnTo>
                <a:lnTo>
                  <a:pt x="438379" y="57961"/>
                </a:lnTo>
                <a:lnTo>
                  <a:pt x="437505" y="57980"/>
                </a:lnTo>
                <a:lnTo>
                  <a:pt x="436646" y="57999"/>
                </a:lnTo>
                <a:lnTo>
                  <a:pt x="435799" y="58016"/>
                </a:lnTo>
                <a:lnTo>
                  <a:pt x="434967" y="58032"/>
                </a:lnTo>
                <a:lnTo>
                  <a:pt x="434148" y="58047"/>
                </a:lnTo>
                <a:lnTo>
                  <a:pt x="433342" y="58061"/>
                </a:lnTo>
                <a:lnTo>
                  <a:pt x="432550" y="58074"/>
                </a:lnTo>
                <a:lnTo>
                  <a:pt x="431771" y="58086"/>
                </a:lnTo>
                <a:lnTo>
                  <a:pt x="431006" y="58097"/>
                </a:lnTo>
                <a:lnTo>
                  <a:pt x="430254" y="58107"/>
                </a:lnTo>
                <a:lnTo>
                  <a:pt x="429516" y="58115"/>
                </a:lnTo>
                <a:lnTo>
                  <a:pt x="428791" y="58123"/>
                </a:lnTo>
                <a:lnTo>
                  <a:pt x="428080" y="58130"/>
                </a:lnTo>
                <a:lnTo>
                  <a:pt x="427382" y="58136"/>
                </a:lnTo>
                <a:lnTo>
                  <a:pt x="426698" y="58140"/>
                </a:lnTo>
                <a:lnTo>
                  <a:pt x="426028" y="58144"/>
                </a:lnTo>
                <a:lnTo>
                  <a:pt x="425370" y="58147"/>
                </a:lnTo>
                <a:lnTo>
                  <a:pt x="424727" y="58148"/>
                </a:lnTo>
                <a:lnTo>
                  <a:pt x="424097" y="58149"/>
                </a:lnTo>
                <a:lnTo>
                  <a:pt x="423253" y="58148"/>
                </a:lnTo>
                <a:lnTo>
                  <a:pt x="422400" y="58147"/>
                </a:lnTo>
                <a:lnTo>
                  <a:pt x="421539" y="58144"/>
                </a:lnTo>
                <a:lnTo>
                  <a:pt x="420669" y="58140"/>
                </a:lnTo>
                <a:lnTo>
                  <a:pt x="419791" y="58136"/>
                </a:lnTo>
                <a:lnTo>
                  <a:pt x="418904" y="58130"/>
                </a:lnTo>
                <a:lnTo>
                  <a:pt x="418008" y="58123"/>
                </a:lnTo>
                <a:lnTo>
                  <a:pt x="417104" y="58115"/>
                </a:lnTo>
                <a:lnTo>
                  <a:pt x="416191" y="58107"/>
                </a:lnTo>
                <a:lnTo>
                  <a:pt x="415269" y="58097"/>
                </a:lnTo>
                <a:lnTo>
                  <a:pt x="414338" y="58086"/>
                </a:lnTo>
                <a:lnTo>
                  <a:pt x="413399" y="58074"/>
                </a:lnTo>
                <a:lnTo>
                  <a:pt x="412452" y="58061"/>
                </a:lnTo>
                <a:lnTo>
                  <a:pt x="411495" y="58047"/>
                </a:lnTo>
                <a:lnTo>
                  <a:pt x="410530" y="58032"/>
                </a:lnTo>
                <a:lnTo>
                  <a:pt x="409557" y="58016"/>
                </a:lnTo>
                <a:lnTo>
                  <a:pt x="408574" y="57999"/>
                </a:lnTo>
                <a:lnTo>
                  <a:pt x="407583" y="57980"/>
                </a:lnTo>
                <a:lnTo>
                  <a:pt x="406584" y="57961"/>
                </a:lnTo>
                <a:lnTo>
                  <a:pt x="405575" y="57941"/>
                </a:lnTo>
                <a:lnTo>
                  <a:pt x="404558" y="57920"/>
                </a:lnTo>
                <a:lnTo>
                  <a:pt x="403533" y="57897"/>
                </a:lnTo>
                <a:lnTo>
                  <a:pt x="402498" y="57874"/>
                </a:lnTo>
                <a:lnTo>
                  <a:pt x="401456" y="57849"/>
                </a:lnTo>
                <a:lnTo>
                  <a:pt x="401854" y="61939"/>
                </a:lnTo>
                <a:lnTo>
                  <a:pt x="410532" y="64632"/>
                </a:lnTo>
                <a:lnTo>
                  <a:pt x="410812" y="64735"/>
                </a:lnTo>
                <a:lnTo>
                  <a:pt x="411087" y="64844"/>
                </a:lnTo>
                <a:lnTo>
                  <a:pt x="411358" y="64961"/>
                </a:lnTo>
                <a:lnTo>
                  <a:pt x="411624" y="65083"/>
                </a:lnTo>
                <a:lnTo>
                  <a:pt x="411884" y="65213"/>
                </a:lnTo>
                <a:lnTo>
                  <a:pt x="412140" y="65349"/>
                </a:lnTo>
                <a:lnTo>
                  <a:pt x="412391" y="65491"/>
                </a:lnTo>
                <a:lnTo>
                  <a:pt x="412638" y="65640"/>
                </a:lnTo>
                <a:lnTo>
                  <a:pt x="412879" y="65796"/>
                </a:lnTo>
                <a:lnTo>
                  <a:pt x="413115" y="65958"/>
                </a:lnTo>
                <a:lnTo>
                  <a:pt x="413347" y="66127"/>
                </a:lnTo>
                <a:lnTo>
                  <a:pt x="413574" y="66302"/>
                </a:lnTo>
                <a:lnTo>
                  <a:pt x="413796" y="66484"/>
                </a:lnTo>
                <a:lnTo>
                  <a:pt x="414013" y="66673"/>
                </a:lnTo>
                <a:lnTo>
                  <a:pt x="414225" y="66868"/>
                </a:lnTo>
                <a:lnTo>
                  <a:pt x="414433" y="67070"/>
                </a:lnTo>
                <a:lnTo>
                  <a:pt x="414635" y="67278"/>
                </a:lnTo>
                <a:lnTo>
                  <a:pt x="414833" y="67493"/>
                </a:lnTo>
                <a:lnTo>
                  <a:pt x="415026" y="67715"/>
                </a:lnTo>
                <a:lnTo>
                  <a:pt x="415214" y="67943"/>
                </a:lnTo>
                <a:lnTo>
                  <a:pt x="415397" y="68177"/>
                </a:lnTo>
                <a:lnTo>
                  <a:pt x="415576" y="68419"/>
                </a:lnTo>
                <a:lnTo>
                  <a:pt x="415749" y="68666"/>
                </a:lnTo>
                <a:lnTo>
                  <a:pt x="415918" y="68921"/>
                </a:lnTo>
                <a:lnTo>
                  <a:pt x="416803" y="70332"/>
                </a:lnTo>
                <a:lnTo>
                  <a:pt x="417695" y="71755"/>
                </a:lnTo>
                <a:lnTo>
                  <a:pt x="418595" y="73191"/>
                </a:lnTo>
                <a:lnTo>
                  <a:pt x="419503" y="74639"/>
                </a:lnTo>
                <a:lnTo>
                  <a:pt x="420418" y="76100"/>
                </a:lnTo>
                <a:lnTo>
                  <a:pt x="421341" y="77573"/>
                </a:lnTo>
                <a:lnTo>
                  <a:pt x="422272" y="79059"/>
                </a:lnTo>
                <a:lnTo>
                  <a:pt x="423210" y="80557"/>
                </a:lnTo>
                <a:lnTo>
                  <a:pt x="424156" y="82068"/>
                </a:lnTo>
                <a:lnTo>
                  <a:pt x="425109" y="83591"/>
                </a:lnTo>
                <a:lnTo>
                  <a:pt x="426070" y="85126"/>
                </a:lnTo>
                <a:lnTo>
                  <a:pt x="427039" y="86674"/>
                </a:lnTo>
                <a:lnTo>
                  <a:pt x="428015" y="88235"/>
                </a:lnTo>
                <a:lnTo>
                  <a:pt x="428999" y="89808"/>
                </a:lnTo>
                <a:lnTo>
                  <a:pt x="429991" y="91393"/>
                </a:lnTo>
                <a:lnTo>
                  <a:pt x="430990" y="92991"/>
                </a:lnTo>
                <a:lnTo>
                  <a:pt x="431997" y="94602"/>
                </a:lnTo>
                <a:lnTo>
                  <a:pt x="433011" y="96225"/>
                </a:lnTo>
                <a:lnTo>
                  <a:pt x="434033" y="97860"/>
                </a:lnTo>
                <a:lnTo>
                  <a:pt x="435063" y="99508"/>
                </a:lnTo>
                <a:lnTo>
                  <a:pt x="436100" y="101168"/>
                </a:lnTo>
                <a:lnTo>
                  <a:pt x="437145" y="102841"/>
                </a:lnTo>
                <a:lnTo>
                  <a:pt x="438197" y="104526"/>
                </a:lnTo>
                <a:lnTo>
                  <a:pt x="439257" y="106224"/>
                </a:lnTo>
                <a:lnTo>
                  <a:pt x="438197" y="107779"/>
                </a:lnTo>
                <a:lnTo>
                  <a:pt x="437143" y="109320"/>
                </a:lnTo>
                <a:lnTo>
                  <a:pt x="436095" y="110846"/>
                </a:lnTo>
                <a:lnTo>
                  <a:pt x="435054" y="112358"/>
                </a:lnTo>
                <a:lnTo>
                  <a:pt x="434020" y="113855"/>
                </a:lnTo>
                <a:lnTo>
                  <a:pt x="432992" y="115337"/>
                </a:lnTo>
                <a:lnTo>
                  <a:pt x="431971" y="116805"/>
                </a:lnTo>
                <a:lnTo>
                  <a:pt x="430957" y="118259"/>
                </a:lnTo>
                <a:lnTo>
                  <a:pt x="429949" y="119698"/>
                </a:lnTo>
                <a:lnTo>
                  <a:pt x="428947" y="121122"/>
                </a:lnTo>
                <a:lnTo>
                  <a:pt x="427952" y="122532"/>
                </a:lnTo>
                <a:lnTo>
                  <a:pt x="426964" y="123928"/>
                </a:lnTo>
                <a:lnTo>
                  <a:pt x="425982" y="125308"/>
                </a:lnTo>
                <a:lnTo>
                  <a:pt x="425007" y="126675"/>
                </a:lnTo>
                <a:lnTo>
                  <a:pt x="424039" y="128026"/>
                </a:lnTo>
                <a:lnTo>
                  <a:pt x="423077" y="129363"/>
                </a:lnTo>
                <a:lnTo>
                  <a:pt x="422122" y="130686"/>
                </a:lnTo>
                <a:lnTo>
                  <a:pt x="421173" y="131994"/>
                </a:lnTo>
                <a:lnTo>
                  <a:pt x="420231" y="133288"/>
                </a:lnTo>
                <a:lnTo>
                  <a:pt x="419295" y="134567"/>
                </a:lnTo>
                <a:lnTo>
                  <a:pt x="418366" y="135831"/>
                </a:lnTo>
                <a:lnTo>
                  <a:pt x="417444" y="137081"/>
                </a:lnTo>
                <a:lnTo>
                  <a:pt x="416528" y="138316"/>
                </a:lnTo>
                <a:lnTo>
                  <a:pt x="415619" y="139537"/>
                </a:lnTo>
                <a:lnTo>
                  <a:pt x="415385" y="139823"/>
                </a:lnTo>
                <a:lnTo>
                  <a:pt x="415151" y="140101"/>
                </a:lnTo>
                <a:lnTo>
                  <a:pt x="414916" y="140369"/>
                </a:lnTo>
                <a:lnTo>
                  <a:pt x="414679" y="140629"/>
                </a:lnTo>
                <a:lnTo>
                  <a:pt x="414442" y="140879"/>
                </a:lnTo>
                <a:lnTo>
                  <a:pt x="414204" y="141120"/>
                </a:lnTo>
                <a:lnTo>
                  <a:pt x="413964" y="141353"/>
                </a:lnTo>
                <a:lnTo>
                  <a:pt x="413724" y="141576"/>
                </a:lnTo>
                <a:lnTo>
                  <a:pt x="413482" y="141790"/>
                </a:lnTo>
                <a:lnTo>
                  <a:pt x="413239" y="141996"/>
                </a:lnTo>
                <a:lnTo>
                  <a:pt x="412996" y="142192"/>
                </a:lnTo>
                <a:lnTo>
                  <a:pt x="412751" y="142380"/>
                </a:lnTo>
                <a:lnTo>
                  <a:pt x="412505" y="142558"/>
                </a:lnTo>
                <a:lnTo>
                  <a:pt x="412259" y="142727"/>
                </a:lnTo>
                <a:lnTo>
                  <a:pt x="412011" y="142888"/>
                </a:lnTo>
                <a:lnTo>
                  <a:pt x="411762" y="143039"/>
                </a:lnTo>
                <a:lnTo>
                  <a:pt x="411512" y="143181"/>
                </a:lnTo>
                <a:lnTo>
                  <a:pt x="411261" y="143315"/>
                </a:lnTo>
                <a:lnTo>
                  <a:pt x="411009" y="143439"/>
                </a:lnTo>
                <a:lnTo>
                  <a:pt x="410756" y="143554"/>
                </a:lnTo>
                <a:lnTo>
                  <a:pt x="410502" y="143661"/>
                </a:lnTo>
                <a:lnTo>
                  <a:pt x="410247" y="143758"/>
                </a:lnTo>
                <a:lnTo>
                  <a:pt x="409991" y="143846"/>
                </a:lnTo>
                <a:lnTo>
                  <a:pt x="409734" y="143926"/>
                </a:lnTo>
                <a:lnTo>
                  <a:pt x="400198" y="146482"/>
                </a:lnTo>
                <a:lnTo>
                  <a:pt x="399883" y="144025"/>
                </a:lnTo>
                <a:lnTo>
                  <a:pt x="399496" y="144016"/>
                </a:lnTo>
                <a:lnTo>
                  <a:pt x="399116" y="144005"/>
                </a:lnTo>
                <a:lnTo>
                  <a:pt x="398743" y="143993"/>
                </a:lnTo>
                <a:lnTo>
                  <a:pt x="398378" y="143978"/>
                </a:lnTo>
                <a:lnTo>
                  <a:pt x="398020" y="143962"/>
                </a:lnTo>
                <a:lnTo>
                  <a:pt x="397670" y="143944"/>
                </a:lnTo>
                <a:lnTo>
                  <a:pt x="397326" y="143925"/>
                </a:lnTo>
                <a:lnTo>
                  <a:pt x="396990" y="143903"/>
                </a:lnTo>
                <a:lnTo>
                  <a:pt x="396661" y="143880"/>
                </a:lnTo>
                <a:lnTo>
                  <a:pt x="396340" y="143856"/>
                </a:lnTo>
                <a:lnTo>
                  <a:pt x="396026" y="143829"/>
                </a:lnTo>
                <a:lnTo>
                  <a:pt x="395718" y="143801"/>
                </a:lnTo>
                <a:lnTo>
                  <a:pt x="395419" y="143771"/>
                </a:lnTo>
                <a:lnTo>
                  <a:pt x="395126" y="143739"/>
                </a:lnTo>
                <a:lnTo>
                  <a:pt x="394841" y="143706"/>
                </a:lnTo>
                <a:lnTo>
                  <a:pt x="394563" y="143671"/>
                </a:lnTo>
                <a:lnTo>
                  <a:pt x="394293" y="143634"/>
                </a:lnTo>
                <a:lnTo>
                  <a:pt x="394029" y="143595"/>
                </a:lnTo>
                <a:lnTo>
                  <a:pt x="393773" y="143555"/>
                </a:lnTo>
                <a:lnTo>
                  <a:pt x="393524" y="143513"/>
                </a:lnTo>
                <a:lnTo>
                  <a:pt x="393283" y="143469"/>
                </a:lnTo>
                <a:lnTo>
                  <a:pt x="393048" y="143423"/>
                </a:lnTo>
                <a:lnTo>
                  <a:pt x="392821" y="143376"/>
                </a:lnTo>
                <a:lnTo>
                  <a:pt x="392602" y="143327"/>
                </a:lnTo>
                <a:lnTo>
                  <a:pt x="392363" y="143292"/>
                </a:lnTo>
                <a:lnTo>
                  <a:pt x="392130" y="143254"/>
                </a:lnTo>
                <a:lnTo>
                  <a:pt x="391902" y="143213"/>
                </a:lnTo>
                <a:lnTo>
                  <a:pt x="391679" y="143168"/>
                </a:lnTo>
                <a:lnTo>
                  <a:pt x="391461" y="143120"/>
                </a:lnTo>
                <a:lnTo>
                  <a:pt x="391249" y="143068"/>
                </a:lnTo>
                <a:lnTo>
                  <a:pt x="391042" y="143014"/>
                </a:lnTo>
                <a:lnTo>
                  <a:pt x="390840" y="142956"/>
                </a:lnTo>
                <a:lnTo>
                  <a:pt x="390643" y="142895"/>
                </a:lnTo>
                <a:lnTo>
                  <a:pt x="390451" y="142830"/>
                </a:lnTo>
                <a:lnTo>
                  <a:pt x="390264" y="142762"/>
                </a:lnTo>
                <a:lnTo>
                  <a:pt x="390083" y="142691"/>
                </a:lnTo>
                <a:lnTo>
                  <a:pt x="389907" y="142617"/>
                </a:lnTo>
                <a:lnTo>
                  <a:pt x="389736" y="142539"/>
                </a:lnTo>
                <a:lnTo>
                  <a:pt x="389570" y="142458"/>
                </a:lnTo>
                <a:lnTo>
                  <a:pt x="389410" y="142374"/>
                </a:lnTo>
                <a:lnTo>
                  <a:pt x="389255" y="142286"/>
                </a:lnTo>
                <a:lnTo>
                  <a:pt x="389104" y="142196"/>
                </a:lnTo>
                <a:lnTo>
                  <a:pt x="388960" y="142102"/>
                </a:lnTo>
                <a:lnTo>
                  <a:pt x="388820" y="142004"/>
                </a:lnTo>
                <a:lnTo>
                  <a:pt x="388685" y="141903"/>
                </a:lnTo>
                <a:lnTo>
                  <a:pt x="388556" y="141799"/>
                </a:lnTo>
                <a:lnTo>
                  <a:pt x="388432" y="141692"/>
                </a:lnTo>
                <a:lnTo>
                  <a:pt x="388313" y="141582"/>
                </a:lnTo>
                <a:lnTo>
                  <a:pt x="388198" y="141467"/>
                </a:lnTo>
                <a:lnTo>
                  <a:pt x="388087" y="141349"/>
                </a:lnTo>
                <a:lnTo>
                  <a:pt x="387979" y="141226"/>
                </a:lnTo>
                <a:lnTo>
                  <a:pt x="387875" y="141098"/>
                </a:lnTo>
                <a:lnTo>
                  <a:pt x="387774" y="140966"/>
                </a:lnTo>
                <a:lnTo>
                  <a:pt x="387677" y="140830"/>
                </a:lnTo>
                <a:lnTo>
                  <a:pt x="387583" y="140690"/>
                </a:lnTo>
                <a:lnTo>
                  <a:pt x="387493" y="140545"/>
                </a:lnTo>
                <a:lnTo>
                  <a:pt x="387406" y="140396"/>
                </a:lnTo>
                <a:lnTo>
                  <a:pt x="387322" y="140243"/>
                </a:lnTo>
                <a:lnTo>
                  <a:pt x="387242" y="140085"/>
                </a:lnTo>
                <a:lnTo>
                  <a:pt x="387166" y="139923"/>
                </a:lnTo>
                <a:lnTo>
                  <a:pt x="387093" y="139757"/>
                </a:lnTo>
                <a:lnTo>
                  <a:pt x="387023" y="139586"/>
                </a:lnTo>
                <a:lnTo>
                  <a:pt x="386957" y="139411"/>
                </a:lnTo>
                <a:lnTo>
                  <a:pt x="386894" y="139232"/>
                </a:lnTo>
                <a:lnTo>
                  <a:pt x="386835" y="139049"/>
                </a:lnTo>
                <a:lnTo>
                  <a:pt x="386779" y="138861"/>
                </a:lnTo>
                <a:lnTo>
                  <a:pt x="386727" y="138668"/>
                </a:lnTo>
                <a:lnTo>
                  <a:pt x="386678" y="138472"/>
                </a:lnTo>
                <a:lnTo>
                  <a:pt x="386633" y="138271"/>
                </a:lnTo>
                <a:lnTo>
                  <a:pt x="386591" y="138065"/>
                </a:lnTo>
                <a:lnTo>
                  <a:pt x="386552" y="137856"/>
                </a:lnTo>
                <a:lnTo>
                  <a:pt x="386517" y="137642"/>
                </a:lnTo>
                <a:lnTo>
                  <a:pt x="386477" y="137431"/>
                </a:lnTo>
                <a:lnTo>
                  <a:pt x="386437" y="137215"/>
                </a:lnTo>
                <a:lnTo>
                  <a:pt x="386399" y="136994"/>
                </a:lnTo>
                <a:lnTo>
                  <a:pt x="386362" y="136766"/>
                </a:lnTo>
                <a:lnTo>
                  <a:pt x="386327" y="136534"/>
                </a:lnTo>
                <a:lnTo>
                  <a:pt x="386293" y="136295"/>
                </a:lnTo>
                <a:lnTo>
                  <a:pt x="386260" y="136052"/>
                </a:lnTo>
                <a:lnTo>
                  <a:pt x="386229" y="135802"/>
                </a:lnTo>
                <a:lnTo>
                  <a:pt x="386200" y="135547"/>
                </a:lnTo>
                <a:lnTo>
                  <a:pt x="386171" y="135287"/>
                </a:lnTo>
                <a:lnTo>
                  <a:pt x="386144" y="135021"/>
                </a:lnTo>
                <a:lnTo>
                  <a:pt x="386118" y="134749"/>
                </a:lnTo>
                <a:lnTo>
                  <a:pt x="386094" y="134472"/>
                </a:lnTo>
                <a:lnTo>
                  <a:pt x="386071" y="134190"/>
                </a:lnTo>
                <a:lnTo>
                  <a:pt x="386050" y="133902"/>
                </a:lnTo>
                <a:lnTo>
                  <a:pt x="386030" y="133608"/>
                </a:lnTo>
                <a:lnTo>
                  <a:pt x="386011" y="133309"/>
                </a:lnTo>
                <a:lnTo>
                  <a:pt x="385994" y="133004"/>
                </a:lnTo>
                <a:lnTo>
                  <a:pt x="385978" y="132694"/>
                </a:lnTo>
                <a:lnTo>
                  <a:pt x="385963" y="132378"/>
                </a:lnTo>
                <a:lnTo>
                  <a:pt x="385950" y="132056"/>
                </a:lnTo>
                <a:lnTo>
                  <a:pt x="385938" y="131729"/>
                </a:lnTo>
                <a:lnTo>
                  <a:pt x="385928" y="131397"/>
                </a:lnTo>
                <a:lnTo>
                  <a:pt x="385919" y="131059"/>
                </a:lnTo>
                <a:lnTo>
                  <a:pt x="385903" y="130353"/>
                </a:lnTo>
                <a:lnTo>
                  <a:pt x="385887" y="129548"/>
                </a:lnTo>
                <a:lnTo>
                  <a:pt x="385872" y="128645"/>
                </a:lnTo>
                <a:lnTo>
                  <a:pt x="385858" y="127643"/>
                </a:lnTo>
                <a:lnTo>
                  <a:pt x="385845" y="126542"/>
                </a:lnTo>
                <a:lnTo>
                  <a:pt x="385832" y="125343"/>
                </a:lnTo>
                <a:lnTo>
                  <a:pt x="385820" y="124044"/>
                </a:lnTo>
                <a:lnTo>
                  <a:pt x="385808" y="122648"/>
                </a:lnTo>
                <a:lnTo>
                  <a:pt x="385797" y="121152"/>
                </a:lnTo>
                <a:lnTo>
                  <a:pt x="385787" y="119558"/>
                </a:lnTo>
                <a:lnTo>
                  <a:pt x="385778" y="117865"/>
                </a:lnTo>
                <a:lnTo>
                  <a:pt x="385769" y="116073"/>
                </a:lnTo>
                <a:lnTo>
                  <a:pt x="385761" y="114183"/>
                </a:lnTo>
                <a:lnTo>
                  <a:pt x="385754" y="112194"/>
                </a:lnTo>
                <a:lnTo>
                  <a:pt x="385748" y="110106"/>
                </a:lnTo>
                <a:lnTo>
                  <a:pt x="385742" y="107919"/>
                </a:lnTo>
                <a:lnTo>
                  <a:pt x="385736" y="105634"/>
                </a:lnTo>
                <a:lnTo>
                  <a:pt x="385732" y="103250"/>
                </a:lnTo>
                <a:lnTo>
                  <a:pt x="385728" y="100768"/>
                </a:lnTo>
                <a:lnTo>
                  <a:pt x="385725" y="98186"/>
                </a:lnTo>
                <a:lnTo>
                  <a:pt x="385723" y="95506"/>
                </a:lnTo>
                <a:lnTo>
                  <a:pt x="385721" y="92727"/>
                </a:lnTo>
                <a:lnTo>
                  <a:pt x="385720" y="89850"/>
                </a:lnTo>
                <a:lnTo>
                  <a:pt x="385720" y="86874"/>
                </a:lnTo>
                <a:lnTo>
                  <a:pt x="385721" y="85331"/>
                </a:lnTo>
                <a:lnTo>
                  <a:pt x="385724" y="83812"/>
                </a:lnTo>
                <a:lnTo>
                  <a:pt x="385729" y="82316"/>
                </a:lnTo>
                <a:lnTo>
                  <a:pt x="385736" y="80842"/>
                </a:lnTo>
                <a:lnTo>
                  <a:pt x="385745" y="79393"/>
                </a:lnTo>
                <a:lnTo>
                  <a:pt x="385757" y="77966"/>
                </a:lnTo>
                <a:lnTo>
                  <a:pt x="385770" y="76562"/>
                </a:lnTo>
                <a:lnTo>
                  <a:pt x="385786" y="75182"/>
                </a:lnTo>
                <a:lnTo>
                  <a:pt x="385804" y="73825"/>
                </a:lnTo>
                <a:lnTo>
                  <a:pt x="385823" y="72491"/>
                </a:lnTo>
                <a:lnTo>
                  <a:pt x="385845" y="71181"/>
                </a:lnTo>
                <a:lnTo>
                  <a:pt x="385869" y="69893"/>
                </a:lnTo>
                <a:lnTo>
                  <a:pt x="385895" y="68629"/>
                </a:lnTo>
                <a:lnTo>
                  <a:pt x="385923" y="67388"/>
                </a:lnTo>
                <a:lnTo>
                  <a:pt x="385953" y="66170"/>
                </a:lnTo>
                <a:lnTo>
                  <a:pt x="385985" y="64975"/>
                </a:lnTo>
                <a:lnTo>
                  <a:pt x="386020" y="63804"/>
                </a:lnTo>
                <a:lnTo>
                  <a:pt x="386056" y="62656"/>
                </a:lnTo>
                <a:lnTo>
                  <a:pt x="386095" y="61531"/>
                </a:lnTo>
                <a:lnTo>
                  <a:pt x="386135" y="60429"/>
                </a:lnTo>
                <a:lnTo>
                  <a:pt x="386178" y="59350"/>
                </a:lnTo>
                <a:lnTo>
                  <a:pt x="386222" y="58295"/>
                </a:lnTo>
                <a:lnTo>
                  <a:pt x="386269" y="57263"/>
                </a:lnTo>
                <a:lnTo>
                  <a:pt x="386318" y="56254"/>
                </a:lnTo>
                <a:lnTo>
                  <a:pt x="385420" y="55555"/>
                </a:lnTo>
                <a:lnTo>
                  <a:pt x="384169" y="55878"/>
                </a:lnTo>
                <a:lnTo>
                  <a:pt x="382910" y="56198"/>
                </a:lnTo>
                <a:lnTo>
                  <a:pt x="381643" y="56515"/>
                </a:lnTo>
                <a:lnTo>
                  <a:pt x="380367" y="56830"/>
                </a:lnTo>
                <a:lnTo>
                  <a:pt x="379083" y="57142"/>
                </a:lnTo>
                <a:lnTo>
                  <a:pt x="377790" y="57451"/>
                </a:lnTo>
                <a:lnTo>
                  <a:pt x="376489" y="57757"/>
                </a:lnTo>
                <a:lnTo>
                  <a:pt x="375180" y="58060"/>
                </a:lnTo>
                <a:lnTo>
                  <a:pt x="373863" y="58361"/>
                </a:lnTo>
                <a:lnTo>
                  <a:pt x="372537" y="58658"/>
                </a:lnTo>
                <a:lnTo>
                  <a:pt x="371203" y="58954"/>
                </a:lnTo>
                <a:lnTo>
                  <a:pt x="369861" y="59246"/>
                </a:lnTo>
                <a:lnTo>
                  <a:pt x="368510" y="59535"/>
                </a:lnTo>
                <a:lnTo>
                  <a:pt x="367151" y="59822"/>
                </a:lnTo>
                <a:lnTo>
                  <a:pt x="365784" y="60106"/>
                </a:lnTo>
                <a:lnTo>
                  <a:pt x="364408" y="60387"/>
                </a:lnTo>
                <a:lnTo>
                  <a:pt x="363024" y="60666"/>
                </a:lnTo>
                <a:lnTo>
                  <a:pt x="361632" y="60941"/>
                </a:lnTo>
                <a:lnTo>
                  <a:pt x="360232" y="61214"/>
                </a:lnTo>
                <a:lnTo>
                  <a:pt x="358823" y="61484"/>
                </a:lnTo>
                <a:lnTo>
                  <a:pt x="357406" y="61752"/>
                </a:lnTo>
                <a:lnTo>
                  <a:pt x="355980" y="62016"/>
                </a:lnTo>
                <a:lnTo>
                  <a:pt x="354546" y="62278"/>
                </a:lnTo>
                <a:lnTo>
                  <a:pt x="353104" y="62537"/>
                </a:lnTo>
                <a:lnTo>
                  <a:pt x="353603" y="65928"/>
                </a:lnTo>
                <a:lnTo>
                  <a:pt x="366769" y="69519"/>
                </a:lnTo>
                <a:lnTo>
                  <a:pt x="366801" y="70325"/>
                </a:lnTo>
                <a:lnTo>
                  <a:pt x="366833" y="71145"/>
                </a:lnTo>
                <a:lnTo>
                  <a:pt x="366862" y="71980"/>
                </a:lnTo>
                <a:lnTo>
                  <a:pt x="366891" y="72830"/>
                </a:lnTo>
                <a:lnTo>
                  <a:pt x="366918" y="73695"/>
                </a:lnTo>
                <a:lnTo>
                  <a:pt x="366943" y="74575"/>
                </a:lnTo>
                <a:lnTo>
                  <a:pt x="366968" y="75469"/>
                </a:lnTo>
                <a:lnTo>
                  <a:pt x="366990" y="76379"/>
                </a:lnTo>
                <a:lnTo>
                  <a:pt x="367012" y="77304"/>
                </a:lnTo>
                <a:lnTo>
                  <a:pt x="367032" y="78243"/>
                </a:lnTo>
                <a:lnTo>
                  <a:pt x="367051" y="79197"/>
                </a:lnTo>
                <a:lnTo>
                  <a:pt x="367068" y="80166"/>
                </a:lnTo>
                <a:lnTo>
                  <a:pt x="367084" y="81150"/>
                </a:lnTo>
                <a:lnTo>
                  <a:pt x="367099" y="82149"/>
                </a:lnTo>
                <a:lnTo>
                  <a:pt x="367112" y="83163"/>
                </a:lnTo>
                <a:lnTo>
                  <a:pt x="367123" y="84192"/>
                </a:lnTo>
                <a:lnTo>
                  <a:pt x="367134" y="85236"/>
                </a:lnTo>
                <a:lnTo>
                  <a:pt x="367143" y="86294"/>
                </a:lnTo>
                <a:lnTo>
                  <a:pt x="367150" y="87368"/>
                </a:lnTo>
                <a:lnTo>
                  <a:pt x="367157" y="88456"/>
                </a:lnTo>
                <a:lnTo>
                  <a:pt x="367162" y="89559"/>
                </a:lnTo>
                <a:lnTo>
                  <a:pt x="367165" y="90677"/>
                </a:lnTo>
                <a:lnTo>
                  <a:pt x="367167" y="91810"/>
                </a:lnTo>
                <a:lnTo>
                  <a:pt x="367168" y="92958"/>
                </a:lnTo>
                <a:lnTo>
                  <a:pt x="367168" y="135448"/>
                </a:lnTo>
                <a:lnTo>
                  <a:pt x="366263" y="135903"/>
                </a:lnTo>
                <a:lnTo>
                  <a:pt x="365360" y="136339"/>
                </a:lnTo>
                <a:lnTo>
                  <a:pt x="364459" y="136755"/>
                </a:lnTo>
                <a:lnTo>
                  <a:pt x="363560" y="137151"/>
                </a:lnTo>
                <a:lnTo>
                  <a:pt x="362664" y="137528"/>
                </a:lnTo>
                <a:lnTo>
                  <a:pt x="361769" y="137885"/>
                </a:lnTo>
                <a:lnTo>
                  <a:pt x="360877" y="138222"/>
                </a:lnTo>
                <a:lnTo>
                  <a:pt x="359986" y="138540"/>
                </a:lnTo>
                <a:lnTo>
                  <a:pt x="359098" y="138837"/>
                </a:lnTo>
                <a:lnTo>
                  <a:pt x="358212" y="139115"/>
                </a:lnTo>
                <a:lnTo>
                  <a:pt x="357328" y="139373"/>
                </a:lnTo>
                <a:lnTo>
                  <a:pt x="356446" y="139612"/>
                </a:lnTo>
                <a:lnTo>
                  <a:pt x="355566" y="139830"/>
                </a:lnTo>
                <a:lnTo>
                  <a:pt x="354688" y="140029"/>
                </a:lnTo>
                <a:lnTo>
                  <a:pt x="353812" y="140209"/>
                </a:lnTo>
                <a:lnTo>
                  <a:pt x="352938" y="140368"/>
                </a:lnTo>
                <a:lnTo>
                  <a:pt x="352066" y="140508"/>
                </a:lnTo>
                <a:lnTo>
                  <a:pt x="351197" y="140628"/>
                </a:lnTo>
                <a:lnTo>
                  <a:pt x="350329" y="140728"/>
                </a:lnTo>
                <a:lnTo>
                  <a:pt x="349464" y="140809"/>
                </a:lnTo>
                <a:lnTo>
                  <a:pt x="348600" y="140869"/>
                </a:lnTo>
                <a:lnTo>
                  <a:pt x="347739" y="140910"/>
                </a:lnTo>
                <a:lnTo>
                  <a:pt x="346880" y="140932"/>
                </a:lnTo>
                <a:lnTo>
                  <a:pt x="346023" y="140933"/>
                </a:lnTo>
                <a:lnTo>
                  <a:pt x="345159" y="140932"/>
                </a:lnTo>
                <a:lnTo>
                  <a:pt x="344311" y="140910"/>
                </a:lnTo>
                <a:lnTo>
                  <a:pt x="343481" y="140869"/>
                </a:lnTo>
                <a:lnTo>
                  <a:pt x="342668" y="140809"/>
                </a:lnTo>
                <a:lnTo>
                  <a:pt x="341871" y="140728"/>
                </a:lnTo>
                <a:lnTo>
                  <a:pt x="341092" y="140628"/>
                </a:lnTo>
                <a:lnTo>
                  <a:pt x="340329" y="140508"/>
                </a:lnTo>
                <a:lnTo>
                  <a:pt x="339584" y="140368"/>
                </a:lnTo>
                <a:lnTo>
                  <a:pt x="338855" y="140209"/>
                </a:lnTo>
                <a:lnTo>
                  <a:pt x="338144" y="140029"/>
                </a:lnTo>
                <a:lnTo>
                  <a:pt x="337449" y="139830"/>
                </a:lnTo>
                <a:lnTo>
                  <a:pt x="336772" y="139612"/>
                </a:lnTo>
                <a:lnTo>
                  <a:pt x="336111" y="139373"/>
                </a:lnTo>
                <a:lnTo>
                  <a:pt x="335468" y="139115"/>
                </a:lnTo>
                <a:lnTo>
                  <a:pt x="334841" y="138837"/>
                </a:lnTo>
                <a:lnTo>
                  <a:pt x="334231" y="138540"/>
                </a:lnTo>
                <a:lnTo>
                  <a:pt x="333639" y="138222"/>
                </a:lnTo>
                <a:lnTo>
                  <a:pt x="333063" y="137885"/>
                </a:lnTo>
                <a:lnTo>
                  <a:pt x="332504" y="137528"/>
                </a:lnTo>
                <a:lnTo>
                  <a:pt x="331962" y="137151"/>
                </a:lnTo>
                <a:lnTo>
                  <a:pt x="331437" y="136755"/>
                </a:lnTo>
                <a:lnTo>
                  <a:pt x="330929" y="136339"/>
                </a:lnTo>
                <a:lnTo>
                  <a:pt x="330439" y="135903"/>
                </a:lnTo>
                <a:lnTo>
                  <a:pt x="329965" y="135448"/>
                </a:lnTo>
                <a:lnTo>
                  <a:pt x="329501" y="134995"/>
                </a:lnTo>
                <a:lnTo>
                  <a:pt x="329057" y="134519"/>
                </a:lnTo>
                <a:lnTo>
                  <a:pt x="328632" y="134018"/>
                </a:lnTo>
                <a:lnTo>
                  <a:pt x="328227" y="133494"/>
                </a:lnTo>
                <a:lnTo>
                  <a:pt x="327842" y="132946"/>
                </a:lnTo>
                <a:lnTo>
                  <a:pt x="327477" y="132374"/>
                </a:lnTo>
                <a:lnTo>
                  <a:pt x="327132" y="131778"/>
                </a:lnTo>
                <a:lnTo>
                  <a:pt x="326806" y="131159"/>
                </a:lnTo>
                <a:lnTo>
                  <a:pt x="326500" y="130515"/>
                </a:lnTo>
                <a:lnTo>
                  <a:pt x="326214" y="129848"/>
                </a:lnTo>
                <a:lnTo>
                  <a:pt x="325947" y="129156"/>
                </a:lnTo>
                <a:lnTo>
                  <a:pt x="325701" y="128441"/>
                </a:lnTo>
                <a:lnTo>
                  <a:pt x="325474" y="127702"/>
                </a:lnTo>
                <a:lnTo>
                  <a:pt x="325266" y="126938"/>
                </a:lnTo>
                <a:lnTo>
                  <a:pt x="325079" y="126151"/>
                </a:lnTo>
                <a:lnTo>
                  <a:pt x="324911" y="125341"/>
                </a:lnTo>
                <a:lnTo>
                  <a:pt x="324763" y="124506"/>
                </a:lnTo>
                <a:lnTo>
                  <a:pt x="324635" y="123647"/>
                </a:lnTo>
                <a:lnTo>
                  <a:pt x="324526" y="122764"/>
                </a:lnTo>
                <a:lnTo>
                  <a:pt x="324437" y="121858"/>
                </a:lnTo>
                <a:lnTo>
                  <a:pt x="324368" y="120928"/>
                </a:lnTo>
                <a:lnTo>
                  <a:pt x="324319" y="119973"/>
                </a:lnTo>
                <a:lnTo>
                  <a:pt x="324289" y="118995"/>
                </a:lnTo>
                <a:lnTo>
                  <a:pt x="324279" y="117993"/>
                </a:lnTo>
                <a:lnTo>
                  <a:pt x="324279" y="86276"/>
                </a:lnTo>
                <a:lnTo>
                  <a:pt x="324280" y="84758"/>
                </a:lnTo>
                <a:lnTo>
                  <a:pt x="324284" y="83263"/>
                </a:lnTo>
                <a:lnTo>
                  <a:pt x="324289" y="81792"/>
                </a:lnTo>
                <a:lnTo>
                  <a:pt x="324296" y="80344"/>
                </a:lnTo>
                <a:lnTo>
                  <a:pt x="324305" y="78919"/>
                </a:lnTo>
                <a:lnTo>
                  <a:pt x="324317" y="77517"/>
                </a:lnTo>
                <a:lnTo>
                  <a:pt x="324330" y="76139"/>
                </a:lnTo>
                <a:lnTo>
                  <a:pt x="324346" y="74783"/>
                </a:lnTo>
                <a:lnTo>
                  <a:pt x="324364" y="73451"/>
                </a:lnTo>
                <a:lnTo>
                  <a:pt x="324383" y="72142"/>
                </a:lnTo>
                <a:lnTo>
                  <a:pt x="324405" y="70856"/>
                </a:lnTo>
                <a:lnTo>
                  <a:pt x="324429" y="69594"/>
                </a:lnTo>
                <a:lnTo>
                  <a:pt x="324455" y="68355"/>
                </a:lnTo>
                <a:lnTo>
                  <a:pt x="324483" y="67139"/>
                </a:lnTo>
                <a:lnTo>
                  <a:pt x="324513" y="65946"/>
                </a:lnTo>
                <a:lnTo>
                  <a:pt x="324545" y="64776"/>
                </a:lnTo>
                <a:lnTo>
                  <a:pt x="324580" y="63629"/>
                </a:lnTo>
                <a:lnTo>
                  <a:pt x="324616" y="62506"/>
                </a:lnTo>
                <a:lnTo>
                  <a:pt x="324654" y="61406"/>
                </a:lnTo>
                <a:lnTo>
                  <a:pt x="324695" y="60329"/>
                </a:lnTo>
                <a:lnTo>
                  <a:pt x="324738" y="59275"/>
                </a:lnTo>
                <a:lnTo>
                  <a:pt x="324782" y="58245"/>
                </a:lnTo>
                <a:lnTo>
                  <a:pt x="324829" y="57238"/>
                </a:lnTo>
                <a:lnTo>
                  <a:pt x="324878" y="56254"/>
                </a:lnTo>
                <a:lnTo>
                  <a:pt x="323980" y="55555"/>
                </a:lnTo>
                <a:lnTo>
                  <a:pt x="322729" y="55878"/>
                </a:lnTo>
                <a:lnTo>
                  <a:pt x="321469" y="56198"/>
                </a:lnTo>
                <a:lnTo>
                  <a:pt x="320201" y="56515"/>
                </a:lnTo>
                <a:lnTo>
                  <a:pt x="318924" y="56830"/>
                </a:lnTo>
                <a:lnTo>
                  <a:pt x="317638" y="57142"/>
                </a:lnTo>
                <a:lnTo>
                  <a:pt x="316344" y="57451"/>
                </a:lnTo>
                <a:lnTo>
                  <a:pt x="315041" y="57757"/>
                </a:lnTo>
                <a:lnTo>
                  <a:pt x="313729" y="58060"/>
                </a:lnTo>
                <a:lnTo>
                  <a:pt x="312409" y="58361"/>
                </a:lnTo>
                <a:lnTo>
                  <a:pt x="311080" y="58658"/>
                </a:lnTo>
                <a:lnTo>
                  <a:pt x="309742" y="58954"/>
                </a:lnTo>
                <a:lnTo>
                  <a:pt x="308396" y="59246"/>
                </a:lnTo>
                <a:lnTo>
                  <a:pt x="307041" y="59535"/>
                </a:lnTo>
                <a:lnTo>
                  <a:pt x="305677" y="59822"/>
                </a:lnTo>
                <a:lnTo>
                  <a:pt x="304305" y="60106"/>
                </a:lnTo>
                <a:lnTo>
                  <a:pt x="302924" y="60387"/>
                </a:lnTo>
                <a:lnTo>
                  <a:pt x="301534" y="60666"/>
                </a:lnTo>
                <a:lnTo>
                  <a:pt x="300136" y="60941"/>
                </a:lnTo>
                <a:lnTo>
                  <a:pt x="298729" y="61214"/>
                </a:lnTo>
                <a:lnTo>
                  <a:pt x="297313" y="61484"/>
                </a:lnTo>
                <a:lnTo>
                  <a:pt x="295889" y="61752"/>
                </a:lnTo>
                <a:lnTo>
                  <a:pt x="294456" y="62016"/>
                </a:lnTo>
                <a:lnTo>
                  <a:pt x="293015" y="62278"/>
                </a:lnTo>
                <a:lnTo>
                  <a:pt x="291564" y="62537"/>
                </a:lnTo>
                <a:lnTo>
                  <a:pt x="292063" y="65928"/>
                </a:lnTo>
                <a:lnTo>
                  <a:pt x="305329" y="69519"/>
                </a:lnTo>
                <a:lnTo>
                  <a:pt x="305361" y="70427"/>
                </a:lnTo>
                <a:lnTo>
                  <a:pt x="305392" y="71372"/>
                </a:lnTo>
                <a:lnTo>
                  <a:pt x="305422" y="72354"/>
                </a:lnTo>
                <a:lnTo>
                  <a:pt x="305451" y="73373"/>
                </a:lnTo>
                <a:lnTo>
                  <a:pt x="305478" y="74429"/>
                </a:lnTo>
                <a:lnTo>
                  <a:pt x="305503" y="75522"/>
                </a:lnTo>
                <a:lnTo>
                  <a:pt x="305527" y="76652"/>
                </a:lnTo>
                <a:lnTo>
                  <a:pt x="305550" y="77820"/>
                </a:lnTo>
                <a:lnTo>
                  <a:pt x="305572" y="79024"/>
                </a:lnTo>
                <a:lnTo>
                  <a:pt x="305592" y="80265"/>
                </a:lnTo>
                <a:lnTo>
                  <a:pt x="305611" y="81544"/>
                </a:lnTo>
                <a:lnTo>
                  <a:pt x="305628" y="82859"/>
                </a:lnTo>
                <a:lnTo>
                  <a:pt x="305644" y="84212"/>
                </a:lnTo>
                <a:lnTo>
                  <a:pt x="305658" y="85602"/>
                </a:lnTo>
                <a:lnTo>
                  <a:pt x="305672" y="87028"/>
                </a:lnTo>
                <a:lnTo>
                  <a:pt x="305683" y="88492"/>
                </a:lnTo>
                <a:lnTo>
                  <a:pt x="305694" y="89993"/>
                </a:lnTo>
                <a:lnTo>
                  <a:pt x="305703" y="91531"/>
                </a:lnTo>
                <a:lnTo>
                  <a:pt x="305710" y="93106"/>
                </a:lnTo>
                <a:lnTo>
                  <a:pt x="305717" y="94717"/>
                </a:lnTo>
                <a:lnTo>
                  <a:pt x="305721" y="96366"/>
                </a:lnTo>
                <a:lnTo>
                  <a:pt x="305725" y="98053"/>
                </a:lnTo>
                <a:lnTo>
                  <a:pt x="305727" y="99776"/>
                </a:lnTo>
                <a:lnTo>
                  <a:pt x="305728" y="101536"/>
                </a:lnTo>
                <a:lnTo>
                  <a:pt x="305728" y="122681"/>
                </a:lnTo>
                <a:lnTo>
                  <a:pt x="305733" y="123883"/>
                </a:lnTo>
                <a:lnTo>
                  <a:pt x="305767" y="125061"/>
                </a:lnTo>
                <a:lnTo>
                  <a:pt x="305829" y="126217"/>
                </a:lnTo>
                <a:lnTo>
                  <a:pt x="305919" y="127349"/>
                </a:lnTo>
                <a:lnTo>
                  <a:pt x="306037" y="128458"/>
                </a:lnTo>
                <a:lnTo>
                  <a:pt x="306183" y="129544"/>
                </a:lnTo>
                <a:lnTo>
                  <a:pt x="306357" y="130607"/>
                </a:lnTo>
                <a:lnTo>
                  <a:pt x="306559" y="131646"/>
                </a:lnTo>
                <a:lnTo>
                  <a:pt x="306789" y="132663"/>
                </a:lnTo>
                <a:lnTo>
                  <a:pt x="307047" y="133656"/>
                </a:lnTo>
                <a:lnTo>
                  <a:pt x="307333" y="134626"/>
                </a:lnTo>
                <a:lnTo>
                  <a:pt x="307648" y="135572"/>
                </a:lnTo>
                <a:lnTo>
                  <a:pt x="307990" y="136496"/>
                </a:lnTo>
                <a:lnTo>
                  <a:pt x="308360" y="137396"/>
                </a:lnTo>
                <a:lnTo>
                  <a:pt x="308759" y="138273"/>
                </a:lnTo>
                <a:lnTo>
                  <a:pt x="309185" y="139127"/>
                </a:lnTo>
                <a:lnTo>
                  <a:pt x="309640" y="139958"/>
                </a:lnTo>
                <a:lnTo>
                  <a:pt x="310122" y="140765"/>
                </a:lnTo>
                <a:lnTo>
                  <a:pt x="310633" y="141549"/>
                </a:lnTo>
                <a:lnTo>
                  <a:pt x="311172" y="142310"/>
                </a:lnTo>
                <a:lnTo>
                  <a:pt x="311739" y="143048"/>
                </a:lnTo>
                <a:lnTo>
                  <a:pt x="312333" y="143763"/>
                </a:lnTo>
                <a:lnTo>
                  <a:pt x="312956" y="144454"/>
                </a:lnTo>
                <a:lnTo>
                  <a:pt x="313607" y="145122"/>
                </a:lnTo>
                <a:lnTo>
                  <a:pt x="314269" y="145774"/>
                </a:lnTo>
                <a:lnTo>
                  <a:pt x="314958" y="146397"/>
                </a:lnTo>
                <a:lnTo>
                  <a:pt x="315675" y="146993"/>
                </a:lnTo>
                <a:lnTo>
                  <a:pt x="316419" y="147561"/>
                </a:lnTo>
                <a:lnTo>
                  <a:pt x="317191" y="148101"/>
                </a:lnTo>
                <a:lnTo>
                  <a:pt x="317989" y="148613"/>
                </a:lnTo>
                <a:lnTo>
                  <a:pt x="318816" y="149098"/>
                </a:lnTo>
                <a:lnTo>
                  <a:pt x="319669" y="149555"/>
                </a:lnTo>
                <a:lnTo>
                  <a:pt x="320550" y="149985"/>
                </a:lnTo>
                <a:lnTo>
                  <a:pt x="321458" y="150387"/>
                </a:lnTo>
                <a:lnTo>
                  <a:pt x="322394" y="150761"/>
                </a:lnTo>
                <a:lnTo>
                  <a:pt x="323357" y="151107"/>
                </a:lnTo>
                <a:lnTo>
                  <a:pt x="324347" y="151425"/>
                </a:lnTo>
                <a:lnTo>
                  <a:pt x="325365" y="151716"/>
                </a:lnTo>
                <a:lnTo>
                  <a:pt x="326410" y="151980"/>
                </a:lnTo>
                <a:lnTo>
                  <a:pt x="327482" y="152215"/>
                </a:lnTo>
                <a:lnTo>
                  <a:pt x="328582" y="152423"/>
                </a:lnTo>
                <a:lnTo>
                  <a:pt x="329709" y="152603"/>
                </a:lnTo>
                <a:lnTo>
                  <a:pt x="330863" y="152755"/>
                </a:lnTo>
                <a:lnTo>
                  <a:pt x="332045" y="152880"/>
                </a:lnTo>
                <a:lnTo>
                  <a:pt x="333254" y="152977"/>
                </a:lnTo>
                <a:lnTo>
                  <a:pt x="334491" y="153046"/>
                </a:lnTo>
                <a:lnTo>
                  <a:pt x="335755" y="153088"/>
                </a:lnTo>
                <a:lnTo>
                  <a:pt x="337046" y="153102"/>
                </a:lnTo>
                <a:lnTo>
                  <a:pt x="338351" y="153082"/>
                </a:lnTo>
                <a:lnTo>
                  <a:pt x="339655" y="153021"/>
                </a:lnTo>
                <a:lnTo>
                  <a:pt x="340959" y="152921"/>
                </a:lnTo>
                <a:lnTo>
                  <a:pt x="342263" y="152780"/>
                </a:lnTo>
                <a:lnTo>
                  <a:pt x="343567" y="152599"/>
                </a:lnTo>
                <a:lnTo>
                  <a:pt x="344870" y="152379"/>
                </a:lnTo>
                <a:lnTo>
                  <a:pt x="346172" y="152117"/>
                </a:lnTo>
                <a:lnTo>
                  <a:pt x="347475" y="151816"/>
                </a:lnTo>
                <a:lnTo>
                  <a:pt x="348777" y="151475"/>
                </a:lnTo>
                <a:lnTo>
                  <a:pt x="350078" y="151093"/>
                </a:lnTo>
                <a:lnTo>
                  <a:pt x="351380" y="150671"/>
                </a:lnTo>
                <a:lnTo>
                  <a:pt x="352680" y="150209"/>
                </a:lnTo>
                <a:lnTo>
                  <a:pt x="353981" y="149707"/>
                </a:lnTo>
                <a:lnTo>
                  <a:pt x="355281" y="149165"/>
                </a:lnTo>
                <a:lnTo>
                  <a:pt x="356581" y="148582"/>
                </a:lnTo>
                <a:lnTo>
                  <a:pt x="357881" y="147959"/>
                </a:lnTo>
                <a:lnTo>
                  <a:pt x="359180" y="147297"/>
                </a:lnTo>
                <a:lnTo>
                  <a:pt x="360479" y="146594"/>
                </a:lnTo>
                <a:lnTo>
                  <a:pt x="361777" y="145850"/>
                </a:lnTo>
                <a:lnTo>
                  <a:pt x="363076" y="145067"/>
                </a:lnTo>
                <a:lnTo>
                  <a:pt x="364373" y="144243"/>
                </a:lnTo>
                <a:lnTo>
                  <a:pt x="365671" y="143380"/>
                </a:lnTo>
                <a:lnTo>
                  <a:pt x="366968" y="142476"/>
                </a:lnTo>
                <a:lnTo>
                  <a:pt x="368265" y="141532"/>
                </a:lnTo>
                <a:lnTo>
                  <a:pt x="368551" y="142476"/>
                </a:lnTo>
                <a:lnTo>
                  <a:pt x="368861" y="143379"/>
                </a:lnTo>
                <a:lnTo>
                  <a:pt x="369194" y="144242"/>
                </a:lnTo>
                <a:lnTo>
                  <a:pt x="369550" y="145064"/>
                </a:lnTo>
                <a:lnTo>
                  <a:pt x="369931" y="145846"/>
                </a:lnTo>
                <a:lnTo>
                  <a:pt x="370335" y="146587"/>
                </a:lnTo>
                <a:lnTo>
                  <a:pt x="370762" y="147288"/>
                </a:lnTo>
                <a:lnTo>
                  <a:pt x="371213" y="147948"/>
                </a:lnTo>
                <a:lnTo>
                  <a:pt x="371687" y="148568"/>
                </a:lnTo>
                <a:lnTo>
                  <a:pt x="372185" y="149147"/>
                </a:lnTo>
                <a:lnTo>
                  <a:pt x="372707" y="149686"/>
                </a:lnTo>
                <a:lnTo>
                  <a:pt x="373252" y="150184"/>
                </a:lnTo>
                <a:lnTo>
                  <a:pt x="373821" y="150642"/>
                </a:lnTo>
                <a:lnTo>
                  <a:pt x="374413" y="151059"/>
                </a:lnTo>
                <a:lnTo>
                  <a:pt x="375029" y="151436"/>
                </a:lnTo>
                <a:lnTo>
                  <a:pt x="375668" y="151772"/>
                </a:lnTo>
                <a:lnTo>
                  <a:pt x="376331" y="152067"/>
                </a:lnTo>
                <a:lnTo>
                  <a:pt x="377017" y="152322"/>
                </a:lnTo>
                <a:lnTo>
                  <a:pt x="377727" y="152537"/>
                </a:lnTo>
                <a:lnTo>
                  <a:pt x="378461" y="152711"/>
                </a:lnTo>
                <a:lnTo>
                  <a:pt x="379218" y="152845"/>
                </a:lnTo>
                <a:lnTo>
                  <a:pt x="379998" y="152938"/>
                </a:lnTo>
                <a:lnTo>
                  <a:pt x="380802" y="152990"/>
                </a:lnTo>
                <a:lnTo>
                  <a:pt x="381630" y="153002"/>
                </a:lnTo>
                <a:lnTo>
                  <a:pt x="381820" y="152999"/>
                </a:lnTo>
                <a:lnTo>
                  <a:pt x="382022" y="152990"/>
                </a:lnTo>
                <a:lnTo>
                  <a:pt x="382238" y="152975"/>
                </a:lnTo>
                <a:lnTo>
                  <a:pt x="382467" y="152955"/>
                </a:lnTo>
                <a:lnTo>
                  <a:pt x="382709" y="152928"/>
                </a:lnTo>
                <a:lnTo>
                  <a:pt x="382964" y="152896"/>
                </a:lnTo>
                <a:lnTo>
                  <a:pt x="383233" y="152858"/>
                </a:lnTo>
                <a:lnTo>
                  <a:pt x="383514" y="152814"/>
                </a:lnTo>
                <a:lnTo>
                  <a:pt x="383809" y="152763"/>
                </a:lnTo>
                <a:lnTo>
                  <a:pt x="384117" y="152708"/>
                </a:lnTo>
                <a:lnTo>
                  <a:pt x="384438" y="152646"/>
                </a:lnTo>
                <a:lnTo>
                  <a:pt x="384772" y="152578"/>
                </a:lnTo>
                <a:lnTo>
                  <a:pt x="385119" y="152504"/>
                </a:lnTo>
                <a:lnTo>
                  <a:pt x="385480" y="152425"/>
                </a:lnTo>
                <a:lnTo>
                  <a:pt x="385854" y="152340"/>
                </a:lnTo>
                <a:lnTo>
                  <a:pt x="386240" y="152248"/>
                </a:lnTo>
                <a:lnTo>
                  <a:pt x="386640" y="152151"/>
                </a:lnTo>
                <a:lnTo>
                  <a:pt x="387054" y="152048"/>
                </a:lnTo>
                <a:lnTo>
                  <a:pt x="387480" y="151939"/>
                </a:lnTo>
                <a:lnTo>
                  <a:pt x="387919" y="151824"/>
                </a:lnTo>
                <a:lnTo>
                  <a:pt x="388372" y="151704"/>
                </a:lnTo>
                <a:lnTo>
                  <a:pt x="388838" y="151577"/>
                </a:lnTo>
                <a:lnTo>
                  <a:pt x="389317" y="151445"/>
                </a:lnTo>
                <a:lnTo>
                  <a:pt x="389809" y="151306"/>
                </a:lnTo>
                <a:lnTo>
                  <a:pt x="390297" y="151173"/>
                </a:lnTo>
                <a:lnTo>
                  <a:pt x="390781" y="151039"/>
                </a:lnTo>
                <a:lnTo>
                  <a:pt x="391261" y="150904"/>
                </a:lnTo>
                <a:lnTo>
                  <a:pt x="391737" y="150769"/>
                </a:lnTo>
                <a:lnTo>
                  <a:pt x="392209" y="150633"/>
                </a:lnTo>
                <a:lnTo>
                  <a:pt x="392676" y="150496"/>
                </a:lnTo>
                <a:lnTo>
                  <a:pt x="393140" y="150358"/>
                </a:lnTo>
                <a:lnTo>
                  <a:pt x="393599" y="150220"/>
                </a:lnTo>
                <a:lnTo>
                  <a:pt x="394054" y="150081"/>
                </a:lnTo>
                <a:lnTo>
                  <a:pt x="394505" y="149942"/>
                </a:lnTo>
                <a:lnTo>
                  <a:pt x="394952" y="149802"/>
                </a:lnTo>
                <a:lnTo>
                  <a:pt x="395394" y="149661"/>
                </a:lnTo>
                <a:lnTo>
                  <a:pt x="395833" y="149519"/>
                </a:lnTo>
                <a:lnTo>
                  <a:pt x="396267" y="149377"/>
                </a:lnTo>
                <a:lnTo>
                  <a:pt x="396697" y="149234"/>
                </a:lnTo>
                <a:lnTo>
                  <a:pt x="397123" y="149090"/>
                </a:lnTo>
                <a:lnTo>
                  <a:pt x="397545" y="148945"/>
                </a:lnTo>
                <a:lnTo>
                  <a:pt x="397963" y="148800"/>
                </a:lnTo>
                <a:lnTo>
                  <a:pt x="398376" y="148655"/>
                </a:lnTo>
                <a:lnTo>
                  <a:pt x="398786" y="148508"/>
                </a:lnTo>
                <a:lnTo>
                  <a:pt x="399191" y="148361"/>
                </a:lnTo>
                <a:lnTo>
                  <a:pt x="399592" y="148213"/>
                </a:lnTo>
                <a:lnTo>
                  <a:pt x="399989" y="148064"/>
                </a:lnTo>
                <a:lnTo>
                  <a:pt x="400202" y="147983"/>
                </a:lnTo>
                <a:lnTo>
                  <a:pt x="400458" y="150608"/>
                </a:lnTo>
                <a:lnTo>
                  <a:pt x="401188" y="150584"/>
                </a:lnTo>
                <a:close/>
                <a:moveTo>
                  <a:pt x="768345" y="139487"/>
                </a:moveTo>
                <a:lnTo>
                  <a:pt x="767454" y="139609"/>
                </a:lnTo>
                <a:lnTo>
                  <a:pt x="766569" y="139724"/>
                </a:lnTo>
                <a:lnTo>
                  <a:pt x="765688" y="139833"/>
                </a:lnTo>
                <a:lnTo>
                  <a:pt x="764813" y="139936"/>
                </a:lnTo>
                <a:lnTo>
                  <a:pt x="763943" y="140033"/>
                </a:lnTo>
                <a:lnTo>
                  <a:pt x="763078" y="140123"/>
                </a:lnTo>
                <a:lnTo>
                  <a:pt x="762218" y="140207"/>
                </a:lnTo>
                <a:lnTo>
                  <a:pt x="761363" y="140285"/>
                </a:lnTo>
                <a:lnTo>
                  <a:pt x="760514" y="140357"/>
                </a:lnTo>
                <a:lnTo>
                  <a:pt x="759670" y="140422"/>
                </a:lnTo>
                <a:lnTo>
                  <a:pt x="758831" y="140481"/>
                </a:lnTo>
                <a:lnTo>
                  <a:pt x="757997" y="140534"/>
                </a:lnTo>
                <a:lnTo>
                  <a:pt x="757169" y="140581"/>
                </a:lnTo>
                <a:lnTo>
                  <a:pt x="756345" y="140622"/>
                </a:lnTo>
                <a:lnTo>
                  <a:pt x="755527" y="140656"/>
                </a:lnTo>
                <a:lnTo>
                  <a:pt x="754714" y="140684"/>
                </a:lnTo>
                <a:lnTo>
                  <a:pt x="753906" y="140706"/>
                </a:lnTo>
                <a:lnTo>
                  <a:pt x="753104" y="140721"/>
                </a:lnTo>
                <a:lnTo>
                  <a:pt x="752306" y="140731"/>
                </a:lnTo>
                <a:lnTo>
                  <a:pt x="751514" y="140734"/>
                </a:lnTo>
                <a:lnTo>
                  <a:pt x="749739" y="140718"/>
                </a:lnTo>
                <a:lnTo>
                  <a:pt x="748004" y="140669"/>
                </a:lnTo>
                <a:lnTo>
                  <a:pt x="746309" y="140589"/>
                </a:lnTo>
                <a:lnTo>
                  <a:pt x="744654" y="140476"/>
                </a:lnTo>
                <a:lnTo>
                  <a:pt x="743039" y="140331"/>
                </a:lnTo>
                <a:lnTo>
                  <a:pt x="741465" y="140154"/>
                </a:lnTo>
                <a:lnTo>
                  <a:pt x="739931" y="139945"/>
                </a:lnTo>
                <a:lnTo>
                  <a:pt x="738437" y="139703"/>
                </a:lnTo>
                <a:lnTo>
                  <a:pt x="736983" y="139429"/>
                </a:lnTo>
                <a:lnTo>
                  <a:pt x="735569" y="139123"/>
                </a:lnTo>
                <a:lnTo>
                  <a:pt x="734196" y="138785"/>
                </a:lnTo>
                <a:lnTo>
                  <a:pt x="732862" y="138415"/>
                </a:lnTo>
                <a:lnTo>
                  <a:pt x="731569" y="138012"/>
                </a:lnTo>
                <a:lnTo>
                  <a:pt x="730316" y="137577"/>
                </a:lnTo>
                <a:lnTo>
                  <a:pt x="729104" y="137110"/>
                </a:lnTo>
                <a:lnTo>
                  <a:pt x="727931" y="136611"/>
                </a:lnTo>
                <a:lnTo>
                  <a:pt x="726798" y="136080"/>
                </a:lnTo>
                <a:lnTo>
                  <a:pt x="725706" y="135516"/>
                </a:lnTo>
                <a:lnTo>
                  <a:pt x="724654" y="134920"/>
                </a:lnTo>
                <a:lnTo>
                  <a:pt x="723642" y="134292"/>
                </a:lnTo>
                <a:lnTo>
                  <a:pt x="722670" y="133632"/>
                </a:lnTo>
                <a:lnTo>
                  <a:pt x="721739" y="132940"/>
                </a:lnTo>
                <a:lnTo>
                  <a:pt x="720847" y="132215"/>
                </a:lnTo>
                <a:lnTo>
                  <a:pt x="719996" y="131458"/>
                </a:lnTo>
                <a:lnTo>
                  <a:pt x="719174" y="130680"/>
                </a:lnTo>
                <a:lnTo>
                  <a:pt x="718387" y="129859"/>
                </a:lnTo>
                <a:lnTo>
                  <a:pt x="717635" y="128994"/>
                </a:lnTo>
                <a:lnTo>
                  <a:pt x="716918" y="128086"/>
                </a:lnTo>
                <a:lnTo>
                  <a:pt x="716236" y="127135"/>
                </a:lnTo>
                <a:lnTo>
                  <a:pt x="715589" y="126141"/>
                </a:lnTo>
                <a:lnTo>
                  <a:pt x="714977" y="125103"/>
                </a:lnTo>
                <a:lnTo>
                  <a:pt x="714399" y="124022"/>
                </a:lnTo>
                <a:lnTo>
                  <a:pt x="713857" y="122897"/>
                </a:lnTo>
                <a:lnTo>
                  <a:pt x="713350" y="121730"/>
                </a:lnTo>
                <a:lnTo>
                  <a:pt x="712878" y="120519"/>
                </a:lnTo>
                <a:lnTo>
                  <a:pt x="712441" y="119265"/>
                </a:lnTo>
                <a:lnTo>
                  <a:pt x="712038" y="117967"/>
                </a:lnTo>
                <a:lnTo>
                  <a:pt x="711671" y="116626"/>
                </a:lnTo>
                <a:lnTo>
                  <a:pt x="711339" y="115242"/>
                </a:lnTo>
                <a:lnTo>
                  <a:pt x="711041" y="113815"/>
                </a:lnTo>
                <a:lnTo>
                  <a:pt x="710779" y="112344"/>
                </a:lnTo>
                <a:lnTo>
                  <a:pt x="710552" y="110830"/>
                </a:lnTo>
                <a:lnTo>
                  <a:pt x="710359" y="109273"/>
                </a:lnTo>
                <a:lnTo>
                  <a:pt x="710202" y="107673"/>
                </a:lnTo>
                <a:lnTo>
                  <a:pt x="710080" y="106029"/>
                </a:lnTo>
                <a:lnTo>
                  <a:pt x="709992" y="104342"/>
                </a:lnTo>
                <a:lnTo>
                  <a:pt x="709940" y="102611"/>
                </a:lnTo>
                <a:lnTo>
                  <a:pt x="709922" y="100838"/>
                </a:lnTo>
                <a:lnTo>
                  <a:pt x="772858" y="100838"/>
                </a:lnTo>
                <a:lnTo>
                  <a:pt x="772883" y="100605"/>
                </a:lnTo>
                <a:lnTo>
                  <a:pt x="772906" y="100371"/>
                </a:lnTo>
                <a:lnTo>
                  <a:pt x="772929" y="100138"/>
                </a:lnTo>
                <a:lnTo>
                  <a:pt x="772950" y="99904"/>
                </a:lnTo>
                <a:lnTo>
                  <a:pt x="772970" y="99670"/>
                </a:lnTo>
                <a:lnTo>
                  <a:pt x="772989" y="99435"/>
                </a:lnTo>
                <a:lnTo>
                  <a:pt x="773008" y="99200"/>
                </a:lnTo>
                <a:lnTo>
                  <a:pt x="773025" y="98965"/>
                </a:lnTo>
                <a:lnTo>
                  <a:pt x="773041" y="98729"/>
                </a:lnTo>
                <a:lnTo>
                  <a:pt x="773056" y="98493"/>
                </a:lnTo>
                <a:lnTo>
                  <a:pt x="773070" y="98257"/>
                </a:lnTo>
                <a:lnTo>
                  <a:pt x="773083" y="98020"/>
                </a:lnTo>
                <a:lnTo>
                  <a:pt x="773095" y="97783"/>
                </a:lnTo>
                <a:lnTo>
                  <a:pt x="773106" y="97546"/>
                </a:lnTo>
                <a:lnTo>
                  <a:pt x="773116" y="97308"/>
                </a:lnTo>
                <a:lnTo>
                  <a:pt x="773124" y="97070"/>
                </a:lnTo>
                <a:lnTo>
                  <a:pt x="773132" y="96831"/>
                </a:lnTo>
                <a:lnTo>
                  <a:pt x="773139" y="96592"/>
                </a:lnTo>
                <a:lnTo>
                  <a:pt x="773145" y="96353"/>
                </a:lnTo>
                <a:lnTo>
                  <a:pt x="773149" y="96114"/>
                </a:lnTo>
                <a:lnTo>
                  <a:pt x="773153" y="95874"/>
                </a:lnTo>
                <a:lnTo>
                  <a:pt x="773156" y="95634"/>
                </a:lnTo>
                <a:lnTo>
                  <a:pt x="773157" y="95393"/>
                </a:lnTo>
                <a:lnTo>
                  <a:pt x="773158" y="95152"/>
                </a:lnTo>
                <a:lnTo>
                  <a:pt x="773141" y="93628"/>
                </a:lnTo>
                <a:lnTo>
                  <a:pt x="773089" y="92131"/>
                </a:lnTo>
                <a:lnTo>
                  <a:pt x="773003" y="90661"/>
                </a:lnTo>
                <a:lnTo>
                  <a:pt x="772883" y="89218"/>
                </a:lnTo>
                <a:lnTo>
                  <a:pt x="772729" y="87802"/>
                </a:lnTo>
                <a:lnTo>
                  <a:pt x="772540" y="86413"/>
                </a:lnTo>
                <a:lnTo>
                  <a:pt x="772318" y="85051"/>
                </a:lnTo>
                <a:lnTo>
                  <a:pt x="772060" y="83716"/>
                </a:lnTo>
                <a:lnTo>
                  <a:pt x="771769" y="82407"/>
                </a:lnTo>
                <a:lnTo>
                  <a:pt x="771443" y="81126"/>
                </a:lnTo>
                <a:lnTo>
                  <a:pt x="771083" y="79872"/>
                </a:lnTo>
                <a:lnTo>
                  <a:pt x="770689" y="78645"/>
                </a:lnTo>
                <a:lnTo>
                  <a:pt x="770260" y="77445"/>
                </a:lnTo>
                <a:lnTo>
                  <a:pt x="769798" y="76272"/>
                </a:lnTo>
                <a:lnTo>
                  <a:pt x="769300" y="75126"/>
                </a:lnTo>
                <a:lnTo>
                  <a:pt x="768769" y="74007"/>
                </a:lnTo>
                <a:lnTo>
                  <a:pt x="768203" y="72915"/>
                </a:lnTo>
                <a:lnTo>
                  <a:pt x="767603" y="71851"/>
                </a:lnTo>
                <a:lnTo>
                  <a:pt x="766969" y="70813"/>
                </a:lnTo>
                <a:lnTo>
                  <a:pt x="766300" y="69802"/>
                </a:lnTo>
                <a:lnTo>
                  <a:pt x="765598" y="68818"/>
                </a:lnTo>
                <a:lnTo>
                  <a:pt x="764860" y="67861"/>
                </a:lnTo>
                <a:lnTo>
                  <a:pt x="764089" y="66931"/>
                </a:lnTo>
                <a:lnTo>
                  <a:pt x="763283" y="66028"/>
                </a:lnTo>
                <a:lnTo>
                  <a:pt x="762447" y="65174"/>
                </a:lnTo>
                <a:lnTo>
                  <a:pt x="761584" y="64355"/>
                </a:lnTo>
                <a:lnTo>
                  <a:pt x="760693" y="63574"/>
                </a:lnTo>
                <a:lnTo>
                  <a:pt x="759776" y="62828"/>
                </a:lnTo>
                <a:lnTo>
                  <a:pt x="758831" y="62119"/>
                </a:lnTo>
                <a:lnTo>
                  <a:pt x="757860" y="61446"/>
                </a:lnTo>
                <a:lnTo>
                  <a:pt x="756862" y="60810"/>
                </a:lnTo>
                <a:lnTo>
                  <a:pt x="755836" y="60210"/>
                </a:lnTo>
                <a:lnTo>
                  <a:pt x="754784" y="59646"/>
                </a:lnTo>
                <a:lnTo>
                  <a:pt x="753704" y="59119"/>
                </a:lnTo>
                <a:lnTo>
                  <a:pt x="752598" y="58628"/>
                </a:lnTo>
                <a:lnTo>
                  <a:pt x="751464" y="58174"/>
                </a:lnTo>
                <a:lnTo>
                  <a:pt x="750304" y="57755"/>
                </a:lnTo>
                <a:lnTo>
                  <a:pt x="749116" y="57374"/>
                </a:lnTo>
                <a:lnTo>
                  <a:pt x="747901" y="57028"/>
                </a:lnTo>
                <a:lnTo>
                  <a:pt x="746660" y="56719"/>
                </a:lnTo>
                <a:lnTo>
                  <a:pt x="745391" y="56446"/>
                </a:lnTo>
                <a:lnTo>
                  <a:pt x="744096" y="56210"/>
                </a:lnTo>
                <a:lnTo>
                  <a:pt x="742773" y="56010"/>
                </a:lnTo>
                <a:lnTo>
                  <a:pt x="741424" y="55846"/>
                </a:lnTo>
                <a:lnTo>
                  <a:pt x="740047" y="55719"/>
                </a:lnTo>
                <a:lnTo>
                  <a:pt x="738643" y="55628"/>
                </a:lnTo>
                <a:lnTo>
                  <a:pt x="737213" y="55574"/>
                </a:lnTo>
                <a:lnTo>
                  <a:pt x="735755" y="55555"/>
                </a:lnTo>
                <a:lnTo>
                  <a:pt x="734008" y="55580"/>
                </a:lnTo>
                <a:lnTo>
                  <a:pt x="732290" y="55653"/>
                </a:lnTo>
                <a:lnTo>
                  <a:pt x="730603" y="55775"/>
                </a:lnTo>
                <a:lnTo>
                  <a:pt x="728945" y="55946"/>
                </a:lnTo>
                <a:lnTo>
                  <a:pt x="727317" y="56166"/>
                </a:lnTo>
                <a:lnTo>
                  <a:pt x="725719" y="56434"/>
                </a:lnTo>
                <a:lnTo>
                  <a:pt x="724150" y="56752"/>
                </a:lnTo>
                <a:lnTo>
                  <a:pt x="722611" y="57118"/>
                </a:lnTo>
                <a:lnTo>
                  <a:pt x="721102" y="57533"/>
                </a:lnTo>
                <a:lnTo>
                  <a:pt x="719623" y="57997"/>
                </a:lnTo>
                <a:lnTo>
                  <a:pt x="718174" y="58510"/>
                </a:lnTo>
                <a:lnTo>
                  <a:pt x="716754" y="59071"/>
                </a:lnTo>
                <a:lnTo>
                  <a:pt x="715365" y="59682"/>
                </a:lnTo>
                <a:lnTo>
                  <a:pt x="714005" y="60341"/>
                </a:lnTo>
                <a:lnTo>
                  <a:pt x="712674" y="61049"/>
                </a:lnTo>
                <a:lnTo>
                  <a:pt x="711374" y="61806"/>
                </a:lnTo>
                <a:lnTo>
                  <a:pt x="710103" y="62612"/>
                </a:lnTo>
                <a:lnTo>
                  <a:pt x="708862" y="63466"/>
                </a:lnTo>
                <a:lnTo>
                  <a:pt x="707651" y="64370"/>
                </a:lnTo>
                <a:lnTo>
                  <a:pt x="706470" y="65322"/>
                </a:lnTo>
                <a:lnTo>
                  <a:pt x="705319" y="66323"/>
                </a:lnTo>
                <a:lnTo>
                  <a:pt x="704197" y="67373"/>
                </a:lnTo>
                <a:lnTo>
                  <a:pt x="703105" y="68471"/>
                </a:lnTo>
                <a:lnTo>
                  <a:pt x="702043" y="69619"/>
                </a:lnTo>
                <a:lnTo>
                  <a:pt x="701017" y="70805"/>
                </a:lnTo>
                <a:lnTo>
                  <a:pt x="700035" y="72019"/>
                </a:lnTo>
                <a:lnTo>
                  <a:pt x="699097" y="73261"/>
                </a:lnTo>
                <a:lnTo>
                  <a:pt x="698203" y="74531"/>
                </a:lnTo>
                <a:lnTo>
                  <a:pt x="697352" y="75829"/>
                </a:lnTo>
                <a:lnTo>
                  <a:pt x="696544" y="77156"/>
                </a:lnTo>
                <a:lnTo>
                  <a:pt x="695781" y="78510"/>
                </a:lnTo>
                <a:lnTo>
                  <a:pt x="695061" y="79892"/>
                </a:lnTo>
                <a:lnTo>
                  <a:pt x="694384" y="81303"/>
                </a:lnTo>
                <a:lnTo>
                  <a:pt x="693752" y="82741"/>
                </a:lnTo>
                <a:lnTo>
                  <a:pt x="693163" y="84207"/>
                </a:lnTo>
                <a:lnTo>
                  <a:pt x="692617" y="85702"/>
                </a:lnTo>
                <a:lnTo>
                  <a:pt x="692115" y="87225"/>
                </a:lnTo>
                <a:lnTo>
                  <a:pt x="691657" y="88775"/>
                </a:lnTo>
                <a:lnTo>
                  <a:pt x="691243" y="90354"/>
                </a:lnTo>
                <a:lnTo>
                  <a:pt x="690872" y="91961"/>
                </a:lnTo>
                <a:lnTo>
                  <a:pt x="690544" y="93596"/>
                </a:lnTo>
                <a:lnTo>
                  <a:pt x="690261" y="95258"/>
                </a:lnTo>
                <a:lnTo>
                  <a:pt x="690021" y="96949"/>
                </a:lnTo>
                <a:lnTo>
                  <a:pt x="689824" y="98668"/>
                </a:lnTo>
                <a:lnTo>
                  <a:pt x="689672" y="100415"/>
                </a:lnTo>
                <a:lnTo>
                  <a:pt x="689563" y="102190"/>
                </a:lnTo>
                <a:lnTo>
                  <a:pt x="689497" y="103993"/>
                </a:lnTo>
                <a:lnTo>
                  <a:pt x="689475" y="105825"/>
                </a:lnTo>
                <a:lnTo>
                  <a:pt x="689491" y="107669"/>
                </a:lnTo>
                <a:lnTo>
                  <a:pt x="689554" y="109479"/>
                </a:lnTo>
                <a:lnTo>
                  <a:pt x="689666" y="111254"/>
                </a:lnTo>
                <a:lnTo>
                  <a:pt x="689824" y="112995"/>
                </a:lnTo>
                <a:lnTo>
                  <a:pt x="690031" y="114701"/>
                </a:lnTo>
                <a:lnTo>
                  <a:pt x="690286" y="116372"/>
                </a:lnTo>
                <a:lnTo>
                  <a:pt x="690588" y="118009"/>
                </a:lnTo>
                <a:lnTo>
                  <a:pt x="690938" y="119611"/>
                </a:lnTo>
                <a:lnTo>
                  <a:pt x="691336" y="121178"/>
                </a:lnTo>
                <a:lnTo>
                  <a:pt x="691782" y="122711"/>
                </a:lnTo>
                <a:lnTo>
                  <a:pt x="692275" y="124209"/>
                </a:lnTo>
                <a:lnTo>
                  <a:pt x="692817" y="125673"/>
                </a:lnTo>
                <a:lnTo>
                  <a:pt x="693406" y="127102"/>
                </a:lnTo>
                <a:lnTo>
                  <a:pt x="694043" y="128496"/>
                </a:lnTo>
                <a:lnTo>
                  <a:pt x="694727" y="129856"/>
                </a:lnTo>
                <a:lnTo>
                  <a:pt x="695460" y="131181"/>
                </a:lnTo>
                <a:lnTo>
                  <a:pt x="696240" y="132471"/>
                </a:lnTo>
                <a:lnTo>
                  <a:pt x="697068" y="133727"/>
                </a:lnTo>
                <a:lnTo>
                  <a:pt x="697944" y="134948"/>
                </a:lnTo>
                <a:lnTo>
                  <a:pt x="698868" y="136135"/>
                </a:lnTo>
                <a:lnTo>
                  <a:pt x="699839" y="137287"/>
                </a:lnTo>
                <a:lnTo>
                  <a:pt x="700858" y="138404"/>
                </a:lnTo>
                <a:lnTo>
                  <a:pt x="701925" y="139486"/>
                </a:lnTo>
                <a:lnTo>
                  <a:pt x="703040" y="140534"/>
                </a:lnTo>
                <a:lnTo>
                  <a:pt x="704169" y="141560"/>
                </a:lnTo>
                <a:lnTo>
                  <a:pt x="705328" y="142542"/>
                </a:lnTo>
                <a:lnTo>
                  <a:pt x="706517" y="143480"/>
                </a:lnTo>
                <a:lnTo>
                  <a:pt x="707736" y="144374"/>
                </a:lnTo>
                <a:lnTo>
                  <a:pt x="708986" y="145225"/>
                </a:lnTo>
                <a:lnTo>
                  <a:pt x="710265" y="146033"/>
                </a:lnTo>
                <a:lnTo>
                  <a:pt x="711575" y="146796"/>
                </a:lnTo>
                <a:lnTo>
                  <a:pt x="712914" y="147516"/>
                </a:lnTo>
                <a:lnTo>
                  <a:pt x="714284" y="148193"/>
                </a:lnTo>
                <a:lnTo>
                  <a:pt x="715684" y="148825"/>
                </a:lnTo>
                <a:lnTo>
                  <a:pt x="717114" y="149414"/>
                </a:lnTo>
                <a:lnTo>
                  <a:pt x="718575" y="149960"/>
                </a:lnTo>
                <a:lnTo>
                  <a:pt x="720065" y="150462"/>
                </a:lnTo>
                <a:lnTo>
                  <a:pt x="721586" y="150920"/>
                </a:lnTo>
                <a:lnTo>
                  <a:pt x="723136" y="151334"/>
                </a:lnTo>
                <a:lnTo>
                  <a:pt x="724717" y="151705"/>
                </a:lnTo>
                <a:lnTo>
                  <a:pt x="726328" y="152033"/>
                </a:lnTo>
                <a:lnTo>
                  <a:pt x="727969" y="152316"/>
                </a:lnTo>
                <a:lnTo>
                  <a:pt x="729640" y="152556"/>
                </a:lnTo>
                <a:lnTo>
                  <a:pt x="731341" y="152753"/>
                </a:lnTo>
                <a:lnTo>
                  <a:pt x="733073" y="152905"/>
                </a:lnTo>
                <a:lnTo>
                  <a:pt x="734834" y="153014"/>
                </a:lnTo>
                <a:lnTo>
                  <a:pt x="736626" y="153080"/>
                </a:lnTo>
                <a:lnTo>
                  <a:pt x="738448" y="153102"/>
                </a:lnTo>
                <a:lnTo>
                  <a:pt x="739082" y="153098"/>
                </a:lnTo>
                <a:lnTo>
                  <a:pt x="739722" y="153086"/>
                </a:lnTo>
                <a:lnTo>
                  <a:pt x="740366" y="153066"/>
                </a:lnTo>
                <a:lnTo>
                  <a:pt x="741016" y="153038"/>
                </a:lnTo>
                <a:lnTo>
                  <a:pt x="741671" y="153002"/>
                </a:lnTo>
                <a:lnTo>
                  <a:pt x="742332" y="152958"/>
                </a:lnTo>
                <a:lnTo>
                  <a:pt x="742997" y="152907"/>
                </a:lnTo>
                <a:lnTo>
                  <a:pt x="743668" y="152847"/>
                </a:lnTo>
                <a:lnTo>
                  <a:pt x="744344" y="152779"/>
                </a:lnTo>
                <a:lnTo>
                  <a:pt x="745025" y="152703"/>
                </a:lnTo>
                <a:lnTo>
                  <a:pt x="745711" y="152620"/>
                </a:lnTo>
                <a:lnTo>
                  <a:pt x="746402" y="152528"/>
                </a:lnTo>
                <a:lnTo>
                  <a:pt x="747099" y="152429"/>
                </a:lnTo>
                <a:lnTo>
                  <a:pt x="747801" y="152321"/>
                </a:lnTo>
                <a:lnTo>
                  <a:pt x="748508" y="152206"/>
                </a:lnTo>
                <a:lnTo>
                  <a:pt x="749220" y="152082"/>
                </a:lnTo>
                <a:lnTo>
                  <a:pt x="749937" y="151951"/>
                </a:lnTo>
                <a:lnTo>
                  <a:pt x="750660" y="151811"/>
                </a:lnTo>
                <a:lnTo>
                  <a:pt x="751388" y="151664"/>
                </a:lnTo>
                <a:lnTo>
                  <a:pt x="752121" y="151509"/>
                </a:lnTo>
                <a:lnTo>
                  <a:pt x="752859" y="151345"/>
                </a:lnTo>
                <a:lnTo>
                  <a:pt x="753602" y="151174"/>
                </a:lnTo>
                <a:lnTo>
                  <a:pt x="754351" y="150995"/>
                </a:lnTo>
                <a:lnTo>
                  <a:pt x="755105" y="150808"/>
                </a:lnTo>
                <a:lnTo>
                  <a:pt x="755844" y="150619"/>
                </a:lnTo>
                <a:lnTo>
                  <a:pt x="756582" y="150420"/>
                </a:lnTo>
                <a:lnTo>
                  <a:pt x="757319" y="150209"/>
                </a:lnTo>
                <a:lnTo>
                  <a:pt x="758055" y="149988"/>
                </a:lnTo>
                <a:lnTo>
                  <a:pt x="758790" y="149755"/>
                </a:lnTo>
                <a:lnTo>
                  <a:pt x="759524" y="149511"/>
                </a:lnTo>
                <a:lnTo>
                  <a:pt x="760257" y="149256"/>
                </a:lnTo>
                <a:lnTo>
                  <a:pt x="760989" y="148990"/>
                </a:lnTo>
                <a:lnTo>
                  <a:pt x="761720" y="148713"/>
                </a:lnTo>
                <a:lnTo>
                  <a:pt x="762450" y="148425"/>
                </a:lnTo>
                <a:lnTo>
                  <a:pt x="763179" y="148126"/>
                </a:lnTo>
                <a:lnTo>
                  <a:pt x="763907" y="147815"/>
                </a:lnTo>
                <a:lnTo>
                  <a:pt x="764633" y="147494"/>
                </a:lnTo>
                <a:lnTo>
                  <a:pt x="765359" y="147162"/>
                </a:lnTo>
                <a:lnTo>
                  <a:pt x="766084" y="146818"/>
                </a:lnTo>
                <a:lnTo>
                  <a:pt x="766807" y="146463"/>
                </a:lnTo>
                <a:lnTo>
                  <a:pt x="767530" y="146098"/>
                </a:lnTo>
                <a:lnTo>
                  <a:pt x="768252" y="145721"/>
                </a:lnTo>
                <a:lnTo>
                  <a:pt x="768972" y="145333"/>
                </a:lnTo>
                <a:lnTo>
                  <a:pt x="769692" y="144934"/>
                </a:lnTo>
                <a:lnTo>
                  <a:pt x="770410" y="144524"/>
                </a:lnTo>
                <a:lnTo>
                  <a:pt x="771128" y="144103"/>
                </a:lnTo>
                <a:lnTo>
                  <a:pt x="771844" y="143671"/>
                </a:lnTo>
                <a:lnTo>
                  <a:pt x="772559" y="143227"/>
                </a:lnTo>
                <a:lnTo>
                  <a:pt x="771961" y="138939"/>
                </a:lnTo>
                <a:lnTo>
                  <a:pt x="771049" y="139085"/>
                </a:lnTo>
                <a:lnTo>
                  <a:pt x="770143" y="139225"/>
                </a:lnTo>
                <a:lnTo>
                  <a:pt x="769241" y="139359"/>
                </a:lnTo>
                <a:lnTo>
                  <a:pt x="768345" y="139487"/>
                </a:lnTo>
                <a:close/>
                <a:moveTo>
                  <a:pt x="710709" y="88631"/>
                </a:moveTo>
                <a:lnTo>
                  <a:pt x="710854" y="87678"/>
                </a:lnTo>
                <a:lnTo>
                  <a:pt x="711019" y="86737"/>
                </a:lnTo>
                <a:lnTo>
                  <a:pt x="711204" y="85808"/>
                </a:lnTo>
                <a:lnTo>
                  <a:pt x="711407" y="84890"/>
                </a:lnTo>
                <a:lnTo>
                  <a:pt x="711630" y="83985"/>
                </a:lnTo>
                <a:lnTo>
                  <a:pt x="711873" y="83091"/>
                </a:lnTo>
                <a:lnTo>
                  <a:pt x="712134" y="82209"/>
                </a:lnTo>
                <a:lnTo>
                  <a:pt x="712416" y="81338"/>
                </a:lnTo>
                <a:lnTo>
                  <a:pt x="712716" y="80480"/>
                </a:lnTo>
                <a:lnTo>
                  <a:pt x="713036" y="79633"/>
                </a:lnTo>
                <a:lnTo>
                  <a:pt x="713376" y="78798"/>
                </a:lnTo>
                <a:lnTo>
                  <a:pt x="713734" y="77975"/>
                </a:lnTo>
                <a:lnTo>
                  <a:pt x="714113" y="77163"/>
                </a:lnTo>
                <a:lnTo>
                  <a:pt x="714510" y="76364"/>
                </a:lnTo>
                <a:lnTo>
                  <a:pt x="714927" y="75576"/>
                </a:lnTo>
                <a:lnTo>
                  <a:pt x="715364" y="74800"/>
                </a:lnTo>
                <a:lnTo>
                  <a:pt x="715819" y="74036"/>
                </a:lnTo>
                <a:lnTo>
                  <a:pt x="716294" y="73283"/>
                </a:lnTo>
                <a:lnTo>
                  <a:pt x="716789" y="72542"/>
                </a:lnTo>
                <a:lnTo>
                  <a:pt x="717303" y="71813"/>
                </a:lnTo>
                <a:lnTo>
                  <a:pt x="717820" y="71121"/>
                </a:lnTo>
                <a:lnTo>
                  <a:pt x="718356" y="70458"/>
                </a:lnTo>
                <a:lnTo>
                  <a:pt x="718911" y="69825"/>
                </a:lnTo>
                <a:lnTo>
                  <a:pt x="719486" y="69220"/>
                </a:lnTo>
                <a:lnTo>
                  <a:pt x="720080" y="68644"/>
                </a:lnTo>
                <a:lnTo>
                  <a:pt x="720694" y="68098"/>
                </a:lnTo>
                <a:lnTo>
                  <a:pt x="721327" y="67580"/>
                </a:lnTo>
                <a:lnTo>
                  <a:pt x="721980" y="67092"/>
                </a:lnTo>
                <a:lnTo>
                  <a:pt x="722652" y="66633"/>
                </a:lnTo>
                <a:lnTo>
                  <a:pt x="723343" y="66203"/>
                </a:lnTo>
                <a:lnTo>
                  <a:pt x="724053" y="65802"/>
                </a:lnTo>
                <a:lnTo>
                  <a:pt x="724784" y="65430"/>
                </a:lnTo>
                <a:lnTo>
                  <a:pt x="725533" y="65087"/>
                </a:lnTo>
                <a:lnTo>
                  <a:pt x="726302" y="64773"/>
                </a:lnTo>
                <a:lnTo>
                  <a:pt x="727090" y="64488"/>
                </a:lnTo>
                <a:lnTo>
                  <a:pt x="727898" y="64233"/>
                </a:lnTo>
                <a:lnTo>
                  <a:pt x="728725" y="64006"/>
                </a:lnTo>
                <a:lnTo>
                  <a:pt x="729571" y="63809"/>
                </a:lnTo>
                <a:lnTo>
                  <a:pt x="730437" y="63641"/>
                </a:lnTo>
                <a:lnTo>
                  <a:pt x="731322" y="63501"/>
                </a:lnTo>
                <a:lnTo>
                  <a:pt x="732227" y="63391"/>
                </a:lnTo>
                <a:lnTo>
                  <a:pt x="733151" y="63310"/>
                </a:lnTo>
                <a:lnTo>
                  <a:pt x="734094" y="63258"/>
                </a:lnTo>
                <a:lnTo>
                  <a:pt x="735057" y="63235"/>
                </a:lnTo>
                <a:lnTo>
                  <a:pt x="735781" y="63246"/>
                </a:lnTo>
                <a:lnTo>
                  <a:pt x="736489" y="63278"/>
                </a:lnTo>
                <a:lnTo>
                  <a:pt x="737182" y="63331"/>
                </a:lnTo>
                <a:lnTo>
                  <a:pt x="737861" y="63404"/>
                </a:lnTo>
                <a:lnTo>
                  <a:pt x="738523" y="63500"/>
                </a:lnTo>
                <a:lnTo>
                  <a:pt x="739171" y="63616"/>
                </a:lnTo>
                <a:lnTo>
                  <a:pt x="739803" y="63753"/>
                </a:lnTo>
                <a:lnTo>
                  <a:pt x="740421" y="63911"/>
                </a:lnTo>
                <a:lnTo>
                  <a:pt x="741023" y="64091"/>
                </a:lnTo>
                <a:lnTo>
                  <a:pt x="741609" y="64292"/>
                </a:lnTo>
                <a:lnTo>
                  <a:pt x="742181" y="64514"/>
                </a:lnTo>
                <a:lnTo>
                  <a:pt x="742737" y="64757"/>
                </a:lnTo>
                <a:lnTo>
                  <a:pt x="743278" y="65021"/>
                </a:lnTo>
                <a:lnTo>
                  <a:pt x="743803" y="65306"/>
                </a:lnTo>
                <a:lnTo>
                  <a:pt x="744314" y="65612"/>
                </a:lnTo>
                <a:lnTo>
                  <a:pt x="744809" y="65940"/>
                </a:lnTo>
                <a:lnTo>
                  <a:pt x="745289" y="66288"/>
                </a:lnTo>
                <a:lnTo>
                  <a:pt x="745754" y="66658"/>
                </a:lnTo>
                <a:lnTo>
                  <a:pt x="746203" y="67049"/>
                </a:lnTo>
                <a:lnTo>
                  <a:pt x="746638" y="67461"/>
                </a:lnTo>
                <a:lnTo>
                  <a:pt x="747057" y="67894"/>
                </a:lnTo>
                <a:lnTo>
                  <a:pt x="747461" y="68348"/>
                </a:lnTo>
                <a:lnTo>
                  <a:pt x="747849" y="68823"/>
                </a:lnTo>
                <a:lnTo>
                  <a:pt x="748223" y="69320"/>
                </a:lnTo>
                <a:lnTo>
                  <a:pt x="748589" y="69849"/>
                </a:lnTo>
                <a:lnTo>
                  <a:pt x="748939" y="70405"/>
                </a:lnTo>
                <a:lnTo>
                  <a:pt x="749274" y="70989"/>
                </a:lnTo>
                <a:lnTo>
                  <a:pt x="749594" y="71600"/>
                </a:lnTo>
                <a:lnTo>
                  <a:pt x="749898" y="72238"/>
                </a:lnTo>
                <a:lnTo>
                  <a:pt x="750186" y="72904"/>
                </a:lnTo>
                <a:lnTo>
                  <a:pt x="750459" y="73597"/>
                </a:lnTo>
                <a:lnTo>
                  <a:pt x="750716" y="74318"/>
                </a:lnTo>
                <a:lnTo>
                  <a:pt x="750958" y="75066"/>
                </a:lnTo>
                <a:lnTo>
                  <a:pt x="751184" y="75841"/>
                </a:lnTo>
                <a:lnTo>
                  <a:pt x="751394" y="76643"/>
                </a:lnTo>
                <a:lnTo>
                  <a:pt x="751589" y="77473"/>
                </a:lnTo>
                <a:lnTo>
                  <a:pt x="751768" y="78331"/>
                </a:lnTo>
                <a:lnTo>
                  <a:pt x="751932" y="79215"/>
                </a:lnTo>
                <a:lnTo>
                  <a:pt x="752080" y="80127"/>
                </a:lnTo>
                <a:lnTo>
                  <a:pt x="752212" y="81067"/>
                </a:lnTo>
                <a:lnTo>
                  <a:pt x="752329" y="82034"/>
                </a:lnTo>
                <a:lnTo>
                  <a:pt x="752430" y="83028"/>
                </a:lnTo>
                <a:lnTo>
                  <a:pt x="752516" y="84049"/>
                </a:lnTo>
                <a:lnTo>
                  <a:pt x="752586" y="85098"/>
                </a:lnTo>
                <a:lnTo>
                  <a:pt x="752641" y="86174"/>
                </a:lnTo>
                <a:lnTo>
                  <a:pt x="752680" y="87278"/>
                </a:lnTo>
                <a:lnTo>
                  <a:pt x="752703" y="88409"/>
                </a:lnTo>
                <a:lnTo>
                  <a:pt x="752711" y="89567"/>
                </a:lnTo>
                <a:lnTo>
                  <a:pt x="752711" y="92559"/>
                </a:lnTo>
                <a:lnTo>
                  <a:pt x="710321" y="92559"/>
                </a:lnTo>
                <a:lnTo>
                  <a:pt x="710389" y="91559"/>
                </a:lnTo>
                <a:lnTo>
                  <a:pt x="710476" y="90571"/>
                </a:lnTo>
                <a:lnTo>
                  <a:pt x="710583" y="89595"/>
                </a:lnTo>
                <a:lnTo>
                  <a:pt x="710709" y="88631"/>
                </a:lnTo>
                <a:close/>
                <a:moveTo>
                  <a:pt x="1093564" y="20202"/>
                </a:moveTo>
                <a:lnTo>
                  <a:pt x="1093592" y="22250"/>
                </a:lnTo>
                <a:lnTo>
                  <a:pt x="1093619" y="24350"/>
                </a:lnTo>
                <a:lnTo>
                  <a:pt x="1093645" y="26500"/>
                </a:lnTo>
                <a:lnTo>
                  <a:pt x="1093669" y="28701"/>
                </a:lnTo>
                <a:lnTo>
                  <a:pt x="1093692" y="30953"/>
                </a:lnTo>
                <a:lnTo>
                  <a:pt x="1093714" y="33256"/>
                </a:lnTo>
                <a:lnTo>
                  <a:pt x="1093734" y="35609"/>
                </a:lnTo>
                <a:lnTo>
                  <a:pt x="1093752" y="38014"/>
                </a:lnTo>
                <a:lnTo>
                  <a:pt x="1093770" y="40470"/>
                </a:lnTo>
                <a:lnTo>
                  <a:pt x="1093786" y="42976"/>
                </a:lnTo>
                <a:lnTo>
                  <a:pt x="1093800" y="45534"/>
                </a:lnTo>
                <a:lnTo>
                  <a:pt x="1093813" y="48142"/>
                </a:lnTo>
                <a:lnTo>
                  <a:pt x="1093825" y="50801"/>
                </a:lnTo>
                <a:lnTo>
                  <a:pt x="1093835" y="53511"/>
                </a:lnTo>
                <a:lnTo>
                  <a:pt x="1093844" y="56272"/>
                </a:lnTo>
                <a:lnTo>
                  <a:pt x="1093852" y="59084"/>
                </a:lnTo>
                <a:lnTo>
                  <a:pt x="1093858" y="61947"/>
                </a:lnTo>
                <a:lnTo>
                  <a:pt x="1093863" y="64861"/>
                </a:lnTo>
                <a:lnTo>
                  <a:pt x="1093867" y="67826"/>
                </a:lnTo>
                <a:lnTo>
                  <a:pt x="1093869" y="70841"/>
                </a:lnTo>
                <a:lnTo>
                  <a:pt x="1093869" y="73908"/>
                </a:lnTo>
                <a:lnTo>
                  <a:pt x="1093869" y="114901"/>
                </a:lnTo>
                <a:lnTo>
                  <a:pt x="1093861" y="116060"/>
                </a:lnTo>
                <a:lnTo>
                  <a:pt x="1093853" y="117209"/>
                </a:lnTo>
                <a:lnTo>
                  <a:pt x="1093844" y="118348"/>
                </a:lnTo>
                <a:lnTo>
                  <a:pt x="1093836" y="119478"/>
                </a:lnTo>
                <a:lnTo>
                  <a:pt x="1093828" y="120598"/>
                </a:lnTo>
                <a:lnTo>
                  <a:pt x="1093819" y="121708"/>
                </a:lnTo>
                <a:lnTo>
                  <a:pt x="1093811" y="122809"/>
                </a:lnTo>
                <a:lnTo>
                  <a:pt x="1093803" y="123900"/>
                </a:lnTo>
                <a:lnTo>
                  <a:pt x="1093795" y="124981"/>
                </a:lnTo>
                <a:lnTo>
                  <a:pt x="1093786" y="126053"/>
                </a:lnTo>
                <a:lnTo>
                  <a:pt x="1093778" y="127114"/>
                </a:lnTo>
                <a:lnTo>
                  <a:pt x="1093770" y="128167"/>
                </a:lnTo>
                <a:lnTo>
                  <a:pt x="1093761" y="129209"/>
                </a:lnTo>
                <a:lnTo>
                  <a:pt x="1093753" y="130242"/>
                </a:lnTo>
                <a:lnTo>
                  <a:pt x="1093745" y="131265"/>
                </a:lnTo>
                <a:lnTo>
                  <a:pt x="1093736" y="132278"/>
                </a:lnTo>
                <a:lnTo>
                  <a:pt x="1093728" y="133282"/>
                </a:lnTo>
                <a:lnTo>
                  <a:pt x="1093720" y="134276"/>
                </a:lnTo>
                <a:lnTo>
                  <a:pt x="1093711" y="135260"/>
                </a:lnTo>
                <a:lnTo>
                  <a:pt x="1093703" y="136234"/>
                </a:lnTo>
                <a:lnTo>
                  <a:pt x="1093695" y="137199"/>
                </a:lnTo>
                <a:lnTo>
                  <a:pt x="1093687" y="138154"/>
                </a:lnTo>
                <a:lnTo>
                  <a:pt x="1093678" y="139100"/>
                </a:lnTo>
                <a:lnTo>
                  <a:pt x="1093670" y="140036"/>
                </a:lnTo>
                <a:lnTo>
                  <a:pt x="1093649" y="140240"/>
                </a:lnTo>
                <a:lnTo>
                  <a:pt x="1093621" y="140439"/>
                </a:lnTo>
                <a:lnTo>
                  <a:pt x="1093584" y="140631"/>
                </a:lnTo>
                <a:lnTo>
                  <a:pt x="1093540" y="140817"/>
                </a:lnTo>
                <a:lnTo>
                  <a:pt x="1093487" y="140997"/>
                </a:lnTo>
                <a:lnTo>
                  <a:pt x="1093427" y="141170"/>
                </a:lnTo>
                <a:lnTo>
                  <a:pt x="1093358" y="141337"/>
                </a:lnTo>
                <a:lnTo>
                  <a:pt x="1093282" y="141499"/>
                </a:lnTo>
                <a:lnTo>
                  <a:pt x="1093198" y="141653"/>
                </a:lnTo>
                <a:lnTo>
                  <a:pt x="1093105" y="141802"/>
                </a:lnTo>
                <a:lnTo>
                  <a:pt x="1093005" y="141944"/>
                </a:lnTo>
                <a:lnTo>
                  <a:pt x="1092897" y="142080"/>
                </a:lnTo>
                <a:lnTo>
                  <a:pt x="1092781" y="142210"/>
                </a:lnTo>
                <a:lnTo>
                  <a:pt x="1092657" y="142334"/>
                </a:lnTo>
                <a:lnTo>
                  <a:pt x="1092524" y="142451"/>
                </a:lnTo>
                <a:lnTo>
                  <a:pt x="1092384" y="142562"/>
                </a:lnTo>
                <a:lnTo>
                  <a:pt x="1092236" y="142667"/>
                </a:lnTo>
                <a:lnTo>
                  <a:pt x="1092080" y="142766"/>
                </a:lnTo>
                <a:lnTo>
                  <a:pt x="1091916" y="142859"/>
                </a:lnTo>
                <a:lnTo>
                  <a:pt x="1091744" y="142945"/>
                </a:lnTo>
                <a:lnTo>
                  <a:pt x="1091564" y="143025"/>
                </a:lnTo>
                <a:lnTo>
                  <a:pt x="1091377" y="143099"/>
                </a:lnTo>
                <a:lnTo>
                  <a:pt x="1091181" y="143166"/>
                </a:lnTo>
                <a:lnTo>
                  <a:pt x="1090977" y="143227"/>
                </a:lnTo>
                <a:lnTo>
                  <a:pt x="1079706" y="146519"/>
                </a:lnTo>
                <a:lnTo>
                  <a:pt x="1080105" y="150608"/>
                </a:lnTo>
                <a:lnTo>
                  <a:pt x="1081205" y="150584"/>
                </a:lnTo>
                <a:lnTo>
                  <a:pt x="1082293" y="150560"/>
                </a:lnTo>
                <a:lnTo>
                  <a:pt x="1083370" y="150538"/>
                </a:lnTo>
                <a:lnTo>
                  <a:pt x="1084436" y="150517"/>
                </a:lnTo>
                <a:lnTo>
                  <a:pt x="1085490" y="150496"/>
                </a:lnTo>
                <a:lnTo>
                  <a:pt x="1086532" y="150477"/>
                </a:lnTo>
                <a:lnTo>
                  <a:pt x="1087563" y="150459"/>
                </a:lnTo>
                <a:lnTo>
                  <a:pt x="1088583" y="150442"/>
                </a:lnTo>
                <a:lnTo>
                  <a:pt x="1089591" y="150426"/>
                </a:lnTo>
                <a:lnTo>
                  <a:pt x="1090588" y="150411"/>
                </a:lnTo>
                <a:lnTo>
                  <a:pt x="1091574" y="150397"/>
                </a:lnTo>
                <a:lnTo>
                  <a:pt x="1092548" y="150384"/>
                </a:lnTo>
                <a:lnTo>
                  <a:pt x="1093510" y="150372"/>
                </a:lnTo>
                <a:lnTo>
                  <a:pt x="1094462" y="150361"/>
                </a:lnTo>
                <a:lnTo>
                  <a:pt x="1095401" y="150351"/>
                </a:lnTo>
                <a:lnTo>
                  <a:pt x="1096330" y="150342"/>
                </a:lnTo>
                <a:lnTo>
                  <a:pt x="1097247" y="150334"/>
                </a:lnTo>
                <a:lnTo>
                  <a:pt x="1098152" y="150328"/>
                </a:lnTo>
                <a:lnTo>
                  <a:pt x="1099046" y="150322"/>
                </a:lnTo>
                <a:lnTo>
                  <a:pt x="1099929" y="150317"/>
                </a:lnTo>
                <a:lnTo>
                  <a:pt x="1100800" y="150314"/>
                </a:lnTo>
                <a:lnTo>
                  <a:pt x="1101660" y="150311"/>
                </a:lnTo>
                <a:lnTo>
                  <a:pt x="1102508" y="150309"/>
                </a:lnTo>
                <a:lnTo>
                  <a:pt x="1103345" y="150309"/>
                </a:lnTo>
                <a:lnTo>
                  <a:pt x="1104158" y="150309"/>
                </a:lnTo>
                <a:lnTo>
                  <a:pt x="1104984" y="150311"/>
                </a:lnTo>
                <a:lnTo>
                  <a:pt x="1105824" y="150314"/>
                </a:lnTo>
                <a:lnTo>
                  <a:pt x="1106678" y="150317"/>
                </a:lnTo>
                <a:lnTo>
                  <a:pt x="1107545" y="150322"/>
                </a:lnTo>
                <a:lnTo>
                  <a:pt x="1108425" y="150328"/>
                </a:lnTo>
                <a:lnTo>
                  <a:pt x="1109319" y="150334"/>
                </a:lnTo>
                <a:lnTo>
                  <a:pt x="1110227" y="150342"/>
                </a:lnTo>
                <a:lnTo>
                  <a:pt x="1111148" y="150351"/>
                </a:lnTo>
                <a:lnTo>
                  <a:pt x="1112082" y="150361"/>
                </a:lnTo>
                <a:lnTo>
                  <a:pt x="1113030" y="150372"/>
                </a:lnTo>
                <a:lnTo>
                  <a:pt x="1113992" y="150384"/>
                </a:lnTo>
                <a:lnTo>
                  <a:pt x="1114967" y="150397"/>
                </a:lnTo>
                <a:lnTo>
                  <a:pt x="1115956" y="150411"/>
                </a:lnTo>
                <a:lnTo>
                  <a:pt x="1116958" y="150426"/>
                </a:lnTo>
                <a:lnTo>
                  <a:pt x="1117973" y="150442"/>
                </a:lnTo>
                <a:lnTo>
                  <a:pt x="1119002" y="150459"/>
                </a:lnTo>
                <a:lnTo>
                  <a:pt x="1120045" y="150477"/>
                </a:lnTo>
                <a:lnTo>
                  <a:pt x="1121101" y="150496"/>
                </a:lnTo>
                <a:lnTo>
                  <a:pt x="1122171" y="150517"/>
                </a:lnTo>
                <a:lnTo>
                  <a:pt x="1123254" y="150538"/>
                </a:lnTo>
                <a:lnTo>
                  <a:pt x="1124350" y="150560"/>
                </a:lnTo>
                <a:lnTo>
                  <a:pt x="1125461" y="150584"/>
                </a:lnTo>
                <a:lnTo>
                  <a:pt x="1126584" y="150608"/>
                </a:lnTo>
                <a:lnTo>
                  <a:pt x="1126285" y="146519"/>
                </a:lnTo>
                <a:lnTo>
                  <a:pt x="1115413" y="143227"/>
                </a:lnTo>
                <a:lnTo>
                  <a:pt x="1115201" y="143165"/>
                </a:lnTo>
                <a:lnTo>
                  <a:pt x="1114998" y="143096"/>
                </a:lnTo>
                <a:lnTo>
                  <a:pt x="1114802" y="143019"/>
                </a:lnTo>
                <a:lnTo>
                  <a:pt x="1114615" y="142934"/>
                </a:lnTo>
                <a:lnTo>
                  <a:pt x="1114437" y="142841"/>
                </a:lnTo>
                <a:lnTo>
                  <a:pt x="1114266" y="142741"/>
                </a:lnTo>
                <a:lnTo>
                  <a:pt x="1114104" y="142633"/>
                </a:lnTo>
                <a:lnTo>
                  <a:pt x="1113950" y="142518"/>
                </a:lnTo>
                <a:lnTo>
                  <a:pt x="1113805" y="142395"/>
                </a:lnTo>
                <a:lnTo>
                  <a:pt x="1113668" y="142265"/>
                </a:lnTo>
                <a:lnTo>
                  <a:pt x="1113539" y="142126"/>
                </a:lnTo>
                <a:lnTo>
                  <a:pt x="1113419" y="141981"/>
                </a:lnTo>
                <a:lnTo>
                  <a:pt x="1113306" y="141827"/>
                </a:lnTo>
                <a:lnTo>
                  <a:pt x="1113202" y="141666"/>
                </a:lnTo>
                <a:lnTo>
                  <a:pt x="1113107" y="141497"/>
                </a:lnTo>
                <a:lnTo>
                  <a:pt x="1113020" y="141321"/>
                </a:lnTo>
                <a:lnTo>
                  <a:pt x="1112941" y="141137"/>
                </a:lnTo>
                <a:lnTo>
                  <a:pt x="1112870" y="140946"/>
                </a:lnTo>
                <a:lnTo>
                  <a:pt x="1112808" y="140747"/>
                </a:lnTo>
                <a:lnTo>
                  <a:pt x="1112754" y="140540"/>
                </a:lnTo>
                <a:lnTo>
                  <a:pt x="1112708" y="140326"/>
                </a:lnTo>
                <a:lnTo>
                  <a:pt x="1112670" y="140104"/>
                </a:lnTo>
                <a:lnTo>
                  <a:pt x="1112641" y="139874"/>
                </a:lnTo>
                <a:lnTo>
                  <a:pt x="1112621" y="139637"/>
                </a:lnTo>
                <a:lnTo>
                  <a:pt x="1112604" y="138719"/>
                </a:lnTo>
                <a:lnTo>
                  <a:pt x="1112589" y="137776"/>
                </a:lnTo>
                <a:lnTo>
                  <a:pt x="1112574" y="136810"/>
                </a:lnTo>
                <a:lnTo>
                  <a:pt x="1112560" y="135819"/>
                </a:lnTo>
                <a:lnTo>
                  <a:pt x="1112546" y="134804"/>
                </a:lnTo>
                <a:lnTo>
                  <a:pt x="1112533" y="133764"/>
                </a:lnTo>
                <a:lnTo>
                  <a:pt x="1112521" y="132701"/>
                </a:lnTo>
                <a:lnTo>
                  <a:pt x="1112510" y="131613"/>
                </a:lnTo>
                <a:lnTo>
                  <a:pt x="1112499" y="130501"/>
                </a:lnTo>
                <a:lnTo>
                  <a:pt x="1112489" y="129365"/>
                </a:lnTo>
                <a:lnTo>
                  <a:pt x="1112480" y="128204"/>
                </a:lnTo>
                <a:lnTo>
                  <a:pt x="1112471" y="127020"/>
                </a:lnTo>
                <a:lnTo>
                  <a:pt x="1112463" y="125811"/>
                </a:lnTo>
                <a:lnTo>
                  <a:pt x="1112456" y="124577"/>
                </a:lnTo>
                <a:lnTo>
                  <a:pt x="1112449" y="123320"/>
                </a:lnTo>
                <a:lnTo>
                  <a:pt x="1112443" y="122038"/>
                </a:lnTo>
                <a:lnTo>
                  <a:pt x="1112438" y="120732"/>
                </a:lnTo>
                <a:lnTo>
                  <a:pt x="1112434" y="119402"/>
                </a:lnTo>
                <a:lnTo>
                  <a:pt x="1112430" y="118047"/>
                </a:lnTo>
                <a:lnTo>
                  <a:pt x="1112427" y="116669"/>
                </a:lnTo>
                <a:lnTo>
                  <a:pt x="1112424" y="115266"/>
                </a:lnTo>
                <a:lnTo>
                  <a:pt x="1112422" y="113839"/>
                </a:lnTo>
                <a:lnTo>
                  <a:pt x="1112421" y="112387"/>
                </a:lnTo>
                <a:lnTo>
                  <a:pt x="1112421" y="110911"/>
                </a:lnTo>
                <a:lnTo>
                  <a:pt x="1112421" y="45980"/>
                </a:lnTo>
                <a:lnTo>
                  <a:pt x="1112422" y="43600"/>
                </a:lnTo>
                <a:lnTo>
                  <a:pt x="1112425" y="41263"/>
                </a:lnTo>
                <a:lnTo>
                  <a:pt x="1112430" y="38969"/>
                </a:lnTo>
                <a:lnTo>
                  <a:pt x="1112438" y="36718"/>
                </a:lnTo>
                <a:lnTo>
                  <a:pt x="1112447" y="34511"/>
                </a:lnTo>
                <a:lnTo>
                  <a:pt x="1112458" y="32347"/>
                </a:lnTo>
                <a:lnTo>
                  <a:pt x="1112472" y="30226"/>
                </a:lnTo>
                <a:lnTo>
                  <a:pt x="1112488" y="28149"/>
                </a:lnTo>
                <a:lnTo>
                  <a:pt x="1112505" y="26115"/>
                </a:lnTo>
                <a:lnTo>
                  <a:pt x="1112525" y="24124"/>
                </a:lnTo>
                <a:lnTo>
                  <a:pt x="1112547" y="22177"/>
                </a:lnTo>
                <a:lnTo>
                  <a:pt x="1112571" y="20272"/>
                </a:lnTo>
                <a:lnTo>
                  <a:pt x="1112597" y="18411"/>
                </a:lnTo>
                <a:lnTo>
                  <a:pt x="1112625" y="16594"/>
                </a:lnTo>
                <a:lnTo>
                  <a:pt x="1112655" y="14819"/>
                </a:lnTo>
                <a:lnTo>
                  <a:pt x="1112687" y="13088"/>
                </a:lnTo>
                <a:lnTo>
                  <a:pt x="1112721" y="11400"/>
                </a:lnTo>
                <a:lnTo>
                  <a:pt x="1112758" y="9756"/>
                </a:lnTo>
                <a:lnTo>
                  <a:pt x="1112796" y="8155"/>
                </a:lnTo>
                <a:lnTo>
                  <a:pt x="1112837" y="6597"/>
                </a:lnTo>
                <a:lnTo>
                  <a:pt x="1112879" y="5082"/>
                </a:lnTo>
                <a:lnTo>
                  <a:pt x="1112924" y="3611"/>
                </a:lnTo>
                <a:lnTo>
                  <a:pt x="1112971" y="2183"/>
                </a:lnTo>
                <a:lnTo>
                  <a:pt x="1113020" y="798"/>
                </a:lnTo>
                <a:lnTo>
                  <a:pt x="1112122" y="0"/>
                </a:lnTo>
                <a:lnTo>
                  <a:pt x="1110870" y="315"/>
                </a:lnTo>
                <a:lnTo>
                  <a:pt x="1109610" y="628"/>
                </a:lnTo>
                <a:lnTo>
                  <a:pt x="1108340" y="940"/>
                </a:lnTo>
                <a:lnTo>
                  <a:pt x="1107060" y="1250"/>
                </a:lnTo>
                <a:lnTo>
                  <a:pt x="1105771" y="1558"/>
                </a:lnTo>
                <a:lnTo>
                  <a:pt x="1104473" y="1864"/>
                </a:lnTo>
                <a:lnTo>
                  <a:pt x="1103165" y="2168"/>
                </a:lnTo>
                <a:lnTo>
                  <a:pt x="1101849" y="2471"/>
                </a:lnTo>
                <a:lnTo>
                  <a:pt x="1100522" y="2772"/>
                </a:lnTo>
                <a:lnTo>
                  <a:pt x="1099187" y="3072"/>
                </a:lnTo>
                <a:lnTo>
                  <a:pt x="1097842" y="3370"/>
                </a:lnTo>
                <a:lnTo>
                  <a:pt x="1096488" y="3665"/>
                </a:lnTo>
                <a:lnTo>
                  <a:pt x="1095124" y="3960"/>
                </a:lnTo>
                <a:lnTo>
                  <a:pt x="1093751" y="4252"/>
                </a:lnTo>
                <a:lnTo>
                  <a:pt x="1092369" y="4543"/>
                </a:lnTo>
                <a:lnTo>
                  <a:pt x="1090977" y="4832"/>
                </a:lnTo>
                <a:lnTo>
                  <a:pt x="1089576" y="5119"/>
                </a:lnTo>
                <a:lnTo>
                  <a:pt x="1088165" y="5405"/>
                </a:lnTo>
                <a:lnTo>
                  <a:pt x="1086746" y="5688"/>
                </a:lnTo>
                <a:lnTo>
                  <a:pt x="1085317" y="5971"/>
                </a:lnTo>
                <a:lnTo>
                  <a:pt x="1083878" y="6251"/>
                </a:lnTo>
                <a:lnTo>
                  <a:pt x="1082430" y="6530"/>
                </a:lnTo>
                <a:lnTo>
                  <a:pt x="1080973" y="6806"/>
                </a:lnTo>
                <a:lnTo>
                  <a:pt x="1079507" y="7082"/>
                </a:lnTo>
                <a:lnTo>
                  <a:pt x="1080005" y="10373"/>
                </a:lnTo>
                <a:lnTo>
                  <a:pt x="1093470" y="14363"/>
                </a:lnTo>
                <a:lnTo>
                  <a:pt x="1093503" y="16258"/>
                </a:lnTo>
                <a:lnTo>
                  <a:pt x="1093534" y="18205"/>
                </a:lnTo>
                <a:lnTo>
                  <a:pt x="1093564" y="20202"/>
                </a:lnTo>
                <a:close/>
                <a:moveTo>
                  <a:pt x="1722082" y="20202"/>
                </a:moveTo>
                <a:lnTo>
                  <a:pt x="1722111" y="22250"/>
                </a:lnTo>
                <a:lnTo>
                  <a:pt x="1722138" y="24350"/>
                </a:lnTo>
                <a:lnTo>
                  <a:pt x="1722163" y="26500"/>
                </a:lnTo>
                <a:lnTo>
                  <a:pt x="1722188" y="28701"/>
                </a:lnTo>
                <a:lnTo>
                  <a:pt x="1722211" y="30953"/>
                </a:lnTo>
                <a:lnTo>
                  <a:pt x="1722232" y="33256"/>
                </a:lnTo>
                <a:lnTo>
                  <a:pt x="1722252" y="35609"/>
                </a:lnTo>
                <a:lnTo>
                  <a:pt x="1722271" y="38014"/>
                </a:lnTo>
                <a:lnTo>
                  <a:pt x="1722288" y="40470"/>
                </a:lnTo>
                <a:lnTo>
                  <a:pt x="1722304" y="42976"/>
                </a:lnTo>
                <a:lnTo>
                  <a:pt x="1722319" y="45534"/>
                </a:lnTo>
                <a:lnTo>
                  <a:pt x="1722332" y="48142"/>
                </a:lnTo>
                <a:lnTo>
                  <a:pt x="1722344" y="50801"/>
                </a:lnTo>
                <a:lnTo>
                  <a:pt x="1722354" y="53511"/>
                </a:lnTo>
                <a:lnTo>
                  <a:pt x="1722363" y="56272"/>
                </a:lnTo>
                <a:lnTo>
                  <a:pt x="1722371" y="59084"/>
                </a:lnTo>
                <a:lnTo>
                  <a:pt x="1722377" y="61947"/>
                </a:lnTo>
                <a:lnTo>
                  <a:pt x="1722382" y="64861"/>
                </a:lnTo>
                <a:lnTo>
                  <a:pt x="1722385" y="67826"/>
                </a:lnTo>
                <a:lnTo>
                  <a:pt x="1722387" y="70841"/>
                </a:lnTo>
                <a:lnTo>
                  <a:pt x="1722388" y="73908"/>
                </a:lnTo>
                <a:lnTo>
                  <a:pt x="1722388" y="114901"/>
                </a:lnTo>
                <a:lnTo>
                  <a:pt x="1722380" y="116060"/>
                </a:lnTo>
                <a:lnTo>
                  <a:pt x="1722371" y="117209"/>
                </a:lnTo>
                <a:lnTo>
                  <a:pt x="1722363" y="118348"/>
                </a:lnTo>
                <a:lnTo>
                  <a:pt x="1722355" y="119478"/>
                </a:lnTo>
                <a:lnTo>
                  <a:pt x="1722346" y="120598"/>
                </a:lnTo>
                <a:lnTo>
                  <a:pt x="1722338" y="121708"/>
                </a:lnTo>
                <a:lnTo>
                  <a:pt x="1722330" y="122809"/>
                </a:lnTo>
                <a:lnTo>
                  <a:pt x="1722321" y="123900"/>
                </a:lnTo>
                <a:lnTo>
                  <a:pt x="1722313" y="124981"/>
                </a:lnTo>
                <a:lnTo>
                  <a:pt x="1722305" y="126053"/>
                </a:lnTo>
                <a:lnTo>
                  <a:pt x="1722296" y="127114"/>
                </a:lnTo>
                <a:lnTo>
                  <a:pt x="1722288" y="128167"/>
                </a:lnTo>
                <a:lnTo>
                  <a:pt x="1722280" y="129209"/>
                </a:lnTo>
                <a:lnTo>
                  <a:pt x="1722272" y="130242"/>
                </a:lnTo>
                <a:lnTo>
                  <a:pt x="1722263" y="131265"/>
                </a:lnTo>
                <a:lnTo>
                  <a:pt x="1722255" y="132278"/>
                </a:lnTo>
                <a:lnTo>
                  <a:pt x="1722247" y="133282"/>
                </a:lnTo>
                <a:lnTo>
                  <a:pt x="1722238" y="134276"/>
                </a:lnTo>
                <a:lnTo>
                  <a:pt x="1722230" y="135260"/>
                </a:lnTo>
                <a:lnTo>
                  <a:pt x="1722222" y="136234"/>
                </a:lnTo>
                <a:lnTo>
                  <a:pt x="1722213" y="137199"/>
                </a:lnTo>
                <a:lnTo>
                  <a:pt x="1722205" y="138154"/>
                </a:lnTo>
                <a:lnTo>
                  <a:pt x="1722197" y="139100"/>
                </a:lnTo>
                <a:lnTo>
                  <a:pt x="1722188" y="140036"/>
                </a:lnTo>
                <a:lnTo>
                  <a:pt x="1722168" y="140240"/>
                </a:lnTo>
                <a:lnTo>
                  <a:pt x="1722139" y="140439"/>
                </a:lnTo>
                <a:lnTo>
                  <a:pt x="1722103" y="140631"/>
                </a:lnTo>
                <a:lnTo>
                  <a:pt x="1722058" y="140817"/>
                </a:lnTo>
                <a:lnTo>
                  <a:pt x="1722006" y="140997"/>
                </a:lnTo>
                <a:lnTo>
                  <a:pt x="1721945" y="141170"/>
                </a:lnTo>
                <a:lnTo>
                  <a:pt x="1721877" y="141337"/>
                </a:lnTo>
                <a:lnTo>
                  <a:pt x="1721801" y="141499"/>
                </a:lnTo>
                <a:lnTo>
                  <a:pt x="1721716" y="141653"/>
                </a:lnTo>
                <a:lnTo>
                  <a:pt x="1721624" y="141802"/>
                </a:lnTo>
                <a:lnTo>
                  <a:pt x="1721524" y="141944"/>
                </a:lnTo>
                <a:lnTo>
                  <a:pt x="1721415" y="142080"/>
                </a:lnTo>
                <a:lnTo>
                  <a:pt x="1721299" y="142210"/>
                </a:lnTo>
                <a:lnTo>
                  <a:pt x="1721175" y="142334"/>
                </a:lnTo>
                <a:lnTo>
                  <a:pt x="1721043" y="142451"/>
                </a:lnTo>
                <a:lnTo>
                  <a:pt x="1720903" y="142562"/>
                </a:lnTo>
                <a:lnTo>
                  <a:pt x="1720755" y="142667"/>
                </a:lnTo>
                <a:lnTo>
                  <a:pt x="1720599" y="142766"/>
                </a:lnTo>
                <a:lnTo>
                  <a:pt x="1720435" y="142859"/>
                </a:lnTo>
                <a:lnTo>
                  <a:pt x="1720263" y="142945"/>
                </a:lnTo>
                <a:lnTo>
                  <a:pt x="1720083" y="143025"/>
                </a:lnTo>
                <a:lnTo>
                  <a:pt x="1719895" y="143099"/>
                </a:lnTo>
                <a:lnTo>
                  <a:pt x="1719699" y="143166"/>
                </a:lnTo>
                <a:lnTo>
                  <a:pt x="1719495" y="143227"/>
                </a:lnTo>
                <a:lnTo>
                  <a:pt x="1708225" y="146519"/>
                </a:lnTo>
                <a:lnTo>
                  <a:pt x="1708624" y="150608"/>
                </a:lnTo>
                <a:lnTo>
                  <a:pt x="1709723" y="150584"/>
                </a:lnTo>
                <a:lnTo>
                  <a:pt x="1710812" y="150560"/>
                </a:lnTo>
                <a:lnTo>
                  <a:pt x="1711889" y="150538"/>
                </a:lnTo>
                <a:lnTo>
                  <a:pt x="1712954" y="150517"/>
                </a:lnTo>
                <a:lnTo>
                  <a:pt x="1714008" y="150496"/>
                </a:lnTo>
                <a:lnTo>
                  <a:pt x="1715051" y="150477"/>
                </a:lnTo>
                <a:lnTo>
                  <a:pt x="1716082" y="150459"/>
                </a:lnTo>
                <a:lnTo>
                  <a:pt x="1717102" y="150442"/>
                </a:lnTo>
                <a:lnTo>
                  <a:pt x="1718110" y="150426"/>
                </a:lnTo>
                <a:lnTo>
                  <a:pt x="1719107" y="150411"/>
                </a:lnTo>
                <a:lnTo>
                  <a:pt x="1720092" y="150397"/>
                </a:lnTo>
                <a:lnTo>
                  <a:pt x="1721066" y="150384"/>
                </a:lnTo>
                <a:lnTo>
                  <a:pt x="1722029" y="150372"/>
                </a:lnTo>
                <a:lnTo>
                  <a:pt x="1722980" y="150361"/>
                </a:lnTo>
                <a:lnTo>
                  <a:pt x="1723920" y="150351"/>
                </a:lnTo>
                <a:lnTo>
                  <a:pt x="1724848" y="150342"/>
                </a:lnTo>
                <a:lnTo>
                  <a:pt x="1725765" y="150334"/>
                </a:lnTo>
                <a:lnTo>
                  <a:pt x="1726670" y="150328"/>
                </a:lnTo>
                <a:lnTo>
                  <a:pt x="1727565" y="150322"/>
                </a:lnTo>
                <a:lnTo>
                  <a:pt x="1728447" y="150317"/>
                </a:lnTo>
                <a:lnTo>
                  <a:pt x="1729318" y="150314"/>
                </a:lnTo>
                <a:lnTo>
                  <a:pt x="1730178" y="150311"/>
                </a:lnTo>
                <a:lnTo>
                  <a:pt x="1731026" y="150309"/>
                </a:lnTo>
                <a:lnTo>
                  <a:pt x="1731863" y="150309"/>
                </a:lnTo>
                <a:lnTo>
                  <a:pt x="1732676" y="150309"/>
                </a:lnTo>
                <a:lnTo>
                  <a:pt x="1733503" y="150311"/>
                </a:lnTo>
                <a:lnTo>
                  <a:pt x="1734343" y="150314"/>
                </a:lnTo>
                <a:lnTo>
                  <a:pt x="1735196" y="150317"/>
                </a:lnTo>
                <a:lnTo>
                  <a:pt x="1736063" y="150322"/>
                </a:lnTo>
                <a:lnTo>
                  <a:pt x="1736944" y="150328"/>
                </a:lnTo>
                <a:lnTo>
                  <a:pt x="1737838" y="150334"/>
                </a:lnTo>
                <a:lnTo>
                  <a:pt x="1738745" y="150342"/>
                </a:lnTo>
                <a:lnTo>
                  <a:pt x="1739666" y="150351"/>
                </a:lnTo>
                <a:lnTo>
                  <a:pt x="1740601" y="150361"/>
                </a:lnTo>
                <a:lnTo>
                  <a:pt x="1741549" y="150372"/>
                </a:lnTo>
                <a:lnTo>
                  <a:pt x="1742511" y="150384"/>
                </a:lnTo>
                <a:lnTo>
                  <a:pt x="1743486" y="150397"/>
                </a:lnTo>
                <a:lnTo>
                  <a:pt x="1744474" y="150411"/>
                </a:lnTo>
                <a:lnTo>
                  <a:pt x="1745476" y="150426"/>
                </a:lnTo>
                <a:lnTo>
                  <a:pt x="1746492" y="150442"/>
                </a:lnTo>
                <a:lnTo>
                  <a:pt x="1747521" y="150459"/>
                </a:lnTo>
                <a:lnTo>
                  <a:pt x="1748564" y="150477"/>
                </a:lnTo>
                <a:lnTo>
                  <a:pt x="1749620" y="150496"/>
                </a:lnTo>
                <a:lnTo>
                  <a:pt x="1750689" y="150517"/>
                </a:lnTo>
                <a:lnTo>
                  <a:pt x="1751772" y="150538"/>
                </a:lnTo>
                <a:lnTo>
                  <a:pt x="1752869" y="150560"/>
                </a:lnTo>
                <a:lnTo>
                  <a:pt x="1753979" y="150584"/>
                </a:lnTo>
                <a:lnTo>
                  <a:pt x="1755103" y="150608"/>
                </a:lnTo>
                <a:lnTo>
                  <a:pt x="1754804" y="146519"/>
                </a:lnTo>
                <a:lnTo>
                  <a:pt x="1743932" y="143227"/>
                </a:lnTo>
                <a:lnTo>
                  <a:pt x="1743720" y="143165"/>
                </a:lnTo>
                <a:lnTo>
                  <a:pt x="1743516" y="143096"/>
                </a:lnTo>
                <a:lnTo>
                  <a:pt x="1743321" y="143019"/>
                </a:lnTo>
                <a:lnTo>
                  <a:pt x="1743134" y="142934"/>
                </a:lnTo>
                <a:lnTo>
                  <a:pt x="1742955" y="142841"/>
                </a:lnTo>
                <a:lnTo>
                  <a:pt x="1742785" y="142741"/>
                </a:lnTo>
                <a:lnTo>
                  <a:pt x="1742623" y="142633"/>
                </a:lnTo>
                <a:lnTo>
                  <a:pt x="1742469" y="142518"/>
                </a:lnTo>
                <a:lnTo>
                  <a:pt x="1742324" y="142395"/>
                </a:lnTo>
                <a:lnTo>
                  <a:pt x="1742186" y="142265"/>
                </a:lnTo>
                <a:lnTo>
                  <a:pt x="1742058" y="142126"/>
                </a:lnTo>
                <a:lnTo>
                  <a:pt x="1741937" y="141981"/>
                </a:lnTo>
                <a:lnTo>
                  <a:pt x="1741825" y="141827"/>
                </a:lnTo>
                <a:lnTo>
                  <a:pt x="1741721" y="141666"/>
                </a:lnTo>
                <a:lnTo>
                  <a:pt x="1741625" y="141497"/>
                </a:lnTo>
                <a:lnTo>
                  <a:pt x="1741538" y="141321"/>
                </a:lnTo>
                <a:lnTo>
                  <a:pt x="1741459" y="141137"/>
                </a:lnTo>
                <a:lnTo>
                  <a:pt x="1741388" y="140946"/>
                </a:lnTo>
                <a:lnTo>
                  <a:pt x="1741326" y="140747"/>
                </a:lnTo>
                <a:lnTo>
                  <a:pt x="1741272" y="140540"/>
                </a:lnTo>
                <a:lnTo>
                  <a:pt x="1741226" y="140326"/>
                </a:lnTo>
                <a:lnTo>
                  <a:pt x="1741189" y="140104"/>
                </a:lnTo>
                <a:lnTo>
                  <a:pt x="1741160" y="139874"/>
                </a:lnTo>
                <a:lnTo>
                  <a:pt x="1741139" y="139637"/>
                </a:lnTo>
                <a:lnTo>
                  <a:pt x="1741123" y="138719"/>
                </a:lnTo>
                <a:lnTo>
                  <a:pt x="1741107" y="137776"/>
                </a:lnTo>
                <a:lnTo>
                  <a:pt x="1741092" y="136810"/>
                </a:lnTo>
                <a:lnTo>
                  <a:pt x="1741078" y="135819"/>
                </a:lnTo>
                <a:lnTo>
                  <a:pt x="1741065" y="134804"/>
                </a:lnTo>
                <a:lnTo>
                  <a:pt x="1741052" y="133764"/>
                </a:lnTo>
                <a:lnTo>
                  <a:pt x="1741040" y="132701"/>
                </a:lnTo>
                <a:lnTo>
                  <a:pt x="1741028" y="131613"/>
                </a:lnTo>
                <a:lnTo>
                  <a:pt x="1741018" y="130501"/>
                </a:lnTo>
                <a:lnTo>
                  <a:pt x="1741007" y="129365"/>
                </a:lnTo>
                <a:lnTo>
                  <a:pt x="1740998" y="128204"/>
                </a:lnTo>
                <a:lnTo>
                  <a:pt x="1740989" y="127020"/>
                </a:lnTo>
                <a:lnTo>
                  <a:pt x="1740982" y="125811"/>
                </a:lnTo>
                <a:lnTo>
                  <a:pt x="1740974" y="124577"/>
                </a:lnTo>
                <a:lnTo>
                  <a:pt x="1740968" y="123320"/>
                </a:lnTo>
                <a:lnTo>
                  <a:pt x="1740962" y="122038"/>
                </a:lnTo>
                <a:lnTo>
                  <a:pt x="1740957" y="120732"/>
                </a:lnTo>
                <a:lnTo>
                  <a:pt x="1740952" y="119402"/>
                </a:lnTo>
                <a:lnTo>
                  <a:pt x="1740948" y="118047"/>
                </a:lnTo>
                <a:lnTo>
                  <a:pt x="1740945" y="116669"/>
                </a:lnTo>
                <a:lnTo>
                  <a:pt x="1740943" y="115266"/>
                </a:lnTo>
                <a:lnTo>
                  <a:pt x="1740941" y="113839"/>
                </a:lnTo>
                <a:lnTo>
                  <a:pt x="1740940" y="112387"/>
                </a:lnTo>
                <a:lnTo>
                  <a:pt x="1740940" y="110911"/>
                </a:lnTo>
                <a:lnTo>
                  <a:pt x="1740940" y="45980"/>
                </a:lnTo>
                <a:lnTo>
                  <a:pt x="1740941" y="43600"/>
                </a:lnTo>
                <a:lnTo>
                  <a:pt x="1740944" y="41263"/>
                </a:lnTo>
                <a:lnTo>
                  <a:pt x="1740949" y="38969"/>
                </a:lnTo>
                <a:lnTo>
                  <a:pt x="1740956" y="36718"/>
                </a:lnTo>
                <a:lnTo>
                  <a:pt x="1740966" y="34511"/>
                </a:lnTo>
                <a:lnTo>
                  <a:pt x="1740977" y="32347"/>
                </a:lnTo>
                <a:lnTo>
                  <a:pt x="1740991" y="30226"/>
                </a:lnTo>
                <a:lnTo>
                  <a:pt x="1741006" y="28149"/>
                </a:lnTo>
                <a:lnTo>
                  <a:pt x="1741024" y="26115"/>
                </a:lnTo>
                <a:lnTo>
                  <a:pt x="1741044" y="24124"/>
                </a:lnTo>
                <a:lnTo>
                  <a:pt x="1741065" y="22177"/>
                </a:lnTo>
                <a:lnTo>
                  <a:pt x="1741089" y="20272"/>
                </a:lnTo>
                <a:lnTo>
                  <a:pt x="1741115" y="18411"/>
                </a:lnTo>
                <a:lnTo>
                  <a:pt x="1741143" y="16594"/>
                </a:lnTo>
                <a:lnTo>
                  <a:pt x="1741173" y="14819"/>
                </a:lnTo>
                <a:lnTo>
                  <a:pt x="1741206" y="13088"/>
                </a:lnTo>
                <a:lnTo>
                  <a:pt x="1741240" y="11400"/>
                </a:lnTo>
                <a:lnTo>
                  <a:pt x="1741276" y="9756"/>
                </a:lnTo>
                <a:lnTo>
                  <a:pt x="1741315" y="8155"/>
                </a:lnTo>
                <a:lnTo>
                  <a:pt x="1741355" y="6597"/>
                </a:lnTo>
                <a:lnTo>
                  <a:pt x="1741398" y="5082"/>
                </a:lnTo>
                <a:lnTo>
                  <a:pt x="1741442" y="3611"/>
                </a:lnTo>
                <a:lnTo>
                  <a:pt x="1741489" y="2183"/>
                </a:lnTo>
                <a:lnTo>
                  <a:pt x="1741538" y="798"/>
                </a:lnTo>
                <a:lnTo>
                  <a:pt x="1740640" y="0"/>
                </a:lnTo>
                <a:lnTo>
                  <a:pt x="1739389" y="315"/>
                </a:lnTo>
                <a:lnTo>
                  <a:pt x="1738128" y="628"/>
                </a:lnTo>
                <a:lnTo>
                  <a:pt x="1736858" y="940"/>
                </a:lnTo>
                <a:lnTo>
                  <a:pt x="1735579" y="1250"/>
                </a:lnTo>
                <a:lnTo>
                  <a:pt x="1734290" y="1558"/>
                </a:lnTo>
                <a:lnTo>
                  <a:pt x="1732992" y="1864"/>
                </a:lnTo>
                <a:lnTo>
                  <a:pt x="1731684" y="2168"/>
                </a:lnTo>
                <a:lnTo>
                  <a:pt x="1730367" y="2471"/>
                </a:lnTo>
                <a:lnTo>
                  <a:pt x="1729041" y="2772"/>
                </a:lnTo>
                <a:lnTo>
                  <a:pt x="1727705" y="3072"/>
                </a:lnTo>
                <a:lnTo>
                  <a:pt x="1726360" y="3370"/>
                </a:lnTo>
                <a:lnTo>
                  <a:pt x="1725006" y="3665"/>
                </a:lnTo>
                <a:lnTo>
                  <a:pt x="1723642" y="3960"/>
                </a:lnTo>
                <a:lnTo>
                  <a:pt x="1722269" y="4252"/>
                </a:lnTo>
                <a:lnTo>
                  <a:pt x="1720887" y="4543"/>
                </a:lnTo>
                <a:lnTo>
                  <a:pt x="1719495" y="4832"/>
                </a:lnTo>
                <a:lnTo>
                  <a:pt x="1718094" y="5119"/>
                </a:lnTo>
                <a:lnTo>
                  <a:pt x="1716684" y="5405"/>
                </a:lnTo>
                <a:lnTo>
                  <a:pt x="1715264" y="5688"/>
                </a:lnTo>
                <a:lnTo>
                  <a:pt x="1713835" y="5971"/>
                </a:lnTo>
                <a:lnTo>
                  <a:pt x="1712397" y="6251"/>
                </a:lnTo>
                <a:lnTo>
                  <a:pt x="1710949" y="6530"/>
                </a:lnTo>
                <a:lnTo>
                  <a:pt x="1709492" y="6806"/>
                </a:lnTo>
                <a:lnTo>
                  <a:pt x="1708025" y="7082"/>
                </a:lnTo>
                <a:lnTo>
                  <a:pt x="1708524" y="10373"/>
                </a:lnTo>
                <a:lnTo>
                  <a:pt x="1721989" y="14363"/>
                </a:lnTo>
                <a:lnTo>
                  <a:pt x="1722021" y="16258"/>
                </a:lnTo>
                <a:lnTo>
                  <a:pt x="1722053" y="18205"/>
                </a:lnTo>
                <a:lnTo>
                  <a:pt x="1722082" y="20202"/>
                </a:lnTo>
                <a:close/>
                <a:moveTo>
                  <a:pt x="1560150" y="19615"/>
                </a:moveTo>
                <a:lnTo>
                  <a:pt x="1560178" y="21372"/>
                </a:lnTo>
                <a:lnTo>
                  <a:pt x="1560205" y="23133"/>
                </a:lnTo>
                <a:lnTo>
                  <a:pt x="1560231" y="24898"/>
                </a:lnTo>
                <a:lnTo>
                  <a:pt x="1560255" y="26666"/>
                </a:lnTo>
                <a:lnTo>
                  <a:pt x="1560278" y="28437"/>
                </a:lnTo>
                <a:lnTo>
                  <a:pt x="1560299" y="30212"/>
                </a:lnTo>
                <a:lnTo>
                  <a:pt x="1560320" y="31990"/>
                </a:lnTo>
                <a:lnTo>
                  <a:pt x="1560338" y="33772"/>
                </a:lnTo>
                <a:lnTo>
                  <a:pt x="1560356" y="35557"/>
                </a:lnTo>
                <a:lnTo>
                  <a:pt x="1560372" y="37346"/>
                </a:lnTo>
                <a:lnTo>
                  <a:pt x="1560386" y="39138"/>
                </a:lnTo>
                <a:lnTo>
                  <a:pt x="1560399" y="40934"/>
                </a:lnTo>
                <a:lnTo>
                  <a:pt x="1560411" y="42733"/>
                </a:lnTo>
                <a:lnTo>
                  <a:pt x="1560421" y="44536"/>
                </a:lnTo>
                <a:lnTo>
                  <a:pt x="1560430" y="46342"/>
                </a:lnTo>
                <a:lnTo>
                  <a:pt x="1560438" y="48151"/>
                </a:lnTo>
                <a:lnTo>
                  <a:pt x="1560444" y="49964"/>
                </a:lnTo>
                <a:lnTo>
                  <a:pt x="1560449" y="51781"/>
                </a:lnTo>
                <a:lnTo>
                  <a:pt x="1560453" y="53601"/>
                </a:lnTo>
                <a:lnTo>
                  <a:pt x="1560455" y="55424"/>
                </a:lnTo>
                <a:lnTo>
                  <a:pt x="1560455" y="57251"/>
                </a:lnTo>
                <a:lnTo>
                  <a:pt x="1559793" y="57145"/>
                </a:lnTo>
                <a:lnTo>
                  <a:pt x="1559137" y="57043"/>
                </a:lnTo>
                <a:lnTo>
                  <a:pt x="1558487" y="56946"/>
                </a:lnTo>
                <a:lnTo>
                  <a:pt x="1557843" y="56852"/>
                </a:lnTo>
                <a:lnTo>
                  <a:pt x="1557204" y="56763"/>
                </a:lnTo>
                <a:lnTo>
                  <a:pt x="1556572" y="56678"/>
                </a:lnTo>
                <a:lnTo>
                  <a:pt x="1555945" y="56596"/>
                </a:lnTo>
                <a:lnTo>
                  <a:pt x="1555324" y="56520"/>
                </a:lnTo>
                <a:lnTo>
                  <a:pt x="1554709" y="56447"/>
                </a:lnTo>
                <a:lnTo>
                  <a:pt x="1554100" y="56378"/>
                </a:lnTo>
                <a:lnTo>
                  <a:pt x="1553497" y="56314"/>
                </a:lnTo>
                <a:lnTo>
                  <a:pt x="1552900" y="56254"/>
                </a:lnTo>
                <a:lnTo>
                  <a:pt x="1552309" y="56198"/>
                </a:lnTo>
                <a:lnTo>
                  <a:pt x="1551723" y="56146"/>
                </a:lnTo>
                <a:lnTo>
                  <a:pt x="1551144" y="56098"/>
                </a:lnTo>
                <a:lnTo>
                  <a:pt x="1550570" y="56054"/>
                </a:lnTo>
                <a:lnTo>
                  <a:pt x="1550002" y="56015"/>
                </a:lnTo>
                <a:lnTo>
                  <a:pt x="1549440" y="55979"/>
                </a:lnTo>
                <a:lnTo>
                  <a:pt x="1548884" y="55948"/>
                </a:lnTo>
                <a:lnTo>
                  <a:pt x="1548334" y="55921"/>
                </a:lnTo>
                <a:lnTo>
                  <a:pt x="1547790" y="55898"/>
                </a:lnTo>
                <a:lnTo>
                  <a:pt x="1547251" y="55880"/>
                </a:lnTo>
                <a:lnTo>
                  <a:pt x="1546719" y="55865"/>
                </a:lnTo>
                <a:lnTo>
                  <a:pt x="1546192" y="55855"/>
                </a:lnTo>
                <a:lnTo>
                  <a:pt x="1544018" y="55878"/>
                </a:lnTo>
                <a:lnTo>
                  <a:pt x="1541885" y="55949"/>
                </a:lnTo>
                <a:lnTo>
                  <a:pt x="1539792" y="56067"/>
                </a:lnTo>
                <a:lnTo>
                  <a:pt x="1537739" y="56231"/>
                </a:lnTo>
                <a:lnTo>
                  <a:pt x="1535727" y="56443"/>
                </a:lnTo>
                <a:lnTo>
                  <a:pt x="1533756" y="56702"/>
                </a:lnTo>
                <a:lnTo>
                  <a:pt x="1531825" y="57009"/>
                </a:lnTo>
                <a:lnTo>
                  <a:pt x="1529935" y="57362"/>
                </a:lnTo>
                <a:lnTo>
                  <a:pt x="1528085" y="57762"/>
                </a:lnTo>
                <a:lnTo>
                  <a:pt x="1526276" y="58210"/>
                </a:lnTo>
                <a:lnTo>
                  <a:pt x="1524507" y="58704"/>
                </a:lnTo>
                <a:lnTo>
                  <a:pt x="1522778" y="59246"/>
                </a:lnTo>
                <a:lnTo>
                  <a:pt x="1521091" y="59835"/>
                </a:lnTo>
                <a:lnTo>
                  <a:pt x="1519443" y="60470"/>
                </a:lnTo>
                <a:lnTo>
                  <a:pt x="1517837" y="61153"/>
                </a:lnTo>
                <a:lnTo>
                  <a:pt x="1516270" y="61883"/>
                </a:lnTo>
                <a:lnTo>
                  <a:pt x="1514745" y="62661"/>
                </a:lnTo>
                <a:lnTo>
                  <a:pt x="1513259" y="63485"/>
                </a:lnTo>
                <a:lnTo>
                  <a:pt x="1511815" y="64356"/>
                </a:lnTo>
                <a:lnTo>
                  <a:pt x="1510411" y="65275"/>
                </a:lnTo>
                <a:lnTo>
                  <a:pt x="1509047" y="66240"/>
                </a:lnTo>
                <a:lnTo>
                  <a:pt x="1507724" y="67253"/>
                </a:lnTo>
                <a:lnTo>
                  <a:pt x="1506441" y="68313"/>
                </a:lnTo>
                <a:lnTo>
                  <a:pt x="1505199" y="69419"/>
                </a:lnTo>
                <a:lnTo>
                  <a:pt x="1504003" y="70577"/>
                </a:lnTo>
                <a:lnTo>
                  <a:pt x="1502857" y="71773"/>
                </a:lnTo>
                <a:lnTo>
                  <a:pt x="1501763" y="73007"/>
                </a:lnTo>
                <a:lnTo>
                  <a:pt x="1500719" y="74279"/>
                </a:lnTo>
                <a:lnTo>
                  <a:pt x="1499726" y="75589"/>
                </a:lnTo>
                <a:lnTo>
                  <a:pt x="1498785" y="76937"/>
                </a:lnTo>
                <a:lnTo>
                  <a:pt x="1497894" y="78324"/>
                </a:lnTo>
                <a:lnTo>
                  <a:pt x="1497054" y="79748"/>
                </a:lnTo>
                <a:lnTo>
                  <a:pt x="1496265" y="81211"/>
                </a:lnTo>
                <a:lnTo>
                  <a:pt x="1495526" y="82711"/>
                </a:lnTo>
                <a:lnTo>
                  <a:pt x="1494839" y="84250"/>
                </a:lnTo>
                <a:lnTo>
                  <a:pt x="1494203" y="85827"/>
                </a:lnTo>
                <a:lnTo>
                  <a:pt x="1493617" y="87442"/>
                </a:lnTo>
                <a:lnTo>
                  <a:pt x="1493083" y="89095"/>
                </a:lnTo>
                <a:lnTo>
                  <a:pt x="1492599" y="90786"/>
                </a:lnTo>
                <a:lnTo>
                  <a:pt x="1492166" y="92515"/>
                </a:lnTo>
                <a:lnTo>
                  <a:pt x="1491785" y="94282"/>
                </a:lnTo>
                <a:lnTo>
                  <a:pt x="1491454" y="96087"/>
                </a:lnTo>
                <a:lnTo>
                  <a:pt x="1491174" y="97931"/>
                </a:lnTo>
                <a:lnTo>
                  <a:pt x="1490945" y="99813"/>
                </a:lnTo>
                <a:lnTo>
                  <a:pt x="1490766" y="101732"/>
                </a:lnTo>
                <a:lnTo>
                  <a:pt x="1490639" y="103690"/>
                </a:lnTo>
                <a:lnTo>
                  <a:pt x="1490563" y="105686"/>
                </a:lnTo>
                <a:lnTo>
                  <a:pt x="1490537" y="107720"/>
                </a:lnTo>
                <a:lnTo>
                  <a:pt x="1490556" y="109313"/>
                </a:lnTo>
                <a:lnTo>
                  <a:pt x="1490614" y="110884"/>
                </a:lnTo>
                <a:lnTo>
                  <a:pt x="1490710" y="112434"/>
                </a:lnTo>
                <a:lnTo>
                  <a:pt x="1490845" y="113962"/>
                </a:lnTo>
                <a:lnTo>
                  <a:pt x="1491018" y="115468"/>
                </a:lnTo>
                <a:lnTo>
                  <a:pt x="1491229" y="116952"/>
                </a:lnTo>
                <a:lnTo>
                  <a:pt x="1491479" y="118414"/>
                </a:lnTo>
                <a:lnTo>
                  <a:pt x="1491767" y="119855"/>
                </a:lnTo>
                <a:lnTo>
                  <a:pt x="1492094" y="121274"/>
                </a:lnTo>
                <a:lnTo>
                  <a:pt x="1492459" y="122670"/>
                </a:lnTo>
                <a:lnTo>
                  <a:pt x="1492863" y="124045"/>
                </a:lnTo>
                <a:lnTo>
                  <a:pt x="1493305" y="125399"/>
                </a:lnTo>
                <a:lnTo>
                  <a:pt x="1493786" y="126730"/>
                </a:lnTo>
                <a:lnTo>
                  <a:pt x="1494305" y="128040"/>
                </a:lnTo>
                <a:lnTo>
                  <a:pt x="1494862" y="129328"/>
                </a:lnTo>
                <a:lnTo>
                  <a:pt x="1495458" y="130594"/>
                </a:lnTo>
                <a:lnTo>
                  <a:pt x="1496092" y="131838"/>
                </a:lnTo>
                <a:lnTo>
                  <a:pt x="1496765" y="133060"/>
                </a:lnTo>
                <a:lnTo>
                  <a:pt x="1497476" y="134261"/>
                </a:lnTo>
                <a:lnTo>
                  <a:pt x="1498226" y="135439"/>
                </a:lnTo>
                <a:lnTo>
                  <a:pt x="1499014" y="136596"/>
                </a:lnTo>
                <a:lnTo>
                  <a:pt x="1499840" y="137731"/>
                </a:lnTo>
                <a:lnTo>
                  <a:pt x="1500705" y="138844"/>
                </a:lnTo>
                <a:lnTo>
                  <a:pt x="1501608" y="139936"/>
                </a:lnTo>
                <a:lnTo>
                  <a:pt x="1502528" y="141010"/>
                </a:lnTo>
                <a:lnTo>
                  <a:pt x="1503474" y="142039"/>
                </a:lnTo>
                <a:lnTo>
                  <a:pt x="1504446" y="143022"/>
                </a:lnTo>
                <a:lnTo>
                  <a:pt x="1505446" y="143959"/>
                </a:lnTo>
                <a:lnTo>
                  <a:pt x="1506472" y="144850"/>
                </a:lnTo>
                <a:lnTo>
                  <a:pt x="1507524" y="145696"/>
                </a:lnTo>
                <a:lnTo>
                  <a:pt x="1508604" y="146496"/>
                </a:lnTo>
                <a:lnTo>
                  <a:pt x="1509710" y="147250"/>
                </a:lnTo>
                <a:lnTo>
                  <a:pt x="1510842" y="147959"/>
                </a:lnTo>
                <a:lnTo>
                  <a:pt x="1512002" y="148622"/>
                </a:lnTo>
                <a:lnTo>
                  <a:pt x="1513188" y="149239"/>
                </a:lnTo>
                <a:lnTo>
                  <a:pt x="1514400" y="149810"/>
                </a:lnTo>
                <a:lnTo>
                  <a:pt x="1515639" y="150336"/>
                </a:lnTo>
                <a:lnTo>
                  <a:pt x="1516905" y="150816"/>
                </a:lnTo>
                <a:lnTo>
                  <a:pt x="1518198" y="151250"/>
                </a:lnTo>
                <a:lnTo>
                  <a:pt x="1519517" y="151639"/>
                </a:lnTo>
                <a:lnTo>
                  <a:pt x="1520863" y="151982"/>
                </a:lnTo>
                <a:lnTo>
                  <a:pt x="1522236" y="152279"/>
                </a:lnTo>
                <a:lnTo>
                  <a:pt x="1523635" y="152530"/>
                </a:lnTo>
                <a:lnTo>
                  <a:pt x="1525061" y="152736"/>
                </a:lnTo>
                <a:lnTo>
                  <a:pt x="1526514" y="152896"/>
                </a:lnTo>
                <a:lnTo>
                  <a:pt x="1527993" y="153010"/>
                </a:lnTo>
                <a:lnTo>
                  <a:pt x="1529499" y="153079"/>
                </a:lnTo>
                <a:lnTo>
                  <a:pt x="1531032" y="153102"/>
                </a:lnTo>
                <a:lnTo>
                  <a:pt x="1532247" y="153090"/>
                </a:lnTo>
                <a:lnTo>
                  <a:pt x="1533466" y="153037"/>
                </a:lnTo>
                <a:lnTo>
                  <a:pt x="1534688" y="152944"/>
                </a:lnTo>
                <a:lnTo>
                  <a:pt x="1535914" y="152811"/>
                </a:lnTo>
                <a:lnTo>
                  <a:pt x="1537143" y="152637"/>
                </a:lnTo>
                <a:lnTo>
                  <a:pt x="1538375" y="152422"/>
                </a:lnTo>
                <a:lnTo>
                  <a:pt x="1539611" y="152167"/>
                </a:lnTo>
                <a:lnTo>
                  <a:pt x="1540851" y="151872"/>
                </a:lnTo>
                <a:lnTo>
                  <a:pt x="1542094" y="151535"/>
                </a:lnTo>
                <a:lnTo>
                  <a:pt x="1543340" y="151159"/>
                </a:lnTo>
                <a:lnTo>
                  <a:pt x="1544590" y="150742"/>
                </a:lnTo>
                <a:lnTo>
                  <a:pt x="1545843" y="150284"/>
                </a:lnTo>
                <a:lnTo>
                  <a:pt x="1547100" y="149786"/>
                </a:lnTo>
                <a:lnTo>
                  <a:pt x="1548360" y="149247"/>
                </a:lnTo>
                <a:lnTo>
                  <a:pt x="1549624" y="148668"/>
                </a:lnTo>
                <a:lnTo>
                  <a:pt x="1550891" y="148048"/>
                </a:lnTo>
                <a:lnTo>
                  <a:pt x="1552162" y="147388"/>
                </a:lnTo>
                <a:lnTo>
                  <a:pt x="1553436" y="146687"/>
                </a:lnTo>
                <a:lnTo>
                  <a:pt x="1554714" y="145946"/>
                </a:lnTo>
                <a:lnTo>
                  <a:pt x="1555995" y="145164"/>
                </a:lnTo>
                <a:lnTo>
                  <a:pt x="1557279" y="144342"/>
                </a:lnTo>
                <a:lnTo>
                  <a:pt x="1558567" y="143479"/>
                </a:lnTo>
                <a:lnTo>
                  <a:pt x="1559859" y="142575"/>
                </a:lnTo>
                <a:lnTo>
                  <a:pt x="1561154" y="141632"/>
                </a:lnTo>
                <a:lnTo>
                  <a:pt x="1561448" y="142559"/>
                </a:lnTo>
                <a:lnTo>
                  <a:pt x="1561766" y="143448"/>
                </a:lnTo>
                <a:lnTo>
                  <a:pt x="1562107" y="144296"/>
                </a:lnTo>
                <a:lnTo>
                  <a:pt x="1562472" y="145106"/>
                </a:lnTo>
                <a:lnTo>
                  <a:pt x="1562861" y="145876"/>
                </a:lnTo>
                <a:lnTo>
                  <a:pt x="1563273" y="146606"/>
                </a:lnTo>
                <a:lnTo>
                  <a:pt x="1563709" y="147297"/>
                </a:lnTo>
                <a:lnTo>
                  <a:pt x="1564168" y="147948"/>
                </a:lnTo>
                <a:lnTo>
                  <a:pt x="1564651" y="148560"/>
                </a:lnTo>
                <a:lnTo>
                  <a:pt x="1565157" y="149133"/>
                </a:lnTo>
                <a:lnTo>
                  <a:pt x="1565687" y="149666"/>
                </a:lnTo>
                <a:lnTo>
                  <a:pt x="1566240" y="150159"/>
                </a:lnTo>
                <a:lnTo>
                  <a:pt x="1566817" y="150613"/>
                </a:lnTo>
                <a:lnTo>
                  <a:pt x="1567418" y="151028"/>
                </a:lnTo>
                <a:lnTo>
                  <a:pt x="1568042" y="151403"/>
                </a:lnTo>
                <a:lnTo>
                  <a:pt x="1568689" y="151739"/>
                </a:lnTo>
                <a:lnTo>
                  <a:pt x="1569361" y="152035"/>
                </a:lnTo>
                <a:lnTo>
                  <a:pt x="1570055" y="152291"/>
                </a:lnTo>
                <a:lnTo>
                  <a:pt x="1570774" y="152508"/>
                </a:lnTo>
                <a:lnTo>
                  <a:pt x="1571515" y="152686"/>
                </a:lnTo>
                <a:lnTo>
                  <a:pt x="1572281" y="152824"/>
                </a:lnTo>
                <a:lnTo>
                  <a:pt x="1573070" y="152923"/>
                </a:lnTo>
                <a:lnTo>
                  <a:pt x="1573882" y="152982"/>
                </a:lnTo>
                <a:lnTo>
                  <a:pt x="1574718" y="153002"/>
                </a:lnTo>
                <a:lnTo>
                  <a:pt x="1574900" y="152999"/>
                </a:lnTo>
                <a:lnTo>
                  <a:pt x="1575096" y="152990"/>
                </a:lnTo>
                <a:lnTo>
                  <a:pt x="1575306" y="152975"/>
                </a:lnTo>
                <a:lnTo>
                  <a:pt x="1575530" y="152955"/>
                </a:lnTo>
                <a:lnTo>
                  <a:pt x="1575768" y="152928"/>
                </a:lnTo>
                <a:lnTo>
                  <a:pt x="1576021" y="152896"/>
                </a:lnTo>
                <a:lnTo>
                  <a:pt x="1576288" y="152858"/>
                </a:lnTo>
                <a:lnTo>
                  <a:pt x="1576569" y="152814"/>
                </a:lnTo>
                <a:lnTo>
                  <a:pt x="1576864" y="152763"/>
                </a:lnTo>
                <a:lnTo>
                  <a:pt x="1577174" y="152708"/>
                </a:lnTo>
                <a:lnTo>
                  <a:pt x="1577497" y="152646"/>
                </a:lnTo>
                <a:lnTo>
                  <a:pt x="1577835" y="152578"/>
                </a:lnTo>
                <a:lnTo>
                  <a:pt x="1578187" y="152504"/>
                </a:lnTo>
                <a:lnTo>
                  <a:pt x="1578553" y="152425"/>
                </a:lnTo>
                <a:lnTo>
                  <a:pt x="1578934" y="152340"/>
                </a:lnTo>
                <a:lnTo>
                  <a:pt x="1579328" y="152248"/>
                </a:lnTo>
                <a:lnTo>
                  <a:pt x="1579737" y="152151"/>
                </a:lnTo>
                <a:lnTo>
                  <a:pt x="1580160" y="152048"/>
                </a:lnTo>
                <a:lnTo>
                  <a:pt x="1580598" y="151939"/>
                </a:lnTo>
                <a:lnTo>
                  <a:pt x="1581049" y="151824"/>
                </a:lnTo>
                <a:lnTo>
                  <a:pt x="1581515" y="151704"/>
                </a:lnTo>
                <a:lnTo>
                  <a:pt x="1581994" y="151577"/>
                </a:lnTo>
                <a:lnTo>
                  <a:pt x="1582488" y="151445"/>
                </a:lnTo>
                <a:lnTo>
                  <a:pt x="1582997" y="151306"/>
                </a:lnTo>
                <a:lnTo>
                  <a:pt x="1583501" y="151173"/>
                </a:lnTo>
                <a:lnTo>
                  <a:pt x="1584000" y="151039"/>
                </a:lnTo>
                <a:lnTo>
                  <a:pt x="1584493" y="150904"/>
                </a:lnTo>
                <a:lnTo>
                  <a:pt x="1584980" y="150769"/>
                </a:lnTo>
                <a:lnTo>
                  <a:pt x="1585462" y="150633"/>
                </a:lnTo>
                <a:lnTo>
                  <a:pt x="1585939" y="150496"/>
                </a:lnTo>
                <a:lnTo>
                  <a:pt x="1586410" y="150358"/>
                </a:lnTo>
                <a:lnTo>
                  <a:pt x="1586875" y="150220"/>
                </a:lnTo>
                <a:lnTo>
                  <a:pt x="1587335" y="150081"/>
                </a:lnTo>
                <a:lnTo>
                  <a:pt x="1587790" y="149942"/>
                </a:lnTo>
                <a:lnTo>
                  <a:pt x="1588239" y="149802"/>
                </a:lnTo>
                <a:lnTo>
                  <a:pt x="1588682" y="149661"/>
                </a:lnTo>
                <a:lnTo>
                  <a:pt x="1589120" y="149519"/>
                </a:lnTo>
                <a:lnTo>
                  <a:pt x="1589552" y="149377"/>
                </a:lnTo>
                <a:lnTo>
                  <a:pt x="1589979" y="149234"/>
                </a:lnTo>
                <a:lnTo>
                  <a:pt x="1590400" y="149090"/>
                </a:lnTo>
                <a:lnTo>
                  <a:pt x="1590815" y="148945"/>
                </a:lnTo>
                <a:lnTo>
                  <a:pt x="1591225" y="148800"/>
                </a:lnTo>
                <a:lnTo>
                  <a:pt x="1591630" y="148655"/>
                </a:lnTo>
                <a:lnTo>
                  <a:pt x="1592029" y="148508"/>
                </a:lnTo>
                <a:lnTo>
                  <a:pt x="1592422" y="148361"/>
                </a:lnTo>
                <a:lnTo>
                  <a:pt x="1592810" y="148213"/>
                </a:lnTo>
                <a:lnTo>
                  <a:pt x="1593192" y="148064"/>
                </a:lnTo>
                <a:lnTo>
                  <a:pt x="1593569" y="147915"/>
                </a:lnTo>
                <a:lnTo>
                  <a:pt x="1593070" y="144025"/>
                </a:lnTo>
                <a:lnTo>
                  <a:pt x="1592659" y="144016"/>
                </a:lnTo>
                <a:lnTo>
                  <a:pt x="1592255" y="144005"/>
                </a:lnTo>
                <a:lnTo>
                  <a:pt x="1591860" y="143993"/>
                </a:lnTo>
                <a:lnTo>
                  <a:pt x="1591472" y="143978"/>
                </a:lnTo>
                <a:lnTo>
                  <a:pt x="1591092" y="143962"/>
                </a:lnTo>
                <a:lnTo>
                  <a:pt x="1590720" y="143944"/>
                </a:lnTo>
                <a:lnTo>
                  <a:pt x="1590357" y="143925"/>
                </a:lnTo>
                <a:lnTo>
                  <a:pt x="1590001" y="143903"/>
                </a:lnTo>
                <a:lnTo>
                  <a:pt x="1589653" y="143880"/>
                </a:lnTo>
                <a:lnTo>
                  <a:pt x="1589313" y="143856"/>
                </a:lnTo>
                <a:lnTo>
                  <a:pt x="1588981" y="143829"/>
                </a:lnTo>
                <a:lnTo>
                  <a:pt x="1588657" y="143801"/>
                </a:lnTo>
                <a:lnTo>
                  <a:pt x="1588341" y="143771"/>
                </a:lnTo>
                <a:lnTo>
                  <a:pt x="1588033" y="143739"/>
                </a:lnTo>
                <a:lnTo>
                  <a:pt x="1587733" y="143706"/>
                </a:lnTo>
                <a:lnTo>
                  <a:pt x="1587441" y="143671"/>
                </a:lnTo>
                <a:lnTo>
                  <a:pt x="1587157" y="143634"/>
                </a:lnTo>
                <a:lnTo>
                  <a:pt x="1586880" y="143595"/>
                </a:lnTo>
                <a:lnTo>
                  <a:pt x="1586612" y="143555"/>
                </a:lnTo>
                <a:lnTo>
                  <a:pt x="1586352" y="143513"/>
                </a:lnTo>
                <a:lnTo>
                  <a:pt x="1586100" y="143469"/>
                </a:lnTo>
                <a:lnTo>
                  <a:pt x="1585855" y="143423"/>
                </a:lnTo>
                <a:lnTo>
                  <a:pt x="1585619" y="143376"/>
                </a:lnTo>
                <a:lnTo>
                  <a:pt x="1585390" y="143327"/>
                </a:lnTo>
                <a:lnTo>
                  <a:pt x="1585152" y="143275"/>
                </a:lnTo>
                <a:lnTo>
                  <a:pt x="1584919" y="143220"/>
                </a:lnTo>
                <a:lnTo>
                  <a:pt x="1584691" y="143162"/>
                </a:lnTo>
                <a:lnTo>
                  <a:pt x="1584469" y="143100"/>
                </a:lnTo>
                <a:lnTo>
                  <a:pt x="1584252" y="143034"/>
                </a:lnTo>
                <a:lnTo>
                  <a:pt x="1584041" y="142966"/>
                </a:lnTo>
                <a:lnTo>
                  <a:pt x="1583835" y="142893"/>
                </a:lnTo>
                <a:lnTo>
                  <a:pt x="1583634" y="142817"/>
                </a:lnTo>
                <a:lnTo>
                  <a:pt x="1583439" y="142738"/>
                </a:lnTo>
                <a:lnTo>
                  <a:pt x="1583248" y="142655"/>
                </a:lnTo>
                <a:lnTo>
                  <a:pt x="1583064" y="142569"/>
                </a:lnTo>
                <a:lnTo>
                  <a:pt x="1582884" y="142479"/>
                </a:lnTo>
                <a:lnTo>
                  <a:pt x="1582711" y="142386"/>
                </a:lnTo>
                <a:lnTo>
                  <a:pt x="1582542" y="142290"/>
                </a:lnTo>
                <a:lnTo>
                  <a:pt x="1582379" y="142189"/>
                </a:lnTo>
                <a:lnTo>
                  <a:pt x="1582221" y="142086"/>
                </a:lnTo>
                <a:lnTo>
                  <a:pt x="1582068" y="141979"/>
                </a:lnTo>
                <a:lnTo>
                  <a:pt x="1581921" y="141868"/>
                </a:lnTo>
                <a:lnTo>
                  <a:pt x="1581780" y="141754"/>
                </a:lnTo>
                <a:lnTo>
                  <a:pt x="1581643" y="141637"/>
                </a:lnTo>
                <a:lnTo>
                  <a:pt x="1581512" y="141516"/>
                </a:lnTo>
                <a:lnTo>
                  <a:pt x="1581387" y="141392"/>
                </a:lnTo>
                <a:lnTo>
                  <a:pt x="1581266" y="141264"/>
                </a:lnTo>
                <a:lnTo>
                  <a:pt x="1581151" y="141133"/>
                </a:lnTo>
                <a:lnTo>
                  <a:pt x="1581041" y="140997"/>
                </a:lnTo>
                <a:lnTo>
                  <a:pt x="1580934" y="140856"/>
                </a:lnTo>
                <a:lnTo>
                  <a:pt x="1580831" y="140709"/>
                </a:lnTo>
                <a:lnTo>
                  <a:pt x="1580732" y="140557"/>
                </a:lnTo>
                <a:lnTo>
                  <a:pt x="1580636" y="140399"/>
                </a:lnTo>
                <a:lnTo>
                  <a:pt x="1580544" y="140235"/>
                </a:lnTo>
                <a:lnTo>
                  <a:pt x="1580455" y="140066"/>
                </a:lnTo>
                <a:lnTo>
                  <a:pt x="1580370" y="139892"/>
                </a:lnTo>
                <a:lnTo>
                  <a:pt x="1580289" y="139711"/>
                </a:lnTo>
                <a:lnTo>
                  <a:pt x="1580211" y="139526"/>
                </a:lnTo>
                <a:lnTo>
                  <a:pt x="1580137" y="139335"/>
                </a:lnTo>
                <a:lnTo>
                  <a:pt x="1580067" y="139138"/>
                </a:lnTo>
                <a:lnTo>
                  <a:pt x="1580000" y="138936"/>
                </a:lnTo>
                <a:lnTo>
                  <a:pt x="1579937" y="138728"/>
                </a:lnTo>
                <a:lnTo>
                  <a:pt x="1579877" y="138515"/>
                </a:lnTo>
                <a:lnTo>
                  <a:pt x="1579822" y="138296"/>
                </a:lnTo>
                <a:lnTo>
                  <a:pt x="1579769" y="138071"/>
                </a:lnTo>
                <a:lnTo>
                  <a:pt x="1579721" y="137841"/>
                </a:lnTo>
                <a:lnTo>
                  <a:pt x="1579676" y="137606"/>
                </a:lnTo>
                <a:lnTo>
                  <a:pt x="1579635" y="137365"/>
                </a:lnTo>
                <a:lnTo>
                  <a:pt x="1579597" y="137118"/>
                </a:lnTo>
                <a:lnTo>
                  <a:pt x="1579563" y="136866"/>
                </a:lnTo>
                <a:lnTo>
                  <a:pt x="1579533" y="136608"/>
                </a:lnTo>
                <a:lnTo>
                  <a:pt x="1579506" y="136345"/>
                </a:lnTo>
                <a:lnTo>
                  <a:pt x="1579465" y="136084"/>
                </a:lnTo>
                <a:lnTo>
                  <a:pt x="1579427" y="135816"/>
                </a:lnTo>
                <a:lnTo>
                  <a:pt x="1579390" y="135541"/>
                </a:lnTo>
                <a:lnTo>
                  <a:pt x="1579356" y="135259"/>
                </a:lnTo>
                <a:lnTo>
                  <a:pt x="1579324" y="134970"/>
                </a:lnTo>
                <a:lnTo>
                  <a:pt x="1579294" y="134675"/>
                </a:lnTo>
                <a:lnTo>
                  <a:pt x="1579266" y="134372"/>
                </a:lnTo>
                <a:lnTo>
                  <a:pt x="1579240" y="134062"/>
                </a:lnTo>
                <a:lnTo>
                  <a:pt x="1579216" y="133746"/>
                </a:lnTo>
                <a:lnTo>
                  <a:pt x="1579194" y="133422"/>
                </a:lnTo>
                <a:lnTo>
                  <a:pt x="1579174" y="133092"/>
                </a:lnTo>
                <a:lnTo>
                  <a:pt x="1579157" y="132755"/>
                </a:lnTo>
                <a:lnTo>
                  <a:pt x="1579141" y="132410"/>
                </a:lnTo>
                <a:lnTo>
                  <a:pt x="1579128" y="132059"/>
                </a:lnTo>
                <a:lnTo>
                  <a:pt x="1579116" y="131701"/>
                </a:lnTo>
                <a:lnTo>
                  <a:pt x="1579107" y="131336"/>
                </a:lnTo>
                <a:lnTo>
                  <a:pt x="1579100" y="130964"/>
                </a:lnTo>
                <a:lnTo>
                  <a:pt x="1579094" y="130585"/>
                </a:lnTo>
                <a:lnTo>
                  <a:pt x="1579091" y="130199"/>
                </a:lnTo>
                <a:lnTo>
                  <a:pt x="1579090" y="129807"/>
                </a:lnTo>
                <a:lnTo>
                  <a:pt x="1579091" y="129407"/>
                </a:lnTo>
                <a:lnTo>
                  <a:pt x="1579094" y="129000"/>
                </a:lnTo>
                <a:lnTo>
                  <a:pt x="1579100" y="128587"/>
                </a:lnTo>
                <a:lnTo>
                  <a:pt x="1579107" y="128167"/>
                </a:lnTo>
                <a:lnTo>
                  <a:pt x="1579091" y="127044"/>
                </a:lnTo>
                <a:lnTo>
                  <a:pt x="1579076" y="125920"/>
                </a:lnTo>
                <a:lnTo>
                  <a:pt x="1579062" y="124796"/>
                </a:lnTo>
                <a:lnTo>
                  <a:pt x="1579049" y="123670"/>
                </a:lnTo>
                <a:lnTo>
                  <a:pt x="1579037" y="122543"/>
                </a:lnTo>
                <a:lnTo>
                  <a:pt x="1579026" y="121415"/>
                </a:lnTo>
                <a:lnTo>
                  <a:pt x="1579016" y="120287"/>
                </a:lnTo>
                <a:lnTo>
                  <a:pt x="1579007" y="119157"/>
                </a:lnTo>
                <a:lnTo>
                  <a:pt x="1578999" y="118026"/>
                </a:lnTo>
                <a:lnTo>
                  <a:pt x="1578993" y="116894"/>
                </a:lnTo>
                <a:lnTo>
                  <a:pt x="1578987" y="115761"/>
                </a:lnTo>
                <a:lnTo>
                  <a:pt x="1578982" y="114627"/>
                </a:lnTo>
                <a:lnTo>
                  <a:pt x="1578978" y="113492"/>
                </a:lnTo>
                <a:lnTo>
                  <a:pt x="1578976" y="112356"/>
                </a:lnTo>
                <a:lnTo>
                  <a:pt x="1578974" y="111218"/>
                </a:lnTo>
                <a:lnTo>
                  <a:pt x="1578974" y="110080"/>
                </a:lnTo>
                <a:lnTo>
                  <a:pt x="1578974" y="108941"/>
                </a:lnTo>
                <a:lnTo>
                  <a:pt x="1578976" y="107801"/>
                </a:lnTo>
                <a:lnTo>
                  <a:pt x="1578978" y="106659"/>
                </a:lnTo>
                <a:lnTo>
                  <a:pt x="1578982" y="105517"/>
                </a:lnTo>
                <a:lnTo>
                  <a:pt x="1578987" y="104374"/>
                </a:lnTo>
                <a:lnTo>
                  <a:pt x="1578993" y="103229"/>
                </a:lnTo>
                <a:lnTo>
                  <a:pt x="1578999" y="102084"/>
                </a:lnTo>
                <a:lnTo>
                  <a:pt x="1579007" y="100937"/>
                </a:lnTo>
                <a:lnTo>
                  <a:pt x="1579007" y="46679"/>
                </a:lnTo>
                <a:lnTo>
                  <a:pt x="1579008" y="44647"/>
                </a:lnTo>
                <a:lnTo>
                  <a:pt x="1579011" y="42627"/>
                </a:lnTo>
                <a:lnTo>
                  <a:pt x="1579016" y="40616"/>
                </a:lnTo>
                <a:lnTo>
                  <a:pt x="1579024" y="38616"/>
                </a:lnTo>
                <a:lnTo>
                  <a:pt x="1579033" y="36627"/>
                </a:lnTo>
                <a:lnTo>
                  <a:pt x="1579044" y="34647"/>
                </a:lnTo>
                <a:lnTo>
                  <a:pt x="1579058" y="32679"/>
                </a:lnTo>
                <a:lnTo>
                  <a:pt x="1579074" y="30720"/>
                </a:lnTo>
                <a:lnTo>
                  <a:pt x="1579091" y="28772"/>
                </a:lnTo>
                <a:lnTo>
                  <a:pt x="1579111" y="26834"/>
                </a:lnTo>
                <a:lnTo>
                  <a:pt x="1579133" y="24907"/>
                </a:lnTo>
                <a:lnTo>
                  <a:pt x="1579157" y="22990"/>
                </a:lnTo>
                <a:lnTo>
                  <a:pt x="1579183" y="21084"/>
                </a:lnTo>
                <a:lnTo>
                  <a:pt x="1579211" y="19188"/>
                </a:lnTo>
                <a:lnTo>
                  <a:pt x="1579241" y="17302"/>
                </a:lnTo>
                <a:lnTo>
                  <a:pt x="1579273" y="15427"/>
                </a:lnTo>
                <a:lnTo>
                  <a:pt x="1579307" y="13562"/>
                </a:lnTo>
                <a:lnTo>
                  <a:pt x="1579344" y="11707"/>
                </a:lnTo>
                <a:lnTo>
                  <a:pt x="1579382" y="9863"/>
                </a:lnTo>
                <a:lnTo>
                  <a:pt x="1579423" y="8029"/>
                </a:lnTo>
                <a:lnTo>
                  <a:pt x="1579465" y="6206"/>
                </a:lnTo>
                <a:lnTo>
                  <a:pt x="1579510" y="4393"/>
                </a:lnTo>
                <a:lnTo>
                  <a:pt x="1579557" y="2590"/>
                </a:lnTo>
                <a:lnTo>
                  <a:pt x="1579606" y="798"/>
                </a:lnTo>
                <a:lnTo>
                  <a:pt x="1578708" y="0"/>
                </a:lnTo>
                <a:lnTo>
                  <a:pt x="1577464" y="315"/>
                </a:lnTo>
                <a:lnTo>
                  <a:pt x="1576211" y="628"/>
                </a:lnTo>
                <a:lnTo>
                  <a:pt x="1574947" y="940"/>
                </a:lnTo>
                <a:lnTo>
                  <a:pt x="1573674" y="1250"/>
                </a:lnTo>
                <a:lnTo>
                  <a:pt x="1572390" y="1558"/>
                </a:lnTo>
                <a:lnTo>
                  <a:pt x="1571096" y="1864"/>
                </a:lnTo>
                <a:lnTo>
                  <a:pt x="1569793" y="2168"/>
                </a:lnTo>
                <a:lnTo>
                  <a:pt x="1568479" y="2471"/>
                </a:lnTo>
                <a:lnTo>
                  <a:pt x="1567155" y="2772"/>
                </a:lnTo>
                <a:lnTo>
                  <a:pt x="1565821" y="3072"/>
                </a:lnTo>
                <a:lnTo>
                  <a:pt x="1564477" y="3370"/>
                </a:lnTo>
                <a:lnTo>
                  <a:pt x="1563123" y="3665"/>
                </a:lnTo>
                <a:lnTo>
                  <a:pt x="1561759" y="3960"/>
                </a:lnTo>
                <a:lnTo>
                  <a:pt x="1560385" y="4252"/>
                </a:lnTo>
                <a:lnTo>
                  <a:pt x="1559001" y="4543"/>
                </a:lnTo>
                <a:lnTo>
                  <a:pt x="1557607" y="4832"/>
                </a:lnTo>
                <a:lnTo>
                  <a:pt x="1556203" y="5119"/>
                </a:lnTo>
                <a:lnTo>
                  <a:pt x="1554789" y="5405"/>
                </a:lnTo>
                <a:lnTo>
                  <a:pt x="1553365" y="5688"/>
                </a:lnTo>
                <a:lnTo>
                  <a:pt x="1551930" y="5971"/>
                </a:lnTo>
                <a:lnTo>
                  <a:pt x="1550486" y="6251"/>
                </a:lnTo>
                <a:lnTo>
                  <a:pt x="1549032" y="6530"/>
                </a:lnTo>
                <a:lnTo>
                  <a:pt x="1547567" y="6806"/>
                </a:lnTo>
                <a:lnTo>
                  <a:pt x="1546093" y="7082"/>
                </a:lnTo>
                <a:lnTo>
                  <a:pt x="1546591" y="10373"/>
                </a:lnTo>
                <a:lnTo>
                  <a:pt x="1560056" y="14363"/>
                </a:lnTo>
                <a:lnTo>
                  <a:pt x="1560089" y="16110"/>
                </a:lnTo>
                <a:lnTo>
                  <a:pt x="1560120" y="17860"/>
                </a:lnTo>
                <a:lnTo>
                  <a:pt x="1560150" y="19615"/>
                </a:lnTo>
                <a:close/>
                <a:moveTo>
                  <a:pt x="1557120" y="137559"/>
                </a:moveTo>
                <a:lnTo>
                  <a:pt x="1556293" y="137915"/>
                </a:lnTo>
                <a:lnTo>
                  <a:pt x="1555468" y="138253"/>
                </a:lnTo>
                <a:lnTo>
                  <a:pt x="1554647" y="138572"/>
                </a:lnTo>
                <a:lnTo>
                  <a:pt x="1553828" y="138872"/>
                </a:lnTo>
                <a:lnTo>
                  <a:pt x="1553012" y="139154"/>
                </a:lnTo>
                <a:lnTo>
                  <a:pt x="1552199" y="139416"/>
                </a:lnTo>
                <a:lnTo>
                  <a:pt x="1551389" y="139661"/>
                </a:lnTo>
                <a:lnTo>
                  <a:pt x="1550581" y="139886"/>
                </a:lnTo>
                <a:lnTo>
                  <a:pt x="1549776" y="140093"/>
                </a:lnTo>
                <a:lnTo>
                  <a:pt x="1548974" y="140281"/>
                </a:lnTo>
                <a:lnTo>
                  <a:pt x="1548175" y="140450"/>
                </a:lnTo>
                <a:lnTo>
                  <a:pt x="1547378" y="140601"/>
                </a:lnTo>
                <a:lnTo>
                  <a:pt x="1546584" y="140733"/>
                </a:lnTo>
                <a:lnTo>
                  <a:pt x="1545793" y="140846"/>
                </a:lnTo>
                <a:lnTo>
                  <a:pt x="1545005" y="140941"/>
                </a:lnTo>
                <a:lnTo>
                  <a:pt x="1544220" y="141016"/>
                </a:lnTo>
                <a:lnTo>
                  <a:pt x="1543437" y="141074"/>
                </a:lnTo>
                <a:lnTo>
                  <a:pt x="1542657" y="141112"/>
                </a:lnTo>
                <a:lnTo>
                  <a:pt x="1541880" y="141132"/>
                </a:lnTo>
                <a:lnTo>
                  <a:pt x="1541106" y="141133"/>
                </a:lnTo>
                <a:lnTo>
                  <a:pt x="1539920" y="141123"/>
                </a:lnTo>
                <a:lnTo>
                  <a:pt x="1538757" y="141077"/>
                </a:lnTo>
                <a:lnTo>
                  <a:pt x="1537616" y="140994"/>
                </a:lnTo>
                <a:lnTo>
                  <a:pt x="1536498" y="140875"/>
                </a:lnTo>
                <a:lnTo>
                  <a:pt x="1535403" y="140720"/>
                </a:lnTo>
                <a:lnTo>
                  <a:pt x="1534330" y="140528"/>
                </a:lnTo>
                <a:lnTo>
                  <a:pt x="1533279" y="140300"/>
                </a:lnTo>
                <a:lnTo>
                  <a:pt x="1532251" y="140036"/>
                </a:lnTo>
                <a:lnTo>
                  <a:pt x="1531245" y="139735"/>
                </a:lnTo>
                <a:lnTo>
                  <a:pt x="1530262" y="139398"/>
                </a:lnTo>
                <a:lnTo>
                  <a:pt x="1529302" y="139024"/>
                </a:lnTo>
                <a:lnTo>
                  <a:pt x="1528364" y="138614"/>
                </a:lnTo>
                <a:lnTo>
                  <a:pt x="1527448" y="138168"/>
                </a:lnTo>
                <a:lnTo>
                  <a:pt x="1526555" y="137686"/>
                </a:lnTo>
                <a:lnTo>
                  <a:pt x="1525685" y="137167"/>
                </a:lnTo>
                <a:lnTo>
                  <a:pt x="1524837" y="136611"/>
                </a:lnTo>
                <a:lnTo>
                  <a:pt x="1524011" y="136020"/>
                </a:lnTo>
                <a:lnTo>
                  <a:pt x="1523208" y="135391"/>
                </a:lnTo>
                <a:lnTo>
                  <a:pt x="1522428" y="134727"/>
                </a:lnTo>
                <a:lnTo>
                  <a:pt x="1521670" y="134026"/>
                </a:lnTo>
                <a:lnTo>
                  <a:pt x="1520935" y="133289"/>
                </a:lnTo>
                <a:lnTo>
                  <a:pt x="1520222" y="132516"/>
                </a:lnTo>
                <a:lnTo>
                  <a:pt x="1519531" y="131706"/>
                </a:lnTo>
                <a:lnTo>
                  <a:pt x="1518864" y="130860"/>
                </a:lnTo>
                <a:lnTo>
                  <a:pt x="1518213" y="130000"/>
                </a:lnTo>
                <a:lnTo>
                  <a:pt x="1517590" y="129116"/>
                </a:lnTo>
                <a:lnTo>
                  <a:pt x="1516995" y="128209"/>
                </a:lnTo>
                <a:lnTo>
                  <a:pt x="1516428" y="127277"/>
                </a:lnTo>
                <a:lnTo>
                  <a:pt x="1515890" y="126322"/>
                </a:lnTo>
                <a:lnTo>
                  <a:pt x="1515379" y="125343"/>
                </a:lnTo>
                <a:lnTo>
                  <a:pt x="1514896" y="124340"/>
                </a:lnTo>
                <a:lnTo>
                  <a:pt x="1514442" y="123313"/>
                </a:lnTo>
                <a:lnTo>
                  <a:pt x="1514015" y="122262"/>
                </a:lnTo>
                <a:lnTo>
                  <a:pt x="1513617" y="121187"/>
                </a:lnTo>
                <a:lnTo>
                  <a:pt x="1513246" y="120088"/>
                </a:lnTo>
                <a:lnTo>
                  <a:pt x="1512904" y="118965"/>
                </a:lnTo>
                <a:lnTo>
                  <a:pt x="1512590" y="117819"/>
                </a:lnTo>
                <a:lnTo>
                  <a:pt x="1512304" y="116649"/>
                </a:lnTo>
                <a:lnTo>
                  <a:pt x="1512045" y="115454"/>
                </a:lnTo>
                <a:lnTo>
                  <a:pt x="1511815" y="114236"/>
                </a:lnTo>
                <a:lnTo>
                  <a:pt x="1511613" y="112994"/>
                </a:lnTo>
                <a:lnTo>
                  <a:pt x="1511439" y="111728"/>
                </a:lnTo>
                <a:lnTo>
                  <a:pt x="1511293" y="110438"/>
                </a:lnTo>
                <a:lnTo>
                  <a:pt x="1511175" y="109124"/>
                </a:lnTo>
                <a:lnTo>
                  <a:pt x="1511085" y="107787"/>
                </a:lnTo>
                <a:lnTo>
                  <a:pt x="1511024" y="106425"/>
                </a:lnTo>
                <a:lnTo>
                  <a:pt x="1510990" y="105040"/>
                </a:lnTo>
                <a:lnTo>
                  <a:pt x="1510984" y="103630"/>
                </a:lnTo>
                <a:lnTo>
                  <a:pt x="1510999" y="102002"/>
                </a:lnTo>
                <a:lnTo>
                  <a:pt x="1511046" y="100408"/>
                </a:lnTo>
                <a:lnTo>
                  <a:pt x="1511123" y="98849"/>
                </a:lnTo>
                <a:lnTo>
                  <a:pt x="1511231" y="97325"/>
                </a:lnTo>
                <a:lnTo>
                  <a:pt x="1511369" y="95835"/>
                </a:lnTo>
                <a:lnTo>
                  <a:pt x="1511539" y="94379"/>
                </a:lnTo>
                <a:lnTo>
                  <a:pt x="1511739" y="92959"/>
                </a:lnTo>
                <a:lnTo>
                  <a:pt x="1511970" y="91573"/>
                </a:lnTo>
                <a:lnTo>
                  <a:pt x="1512232" y="90222"/>
                </a:lnTo>
                <a:lnTo>
                  <a:pt x="1512525" y="88905"/>
                </a:lnTo>
                <a:lnTo>
                  <a:pt x="1512849" y="87623"/>
                </a:lnTo>
                <a:lnTo>
                  <a:pt x="1513203" y="86375"/>
                </a:lnTo>
                <a:lnTo>
                  <a:pt x="1513589" y="85162"/>
                </a:lnTo>
                <a:lnTo>
                  <a:pt x="1514005" y="83984"/>
                </a:lnTo>
                <a:lnTo>
                  <a:pt x="1514452" y="82841"/>
                </a:lnTo>
                <a:lnTo>
                  <a:pt x="1514929" y="81732"/>
                </a:lnTo>
                <a:lnTo>
                  <a:pt x="1515438" y="80658"/>
                </a:lnTo>
                <a:lnTo>
                  <a:pt x="1515977" y="79618"/>
                </a:lnTo>
                <a:lnTo>
                  <a:pt x="1516548" y="78613"/>
                </a:lnTo>
                <a:lnTo>
                  <a:pt x="1517149" y="77642"/>
                </a:lnTo>
                <a:lnTo>
                  <a:pt x="1517780" y="76707"/>
                </a:lnTo>
                <a:lnTo>
                  <a:pt x="1518443" y="75806"/>
                </a:lnTo>
                <a:lnTo>
                  <a:pt x="1519137" y="74939"/>
                </a:lnTo>
                <a:lnTo>
                  <a:pt x="1519861" y="74107"/>
                </a:lnTo>
                <a:lnTo>
                  <a:pt x="1520607" y="73318"/>
                </a:lnTo>
                <a:lnTo>
                  <a:pt x="1521381" y="72562"/>
                </a:lnTo>
                <a:lnTo>
                  <a:pt x="1522185" y="71840"/>
                </a:lnTo>
                <a:lnTo>
                  <a:pt x="1523017" y="71151"/>
                </a:lnTo>
                <a:lnTo>
                  <a:pt x="1523877" y="70496"/>
                </a:lnTo>
                <a:lnTo>
                  <a:pt x="1524767" y="69874"/>
                </a:lnTo>
                <a:lnTo>
                  <a:pt x="1525685" y="69287"/>
                </a:lnTo>
                <a:lnTo>
                  <a:pt x="1526632" y="68732"/>
                </a:lnTo>
                <a:lnTo>
                  <a:pt x="1527608" y="68212"/>
                </a:lnTo>
                <a:lnTo>
                  <a:pt x="1528612" y="67724"/>
                </a:lnTo>
                <a:lnTo>
                  <a:pt x="1529646" y="67271"/>
                </a:lnTo>
                <a:lnTo>
                  <a:pt x="1530708" y="66851"/>
                </a:lnTo>
                <a:lnTo>
                  <a:pt x="1531798" y="66465"/>
                </a:lnTo>
                <a:lnTo>
                  <a:pt x="1532918" y="66112"/>
                </a:lnTo>
                <a:lnTo>
                  <a:pt x="1534066" y="65793"/>
                </a:lnTo>
                <a:lnTo>
                  <a:pt x="1535243" y="65507"/>
                </a:lnTo>
                <a:lnTo>
                  <a:pt x="1536449" y="65255"/>
                </a:lnTo>
                <a:lnTo>
                  <a:pt x="1537683" y="65037"/>
                </a:lnTo>
                <a:lnTo>
                  <a:pt x="1538947" y="64852"/>
                </a:lnTo>
                <a:lnTo>
                  <a:pt x="1540238" y="64701"/>
                </a:lnTo>
                <a:lnTo>
                  <a:pt x="1541559" y="64584"/>
                </a:lnTo>
                <a:lnTo>
                  <a:pt x="1542909" y="64500"/>
                </a:lnTo>
                <a:lnTo>
                  <a:pt x="1544287" y="64449"/>
                </a:lnTo>
                <a:lnTo>
                  <a:pt x="1545694" y="64432"/>
                </a:lnTo>
                <a:lnTo>
                  <a:pt x="1546365" y="64436"/>
                </a:lnTo>
                <a:lnTo>
                  <a:pt x="1547031" y="64447"/>
                </a:lnTo>
                <a:lnTo>
                  <a:pt x="1547692" y="64465"/>
                </a:lnTo>
                <a:lnTo>
                  <a:pt x="1548348" y="64491"/>
                </a:lnTo>
                <a:lnTo>
                  <a:pt x="1548999" y="64523"/>
                </a:lnTo>
                <a:lnTo>
                  <a:pt x="1549646" y="64563"/>
                </a:lnTo>
                <a:lnTo>
                  <a:pt x="1550288" y="64611"/>
                </a:lnTo>
                <a:lnTo>
                  <a:pt x="1550925" y="64665"/>
                </a:lnTo>
                <a:lnTo>
                  <a:pt x="1551557" y="64727"/>
                </a:lnTo>
                <a:lnTo>
                  <a:pt x="1552184" y="64796"/>
                </a:lnTo>
                <a:lnTo>
                  <a:pt x="1552806" y="64872"/>
                </a:lnTo>
                <a:lnTo>
                  <a:pt x="1553424" y="64956"/>
                </a:lnTo>
                <a:lnTo>
                  <a:pt x="1554036" y="65047"/>
                </a:lnTo>
                <a:lnTo>
                  <a:pt x="1554644" y="65145"/>
                </a:lnTo>
                <a:lnTo>
                  <a:pt x="1555247" y="65251"/>
                </a:lnTo>
                <a:lnTo>
                  <a:pt x="1555845" y="65363"/>
                </a:lnTo>
                <a:lnTo>
                  <a:pt x="1556438" y="65483"/>
                </a:lnTo>
                <a:lnTo>
                  <a:pt x="1557027" y="65611"/>
                </a:lnTo>
                <a:lnTo>
                  <a:pt x="1557610" y="65745"/>
                </a:lnTo>
                <a:lnTo>
                  <a:pt x="1558189" y="65887"/>
                </a:lnTo>
                <a:lnTo>
                  <a:pt x="1558763" y="66036"/>
                </a:lnTo>
                <a:lnTo>
                  <a:pt x="1559332" y="66192"/>
                </a:lnTo>
                <a:lnTo>
                  <a:pt x="1559896" y="66356"/>
                </a:lnTo>
                <a:lnTo>
                  <a:pt x="1560455" y="66527"/>
                </a:lnTo>
                <a:lnTo>
                  <a:pt x="1560455" y="135946"/>
                </a:lnTo>
                <a:lnTo>
                  <a:pt x="1559617" y="136377"/>
                </a:lnTo>
                <a:lnTo>
                  <a:pt x="1558782" y="136790"/>
                </a:lnTo>
                <a:lnTo>
                  <a:pt x="1557949" y="137184"/>
                </a:lnTo>
                <a:lnTo>
                  <a:pt x="1557120" y="137559"/>
                </a:lnTo>
                <a:close/>
                <a:moveTo>
                  <a:pt x="1227562" y="10788"/>
                </a:moveTo>
                <a:lnTo>
                  <a:pt x="1226792" y="10822"/>
                </a:lnTo>
                <a:lnTo>
                  <a:pt x="1226025" y="10854"/>
                </a:lnTo>
                <a:lnTo>
                  <a:pt x="1225261" y="10884"/>
                </a:lnTo>
                <a:lnTo>
                  <a:pt x="1224500" y="10912"/>
                </a:lnTo>
                <a:lnTo>
                  <a:pt x="1223742" y="10938"/>
                </a:lnTo>
                <a:lnTo>
                  <a:pt x="1222987" y="10962"/>
                </a:lnTo>
                <a:lnTo>
                  <a:pt x="1222235" y="10984"/>
                </a:lnTo>
                <a:lnTo>
                  <a:pt x="1221487" y="11004"/>
                </a:lnTo>
                <a:lnTo>
                  <a:pt x="1220741" y="11021"/>
                </a:lnTo>
                <a:lnTo>
                  <a:pt x="1219999" y="11037"/>
                </a:lnTo>
                <a:lnTo>
                  <a:pt x="1219260" y="11050"/>
                </a:lnTo>
                <a:lnTo>
                  <a:pt x="1218523" y="11062"/>
                </a:lnTo>
                <a:lnTo>
                  <a:pt x="1217790" y="11071"/>
                </a:lnTo>
                <a:lnTo>
                  <a:pt x="1217061" y="11078"/>
                </a:lnTo>
                <a:lnTo>
                  <a:pt x="1216334" y="11084"/>
                </a:lnTo>
                <a:lnTo>
                  <a:pt x="1215610" y="11087"/>
                </a:lnTo>
                <a:lnTo>
                  <a:pt x="1214890" y="11088"/>
                </a:lnTo>
                <a:lnTo>
                  <a:pt x="1214172" y="11087"/>
                </a:lnTo>
                <a:lnTo>
                  <a:pt x="1213458" y="11084"/>
                </a:lnTo>
                <a:lnTo>
                  <a:pt x="1212747" y="11078"/>
                </a:lnTo>
                <a:lnTo>
                  <a:pt x="1212039" y="11071"/>
                </a:lnTo>
                <a:lnTo>
                  <a:pt x="1211406" y="11078"/>
                </a:lnTo>
                <a:lnTo>
                  <a:pt x="1210755" y="11084"/>
                </a:lnTo>
                <a:lnTo>
                  <a:pt x="1210084" y="11087"/>
                </a:lnTo>
                <a:lnTo>
                  <a:pt x="1209396" y="11088"/>
                </a:lnTo>
                <a:lnTo>
                  <a:pt x="1208688" y="11087"/>
                </a:lnTo>
                <a:lnTo>
                  <a:pt x="1207962" y="11084"/>
                </a:lnTo>
                <a:lnTo>
                  <a:pt x="1207217" y="11078"/>
                </a:lnTo>
                <a:lnTo>
                  <a:pt x="1206453" y="11071"/>
                </a:lnTo>
                <a:lnTo>
                  <a:pt x="1205671" y="11062"/>
                </a:lnTo>
                <a:lnTo>
                  <a:pt x="1204870" y="11050"/>
                </a:lnTo>
                <a:lnTo>
                  <a:pt x="1204050" y="11037"/>
                </a:lnTo>
                <a:lnTo>
                  <a:pt x="1203212" y="11021"/>
                </a:lnTo>
                <a:lnTo>
                  <a:pt x="1202355" y="11004"/>
                </a:lnTo>
                <a:lnTo>
                  <a:pt x="1201479" y="10984"/>
                </a:lnTo>
                <a:lnTo>
                  <a:pt x="1200584" y="10962"/>
                </a:lnTo>
                <a:lnTo>
                  <a:pt x="1199671" y="10938"/>
                </a:lnTo>
                <a:lnTo>
                  <a:pt x="1198739" y="10912"/>
                </a:lnTo>
                <a:lnTo>
                  <a:pt x="1197788" y="10884"/>
                </a:lnTo>
                <a:lnTo>
                  <a:pt x="1196819" y="10854"/>
                </a:lnTo>
                <a:lnTo>
                  <a:pt x="1195831" y="10822"/>
                </a:lnTo>
                <a:lnTo>
                  <a:pt x="1194824" y="10788"/>
                </a:lnTo>
                <a:lnTo>
                  <a:pt x="1193799" y="10751"/>
                </a:lnTo>
                <a:lnTo>
                  <a:pt x="1192755" y="10713"/>
                </a:lnTo>
                <a:lnTo>
                  <a:pt x="1191692" y="10672"/>
                </a:lnTo>
                <a:lnTo>
                  <a:pt x="1191891" y="14961"/>
                </a:lnTo>
                <a:lnTo>
                  <a:pt x="1204259" y="18851"/>
                </a:lnTo>
                <a:lnTo>
                  <a:pt x="1204438" y="18929"/>
                </a:lnTo>
                <a:lnTo>
                  <a:pt x="1204611" y="19012"/>
                </a:lnTo>
                <a:lnTo>
                  <a:pt x="1204776" y="19100"/>
                </a:lnTo>
                <a:lnTo>
                  <a:pt x="1204935" y="19195"/>
                </a:lnTo>
                <a:lnTo>
                  <a:pt x="1205087" y="19294"/>
                </a:lnTo>
                <a:lnTo>
                  <a:pt x="1205231" y="19400"/>
                </a:lnTo>
                <a:lnTo>
                  <a:pt x="1205369" y="19510"/>
                </a:lnTo>
                <a:lnTo>
                  <a:pt x="1205500" y="19627"/>
                </a:lnTo>
                <a:lnTo>
                  <a:pt x="1205624" y="19749"/>
                </a:lnTo>
                <a:lnTo>
                  <a:pt x="1205741" y="19876"/>
                </a:lnTo>
                <a:lnTo>
                  <a:pt x="1205851" y="20009"/>
                </a:lnTo>
                <a:lnTo>
                  <a:pt x="1205955" y="20148"/>
                </a:lnTo>
                <a:lnTo>
                  <a:pt x="1206051" y="20292"/>
                </a:lnTo>
                <a:lnTo>
                  <a:pt x="1206140" y="20441"/>
                </a:lnTo>
                <a:lnTo>
                  <a:pt x="1206223" y="20596"/>
                </a:lnTo>
                <a:lnTo>
                  <a:pt x="1206298" y="20757"/>
                </a:lnTo>
                <a:lnTo>
                  <a:pt x="1206367" y="20923"/>
                </a:lnTo>
                <a:lnTo>
                  <a:pt x="1206428" y="21095"/>
                </a:lnTo>
                <a:lnTo>
                  <a:pt x="1206483" y="21272"/>
                </a:lnTo>
                <a:lnTo>
                  <a:pt x="1206531" y="21455"/>
                </a:lnTo>
                <a:lnTo>
                  <a:pt x="1206572" y="21644"/>
                </a:lnTo>
                <a:lnTo>
                  <a:pt x="1206606" y="21838"/>
                </a:lnTo>
                <a:lnTo>
                  <a:pt x="1206633" y="22037"/>
                </a:lnTo>
                <a:lnTo>
                  <a:pt x="1206653" y="22242"/>
                </a:lnTo>
                <a:lnTo>
                  <a:pt x="1206661" y="22797"/>
                </a:lnTo>
                <a:lnTo>
                  <a:pt x="1206669" y="23363"/>
                </a:lnTo>
                <a:lnTo>
                  <a:pt x="1206678" y="23941"/>
                </a:lnTo>
                <a:lnTo>
                  <a:pt x="1206686" y="24531"/>
                </a:lnTo>
                <a:lnTo>
                  <a:pt x="1206694" y="25132"/>
                </a:lnTo>
                <a:lnTo>
                  <a:pt x="1206703" y="25746"/>
                </a:lnTo>
                <a:lnTo>
                  <a:pt x="1206711" y="26371"/>
                </a:lnTo>
                <a:lnTo>
                  <a:pt x="1206719" y="27008"/>
                </a:lnTo>
                <a:lnTo>
                  <a:pt x="1206728" y="27656"/>
                </a:lnTo>
                <a:lnTo>
                  <a:pt x="1206736" y="28317"/>
                </a:lnTo>
                <a:lnTo>
                  <a:pt x="1206744" y="28989"/>
                </a:lnTo>
                <a:lnTo>
                  <a:pt x="1206753" y="29673"/>
                </a:lnTo>
                <a:lnTo>
                  <a:pt x="1206761" y="30369"/>
                </a:lnTo>
                <a:lnTo>
                  <a:pt x="1206769" y="31076"/>
                </a:lnTo>
                <a:lnTo>
                  <a:pt x="1206777" y="31795"/>
                </a:lnTo>
                <a:lnTo>
                  <a:pt x="1206786" y="32526"/>
                </a:lnTo>
                <a:lnTo>
                  <a:pt x="1206794" y="33269"/>
                </a:lnTo>
                <a:lnTo>
                  <a:pt x="1206802" y="34024"/>
                </a:lnTo>
                <a:lnTo>
                  <a:pt x="1206811" y="34790"/>
                </a:lnTo>
                <a:lnTo>
                  <a:pt x="1206819" y="35569"/>
                </a:lnTo>
                <a:lnTo>
                  <a:pt x="1206827" y="36359"/>
                </a:lnTo>
                <a:lnTo>
                  <a:pt x="1206836" y="37160"/>
                </a:lnTo>
                <a:lnTo>
                  <a:pt x="1206844" y="37974"/>
                </a:lnTo>
                <a:lnTo>
                  <a:pt x="1206852" y="38799"/>
                </a:lnTo>
                <a:lnTo>
                  <a:pt x="1206852" y="119689"/>
                </a:lnTo>
                <a:lnTo>
                  <a:pt x="1206844" y="120671"/>
                </a:lnTo>
                <a:lnTo>
                  <a:pt x="1206836" y="121640"/>
                </a:lnTo>
                <a:lnTo>
                  <a:pt x="1206827" y="122595"/>
                </a:lnTo>
                <a:lnTo>
                  <a:pt x="1206819" y="123537"/>
                </a:lnTo>
                <a:lnTo>
                  <a:pt x="1206811" y="124465"/>
                </a:lnTo>
                <a:lnTo>
                  <a:pt x="1206802" y="125380"/>
                </a:lnTo>
                <a:lnTo>
                  <a:pt x="1206794" y="126281"/>
                </a:lnTo>
                <a:lnTo>
                  <a:pt x="1206786" y="127169"/>
                </a:lnTo>
                <a:lnTo>
                  <a:pt x="1206777" y="128043"/>
                </a:lnTo>
                <a:lnTo>
                  <a:pt x="1206769" y="128904"/>
                </a:lnTo>
                <a:lnTo>
                  <a:pt x="1206761" y="129751"/>
                </a:lnTo>
                <a:lnTo>
                  <a:pt x="1206753" y="130585"/>
                </a:lnTo>
                <a:lnTo>
                  <a:pt x="1206744" y="131406"/>
                </a:lnTo>
                <a:lnTo>
                  <a:pt x="1206736" y="132212"/>
                </a:lnTo>
                <a:lnTo>
                  <a:pt x="1206728" y="133006"/>
                </a:lnTo>
                <a:lnTo>
                  <a:pt x="1206719" y="133785"/>
                </a:lnTo>
                <a:lnTo>
                  <a:pt x="1206711" y="134551"/>
                </a:lnTo>
                <a:lnTo>
                  <a:pt x="1206703" y="135304"/>
                </a:lnTo>
                <a:lnTo>
                  <a:pt x="1206694" y="136043"/>
                </a:lnTo>
                <a:lnTo>
                  <a:pt x="1206686" y="136769"/>
                </a:lnTo>
                <a:lnTo>
                  <a:pt x="1206678" y="137481"/>
                </a:lnTo>
                <a:lnTo>
                  <a:pt x="1206669" y="138180"/>
                </a:lnTo>
                <a:lnTo>
                  <a:pt x="1206661" y="138865"/>
                </a:lnTo>
                <a:lnTo>
                  <a:pt x="1206653" y="139537"/>
                </a:lnTo>
                <a:lnTo>
                  <a:pt x="1206632" y="139733"/>
                </a:lnTo>
                <a:lnTo>
                  <a:pt x="1206604" y="139924"/>
                </a:lnTo>
                <a:lnTo>
                  <a:pt x="1206567" y="140109"/>
                </a:lnTo>
                <a:lnTo>
                  <a:pt x="1206523" y="140288"/>
                </a:lnTo>
                <a:lnTo>
                  <a:pt x="1206470" y="140461"/>
                </a:lnTo>
                <a:lnTo>
                  <a:pt x="1206410" y="140628"/>
                </a:lnTo>
                <a:lnTo>
                  <a:pt x="1206341" y="140789"/>
                </a:lnTo>
                <a:lnTo>
                  <a:pt x="1206265" y="140944"/>
                </a:lnTo>
                <a:lnTo>
                  <a:pt x="1206181" y="141094"/>
                </a:lnTo>
                <a:lnTo>
                  <a:pt x="1206088" y="141237"/>
                </a:lnTo>
                <a:lnTo>
                  <a:pt x="1205988" y="141375"/>
                </a:lnTo>
                <a:lnTo>
                  <a:pt x="1205880" y="141507"/>
                </a:lnTo>
                <a:lnTo>
                  <a:pt x="1205764" y="141633"/>
                </a:lnTo>
                <a:lnTo>
                  <a:pt x="1205639" y="141753"/>
                </a:lnTo>
                <a:lnTo>
                  <a:pt x="1205507" y="141867"/>
                </a:lnTo>
                <a:lnTo>
                  <a:pt x="1205367" y="141975"/>
                </a:lnTo>
                <a:lnTo>
                  <a:pt x="1205219" y="142077"/>
                </a:lnTo>
                <a:lnTo>
                  <a:pt x="1205063" y="142174"/>
                </a:lnTo>
                <a:lnTo>
                  <a:pt x="1204899" y="142264"/>
                </a:lnTo>
                <a:lnTo>
                  <a:pt x="1204727" y="142349"/>
                </a:lnTo>
                <a:lnTo>
                  <a:pt x="1204547" y="142428"/>
                </a:lnTo>
                <a:lnTo>
                  <a:pt x="1204359" y="142501"/>
                </a:lnTo>
                <a:lnTo>
                  <a:pt x="1204164" y="142568"/>
                </a:lnTo>
                <a:lnTo>
                  <a:pt x="1203960" y="142629"/>
                </a:lnTo>
                <a:lnTo>
                  <a:pt x="1191692" y="146319"/>
                </a:lnTo>
                <a:lnTo>
                  <a:pt x="1192091" y="150608"/>
                </a:lnTo>
                <a:lnTo>
                  <a:pt x="1193154" y="150584"/>
                </a:lnTo>
                <a:lnTo>
                  <a:pt x="1194200" y="150560"/>
                </a:lnTo>
                <a:lnTo>
                  <a:pt x="1195228" y="150538"/>
                </a:lnTo>
                <a:lnTo>
                  <a:pt x="1196238" y="150517"/>
                </a:lnTo>
                <a:lnTo>
                  <a:pt x="1197231" y="150496"/>
                </a:lnTo>
                <a:lnTo>
                  <a:pt x="1198206" y="150477"/>
                </a:lnTo>
                <a:lnTo>
                  <a:pt x="1199163" y="150459"/>
                </a:lnTo>
                <a:lnTo>
                  <a:pt x="1200103" y="150442"/>
                </a:lnTo>
                <a:lnTo>
                  <a:pt x="1201025" y="150426"/>
                </a:lnTo>
                <a:lnTo>
                  <a:pt x="1201930" y="150411"/>
                </a:lnTo>
                <a:lnTo>
                  <a:pt x="1202816" y="150397"/>
                </a:lnTo>
                <a:lnTo>
                  <a:pt x="1203686" y="150384"/>
                </a:lnTo>
                <a:lnTo>
                  <a:pt x="1204537" y="150372"/>
                </a:lnTo>
                <a:lnTo>
                  <a:pt x="1205371" y="150361"/>
                </a:lnTo>
                <a:lnTo>
                  <a:pt x="1206187" y="150351"/>
                </a:lnTo>
                <a:lnTo>
                  <a:pt x="1206985" y="150342"/>
                </a:lnTo>
                <a:lnTo>
                  <a:pt x="1207766" y="150334"/>
                </a:lnTo>
                <a:lnTo>
                  <a:pt x="1208529" y="150328"/>
                </a:lnTo>
                <a:lnTo>
                  <a:pt x="1209275" y="150322"/>
                </a:lnTo>
                <a:lnTo>
                  <a:pt x="1210002" y="150317"/>
                </a:lnTo>
                <a:lnTo>
                  <a:pt x="1210713" y="150314"/>
                </a:lnTo>
                <a:lnTo>
                  <a:pt x="1211405" y="150311"/>
                </a:lnTo>
                <a:lnTo>
                  <a:pt x="1212080" y="150309"/>
                </a:lnTo>
                <a:lnTo>
                  <a:pt x="1212737" y="150309"/>
                </a:lnTo>
                <a:lnTo>
                  <a:pt x="1213401" y="150309"/>
                </a:lnTo>
                <a:lnTo>
                  <a:pt x="1214079" y="150311"/>
                </a:lnTo>
                <a:lnTo>
                  <a:pt x="1214771" y="150314"/>
                </a:lnTo>
                <a:lnTo>
                  <a:pt x="1215477" y="150317"/>
                </a:lnTo>
                <a:lnTo>
                  <a:pt x="1216198" y="150322"/>
                </a:lnTo>
                <a:lnTo>
                  <a:pt x="1216932" y="150328"/>
                </a:lnTo>
                <a:lnTo>
                  <a:pt x="1217681" y="150334"/>
                </a:lnTo>
                <a:lnTo>
                  <a:pt x="1218444" y="150342"/>
                </a:lnTo>
                <a:lnTo>
                  <a:pt x="1219222" y="150351"/>
                </a:lnTo>
                <a:lnTo>
                  <a:pt x="1220013" y="150361"/>
                </a:lnTo>
                <a:lnTo>
                  <a:pt x="1220819" y="150372"/>
                </a:lnTo>
                <a:lnTo>
                  <a:pt x="1221639" y="150384"/>
                </a:lnTo>
                <a:lnTo>
                  <a:pt x="1222473" y="150397"/>
                </a:lnTo>
                <a:lnTo>
                  <a:pt x="1223321" y="150411"/>
                </a:lnTo>
                <a:lnTo>
                  <a:pt x="1224184" y="150426"/>
                </a:lnTo>
                <a:lnTo>
                  <a:pt x="1225060" y="150442"/>
                </a:lnTo>
                <a:lnTo>
                  <a:pt x="1225951" y="150459"/>
                </a:lnTo>
                <a:lnTo>
                  <a:pt x="1226856" y="150477"/>
                </a:lnTo>
                <a:lnTo>
                  <a:pt x="1227776" y="150496"/>
                </a:lnTo>
                <a:lnTo>
                  <a:pt x="1228709" y="150517"/>
                </a:lnTo>
                <a:lnTo>
                  <a:pt x="1229657" y="150538"/>
                </a:lnTo>
                <a:lnTo>
                  <a:pt x="1230619" y="150560"/>
                </a:lnTo>
                <a:lnTo>
                  <a:pt x="1231595" y="150584"/>
                </a:lnTo>
                <a:lnTo>
                  <a:pt x="1232585" y="150608"/>
                </a:lnTo>
                <a:lnTo>
                  <a:pt x="1232386" y="146319"/>
                </a:lnTo>
                <a:lnTo>
                  <a:pt x="1221215" y="142828"/>
                </a:lnTo>
                <a:lnTo>
                  <a:pt x="1221003" y="142775"/>
                </a:lnTo>
                <a:lnTo>
                  <a:pt x="1220801" y="142713"/>
                </a:lnTo>
                <a:lnTo>
                  <a:pt x="1220607" y="142643"/>
                </a:lnTo>
                <a:lnTo>
                  <a:pt x="1220423" y="142565"/>
                </a:lnTo>
                <a:lnTo>
                  <a:pt x="1220247" y="142479"/>
                </a:lnTo>
                <a:lnTo>
                  <a:pt x="1220080" y="142386"/>
                </a:lnTo>
                <a:lnTo>
                  <a:pt x="1219923" y="142284"/>
                </a:lnTo>
                <a:lnTo>
                  <a:pt x="1219774" y="142175"/>
                </a:lnTo>
                <a:lnTo>
                  <a:pt x="1219635" y="142057"/>
                </a:lnTo>
                <a:lnTo>
                  <a:pt x="1219504" y="141931"/>
                </a:lnTo>
                <a:lnTo>
                  <a:pt x="1219383" y="141798"/>
                </a:lnTo>
                <a:lnTo>
                  <a:pt x="1219270" y="141656"/>
                </a:lnTo>
                <a:lnTo>
                  <a:pt x="1219166" y="141507"/>
                </a:lnTo>
                <a:lnTo>
                  <a:pt x="1219072" y="141350"/>
                </a:lnTo>
                <a:lnTo>
                  <a:pt x="1218986" y="141184"/>
                </a:lnTo>
                <a:lnTo>
                  <a:pt x="1218910" y="141011"/>
                </a:lnTo>
                <a:lnTo>
                  <a:pt x="1218842" y="140830"/>
                </a:lnTo>
                <a:lnTo>
                  <a:pt x="1218784" y="140640"/>
                </a:lnTo>
                <a:lnTo>
                  <a:pt x="1218734" y="140443"/>
                </a:lnTo>
                <a:lnTo>
                  <a:pt x="1218694" y="140238"/>
                </a:lnTo>
                <a:lnTo>
                  <a:pt x="1218662" y="140025"/>
                </a:lnTo>
                <a:lnTo>
                  <a:pt x="1218640" y="139804"/>
                </a:lnTo>
                <a:lnTo>
                  <a:pt x="1218626" y="139575"/>
                </a:lnTo>
                <a:lnTo>
                  <a:pt x="1218622" y="139337"/>
                </a:lnTo>
                <a:lnTo>
                  <a:pt x="1218605" y="138682"/>
                </a:lnTo>
                <a:lnTo>
                  <a:pt x="1218590" y="138012"/>
                </a:lnTo>
                <a:lnTo>
                  <a:pt x="1218575" y="137329"/>
                </a:lnTo>
                <a:lnTo>
                  <a:pt x="1218561" y="136631"/>
                </a:lnTo>
                <a:lnTo>
                  <a:pt x="1218547" y="135918"/>
                </a:lnTo>
                <a:lnTo>
                  <a:pt x="1218534" y="135192"/>
                </a:lnTo>
                <a:lnTo>
                  <a:pt x="1218522" y="134451"/>
                </a:lnTo>
                <a:lnTo>
                  <a:pt x="1218511" y="133697"/>
                </a:lnTo>
                <a:lnTo>
                  <a:pt x="1218500" y="132928"/>
                </a:lnTo>
                <a:lnTo>
                  <a:pt x="1218490" y="132144"/>
                </a:lnTo>
                <a:lnTo>
                  <a:pt x="1218481" y="131347"/>
                </a:lnTo>
                <a:lnTo>
                  <a:pt x="1218472" y="130535"/>
                </a:lnTo>
                <a:lnTo>
                  <a:pt x="1218464" y="129710"/>
                </a:lnTo>
                <a:lnTo>
                  <a:pt x="1218457" y="128870"/>
                </a:lnTo>
                <a:lnTo>
                  <a:pt x="1218450" y="128015"/>
                </a:lnTo>
                <a:lnTo>
                  <a:pt x="1218444" y="127147"/>
                </a:lnTo>
                <a:lnTo>
                  <a:pt x="1218439" y="126264"/>
                </a:lnTo>
                <a:lnTo>
                  <a:pt x="1218435" y="125368"/>
                </a:lnTo>
                <a:lnTo>
                  <a:pt x="1218431" y="124457"/>
                </a:lnTo>
                <a:lnTo>
                  <a:pt x="1218428" y="123531"/>
                </a:lnTo>
                <a:lnTo>
                  <a:pt x="1218425" y="122592"/>
                </a:lnTo>
                <a:lnTo>
                  <a:pt x="1218424" y="121638"/>
                </a:lnTo>
                <a:lnTo>
                  <a:pt x="1218423" y="120671"/>
                </a:lnTo>
                <a:lnTo>
                  <a:pt x="1218422" y="119689"/>
                </a:lnTo>
                <a:lnTo>
                  <a:pt x="1218422" y="33313"/>
                </a:lnTo>
                <a:lnTo>
                  <a:pt x="1268193" y="151107"/>
                </a:lnTo>
                <a:lnTo>
                  <a:pt x="1275474" y="150309"/>
                </a:lnTo>
                <a:lnTo>
                  <a:pt x="1324945" y="33313"/>
                </a:lnTo>
                <a:lnTo>
                  <a:pt x="1324945" y="119689"/>
                </a:lnTo>
                <a:lnTo>
                  <a:pt x="1324937" y="120671"/>
                </a:lnTo>
                <a:lnTo>
                  <a:pt x="1324928" y="121638"/>
                </a:lnTo>
                <a:lnTo>
                  <a:pt x="1324920" y="122592"/>
                </a:lnTo>
                <a:lnTo>
                  <a:pt x="1324912" y="123531"/>
                </a:lnTo>
                <a:lnTo>
                  <a:pt x="1324903" y="124457"/>
                </a:lnTo>
                <a:lnTo>
                  <a:pt x="1324895" y="125368"/>
                </a:lnTo>
                <a:lnTo>
                  <a:pt x="1324887" y="126264"/>
                </a:lnTo>
                <a:lnTo>
                  <a:pt x="1324879" y="127147"/>
                </a:lnTo>
                <a:lnTo>
                  <a:pt x="1324870" y="128015"/>
                </a:lnTo>
                <a:lnTo>
                  <a:pt x="1324862" y="128870"/>
                </a:lnTo>
                <a:lnTo>
                  <a:pt x="1324854" y="129710"/>
                </a:lnTo>
                <a:lnTo>
                  <a:pt x="1324845" y="130535"/>
                </a:lnTo>
                <a:lnTo>
                  <a:pt x="1324837" y="131347"/>
                </a:lnTo>
                <a:lnTo>
                  <a:pt x="1324829" y="132144"/>
                </a:lnTo>
                <a:lnTo>
                  <a:pt x="1324820" y="132928"/>
                </a:lnTo>
                <a:lnTo>
                  <a:pt x="1324812" y="133697"/>
                </a:lnTo>
                <a:lnTo>
                  <a:pt x="1324804" y="134451"/>
                </a:lnTo>
                <a:lnTo>
                  <a:pt x="1324795" y="135192"/>
                </a:lnTo>
                <a:lnTo>
                  <a:pt x="1324787" y="135918"/>
                </a:lnTo>
                <a:lnTo>
                  <a:pt x="1324779" y="136631"/>
                </a:lnTo>
                <a:lnTo>
                  <a:pt x="1324770" y="137329"/>
                </a:lnTo>
                <a:lnTo>
                  <a:pt x="1324762" y="138012"/>
                </a:lnTo>
                <a:lnTo>
                  <a:pt x="1324754" y="138682"/>
                </a:lnTo>
                <a:lnTo>
                  <a:pt x="1324746" y="139337"/>
                </a:lnTo>
                <a:lnTo>
                  <a:pt x="1324725" y="139575"/>
                </a:lnTo>
                <a:lnTo>
                  <a:pt x="1324698" y="139804"/>
                </a:lnTo>
                <a:lnTo>
                  <a:pt x="1324663" y="140025"/>
                </a:lnTo>
                <a:lnTo>
                  <a:pt x="1324621" y="140238"/>
                </a:lnTo>
                <a:lnTo>
                  <a:pt x="1324572" y="140443"/>
                </a:lnTo>
                <a:lnTo>
                  <a:pt x="1324515" y="140640"/>
                </a:lnTo>
                <a:lnTo>
                  <a:pt x="1324451" y="140830"/>
                </a:lnTo>
                <a:lnTo>
                  <a:pt x="1324380" y="141011"/>
                </a:lnTo>
                <a:lnTo>
                  <a:pt x="1324301" y="141184"/>
                </a:lnTo>
                <a:lnTo>
                  <a:pt x="1324216" y="141350"/>
                </a:lnTo>
                <a:lnTo>
                  <a:pt x="1324123" y="141507"/>
                </a:lnTo>
                <a:lnTo>
                  <a:pt x="1324022" y="141656"/>
                </a:lnTo>
                <a:lnTo>
                  <a:pt x="1323915" y="141798"/>
                </a:lnTo>
                <a:lnTo>
                  <a:pt x="1323800" y="141931"/>
                </a:lnTo>
                <a:lnTo>
                  <a:pt x="1323678" y="142057"/>
                </a:lnTo>
                <a:lnTo>
                  <a:pt x="1323549" y="142175"/>
                </a:lnTo>
                <a:lnTo>
                  <a:pt x="1323412" y="142284"/>
                </a:lnTo>
                <a:lnTo>
                  <a:pt x="1323268" y="142386"/>
                </a:lnTo>
                <a:lnTo>
                  <a:pt x="1323117" y="142479"/>
                </a:lnTo>
                <a:lnTo>
                  <a:pt x="1322959" y="142565"/>
                </a:lnTo>
                <a:lnTo>
                  <a:pt x="1322793" y="142643"/>
                </a:lnTo>
                <a:lnTo>
                  <a:pt x="1322620" y="142713"/>
                </a:lnTo>
                <a:lnTo>
                  <a:pt x="1322440" y="142775"/>
                </a:lnTo>
                <a:lnTo>
                  <a:pt x="1322252" y="142828"/>
                </a:lnTo>
                <a:lnTo>
                  <a:pt x="1310782" y="146319"/>
                </a:lnTo>
                <a:lnTo>
                  <a:pt x="1311181" y="150608"/>
                </a:lnTo>
                <a:lnTo>
                  <a:pt x="1312129" y="150584"/>
                </a:lnTo>
                <a:lnTo>
                  <a:pt x="1313079" y="150560"/>
                </a:lnTo>
                <a:lnTo>
                  <a:pt x="1314031" y="150538"/>
                </a:lnTo>
                <a:lnTo>
                  <a:pt x="1314985" y="150517"/>
                </a:lnTo>
                <a:lnTo>
                  <a:pt x="1315940" y="150496"/>
                </a:lnTo>
                <a:lnTo>
                  <a:pt x="1316897" y="150477"/>
                </a:lnTo>
                <a:lnTo>
                  <a:pt x="1317856" y="150459"/>
                </a:lnTo>
                <a:lnTo>
                  <a:pt x="1318817" y="150442"/>
                </a:lnTo>
                <a:lnTo>
                  <a:pt x="1319779" y="150426"/>
                </a:lnTo>
                <a:lnTo>
                  <a:pt x="1320743" y="150411"/>
                </a:lnTo>
                <a:lnTo>
                  <a:pt x="1321708" y="150397"/>
                </a:lnTo>
                <a:lnTo>
                  <a:pt x="1322676" y="150384"/>
                </a:lnTo>
                <a:lnTo>
                  <a:pt x="1323645" y="150372"/>
                </a:lnTo>
                <a:lnTo>
                  <a:pt x="1324616" y="150361"/>
                </a:lnTo>
                <a:lnTo>
                  <a:pt x="1325589" y="150351"/>
                </a:lnTo>
                <a:lnTo>
                  <a:pt x="1326563" y="150342"/>
                </a:lnTo>
                <a:lnTo>
                  <a:pt x="1327539" y="150334"/>
                </a:lnTo>
                <a:lnTo>
                  <a:pt x="1328517" y="150328"/>
                </a:lnTo>
                <a:lnTo>
                  <a:pt x="1329497" y="150322"/>
                </a:lnTo>
                <a:lnTo>
                  <a:pt x="1330478" y="150317"/>
                </a:lnTo>
                <a:lnTo>
                  <a:pt x="1331461" y="150314"/>
                </a:lnTo>
                <a:lnTo>
                  <a:pt x="1332446" y="150311"/>
                </a:lnTo>
                <a:lnTo>
                  <a:pt x="1333432" y="150309"/>
                </a:lnTo>
                <a:lnTo>
                  <a:pt x="1334420" y="150309"/>
                </a:lnTo>
                <a:lnTo>
                  <a:pt x="1335428" y="150309"/>
                </a:lnTo>
                <a:lnTo>
                  <a:pt x="1336439" y="150311"/>
                </a:lnTo>
                <a:lnTo>
                  <a:pt x="1337455" y="150314"/>
                </a:lnTo>
                <a:lnTo>
                  <a:pt x="1338474" y="150317"/>
                </a:lnTo>
                <a:lnTo>
                  <a:pt x="1339497" y="150322"/>
                </a:lnTo>
                <a:lnTo>
                  <a:pt x="1340523" y="150328"/>
                </a:lnTo>
                <a:lnTo>
                  <a:pt x="1341554" y="150334"/>
                </a:lnTo>
                <a:lnTo>
                  <a:pt x="1342588" y="150342"/>
                </a:lnTo>
                <a:lnTo>
                  <a:pt x="1343626" y="150351"/>
                </a:lnTo>
                <a:lnTo>
                  <a:pt x="1344668" y="150361"/>
                </a:lnTo>
                <a:lnTo>
                  <a:pt x="1345714" y="150372"/>
                </a:lnTo>
                <a:lnTo>
                  <a:pt x="1346763" y="150384"/>
                </a:lnTo>
                <a:lnTo>
                  <a:pt x="1347817" y="150397"/>
                </a:lnTo>
                <a:lnTo>
                  <a:pt x="1348874" y="150411"/>
                </a:lnTo>
                <a:lnTo>
                  <a:pt x="1349935" y="150426"/>
                </a:lnTo>
                <a:lnTo>
                  <a:pt x="1350999" y="150442"/>
                </a:lnTo>
                <a:lnTo>
                  <a:pt x="1352068" y="150459"/>
                </a:lnTo>
                <a:lnTo>
                  <a:pt x="1353140" y="150477"/>
                </a:lnTo>
                <a:lnTo>
                  <a:pt x="1354217" y="150496"/>
                </a:lnTo>
                <a:lnTo>
                  <a:pt x="1355297" y="150517"/>
                </a:lnTo>
                <a:lnTo>
                  <a:pt x="1356380" y="150538"/>
                </a:lnTo>
                <a:lnTo>
                  <a:pt x="1357468" y="150560"/>
                </a:lnTo>
                <a:lnTo>
                  <a:pt x="1358559" y="150584"/>
                </a:lnTo>
                <a:lnTo>
                  <a:pt x="1359655" y="150608"/>
                </a:lnTo>
                <a:lnTo>
                  <a:pt x="1359455" y="146319"/>
                </a:lnTo>
                <a:lnTo>
                  <a:pt x="1347486" y="142629"/>
                </a:lnTo>
                <a:lnTo>
                  <a:pt x="1347266" y="142568"/>
                </a:lnTo>
                <a:lnTo>
                  <a:pt x="1347056" y="142501"/>
                </a:lnTo>
                <a:lnTo>
                  <a:pt x="1346854" y="142428"/>
                </a:lnTo>
                <a:lnTo>
                  <a:pt x="1346661" y="142349"/>
                </a:lnTo>
                <a:lnTo>
                  <a:pt x="1346477" y="142264"/>
                </a:lnTo>
                <a:lnTo>
                  <a:pt x="1346302" y="142174"/>
                </a:lnTo>
                <a:lnTo>
                  <a:pt x="1346136" y="142077"/>
                </a:lnTo>
                <a:lnTo>
                  <a:pt x="1345979" y="141975"/>
                </a:lnTo>
                <a:lnTo>
                  <a:pt x="1345831" y="141867"/>
                </a:lnTo>
                <a:lnTo>
                  <a:pt x="1345692" y="141753"/>
                </a:lnTo>
                <a:lnTo>
                  <a:pt x="1345563" y="141633"/>
                </a:lnTo>
                <a:lnTo>
                  <a:pt x="1345442" y="141507"/>
                </a:lnTo>
                <a:lnTo>
                  <a:pt x="1345330" y="141375"/>
                </a:lnTo>
                <a:lnTo>
                  <a:pt x="1345227" y="141237"/>
                </a:lnTo>
                <a:lnTo>
                  <a:pt x="1345133" y="141094"/>
                </a:lnTo>
                <a:lnTo>
                  <a:pt x="1345048" y="140944"/>
                </a:lnTo>
                <a:lnTo>
                  <a:pt x="1344972" y="140789"/>
                </a:lnTo>
                <a:lnTo>
                  <a:pt x="1344906" y="140628"/>
                </a:lnTo>
                <a:lnTo>
                  <a:pt x="1344848" y="140461"/>
                </a:lnTo>
                <a:lnTo>
                  <a:pt x="1344799" y="140288"/>
                </a:lnTo>
                <a:lnTo>
                  <a:pt x="1344759" y="140109"/>
                </a:lnTo>
                <a:lnTo>
                  <a:pt x="1344728" y="139924"/>
                </a:lnTo>
                <a:lnTo>
                  <a:pt x="1344706" y="139733"/>
                </a:lnTo>
                <a:lnTo>
                  <a:pt x="1344694" y="139537"/>
                </a:lnTo>
                <a:lnTo>
                  <a:pt x="1344677" y="138865"/>
                </a:lnTo>
                <a:lnTo>
                  <a:pt x="1344662" y="138180"/>
                </a:lnTo>
                <a:lnTo>
                  <a:pt x="1344647" y="137481"/>
                </a:lnTo>
                <a:lnTo>
                  <a:pt x="1344633" y="136769"/>
                </a:lnTo>
                <a:lnTo>
                  <a:pt x="1344619" y="136043"/>
                </a:lnTo>
                <a:lnTo>
                  <a:pt x="1344606" y="135304"/>
                </a:lnTo>
                <a:lnTo>
                  <a:pt x="1344594" y="134551"/>
                </a:lnTo>
                <a:lnTo>
                  <a:pt x="1344583" y="133785"/>
                </a:lnTo>
                <a:lnTo>
                  <a:pt x="1344572" y="133006"/>
                </a:lnTo>
                <a:lnTo>
                  <a:pt x="1344562" y="132212"/>
                </a:lnTo>
                <a:lnTo>
                  <a:pt x="1344553" y="131406"/>
                </a:lnTo>
                <a:lnTo>
                  <a:pt x="1344544" y="130585"/>
                </a:lnTo>
                <a:lnTo>
                  <a:pt x="1344536" y="129751"/>
                </a:lnTo>
                <a:lnTo>
                  <a:pt x="1344529" y="128904"/>
                </a:lnTo>
                <a:lnTo>
                  <a:pt x="1344522" y="128043"/>
                </a:lnTo>
                <a:lnTo>
                  <a:pt x="1344516" y="127169"/>
                </a:lnTo>
                <a:lnTo>
                  <a:pt x="1344511" y="126281"/>
                </a:lnTo>
                <a:lnTo>
                  <a:pt x="1344507" y="125380"/>
                </a:lnTo>
                <a:lnTo>
                  <a:pt x="1344503" y="124465"/>
                </a:lnTo>
                <a:lnTo>
                  <a:pt x="1344500" y="123537"/>
                </a:lnTo>
                <a:lnTo>
                  <a:pt x="1344497" y="122595"/>
                </a:lnTo>
                <a:lnTo>
                  <a:pt x="1344496" y="121640"/>
                </a:lnTo>
                <a:lnTo>
                  <a:pt x="1344494" y="120671"/>
                </a:lnTo>
                <a:lnTo>
                  <a:pt x="1344494" y="119689"/>
                </a:lnTo>
                <a:lnTo>
                  <a:pt x="1344494" y="38799"/>
                </a:lnTo>
                <a:lnTo>
                  <a:pt x="1344494" y="37974"/>
                </a:lnTo>
                <a:lnTo>
                  <a:pt x="1344496" y="37160"/>
                </a:lnTo>
                <a:lnTo>
                  <a:pt x="1344497" y="36359"/>
                </a:lnTo>
                <a:lnTo>
                  <a:pt x="1344500" y="35569"/>
                </a:lnTo>
                <a:lnTo>
                  <a:pt x="1344503" y="34790"/>
                </a:lnTo>
                <a:lnTo>
                  <a:pt x="1344507" y="34024"/>
                </a:lnTo>
                <a:lnTo>
                  <a:pt x="1344511" y="33269"/>
                </a:lnTo>
                <a:lnTo>
                  <a:pt x="1344516" y="32526"/>
                </a:lnTo>
                <a:lnTo>
                  <a:pt x="1344522" y="31795"/>
                </a:lnTo>
                <a:lnTo>
                  <a:pt x="1344529" y="31076"/>
                </a:lnTo>
                <a:lnTo>
                  <a:pt x="1344536" y="30369"/>
                </a:lnTo>
                <a:lnTo>
                  <a:pt x="1344544" y="29673"/>
                </a:lnTo>
                <a:lnTo>
                  <a:pt x="1344553" y="28989"/>
                </a:lnTo>
                <a:lnTo>
                  <a:pt x="1344562" y="28317"/>
                </a:lnTo>
                <a:lnTo>
                  <a:pt x="1344572" y="27656"/>
                </a:lnTo>
                <a:lnTo>
                  <a:pt x="1344583" y="27008"/>
                </a:lnTo>
                <a:lnTo>
                  <a:pt x="1344594" y="26371"/>
                </a:lnTo>
                <a:lnTo>
                  <a:pt x="1344606" y="25746"/>
                </a:lnTo>
                <a:lnTo>
                  <a:pt x="1344619" y="25132"/>
                </a:lnTo>
                <a:lnTo>
                  <a:pt x="1344633" y="24531"/>
                </a:lnTo>
                <a:lnTo>
                  <a:pt x="1344647" y="23941"/>
                </a:lnTo>
                <a:lnTo>
                  <a:pt x="1344662" y="23363"/>
                </a:lnTo>
                <a:lnTo>
                  <a:pt x="1344677" y="22797"/>
                </a:lnTo>
                <a:lnTo>
                  <a:pt x="1344694" y="22242"/>
                </a:lnTo>
                <a:lnTo>
                  <a:pt x="1344706" y="22037"/>
                </a:lnTo>
                <a:lnTo>
                  <a:pt x="1344725" y="21838"/>
                </a:lnTo>
                <a:lnTo>
                  <a:pt x="1344753" y="21644"/>
                </a:lnTo>
                <a:lnTo>
                  <a:pt x="1344788" y="21455"/>
                </a:lnTo>
                <a:lnTo>
                  <a:pt x="1344830" y="21272"/>
                </a:lnTo>
                <a:lnTo>
                  <a:pt x="1344881" y="21095"/>
                </a:lnTo>
                <a:lnTo>
                  <a:pt x="1344938" y="20923"/>
                </a:lnTo>
                <a:lnTo>
                  <a:pt x="1345004" y="20757"/>
                </a:lnTo>
                <a:lnTo>
                  <a:pt x="1345077" y="20596"/>
                </a:lnTo>
                <a:lnTo>
                  <a:pt x="1345158" y="20441"/>
                </a:lnTo>
                <a:lnTo>
                  <a:pt x="1345246" y="20292"/>
                </a:lnTo>
                <a:lnTo>
                  <a:pt x="1345342" y="20148"/>
                </a:lnTo>
                <a:lnTo>
                  <a:pt x="1345445" y="20009"/>
                </a:lnTo>
                <a:lnTo>
                  <a:pt x="1345557" y="19876"/>
                </a:lnTo>
                <a:lnTo>
                  <a:pt x="1345675" y="19749"/>
                </a:lnTo>
                <a:lnTo>
                  <a:pt x="1345802" y="19627"/>
                </a:lnTo>
                <a:lnTo>
                  <a:pt x="1345936" y="19510"/>
                </a:lnTo>
                <a:lnTo>
                  <a:pt x="1346078" y="19400"/>
                </a:lnTo>
                <a:lnTo>
                  <a:pt x="1346227" y="19294"/>
                </a:lnTo>
                <a:lnTo>
                  <a:pt x="1346384" y="19195"/>
                </a:lnTo>
                <a:lnTo>
                  <a:pt x="1346548" y="19100"/>
                </a:lnTo>
                <a:lnTo>
                  <a:pt x="1346720" y="19012"/>
                </a:lnTo>
                <a:lnTo>
                  <a:pt x="1346900" y="18929"/>
                </a:lnTo>
                <a:lnTo>
                  <a:pt x="1347087" y="18851"/>
                </a:lnTo>
                <a:lnTo>
                  <a:pt x="1359655" y="14961"/>
                </a:lnTo>
                <a:lnTo>
                  <a:pt x="1359256" y="10672"/>
                </a:lnTo>
                <a:lnTo>
                  <a:pt x="1358218" y="10713"/>
                </a:lnTo>
                <a:lnTo>
                  <a:pt x="1357198" y="10751"/>
                </a:lnTo>
                <a:lnTo>
                  <a:pt x="1356197" y="10788"/>
                </a:lnTo>
                <a:lnTo>
                  <a:pt x="1355213" y="10822"/>
                </a:lnTo>
                <a:lnTo>
                  <a:pt x="1354249" y="10854"/>
                </a:lnTo>
                <a:lnTo>
                  <a:pt x="1353302" y="10884"/>
                </a:lnTo>
                <a:lnTo>
                  <a:pt x="1352375" y="10912"/>
                </a:lnTo>
                <a:lnTo>
                  <a:pt x="1351465" y="10938"/>
                </a:lnTo>
                <a:lnTo>
                  <a:pt x="1350574" y="10962"/>
                </a:lnTo>
                <a:lnTo>
                  <a:pt x="1349701" y="10984"/>
                </a:lnTo>
                <a:lnTo>
                  <a:pt x="1348846" y="11004"/>
                </a:lnTo>
                <a:lnTo>
                  <a:pt x="1348010" y="11021"/>
                </a:lnTo>
                <a:lnTo>
                  <a:pt x="1347192" y="11037"/>
                </a:lnTo>
                <a:lnTo>
                  <a:pt x="1346393" y="11050"/>
                </a:lnTo>
                <a:lnTo>
                  <a:pt x="1345612" y="11062"/>
                </a:lnTo>
                <a:lnTo>
                  <a:pt x="1344849" y="11071"/>
                </a:lnTo>
                <a:lnTo>
                  <a:pt x="1344104" y="11078"/>
                </a:lnTo>
                <a:lnTo>
                  <a:pt x="1343378" y="11084"/>
                </a:lnTo>
                <a:lnTo>
                  <a:pt x="1342671" y="11087"/>
                </a:lnTo>
                <a:lnTo>
                  <a:pt x="1341981" y="11088"/>
                </a:lnTo>
                <a:lnTo>
                  <a:pt x="1341310" y="11087"/>
                </a:lnTo>
                <a:lnTo>
                  <a:pt x="1340658" y="11084"/>
                </a:lnTo>
                <a:lnTo>
                  <a:pt x="1340023" y="11078"/>
                </a:lnTo>
                <a:lnTo>
                  <a:pt x="1339407" y="11071"/>
                </a:lnTo>
                <a:lnTo>
                  <a:pt x="1338765" y="11078"/>
                </a:lnTo>
                <a:lnTo>
                  <a:pt x="1338116" y="11084"/>
                </a:lnTo>
                <a:lnTo>
                  <a:pt x="1337462" y="11087"/>
                </a:lnTo>
                <a:lnTo>
                  <a:pt x="1336803" y="11088"/>
                </a:lnTo>
                <a:lnTo>
                  <a:pt x="1336138" y="11087"/>
                </a:lnTo>
                <a:lnTo>
                  <a:pt x="1335468" y="11084"/>
                </a:lnTo>
                <a:lnTo>
                  <a:pt x="1334792" y="11078"/>
                </a:lnTo>
                <a:lnTo>
                  <a:pt x="1334110" y="11071"/>
                </a:lnTo>
                <a:lnTo>
                  <a:pt x="1333423" y="11062"/>
                </a:lnTo>
                <a:lnTo>
                  <a:pt x="1332730" y="11050"/>
                </a:lnTo>
                <a:lnTo>
                  <a:pt x="1332032" y="11037"/>
                </a:lnTo>
                <a:lnTo>
                  <a:pt x="1331328" y="11021"/>
                </a:lnTo>
                <a:lnTo>
                  <a:pt x="1330619" y="11004"/>
                </a:lnTo>
                <a:lnTo>
                  <a:pt x="1329904" y="10984"/>
                </a:lnTo>
                <a:lnTo>
                  <a:pt x="1329184" y="10962"/>
                </a:lnTo>
                <a:lnTo>
                  <a:pt x="1328458" y="10938"/>
                </a:lnTo>
                <a:lnTo>
                  <a:pt x="1327727" y="10912"/>
                </a:lnTo>
                <a:lnTo>
                  <a:pt x="1326990" y="10884"/>
                </a:lnTo>
                <a:lnTo>
                  <a:pt x="1326247" y="10854"/>
                </a:lnTo>
                <a:lnTo>
                  <a:pt x="1325499" y="10822"/>
                </a:lnTo>
                <a:lnTo>
                  <a:pt x="1324746" y="10788"/>
                </a:lnTo>
                <a:lnTo>
                  <a:pt x="1323986" y="10751"/>
                </a:lnTo>
                <a:lnTo>
                  <a:pt x="1323222" y="10713"/>
                </a:lnTo>
                <a:lnTo>
                  <a:pt x="1322452" y="10672"/>
                </a:lnTo>
                <a:lnTo>
                  <a:pt x="1276272" y="120088"/>
                </a:lnTo>
                <a:lnTo>
                  <a:pt x="1229892" y="10672"/>
                </a:lnTo>
                <a:lnTo>
                  <a:pt x="1229113" y="10713"/>
                </a:lnTo>
                <a:lnTo>
                  <a:pt x="1228336" y="10751"/>
                </a:lnTo>
                <a:lnTo>
                  <a:pt x="1227562" y="10788"/>
                </a:lnTo>
                <a:close/>
                <a:moveTo>
                  <a:pt x="874051" y="71409"/>
                </a:moveTo>
                <a:lnTo>
                  <a:pt x="874081" y="72363"/>
                </a:lnTo>
                <a:lnTo>
                  <a:pt x="874109" y="73323"/>
                </a:lnTo>
                <a:lnTo>
                  <a:pt x="874136" y="74289"/>
                </a:lnTo>
                <a:lnTo>
                  <a:pt x="874162" y="75260"/>
                </a:lnTo>
                <a:lnTo>
                  <a:pt x="874186" y="76238"/>
                </a:lnTo>
                <a:lnTo>
                  <a:pt x="874209" y="77221"/>
                </a:lnTo>
                <a:lnTo>
                  <a:pt x="874231" y="78211"/>
                </a:lnTo>
                <a:lnTo>
                  <a:pt x="874251" y="79206"/>
                </a:lnTo>
                <a:lnTo>
                  <a:pt x="874269" y="80207"/>
                </a:lnTo>
                <a:lnTo>
                  <a:pt x="874287" y="81214"/>
                </a:lnTo>
                <a:lnTo>
                  <a:pt x="874303" y="82227"/>
                </a:lnTo>
                <a:lnTo>
                  <a:pt x="874317" y="83245"/>
                </a:lnTo>
                <a:lnTo>
                  <a:pt x="874330" y="84270"/>
                </a:lnTo>
                <a:lnTo>
                  <a:pt x="874342" y="85300"/>
                </a:lnTo>
                <a:lnTo>
                  <a:pt x="874353" y="86337"/>
                </a:lnTo>
                <a:lnTo>
                  <a:pt x="874362" y="87379"/>
                </a:lnTo>
                <a:lnTo>
                  <a:pt x="874369" y="88427"/>
                </a:lnTo>
                <a:lnTo>
                  <a:pt x="874375" y="89481"/>
                </a:lnTo>
                <a:lnTo>
                  <a:pt x="874380" y="90541"/>
                </a:lnTo>
                <a:lnTo>
                  <a:pt x="874384" y="91607"/>
                </a:lnTo>
                <a:lnTo>
                  <a:pt x="874386" y="92678"/>
                </a:lnTo>
                <a:lnTo>
                  <a:pt x="874387" y="93756"/>
                </a:lnTo>
                <a:lnTo>
                  <a:pt x="874387" y="127768"/>
                </a:lnTo>
                <a:lnTo>
                  <a:pt x="874386" y="128259"/>
                </a:lnTo>
                <a:lnTo>
                  <a:pt x="874386" y="128752"/>
                </a:lnTo>
                <a:lnTo>
                  <a:pt x="874385" y="129247"/>
                </a:lnTo>
                <a:lnTo>
                  <a:pt x="874384" y="129743"/>
                </a:lnTo>
                <a:lnTo>
                  <a:pt x="874382" y="130241"/>
                </a:lnTo>
                <a:lnTo>
                  <a:pt x="874380" y="130741"/>
                </a:lnTo>
                <a:lnTo>
                  <a:pt x="874378" y="131243"/>
                </a:lnTo>
                <a:lnTo>
                  <a:pt x="874375" y="131746"/>
                </a:lnTo>
                <a:lnTo>
                  <a:pt x="874373" y="132251"/>
                </a:lnTo>
                <a:lnTo>
                  <a:pt x="874369" y="132758"/>
                </a:lnTo>
                <a:lnTo>
                  <a:pt x="874366" y="133267"/>
                </a:lnTo>
                <a:lnTo>
                  <a:pt x="874362" y="133777"/>
                </a:lnTo>
                <a:lnTo>
                  <a:pt x="874357" y="134289"/>
                </a:lnTo>
                <a:lnTo>
                  <a:pt x="874353" y="134803"/>
                </a:lnTo>
                <a:lnTo>
                  <a:pt x="874348" y="135318"/>
                </a:lnTo>
                <a:lnTo>
                  <a:pt x="874342" y="135835"/>
                </a:lnTo>
                <a:lnTo>
                  <a:pt x="874336" y="136354"/>
                </a:lnTo>
                <a:lnTo>
                  <a:pt x="874330" y="136875"/>
                </a:lnTo>
                <a:lnTo>
                  <a:pt x="874324" y="137398"/>
                </a:lnTo>
                <a:lnTo>
                  <a:pt x="874317" y="137922"/>
                </a:lnTo>
                <a:lnTo>
                  <a:pt x="874310" y="138448"/>
                </a:lnTo>
                <a:lnTo>
                  <a:pt x="874303" y="138975"/>
                </a:lnTo>
                <a:lnTo>
                  <a:pt x="874295" y="139505"/>
                </a:lnTo>
                <a:lnTo>
                  <a:pt x="874287" y="140036"/>
                </a:lnTo>
                <a:lnTo>
                  <a:pt x="874267" y="140224"/>
                </a:lnTo>
                <a:lnTo>
                  <a:pt x="874240" y="140408"/>
                </a:lnTo>
                <a:lnTo>
                  <a:pt x="874207" y="140586"/>
                </a:lnTo>
                <a:lnTo>
                  <a:pt x="874168" y="140759"/>
                </a:lnTo>
                <a:lnTo>
                  <a:pt x="874121" y="140927"/>
                </a:lnTo>
                <a:lnTo>
                  <a:pt x="874069" y="141089"/>
                </a:lnTo>
                <a:lnTo>
                  <a:pt x="874009" y="141247"/>
                </a:lnTo>
                <a:lnTo>
                  <a:pt x="873943" y="141399"/>
                </a:lnTo>
                <a:lnTo>
                  <a:pt x="873871" y="141546"/>
                </a:lnTo>
                <a:lnTo>
                  <a:pt x="873792" y="141688"/>
                </a:lnTo>
                <a:lnTo>
                  <a:pt x="873706" y="141824"/>
                </a:lnTo>
                <a:lnTo>
                  <a:pt x="873614" y="141956"/>
                </a:lnTo>
                <a:lnTo>
                  <a:pt x="873515" y="142082"/>
                </a:lnTo>
                <a:lnTo>
                  <a:pt x="873409" y="142203"/>
                </a:lnTo>
                <a:lnTo>
                  <a:pt x="873297" y="142319"/>
                </a:lnTo>
                <a:lnTo>
                  <a:pt x="873179" y="142429"/>
                </a:lnTo>
                <a:lnTo>
                  <a:pt x="873053" y="142535"/>
                </a:lnTo>
                <a:lnTo>
                  <a:pt x="872922" y="142635"/>
                </a:lnTo>
                <a:lnTo>
                  <a:pt x="872783" y="142730"/>
                </a:lnTo>
                <a:lnTo>
                  <a:pt x="872638" y="142820"/>
                </a:lnTo>
                <a:lnTo>
                  <a:pt x="872487" y="142905"/>
                </a:lnTo>
                <a:lnTo>
                  <a:pt x="872329" y="142984"/>
                </a:lnTo>
                <a:lnTo>
                  <a:pt x="872164" y="143059"/>
                </a:lnTo>
                <a:lnTo>
                  <a:pt x="871993" y="143128"/>
                </a:lnTo>
                <a:lnTo>
                  <a:pt x="860223" y="146519"/>
                </a:lnTo>
                <a:lnTo>
                  <a:pt x="860622" y="150608"/>
                </a:lnTo>
                <a:lnTo>
                  <a:pt x="861722" y="150584"/>
                </a:lnTo>
                <a:lnTo>
                  <a:pt x="862810" y="150560"/>
                </a:lnTo>
                <a:lnTo>
                  <a:pt x="863887" y="150538"/>
                </a:lnTo>
                <a:lnTo>
                  <a:pt x="864953" y="150517"/>
                </a:lnTo>
                <a:lnTo>
                  <a:pt x="866007" y="150496"/>
                </a:lnTo>
                <a:lnTo>
                  <a:pt x="867049" y="150477"/>
                </a:lnTo>
                <a:lnTo>
                  <a:pt x="868081" y="150459"/>
                </a:lnTo>
                <a:lnTo>
                  <a:pt x="869100" y="150442"/>
                </a:lnTo>
                <a:lnTo>
                  <a:pt x="870109" y="150426"/>
                </a:lnTo>
                <a:lnTo>
                  <a:pt x="871105" y="150411"/>
                </a:lnTo>
                <a:lnTo>
                  <a:pt x="872091" y="150397"/>
                </a:lnTo>
                <a:lnTo>
                  <a:pt x="873065" y="150384"/>
                </a:lnTo>
                <a:lnTo>
                  <a:pt x="874028" y="150372"/>
                </a:lnTo>
                <a:lnTo>
                  <a:pt x="874979" y="150361"/>
                </a:lnTo>
                <a:lnTo>
                  <a:pt x="875918" y="150351"/>
                </a:lnTo>
                <a:lnTo>
                  <a:pt x="876847" y="150342"/>
                </a:lnTo>
                <a:lnTo>
                  <a:pt x="877764" y="150334"/>
                </a:lnTo>
                <a:lnTo>
                  <a:pt x="878669" y="150328"/>
                </a:lnTo>
                <a:lnTo>
                  <a:pt x="879563" y="150322"/>
                </a:lnTo>
                <a:lnTo>
                  <a:pt x="880446" y="150317"/>
                </a:lnTo>
                <a:lnTo>
                  <a:pt x="881317" y="150314"/>
                </a:lnTo>
                <a:lnTo>
                  <a:pt x="882177" y="150311"/>
                </a:lnTo>
                <a:lnTo>
                  <a:pt x="883025" y="150309"/>
                </a:lnTo>
                <a:lnTo>
                  <a:pt x="883862" y="150309"/>
                </a:lnTo>
                <a:lnTo>
                  <a:pt x="884673" y="150309"/>
                </a:lnTo>
                <a:lnTo>
                  <a:pt x="885494" y="150311"/>
                </a:lnTo>
                <a:lnTo>
                  <a:pt x="886324" y="150314"/>
                </a:lnTo>
                <a:lnTo>
                  <a:pt x="887164" y="150317"/>
                </a:lnTo>
                <a:lnTo>
                  <a:pt x="888014" y="150322"/>
                </a:lnTo>
                <a:lnTo>
                  <a:pt x="888874" y="150328"/>
                </a:lnTo>
                <a:lnTo>
                  <a:pt x="889743" y="150334"/>
                </a:lnTo>
                <a:lnTo>
                  <a:pt x="890622" y="150342"/>
                </a:lnTo>
                <a:lnTo>
                  <a:pt x="891511" y="150351"/>
                </a:lnTo>
                <a:lnTo>
                  <a:pt x="892409" y="150361"/>
                </a:lnTo>
                <a:lnTo>
                  <a:pt x="893317" y="150372"/>
                </a:lnTo>
                <a:lnTo>
                  <a:pt x="894235" y="150384"/>
                </a:lnTo>
                <a:lnTo>
                  <a:pt x="895162" y="150397"/>
                </a:lnTo>
                <a:lnTo>
                  <a:pt x="896099" y="150411"/>
                </a:lnTo>
                <a:lnTo>
                  <a:pt x="897046" y="150426"/>
                </a:lnTo>
                <a:lnTo>
                  <a:pt x="898003" y="150442"/>
                </a:lnTo>
                <a:lnTo>
                  <a:pt x="898969" y="150459"/>
                </a:lnTo>
                <a:lnTo>
                  <a:pt x="899945" y="150477"/>
                </a:lnTo>
                <a:lnTo>
                  <a:pt x="900931" y="150496"/>
                </a:lnTo>
                <a:lnTo>
                  <a:pt x="901926" y="150517"/>
                </a:lnTo>
                <a:lnTo>
                  <a:pt x="902931" y="150538"/>
                </a:lnTo>
                <a:lnTo>
                  <a:pt x="903946" y="150560"/>
                </a:lnTo>
                <a:lnTo>
                  <a:pt x="904970" y="150584"/>
                </a:lnTo>
                <a:lnTo>
                  <a:pt x="906004" y="150608"/>
                </a:lnTo>
                <a:lnTo>
                  <a:pt x="905805" y="146519"/>
                </a:lnTo>
                <a:lnTo>
                  <a:pt x="895432" y="143427"/>
                </a:lnTo>
                <a:lnTo>
                  <a:pt x="895245" y="143365"/>
                </a:lnTo>
                <a:lnTo>
                  <a:pt x="895065" y="143297"/>
                </a:lnTo>
                <a:lnTo>
                  <a:pt x="894894" y="143221"/>
                </a:lnTo>
                <a:lnTo>
                  <a:pt x="894731" y="143139"/>
                </a:lnTo>
                <a:lnTo>
                  <a:pt x="894576" y="143049"/>
                </a:lnTo>
                <a:lnTo>
                  <a:pt x="894428" y="142953"/>
                </a:lnTo>
                <a:lnTo>
                  <a:pt x="894289" y="142850"/>
                </a:lnTo>
                <a:lnTo>
                  <a:pt x="894157" y="142740"/>
                </a:lnTo>
                <a:lnTo>
                  <a:pt x="894034" y="142623"/>
                </a:lnTo>
                <a:lnTo>
                  <a:pt x="893918" y="142499"/>
                </a:lnTo>
                <a:lnTo>
                  <a:pt x="893811" y="142368"/>
                </a:lnTo>
                <a:lnTo>
                  <a:pt x="893711" y="142230"/>
                </a:lnTo>
                <a:lnTo>
                  <a:pt x="893620" y="142085"/>
                </a:lnTo>
                <a:lnTo>
                  <a:pt x="893536" y="141933"/>
                </a:lnTo>
                <a:lnTo>
                  <a:pt x="893460" y="141775"/>
                </a:lnTo>
                <a:lnTo>
                  <a:pt x="893393" y="141609"/>
                </a:lnTo>
                <a:lnTo>
                  <a:pt x="893333" y="141437"/>
                </a:lnTo>
                <a:lnTo>
                  <a:pt x="893281" y="141257"/>
                </a:lnTo>
                <a:lnTo>
                  <a:pt x="893237" y="141071"/>
                </a:lnTo>
                <a:lnTo>
                  <a:pt x="893201" y="140878"/>
                </a:lnTo>
                <a:lnTo>
                  <a:pt x="893174" y="140678"/>
                </a:lnTo>
                <a:lnTo>
                  <a:pt x="893154" y="140471"/>
                </a:lnTo>
                <a:lnTo>
                  <a:pt x="893142" y="140257"/>
                </a:lnTo>
                <a:lnTo>
                  <a:pt x="893138" y="140036"/>
                </a:lnTo>
                <a:lnTo>
                  <a:pt x="893121" y="139176"/>
                </a:lnTo>
                <a:lnTo>
                  <a:pt x="893106" y="138308"/>
                </a:lnTo>
                <a:lnTo>
                  <a:pt x="893091" y="137431"/>
                </a:lnTo>
                <a:lnTo>
                  <a:pt x="893077" y="136548"/>
                </a:lnTo>
                <a:lnTo>
                  <a:pt x="893063" y="135656"/>
                </a:lnTo>
                <a:lnTo>
                  <a:pt x="893050" y="134756"/>
                </a:lnTo>
                <a:lnTo>
                  <a:pt x="893038" y="133848"/>
                </a:lnTo>
                <a:lnTo>
                  <a:pt x="893027" y="132932"/>
                </a:lnTo>
                <a:lnTo>
                  <a:pt x="893016" y="132008"/>
                </a:lnTo>
                <a:lnTo>
                  <a:pt x="893006" y="131076"/>
                </a:lnTo>
                <a:lnTo>
                  <a:pt x="892997" y="130137"/>
                </a:lnTo>
                <a:lnTo>
                  <a:pt x="892988" y="129189"/>
                </a:lnTo>
                <a:lnTo>
                  <a:pt x="892980" y="128233"/>
                </a:lnTo>
                <a:lnTo>
                  <a:pt x="892973" y="127270"/>
                </a:lnTo>
                <a:lnTo>
                  <a:pt x="892966" y="126298"/>
                </a:lnTo>
                <a:lnTo>
                  <a:pt x="892960" y="125318"/>
                </a:lnTo>
                <a:lnTo>
                  <a:pt x="892955" y="124331"/>
                </a:lnTo>
                <a:lnTo>
                  <a:pt x="892951" y="123335"/>
                </a:lnTo>
                <a:lnTo>
                  <a:pt x="892947" y="122332"/>
                </a:lnTo>
                <a:lnTo>
                  <a:pt x="892944" y="121320"/>
                </a:lnTo>
                <a:lnTo>
                  <a:pt x="892941" y="120301"/>
                </a:lnTo>
                <a:lnTo>
                  <a:pt x="892940" y="119274"/>
                </a:lnTo>
                <a:lnTo>
                  <a:pt x="892939" y="118238"/>
                </a:lnTo>
                <a:lnTo>
                  <a:pt x="892938" y="117195"/>
                </a:lnTo>
                <a:lnTo>
                  <a:pt x="892938" y="73608"/>
                </a:lnTo>
                <a:lnTo>
                  <a:pt x="893827" y="73136"/>
                </a:lnTo>
                <a:lnTo>
                  <a:pt x="894714" y="72685"/>
                </a:lnTo>
                <a:lnTo>
                  <a:pt x="895599" y="72253"/>
                </a:lnTo>
                <a:lnTo>
                  <a:pt x="896482" y="71841"/>
                </a:lnTo>
                <a:lnTo>
                  <a:pt x="897363" y="71449"/>
                </a:lnTo>
                <a:lnTo>
                  <a:pt x="898243" y="71078"/>
                </a:lnTo>
                <a:lnTo>
                  <a:pt x="899121" y="70726"/>
                </a:lnTo>
                <a:lnTo>
                  <a:pt x="899998" y="70395"/>
                </a:lnTo>
                <a:lnTo>
                  <a:pt x="900872" y="70083"/>
                </a:lnTo>
                <a:lnTo>
                  <a:pt x="901745" y="69792"/>
                </a:lnTo>
                <a:lnTo>
                  <a:pt x="902616" y="69521"/>
                </a:lnTo>
                <a:lnTo>
                  <a:pt x="903486" y="69270"/>
                </a:lnTo>
                <a:lnTo>
                  <a:pt x="904354" y="69039"/>
                </a:lnTo>
                <a:lnTo>
                  <a:pt x="905220" y="68828"/>
                </a:lnTo>
                <a:lnTo>
                  <a:pt x="906084" y="68637"/>
                </a:lnTo>
                <a:lnTo>
                  <a:pt x="906946" y="68466"/>
                </a:lnTo>
                <a:lnTo>
                  <a:pt x="907807" y="68316"/>
                </a:lnTo>
                <a:lnTo>
                  <a:pt x="908666" y="68185"/>
                </a:lnTo>
                <a:lnTo>
                  <a:pt x="909523" y="68075"/>
                </a:lnTo>
                <a:lnTo>
                  <a:pt x="910379" y="67984"/>
                </a:lnTo>
                <a:lnTo>
                  <a:pt x="911233" y="67914"/>
                </a:lnTo>
                <a:lnTo>
                  <a:pt x="912085" y="67864"/>
                </a:lnTo>
                <a:lnTo>
                  <a:pt x="912935" y="67834"/>
                </a:lnTo>
                <a:lnTo>
                  <a:pt x="913784" y="67824"/>
                </a:lnTo>
                <a:lnTo>
                  <a:pt x="914722" y="67841"/>
                </a:lnTo>
                <a:lnTo>
                  <a:pt x="915641" y="67875"/>
                </a:lnTo>
                <a:lnTo>
                  <a:pt x="916541" y="67928"/>
                </a:lnTo>
                <a:lnTo>
                  <a:pt x="917422" y="67998"/>
                </a:lnTo>
                <a:lnTo>
                  <a:pt x="918284" y="68086"/>
                </a:lnTo>
                <a:lnTo>
                  <a:pt x="919126" y="68191"/>
                </a:lnTo>
                <a:lnTo>
                  <a:pt x="919950" y="68314"/>
                </a:lnTo>
                <a:lnTo>
                  <a:pt x="920755" y="68455"/>
                </a:lnTo>
                <a:lnTo>
                  <a:pt x="921540" y="68614"/>
                </a:lnTo>
                <a:lnTo>
                  <a:pt x="922307" y="68790"/>
                </a:lnTo>
                <a:lnTo>
                  <a:pt x="923055" y="68984"/>
                </a:lnTo>
                <a:lnTo>
                  <a:pt x="923783" y="69195"/>
                </a:lnTo>
                <a:lnTo>
                  <a:pt x="924492" y="69424"/>
                </a:lnTo>
                <a:lnTo>
                  <a:pt x="925183" y="69671"/>
                </a:lnTo>
                <a:lnTo>
                  <a:pt x="925854" y="69935"/>
                </a:lnTo>
                <a:lnTo>
                  <a:pt x="926506" y="70217"/>
                </a:lnTo>
                <a:lnTo>
                  <a:pt x="927140" y="70517"/>
                </a:lnTo>
                <a:lnTo>
                  <a:pt x="927754" y="70834"/>
                </a:lnTo>
                <a:lnTo>
                  <a:pt x="928349" y="71170"/>
                </a:lnTo>
                <a:lnTo>
                  <a:pt x="928925" y="71522"/>
                </a:lnTo>
                <a:lnTo>
                  <a:pt x="929482" y="71893"/>
                </a:lnTo>
                <a:lnTo>
                  <a:pt x="930020" y="72281"/>
                </a:lnTo>
                <a:lnTo>
                  <a:pt x="930539" y="72686"/>
                </a:lnTo>
                <a:lnTo>
                  <a:pt x="931039" y="73110"/>
                </a:lnTo>
                <a:lnTo>
                  <a:pt x="931511" y="73571"/>
                </a:lnTo>
                <a:lnTo>
                  <a:pt x="931964" y="74055"/>
                </a:lnTo>
                <a:lnTo>
                  <a:pt x="932397" y="74564"/>
                </a:lnTo>
                <a:lnTo>
                  <a:pt x="932810" y="75096"/>
                </a:lnTo>
                <a:lnTo>
                  <a:pt x="933203" y="75653"/>
                </a:lnTo>
                <a:lnTo>
                  <a:pt x="933576" y="76233"/>
                </a:lnTo>
                <a:lnTo>
                  <a:pt x="933930" y="76837"/>
                </a:lnTo>
                <a:lnTo>
                  <a:pt x="934264" y="77465"/>
                </a:lnTo>
                <a:lnTo>
                  <a:pt x="934578" y="78117"/>
                </a:lnTo>
                <a:lnTo>
                  <a:pt x="934873" y="78793"/>
                </a:lnTo>
                <a:lnTo>
                  <a:pt x="935148" y="79493"/>
                </a:lnTo>
                <a:lnTo>
                  <a:pt x="935403" y="80216"/>
                </a:lnTo>
                <a:lnTo>
                  <a:pt x="935638" y="80964"/>
                </a:lnTo>
                <a:lnTo>
                  <a:pt x="935854" y="81735"/>
                </a:lnTo>
                <a:lnTo>
                  <a:pt x="936050" y="82531"/>
                </a:lnTo>
                <a:lnTo>
                  <a:pt x="936226" y="83350"/>
                </a:lnTo>
                <a:lnTo>
                  <a:pt x="936382" y="84193"/>
                </a:lnTo>
                <a:lnTo>
                  <a:pt x="936519" y="85060"/>
                </a:lnTo>
                <a:lnTo>
                  <a:pt x="936636" y="85951"/>
                </a:lnTo>
                <a:lnTo>
                  <a:pt x="936733" y="86866"/>
                </a:lnTo>
                <a:lnTo>
                  <a:pt x="936810" y="87804"/>
                </a:lnTo>
                <a:lnTo>
                  <a:pt x="936868" y="88767"/>
                </a:lnTo>
                <a:lnTo>
                  <a:pt x="936906" y="89753"/>
                </a:lnTo>
                <a:lnTo>
                  <a:pt x="936924" y="90764"/>
                </a:lnTo>
                <a:lnTo>
                  <a:pt x="936924" y="134251"/>
                </a:lnTo>
                <a:lnTo>
                  <a:pt x="936924" y="134660"/>
                </a:lnTo>
                <a:lnTo>
                  <a:pt x="936923" y="135056"/>
                </a:lnTo>
                <a:lnTo>
                  <a:pt x="936922" y="135440"/>
                </a:lnTo>
                <a:lnTo>
                  <a:pt x="936921" y="135811"/>
                </a:lnTo>
                <a:lnTo>
                  <a:pt x="936920" y="136168"/>
                </a:lnTo>
                <a:lnTo>
                  <a:pt x="936918" y="136514"/>
                </a:lnTo>
                <a:lnTo>
                  <a:pt x="936915" y="136846"/>
                </a:lnTo>
                <a:lnTo>
                  <a:pt x="936913" y="137165"/>
                </a:lnTo>
                <a:lnTo>
                  <a:pt x="936910" y="137472"/>
                </a:lnTo>
                <a:lnTo>
                  <a:pt x="936907" y="137766"/>
                </a:lnTo>
                <a:lnTo>
                  <a:pt x="936903" y="138047"/>
                </a:lnTo>
                <a:lnTo>
                  <a:pt x="936899" y="138315"/>
                </a:lnTo>
                <a:lnTo>
                  <a:pt x="936895" y="138571"/>
                </a:lnTo>
                <a:lnTo>
                  <a:pt x="936890" y="138813"/>
                </a:lnTo>
                <a:lnTo>
                  <a:pt x="936885" y="139043"/>
                </a:lnTo>
                <a:lnTo>
                  <a:pt x="936880" y="139260"/>
                </a:lnTo>
                <a:lnTo>
                  <a:pt x="936874" y="139464"/>
                </a:lnTo>
                <a:lnTo>
                  <a:pt x="936868" y="139655"/>
                </a:lnTo>
                <a:lnTo>
                  <a:pt x="936861" y="139834"/>
                </a:lnTo>
                <a:lnTo>
                  <a:pt x="936855" y="140000"/>
                </a:lnTo>
                <a:lnTo>
                  <a:pt x="936847" y="140153"/>
                </a:lnTo>
                <a:lnTo>
                  <a:pt x="936840" y="140293"/>
                </a:lnTo>
                <a:lnTo>
                  <a:pt x="936832" y="140420"/>
                </a:lnTo>
                <a:lnTo>
                  <a:pt x="936824" y="140534"/>
                </a:lnTo>
                <a:lnTo>
                  <a:pt x="936796" y="140731"/>
                </a:lnTo>
                <a:lnTo>
                  <a:pt x="936761" y="140922"/>
                </a:lnTo>
                <a:lnTo>
                  <a:pt x="936720" y="141106"/>
                </a:lnTo>
                <a:lnTo>
                  <a:pt x="936672" y="141285"/>
                </a:lnTo>
                <a:lnTo>
                  <a:pt x="936617" y="141458"/>
                </a:lnTo>
                <a:lnTo>
                  <a:pt x="936556" y="141625"/>
                </a:lnTo>
                <a:lnTo>
                  <a:pt x="936488" y="141786"/>
                </a:lnTo>
                <a:lnTo>
                  <a:pt x="936414" y="141942"/>
                </a:lnTo>
                <a:lnTo>
                  <a:pt x="936333" y="142091"/>
                </a:lnTo>
                <a:lnTo>
                  <a:pt x="936246" y="142235"/>
                </a:lnTo>
                <a:lnTo>
                  <a:pt x="936152" y="142372"/>
                </a:lnTo>
                <a:lnTo>
                  <a:pt x="936051" y="142504"/>
                </a:lnTo>
                <a:lnTo>
                  <a:pt x="935944" y="142630"/>
                </a:lnTo>
                <a:lnTo>
                  <a:pt x="935830" y="142750"/>
                </a:lnTo>
                <a:lnTo>
                  <a:pt x="935710" y="142864"/>
                </a:lnTo>
                <a:lnTo>
                  <a:pt x="935583" y="142972"/>
                </a:lnTo>
                <a:lnTo>
                  <a:pt x="935449" y="143075"/>
                </a:lnTo>
                <a:lnTo>
                  <a:pt x="935309" y="143171"/>
                </a:lnTo>
                <a:lnTo>
                  <a:pt x="935163" y="143262"/>
                </a:lnTo>
                <a:lnTo>
                  <a:pt x="935009" y="143346"/>
                </a:lnTo>
                <a:lnTo>
                  <a:pt x="934850" y="143425"/>
                </a:lnTo>
                <a:lnTo>
                  <a:pt x="934683" y="143498"/>
                </a:lnTo>
                <a:lnTo>
                  <a:pt x="934510" y="143565"/>
                </a:lnTo>
                <a:lnTo>
                  <a:pt x="934331" y="143626"/>
                </a:lnTo>
                <a:lnTo>
                  <a:pt x="924357" y="146519"/>
                </a:lnTo>
                <a:lnTo>
                  <a:pt x="924755" y="150608"/>
                </a:lnTo>
                <a:lnTo>
                  <a:pt x="925749" y="150584"/>
                </a:lnTo>
                <a:lnTo>
                  <a:pt x="926736" y="150560"/>
                </a:lnTo>
                <a:lnTo>
                  <a:pt x="927715" y="150538"/>
                </a:lnTo>
                <a:lnTo>
                  <a:pt x="928687" y="150517"/>
                </a:lnTo>
                <a:lnTo>
                  <a:pt x="929652" y="150496"/>
                </a:lnTo>
                <a:lnTo>
                  <a:pt x="930609" y="150477"/>
                </a:lnTo>
                <a:lnTo>
                  <a:pt x="931559" y="150459"/>
                </a:lnTo>
                <a:lnTo>
                  <a:pt x="932502" y="150442"/>
                </a:lnTo>
                <a:lnTo>
                  <a:pt x="933438" y="150426"/>
                </a:lnTo>
                <a:lnTo>
                  <a:pt x="934366" y="150411"/>
                </a:lnTo>
                <a:lnTo>
                  <a:pt x="935287" y="150397"/>
                </a:lnTo>
                <a:lnTo>
                  <a:pt x="936201" y="150384"/>
                </a:lnTo>
                <a:lnTo>
                  <a:pt x="937107" y="150372"/>
                </a:lnTo>
                <a:lnTo>
                  <a:pt x="938006" y="150361"/>
                </a:lnTo>
                <a:lnTo>
                  <a:pt x="938898" y="150351"/>
                </a:lnTo>
                <a:lnTo>
                  <a:pt x="939783" y="150342"/>
                </a:lnTo>
                <a:lnTo>
                  <a:pt x="940660" y="150334"/>
                </a:lnTo>
                <a:lnTo>
                  <a:pt x="941531" y="150328"/>
                </a:lnTo>
                <a:lnTo>
                  <a:pt x="942393" y="150322"/>
                </a:lnTo>
                <a:lnTo>
                  <a:pt x="943249" y="150317"/>
                </a:lnTo>
                <a:lnTo>
                  <a:pt x="944097" y="150314"/>
                </a:lnTo>
                <a:lnTo>
                  <a:pt x="944938" y="150311"/>
                </a:lnTo>
                <a:lnTo>
                  <a:pt x="945772" y="150309"/>
                </a:lnTo>
                <a:lnTo>
                  <a:pt x="946599" y="150309"/>
                </a:lnTo>
                <a:lnTo>
                  <a:pt x="947411" y="150309"/>
                </a:lnTo>
                <a:lnTo>
                  <a:pt x="948236" y="150311"/>
                </a:lnTo>
                <a:lnTo>
                  <a:pt x="949073" y="150314"/>
                </a:lnTo>
                <a:lnTo>
                  <a:pt x="949923" y="150317"/>
                </a:lnTo>
                <a:lnTo>
                  <a:pt x="950786" y="150322"/>
                </a:lnTo>
                <a:lnTo>
                  <a:pt x="951660" y="150328"/>
                </a:lnTo>
                <a:lnTo>
                  <a:pt x="952548" y="150334"/>
                </a:lnTo>
                <a:lnTo>
                  <a:pt x="953448" y="150342"/>
                </a:lnTo>
                <a:lnTo>
                  <a:pt x="954360" y="150351"/>
                </a:lnTo>
                <a:lnTo>
                  <a:pt x="955284" y="150361"/>
                </a:lnTo>
                <a:lnTo>
                  <a:pt x="956222" y="150372"/>
                </a:lnTo>
                <a:lnTo>
                  <a:pt x="957171" y="150384"/>
                </a:lnTo>
                <a:lnTo>
                  <a:pt x="958133" y="150397"/>
                </a:lnTo>
                <a:lnTo>
                  <a:pt x="959108" y="150411"/>
                </a:lnTo>
                <a:lnTo>
                  <a:pt x="960095" y="150426"/>
                </a:lnTo>
                <a:lnTo>
                  <a:pt x="961094" y="150442"/>
                </a:lnTo>
                <a:lnTo>
                  <a:pt x="962106" y="150459"/>
                </a:lnTo>
                <a:lnTo>
                  <a:pt x="963131" y="150477"/>
                </a:lnTo>
                <a:lnTo>
                  <a:pt x="964168" y="150496"/>
                </a:lnTo>
                <a:lnTo>
                  <a:pt x="965217" y="150517"/>
                </a:lnTo>
                <a:lnTo>
                  <a:pt x="966279" y="150538"/>
                </a:lnTo>
                <a:lnTo>
                  <a:pt x="967353" y="150560"/>
                </a:lnTo>
                <a:lnTo>
                  <a:pt x="968440" y="150584"/>
                </a:lnTo>
                <a:lnTo>
                  <a:pt x="969539" y="150608"/>
                </a:lnTo>
                <a:lnTo>
                  <a:pt x="969339" y="146519"/>
                </a:lnTo>
                <a:lnTo>
                  <a:pt x="958268" y="143128"/>
                </a:lnTo>
                <a:lnTo>
                  <a:pt x="958057" y="143066"/>
                </a:lnTo>
                <a:lnTo>
                  <a:pt x="957854" y="142997"/>
                </a:lnTo>
                <a:lnTo>
                  <a:pt x="957661" y="142920"/>
                </a:lnTo>
                <a:lnTo>
                  <a:pt x="957476" y="142837"/>
                </a:lnTo>
                <a:lnTo>
                  <a:pt x="957300" y="142746"/>
                </a:lnTo>
                <a:lnTo>
                  <a:pt x="957134" y="142648"/>
                </a:lnTo>
                <a:lnTo>
                  <a:pt x="956976" y="142542"/>
                </a:lnTo>
                <a:lnTo>
                  <a:pt x="956828" y="142429"/>
                </a:lnTo>
                <a:lnTo>
                  <a:pt x="956688" y="142309"/>
                </a:lnTo>
                <a:lnTo>
                  <a:pt x="956557" y="142182"/>
                </a:lnTo>
                <a:lnTo>
                  <a:pt x="956436" y="142048"/>
                </a:lnTo>
                <a:lnTo>
                  <a:pt x="956323" y="141906"/>
                </a:lnTo>
                <a:lnTo>
                  <a:pt x="956220" y="141757"/>
                </a:lnTo>
                <a:lnTo>
                  <a:pt x="956125" y="141600"/>
                </a:lnTo>
                <a:lnTo>
                  <a:pt x="956040" y="141437"/>
                </a:lnTo>
                <a:lnTo>
                  <a:pt x="955963" y="141266"/>
                </a:lnTo>
                <a:lnTo>
                  <a:pt x="955896" y="141088"/>
                </a:lnTo>
                <a:lnTo>
                  <a:pt x="955837" y="140902"/>
                </a:lnTo>
                <a:lnTo>
                  <a:pt x="955788" y="140709"/>
                </a:lnTo>
                <a:lnTo>
                  <a:pt x="955747" y="140509"/>
                </a:lnTo>
                <a:lnTo>
                  <a:pt x="955716" y="140302"/>
                </a:lnTo>
                <a:lnTo>
                  <a:pt x="955693" y="140088"/>
                </a:lnTo>
                <a:lnTo>
                  <a:pt x="955680" y="139866"/>
                </a:lnTo>
                <a:lnTo>
                  <a:pt x="955675" y="139637"/>
                </a:lnTo>
                <a:lnTo>
                  <a:pt x="955659" y="139127"/>
                </a:lnTo>
                <a:lnTo>
                  <a:pt x="955643" y="138594"/>
                </a:lnTo>
                <a:lnTo>
                  <a:pt x="955628" y="138039"/>
                </a:lnTo>
                <a:lnTo>
                  <a:pt x="955614" y="137462"/>
                </a:lnTo>
                <a:lnTo>
                  <a:pt x="955601" y="136862"/>
                </a:lnTo>
                <a:lnTo>
                  <a:pt x="955588" y="136239"/>
                </a:lnTo>
                <a:lnTo>
                  <a:pt x="955576" y="135594"/>
                </a:lnTo>
                <a:lnTo>
                  <a:pt x="955564" y="134927"/>
                </a:lnTo>
                <a:lnTo>
                  <a:pt x="955553" y="134237"/>
                </a:lnTo>
                <a:lnTo>
                  <a:pt x="955543" y="133524"/>
                </a:lnTo>
                <a:lnTo>
                  <a:pt x="955534" y="132789"/>
                </a:lnTo>
                <a:lnTo>
                  <a:pt x="955525" y="132031"/>
                </a:lnTo>
                <a:lnTo>
                  <a:pt x="955517" y="131251"/>
                </a:lnTo>
                <a:lnTo>
                  <a:pt x="955510" y="130449"/>
                </a:lnTo>
                <a:lnTo>
                  <a:pt x="955504" y="129624"/>
                </a:lnTo>
                <a:lnTo>
                  <a:pt x="955498" y="128776"/>
                </a:lnTo>
                <a:lnTo>
                  <a:pt x="955493" y="127906"/>
                </a:lnTo>
                <a:lnTo>
                  <a:pt x="955488" y="127013"/>
                </a:lnTo>
                <a:lnTo>
                  <a:pt x="955484" y="126098"/>
                </a:lnTo>
                <a:lnTo>
                  <a:pt x="955481" y="125160"/>
                </a:lnTo>
                <a:lnTo>
                  <a:pt x="955479" y="124200"/>
                </a:lnTo>
                <a:lnTo>
                  <a:pt x="955477" y="123218"/>
                </a:lnTo>
                <a:lnTo>
                  <a:pt x="955476" y="122212"/>
                </a:lnTo>
                <a:lnTo>
                  <a:pt x="955476" y="121185"/>
                </a:lnTo>
                <a:lnTo>
                  <a:pt x="955476" y="85976"/>
                </a:lnTo>
                <a:lnTo>
                  <a:pt x="955462" y="84782"/>
                </a:lnTo>
                <a:lnTo>
                  <a:pt x="955419" y="83610"/>
                </a:lnTo>
                <a:lnTo>
                  <a:pt x="955349" y="82460"/>
                </a:lnTo>
                <a:lnTo>
                  <a:pt x="955251" y="81333"/>
                </a:lnTo>
                <a:lnTo>
                  <a:pt x="955125" y="80227"/>
                </a:lnTo>
                <a:lnTo>
                  <a:pt x="954971" y="79144"/>
                </a:lnTo>
                <a:lnTo>
                  <a:pt x="954788" y="78083"/>
                </a:lnTo>
                <a:lnTo>
                  <a:pt x="954578" y="77044"/>
                </a:lnTo>
                <a:lnTo>
                  <a:pt x="954339" y="76027"/>
                </a:lnTo>
                <a:lnTo>
                  <a:pt x="954073" y="75033"/>
                </a:lnTo>
                <a:lnTo>
                  <a:pt x="953778" y="74060"/>
                </a:lnTo>
                <a:lnTo>
                  <a:pt x="953456" y="73110"/>
                </a:lnTo>
                <a:lnTo>
                  <a:pt x="953105" y="72182"/>
                </a:lnTo>
                <a:lnTo>
                  <a:pt x="952726" y="71276"/>
                </a:lnTo>
                <a:lnTo>
                  <a:pt x="952320" y="70392"/>
                </a:lnTo>
                <a:lnTo>
                  <a:pt x="951885" y="69530"/>
                </a:lnTo>
                <a:lnTo>
                  <a:pt x="951422" y="68691"/>
                </a:lnTo>
                <a:lnTo>
                  <a:pt x="950931" y="67873"/>
                </a:lnTo>
                <a:lnTo>
                  <a:pt x="950412" y="67078"/>
                </a:lnTo>
                <a:lnTo>
                  <a:pt x="949865" y="66305"/>
                </a:lnTo>
                <a:lnTo>
                  <a:pt x="949290" y="65554"/>
                </a:lnTo>
                <a:lnTo>
                  <a:pt x="948687" y="64826"/>
                </a:lnTo>
                <a:lnTo>
                  <a:pt x="948056" y="64119"/>
                </a:lnTo>
                <a:lnTo>
                  <a:pt x="947397" y="63435"/>
                </a:lnTo>
                <a:lnTo>
                  <a:pt x="946713" y="62792"/>
                </a:lnTo>
                <a:lnTo>
                  <a:pt x="946009" y="62176"/>
                </a:lnTo>
                <a:lnTo>
                  <a:pt x="945283" y="61588"/>
                </a:lnTo>
                <a:lnTo>
                  <a:pt x="944537" y="61027"/>
                </a:lnTo>
                <a:lnTo>
                  <a:pt x="943771" y="60494"/>
                </a:lnTo>
                <a:lnTo>
                  <a:pt x="942983" y="59988"/>
                </a:lnTo>
                <a:lnTo>
                  <a:pt x="942175" y="59509"/>
                </a:lnTo>
                <a:lnTo>
                  <a:pt x="941346" y="59057"/>
                </a:lnTo>
                <a:lnTo>
                  <a:pt x="940496" y="58633"/>
                </a:lnTo>
                <a:lnTo>
                  <a:pt x="939625" y="58237"/>
                </a:lnTo>
                <a:lnTo>
                  <a:pt x="938734" y="57867"/>
                </a:lnTo>
                <a:lnTo>
                  <a:pt x="937821" y="57525"/>
                </a:lnTo>
                <a:lnTo>
                  <a:pt x="936889" y="57211"/>
                </a:lnTo>
                <a:lnTo>
                  <a:pt x="935935" y="56923"/>
                </a:lnTo>
                <a:lnTo>
                  <a:pt x="934960" y="56664"/>
                </a:lnTo>
                <a:lnTo>
                  <a:pt x="933965" y="56431"/>
                </a:lnTo>
                <a:lnTo>
                  <a:pt x="932949" y="56226"/>
                </a:lnTo>
                <a:lnTo>
                  <a:pt x="931912" y="56048"/>
                </a:lnTo>
                <a:lnTo>
                  <a:pt x="930854" y="55897"/>
                </a:lnTo>
                <a:lnTo>
                  <a:pt x="929776" y="55774"/>
                </a:lnTo>
                <a:lnTo>
                  <a:pt x="928677" y="55679"/>
                </a:lnTo>
                <a:lnTo>
                  <a:pt x="927557" y="55610"/>
                </a:lnTo>
                <a:lnTo>
                  <a:pt x="926416" y="55569"/>
                </a:lnTo>
                <a:lnTo>
                  <a:pt x="925254" y="55555"/>
                </a:lnTo>
                <a:lnTo>
                  <a:pt x="923995" y="55577"/>
                </a:lnTo>
                <a:lnTo>
                  <a:pt x="922728" y="55641"/>
                </a:lnTo>
                <a:lnTo>
                  <a:pt x="921453" y="55747"/>
                </a:lnTo>
                <a:lnTo>
                  <a:pt x="920170" y="55896"/>
                </a:lnTo>
                <a:lnTo>
                  <a:pt x="918879" y="56088"/>
                </a:lnTo>
                <a:lnTo>
                  <a:pt x="917580" y="56322"/>
                </a:lnTo>
                <a:lnTo>
                  <a:pt x="916274" y="56599"/>
                </a:lnTo>
                <a:lnTo>
                  <a:pt x="914959" y="56919"/>
                </a:lnTo>
                <a:lnTo>
                  <a:pt x="913636" y="57281"/>
                </a:lnTo>
                <a:lnTo>
                  <a:pt x="912305" y="57685"/>
                </a:lnTo>
                <a:lnTo>
                  <a:pt x="910967" y="58133"/>
                </a:lnTo>
                <a:lnTo>
                  <a:pt x="909620" y="58622"/>
                </a:lnTo>
                <a:lnTo>
                  <a:pt x="908265" y="59155"/>
                </a:lnTo>
                <a:lnTo>
                  <a:pt x="906903" y="59730"/>
                </a:lnTo>
                <a:lnTo>
                  <a:pt x="905532" y="60348"/>
                </a:lnTo>
                <a:lnTo>
                  <a:pt x="904154" y="61008"/>
                </a:lnTo>
                <a:lnTo>
                  <a:pt x="902767" y="61711"/>
                </a:lnTo>
                <a:lnTo>
                  <a:pt x="901373" y="62456"/>
                </a:lnTo>
                <a:lnTo>
                  <a:pt x="899970" y="63244"/>
                </a:lnTo>
                <a:lnTo>
                  <a:pt x="898560" y="64075"/>
                </a:lnTo>
                <a:lnTo>
                  <a:pt x="897141" y="64948"/>
                </a:lnTo>
                <a:lnTo>
                  <a:pt x="895715" y="65864"/>
                </a:lnTo>
                <a:lnTo>
                  <a:pt x="894281" y="66822"/>
                </a:lnTo>
                <a:lnTo>
                  <a:pt x="892839" y="67824"/>
                </a:lnTo>
                <a:lnTo>
                  <a:pt x="892839" y="56254"/>
                </a:lnTo>
                <a:lnTo>
                  <a:pt x="891841" y="55555"/>
                </a:lnTo>
                <a:lnTo>
                  <a:pt x="890599" y="55878"/>
                </a:lnTo>
                <a:lnTo>
                  <a:pt x="889351" y="56198"/>
                </a:lnTo>
                <a:lnTo>
                  <a:pt x="888096" y="56515"/>
                </a:lnTo>
                <a:lnTo>
                  <a:pt x="886835" y="56830"/>
                </a:lnTo>
                <a:lnTo>
                  <a:pt x="885567" y="57142"/>
                </a:lnTo>
                <a:lnTo>
                  <a:pt x="884292" y="57451"/>
                </a:lnTo>
                <a:lnTo>
                  <a:pt x="883011" y="57757"/>
                </a:lnTo>
                <a:lnTo>
                  <a:pt x="881723" y="58060"/>
                </a:lnTo>
                <a:lnTo>
                  <a:pt x="880429" y="58361"/>
                </a:lnTo>
                <a:lnTo>
                  <a:pt x="879128" y="58658"/>
                </a:lnTo>
                <a:lnTo>
                  <a:pt x="877820" y="58954"/>
                </a:lnTo>
                <a:lnTo>
                  <a:pt x="876506" y="59246"/>
                </a:lnTo>
                <a:lnTo>
                  <a:pt x="875185" y="59535"/>
                </a:lnTo>
                <a:lnTo>
                  <a:pt x="873858" y="59822"/>
                </a:lnTo>
                <a:lnTo>
                  <a:pt x="872524" y="60106"/>
                </a:lnTo>
                <a:lnTo>
                  <a:pt x="871184" y="60387"/>
                </a:lnTo>
                <a:lnTo>
                  <a:pt x="869837" y="60666"/>
                </a:lnTo>
                <a:lnTo>
                  <a:pt x="868483" y="60941"/>
                </a:lnTo>
                <a:lnTo>
                  <a:pt x="867123" y="61214"/>
                </a:lnTo>
                <a:lnTo>
                  <a:pt x="865756" y="61484"/>
                </a:lnTo>
                <a:lnTo>
                  <a:pt x="864383" y="61752"/>
                </a:lnTo>
                <a:lnTo>
                  <a:pt x="863003" y="62016"/>
                </a:lnTo>
                <a:lnTo>
                  <a:pt x="861616" y="62278"/>
                </a:lnTo>
                <a:lnTo>
                  <a:pt x="860223" y="62537"/>
                </a:lnTo>
                <a:lnTo>
                  <a:pt x="860722" y="65928"/>
                </a:lnTo>
                <a:lnTo>
                  <a:pt x="873988" y="69519"/>
                </a:lnTo>
                <a:lnTo>
                  <a:pt x="874020" y="70461"/>
                </a:lnTo>
                <a:lnTo>
                  <a:pt x="874051" y="71409"/>
                </a:lnTo>
                <a:close/>
                <a:moveTo>
                  <a:pt x="1066891" y="139487"/>
                </a:moveTo>
                <a:lnTo>
                  <a:pt x="1066001" y="139609"/>
                </a:lnTo>
                <a:lnTo>
                  <a:pt x="1065115" y="139724"/>
                </a:lnTo>
                <a:lnTo>
                  <a:pt x="1064234" y="139833"/>
                </a:lnTo>
                <a:lnTo>
                  <a:pt x="1063359" y="139936"/>
                </a:lnTo>
                <a:lnTo>
                  <a:pt x="1062489" y="140033"/>
                </a:lnTo>
                <a:lnTo>
                  <a:pt x="1061624" y="140123"/>
                </a:lnTo>
                <a:lnTo>
                  <a:pt x="1060764" y="140207"/>
                </a:lnTo>
                <a:lnTo>
                  <a:pt x="1059910" y="140285"/>
                </a:lnTo>
                <a:lnTo>
                  <a:pt x="1059060" y="140357"/>
                </a:lnTo>
                <a:lnTo>
                  <a:pt x="1058216" y="140422"/>
                </a:lnTo>
                <a:lnTo>
                  <a:pt x="1057377" y="140481"/>
                </a:lnTo>
                <a:lnTo>
                  <a:pt x="1056543" y="140534"/>
                </a:lnTo>
                <a:lnTo>
                  <a:pt x="1055715" y="140581"/>
                </a:lnTo>
                <a:lnTo>
                  <a:pt x="1054891" y="140622"/>
                </a:lnTo>
                <a:lnTo>
                  <a:pt x="1054073" y="140656"/>
                </a:lnTo>
                <a:lnTo>
                  <a:pt x="1053260" y="140684"/>
                </a:lnTo>
                <a:lnTo>
                  <a:pt x="1052452" y="140706"/>
                </a:lnTo>
                <a:lnTo>
                  <a:pt x="1051650" y="140721"/>
                </a:lnTo>
                <a:lnTo>
                  <a:pt x="1050852" y="140731"/>
                </a:lnTo>
                <a:lnTo>
                  <a:pt x="1050060" y="140734"/>
                </a:lnTo>
                <a:lnTo>
                  <a:pt x="1048285" y="140718"/>
                </a:lnTo>
                <a:lnTo>
                  <a:pt x="1046550" y="140669"/>
                </a:lnTo>
                <a:lnTo>
                  <a:pt x="1044855" y="140589"/>
                </a:lnTo>
                <a:lnTo>
                  <a:pt x="1043200" y="140476"/>
                </a:lnTo>
                <a:lnTo>
                  <a:pt x="1041586" y="140331"/>
                </a:lnTo>
                <a:lnTo>
                  <a:pt x="1040011" y="140154"/>
                </a:lnTo>
                <a:lnTo>
                  <a:pt x="1038477" y="139945"/>
                </a:lnTo>
                <a:lnTo>
                  <a:pt x="1036983" y="139703"/>
                </a:lnTo>
                <a:lnTo>
                  <a:pt x="1035529" y="139429"/>
                </a:lnTo>
                <a:lnTo>
                  <a:pt x="1034116" y="139123"/>
                </a:lnTo>
                <a:lnTo>
                  <a:pt x="1032742" y="138785"/>
                </a:lnTo>
                <a:lnTo>
                  <a:pt x="1031409" y="138415"/>
                </a:lnTo>
                <a:lnTo>
                  <a:pt x="1030116" y="138012"/>
                </a:lnTo>
                <a:lnTo>
                  <a:pt x="1028863" y="137577"/>
                </a:lnTo>
                <a:lnTo>
                  <a:pt x="1027650" y="137110"/>
                </a:lnTo>
                <a:lnTo>
                  <a:pt x="1026477" y="136611"/>
                </a:lnTo>
                <a:lnTo>
                  <a:pt x="1025345" y="136080"/>
                </a:lnTo>
                <a:lnTo>
                  <a:pt x="1024252" y="135516"/>
                </a:lnTo>
                <a:lnTo>
                  <a:pt x="1023200" y="134920"/>
                </a:lnTo>
                <a:lnTo>
                  <a:pt x="1022188" y="134292"/>
                </a:lnTo>
                <a:lnTo>
                  <a:pt x="1021217" y="133632"/>
                </a:lnTo>
                <a:lnTo>
                  <a:pt x="1020285" y="132940"/>
                </a:lnTo>
                <a:lnTo>
                  <a:pt x="1019394" y="132215"/>
                </a:lnTo>
                <a:lnTo>
                  <a:pt x="1018542" y="131458"/>
                </a:lnTo>
                <a:lnTo>
                  <a:pt x="1017720" y="130680"/>
                </a:lnTo>
                <a:lnTo>
                  <a:pt x="1016933" y="129859"/>
                </a:lnTo>
                <a:lnTo>
                  <a:pt x="1016181" y="128994"/>
                </a:lnTo>
                <a:lnTo>
                  <a:pt x="1015464" y="128086"/>
                </a:lnTo>
                <a:lnTo>
                  <a:pt x="1014782" y="127135"/>
                </a:lnTo>
                <a:lnTo>
                  <a:pt x="1014135" y="126141"/>
                </a:lnTo>
                <a:lnTo>
                  <a:pt x="1013523" y="125103"/>
                </a:lnTo>
                <a:lnTo>
                  <a:pt x="1012946" y="124022"/>
                </a:lnTo>
                <a:lnTo>
                  <a:pt x="1012404" y="122897"/>
                </a:lnTo>
                <a:lnTo>
                  <a:pt x="1011896" y="121730"/>
                </a:lnTo>
                <a:lnTo>
                  <a:pt x="1011424" y="120519"/>
                </a:lnTo>
                <a:lnTo>
                  <a:pt x="1010987" y="119265"/>
                </a:lnTo>
                <a:lnTo>
                  <a:pt x="1010585" y="117967"/>
                </a:lnTo>
                <a:lnTo>
                  <a:pt x="1010217" y="116626"/>
                </a:lnTo>
                <a:lnTo>
                  <a:pt x="1009885" y="115242"/>
                </a:lnTo>
                <a:lnTo>
                  <a:pt x="1009588" y="113815"/>
                </a:lnTo>
                <a:lnTo>
                  <a:pt x="1009325" y="112344"/>
                </a:lnTo>
                <a:lnTo>
                  <a:pt x="1009098" y="110830"/>
                </a:lnTo>
                <a:lnTo>
                  <a:pt x="1008906" y="109273"/>
                </a:lnTo>
                <a:lnTo>
                  <a:pt x="1008748" y="107673"/>
                </a:lnTo>
                <a:lnTo>
                  <a:pt x="1008626" y="106029"/>
                </a:lnTo>
                <a:lnTo>
                  <a:pt x="1008538" y="104342"/>
                </a:lnTo>
                <a:lnTo>
                  <a:pt x="1008486" y="102611"/>
                </a:lnTo>
                <a:lnTo>
                  <a:pt x="1008468" y="100838"/>
                </a:lnTo>
                <a:lnTo>
                  <a:pt x="1071405" y="100838"/>
                </a:lnTo>
                <a:lnTo>
                  <a:pt x="1071429" y="100605"/>
                </a:lnTo>
                <a:lnTo>
                  <a:pt x="1071453" y="100371"/>
                </a:lnTo>
                <a:lnTo>
                  <a:pt x="1071475" y="100138"/>
                </a:lnTo>
                <a:lnTo>
                  <a:pt x="1071496" y="99904"/>
                </a:lnTo>
                <a:lnTo>
                  <a:pt x="1071516" y="99670"/>
                </a:lnTo>
                <a:lnTo>
                  <a:pt x="1071536" y="99435"/>
                </a:lnTo>
                <a:lnTo>
                  <a:pt x="1071554" y="99200"/>
                </a:lnTo>
                <a:lnTo>
                  <a:pt x="1071571" y="98965"/>
                </a:lnTo>
                <a:lnTo>
                  <a:pt x="1071587" y="98729"/>
                </a:lnTo>
                <a:lnTo>
                  <a:pt x="1071602" y="98493"/>
                </a:lnTo>
                <a:lnTo>
                  <a:pt x="1071616" y="98257"/>
                </a:lnTo>
                <a:lnTo>
                  <a:pt x="1071629" y="98020"/>
                </a:lnTo>
                <a:lnTo>
                  <a:pt x="1071641" y="97783"/>
                </a:lnTo>
                <a:lnTo>
                  <a:pt x="1071652" y="97546"/>
                </a:lnTo>
                <a:lnTo>
                  <a:pt x="1071662" y="97308"/>
                </a:lnTo>
                <a:lnTo>
                  <a:pt x="1071671" y="97070"/>
                </a:lnTo>
                <a:lnTo>
                  <a:pt x="1071679" y="96831"/>
                </a:lnTo>
                <a:lnTo>
                  <a:pt x="1071685" y="96592"/>
                </a:lnTo>
                <a:lnTo>
                  <a:pt x="1071691" y="96353"/>
                </a:lnTo>
                <a:lnTo>
                  <a:pt x="1071696" y="96114"/>
                </a:lnTo>
                <a:lnTo>
                  <a:pt x="1071699" y="95874"/>
                </a:lnTo>
                <a:lnTo>
                  <a:pt x="1071702" y="95634"/>
                </a:lnTo>
                <a:lnTo>
                  <a:pt x="1071703" y="95393"/>
                </a:lnTo>
                <a:lnTo>
                  <a:pt x="1071704" y="95152"/>
                </a:lnTo>
                <a:lnTo>
                  <a:pt x="1071687" y="93628"/>
                </a:lnTo>
                <a:lnTo>
                  <a:pt x="1071635" y="92131"/>
                </a:lnTo>
                <a:lnTo>
                  <a:pt x="1071550" y="90661"/>
                </a:lnTo>
                <a:lnTo>
                  <a:pt x="1071430" y="89218"/>
                </a:lnTo>
                <a:lnTo>
                  <a:pt x="1071275" y="87802"/>
                </a:lnTo>
                <a:lnTo>
                  <a:pt x="1071087" y="86413"/>
                </a:lnTo>
                <a:lnTo>
                  <a:pt x="1070864" y="85051"/>
                </a:lnTo>
                <a:lnTo>
                  <a:pt x="1070607" y="83716"/>
                </a:lnTo>
                <a:lnTo>
                  <a:pt x="1070315" y="82407"/>
                </a:lnTo>
                <a:lnTo>
                  <a:pt x="1069990" y="81126"/>
                </a:lnTo>
                <a:lnTo>
                  <a:pt x="1069630" y="79872"/>
                </a:lnTo>
                <a:lnTo>
                  <a:pt x="1069235" y="78645"/>
                </a:lnTo>
                <a:lnTo>
                  <a:pt x="1068807" y="77445"/>
                </a:lnTo>
                <a:lnTo>
                  <a:pt x="1068344" y="76272"/>
                </a:lnTo>
                <a:lnTo>
                  <a:pt x="1067847" y="75126"/>
                </a:lnTo>
                <a:lnTo>
                  <a:pt x="1067315" y="74007"/>
                </a:lnTo>
                <a:lnTo>
                  <a:pt x="1066750" y="72915"/>
                </a:lnTo>
                <a:lnTo>
                  <a:pt x="1066150" y="71851"/>
                </a:lnTo>
                <a:lnTo>
                  <a:pt x="1065515" y="70813"/>
                </a:lnTo>
                <a:lnTo>
                  <a:pt x="1064847" y="69802"/>
                </a:lnTo>
                <a:lnTo>
                  <a:pt x="1064144" y="68818"/>
                </a:lnTo>
                <a:lnTo>
                  <a:pt x="1063407" y="67861"/>
                </a:lnTo>
                <a:lnTo>
                  <a:pt x="1062635" y="66931"/>
                </a:lnTo>
                <a:lnTo>
                  <a:pt x="1061830" y="66028"/>
                </a:lnTo>
                <a:lnTo>
                  <a:pt x="1060993" y="65174"/>
                </a:lnTo>
                <a:lnTo>
                  <a:pt x="1060130" y="64355"/>
                </a:lnTo>
                <a:lnTo>
                  <a:pt x="1059240" y="63574"/>
                </a:lnTo>
                <a:lnTo>
                  <a:pt x="1058322" y="62828"/>
                </a:lnTo>
                <a:lnTo>
                  <a:pt x="1057378" y="62119"/>
                </a:lnTo>
                <a:lnTo>
                  <a:pt x="1056406" y="61446"/>
                </a:lnTo>
                <a:lnTo>
                  <a:pt x="1055408" y="60810"/>
                </a:lnTo>
                <a:lnTo>
                  <a:pt x="1054382" y="60210"/>
                </a:lnTo>
                <a:lnTo>
                  <a:pt x="1053330" y="59646"/>
                </a:lnTo>
                <a:lnTo>
                  <a:pt x="1052250" y="59119"/>
                </a:lnTo>
                <a:lnTo>
                  <a:pt x="1051144" y="58628"/>
                </a:lnTo>
                <a:lnTo>
                  <a:pt x="1050010" y="58174"/>
                </a:lnTo>
                <a:lnTo>
                  <a:pt x="1048850" y="57755"/>
                </a:lnTo>
                <a:lnTo>
                  <a:pt x="1047662" y="57374"/>
                </a:lnTo>
                <a:lnTo>
                  <a:pt x="1046448" y="57028"/>
                </a:lnTo>
                <a:lnTo>
                  <a:pt x="1045206" y="56719"/>
                </a:lnTo>
                <a:lnTo>
                  <a:pt x="1043938" y="56446"/>
                </a:lnTo>
                <a:lnTo>
                  <a:pt x="1042642" y="56210"/>
                </a:lnTo>
                <a:lnTo>
                  <a:pt x="1041319" y="56010"/>
                </a:lnTo>
                <a:lnTo>
                  <a:pt x="1039970" y="55846"/>
                </a:lnTo>
                <a:lnTo>
                  <a:pt x="1038593" y="55719"/>
                </a:lnTo>
                <a:lnTo>
                  <a:pt x="1037190" y="55628"/>
                </a:lnTo>
                <a:lnTo>
                  <a:pt x="1035759" y="55574"/>
                </a:lnTo>
                <a:lnTo>
                  <a:pt x="1034301" y="55555"/>
                </a:lnTo>
                <a:lnTo>
                  <a:pt x="1032554" y="55580"/>
                </a:lnTo>
                <a:lnTo>
                  <a:pt x="1030837" y="55653"/>
                </a:lnTo>
                <a:lnTo>
                  <a:pt x="1029149" y="55775"/>
                </a:lnTo>
                <a:lnTo>
                  <a:pt x="1027491" y="55946"/>
                </a:lnTo>
                <a:lnTo>
                  <a:pt x="1025863" y="56166"/>
                </a:lnTo>
                <a:lnTo>
                  <a:pt x="1024265" y="56434"/>
                </a:lnTo>
                <a:lnTo>
                  <a:pt x="1022696" y="56752"/>
                </a:lnTo>
                <a:lnTo>
                  <a:pt x="1021158" y="57118"/>
                </a:lnTo>
                <a:lnTo>
                  <a:pt x="1019649" y="57533"/>
                </a:lnTo>
                <a:lnTo>
                  <a:pt x="1018170" y="57997"/>
                </a:lnTo>
                <a:lnTo>
                  <a:pt x="1016720" y="58510"/>
                </a:lnTo>
                <a:lnTo>
                  <a:pt x="1015301" y="59071"/>
                </a:lnTo>
                <a:lnTo>
                  <a:pt x="1013911" y="59682"/>
                </a:lnTo>
                <a:lnTo>
                  <a:pt x="1012551" y="60341"/>
                </a:lnTo>
                <a:lnTo>
                  <a:pt x="1011221" y="61049"/>
                </a:lnTo>
                <a:lnTo>
                  <a:pt x="1009920" y="61806"/>
                </a:lnTo>
                <a:lnTo>
                  <a:pt x="1008650" y="62612"/>
                </a:lnTo>
                <a:lnTo>
                  <a:pt x="1007409" y="63466"/>
                </a:lnTo>
                <a:lnTo>
                  <a:pt x="1006198" y="64370"/>
                </a:lnTo>
                <a:lnTo>
                  <a:pt x="1005016" y="65322"/>
                </a:lnTo>
                <a:lnTo>
                  <a:pt x="1003865" y="66323"/>
                </a:lnTo>
                <a:lnTo>
                  <a:pt x="1002743" y="67373"/>
                </a:lnTo>
                <a:lnTo>
                  <a:pt x="1001651" y="68471"/>
                </a:lnTo>
                <a:lnTo>
                  <a:pt x="1000589" y="69619"/>
                </a:lnTo>
                <a:lnTo>
                  <a:pt x="999564" y="70805"/>
                </a:lnTo>
                <a:lnTo>
                  <a:pt x="998582" y="72019"/>
                </a:lnTo>
                <a:lnTo>
                  <a:pt x="997644" y="73261"/>
                </a:lnTo>
                <a:lnTo>
                  <a:pt x="996749" y="74531"/>
                </a:lnTo>
                <a:lnTo>
                  <a:pt x="995898" y="75829"/>
                </a:lnTo>
                <a:lnTo>
                  <a:pt x="995091" y="77156"/>
                </a:lnTo>
                <a:lnTo>
                  <a:pt x="994327" y="78510"/>
                </a:lnTo>
                <a:lnTo>
                  <a:pt x="993607" y="79892"/>
                </a:lnTo>
                <a:lnTo>
                  <a:pt x="992931" y="81303"/>
                </a:lnTo>
                <a:lnTo>
                  <a:pt x="992298" y="82741"/>
                </a:lnTo>
                <a:lnTo>
                  <a:pt x="991709" y="84207"/>
                </a:lnTo>
                <a:lnTo>
                  <a:pt x="991164" y="85702"/>
                </a:lnTo>
                <a:lnTo>
                  <a:pt x="990662" y="87225"/>
                </a:lnTo>
                <a:lnTo>
                  <a:pt x="990204" y="88775"/>
                </a:lnTo>
                <a:lnTo>
                  <a:pt x="989789" y="90354"/>
                </a:lnTo>
                <a:lnTo>
                  <a:pt x="989418" y="91961"/>
                </a:lnTo>
                <a:lnTo>
                  <a:pt x="989091" y="93596"/>
                </a:lnTo>
                <a:lnTo>
                  <a:pt x="988807" y="95258"/>
                </a:lnTo>
                <a:lnTo>
                  <a:pt x="988567" y="96949"/>
                </a:lnTo>
                <a:lnTo>
                  <a:pt x="988371" y="98668"/>
                </a:lnTo>
                <a:lnTo>
                  <a:pt x="988218" y="100415"/>
                </a:lnTo>
                <a:lnTo>
                  <a:pt x="988109" y="102190"/>
                </a:lnTo>
                <a:lnTo>
                  <a:pt x="988044" y="103993"/>
                </a:lnTo>
                <a:lnTo>
                  <a:pt x="988022" y="105825"/>
                </a:lnTo>
                <a:lnTo>
                  <a:pt x="988037" y="107669"/>
                </a:lnTo>
                <a:lnTo>
                  <a:pt x="988101" y="109479"/>
                </a:lnTo>
                <a:lnTo>
                  <a:pt x="988212" y="111254"/>
                </a:lnTo>
                <a:lnTo>
                  <a:pt x="988371" y="112995"/>
                </a:lnTo>
                <a:lnTo>
                  <a:pt x="988578" y="114701"/>
                </a:lnTo>
                <a:lnTo>
                  <a:pt x="988832" y="116372"/>
                </a:lnTo>
                <a:lnTo>
                  <a:pt x="989134" y="118009"/>
                </a:lnTo>
                <a:lnTo>
                  <a:pt x="989485" y="119611"/>
                </a:lnTo>
                <a:lnTo>
                  <a:pt x="989882" y="121178"/>
                </a:lnTo>
                <a:lnTo>
                  <a:pt x="990328" y="122711"/>
                </a:lnTo>
                <a:lnTo>
                  <a:pt x="990822" y="124209"/>
                </a:lnTo>
                <a:lnTo>
                  <a:pt x="991363" y="125673"/>
                </a:lnTo>
                <a:lnTo>
                  <a:pt x="991952" y="127102"/>
                </a:lnTo>
                <a:lnTo>
                  <a:pt x="992589" y="128496"/>
                </a:lnTo>
                <a:lnTo>
                  <a:pt x="993274" y="129856"/>
                </a:lnTo>
                <a:lnTo>
                  <a:pt x="994006" y="131181"/>
                </a:lnTo>
                <a:lnTo>
                  <a:pt x="994786" y="132471"/>
                </a:lnTo>
                <a:lnTo>
                  <a:pt x="995614" y="133727"/>
                </a:lnTo>
                <a:lnTo>
                  <a:pt x="996490" y="134948"/>
                </a:lnTo>
                <a:lnTo>
                  <a:pt x="997414" y="136135"/>
                </a:lnTo>
                <a:lnTo>
                  <a:pt x="998385" y="137287"/>
                </a:lnTo>
                <a:lnTo>
                  <a:pt x="999405" y="138404"/>
                </a:lnTo>
                <a:lnTo>
                  <a:pt x="1000472" y="139486"/>
                </a:lnTo>
                <a:lnTo>
                  <a:pt x="1001586" y="140534"/>
                </a:lnTo>
                <a:lnTo>
                  <a:pt x="1002715" y="141560"/>
                </a:lnTo>
                <a:lnTo>
                  <a:pt x="1003874" y="142542"/>
                </a:lnTo>
                <a:lnTo>
                  <a:pt x="1005063" y="143480"/>
                </a:lnTo>
                <a:lnTo>
                  <a:pt x="1006283" y="144374"/>
                </a:lnTo>
                <a:lnTo>
                  <a:pt x="1007532" y="145225"/>
                </a:lnTo>
                <a:lnTo>
                  <a:pt x="1008811" y="146033"/>
                </a:lnTo>
                <a:lnTo>
                  <a:pt x="1010121" y="146796"/>
                </a:lnTo>
                <a:lnTo>
                  <a:pt x="1011461" y="147516"/>
                </a:lnTo>
                <a:lnTo>
                  <a:pt x="1012831" y="148193"/>
                </a:lnTo>
                <a:lnTo>
                  <a:pt x="1014231" y="148825"/>
                </a:lnTo>
                <a:lnTo>
                  <a:pt x="1015661" y="149414"/>
                </a:lnTo>
                <a:lnTo>
                  <a:pt x="1017121" y="149960"/>
                </a:lnTo>
                <a:lnTo>
                  <a:pt x="1018611" y="150462"/>
                </a:lnTo>
                <a:lnTo>
                  <a:pt x="1020132" y="150920"/>
                </a:lnTo>
                <a:lnTo>
                  <a:pt x="1021683" y="151334"/>
                </a:lnTo>
                <a:lnTo>
                  <a:pt x="1023263" y="151705"/>
                </a:lnTo>
                <a:lnTo>
                  <a:pt x="1024874" y="152033"/>
                </a:lnTo>
                <a:lnTo>
                  <a:pt x="1026515" y="152316"/>
                </a:lnTo>
                <a:lnTo>
                  <a:pt x="1028186" y="152556"/>
                </a:lnTo>
                <a:lnTo>
                  <a:pt x="1029888" y="152753"/>
                </a:lnTo>
                <a:lnTo>
                  <a:pt x="1031619" y="152905"/>
                </a:lnTo>
                <a:lnTo>
                  <a:pt x="1033381" y="153014"/>
                </a:lnTo>
                <a:lnTo>
                  <a:pt x="1035172" y="153080"/>
                </a:lnTo>
                <a:lnTo>
                  <a:pt x="1036994" y="153102"/>
                </a:lnTo>
                <a:lnTo>
                  <a:pt x="1037629" y="153098"/>
                </a:lnTo>
                <a:lnTo>
                  <a:pt x="1038268" y="153086"/>
                </a:lnTo>
                <a:lnTo>
                  <a:pt x="1038913" y="153066"/>
                </a:lnTo>
                <a:lnTo>
                  <a:pt x="1039563" y="153038"/>
                </a:lnTo>
                <a:lnTo>
                  <a:pt x="1040218" y="153002"/>
                </a:lnTo>
                <a:lnTo>
                  <a:pt x="1040878" y="152958"/>
                </a:lnTo>
                <a:lnTo>
                  <a:pt x="1041543" y="152907"/>
                </a:lnTo>
                <a:lnTo>
                  <a:pt x="1042214" y="152847"/>
                </a:lnTo>
                <a:lnTo>
                  <a:pt x="1042890" y="152779"/>
                </a:lnTo>
                <a:lnTo>
                  <a:pt x="1043571" y="152703"/>
                </a:lnTo>
                <a:lnTo>
                  <a:pt x="1044257" y="152620"/>
                </a:lnTo>
                <a:lnTo>
                  <a:pt x="1044949" y="152528"/>
                </a:lnTo>
                <a:lnTo>
                  <a:pt x="1045645" y="152429"/>
                </a:lnTo>
                <a:lnTo>
                  <a:pt x="1046347" y="152321"/>
                </a:lnTo>
                <a:lnTo>
                  <a:pt x="1047054" y="152206"/>
                </a:lnTo>
                <a:lnTo>
                  <a:pt x="1047766" y="152082"/>
                </a:lnTo>
                <a:lnTo>
                  <a:pt x="1048484" y="151951"/>
                </a:lnTo>
                <a:lnTo>
                  <a:pt x="1049206" y="151811"/>
                </a:lnTo>
                <a:lnTo>
                  <a:pt x="1049934" y="151664"/>
                </a:lnTo>
                <a:lnTo>
                  <a:pt x="1050667" y="151509"/>
                </a:lnTo>
                <a:lnTo>
                  <a:pt x="1051405" y="151345"/>
                </a:lnTo>
                <a:lnTo>
                  <a:pt x="1052149" y="151174"/>
                </a:lnTo>
                <a:lnTo>
                  <a:pt x="1052897" y="150995"/>
                </a:lnTo>
                <a:lnTo>
                  <a:pt x="1053651" y="150808"/>
                </a:lnTo>
                <a:lnTo>
                  <a:pt x="1054390" y="150619"/>
                </a:lnTo>
                <a:lnTo>
                  <a:pt x="1055128" y="150420"/>
                </a:lnTo>
                <a:lnTo>
                  <a:pt x="1055865" y="150209"/>
                </a:lnTo>
                <a:lnTo>
                  <a:pt x="1056602" y="149988"/>
                </a:lnTo>
                <a:lnTo>
                  <a:pt x="1057337" y="149755"/>
                </a:lnTo>
                <a:lnTo>
                  <a:pt x="1058071" y="149511"/>
                </a:lnTo>
                <a:lnTo>
                  <a:pt x="1058804" y="149256"/>
                </a:lnTo>
                <a:lnTo>
                  <a:pt x="1059536" y="148990"/>
                </a:lnTo>
                <a:lnTo>
                  <a:pt x="1060267" y="148713"/>
                </a:lnTo>
                <a:lnTo>
                  <a:pt x="1060996" y="148425"/>
                </a:lnTo>
                <a:lnTo>
                  <a:pt x="1061725" y="148126"/>
                </a:lnTo>
                <a:lnTo>
                  <a:pt x="1062453" y="147815"/>
                </a:lnTo>
                <a:lnTo>
                  <a:pt x="1063180" y="147494"/>
                </a:lnTo>
                <a:lnTo>
                  <a:pt x="1063905" y="147162"/>
                </a:lnTo>
                <a:lnTo>
                  <a:pt x="1064630" y="146818"/>
                </a:lnTo>
                <a:lnTo>
                  <a:pt x="1065354" y="146463"/>
                </a:lnTo>
                <a:lnTo>
                  <a:pt x="1066076" y="146098"/>
                </a:lnTo>
                <a:lnTo>
                  <a:pt x="1066798" y="145721"/>
                </a:lnTo>
                <a:lnTo>
                  <a:pt x="1067518" y="145333"/>
                </a:lnTo>
                <a:lnTo>
                  <a:pt x="1068238" y="144934"/>
                </a:lnTo>
                <a:lnTo>
                  <a:pt x="1068956" y="144524"/>
                </a:lnTo>
                <a:lnTo>
                  <a:pt x="1069674" y="144103"/>
                </a:lnTo>
                <a:lnTo>
                  <a:pt x="1070390" y="143671"/>
                </a:lnTo>
                <a:lnTo>
                  <a:pt x="1071106" y="143227"/>
                </a:lnTo>
                <a:lnTo>
                  <a:pt x="1070507" y="138939"/>
                </a:lnTo>
                <a:lnTo>
                  <a:pt x="1069595" y="139085"/>
                </a:lnTo>
                <a:lnTo>
                  <a:pt x="1068689" y="139225"/>
                </a:lnTo>
                <a:lnTo>
                  <a:pt x="1067788" y="139359"/>
                </a:lnTo>
                <a:lnTo>
                  <a:pt x="1066891" y="139487"/>
                </a:lnTo>
                <a:close/>
                <a:moveTo>
                  <a:pt x="1009255" y="88631"/>
                </a:moveTo>
                <a:lnTo>
                  <a:pt x="1009401" y="87678"/>
                </a:lnTo>
                <a:lnTo>
                  <a:pt x="1009566" y="86737"/>
                </a:lnTo>
                <a:lnTo>
                  <a:pt x="1009750" y="85808"/>
                </a:lnTo>
                <a:lnTo>
                  <a:pt x="1009954" y="84890"/>
                </a:lnTo>
                <a:lnTo>
                  <a:pt x="1010177" y="83985"/>
                </a:lnTo>
                <a:lnTo>
                  <a:pt x="1010419" y="83091"/>
                </a:lnTo>
                <a:lnTo>
                  <a:pt x="1010681" y="82209"/>
                </a:lnTo>
                <a:lnTo>
                  <a:pt x="1010962" y="81338"/>
                </a:lnTo>
                <a:lnTo>
                  <a:pt x="1011263" y="80480"/>
                </a:lnTo>
                <a:lnTo>
                  <a:pt x="1011583" y="79633"/>
                </a:lnTo>
                <a:lnTo>
                  <a:pt x="1011922" y="78798"/>
                </a:lnTo>
                <a:lnTo>
                  <a:pt x="1012281" y="77975"/>
                </a:lnTo>
                <a:lnTo>
                  <a:pt x="1012659" y="77163"/>
                </a:lnTo>
                <a:lnTo>
                  <a:pt x="1013057" y="76364"/>
                </a:lnTo>
                <a:lnTo>
                  <a:pt x="1013474" y="75576"/>
                </a:lnTo>
                <a:lnTo>
                  <a:pt x="1013910" y="74800"/>
                </a:lnTo>
                <a:lnTo>
                  <a:pt x="1014366" y="74036"/>
                </a:lnTo>
                <a:lnTo>
                  <a:pt x="1014841" y="73283"/>
                </a:lnTo>
                <a:lnTo>
                  <a:pt x="1015335" y="72542"/>
                </a:lnTo>
                <a:lnTo>
                  <a:pt x="1015849" y="71813"/>
                </a:lnTo>
                <a:lnTo>
                  <a:pt x="1016366" y="71121"/>
                </a:lnTo>
                <a:lnTo>
                  <a:pt x="1016902" y="70458"/>
                </a:lnTo>
                <a:lnTo>
                  <a:pt x="1017458" y="69825"/>
                </a:lnTo>
                <a:lnTo>
                  <a:pt x="1018032" y="69220"/>
                </a:lnTo>
                <a:lnTo>
                  <a:pt x="1018627" y="68644"/>
                </a:lnTo>
                <a:lnTo>
                  <a:pt x="1019240" y="68098"/>
                </a:lnTo>
                <a:lnTo>
                  <a:pt x="1019874" y="67580"/>
                </a:lnTo>
                <a:lnTo>
                  <a:pt x="1020526" y="67092"/>
                </a:lnTo>
                <a:lnTo>
                  <a:pt x="1021198" y="66633"/>
                </a:lnTo>
                <a:lnTo>
                  <a:pt x="1021889" y="66203"/>
                </a:lnTo>
                <a:lnTo>
                  <a:pt x="1022600" y="65802"/>
                </a:lnTo>
                <a:lnTo>
                  <a:pt x="1023330" y="65430"/>
                </a:lnTo>
                <a:lnTo>
                  <a:pt x="1024079" y="65087"/>
                </a:lnTo>
                <a:lnTo>
                  <a:pt x="1024848" y="64773"/>
                </a:lnTo>
                <a:lnTo>
                  <a:pt x="1025636" y="64488"/>
                </a:lnTo>
                <a:lnTo>
                  <a:pt x="1026444" y="64233"/>
                </a:lnTo>
                <a:lnTo>
                  <a:pt x="1027271" y="64006"/>
                </a:lnTo>
                <a:lnTo>
                  <a:pt x="1028117" y="63809"/>
                </a:lnTo>
                <a:lnTo>
                  <a:pt x="1028983" y="63641"/>
                </a:lnTo>
                <a:lnTo>
                  <a:pt x="1029868" y="63501"/>
                </a:lnTo>
                <a:lnTo>
                  <a:pt x="1030773" y="63391"/>
                </a:lnTo>
                <a:lnTo>
                  <a:pt x="1031697" y="63310"/>
                </a:lnTo>
                <a:lnTo>
                  <a:pt x="1032640" y="63258"/>
                </a:lnTo>
                <a:lnTo>
                  <a:pt x="1033603" y="63235"/>
                </a:lnTo>
                <a:lnTo>
                  <a:pt x="1034327" y="63246"/>
                </a:lnTo>
                <a:lnTo>
                  <a:pt x="1035035" y="63278"/>
                </a:lnTo>
                <a:lnTo>
                  <a:pt x="1035729" y="63331"/>
                </a:lnTo>
                <a:lnTo>
                  <a:pt x="1036407" y="63404"/>
                </a:lnTo>
                <a:lnTo>
                  <a:pt x="1037070" y="63500"/>
                </a:lnTo>
                <a:lnTo>
                  <a:pt x="1037717" y="63616"/>
                </a:lnTo>
                <a:lnTo>
                  <a:pt x="1038350" y="63753"/>
                </a:lnTo>
                <a:lnTo>
                  <a:pt x="1038967" y="63911"/>
                </a:lnTo>
                <a:lnTo>
                  <a:pt x="1039569" y="64091"/>
                </a:lnTo>
                <a:lnTo>
                  <a:pt x="1040155" y="64292"/>
                </a:lnTo>
                <a:lnTo>
                  <a:pt x="1040727" y="64514"/>
                </a:lnTo>
                <a:lnTo>
                  <a:pt x="1041283" y="64757"/>
                </a:lnTo>
                <a:lnTo>
                  <a:pt x="1041824" y="65021"/>
                </a:lnTo>
                <a:lnTo>
                  <a:pt x="1042350" y="65306"/>
                </a:lnTo>
                <a:lnTo>
                  <a:pt x="1042860" y="65612"/>
                </a:lnTo>
                <a:lnTo>
                  <a:pt x="1043355" y="65940"/>
                </a:lnTo>
                <a:lnTo>
                  <a:pt x="1043835" y="66288"/>
                </a:lnTo>
                <a:lnTo>
                  <a:pt x="1044300" y="66658"/>
                </a:lnTo>
                <a:lnTo>
                  <a:pt x="1044750" y="67049"/>
                </a:lnTo>
                <a:lnTo>
                  <a:pt x="1045184" y="67461"/>
                </a:lnTo>
                <a:lnTo>
                  <a:pt x="1045603" y="67894"/>
                </a:lnTo>
                <a:lnTo>
                  <a:pt x="1046007" y="68348"/>
                </a:lnTo>
                <a:lnTo>
                  <a:pt x="1046396" y="68823"/>
                </a:lnTo>
                <a:lnTo>
                  <a:pt x="1046769" y="69320"/>
                </a:lnTo>
                <a:lnTo>
                  <a:pt x="1047135" y="69849"/>
                </a:lnTo>
                <a:lnTo>
                  <a:pt x="1047486" y="70405"/>
                </a:lnTo>
                <a:lnTo>
                  <a:pt x="1047821" y="70989"/>
                </a:lnTo>
                <a:lnTo>
                  <a:pt x="1048140" y="71600"/>
                </a:lnTo>
                <a:lnTo>
                  <a:pt x="1048444" y="72238"/>
                </a:lnTo>
                <a:lnTo>
                  <a:pt x="1048732" y="72904"/>
                </a:lnTo>
                <a:lnTo>
                  <a:pt x="1049005" y="73597"/>
                </a:lnTo>
                <a:lnTo>
                  <a:pt x="1049262" y="74318"/>
                </a:lnTo>
                <a:lnTo>
                  <a:pt x="1049504" y="75066"/>
                </a:lnTo>
                <a:lnTo>
                  <a:pt x="1049730" y="75841"/>
                </a:lnTo>
                <a:lnTo>
                  <a:pt x="1049940" y="76643"/>
                </a:lnTo>
                <a:lnTo>
                  <a:pt x="1050135" y="77473"/>
                </a:lnTo>
                <a:lnTo>
                  <a:pt x="1050314" y="78331"/>
                </a:lnTo>
                <a:lnTo>
                  <a:pt x="1050478" y="79215"/>
                </a:lnTo>
                <a:lnTo>
                  <a:pt x="1050626" y="80127"/>
                </a:lnTo>
                <a:lnTo>
                  <a:pt x="1050758" y="81067"/>
                </a:lnTo>
                <a:lnTo>
                  <a:pt x="1050875" y="82034"/>
                </a:lnTo>
                <a:lnTo>
                  <a:pt x="1050977" y="83028"/>
                </a:lnTo>
                <a:lnTo>
                  <a:pt x="1051062" y="84049"/>
                </a:lnTo>
                <a:lnTo>
                  <a:pt x="1051132" y="85098"/>
                </a:lnTo>
                <a:lnTo>
                  <a:pt x="1051187" y="86174"/>
                </a:lnTo>
                <a:lnTo>
                  <a:pt x="1051226" y="87278"/>
                </a:lnTo>
                <a:lnTo>
                  <a:pt x="1051249" y="88409"/>
                </a:lnTo>
                <a:lnTo>
                  <a:pt x="1051257" y="89567"/>
                </a:lnTo>
                <a:lnTo>
                  <a:pt x="1051257" y="92559"/>
                </a:lnTo>
                <a:lnTo>
                  <a:pt x="1008867" y="92559"/>
                </a:lnTo>
                <a:lnTo>
                  <a:pt x="1008935" y="91559"/>
                </a:lnTo>
                <a:lnTo>
                  <a:pt x="1009023" y="90571"/>
                </a:lnTo>
                <a:lnTo>
                  <a:pt x="1009129" y="89595"/>
                </a:lnTo>
                <a:lnTo>
                  <a:pt x="1009255" y="88631"/>
                </a:lnTo>
                <a:close/>
                <a:moveTo>
                  <a:pt x="1474950" y="93916"/>
                </a:moveTo>
                <a:lnTo>
                  <a:pt x="1474708" y="92316"/>
                </a:lnTo>
                <a:lnTo>
                  <a:pt x="1474422" y="90745"/>
                </a:lnTo>
                <a:lnTo>
                  <a:pt x="1474092" y="89201"/>
                </a:lnTo>
                <a:lnTo>
                  <a:pt x="1473718" y="87686"/>
                </a:lnTo>
                <a:lnTo>
                  <a:pt x="1473300" y="86199"/>
                </a:lnTo>
                <a:lnTo>
                  <a:pt x="1472839" y="84739"/>
                </a:lnTo>
                <a:lnTo>
                  <a:pt x="1472333" y="83308"/>
                </a:lnTo>
                <a:lnTo>
                  <a:pt x="1471783" y="81905"/>
                </a:lnTo>
                <a:lnTo>
                  <a:pt x="1471189" y="80530"/>
                </a:lnTo>
                <a:lnTo>
                  <a:pt x="1470551" y="79183"/>
                </a:lnTo>
                <a:lnTo>
                  <a:pt x="1469870" y="77864"/>
                </a:lnTo>
                <a:lnTo>
                  <a:pt x="1469144" y="76573"/>
                </a:lnTo>
                <a:lnTo>
                  <a:pt x="1468374" y="75310"/>
                </a:lnTo>
                <a:lnTo>
                  <a:pt x="1467561" y="74076"/>
                </a:lnTo>
                <a:lnTo>
                  <a:pt x="1466703" y="72869"/>
                </a:lnTo>
                <a:lnTo>
                  <a:pt x="1465801" y="71690"/>
                </a:lnTo>
                <a:lnTo>
                  <a:pt x="1464856" y="70539"/>
                </a:lnTo>
                <a:lnTo>
                  <a:pt x="1463866" y="69417"/>
                </a:lnTo>
                <a:lnTo>
                  <a:pt x="1462832" y="68322"/>
                </a:lnTo>
                <a:lnTo>
                  <a:pt x="1461755" y="67288"/>
                </a:lnTo>
                <a:lnTo>
                  <a:pt x="1460650" y="66298"/>
                </a:lnTo>
                <a:lnTo>
                  <a:pt x="1459518" y="65352"/>
                </a:lnTo>
                <a:lnTo>
                  <a:pt x="1458358" y="64449"/>
                </a:lnTo>
                <a:lnTo>
                  <a:pt x="1457171" y="63590"/>
                </a:lnTo>
                <a:lnTo>
                  <a:pt x="1455957" y="62774"/>
                </a:lnTo>
                <a:lnTo>
                  <a:pt x="1454715" y="62002"/>
                </a:lnTo>
                <a:lnTo>
                  <a:pt x="1453446" y="61274"/>
                </a:lnTo>
                <a:lnTo>
                  <a:pt x="1452149" y="60589"/>
                </a:lnTo>
                <a:lnTo>
                  <a:pt x="1450826" y="59948"/>
                </a:lnTo>
                <a:lnTo>
                  <a:pt x="1449474" y="59351"/>
                </a:lnTo>
                <a:lnTo>
                  <a:pt x="1448096" y="58797"/>
                </a:lnTo>
                <a:lnTo>
                  <a:pt x="1446690" y="58287"/>
                </a:lnTo>
                <a:lnTo>
                  <a:pt x="1445257" y="57820"/>
                </a:lnTo>
                <a:lnTo>
                  <a:pt x="1443796" y="57398"/>
                </a:lnTo>
                <a:lnTo>
                  <a:pt x="1442308" y="57018"/>
                </a:lnTo>
                <a:lnTo>
                  <a:pt x="1440793" y="56683"/>
                </a:lnTo>
                <a:lnTo>
                  <a:pt x="1439250" y="56391"/>
                </a:lnTo>
                <a:lnTo>
                  <a:pt x="1437680" y="56142"/>
                </a:lnTo>
                <a:lnTo>
                  <a:pt x="1436083" y="55938"/>
                </a:lnTo>
                <a:lnTo>
                  <a:pt x="1434458" y="55777"/>
                </a:lnTo>
                <a:lnTo>
                  <a:pt x="1432806" y="55659"/>
                </a:lnTo>
                <a:lnTo>
                  <a:pt x="1431126" y="55586"/>
                </a:lnTo>
                <a:lnTo>
                  <a:pt x="1429419" y="55555"/>
                </a:lnTo>
                <a:lnTo>
                  <a:pt x="1427598" y="55580"/>
                </a:lnTo>
                <a:lnTo>
                  <a:pt x="1425807" y="55652"/>
                </a:lnTo>
                <a:lnTo>
                  <a:pt x="1424046" y="55772"/>
                </a:lnTo>
                <a:lnTo>
                  <a:pt x="1422316" y="55941"/>
                </a:lnTo>
                <a:lnTo>
                  <a:pt x="1420616" y="56157"/>
                </a:lnTo>
                <a:lnTo>
                  <a:pt x="1418947" y="56422"/>
                </a:lnTo>
                <a:lnTo>
                  <a:pt x="1417308" y="56735"/>
                </a:lnTo>
                <a:lnTo>
                  <a:pt x="1415700" y="57096"/>
                </a:lnTo>
                <a:lnTo>
                  <a:pt x="1414122" y="57505"/>
                </a:lnTo>
                <a:lnTo>
                  <a:pt x="1412574" y="57962"/>
                </a:lnTo>
                <a:lnTo>
                  <a:pt x="1411057" y="58468"/>
                </a:lnTo>
                <a:lnTo>
                  <a:pt x="1409571" y="59021"/>
                </a:lnTo>
                <a:lnTo>
                  <a:pt x="1408115" y="59623"/>
                </a:lnTo>
                <a:lnTo>
                  <a:pt x="1406690" y="60273"/>
                </a:lnTo>
                <a:lnTo>
                  <a:pt x="1405295" y="60971"/>
                </a:lnTo>
                <a:lnTo>
                  <a:pt x="1403930" y="61717"/>
                </a:lnTo>
                <a:lnTo>
                  <a:pt x="1402596" y="62511"/>
                </a:lnTo>
                <a:lnTo>
                  <a:pt x="1401293" y="63354"/>
                </a:lnTo>
                <a:lnTo>
                  <a:pt x="1400020" y="64244"/>
                </a:lnTo>
                <a:lnTo>
                  <a:pt x="1398777" y="65183"/>
                </a:lnTo>
                <a:lnTo>
                  <a:pt x="1397565" y="66170"/>
                </a:lnTo>
                <a:lnTo>
                  <a:pt x="1396383" y="67205"/>
                </a:lnTo>
                <a:lnTo>
                  <a:pt x="1395232" y="68288"/>
                </a:lnTo>
                <a:lnTo>
                  <a:pt x="1394111" y="69419"/>
                </a:lnTo>
                <a:lnTo>
                  <a:pt x="1393021" y="70597"/>
                </a:lnTo>
                <a:lnTo>
                  <a:pt x="1391977" y="71802"/>
                </a:lnTo>
                <a:lnTo>
                  <a:pt x="1390979" y="73035"/>
                </a:lnTo>
                <a:lnTo>
                  <a:pt x="1390027" y="74296"/>
                </a:lnTo>
                <a:lnTo>
                  <a:pt x="1389123" y="75584"/>
                </a:lnTo>
                <a:lnTo>
                  <a:pt x="1388264" y="76900"/>
                </a:lnTo>
                <a:lnTo>
                  <a:pt x="1387452" y="78244"/>
                </a:lnTo>
                <a:lnTo>
                  <a:pt x="1386686" y="79615"/>
                </a:lnTo>
                <a:lnTo>
                  <a:pt x="1385967" y="81014"/>
                </a:lnTo>
                <a:lnTo>
                  <a:pt x="1385294" y="82441"/>
                </a:lnTo>
                <a:lnTo>
                  <a:pt x="1384667" y="83896"/>
                </a:lnTo>
                <a:lnTo>
                  <a:pt x="1384087" y="85378"/>
                </a:lnTo>
                <a:lnTo>
                  <a:pt x="1383554" y="86888"/>
                </a:lnTo>
                <a:lnTo>
                  <a:pt x="1383066" y="88425"/>
                </a:lnTo>
                <a:lnTo>
                  <a:pt x="1382626" y="89991"/>
                </a:lnTo>
                <a:lnTo>
                  <a:pt x="1382231" y="91584"/>
                </a:lnTo>
                <a:lnTo>
                  <a:pt x="1381883" y="93205"/>
                </a:lnTo>
                <a:lnTo>
                  <a:pt x="1381581" y="94853"/>
                </a:lnTo>
                <a:lnTo>
                  <a:pt x="1381326" y="96529"/>
                </a:lnTo>
                <a:lnTo>
                  <a:pt x="1381117" y="98233"/>
                </a:lnTo>
                <a:lnTo>
                  <a:pt x="1380955" y="99965"/>
                </a:lnTo>
                <a:lnTo>
                  <a:pt x="1380839" y="101724"/>
                </a:lnTo>
                <a:lnTo>
                  <a:pt x="1380769" y="103511"/>
                </a:lnTo>
                <a:lnTo>
                  <a:pt x="1380746" y="105326"/>
                </a:lnTo>
                <a:lnTo>
                  <a:pt x="1380768" y="107098"/>
                </a:lnTo>
                <a:lnTo>
                  <a:pt x="1380835" y="108842"/>
                </a:lnTo>
                <a:lnTo>
                  <a:pt x="1380946" y="110556"/>
                </a:lnTo>
                <a:lnTo>
                  <a:pt x="1381101" y="112241"/>
                </a:lnTo>
                <a:lnTo>
                  <a:pt x="1381300" y="113897"/>
                </a:lnTo>
                <a:lnTo>
                  <a:pt x="1381544" y="115524"/>
                </a:lnTo>
                <a:lnTo>
                  <a:pt x="1381832" y="117122"/>
                </a:lnTo>
                <a:lnTo>
                  <a:pt x="1382165" y="118691"/>
                </a:lnTo>
                <a:lnTo>
                  <a:pt x="1382541" y="120231"/>
                </a:lnTo>
                <a:lnTo>
                  <a:pt x="1382962" y="121742"/>
                </a:lnTo>
                <a:lnTo>
                  <a:pt x="1383428" y="123223"/>
                </a:lnTo>
                <a:lnTo>
                  <a:pt x="1383938" y="124676"/>
                </a:lnTo>
                <a:lnTo>
                  <a:pt x="1384492" y="126099"/>
                </a:lnTo>
                <a:lnTo>
                  <a:pt x="1385090" y="127493"/>
                </a:lnTo>
                <a:lnTo>
                  <a:pt x="1385733" y="128858"/>
                </a:lnTo>
                <a:lnTo>
                  <a:pt x="1386420" y="130195"/>
                </a:lnTo>
                <a:lnTo>
                  <a:pt x="1387152" y="131502"/>
                </a:lnTo>
                <a:lnTo>
                  <a:pt x="1387927" y="132780"/>
                </a:lnTo>
                <a:lnTo>
                  <a:pt x="1388747" y="134028"/>
                </a:lnTo>
                <a:lnTo>
                  <a:pt x="1389612" y="135248"/>
                </a:lnTo>
                <a:lnTo>
                  <a:pt x="1390521" y="136439"/>
                </a:lnTo>
                <a:lnTo>
                  <a:pt x="1391474" y="137600"/>
                </a:lnTo>
                <a:lnTo>
                  <a:pt x="1392471" y="138733"/>
                </a:lnTo>
                <a:lnTo>
                  <a:pt x="1393513" y="139836"/>
                </a:lnTo>
                <a:lnTo>
                  <a:pt x="1394582" y="140927"/>
                </a:lnTo>
                <a:lnTo>
                  <a:pt x="1395679" y="141970"/>
                </a:lnTo>
                <a:lnTo>
                  <a:pt x="1396804" y="142967"/>
                </a:lnTo>
                <a:lnTo>
                  <a:pt x="1397957" y="143917"/>
                </a:lnTo>
                <a:lnTo>
                  <a:pt x="1399137" y="144821"/>
                </a:lnTo>
                <a:lnTo>
                  <a:pt x="1400345" y="145677"/>
                </a:lnTo>
                <a:lnTo>
                  <a:pt x="1401581" y="146487"/>
                </a:lnTo>
                <a:lnTo>
                  <a:pt x="1402844" y="147250"/>
                </a:lnTo>
                <a:lnTo>
                  <a:pt x="1404135" y="147967"/>
                </a:lnTo>
                <a:lnTo>
                  <a:pt x="1405454" y="148636"/>
                </a:lnTo>
                <a:lnTo>
                  <a:pt x="1406800" y="149259"/>
                </a:lnTo>
                <a:lnTo>
                  <a:pt x="1408175" y="149835"/>
                </a:lnTo>
                <a:lnTo>
                  <a:pt x="1409577" y="150365"/>
                </a:lnTo>
                <a:lnTo>
                  <a:pt x="1411006" y="150847"/>
                </a:lnTo>
                <a:lnTo>
                  <a:pt x="1412464" y="151283"/>
                </a:lnTo>
                <a:lnTo>
                  <a:pt x="1413949" y="151672"/>
                </a:lnTo>
                <a:lnTo>
                  <a:pt x="1415461" y="152014"/>
                </a:lnTo>
                <a:lnTo>
                  <a:pt x="1417002" y="152310"/>
                </a:lnTo>
                <a:lnTo>
                  <a:pt x="1418570" y="152559"/>
                </a:lnTo>
                <a:lnTo>
                  <a:pt x="1420166" y="152761"/>
                </a:lnTo>
                <a:lnTo>
                  <a:pt x="1421789" y="152916"/>
                </a:lnTo>
                <a:lnTo>
                  <a:pt x="1423441" y="153025"/>
                </a:lnTo>
                <a:lnTo>
                  <a:pt x="1425119" y="153087"/>
                </a:lnTo>
                <a:lnTo>
                  <a:pt x="1426826" y="153102"/>
                </a:lnTo>
                <a:lnTo>
                  <a:pt x="1428583" y="153077"/>
                </a:lnTo>
                <a:lnTo>
                  <a:pt x="1430314" y="153004"/>
                </a:lnTo>
                <a:lnTo>
                  <a:pt x="1432019" y="152882"/>
                </a:lnTo>
                <a:lnTo>
                  <a:pt x="1433697" y="152711"/>
                </a:lnTo>
                <a:lnTo>
                  <a:pt x="1435349" y="152491"/>
                </a:lnTo>
                <a:lnTo>
                  <a:pt x="1436975" y="152223"/>
                </a:lnTo>
                <a:lnTo>
                  <a:pt x="1438574" y="151905"/>
                </a:lnTo>
                <a:lnTo>
                  <a:pt x="1440147" y="151539"/>
                </a:lnTo>
                <a:lnTo>
                  <a:pt x="1441694" y="151124"/>
                </a:lnTo>
                <a:lnTo>
                  <a:pt x="1443214" y="150660"/>
                </a:lnTo>
                <a:lnTo>
                  <a:pt x="1444708" y="150147"/>
                </a:lnTo>
                <a:lnTo>
                  <a:pt x="1446176" y="149586"/>
                </a:lnTo>
                <a:lnTo>
                  <a:pt x="1447617" y="148975"/>
                </a:lnTo>
                <a:lnTo>
                  <a:pt x="1449032" y="148316"/>
                </a:lnTo>
                <a:lnTo>
                  <a:pt x="1450421" y="147608"/>
                </a:lnTo>
                <a:lnTo>
                  <a:pt x="1451783" y="146851"/>
                </a:lnTo>
                <a:lnTo>
                  <a:pt x="1453120" y="146046"/>
                </a:lnTo>
                <a:lnTo>
                  <a:pt x="1454429" y="145191"/>
                </a:lnTo>
                <a:lnTo>
                  <a:pt x="1455713" y="144288"/>
                </a:lnTo>
                <a:lnTo>
                  <a:pt x="1456970" y="143335"/>
                </a:lnTo>
                <a:lnTo>
                  <a:pt x="1458201" y="142334"/>
                </a:lnTo>
                <a:lnTo>
                  <a:pt x="1459405" y="141284"/>
                </a:lnTo>
                <a:lnTo>
                  <a:pt x="1460583" y="140186"/>
                </a:lnTo>
                <a:lnTo>
                  <a:pt x="1461735" y="139038"/>
                </a:lnTo>
                <a:lnTo>
                  <a:pt x="1462858" y="137867"/>
                </a:lnTo>
                <a:lnTo>
                  <a:pt x="1463934" y="136665"/>
                </a:lnTo>
                <a:lnTo>
                  <a:pt x="1464961" y="135432"/>
                </a:lnTo>
                <a:lnTo>
                  <a:pt x="1465941" y="134168"/>
                </a:lnTo>
                <a:lnTo>
                  <a:pt x="1466873" y="132872"/>
                </a:lnTo>
                <a:lnTo>
                  <a:pt x="1467757" y="131545"/>
                </a:lnTo>
                <a:lnTo>
                  <a:pt x="1468594" y="130187"/>
                </a:lnTo>
                <a:lnTo>
                  <a:pt x="1469382" y="128798"/>
                </a:lnTo>
                <a:lnTo>
                  <a:pt x="1470123" y="127378"/>
                </a:lnTo>
                <a:lnTo>
                  <a:pt x="1470816" y="125927"/>
                </a:lnTo>
                <a:lnTo>
                  <a:pt x="1471461" y="124444"/>
                </a:lnTo>
                <a:lnTo>
                  <a:pt x="1472058" y="122930"/>
                </a:lnTo>
                <a:lnTo>
                  <a:pt x="1472608" y="121385"/>
                </a:lnTo>
                <a:lnTo>
                  <a:pt x="1473110" y="119809"/>
                </a:lnTo>
                <a:lnTo>
                  <a:pt x="1473564" y="118202"/>
                </a:lnTo>
                <a:lnTo>
                  <a:pt x="1473970" y="116563"/>
                </a:lnTo>
                <a:lnTo>
                  <a:pt x="1474329" y="114894"/>
                </a:lnTo>
                <a:lnTo>
                  <a:pt x="1474639" y="113193"/>
                </a:lnTo>
                <a:lnTo>
                  <a:pt x="1474902" y="111461"/>
                </a:lnTo>
                <a:lnTo>
                  <a:pt x="1475117" y="109698"/>
                </a:lnTo>
                <a:lnTo>
                  <a:pt x="1475284" y="107904"/>
                </a:lnTo>
                <a:lnTo>
                  <a:pt x="1475404" y="106078"/>
                </a:lnTo>
                <a:lnTo>
                  <a:pt x="1475476" y="104222"/>
                </a:lnTo>
                <a:lnTo>
                  <a:pt x="1475500" y="102334"/>
                </a:lnTo>
                <a:lnTo>
                  <a:pt x="1475478" y="100594"/>
                </a:lnTo>
                <a:lnTo>
                  <a:pt x="1475412" y="98882"/>
                </a:lnTo>
                <a:lnTo>
                  <a:pt x="1475302" y="97199"/>
                </a:lnTo>
                <a:lnTo>
                  <a:pt x="1475148" y="95543"/>
                </a:lnTo>
                <a:lnTo>
                  <a:pt x="1474950" y="93916"/>
                </a:lnTo>
                <a:close/>
                <a:moveTo>
                  <a:pt x="1401487" y="95320"/>
                </a:moveTo>
                <a:lnTo>
                  <a:pt x="1401617" y="93843"/>
                </a:lnTo>
                <a:lnTo>
                  <a:pt x="1401770" y="92402"/>
                </a:lnTo>
                <a:lnTo>
                  <a:pt x="1401946" y="90997"/>
                </a:lnTo>
                <a:lnTo>
                  <a:pt x="1402147" y="89626"/>
                </a:lnTo>
                <a:lnTo>
                  <a:pt x="1402370" y="88291"/>
                </a:lnTo>
                <a:lnTo>
                  <a:pt x="1402618" y="86991"/>
                </a:lnTo>
                <a:lnTo>
                  <a:pt x="1402888" y="85727"/>
                </a:lnTo>
                <a:lnTo>
                  <a:pt x="1403183" y="84498"/>
                </a:lnTo>
                <a:lnTo>
                  <a:pt x="1403501" y="83304"/>
                </a:lnTo>
                <a:lnTo>
                  <a:pt x="1403842" y="82146"/>
                </a:lnTo>
                <a:lnTo>
                  <a:pt x="1404207" y="81023"/>
                </a:lnTo>
                <a:lnTo>
                  <a:pt x="1404596" y="79935"/>
                </a:lnTo>
                <a:lnTo>
                  <a:pt x="1405008" y="78882"/>
                </a:lnTo>
                <a:lnTo>
                  <a:pt x="1405444" y="77865"/>
                </a:lnTo>
                <a:lnTo>
                  <a:pt x="1405903" y="76883"/>
                </a:lnTo>
                <a:lnTo>
                  <a:pt x="1406386" y="75937"/>
                </a:lnTo>
                <a:lnTo>
                  <a:pt x="1406892" y="75026"/>
                </a:lnTo>
                <a:lnTo>
                  <a:pt x="1407422" y="74150"/>
                </a:lnTo>
                <a:lnTo>
                  <a:pt x="1407975" y="73309"/>
                </a:lnTo>
                <a:lnTo>
                  <a:pt x="1408551" y="72504"/>
                </a:lnTo>
                <a:lnTo>
                  <a:pt x="1409147" y="71732"/>
                </a:lnTo>
                <a:lnTo>
                  <a:pt x="1409764" y="70995"/>
                </a:lnTo>
                <a:lnTo>
                  <a:pt x="1410402" y="70292"/>
                </a:lnTo>
                <a:lnTo>
                  <a:pt x="1411061" y="69624"/>
                </a:lnTo>
                <a:lnTo>
                  <a:pt x="1411740" y="68989"/>
                </a:lnTo>
                <a:lnTo>
                  <a:pt x="1412441" y="68389"/>
                </a:lnTo>
                <a:lnTo>
                  <a:pt x="1413162" y="67824"/>
                </a:lnTo>
                <a:lnTo>
                  <a:pt x="1413904" y="67292"/>
                </a:lnTo>
                <a:lnTo>
                  <a:pt x="1414666" y="66795"/>
                </a:lnTo>
                <a:lnTo>
                  <a:pt x="1415449" y="66332"/>
                </a:lnTo>
                <a:lnTo>
                  <a:pt x="1416254" y="65904"/>
                </a:lnTo>
                <a:lnTo>
                  <a:pt x="1417079" y="65509"/>
                </a:lnTo>
                <a:lnTo>
                  <a:pt x="1417924" y="65149"/>
                </a:lnTo>
                <a:lnTo>
                  <a:pt x="1418791" y="64824"/>
                </a:lnTo>
                <a:lnTo>
                  <a:pt x="1419678" y="64532"/>
                </a:lnTo>
                <a:lnTo>
                  <a:pt x="1420586" y="64275"/>
                </a:lnTo>
                <a:lnTo>
                  <a:pt x="1421515" y="64052"/>
                </a:lnTo>
                <a:lnTo>
                  <a:pt x="1422465" y="63864"/>
                </a:lnTo>
                <a:lnTo>
                  <a:pt x="1423435" y="63709"/>
                </a:lnTo>
                <a:lnTo>
                  <a:pt x="1424426" y="63589"/>
                </a:lnTo>
                <a:lnTo>
                  <a:pt x="1425438" y="63504"/>
                </a:lnTo>
                <a:lnTo>
                  <a:pt x="1426471" y="63452"/>
                </a:lnTo>
                <a:lnTo>
                  <a:pt x="1427524" y="63435"/>
                </a:lnTo>
                <a:lnTo>
                  <a:pt x="1428627" y="63462"/>
                </a:lnTo>
                <a:lnTo>
                  <a:pt x="1429708" y="63526"/>
                </a:lnTo>
                <a:lnTo>
                  <a:pt x="1430767" y="63628"/>
                </a:lnTo>
                <a:lnTo>
                  <a:pt x="1431805" y="63767"/>
                </a:lnTo>
                <a:lnTo>
                  <a:pt x="1432820" y="63944"/>
                </a:lnTo>
                <a:lnTo>
                  <a:pt x="1433814" y="64158"/>
                </a:lnTo>
                <a:lnTo>
                  <a:pt x="1434786" y="64410"/>
                </a:lnTo>
                <a:lnTo>
                  <a:pt x="1435736" y="64698"/>
                </a:lnTo>
                <a:lnTo>
                  <a:pt x="1436665" y="65025"/>
                </a:lnTo>
                <a:lnTo>
                  <a:pt x="1437571" y="65388"/>
                </a:lnTo>
                <a:lnTo>
                  <a:pt x="1438456" y="65789"/>
                </a:lnTo>
                <a:lnTo>
                  <a:pt x="1439319" y="66228"/>
                </a:lnTo>
                <a:lnTo>
                  <a:pt x="1440160" y="66704"/>
                </a:lnTo>
                <a:lnTo>
                  <a:pt x="1440979" y="67217"/>
                </a:lnTo>
                <a:lnTo>
                  <a:pt x="1441776" y="67767"/>
                </a:lnTo>
                <a:lnTo>
                  <a:pt x="1442552" y="68355"/>
                </a:lnTo>
                <a:lnTo>
                  <a:pt x="1443306" y="68981"/>
                </a:lnTo>
                <a:lnTo>
                  <a:pt x="1444038" y="69644"/>
                </a:lnTo>
                <a:lnTo>
                  <a:pt x="1444748" y="70344"/>
                </a:lnTo>
                <a:lnTo>
                  <a:pt x="1445436" y="71082"/>
                </a:lnTo>
                <a:lnTo>
                  <a:pt x="1446103" y="71857"/>
                </a:lnTo>
                <a:lnTo>
                  <a:pt x="1446747" y="72669"/>
                </a:lnTo>
                <a:lnTo>
                  <a:pt x="1447370" y="73519"/>
                </a:lnTo>
                <a:lnTo>
                  <a:pt x="1447971" y="74406"/>
                </a:lnTo>
                <a:lnTo>
                  <a:pt x="1448541" y="75343"/>
                </a:lnTo>
                <a:lnTo>
                  <a:pt x="1449087" y="76306"/>
                </a:lnTo>
                <a:lnTo>
                  <a:pt x="1449609" y="77297"/>
                </a:lnTo>
                <a:lnTo>
                  <a:pt x="1450107" y="78316"/>
                </a:lnTo>
                <a:lnTo>
                  <a:pt x="1450582" y="79361"/>
                </a:lnTo>
                <a:lnTo>
                  <a:pt x="1451032" y="80434"/>
                </a:lnTo>
                <a:lnTo>
                  <a:pt x="1451458" y="81535"/>
                </a:lnTo>
                <a:lnTo>
                  <a:pt x="1451861" y="82663"/>
                </a:lnTo>
                <a:lnTo>
                  <a:pt x="1452240" y="83818"/>
                </a:lnTo>
                <a:lnTo>
                  <a:pt x="1452595" y="85000"/>
                </a:lnTo>
                <a:lnTo>
                  <a:pt x="1452925" y="86210"/>
                </a:lnTo>
                <a:lnTo>
                  <a:pt x="1453232" y="87447"/>
                </a:lnTo>
                <a:lnTo>
                  <a:pt x="1453516" y="88712"/>
                </a:lnTo>
                <a:lnTo>
                  <a:pt x="1453775" y="90004"/>
                </a:lnTo>
                <a:lnTo>
                  <a:pt x="1454010" y="91323"/>
                </a:lnTo>
                <a:lnTo>
                  <a:pt x="1454222" y="92670"/>
                </a:lnTo>
                <a:lnTo>
                  <a:pt x="1454409" y="94044"/>
                </a:lnTo>
                <a:lnTo>
                  <a:pt x="1454573" y="95445"/>
                </a:lnTo>
                <a:lnTo>
                  <a:pt x="1454712" y="96874"/>
                </a:lnTo>
                <a:lnTo>
                  <a:pt x="1454828" y="98330"/>
                </a:lnTo>
                <a:lnTo>
                  <a:pt x="1454920" y="99814"/>
                </a:lnTo>
                <a:lnTo>
                  <a:pt x="1454988" y="101325"/>
                </a:lnTo>
                <a:lnTo>
                  <a:pt x="1455032" y="102863"/>
                </a:lnTo>
                <a:lnTo>
                  <a:pt x="1455053" y="104428"/>
                </a:lnTo>
                <a:lnTo>
                  <a:pt x="1455041" y="106098"/>
                </a:lnTo>
                <a:lnTo>
                  <a:pt x="1455006" y="107734"/>
                </a:lnTo>
                <a:lnTo>
                  <a:pt x="1454948" y="109334"/>
                </a:lnTo>
                <a:lnTo>
                  <a:pt x="1454867" y="110900"/>
                </a:lnTo>
                <a:lnTo>
                  <a:pt x="1454763" y="112432"/>
                </a:lnTo>
                <a:lnTo>
                  <a:pt x="1454635" y="113929"/>
                </a:lnTo>
                <a:lnTo>
                  <a:pt x="1454484" y="115391"/>
                </a:lnTo>
                <a:lnTo>
                  <a:pt x="1454310" y="116818"/>
                </a:lnTo>
                <a:lnTo>
                  <a:pt x="1454113" y="118211"/>
                </a:lnTo>
                <a:lnTo>
                  <a:pt x="1453893" y="119569"/>
                </a:lnTo>
                <a:lnTo>
                  <a:pt x="1453649" y="120893"/>
                </a:lnTo>
                <a:lnTo>
                  <a:pt x="1453382" y="122182"/>
                </a:lnTo>
                <a:lnTo>
                  <a:pt x="1453092" y="123436"/>
                </a:lnTo>
                <a:lnTo>
                  <a:pt x="1452779" y="124656"/>
                </a:lnTo>
                <a:lnTo>
                  <a:pt x="1452442" y="125841"/>
                </a:lnTo>
                <a:lnTo>
                  <a:pt x="1452083" y="126992"/>
                </a:lnTo>
                <a:lnTo>
                  <a:pt x="1451700" y="128108"/>
                </a:lnTo>
                <a:lnTo>
                  <a:pt x="1451294" y="129189"/>
                </a:lnTo>
                <a:lnTo>
                  <a:pt x="1450864" y="130235"/>
                </a:lnTo>
                <a:lnTo>
                  <a:pt x="1450412" y="131247"/>
                </a:lnTo>
                <a:lnTo>
                  <a:pt x="1449936" y="132225"/>
                </a:lnTo>
                <a:lnTo>
                  <a:pt x="1449437" y="133167"/>
                </a:lnTo>
                <a:lnTo>
                  <a:pt x="1448915" y="134075"/>
                </a:lnTo>
                <a:lnTo>
                  <a:pt x="1448370" y="134949"/>
                </a:lnTo>
                <a:lnTo>
                  <a:pt x="1447795" y="135795"/>
                </a:lnTo>
                <a:lnTo>
                  <a:pt x="1447198" y="136606"/>
                </a:lnTo>
                <a:lnTo>
                  <a:pt x="1446581" y="137380"/>
                </a:lnTo>
                <a:lnTo>
                  <a:pt x="1445943" y="138118"/>
                </a:lnTo>
                <a:lnTo>
                  <a:pt x="1445284" y="138821"/>
                </a:lnTo>
                <a:lnTo>
                  <a:pt x="1444605" y="139487"/>
                </a:lnTo>
                <a:lnTo>
                  <a:pt x="1443905" y="140117"/>
                </a:lnTo>
                <a:lnTo>
                  <a:pt x="1443184" y="140712"/>
                </a:lnTo>
                <a:lnTo>
                  <a:pt x="1442442" y="141270"/>
                </a:lnTo>
                <a:lnTo>
                  <a:pt x="1441679" y="141792"/>
                </a:lnTo>
                <a:lnTo>
                  <a:pt x="1440896" y="142278"/>
                </a:lnTo>
                <a:lnTo>
                  <a:pt x="1440092" y="142729"/>
                </a:lnTo>
                <a:lnTo>
                  <a:pt x="1439267" y="143143"/>
                </a:lnTo>
                <a:lnTo>
                  <a:pt x="1438421" y="143521"/>
                </a:lnTo>
                <a:lnTo>
                  <a:pt x="1437554" y="143863"/>
                </a:lnTo>
                <a:lnTo>
                  <a:pt x="1436667" y="144169"/>
                </a:lnTo>
                <a:lnTo>
                  <a:pt x="1435759" y="144439"/>
                </a:lnTo>
                <a:lnTo>
                  <a:pt x="1434830" y="144674"/>
                </a:lnTo>
                <a:lnTo>
                  <a:pt x="1433881" y="144872"/>
                </a:lnTo>
                <a:lnTo>
                  <a:pt x="1432910" y="145034"/>
                </a:lnTo>
                <a:lnTo>
                  <a:pt x="1431919" y="145160"/>
                </a:lnTo>
                <a:lnTo>
                  <a:pt x="1430907" y="145250"/>
                </a:lnTo>
                <a:lnTo>
                  <a:pt x="1429874" y="145304"/>
                </a:lnTo>
                <a:lnTo>
                  <a:pt x="1428821" y="145322"/>
                </a:lnTo>
                <a:lnTo>
                  <a:pt x="1427686" y="145309"/>
                </a:lnTo>
                <a:lnTo>
                  <a:pt x="1426575" y="145255"/>
                </a:lnTo>
                <a:lnTo>
                  <a:pt x="1425487" y="145160"/>
                </a:lnTo>
                <a:lnTo>
                  <a:pt x="1424424" y="145023"/>
                </a:lnTo>
                <a:lnTo>
                  <a:pt x="1423385" y="144844"/>
                </a:lnTo>
                <a:lnTo>
                  <a:pt x="1422369" y="144624"/>
                </a:lnTo>
                <a:lnTo>
                  <a:pt x="1421377" y="144362"/>
                </a:lnTo>
                <a:lnTo>
                  <a:pt x="1420410" y="144059"/>
                </a:lnTo>
                <a:lnTo>
                  <a:pt x="1419466" y="143714"/>
                </a:lnTo>
                <a:lnTo>
                  <a:pt x="1418546" y="143327"/>
                </a:lnTo>
                <a:lnTo>
                  <a:pt x="1417650" y="142899"/>
                </a:lnTo>
                <a:lnTo>
                  <a:pt x="1416777" y="142429"/>
                </a:lnTo>
                <a:lnTo>
                  <a:pt x="1415929" y="141918"/>
                </a:lnTo>
                <a:lnTo>
                  <a:pt x="1415105" y="141366"/>
                </a:lnTo>
                <a:lnTo>
                  <a:pt x="1414304" y="140771"/>
                </a:lnTo>
                <a:lnTo>
                  <a:pt x="1413527" y="140135"/>
                </a:lnTo>
                <a:lnTo>
                  <a:pt x="1412775" y="139458"/>
                </a:lnTo>
                <a:lnTo>
                  <a:pt x="1412046" y="138739"/>
                </a:lnTo>
                <a:lnTo>
                  <a:pt x="1411341" y="137979"/>
                </a:lnTo>
                <a:lnTo>
                  <a:pt x="1410660" y="137176"/>
                </a:lnTo>
                <a:lnTo>
                  <a:pt x="1410003" y="136333"/>
                </a:lnTo>
                <a:lnTo>
                  <a:pt x="1409369" y="135448"/>
                </a:lnTo>
                <a:lnTo>
                  <a:pt x="1408760" y="134521"/>
                </a:lnTo>
                <a:lnTo>
                  <a:pt x="1408175" y="133553"/>
                </a:lnTo>
                <a:lnTo>
                  <a:pt x="1407597" y="132576"/>
                </a:lnTo>
                <a:lnTo>
                  <a:pt x="1407044" y="131574"/>
                </a:lnTo>
                <a:lnTo>
                  <a:pt x="1406516" y="130548"/>
                </a:lnTo>
                <a:lnTo>
                  <a:pt x="1406014" y="129496"/>
                </a:lnTo>
                <a:lnTo>
                  <a:pt x="1405536" y="128420"/>
                </a:lnTo>
                <a:lnTo>
                  <a:pt x="1405083" y="127319"/>
                </a:lnTo>
                <a:lnTo>
                  <a:pt x="1404655" y="126193"/>
                </a:lnTo>
                <a:lnTo>
                  <a:pt x="1404252" y="125041"/>
                </a:lnTo>
                <a:lnTo>
                  <a:pt x="1403873" y="123865"/>
                </a:lnTo>
                <a:lnTo>
                  <a:pt x="1403520" y="122664"/>
                </a:lnTo>
                <a:lnTo>
                  <a:pt x="1403192" y="121438"/>
                </a:lnTo>
                <a:lnTo>
                  <a:pt x="1402888" y="120187"/>
                </a:lnTo>
                <a:lnTo>
                  <a:pt x="1402610" y="118911"/>
                </a:lnTo>
                <a:lnTo>
                  <a:pt x="1402356" y="117611"/>
                </a:lnTo>
                <a:lnTo>
                  <a:pt x="1402128" y="116285"/>
                </a:lnTo>
                <a:lnTo>
                  <a:pt x="1401924" y="114934"/>
                </a:lnTo>
                <a:lnTo>
                  <a:pt x="1401746" y="113559"/>
                </a:lnTo>
                <a:lnTo>
                  <a:pt x="1401592" y="112158"/>
                </a:lnTo>
                <a:lnTo>
                  <a:pt x="1401463" y="110733"/>
                </a:lnTo>
                <a:lnTo>
                  <a:pt x="1401359" y="109282"/>
                </a:lnTo>
                <a:lnTo>
                  <a:pt x="1401280" y="107807"/>
                </a:lnTo>
                <a:lnTo>
                  <a:pt x="1401226" y="106307"/>
                </a:lnTo>
                <a:lnTo>
                  <a:pt x="1401197" y="104782"/>
                </a:lnTo>
                <a:lnTo>
                  <a:pt x="1401193" y="103231"/>
                </a:lnTo>
                <a:lnTo>
                  <a:pt x="1401205" y="101578"/>
                </a:lnTo>
                <a:lnTo>
                  <a:pt x="1401240" y="99961"/>
                </a:lnTo>
                <a:lnTo>
                  <a:pt x="1401299" y="98378"/>
                </a:lnTo>
                <a:lnTo>
                  <a:pt x="1401381" y="96831"/>
                </a:lnTo>
                <a:lnTo>
                  <a:pt x="1401487" y="95320"/>
                </a:lnTo>
                <a:close/>
                <a:moveTo>
                  <a:pt x="1673727" y="145064"/>
                </a:moveTo>
                <a:lnTo>
                  <a:pt x="1674107" y="145846"/>
                </a:lnTo>
                <a:lnTo>
                  <a:pt x="1674511" y="146587"/>
                </a:lnTo>
                <a:lnTo>
                  <a:pt x="1674938" y="147288"/>
                </a:lnTo>
                <a:lnTo>
                  <a:pt x="1675389" y="147948"/>
                </a:lnTo>
                <a:lnTo>
                  <a:pt x="1675863" y="148568"/>
                </a:lnTo>
                <a:lnTo>
                  <a:pt x="1676361" y="149147"/>
                </a:lnTo>
                <a:lnTo>
                  <a:pt x="1676883" y="149686"/>
                </a:lnTo>
                <a:lnTo>
                  <a:pt x="1677428" y="150184"/>
                </a:lnTo>
                <a:lnTo>
                  <a:pt x="1677997" y="150642"/>
                </a:lnTo>
                <a:lnTo>
                  <a:pt x="1678589" y="151059"/>
                </a:lnTo>
                <a:lnTo>
                  <a:pt x="1679205" y="151436"/>
                </a:lnTo>
                <a:lnTo>
                  <a:pt x="1679844" y="151772"/>
                </a:lnTo>
                <a:lnTo>
                  <a:pt x="1680507" y="152067"/>
                </a:lnTo>
                <a:lnTo>
                  <a:pt x="1681193" y="152322"/>
                </a:lnTo>
                <a:lnTo>
                  <a:pt x="1681903" y="152537"/>
                </a:lnTo>
                <a:lnTo>
                  <a:pt x="1682637" y="152711"/>
                </a:lnTo>
                <a:lnTo>
                  <a:pt x="1683394" y="152845"/>
                </a:lnTo>
                <a:lnTo>
                  <a:pt x="1684174" y="152938"/>
                </a:lnTo>
                <a:lnTo>
                  <a:pt x="1684978" y="152990"/>
                </a:lnTo>
                <a:lnTo>
                  <a:pt x="1685806" y="153002"/>
                </a:lnTo>
                <a:lnTo>
                  <a:pt x="1685996" y="152999"/>
                </a:lnTo>
                <a:lnTo>
                  <a:pt x="1686198" y="152990"/>
                </a:lnTo>
                <a:lnTo>
                  <a:pt x="1686414" y="152975"/>
                </a:lnTo>
                <a:lnTo>
                  <a:pt x="1686643" y="152955"/>
                </a:lnTo>
                <a:lnTo>
                  <a:pt x="1686885" y="152928"/>
                </a:lnTo>
                <a:lnTo>
                  <a:pt x="1687140" y="152896"/>
                </a:lnTo>
                <a:lnTo>
                  <a:pt x="1687409" y="152858"/>
                </a:lnTo>
                <a:lnTo>
                  <a:pt x="1687690" y="152814"/>
                </a:lnTo>
                <a:lnTo>
                  <a:pt x="1687985" y="152763"/>
                </a:lnTo>
                <a:lnTo>
                  <a:pt x="1688293" y="152708"/>
                </a:lnTo>
                <a:lnTo>
                  <a:pt x="1688614" y="152646"/>
                </a:lnTo>
                <a:lnTo>
                  <a:pt x="1688948" y="152578"/>
                </a:lnTo>
                <a:lnTo>
                  <a:pt x="1689295" y="152504"/>
                </a:lnTo>
                <a:lnTo>
                  <a:pt x="1689656" y="152425"/>
                </a:lnTo>
                <a:lnTo>
                  <a:pt x="1690030" y="152340"/>
                </a:lnTo>
                <a:lnTo>
                  <a:pt x="1690416" y="152248"/>
                </a:lnTo>
                <a:lnTo>
                  <a:pt x="1690816" y="152151"/>
                </a:lnTo>
                <a:lnTo>
                  <a:pt x="1691230" y="152048"/>
                </a:lnTo>
                <a:lnTo>
                  <a:pt x="1691656" y="151939"/>
                </a:lnTo>
                <a:lnTo>
                  <a:pt x="1692095" y="151824"/>
                </a:lnTo>
                <a:lnTo>
                  <a:pt x="1692548" y="151704"/>
                </a:lnTo>
                <a:lnTo>
                  <a:pt x="1693014" y="151577"/>
                </a:lnTo>
                <a:lnTo>
                  <a:pt x="1693493" y="151445"/>
                </a:lnTo>
                <a:lnTo>
                  <a:pt x="1693985" y="151306"/>
                </a:lnTo>
                <a:lnTo>
                  <a:pt x="1694473" y="151173"/>
                </a:lnTo>
                <a:lnTo>
                  <a:pt x="1694957" y="151039"/>
                </a:lnTo>
                <a:lnTo>
                  <a:pt x="1695437" y="150904"/>
                </a:lnTo>
                <a:lnTo>
                  <a:pt x="1695913" y="150769"/>
                </a:lnTo>
                <a:lnTo>
                  <a:pt x="1696385" y="150633"/>
                </a:lnTo>
                <a:lnTo>
                  <a:pt x="1696852" y="150496"/>
                </a:lnTo>
                <a:lnTo>
                  <a:pt x="1697316" y="150358"/>
                </a:lnTo>
                <a:lnTo>
                  <a:pt x="1697775" y="150220"/>
                </a:lnTo>
                <a:lnTo>
                  <a:pt x="1698230" y="150081"/>
                </a:lnTo>
                <a:lnTo>
                  <a:pt x="1698681" y="149942"/>
                </a:lnTo>
                <a:lnTo>
                  <a:pt x="1699128" y="149802"/>
                </a:lnTo>
                <a:lnTo>
                  <a:pt x="1699570" y="149661"/>
                </a:lnTo>
                <a:lnTo>
                  <a:pt x="1700009" y="149519"/>
                </a:lnTo>
                <a:lnTo>
                  <a:pt x="1700443" y="149377"/>
                </a:lnTo>
                <a:lnTo>
                  <a:pt x="1700873" y="149234"/>
                </a:lnTo>
                <a:lnTo>
                  <a:pt x="1701299" y="149090"/>
                </a:lnTo>
                <a:lnTo>
                  <a:pt x="1701721" y="148945"/>
                </a:lnTo>
                <a:lnTo>
                  <a:pt x="1702139" y="148800"/>
                </a:lnTo>
                <a:lnTo>
                  <a:pt x="1702552" y="148655"/>
                </a:lnTo>
                <a:lnTo>
                  <a:pt x="1702962" y="148508"/>
                </a:lnTo>
                <a:lnTo>
                  <a:pt x="1703367" y="148361"/>
                </a:lnTo>
                <a:lnTo>
                  <a:pt x="1703768" y="148213"/>
                </a:lnTo>
                <a:lnTo>
                  <a:pt x="1704165" y="148064"/>
                </a:lnTo>
                <a:lnTo>
                  <a:pt x="1704557" y="147915"/>
                </a:lnTo>
                <a:lnTo>
                  <a:pt x="1704059" y="144025"/>
                </a:lnTo>
                <a:lnTo>
                  <a:pt x="1703672" y="144016"/>
                </a:lnTo>
                <a:lnTo>
                  <a:pt x="1703292" y="144005"/>
                </a:lnTo>
                <a:lnTo>
                  <a:pt x="1702919" y="143993"/>
                </a:lnTo>
                <a:lnTo>
                  <a:pt x="1702554" y="143978"/>
                </a:lnTo>
                <a:lnTo>
                  <a:pt x="1702196" y="143962"/>
                </a:lnTo>
                <a:lnTo>
                  <a:pt x="1701846" y="143944"/>
                </a:lnTo>
                <a:lnTo>
                  <a:pt x="1701502" y="143925"/>
                </a:lnTo>
                <a:lnTo>
                  <a:pt x="1701166" y="143903"/>
                </a:lnTo>
                <a:lnTo>
                  <a:pt x="1700837" y="143880"/>
                </a:lnTo>
                <a:lnTo>
                  <a:pt x="1700516" y="143856"/>
                </a:lnTo>
                <a:lnTo>
                  <a:pt x="1700202" y="143829"/>
                </a:lnTo>
                <a:lnTo>
                  <a:pt x="1699895" y="143801"/>
                </a:lnTo>
                <a:lnTo>
                  <a:pt x="1699595" y="143771"/>
                </a:lnTo>
                <a:lnTo>
                  <a:pt x="1699302" y="143739"/>
                </a:lnTo>
                <a:lnTo>
                  <a:pt x="1699017" y="143706"/>
                </a:lnTo>
                <a:lnTo>
                  <a:pt x="1698739" y="143671"/>
                </a:lnTo>
                <a:lnTo>
                  <a:pt x="1698469" y="143634"/>
                </a:lnTo>
                <a:lnTo>
                  <a:pt x="1698205" y="143595"/>
                </a:lnTo>
                <a:lnTo>
                  <a:pt x="1697949" y="143555"/>
                </a:lnTo>
                <a:lnTo>
                  <a:pt x="1697700" y="143513"/>
                </a:lnTo>
                <a:lnTo>
                  <a:pt x="1697459" y="143469"/>
                </a:lnTo>
                <a:lnTo>
                  <a:pt x="1697224" y="143423"/>
                </a:lnTo>
                <a:lnTo>
                  <a:pt x="1696997" y="143376"/>
                </a:lnTo>
                <a:lnTo>
                  <a:pt x="1696778" y="143327"/>
                </a:lnTo>
                <a:lnTo>
                  <a:pt x="1696539" y="143292"/>
                </a:lnTo>
                <a:lnTo>
                  <a:pt x="1696306" y="143254"/>
                </a:lnTo>
                <a:lnTo>
                  <a:pt x="1696078" y="143213"/>
                </a:lnTo>
                <a:lnTo>
                  <a:pt x="1695855" y="143168"/>
                </a:lnTo>
                <a:lnTo>
                  <a:pt x="1695637" y="143120"/>
                </a:lnTo>
                <a:lnTo>
                  <a:pt x="1695425" y="143068"/>
                </a:lnTo>
                <a:lnTo>
                  <a:pt x="1695218" y="143014"/>
                </a:lnTo>
                <a:lnTo>
                  <a:pt x="1695016" y="142956"/>
                </a:lnTo>
                <a:lnTo>
                  <a:pt x="1694819" y="142895"/>
                </a:lnTo>
                <a:lnTo>
                  <a:pt x="1694627" y="142830"/>
                </a:lnTo>
                <a:lnTo>
                  <a:pt x="1694441" y="142762"/>
                </a:lnTo>
                <a:lnTo>
                  <a:pt x="1694259" y="142691"/>
                </a:lnTo>
                <a:lnTo>
                  <a:pt x="1694083" y="142617"/>
                </a:lnTo>
                <a:lnTo>
                  <a:pt x="1693912" y="142539"/>
                </a:lnTo>
                <a:lnTo>
                  <a:pt x="1693746" y="142458"/>
                </a:lnTo>
                <a:lnTo>
                  <a:pt x="1693586" y="142374"/>
                </a:lnTo>
                <a:lnTo>
                  <a:pt x="1693431" y="142286"/>
                </a:lnTo>
                <a:lnTo>
                  <a:pt x="1693281" y="142196"/>
                </a:lnTo>
                <a:lnTo>
                  <a:pt x="1693136" y="142102"/>
                </a:lnTo>
                <a:lnTo>
                  <a:pt x="1692996" y="142004"/>
                </a:lnTo>
                <a:lnTo>
                  <a:pt x="1692861" y="141903"/>
                </a:lnTo>
                <a:lnTo>
                  <a:pt x="1692732" y="141799"/>
                </a:lnTo>
                <a:lnTo>
                  <a:pt x="1692608" y="141692"/>
                </a:lnTo>
                <a:lnTo>
                  <a:pt x="1692489" y="141582"/>
                </a:lnTo>
                <a:lnTo>
                  <a:pt x="1692374" y="141467"/>
                </a:lnTo>
                <a:lnTo>
                  <a:pt x="1692263" y="141349"/>
                </a:lnTo>
                <a:lnTo>
                  <a:pt x="1692155" y="141226"/>
                </a:lnTo>
                <a:lnTo>
                  <a:pt x="1692051" y="141098"/>
                </a:lnTo>
                <a:lnTo>
                  <a:pt x="1691950" y="140966"/>
                </a:lnTo>
                <a:lnTo>
                  <a:pt x="1691853" y="140830"/>
                </a:lnTo>
                <a:lnTo>
                  <a:pt x="1691759" y="140690"/>
                </a:lnTo>
                <a:lnTo>
                  <a:pt x="1691669" y="140545"/>
                </a:lnTo>
                <a:lnTo>
                  <a:pt x="1691582" y="140396"/>
                </a:lnTo>
                <a:lnTo>
                  <a:pt x="1691498" y="140243"/>
                </a:lnTo>
                <a:lnTo>
                  <a:pt x="1691418" y="140085"/>
                </a:lnTo>
                <a:lnTo>
                  <a:pt x="1691342" y="139923"/>
                </a:lnTo>
                <a:lnTo>
                  <a:pt x="1691269" y="139757"/>
                </a:lnTo>
                <a:lnTo>
                  <a:pt x="1691199" y="139586"/>
                </a:lnTo>
                <a:lnTo>
                  <a:pt x="1691133" y="139411"/>
                </a:lnTo>
                <a:lnTo>
                  <a:pt x="1691070" y="139232"/>
                </a:lnTo>
                <a:lnTo>
                  <a:pt x="1691011" y="139049"/>
                </a:lnTo>
                <a:lnTo>
                  <a:pt x="1690955" y="138861"/>
                </a:lnTo>
                <a:lnTo>
                  <a:pt x="1690903" y="138668"/>
                </a:lnTo>
                <a:lnTo>
                  <a:pt x="1690854" y="138472"/>
                </a:lnTo>
                <a:lnTo>
                  <a:pt x="1690809" y="138271"/>
                </a:lnTo>
                <a:lnTo>
                  <a:pt x="1690767" y="138065"/>
                </a:lnTo>
                <a:lnTo>
                  <a:pt x="1690728" y="137856"/>
                </a:lnTo>
                <a:lnTo>
                  <a:pt x="1690693" y="137642"/>
                </a:lnTo>
                <a:lnTo>
                  <a:pt x="1690653" y="137431"/>
                </a:lnTo>
                <a:lnTo>
                  <a:pt x="1690613" y="137215"/>
                </a:lnTo>
                <a:lnTo>
                  <a:pt x="1690575" y="136994"/>
                </a:lnTo>
                <a:lnTo>
                  <a:pt x="1690538" y="136766"/>
                </a:lnTo>
                <a:lnTo>
                  <a:pt x="1690503" y="136534"/>
                </a:lnTo>
                <a:lnTo>
                  <a:pt x="1690469" y="136295"/>
                </a:lnTo>
                <a:lnTo>
                  <a:pt x="1690437" y="136052"/>
                </a:lnTo>
                <a:lnTo>
                  <a:pt x="1690405" y="135802"/>
                </a:lnTo>
                <a:lnTo>
                  <a:pt x="1690376" y="135547"/>
                </a:lnTo>
                <a:lnTo>
                  <a:pt x="1690347" y="135287"/>
                </a:lnTo>
                <a:lnTo>
                  <a:pt x="1690320" y="135021"/>
                </a:lnTo>
                <a:lnTo>
                  <a:pt x="1690295" y="134749"/>
                </a:lnTo>
                <a:lnTo>
                  <a:pt x="1690270" y="134472"/>
                </a:lnTo>
                <a:lnTo>
                  <a:pt x="1690247" y="134190"/>
                </a:lnTo>
                <a:lnTo>
                  <a:pt x="1690226" y="133902"/>
                </a:lnTo>
                <a:lnTo>
                  <a:pt x="1690206" y="133608"/>
                </a:lnTo>
                <a:lnTo>
                  <a:pt x="1690187" y="133309"/>
                </a:lnTo>
                <a:lnTo>
                  <a:pt x="1690170" y="133004"/>
                </a:lnTo>
                <a:lnTo>
                  <a:pt x="1690154" y="132694"/>
                </a:lnTo>
                <a:lnTo>
                  <a:pt x="1690139" y="132378"/>
                </a:lnTo>
                <a:lnTo>
                  <a:pt x="1690126" y="132056"/>
                </a:lnTo>
                <a:lnTo>
                  <a:pt x="1690114" y="131729"/>
                </a:lnTo>
                <a:lnTo>
                  <a:pt x="1690104" y="131397"/>
                </a:lnTo>
                <a:lnTo>
                  <a:pt x="1690095" y="131059"/>
                </a:lnTo>
                <a:lnTo>
                  <a:pt x="1690079" y="130353"/>
                </a:lnTo>
                <a:lnTo>
                  <a:pt x="1690063" y="129548"/>
                </a:lnTo>
                <a:lnTo>
                  <a:pt x="1690048" y="128645"/>
                </a:lnTo>
                <a:lnTo>
                  <a:pt x="1690034" y="127643"/>
                </a:lnTo>
                <a:lnTo>
                  <a:pt x="1690021" y="126542"/>
                </a:lnTo>
                <a:lnTo>
                  <a:pt x="1690008" y="125343"/>
                </a:lnTo>
                <a:lnTo>
                  <a:pt x="1689996" y="124044"/>
                </a:lnTo>
                <a:lnTo>
                  <a:pt x="1689984" y="122648"/>
                </a:lnTo>
                <a:lnTo>
                  <a:pt x="1689973" y="121152"/>
                </a:lnTo>
                <a:lnTo>
                  <a:pt x="1689963" y="119558"/>
                </a:lnTo>
                <a:lnTo>
                  <a:pt x="1689954" y="117865"/>
                </a:lnTo>
                <a:lnTo>
                  <a:pt x="1689945" y="116073"/>
                </a:lnTo>
                <a:lnTo>
                  <a:pt x="1689937" y="114183"/>
                </a:lnTo>
                <a:lnTo>
                  <a:pt x="1689930" y="112194"/>
                </a:lnTo>
                <a:lnTo>
                  <a:pt x="1689924" y="110106"/>
                </a:lnTo>
                <a:lnTo>
                  <a:pt x="1689918" y="107919"/>
                </a:lnTo>
                <a:lnTo>
                  <a:pt x="1689913" y="105634"/>
                </a:lnTo>
                <a:lnTo>
                  <a:pt x="1689908" y="103250"/>
                </a:lnTo>
                <a:lnTo>
                  <a:pt x="1689904" y="100768"/>
                </a:lnTo>
                <a:lnTo>
                  <a:pt x="1689901" y="98186"/>
                </a:lnTo>
                <a:lnTo>
                  <a:pt x="1689899" y="95506"/>
                </a:lnTo>
                <a:lnTo>
                  <a:pt x="1689897" y="92727"/>
                </a:lnTo>
                <a:lnTo>
                  <a:pt x="1689896" y="89850"/>
                </a:lnTo>
                <a:lnTo>
                  <a:pt x="1689896" y="86874"/>
                </a:lnTo>
                <a:lnTo>
                  <a:pt x="1689897" y="85331"/>
                </a:lnTo>
                <a:lnTo>
                  <a:pt x="1689900" y="83812"/>
                </a:lnTo>
                <a:lnTo>
                  <a:pt x="1689905" y="82316"/>
                </a:lnTo>
                <a:lnTo>
                  <a:pt x="1689912" y="80842"/>
                </a:lnTo>
                <a:lnTo>
                  <a:pt x="1689922" y="79393"/>
                </a:lnTo>
                <a:lnTo>
                  <a:pt x="1689933" y="77966"/>
                </a:lnTo>
                <a:lnTo>
                  <a:pt x="1689946" y="76562"/>
                </a:lnTo>
                <a:lnTo>
                  <a:pt x="1689962" y="75182"/>
                </a:lnTo>
                <a:lnTo>
                  <a:pt x="1689980" y="73825"/>
                </a:lnTo>
                <a:lnTo>
                  <a:pt x="1689999" y="72491"/>
                </a:lnTo>
                <a:lnTo>
                  <a:pt x="1690021" y="71181"/>
                </a:lnTo>
                <a:lnTo>
                  <a:pt x="1690045" y="69893"/>
                </a:lnTo>
                <a:lnTo>
                  <a:pt x="1690071" y="68629"/>
                </a:lnTo>
                <a:lnTo>
                  <a:pt x="1690099" y="67388"/>
                </a:lnTo>
                <a:lnTo>
                  <a:pt x="1690129" y="66170"/>
                </a:lnTo>
                <a:lnTo>
                  <a:pt x="1690162" y="64975"/>
                </a:lnTo>
                <a:lnTo>
                  <a:pt x="1690196" y="63804"/>
                </a:lnTo>
                <a:lnTo>
                  <a:pt x="1690232" y="62656"/>
                </a:lnTo>
                <a:lnTo>
                  <a:pt x="1690271" y="61531"/>
                </a:lnTo>
                <a:lnTo>
                  <a:pt x="1690311" y="60429"/>
                </a:lnTo>
                <a:lnTo>
                  <a:pt x="1690354" y="59350"/>
                </a:lnTo>
                <a:lnTo>
                  <a:pt x="1690398" y="58295"/>
                </a:lnTo>
                <a:lnTo>
                  <a:pt x="1690445" y="57263"/>
                </a:lnTo>
                <a:lnTo>
                  <a:pt x="1690494" y="56254"/>
                </a:lnTo>
                <a:lnTo>
                  <a:pt x="1689596" y="55555"/>
                </a:lnTo>
                <a:lnTo>
                  <a:pt x="1688345" y="55878"/>
                </a:lnTo>
                <a:lnTo>
                  <a:pt x="1687086" y="56198"/>
                </a:lnTo>
                <a:lnTo>
                  <a:pt x="1685819" y="56515"/>
                </a:lnTo>
                <a:lnTo>
                  <a:pt x="1684543" y="56830"/>
                </a:lnTo>
                <a:lnTo>
                  <a:pt x="1683259" y="57142"/>
                </a:lnTo>
                <a:lnTo>
                  <a:pt x="1681966" y="57451"/>
                </a:lnTo>
                <a:lnTo>
                  <a:pt x="1680665" y="57757"/>
                </a:lnTo>
                <a:lnTo>
                  <a:pt x="1679356" y="58060"/>
                </a:lnTo>
                <a:lnTo>
                  <a:pt x="1678039" y="58361"/>
                </a:lnTo>
                <a:lnTo>
                  <a:pt x="1676713" y="58658"/>
                </a:lnTo>
                <a:lnTo>
                  <a:pt x="1675379" y="58954"/>
                </a:lnTo>
                <a:lnTo>
                  <a:pt x="1674037" y="59246"/>
                </a:lnTo>
                <a:lnTo>
                  <a:pt x="1672686" y="59535"/>
                </a:lnTo>
                <a:lnTo>
                  <a:pt x="1671327" y="59822"/>
                </a:lnTo>
                <a:lnTo>
                  <a:pt x="1669960" y="60106"/>
                </a:lnTo>
                <a:lnTo>
                  <a:pt x="1668584" y="60387"/>
                </a:lnTo>
                <a:lnTo>
                  <a:pt x="1667200" y="60666"/>
                </a:lnTo>
                <a:lnTo>
                  <a:pt x="1665808" y="60941"/>
                </a:lnTo>
                <a:lnTo>
                  <a:pt x="1664408" y="61214"/>
                </a:lnTo>
                <a:lnTo>
                  <a:pt x="1662999" y="61484"/>
                </a:lnTo>
                <a:lnTo>
                  <a:pt x="1661582" y="61752"/>
                </a:lnTo>
                <a:lnTo>
                  <a:pt x="1660156" y="62016"/>
                </a:lnTo>
                <a:lnTo>
                  <a:pt x="1658723" y="62278"/>
                </a:lnTo>
                <a:lnTo>
                  <a:pt x="1657280" y="62537"/>
                </a:lnTo>
                <a:lnTo>
                  <a:pt x="1657779" y="65928"/>
                </a:lnTo>
                <a:lnTo>
                  <a:pt x="1670945" y="69519"/>
                </a:lnTo>
                <a:lnTo>
                  <a:pt x="1670977" y="70325"/>
                </a:lnTo>
                <a:lnTo>
                  <a:pt x="1671009" y="71145"/>
                </a:lnTo>
                <a:lnTo>
                  <a:pt x="1671038" y="71980"/>
                </a:lnTo>
                <a:lnTo>
                  <a:pt x="1671067" y="72830"/>
                </a:lnTo>
                <a:lnTo>
                  <a:pt x="1671094" y="73695"/>
                </a:lnTo>
                <a:lnTo>
                  <a:pt x="1671119" y="74575"/>
                </a:lnTo>
                <a:lnTo>
                  <a:pt x="1671144" y="75469"/>
                </a:lnTo>
                <a:lnTo>
                  <a:pt x="1671167" y="76379"/>
                </a:lnTo>
                <a:lnTo>
                  <a:pt x="1671188" y="77304"/>
                </a:lnTo>
                <a:lnTo>
                  <a:pt x="1671208" y="78243"/>
                </a:lnTo>
                <a:lnTo>
                  <a:pt x="1671227" y="79197"/>
                </a:lnTo>
                <a:lnTo>
                  <a:pt x="1671244" y="80166"/>
                </a:lnTo>
                <a:lnTo>
                  <a:pt x="1671260" y="81150"/>
                </a:lnTo>
                <a:lnTo>
                  <a:pt x="1671275" y="82149"/>
                </a:lnTo>
                <a:lnTo>
                  <a:pt x="1671288" y="83163"/>
                </a:lnTo>
                <a:lnTo>
                  <a:pt x="1671300" y="84192"/>
                </a:lnTo>
                <a:lnTo>
                  <a:pt x="1671310" y="85236"/>
                </a:lnTo>
                <a:lnTo>
                  <a:pt x="1671319" y="86294"/>
                </a:lnTo>
                <a:lnTo>
                  <a:pt x="1671327" y="87368"/>
                </a:lnTo>
                <a:lnTo>
                  <a:pt x="1671333" y="88456"/>
                </a:lnTo>
                <a:lnTo>
                  <a:pt x="1671338" y="89559"/>
                </a:lnTo>
                <a:lnTo>
                  <a:pt x="1671341" y="90677"/>
                </a:lnTo>
                <a:lnTo>
                  <a:pt x="1671343" y="91810"/>
                </a:lnTo>
                <a:lnTo>
                  <a:pt x="1671344" y="92958"/>
                </a:lnTo>
                <a:lnTo>
                  <a:pt x="1671344" y="135448"/>
                </a:lnTo>
                <a:lnTo>
                  <a:pt x="1670439" y="135903"/>
                </a:lnTo>
                <a:lnTo>
                  <a:pt x="1669536" y="136339"/>
                </a:lnTo>
                <a:lnTo>
                  <a:pt x="1668635" y="136755"/>
                </a:lnTo>
                <a:lnTo>
                  <a:pt x="1667737" y="137151"/>
                </a:lnTo>
                <a:lnTo>
                  <a:pt x="1666840" y="137528"/>
                </a:lnTo>
                <a:lnTo>
                  <a:pt x="1665945" y="137885"/>
                </a:lnTo>
                <a:lnTo>
                  <a:pt x="1665053" y="138222"/>
                </a:lnTo>
                <a:lnTo>
                  <a:pt x="1664163" y="138540"/>
                </a:lnTo>
                <a:lnTo>
                  <a:pt x="1663274" y="138837"/>
                </a:lnTo>
                <a:lnTo>
                  <a:pt x="1662388" y="139115"/>
                </a:lnTo>
                <a:lnTo>
                  <a:pt x="1661504" y="139373"/>
                </a:lnTo>
                <a:lnTo>
                  <a:pt x="1660622" y="139612"/>
                </a:lnTo>
                <a:lnTo>
                  <a:pt x="1659742" y="139830"/>
                </a:lnTo>
                <a:lnTo>
                  <a:pt x="1658864" y="140029"/>
                </a:lnTo>
                <a:lnTo>
                  <a:pt x="1657988" y="140209"/>
                </a:lnTo>
                <a:lnTo>
                  <a:pt x="1657114" y="140368"/>
                </a:lnTo>
                <a:lnTo>
                  <a:pt x="1656242" y="140508"/>
                </a:lnTo>
                <a:lnTo>
                  <a:pt x="1655373" y="140628"/>
                </a:lnTo>
                <a:lnTo>
                  <a:pt x="1654505" y="140728"/>
                </a:lnTo>
                <a:lnTo>
                  <a:pt x="1653640" y="140809"/>
                </a:lnTo>
                <a:lnTo>
                  <a:pt x="1652777" y="140869"/>
                </a:lnTo>
                <a:lnTo>
                  <a:pt x="1651915" y="140910"/>
                </a:lnTo>
                <a:lnTo>
                  <a:pt x="1651056" y="140932"/>
                </a:lnTo>
                <a:lnTo>
                  <a:pt x="1650199" y="140933"/>
                </a:lnTo>
                <a:lnTo>
                  <a:pt x="1649335" y="140932"/>
                </a:lnTo>
                <a:lnTo>
                  <a:pt x="1648487" y="140910"/>
                </a:lnTo>
                <a:lnTo>
                  <a:pt x="1647657" y="140869"/>
                </a:lnTo>
                <a:lnTo>
                  <a:pt x="1646844" y="140809"/>
                </a:lnTo>
                <a:lnTo>
                  <a:pt x="1646047" y="140728"/>
                </a:lnTo>
                <a:lnTo>
                  <a:pt x="1645268" y="140628"/>
                </a:lnTo>
                <a:lnTo>
                  <a:pt x="1644506" y="140508"/>
                </a:lnTo>
                <a:lnTo>
                  <a:pt x="1643760" y="140368"/>
                </a:lnTo>
                <a:lnTo>
                  <a:pt x="1643032" y="140209"/>
                </a:lnTo>
                <a:lnTo>
                  <a:pt x="1642320" y="140029"/>
                </a:lnTo>
                <a:lnTo>
                  <a:pt x="1641625" y="139830"/>
                </a:lnTo>
                <a:lnTo>
                  <a:pt x="1640948" y="139612"/>
                </a:lnTo>
                <a:lnTo>
                  <a:pt x="1640287" y="139373"/>
                </a:lnTo>
                <a:lnTo>
                  <a:pt x="1639644" y="139115"/>
                </a:lnTo>
                <a:lnTo>
                  <a:pt x="1639017" y="138837"/>
                </a:lnTo>
                <a:lnTo>
                  <a:pt x="1638407" y="138540"/>
                </a:lnTo>
                <a:lnTo>
                  <a:pt x="1637815" y="138222"/>
                </a:lnTo>
                <a:lnTo>
                  <a:pt x="1637239" y="137885"/>
                </a:lnTo>
                <a:lnTo>
                  <a:pt x="1636680" y="137528"/>
                </a:lnTo>
                <a:lnTo>
                  <a:pt x="1636138" y="137151"/>
                </a:lnTo>
                <a:lnTo>
                  <a:pt x="1635613" y="136755"/>
                </a:lnTo>
                <a:lnTo>
                  <a:pt x="1635105" y="136339"/>
                </a:lnTo>
                <a:lnTo>
                  <a:pt x="1634615" y="135903"/>
                </a:lnTo>
                <a:lnTo>
                  <a:pt x="1634141" y="135448"/>
                </a:lnTo>
                <a:lnTo>
                  <a:pt x="1633677" y="134995"/>
                </a:lnTo>
                <a:lnTo>
                  <a:pt x="1633233" y="134519"/>
                </a:lnTo>
                <a:lnTo>
                  <a:pt x="1632808" y="134018"/>
                </a:lnTo>
                <a:lnTo>
                  <a:pt x="1632403" y="133494"/>
                </a:lnTo>
                <a:lnTo>
                  <a:pt x="1632019" y="132946"/>
                </a:lnTo>
                <a:lnTo>
                  <a:pt x="1631653" y="132374"/>
                </a:lnTo>
                <a:lnTo>
                  <a:pt x="1631308" y="131778"/>
                </a:lnTo>
                <a:lnTo>
                  <a:pt x="1630982" y="131159"/>
                </a:lnTo>
                <a:lnTo>
                  <a:pt x="1630676" y="130515"/>
                </a:lnTo>
                <a:lnTo>
                  <a:pt x="1630390" y="129848"/>
                </a:lnTo>
                <a:lnTo>
                  <a:pt x="1630123" y="129156"/>
                </a:lnTo>
                <a:lnTo>
                  <a:pt x="1629877" y="128441"/>
                </a:lnTo>
                <a:lnTo>
                  <a:pt x="1629650" y="127702"/>
                </a:lnTo>
                <a:lnTo>
                  <a:pt x="1629442" y="126938"/>
                </a:lnTo>
                <a:lnTo>
                  <a:pt x="1629255" y="126151"/>
                </a:lnTo>
                <a:lnTo>
                  <a:pt x="1629087" y="125341"/>
                </a:lnTo>
                <a:lnTo>
                  <a:pt x="1628939" y="124506"/>
                </a:lnTo>
                <a:lnTo>
                  <a:pt x="1628811" y="123647"/>
                </a:lnTo>
                <a:lnTo>
                  <a:pt x="1628702" y="122764"/>
                </a:lnTo>
                <a:lnTo>
                  <a:pt x="1628613" y="121858"/>
                </a:lnTo>
                <a:lnTo>
                  <a:pt x="1628544" y="120928"/>
                </a:lnTo>
                <a:lnTo>
                  <a:pt x="1628495" y="119973"/>
                </a:lnTo>
                <a:lnTo>
                  <a:pt x="1628465" y="118995"/>
                </a:lnTo>
                <a:lnTo>
                  <a:pt x="1628455" y="117993"/>
                </a:lnTo>
                <a:lnTo>
                  <a:pt x="1628455" y="86276"/>
                </a:lnTo>
                <a:lnTo>
                  <a:pt x="1628456" y="84758"/>
                </a:lnTo>
                <a:lnTo>
                  <a:pt x="1628460" y="83263"/>
                </a:lnTo>
                <a:lnTo>
                  <a:pt x="1628465" y="81792"/>
                </a:lnTo>
                <a:lnTo>
                  <a:pt x="1628472" y="80344"/>
                </a:lnTo>
                <a:lnTo>
                  <a:pt x="1628481" y="78919"/>
                </a:lnTo>
                <a:lnTo>
                  <a:pt x="1628493" y="77517"/>
                </a:lnTo>
                <a:lnTo>
                  <a:pt x="1628506" y="76139"/>
                </a:lnTo>
                <a:lnTo>
                  <a:pt x="1628522" y="74783"/>
                </a:lnTo>
                <a:lnTo>
                  <a:pt x="1628540" y="73451"/>
                </a:lnTo>
                <a:lnTo>
                  <a:pt x="1628559" y="72142"/>
                </a:lnTo>
                <a:lnTo>
                  <a:pt x="1628581" y="70856"/>
                </a:lnTo>
                <a:lnTo>
                  <a:pt x="1628605" y="69594"/>
                </a:lnTo>
                <a:lnTo>
                  <a:pt x="1628631" y="68355"/>
                </a:lnTo>
                <a:lnTo>
                  <a:pt x="1628659" y="67139"/>
                </a:lnTo>
                <a:lnTo>
                  <a:pt x="1628689" y="65946"/>
                </a:lnTo>
                <a:lnTo>
                  <a:pt x="1628721" y="64776"/>
                </a:lnTo>
                <a:lnTo>
                  <a:pt x="1628756" y="63629"/>
                </a:lnTo>
                <a:lnTo>
                  <a:pt x="1628792" y="62506"/>
                </a:lnTo>
                <a:lnTo>
                  <a:pt x="1628830" y="61406"/>
                </a:lnTo>
                <a:lnTo>
                  <a:pt x="1628871" y="60329"/>
                </a:lnTo>
                <a:lnTo>
                  <a:pt x="1628914" y="59275"/>
                </a:lnTo>
                <a:lnTo>
                  <a:pt x="1628958" y="58245"/>
                </a:lnTo>
                <a:lnTo>
                  <a:pt x="1629005" y="57238"/>
                </a:lnTo>
                <a:lnTo>
                  <a:pt x="1629054" y="56254"/>
                </a:lnTo>
                <a:lnTo>
                  <a:pt x="1628156" y="55555"/>
                </a:lnTo>
                <a:lnTo>
                  <a:pt x="1626905" y="55878"/>
                </a:lnTo>
                <a:lnTo>
                  <a:pt x="1625645" y="56198"/>
                </a:lnTo>
                <a:lnTo>
                  <a:pt x="1624377" y="56515"/>
                </a:lnTo>
                <a:lnTo>
                  <a:pt x="1623100" y="56830"/>
                </a:lnTo>
                <a:lnTo>
                  <a:pt x="1621814" y="57142"/>
                </a:lnTo>
                <a:lnTo>
                  <a:pt x="1620520" y="57451"/>
                </a:lnTo>
                <a:lnTo>
                  <a:pt x="1619217" y="57757"/>
                </a:lnTo>
                <a:lnTo>
                  <a:pt x="1617905" y="58060"/>
                </a:lnTo>
                <a:lnTo>
                  <a:pt x="1616585" y="58361"/>
                </a:lnTo>
                <a:lnTo>
                  <a:pt x="1615256" y="58658"/>
                </a:lnTo>
                <a:lnTo>
                  <a:pt x="1613918" y="58954"/>
                </a:lnTo>
                <a:lnTo>
                  <a:pt x="1612572" y="59246"/>
                </a:lnTo>
                <a:lnTo>
                  <a:pt x="1611217" y="59535"/>
                </a:lnTo>
                <a:lnTo>
                  <a:pt x="1609853" y="59822"/>
                </a:lnTo>
                <a:lnTo>
                  <a:pt x="1608481" y="60106"/>
                </a:lnTo>
                <a:lnTo>
                  <a:pt x="1607100" y="60387"/>
                </a:lnTo>
                <a:lnTo>
                  <a:pt x="1605710" y="60666"/>
                </a:lnTo>
                <a:lnTo>
                  <a:pt x="1604312" y="60941"/>
                </a:lnTo>
                <a:lnTo>
                  <a:pt x="1602905" y="61214"/>
                </a:lnTo>
                <a:lnTo>
                  <a:pt x="1601489" y="61484"/>
                </a:lnTo>
                <a:lnTo>
                  <a:pt x="1600065" y="61752"/>
                </a:lnTo>
                <a:lnTo>
                  <a:pt x="1598632" y="62016"/>
                </a:lnTo>
                <a:lnTo>
                  <a:pt x="1597191" y="62278"/>
                </a:lnTo>
                <a:lnTo>
                  <a:pt x="1595741" y="62537"/>
                </a:lnTo>
                <a:lnTo>
                  <a:pt x="1596239" y="65928"/>
                </a:lnTo>
                <a:lnTo>
                  <a:pt x="1609505" y="69519"/>
                </a:lnTo>
                <a:lnTo>
                  <a:pt x="1609537" y="70427"/>
                </a:lnTo>
                <a:lnTo>
                  <a:pt x="1609568" y="71372"/>
                </a:lnTo>
                <a:lnTo>
                  <a:pt x="1609598" y="72354"/>
                </a:lnTo>
                <a:lnTo>
                  <a:pt x="1609627" y="73373"/>
                </a:lnTo>
                <a:lnTo>
                  <a:pt x="1609654" y="74429"/>
                </a:lnTo>
                <a:lnTo>
                  <a:pt x="1609679" y="75522"/>
                </a:lnTo>
                <a:lnTo>
                  <a:pt x="1609704" y="76652"/>
                </a:lnTo>
                <a:lnTo>
                  <a:pt x="1609726" y="77820"/>
                </a:lnTo>
                <a:lnTo>
                  <a:pt x="1609748" y="79024"/>
                </a:lnTo>
                <a:lnTo>
                  <a:pt x="1609768" y="80265"/>
                </a:lnTo>
                <a:lnTo>
                  <a:pt x="1609787" y="81544"/>
                </a:lnTo>
                <a:lnTo>
                  <a:pt x="1609804" y="82859"/>
                </a:lnTo>
                <a:lnTo>
                  <a:pt x="1609820" y="84212"/>
                </a:lnTo>
                <a:lnTo>
                  <a:pt x="1609834" y="85602"/>
                </a:lnTo>
                <a:lnTo>
                  <a:pt x="1609848" y="87028"/>
                </a:lnTo>
                <a:lnTo>
                  <a:pt x="1609859" y="88492"/>
                </a:lnTo>
                <a:lnTo>
                  <a:pt x="1609870" y="89993"/>
                </a:lnTo>
                <a:lnTo>
                  <a:pt x="1609879" y="91531"/>
                </a:lnTo>
                <a:lnTo>
                  <a:pt x="1609886" y="93106"/>
                </a:lnTo>
                <a:lnTo>
                  <a:pt x="1609893" y="94717"/>
                </a:lnTo>
                <a:lnTo>
                  <a:pt x="1609897" y="96366"/>
                </a:lnTo>
                <a:lnTo>
                  <a:pt x="1609901" y="98053"/>
                </a:lnTo>
                <a:lnTo>
                  <a:pt x="1609903" y="99776"/>
                </a:lnTo>
                <a:lnTo>
                  <a:pt x="1609904" y="101536"/>
                </a:lnTo>
                <a:lnTo>
                  <a:pt x="1609904" y="122681"/>
                </a:lnTo>
                <a:lnTo>
                  <a:pt x="1609909" y="123883"/>
                </a:lnTo>
                <a:lnTo>
                  <a:pt x="1609943" y="125061"/>
                </a:lnTo>
                <a:lnTo>
                  <a:pt x="1610005" y="126217"/>
                </a:lnTo>
                <a:lnTo>
                  <a:pt x="1610095" y="127349"/>
                </a:lnTo>
                <a:lnTo>
                  <a:pt x="1610213" y="128458"/>
                </a:lnTo>
                <a:lnTo>
                  <a:pt x="1610359" y="129544"/>
                </a:lnTo>
                <a:lnTo>
                  <a:pt x="1610533" y="130607"/>
                </a:lnTo>
                <a:lnTo>
                  <a:pt x="1610735" y="131646"/>
                </a:lnTo>
                <a:lnTo>
                  <a:pt x="1610965" y="132663"/>
                </a:lnTo>
                <a:lnTo>
                  <a:pt x="1611223" y="133656"/>
                </a:lnTo>
                <a:lnTo>
                  <a:pt x="1611509" y="134626"/>
                </a:lnTo>
                <a:lnTo>
                  <a:pt x="1611824" y="135572"/>
                </a:lnTo>
                <a:lnTo>
                  <a:pt x="1612166" y="136496"/>
                </a:lnTo>
                <a:lnTo>
                  <a:pt x="1612536" y="137396"/>
                </a:lnTo>
                <a:lnTo>
                  <a:pt x="1612935" y="138273"/>
                </a:lnTo>
                <a:lnTo>
                  <a:pt x="1613361" y="139127"/>
                </a:lnTo>
                <a:lnTo>
                  <a:pt x="1613816" y="139958"/>
                </a:lnTo>
                <a:lnTo>
                  <a:pt x="1614299" y="140765"/>
                </a:lnTo>
                <a:lnTo>
                  <a:pt x="1614809" y="141549"/>
                </a:lnTo>
                <a:lnTo>
                  <a:pt x="1615348" y="142310"/>
                </a:lnTo>
                <a:lnTo>
                  <a:pt x="1615915" y="143048"/>
                </a:lnTo>
                <a:lnTo>
                  <a:pt x="1616509" y="143763"/>
                </a:lnTo>
                <a:lnTo>
                  <a:pt x="1617132" y="144454"/>
                </a:lnTo>
                <a:lnTo>
                  <a:pt x="1617783" y="145122"/>
                </a:lnTo>
                <a:lnTo>
                  <a:pt x="1618445" y="145774"/>
                </a:lnTo>
                <a:lnTo>
                  <a:pt x="1619135" y="146397"/>
                </a:lnTo>
                <a:lnTo>
                  <a:pt x="1619851" y="146993"/>
                </a:lnTo>
                <a:lnTo>
                  <a:pt x="1620595" y="147561"/>
                </a:lnTo>
                <a:lnTo>
                  <a:pt x="1621367" y="148101"/>
                </a:lnTo>
                <a:lnTo>
                  <a:pt x="1622166" y="148613"/>
                </a:lnTo>
                <a:lnTo>
                  <a:pt x="1622992" y="149098"/>
                </a:lnTo>
                <a:lnTo>
                  <a:pt x="1623845" y="149555"/>
                </a:lnTo>
                <a:lnTo>
                  <a:pt x="1624726" y="149985"/>
                </a:lnTo>
                <a:lnTo>
                  <a:pt x="1625634" y="150387"/>
                </a:lnTo>
                <a:lnTo>
                  <a:pt x="1626570" y="150761"/>
                </a:lnTo>
                <a:lnTo>
                  <a:pt x="1627533" y="151107"/>
                </a:lnTo>
                <a:lnTo>
                  <a:pt x="1628523" y="151425"/>
                </a:lnTo>
                <a:lnTo>
                  <a:pt x="1629541" y="151716"/>
                </a:lnTo>
                <a:lnTo>
                  <a:pt x="1630586" y="151980"/>
                </a:lnTo>
                <a:lnTo>
                  <a:pt x="1631658" y="152215"/>
                </a:lnTo>
                <a:lnTo>
                  <a:pt x="1632758" y="152423"/>
                </a:lnTo>
                <a:lnTo>
                  <a:pt x="1633885" y="152603"/>
                </a:lnTo>
                <a:lnTo>
                  <a:pt x="1635040" y="152755"/>
                </a:lnTo>
                <a:lnTo>
                  <a:pt x="1636221" y="152880"/>
                </a:lnTo>
                <a:lnTo>
                  <a:pt x="1637431" y="152977"/>
                </a:lnTo>
                <a:lnTo>
                  <a:pt x="1638667" y="153046"/>
                </a:lnTo>
                <a:lnTo>
                  <a:pt x="1639931" y="153088"/>
                </a:lnTo>
                <a:lnTo>
                  <a:pt x="1641222" y="153102"/>
                </a:lnTo>
                <a:lnTo>
                  <a:pt x="1642527" y="153082"/>
                </a:lnTo>
                <a:lnTo>
                  <a:pt x="1643831" y="153021"/>
                </a:lnTo>
                <a:lnTo>
                  <a:pt x="1645135" y="152921"/>
                </a:lnTo>
                <a:lnTo>
                  <a:pt x="1646439" y="152780"/>
                </a:lnTo>
                <a:lnTo>
                  <a:pt x="1647743" y="152599"/>
                </a:lnTo>
                <a:lnTo>
                  <a:pt x="1649046" y="152379"/>
                </a:lnTo>
                <a:lnTo>
                  <a:pt x="1650348" y="152117"/>
                </a:lnTo>
                <a:lnTo>
                  <a:pt x="1651651" y="151816"/>
                </a:lnTo>
                <a:lnTo>
                  <a:pt x="1652953" y="151475"/>
                </a:lnTo>
                <a:lnTo>
                  <a:pt x="1654254" y="151093"/>
                </a:lnTo>
                <a:lnTo>
                  <a:pt x="1655556" y="150671"/>
                </a:lnTo>
                <a:lnTo>
                  <a:pt x="1656857" y="150209"/>
                </a:lnTo>
                <a:lnTo>
                  <a:pt x="1658157" y="149707"/>
                </a:lnTo>
                <a:lnTo>
                  <a:pt x="1659457" y="149165"/>
                </a:lnTo>
                <a:lnTo>
                  <a:pt x="1660757" y="148582"/>
                </a:lnTo>
                <a:lnTo>
                  <a:pt x="1662057" y="147959"/>
                </a:lnTo>
                <a:lnTo>
                  <a:pt x="1663356" y="147297"/>
                </a:lnTo>
                <a:lnTo>
                  <a:pt x="1664655" y="146594"/>
                </a:lnTo>
                <a:lnTo>
                  <a:pt x="1665954" y="145850"/>
                </a:lnTo>
                <a:lnTo>
                  <a:pt x="1667252" y="145067"/>
                </a:lnTo>
                <a:lnTo>
                  <a:pt x="1668550" y="144243"/>
                </a:lnTo>
                <a:lnTo>
                  <a:pt x="1669847" y="143380"/>
                </a:lnTo>
                <a:lnTo>
                  <a:pt x="1671144" y="142476"/>
                </a:lnTo>
                <a:lnTo>
                  <a:pt x="1672441" y="141532"/>
                </a:lnTo>
                <a:lnTo>
                  <a:pt x="1672727" y="142476"/>
                </a:lnTo>
                <a:lnTo>
                  <a:pt x="1673037" y="143379"/>
                </a:lnTo>
                <a:lnTo>
                  <a:pt x="1673370" y="144242"/>
                </a:lnTo>
                <a:lnTo>
                  <a:pt x="1673727" y="145064"/>
                </a:lnTo>
                <a:close/>
                <a:moveTo>
                  <a:pt x="1852540" y="139487"/>
                </a:moveTo>
                <a:lnTo>
                  <a:pt x="1851649" y="139609"/>
                </a:lnTo>
                <a:lnTo>
                  <a:pt x="1850763" y="139724"/>
                </a:lnTo>
                <a:lnTo>
                  <a:pt x="1849883" y="139833"/>
                </a:lnTo>
                <a:lnTo>
                  <a:pt x="1849007" y="139936"/>
                </a:lnTo>
                <a:lnTo>
                  <a:pt x="1848137" y="140033"/>
                </a:lnTo>
                <a:lnTo>
                  <a:pt x="1847272" y="140123"/>
                </a:lnTo>
                <a:lnTo>
                  <a:pt x="1846412" y="140207"/>
                </a:lnTo>
                <a:lnTo>
                  <a:pt x="1845558" y="140285"/>
                </a:lnTo>
                <a:lnTo>
                  <a:pt x="1844708" y="140357"/>
                </a:lnTo>
                <a:lnTo>
                  <a:pt x="1843864" y="140422"/>
                </a:lnTo>
                <a:lnTo>
                  <a:pt x="1843025" y="140481"/>
                </a:lnTo>
                <a:lnTo>
                  <a:pt x="1842192" y="140534"/>
                </a:lnTo>
                <a:lnTo>
                  <a:pt x="1841363" y="140581"/>
                </a:lnTo>
                <a:lnTo>
                  <a:pt x="1840540" y="140622"/>
                </a:lnTo>
                <a:lnTo>
                  <a:pt x="1839721" y="140656"/>
                </a:lnTo>
                <a:lnTo>
                  <a:pt x="1838908" y="140684"/>
                </a:lnTo>
                <a:lnTo>
                  <a:pt x="1838101" y="140706"/>
                </a:lnTo>
                <a:lnTo>
                  <a:pt x="1837298" y="140721"/>
                </a:lnTo>
                <a:lnTo>
                  <a:pt x="1836501" y="140731"/>
                </a:lnTo>
                <a:lnTo>
                  <a:pt x="1835708" y="140734"/>
                </a:lnTo>
                <a:lnTo>
                  <a:pt x="1833933" y="140718"/>
                </a:lnTo>
                <a:lnTo>
                  <a:pt x="1832198" y="140669"/>
                </a:lnTo>
                <a:lnTo>
                  <a:pt x="1830503" y="140589"/>
                </a:lnTo>
                <a:lnTo>
                  <a:pt x="1828849" y="140476"/>
                </a:lnTo>
                <a:lnTo>
                  <a:pt x="1827234" y="140331"/>
                </a:lnTo>
                <a:lnTo>
                  <a:pt x="1825660" y="140154"/>
                </a:lnTo>
                <a:lnTo>
                  <a:pt x="1824125" y="139945"/>
                </a:lnTo>
                <a:lnTo>
                  <a:pt x="1822631" y="139703"/>
                </a:lnTo>
                <a:lnTo>
                  <a:pt x="1821178" y="139429"/>
                </a:lnTo>
                <a:lnTo>
                  <a:pt x="1819764" y="139123"/>
                </a:lnTo>
                <a:lnTo>
                  <a:pt x="1818390" y="138785"/>
                </a:lnTo>
                <a:lnTo>
                  <a:pt x="1817057" y="138415"/>
                </a:lnTo>
                <a:lnTo>
                  <a:pt x="1815764" y="138012"/>
                </a:lnTo>
                <a:lnTo>
                  <a:pt x="1814511" y="137577"/>
                </a:lnTo>
                <a:lnTo>
                  <a:pt x="1813298" y="137110"/>
                </a:lnTo>
                <a:lnTo>
                  <a:pt x="1812125" y="136611"/>
                </a:lnTo>
                <a:lnTo>
                  <a:pt x="1810993" y="136080"/>
                </a:lnTo>
                <a:lnTo>
                  <a:pt x="1809901" y="135516"/>
                </a:lnTo>
                <a:lnTo>
                  <a:pt x="1808848" y="134920"/>
                </a:lnTo>
                <a:lnTo>
                  <a:pt x="1807837" y="134292"/>
                </a:lnTo>
                <a:lnTo>
                  <a:pt x="1806865" y="133632"/>
                </a:lnTo>
                <a:lnTo>
                  <a:pt x="1805933" y="132940"/>
                </a:lnTo>
                <a:lnTo>
                  <a:pt x="1805042" y="132215"/>
                </a:lnTo>
                <a:lnTo>
                  <a:pt x="1804190" y="131458"/>
                </a:lnTo>
                <a:lnTo>
                  <a:pt x="1803368" y="130680"/>
                </a:lnTo>
                <a:lnTo>
                  <a:pt x="1802581" y="129859"/>
                </a:lnTo>
                <a:lnTo>
                  <a:pt x="1801829" y="128994"/>
                </a:lnTo>
                <a:lnTo>
                  <a:pt x="1801112" y="128086"/>
                </a:lnTo>
                <a:lnTo>
                  <a:pt x="1800430" y="127135"/>
                </a:lnTo>
                <a:lnTo>
                  <a:pt x="1799783" y="126141"/>
                </a:lnTo>
                <a:lnTo>
                  <a:pt x="1799171" y="125103"/>
                </a:lnTo>
                <a:lnTo>
                  <a:pt x="1798594" y="124022"/>
                </a:lnTo>
                <a:lnTo>
                  <a:pt x="1798052" y="122897"/>
                </a:lnTo>
                <a:lnTo>
                  <a:pt x="1797545" y="121730"/>
                </a:lnTo>
                <a:lnTo>
                  <a:pt x="1797072" y="120519"/>
                </a:lnTo>
                <a:lnTo>
                  <a:pt x="1796635" y="119265"/>
                </a:lnTo>
                <a:lnTo>
                  <a:pt x="1796233" y="117967"/>
                </a:lnTo>
                <a:lnTo>
                  <a:pt x="1795866" y="116626"/>
                </a:lnTo>
                <a:lnTo>
                  <a:pt x="1795533" y="115242"/>
                </a:lnTo>
                <a:lnTo>
                  <a:pt x="1795236" y="113815"/>
                </a:lnTo>
                <a:lnTo>
                  <a:pt x="1794974" y="112344"/>
                </a:lnTo>
                <a:lnTo>
                  <a:pt x="1794746" y="110830"/>
                </a:lnTo>
                <a:lnTo>
                  <a:pt x="1794554" y="109273"/>
                </a:lnTo>
                <a:lnTo>
                  <a:pt x="1794397" y="107673"/>
                </a:lnTo>
                <a:lnTo>
                  <a:pt x="1794274" y="106029"/>
                </a:lnTo>
                <a:lnTo>
                  <a:pt x="1794187" y="104342"/>
                </a:lnTo>
                <a:lnTo>
                  <a:pt x="1794134" y="102611"/>
                </a:lnTo>
                <a:lnTo>
                  <a:pt x="1794117" y="100838"/>
                </a:lnTo>
                <a:lnTo>
                  <a:pt x="1857053" y="100838"/>
                </a:lnTo>
                <a:lnTo>
                  <a:pt x="1857077" y="100605"/>
                </a:lnTo>
                <a:lnTo>
                  <a:pt x="1857101" y="100371"/>
                </a:lnTo>
                <a:lnTo>
                  <a:pt x="1857123" y="100138"/>
                </a:lnTo>
                <a:lnTo>
                  <a:pt x="1857144" y="99904"/>
                </a:lnTo>
                <a:lnTo>
                  <a:pt x="1857165" y="99670"/>
                </a:lnTo>
                <a:lnTo>
                  <a:pt x="1857184" y="99435"/>
                </a:lnTo>
                <a:lnTo>
                  <a:pt x="1857202" y="99200"/>
                </a:lnTo>
                <a:lnTo>
                  <a:pt x="1857219" y="98965"/>
                </a:lnTo>
                <a:lnTo>
                  <a:pt x="1857235" y="98729"/>
                </a:lnTo>
                <a:lnTo>
                  <a:pt x="1857250" y="98493"/>
                </a:lnTo>
                <a:lnTo>
                  <a:pt x="1857264" y="98257"/>
                </a:lnTo>
                <a:lnTo>
                  <a:pt x="1857277" y="98020"/>
                </a:lnTo>
                <a:lnTo>
                  <a:pt x="1857289" y="97783"/>
                </a:lnTo>
                <a:lnTo>
                  <a:pt x="1857300" y="97546"/>
                </a:lnTo>
                <a:lnTo>
                  <a:pt x="1857310" y="97308"/>
                </a:lnTo>
                <a:lnTo>
                  <a:pt x="1857319" y="97070"/>
                </a:lnTo>
                <a:lnTo>
                  <a:pt x="1857327" y="96831"/>
                </a:lnTo>
                <a:lnTo>
                  <a:pt x="1857333" y="96592"/>
                </a:lnTo>
                <a:lnTo>
                  <a:pt x="1857339" y="96353"/>
                </a:lnTo>
                <a:lnTo>
                  <a:pt x="1857344" y="96114"/>
                </a:lnTo>
                <a:lnTo>
                  <a:pt x="1857347" y="95874"/>
                </a:lnTo>
                <a:lnTo>
                  <a:pt x="1857350" y="95634"/>
                </a:lnTo>
                <a:lnTo>
                  <a:pt x="1857352" y="95393"/>
                </a:lnTo>
                <a:lnTo>
                  <a:pt x="1857352" y="95152"/>
                </a:lnTo>
                <a:lnTo>
                  <a:pt x="1857335" y="93628"/>
                </a:lnTo>
                <a:lnTo>
                  <a:pt x="1857284" y="92131"/>
                </a:lnTo>
                <a:lnTo>
                  <a:pt x="1857198" y="90661"/>
                </a:lnTo>
                <a:lnTo>
                  <a:pt x="1857078" y="89218"/>
                </a:lnTo>
                <a:lnTo>
                  <a:pt x="1856924" y="87802"/>
                </a:lnTo>
                <a:lnTo>
                  <a:pt x="1856735" y="86413"/>
                </a:lnTo>
                <a:lnTo>
                  <a:pt x="1856512" y="85051"/>
                </a:lnTo>
                <a:lnTo>
                  <a:pt x="1856255" y="83716"/>
                </a:lnTo>
                <a:lnTo>
                  <a:pt x="1855964" y="82407"/>
                </a:lnTo>
                <a:lnTo>
                  <a:pt x="1855638" y="81126"/>
                </a:lnTo>
                <a:lnTo>
                  <a:pt x="1855278" y="79872"/>
                </a:lnTo>
                <a:lnTo>
                  <a:pt x="1854884" y="78645"/>
                </a:lnTo>
                <a:lnTo>
                  <a:pt x="1854455" y="77445"/>
                </a:lnTo>
                <a:lnTo>
                  <a:pt x="1853992" y="76272"/>
                </a:lnTo>
                <a:lnTo>
                  <a:pt x="1853495" y="75126"/>
                </a:lnTo>
                <a:lnTo>
                  <a:pt x="1852964" y="74007"/>
                </a:lnTo>
                <a:lnTo>
                  <a:pt x="1852398" y="72915"/>
                </a:lnTo>
                <a:lnTo>
                  <a:pt x="1851798" y="71851"/>
                </a:lnTo>
                <a:lnTo>
                  <a:pt x="1851164" y="70813"/>
                </a:lnTo>
                <a:lnTo>
                  <a:pt x="1850495" y="69802"/>
                </a:lnTo>
                <a:lnTo>
                  <a:pt x="1849792" y="68818"/>
                </a:lnTo>
                <a:lnTo>
                  <a:pt x="1849055" y="67861"/>
                </a:lnTo>
                <a:lnTo>
                  <a:pt x="1848284" y="66931"/>
                </a:lnTo>
                <a:lnTo>
                  <a:pt x="1847478" y="66028"/>
                </a:lnTo>
                <a:lnTo>
                  <a:pt x="1846641" y="65174"/>
                </a:lnTo>
                <a:lnTo>
                  <a:pt x="1845778" y="64355"/>
                </a:lnTo>
                <a:lnTo>
                  <a:pt x="1844888" y="63574"/>
                </a:lnTo>
                <a:lnTo>
                  <a:pt x="1843970" y="62828"/>
                </a:lnTo>
                <a:lnTo>
                  <a:pt x="1843026" y="62119"/>
                </a:lnTo>
                <a:lnTo>
                  <a:pt x="1842054" y="61446"/>
                </a:lnTo>
                <a:lnTo>
                  <a:pt x="1841056" y="60810"/>
                </a:lnTo>
                <a:lnTo>
                  <a:pt x="1840031" y="60210"/>
                </a:lnTo>
                <a:lnTo>
                  <a:pt x="1838978" y="59646"/>
                </a:lnTo>
                <a:lnTo>
                  <a:pt x="1837899" y="59119"/>
                </a:lnTo>
                <a:lnTo>
                  <a:pt x="1836792" y="58628"/>
                </a:lnTo>
                <a:lnTo>
                  <a:pt x="1835659" y="58174"/>
                </a:lnTo>
                <a:lnTo>
                  <a:pt x="1834498" y="57755"/>
                </a:lnTo>
                <a:lnTo>
                  <a:pt x="1833311" y="57374"/>
                </a:lnTo>
                <a:lnTo>
                  <a:pt x="1832096" y="57028"/>
                </a:lnTo>
                <a:lnTo>
                  <a:pt x="1830854" y="56719"/>
                </a:lnTo>
                <a:lnTo>
                  <a:pt x="1829586" y="56446"/>
                </a:lnTo>
                <a:lnTo>
                  <a:pt x="1828290" y="56210"/>
                </a:lnTo>
                <a:lnTo>
                  <a:pt x="1826968" y="56010"/>
                </a:lnTo>
                <a:lnTo>
                  <a:pt x="1825618" y="55846"/>
                </a:lnTo>
                <a:lnTo>
                  <a:pt x="1824241" y="55719"/>
                </a:lnTo>
                <a:lnTo>
                  <a:pt x="1822838" y="55628"/>
                </a:lnTo>
                <a:lnTo>
                  <a:pt x="1821407" y="55574"/>
                </a:lnTo>
                <a:lnTo>
                  <a:pt x="1819949" y="55555"/>
                </a:lnTo>
                <a:lnTo>
                  <a:pt x="1818202" y="55580"/>
                </a:lnTo>
                <a:lnTo>
                  <a:pt x="1816485" y="55653"/>
                </a:lnTo>
                <a:lnTo>
                  <a:pt x="1814797" y="55775"/>
                </a:lnTo>
                <a:lnTo>
                  <a:pt x="1813139" y="55946"/>
                </a:lnTo>
                <a:lnTo>
                  <a:pt x="1811511" y="56166"/>
                </a:lnTo>
                <a:lnTo>
                  <a:pt x="1809913" y="56434"/>
                </a:lnTo>
                <a:lnTo>
                  <a:pt x="1808345" y="56752"/>
                </a:lnTo>
                <a:lnTo>
                  <a:pt x="1806806" y="57118"/>
                </a:lnTo>
                <a:lnTo>
                  <a:pt x="1805297" y="57533"/>
                </a:lnTo>
                <a:lnTo>
                  <a:pt x="1803818" y="57997"/>
                </a:lnTo>
                <a:lnTo>
                  <a:pt x="1802368" y="58510"/>
                </a:lnTo>
                <a:lnTo>
                  <a:pt x="1800949" y="59071"/>
                </a:lnTo>
                <a:lnTo>
                  <a:pt x="1799559" y="59682"/>
                </a:lnTo>
                <a:lnTo>
                  <a:pt x="1798199" y="60341"/>
                </a:lnTo>
                <a:lnTo>
                  <a:pt x="1796869" y="61049"/>
                </a:lnTo>
                <a:lnTo>
                  <a:pt x="1795568" y="61806"/>
                </a:lnTo>
                <a:lnTo>
                  <a:pt x="1794298" y="62612"/>
                </a:lnTo>
                <a:lnTo>
                  <a:pt x="1793057" y="63466"/>
                </a:lnTo>
                <a:lnTo>
                  <a:pt x="1791846" y="64370"/>
                </a:lnTo>
                <a:lnTo>
                  <a:pt x="1790665" y="65322"/>
                </a:lnTo>
                <a:lnTo>
                  <a:pt x="1789513" y="66323"/>
                </a:lnTo>
                <a:lnTo>
                  <a:pt x="1788391" y="67373"/>
                </a:lnTo>
                <a:lnTo>
                  <a:pt x="1787299" y="68471"/>
                </a:lnTo>
                <a:lnTo>
                  <a:pt x="1786237" y="69619"/>
                </a:lnTo>
                <a:lnTo>
                  <a:pt x="1785212" y="70805"/>
                </a:lnTo>
                <a:lnTo>
                  <a:pt x="1784230" y="72019"/>
                </a:lnTo>
                <a:lnTo>
                  <a:pt x="1783292" y="73261"/>
                </a:lnTo>
                <a:lnTo>
                  <a:pt x="1782397" y="74531"/>
                </a:lnTo>
                <a:lnTo>
                  <a:pt x="1781546" y="75829"/>
                </a:lnTo>
                <a:lnTo>
                  <a:pt x="1780739" y="77156"/>
                </a:lnTo>
                <a:lnTo>
                  <a:pt x="1779975" y="78510"/>
                </a:lnTo>
                <a:lnTo>
                  <a:pt x="1779255" y="79892"/>
                </a:lnTo>
                <a:lnTo>
                  <a:pt x="1778579" y="81303"/>
                </a:lnTo>
                <a:lnTo>
                  <a:pt x="1777946" y="82741"/>
                </a:lnTo>
                <a:lnTo>
                  <a:pt x="1777357" y="84207"/>
                </a:lnTo>
                <a:lnTo>
                  <a:pt x="1776812" y="85702"/>
                </a:lnTo>
                <a:lnTo>
                  <a:pt x="1776310" y="87225"/>
                </a:lnTo>
                <a:lnTo>
                  <a:pt x="1775852" y="88775"/>
                </a:lnTo>
                <a:lnTo>
                  <a:pt x="1775437" y="90354"/>
                </a:lnTo>
                <a:lnTo>
                  <a:pt x="1775066" y="91961"/>
                </a:lnTo>
                <a:lnTo>
                  <a:pt x="1774739" y="93596"/>
                </a:lnTo>
                <a:lnTo>
                  <a:pt x="1774455" y="95258"/>
                </a:lnTo>
                <a:lnTo>
                  <a:pt x="1774215" y="96949"/>
                </a:lnTo>
                <a:lnTo>
                  <a:pt x="1774019" y="98668"/>
                </a:lnTo>
                <a:lnTo>
                  <a:pt x="1773866" y="100415"/>
                </a:lnTo>
                <a:lnTo>
                  <a:pt x="1773757" y="102190"/>
                </a:lnTo>
                <a:lnTo>
                  <a:pt x="1773692" y="103993"/>
                </a:lnTo>
                <a:lnTo>
                  <a:pt x="1773670" y="105825"/>
                </a:lnTo>
                <a:lnTo>
                  <a:pt x="1773685" y="107669"/>
                </a:lnTo>
                <a:lnTo>
                  <a:pt x="1773749" y="109479"/>
                </a:lnTo>
                <a:lnTo>
                  <a:pt x="1773860" y="111254"/>
                </a:lnTo>
                <a:lnTo>
                  <a:pt x="1774019" y="112995"/>
                </a:lnTo>
                <a:lnTo>
                  <a:pt x="1774226" y="114701"/>
                </a:lnTo>
                <a:lnTo>
                  <a:pt x="1774480" y="116372"/>
                </a:lnTo>
                <a:lnTo>
                  <a:pt x="1774783" y="118009"/>
                </a:lnTo>
                <a:lnTo>
                  <a:pt x="1775133" y="119611"/>
                </a:lnTo>
                <a:lnTo>
                  <a:pt x="1775531" y="121178"/>
                </a:lnTo>
                <a:lnTo>
                  <a:pt x="1775976" y="122711"/>
                </a:lnTo>
                <a:lnTo>
                  <a:pt x="1776470" y="124209"/>
                </a:lnTo>
                <a:lnTo>
                  <a:pt x="1777011" y="125673"/>
                </a:lnTo>
                <a:lnTo>
                  <a:pt x="1777600" y="127102"/>
                </a:lnTo>
                <a:lnTo>
                  <a:pt x="1778237" y="128496"/>
                </a:lnTo>
                <a:lnTo>
                  <a:pt x="1778922" y="129856"/>
                </a:lnTo>
                <a:lnTo>
                  <a:pt x="1779654" y="131181"/>
                </a:lnTo>
                <a:lnTo>
                  <a:pt x="1780435" y="132471"/>
                </a:lnTo>
                <a:lnTo>
                  <a:pt x="1781263" y="133727"/>
                </a:lnTo>
                <a:lnTo>
                  <a:pt x="1782138" y="134948"/>
                </a:lnTo>
                <a:lnTo>
                  <a:pt x="1783062" y="136135"/>
                </a:lnTo>
                <a:lnTo>
                  <a:pt x="1784034" y="137287"/>
                </a:lnTo>
                <a:lnTo>
                  <a:pt x="1785053" y="138404"/>
                </a:lnTo>
                <a:lnTo>
                  <a:pt x="1786120" y="139486"/>
                </a:lnTo>
                <a:lnTo>
                  <a:pt x="1787235" y="140534"/>
                </a:lnTo>
                <a:lnTo>
                  <a:pt x="1788363" y="141560"/>
                </a:lnTo>
                <a:lnTo>
                  <a:pt x="1789522" y="142542"/>
                </a:lnTo>
                <a:lnTo>
                  <a:pt x="1790711" y="143480"/>
                </a:lnTo>
                <a:lnTo>
                  <a:pt x="1791931" y="144374"/>
                </a:lnTo>
                <a:lnTo>
                  <a:pt x="1793180" y="145225"/>
                </a:lnTo>
                <a:lnTo>
                  <a:pt x="1794460" y="146033"/>
                </a:lnTo>
                <a:lnTo>
                  <a:pt x="1795769" y="146796"/>
                </a:lnTo>
                <a:lnTo>
                  <a:pt x="1797109" y="147516"/>
                </a:lnTo>
                <a:lnTo>
                  <a:pt x="1798479" y="148193"/>
                </a:lnTo>
                <a:lnTo>
                  <a:pt x="1799879" y="148825"/>
                </a:lnTo>
                <a:lnTo>
                  <a:pt x="1801309" y="149414"/>
                </a:lnTo>
                <a:lnTo>
                  <a:pt x="1802769" y="149960"/>
                </a:lnTo>
                <a:lnTo>
                  <a:pt x="1804260" y="150462"/>
                </a:lnTo>
                <a:lnTo>
                  <a:pt x="1805780" y="150920"/>
                </a:lnTo>
                <a:lnTo>
                  <a:pt x="1807331" y="151334"/>
                </a:lnTo>
                <a:lnTo>
                  <a:pt x="1808912" y="151705"/>
                </a:lnTo>
                <a:lnTo>
                  <a:pt x="1810522" y="152033"/>
                </a:lnTo>
                <a:lnTo>
                  <a:pt x="1812163" y="152316"/>
                </a:lnTo>
                <a:lnTo>
                  <a:pt x="1813835" y="152556"/>
                </a:lnTo>
                <a:lnTo>
                  <a:pt x="1815536" y="152753"/>
                </a:lnTo>
                <a:lnTo>
                  <a:pt x="1817267" y="152905"/>
                </a:lnTo>
                <a:lnTo>
                  <a:pt x="1819029" y="153014"/>
                </a:lnTo>
                <a:lnTo>
                  <a:pt x="1820821" y="153080"/>
                </a:lnTo>
                <a:lnTo>
                  <a:pt x="1822642" y="153102"/>
                </a:lnTo>
                <a:lnTo>
                  <a:pt x="1823277" y="153098"/>
                </a:lnTo>
                <a:lnTo>
                  <a:pt x="1823916" y="153086"/>
                </a:lnTo>
                <a:lnTo>
                  <a:pt x="1824561" y="153066"/>
                </a:lnTo>
                <a:lnTo>
                  <a:pt x="1825211" y="153038"/>
                </a:lnTo>
                <a:lnTo>
                  <a:pt x="1825866" y="153002"/>
                </a:lnTo>
                <a:lnTo>
                  <a:pt x="1826526" y="152958"/>
                </a:lnTo>
                <a:lnTo>
                  <a:pt x="1827192" y="152907"/>
                </a:lnTo>
                <a:lnTo>
                  <a:pt x="1827862" y="152847"/>
                </a:lnTo>
                <a:lnTo>
                  <a:pt x="1828538" y="152779"/>
                </a:lnTo>
                <a:lnTo>
                  <a:pt x="1829219" y="152703"/>
                </a:lnTo>
                <a:lnTo>
                  <a:pt x="1829905" y="152620"/>
                </a:lnTo>
                <a:lnTo>
                  <a:pt x="1830597" y="152528"/>
                </a:lnTo>
                <a:lnTo>
                  <a:pt x="1831293" y="152429"/>
                </a:lnTo>
                <a:lnTo>
                  <a:pt x="1831995" y="152321"/>
                </a:lnTo>
                <a:lnTo>
                  <a:pt x="1832702" y="152206"/>
                </a:lnTo>
                <a:lnTo>
                  <a:pt x="1833414" y="152082"/>
                </a:lnTo>
                <a:lnTo>
                  <a:pt x="1834132" y="151951"/>
                </a:lnTo>
                <a:lnTo>
                  <a:pt x="1834854" y="151811"/>
                </a:lnTo>
                <a:lnTo>
                  <a:pt x="1835582" y="151664"/>
                </a:lnTo>
                <a:lnTo>
                  <a:pt x="1836315" y="151509"/>
                </a:lnTo>
                <a:lnTo>
                  <a:pt x="1837053" y="151345"/>
                </a:lnTo>
                <a:lnTo>
                  <a:pt x="1837797" y="151174"/>
                </a:lnTo>
                <a:lnTo>
                  <a:pt x="1838545" y="150995"/>
                </a:lnTo>
                <a:lnTo>
                  <a:pt x="1839299" y="150808"/>
                </a:lnTo>
                <a:lnTo>
                  <a:pt x="1840038" y="150619"/>
                </a:lnTo>
                <a:lnTo>
                  <a:pt x="1840777" y="150420"/>
                </a:lnTo>
                <a:lnTo>
                  <a:pt x="1841514" y="150209"/>
                </a:lnTo>
                <a:lnTo>
                  <a:pt x="1842250" y="149988"/>
                </a:lnTo>
                <a:lnTo>
                  <a:pt x="1842985" y="149755"/>
                </a:lnTo>
                <a:lnTo>
                  <a:pt x="1843719" y="149511"/>
                </a:lnTo>
                <a:lnTo>
                  <a:pt x="1844452" y="149256"/>
                </a:lnTo>
                <a:lnTo>
                  <a:pt x="1845184" y="148990"/>
                </a:lnTo>
                <a:lnTo>
                  <a:pt x="1845915" y="148713"/>
                </a:lnTo>
                <a:lnTo>
                  <a:pt x="1846645" y="148425"/>
                </a:lnTo>
                <a:lnTo>
                  <a:pt x="1847373" y="148126"/>
                </a:lnTo>
                <a:lnTo>
                  <a:pt x="1848101" y="147815"/>
                </a:lnTo>
                <a:lnTo>
                  <a:pt x="1848828" y="147494"/>
                </a:lnTo>
                <a:lnTo>
                  <a:pt x="1849554" y="147162"/>
                </a:lnTo>
                <a:lnTo>
                  <a:pt x="1850278" y="146818"/>
                </a:lnTo>
                <a:lnTo>
                  <a:pt x="1851002" y="146463"/>
                </a:lnTo>
                <a:lnTo>
                  <a:pt x="1851725" y="146098"/>
                </a:lnTo>
                <a:lnTo>
                  <a:pt x="1852446" y="145721"/>
                </a:lnTo>
                <a:lnTo>
                  <a:pt x="1853167" y="145333"/>
                </a:lnTo>
                <a:lnTo>
                  <a:pt x="1853886" y="144934"/>
                </a:lnTo>
                <a:lnTo>
                  <a:pt x="1854605" y="144524"/>
                </a:lnTo>
                <a:lnTo>
                  <a:pt x="1855322" y="144103"/>
                </a:lnTo>
                <a:lnTo>
                  <a:pt x="1856038" y="143671"/>
                </a:lnTo>
                <a:lnTo>
                  <a:pt x="1856754" y="143227"/>
                </a:lnTo>
                <a:lnTo>
                  <a:pt x="1856155" y="138939"/>
                </a:lnTo>
                <a:lnTo>
                  <a:pt x="1855244" y="139085"/>
                </a:lnTo>
                <a:lnTo>
                  <a:pt x="1854337" y="139225"/>
                </a:lnTo>
                <a:lnTo>
                  <a:pt x="1853436" y="139359"/>
                </a:lnTo>
                <a:lnTo>
                  <a:pt x="1852540" y="139487"/>
                </a:lnTo>
                <a:close/>
                <a:moveTo>
                  <a:pt x="1794904" y="88631"/>
                </a:moveTo>
                <a:lnTo>
                  <a:pt x="1795049" y="87678"/>
                </a:lnTo>
                <a:lnTo>
                  <a:pt x="1795214" y="86737"/>
                </a:lnTo>
                <a:lnTo>
                  <a:pt x="1795398" y="85808"/>
                </a:lnTo>
                <a:lnTo>
                  <a:pt x="1795602" y="84890"/>
                </a:lnTo>
                <a:lnTo>
                  <a:pt x="1795825" y="83985"/>
                </a:lnTo>
                <a:lnTo>
                  <a:pt x="1796067" y="83091"/>
                </a:lnTo>
                <a:lnTo>
                  <a:pt x="1796329" y="82209"/>
                </a:lnTo>
                <a:lnTo>
                  <a:pt x="1796610" y="81338"/>
                </a:lnTo>
                <a:lnTo>
                  <a:pt x="1796911" y="80480"/>
                </a:lnTo>
                <a:lnTo>
                  <a:pt x="1797231" y="79633"/>
                </a:lnTo>
                <a:lnTo>
                  <a:pt x="1797570" y="78798"/>
                </a:lnTo>
                <a:lnTo>
                  <a:pt x="1797929" y="77975"/>
                </a:lnTo>
                <a:lnTo>
                  <a:pt x="1798307" y="77163"/>
                </a:lnTo>
                <a:lnTo>
                  <a:pt x="1798705" y="76364"/>
                </a:lnTo>
                <a:lnTo>
                  <a:pt x="1799122" y="75576"/>
                </a:lnTo>
                <a:lnTo>
                  <a:pt x="1799558" y="74800"/>
                </a:lnTo>
                <a:lnTo>
                  <a:pt x="1800014" y="74036"/>
                </a:lnTo>
                <a:lnTo>
                  <a:pt x="1800489" y="73283"/>
                </a:lnTo>
                <a:lnTo>
                  <a:pt x="1800984" y="72542"/>
                </a:lnTo>
                <a:lnTo>
                  <a:pt x="1801497" y="71813"/>
                </a:lnTo>
                <a:lnTo>
                  <a:pt x="1802014" y="71121"/>
                </a:lnTo>
                <a:lnTo>
                  <a:pt x="1802550" y="70458"/>
                </a:lnTo>
                <a:lnTo>
                  <a:pt x="1803106" y="69825"/>
                </a:lnTo>
                <a:lnTo>
                  <a:pt x="1803681" y="69220"/>
                </a:lnTo>
                <a:lnTo>
                  <a:pt x="1804275" y="68644"/>
                </a:lnTo>
                <a:lnTo>
                  <a:pt x="1804889" y="68098"/>
                </a:lnTo>
                <a:lnTo>
                  <a:pt x="1805522" y="67580"/>
                </a:lnTo>
                <a:lnTo>
                  <a:pt x="1806174" y="67092"/>
                </a:lnTo>
                <a:lnTo>
                  <a:pt x="1806846" y="66633"/>
                </a:lnTo>
                <a:lnTo>
                  <a:pt x="1807537" y="66203"/>
                </a:lnTo>
                <a:lnTo>
                  <a:pt x="1808248" y="65802"/>
                </a:lnTo>
                <a:lnTo>
                  <a:pt x="1808978" y="65430"/>
                </a:lnTo>
                <a:lnTo>
                  <a:pt x="1809727" y="65087"/>
                </a:lnTo>
                <a:lnTo>
                  <a:pt x="1810496" y="64773"/>
                </a:lnTo>
                <a:lnTo>
                  <a:pt x="1811285" y="64488"/>
                </a:lnTo>
                <a:lnTo>
                  <a:pt x="1812092" y="64233"/>
                </a:lnTo>
                <a:lnTo>
                  <a:pt x="1812919" y="64006"/>
                </a:lnTo>
                <a:lnTo>
                  <a:pt x="1813766" y="63809"/>
                </a:lnTo>
                <a:lnTo>
                  <a:pt x="1814631" y="63641"/>
                </a:lnTo>
                <a:lnTo>
                  <a:pt x="1815517" y="63501"/>
                </a:lnTo>
                <a:lnTo>
                  <a:pt x="1816421" y="63391"/>
                </a:lnTo>
                <a:lnTo>
                  <a:pt x="1817345" y="63310"/>
                </a:lnTo>
                <a:lnTo>
                  <a:pt x="1818289" y="63258"/>
                </a:lnTo>
                <a:lnTo>
                  <a:pt x="1819251" y="63235"/>
                </a:lnTo>
                <a:lnTo>
                  <a:pt x="1819975" y="63246"/>
                </a:lnTo>
                <a:lnTo>
                  <a:pt x="1820684" y="63278"/>
                </a:lnTo>
                <a:lnTo>
                  <a:pt x="1821377" y="63331"/>
                </a:lnTo>
                <a:lnTo>
                  <a:pt x="1822055" y="63404"/>
                </a:lnTo>
                <a:lnTo>
                  <a:pt x="1822718" y="63500"/>
                </a:lnTo>
                <a:lnTo>
                  <a:pt x="1823366" y="63616"/>
                </a:lnTo>
                <a:lnTo>
                  <a:pt x="1823998" y="63753"/>
                </a:lnTo>
                <a:lnTo>
                  <a:pt x="1824615" y="63911"/>
                </a:lnTo>
                <a:lnTo>
                  <a:pt x="1825217" y="64091"/>
                </a:lnTo>
                <a:lnTo>
                  <a:pt x="1825804" y="64292"/>
                </a:lnTo>
                <a:lnTo>
                  <a:pt x="1826375" y="64514"/>
                </a:lnTo>
                <a:lnTo>
                  <a:pt x="1826931" y="64757"/>
                </a:lnTo>
                <a:lnTo>
                  <a:pt x="1827472" y="65021"/>
                </a:lnTo>
                <a:lnTo>
                  <a:pt x="1827998" y="65306"/>
                </a:lnTo>
                <a:lnTo>
                  <a:pt x="1828508" y="65612"/>
                </a:lnTo>
                <a:lnTo>
                  <a:pt x="1829004" y="65940"/>
                </a:lnTo>
                <a:lnTo>
                  <a:pt x="1829484" y="66288"/>
                </a:lnTo>
                <a:lnTo>
                  <a:pt x="1829948" y="66658"/>
                </a:lnTo>
                <a:lnTo>
                  <a:pt x="1830398" y="67049"/>
                </a:lnTo>
                <a:lnTo>
                  <a:pt x="1830832" y="67461"/>
                </a:lnTo>
                <a:lnTo>
                  <a:pt x="1831251" y="67894"/>
                </a:lnTo>
                <a:lnTo>
                  <a:pt x="1831655" y="68348"/>
                </a:lnTo>
                <a:lnTo>
                  <a:pt x="1832044" y="68823"/>
                </a:lnTo>
                <a:lnTo>
                  <a:pt x="1832417" y="69320"/>
                </a:lnTo>
                <a:lnTo>
                  <a:pt x="1832783" y="69849"/>
                </a:lnTo>
                <a:lnTo>
                  <a:pt x="1833134" y="70405"/>
                </a:lnTo>
                <a:lnTo>
                  <a:pt x="1833469" y="70989"/>
                </a:lnTo>
                <a:lnTo>
                  <a:pt x="1833788" y="71600"/>
                </a:lnTo>
                <a:lnTo>
                  <a:pt x="1834092" y="72238"/>
                </a:lnTo>
                <a:lnTo>
                  <a:pt x="1834381" y="72904"/>
                </a:lnTo>
                <a:lnTo>
                  <a:pt x="1834653" y="73597"/>
                </a:lnTo>
                <a:lnTo>
                  <a:pt x="1834911" y="74318"/>
                </a:lnTo>
                <a:lnTo>
                  <a:pt x="1835152" y="75066"/>
                </a:lnTo>
                <a:lnTo>
                  <a:pt x="1835378" y="75841"/>
                </a:lnTo>
                <a:lnTo>
                  <a:pt x="1835588" y="76643"/>
                </a:lnTo>
                <a:lnTo>
                  <a:pt x="1835783" y="77473"/>
                </a:lnTo>
                <a:lnTo>
                  <a:pt x="1835962" y="78331"/>
                </a:lnTo>
                <a:lnTo>
                  <a:pt x="1836126" y="79215"/>
                </a:lnTo>
                <a:lnTo>
                  <a:pt x="1836274" y="80127"/>
                </a:lnTo>
                <a:lnTo>
                  <a:pt x="1836407" y="81067"/>
                </a:lnTo>
                <a:lnTo>
                  <a:pt x="1836524" y="82034"/>
                </a:lnTo>
                <a:lnTo>
                  <a:pt x="1836625" y="83028"/>
                </a:lnTo>
                <a:lnTo>
                  <a:pt x="1836711" y="84049"/>
                </a:lnTo>
                <a:lnTo>
                  <a:pt x="1836781" y="85098"/>
                </a:lnTo>
                <a:lnTo>
                  <a:pt x="1836835" y="86174"/>
                </a:lnTo>
                <a:lnTo>
                  <a:pt x="1836874" y="87278"/>
                </a:lnTo>
                <a:lnTo>
                  <a:pt x="1836898" y="88409"/>
                </a:lnTo>
                <a:lnTo>
                  <a:pt x="1836905" y="89567"/>
                </a:lnTo>
                <a:lnTo>
                  <a:pt x="1836905" y="92559"/>
                </a:lnTo>
                <a:lnTo>
                  <a:pt x="1794516" y="92559"/>
                </a:lnTo>
                <a:lnTo>
                  <a:pt x="1794584" y="91559"/>
                </a:lnTo>
                <a:lnTo>
                  <a:pt x="1794671" y="90571"/>
                </a:lnTo>
                <a:lnTo>
                  <a:pt x="1794777" y="89595"/>
                </a:lnTo>
                <a:lnTo>
                  <a:pt x="1794904" y="88631"/>
                </a:lnTo>
                <a:close/>
                <a:moveTo>
                  <a:pt x="1927753" y="80835"/>
                </a:moveTo>
                <a:lnTo>
                  <a:pt x="1927944" y="79795"/>
                </a:lnTo>
                <a:lnTo>
                  <a:pt x="1928138" y="78760"/>
                </a:lnTo>
                <a:lnTo>
                  <a:pt x="1928334" y="77729"/>
                </a:lnTo>
                <a:lnTo>
                  <a:pt x="1928533" y="76703"/>
                </a:lnTo>
                <a:lnTo>
                  <a:pt x="1928734" y="75681"/>
                </a:lnTo>
                <a:lnTo>
                  <a:pt x="1928937" y="74664"/>
                </a:lnTo>
                <a:lnTo>
                  <a:pt x="1929143" y="73651"/>
                </a:lnTo>
                <a:lnTo>
                  <a:pt x="1929352" y="72642"/>
                </a:lnTo>
                <a:lnTo>
                  <a:pt x="1929562" y="71639"/>
                </a:lnTo>
                <a:lnTo>
                  <a:pt x="1929775" y="70639"/>
                </a:lnTo>
                <a:lnTo>
                  <a:pt x="1929991" y="69644"/>
                </a:lnTo>
                <a:lnTo>
                  <a:pt x="1930209" y="68654"/>
                </a:lnTo>
                <a:lnTo>
                  <a:pt x="1930430" y="67668"/>
                </a:lnTo>
                <a:lnTo>
                  <a:pt x="1930652" y="66687"/>
                </a:lnTo>
                <a:lnTo>
                  <a:pt x="1930878" y="65710"/>
                </a:lnTo>
                <a:lnTo>
                  <a:pt x="1931105" y="64738"/>
                </a:lnTo>
                <a:lnTo>
                  <a:pt x="1931335" y="63770"/>
                </a:lnTo>
                <a:lnTo>
                  <a:pt x="1931568" y="62807"/>
                </a:lnTo>
                <a:lnTo>
                  <a:pt x="1931803" y="61848"/>
                </a:lnTo>
                <a:lnTo>
                  <a:pt x="1932040" y="60894"/>
                </a:lnTo>
                <a:lnTo>
                  <a:pt x="1932280" y="59944"/>
                </a:lnTo>
                <a:lnTo>
                  <a:pt x="1931237" y="59594"/>
                </a:lnTo>
                <a:lnTo>
                  <a:pt x="1930184" y="59258"/>
                </a:lnTo>
                <a:lnTo>
                  <a:pt x="1929123" y="58937"/>
                </a:lnTo>
                <a:lnTo>
                  <a:pt x="1928052" y="58631"/>
                </a:lnTo>
                <a:lnTo>
                  <a:pt x="1926973" y="58339"/>
                </a:lnTo>
                <a:lnTo>
                  <a:pt x="1925884" y="58061"/>
                </a:lnTo>
                <a:lnTo>
                  <a:pt x="1924787" y="57799"/>
                </a:lnTo>
                <a:lnTo>
                  <a:pt x="1923680" y="57550"/>
                </a:lnTo>
                <a:lnTo>
                  <a:pt x="1922565" y="57317"/>
                </a:lnTo>
                <a:lnTo>
                  <a:pt x="1921440" y="57097"/>
                </a:lnTo>
                <a:lnTo>
                  <a:pt x="1920307" y="56893"/>
                </a:lnTo>
                <a:lnTo>
                  <a:pt x="1919164" y="56702"/>
                </a:lnTo>
                <a:lnTo>
                  <a:pt x="1918013" y="56527"/>
                </a:lnTo>
                <a:lnTo>
                  <a:pt x="1916852" y="56366"/>
                </a:lnTo>
                <a:lnTo>
                  <a:pt x="1915683" y="56219"/>
                </a:lnTo>
                <a:lnTo>
                  <a:pt x="1914504" y="56087"/>
                </a:lnTo>
                <a:lnTo>
                  <a:pt x="1913317" y="55970"/>
                </a:lnTo>
                <a:lnTo>
                  <a:pt x="1912120" y="55867"/>
                </a:lnTo>
                <a:lnTo>
                  <a:pt x="1910915" y="55779"/>
                </a:lnTo>
                <a:lnTo>
                  <a:pt x="1909700" y="55705"/>
                </a:lnTo>
                <a:lnTo>
                  <a:pt x="1908477" y="55646"/>
                </a:lnTo>
                <a:lnTo>
                  <a:pt x="1907244" y="55601"/>
                </a:lnTo>
                <a:lnTo>
                  <a:pt x="1906002" y="55571"/>
                </a:lnTo>
                <a:lnTo>
                  <a:pt x="1904752" y="55555"/>
                </a:lnTo>
                <a:lnTo>
                  <a:pt x="1903400" y="55568"/>
                </a:lnTo>
                <a:lnTo>
                  <a:pt x="1902071" y="55607"/>
                </a:lnTo>
                <a:lnTo>
                  <a:pt x="1900765" y="55672"/>
                </a:lnTo>
                <a:lnTo>
                  <a:pt x="1899482" y="55763"/>
                </a:lnTo>
                <a:lnTo>
                  <a:pt x="1898222" y="55880"/>
                </a:lnTo>
                <a:lnTo>
                  <a:pt x="1896985" y="56023"/>
                </a:lnTo>
                <a:lnTo>
                  <a:pt x="1895770" y="56192"/>
                </a:lnTo>
                <a:lnTo>
                  <a:pt x="1894578" y="56387"/>
                </a:lnTo>
                <a:lnTo>
                  <a:pt x="1893410" y="56607"/>
                </a:lnTo>
                <a:lnTo>
                  <a:pt x="1892264" y="56854"/>
                </a:lnTo>
                <a:lnTo>
                  <a:pt x="1891140" y="57127"/>
                </a:lnTo>
                <a:lnTo>
                  <a:pt x="1890040" y="57426"/>
                </a:lnTo>
                <a:lnTo>
                  <a:pt x="1888963" y="57750"/>
                </a:lnTo>
                <a:lnTo>
                  <a:pt x="1887908" y="58101"/>
                </a:lnTo>
                <a:lnTo>
                  <a:pt x="1886877" y="58478"/>
                </a:lnTo>
                <a:lnTo>
                  <a:pt x="1885868" y="58880"/>
                </a:lnTo>
                <a:lnTo>
                  <a:pt x="1884882" y="59309"/>
                </a:lnTo>
                <a:lnTo>
                  <a:pt x="1883919" y="59763"/>
                </a:lnTo>
                <a:lnTo>
                  <a:pt x="1882978" y="60244"/>
                </a:lnTo>
                <a:lnTo>
                  <a:pt x="1882061" y="60750"/>
                </a:lnTo>
                <a:lnTo>
                  <a:pt x="1881166" y="61283"/>
                </a:lnTo>
                <a:lnTo>
                  <a:pt x="1880295" y="61841"/>
                </a:lnTo>
                <a:lnTo>
                  <a:pt x="1879446" y="62426"/>
                </a:lnTo>
                <a:lnTo>
                  <a:pt x="1878620" y="63036"/>
                </a:lnTo>
                <a:lnTo>
                  <a:pt x="1877798" y="63685"/>
                </a:lnTo>
                <a:lnTo>
                  <a:pt x="1877012" y="64353"/>
                </a:lnTo>
                <a:lnTo>
                  <a:pt x="1876260" y="65039"/>
                </a:lnTo>
                <a:lnTo>
                  <a:pt x="1875545" y="65743"/>
                </a:lnTo>
                <a:lnTo>
                  <a:pt x="1874864" y="66465"/>
                </a:lnTo>
                <a:lnTo>
                  <a:pt x="1874219" y="67206"/>
                </a:lnTo>
                <a:lnTo>
                  <a:pt x="1873609" y="67966"/>
                </a:lnTo>
                <a:lnTo>
                  <a:pt x="1873034" y="68743"/>
                </a:lnTo>
                <a:lnTo>
                  <a:pt x="1872495" y="69539"/>
                </a:lnTo>
                <a:lnTo>
                  <a:pt x="1871991" y="70354"/>
                </a:lnTo>
                <a:lnTo>
                  <a:pt x="1871523" y="71186"/>
                </a:lnTo>
                <a:lnTo>
                  <a:pt x="1871089" y="72038"/>
                </a:lnTo>
                <a:lnTo>
                  <a:pt x="1870692" y="72907"/>
                </a:lnTo>
                <a:lnTo>
                  <a:pt x="1870329" y="73795"/>
                </a:lnTo>
                <a:lnTo>
                  <a:pt x="1870002" y="74701"/>
                </a:lnTo>
                <a:lnTo>
                  <a:pt x="1869710" y="75625"/>
                </a:lnTo>
                <a:lnTo>
                  <a:pt x="1869453" y="76568"/>
                </a:lnTo>
                <a:lnTo>
                  <a:pt x="1869232" y="77530"/>
                </a:lnTo>
                <a:lnTo>
                  <a:pt x="1869046" y="78509"/>
                </a:lnTo>
                <a:lnTo>
                  <a:pt x="1868895" y="79507"/>
                </a:lnTo>
                <a:lnTo>
                  <a:pt x="1868780" y="80523"/>
                </a:lnTo>
                <a:lnTo>
                  <a:pt x="1868700" y="81558"/>
                </a:lnTo>
                <a:lnTo>
                  <a:pt x="1868655" y="82611"/>
                </a:lnTo>
                <a:lnTo>
                  <a:pt x="1868646" y="83682"/>
                </a:lnTo>
                <a:lnTo>
                  <a:pt x="1868647" y="84466"/>
                </a:lnTo>
                <a:lnTo>
                  <a:pt x="1868667" y="85239"/>
                </a:lnTo>
                <a:lnTo>
                  <a:pt x="1868705" y="86000"/>
                </a:lnTo>
                <a:lnTo>
                  <a:pt x="1868762" y="86749"/>
                </a:lnTo>
                <a:lnTo>
                  <a:pt x="1868838" y="87487"/>
                </a:lnTo>
                <a:lnTo>
                  <a:pt x="1868933" y="88214"/>
                </a:lnTo>
                <a:lnTo>
                  <a:pt x="1869046" y="88930"/>
                </a:lnTo>
                <a:lnTo>
                  <a:pt x="1869178" y="89633"/>
                </a:lnTo>
                <a:lnTo>
                  <a:pt x="1869328" y="90326"/>
                </a:lnTo>
                <a:lnTo>
                  <a:pt x="1869498" y="91007"/>
                </a:lnTo>
                <a:lnTo>
                  <a:pt x="1869686" y="91677"/>
                </a:lnTo>
                <a:lnTo>
                  <a:pt x="1869893" y="92335"/>
                </a:lnTo>
                <a:lnTo>
                  <a:pt x="1870118" y="92982"/>
                </a:lnTo>
                <a:lnTo>
                  <a:pt x="1870362" y="93617"/>
                </a:lnTo>
                <a:lnTo>
                  <a:pt x="1870625" y="94241"/>
                </a:lnTo>
                <a:lnTo>
                  <a:pt x="1870907" y="94853"/>
                </a:lnTo>
                <a:lnTo>
                  <a:pt x="1871207" y="95454"/>
                </a:lnTo>
                <a:lnTo>
                  <a:pt x="1871526" y="96044"/>
                </a:lnTo>
                <a:lnTo>
                  <a:pt x="1871863" y="96622"/>
                </a:lnTo>
                <a:lnTo>
                  <a:pt x="1872220" y="97189"/>
                </a:lnTo>
                <a:lnTo>
                  <a:pt x="1872595" y="97744"/>
                </a:lnTo>
                <a:lnTo>
                  <a:pt x="1872989" y="98288"/>
                </a:lnTo>
                <a:lnTo>
                  <a:pt x="1873401" y="98820"/>
                </a:lnTo>
                <a:lnTo>
                  <a:pt x="1873832" y="99342"/>
                </a:lnTo>
                <a:lnTo>
                  <a:pt x="1874271" y="99878"/>
                </a:lnTo>
                <a:lnTo>
                  <a:pt x="1874738" y="100408"/>
                </a:lnTo>
                <a:lnTo>
                  <a:pt x="1875235" y="100930"/>
                </a:lnTo>
                <a:lnTo>
                  <a:pt x="1875761" y="101444"/>
                </a:lnTo>
                <a:lnTo>
                  <a:pt x="1876315" y="101952"/>
                </a:lnTo>
                <a:lnTo>
                  <a:pt x="1876899" y="102452"/>
                </a:lnTo>
                <a:lnTo>
                  <a:pt x="1877512" y="102945"/>
                </a:lnTo>
                <a:lnTo>
                  <a:pt x="1878154" y="103431"/>
                </a:lnTo>
                <a:lnTo>
                  <a:pt x="1878826" y="103909"/>
                </a:lnTo>
                <a:lnTo>
                  <a:pt x="1879526" y="104381"/>
                </a:lnTo>
                <a:lnTo>
                  <a:pt x="1880255" y="104844"/>
                </a:lnTo>
                <a:lnTo>
                  <a:pt x="1881014" y="105301"/>
                </a:lnTo>
                <a:lnTo>
                  <a:pt x="1881801" y="105750"/>
                </a:lnTo>
                <a:lnTo>
                  <a:pt x="1882618" y="106192"/>
                </a:lnTo>
                <a:lnTo>
                  <a:pt x="1883464" y="106627"/>
                </a:lnTo>
                <a:lnTo>
                  <a:pt x="1884338" y="107055"/>
                </a:lnTo>
                <a:lnTo>
                  <a:pt x="1885242" y="107475"/>
                </a:lnTo>
                <a:lnTo>
                  <a:pt x="1886175" y="107888"/>
                </a:lnTo>
                <a:lnTo>
                  <a:pt x="1887137" y="108294"/>
                </a:lnTo>
                <a:lnTo>
                  <a:pt x="1888128" y="108692"/>
                </a:lnTo>
                <a:lnTo>
                  <a:pt x="1889149" y="109083"/>
                </a:lnTo>
                <a:lnTo>
                  <a:pt x="1890198" y="109467"/>
                </a:lnTo>
                <a:lnTo>
                  <a:pt x="1891277" y="109844"/>
                </a:lnTo>
                <a:lnTo>
                  <a:pt x="1892384" y="110213"/>
                </a:lnTo>
                <a:lnTo>
                  <a:pt x="1902757" y="113704"/>
                </a:lnTo>
                <a:lnTo>
                  <a:pt x="1903431" y="113930"/>
                </a:lnTo>
                <a:lnTo>
                  <a:pt x="1904090" y="114160"/>
                </a:lnTo>
                <a:lnTo>
                  <a:pt x="1904733" y="114393"/>
                </a:lnTo>
                <a:lnTo>
                  <a:pt x="1905361" y="114630"/>
                </a:lnTo>
                <a:lnTo>
                  <a:pt x="1905974" y="114870"/>
                </a:lnTo>
                <a:lnTo>
                  <a:pt x="1906572" y="115113"/>
                </a:lnTo>
                <a:lnTo>
                  <a:pt x="1907155" y="115360"/>
                </a:lnTo>
                <a:lnTo>
                  <a:pt x="1907722" y="115610"/>
                </a:lnTo>
                <a:lnTo>
                  <a:pt x="1908274" y="115864"/>
                </a:lnTo>
                <a:lnTo>
                  <a:pt x="1908811" y="116121"/>
                </a:lnTo>
                <a:lnTo>
                  <a:pt x="1909332" y="116382"/>
                </a:lnTo>
                <a:lnTo>
                  <a:pt x="1909839" y="116647"/>
                </a:lnTo>
                <a:lnTo>
                  <a:pt x="1910330" y="116914"/>
                </a:lnTo>
                <a:lnTo>
                  <a:pt x="1910806" y="117185"/>
                </a:lnTo>
                <a:lnTo>
                  <a:pt x="1911266" y="117460"/>
                </a:lnTo>
                <a:lnTo>
                  <a:pt x="1911712" y="117738"/>
                </a:lnTo>
                <a:lnTo>
                  <a:pt x="1912142" y="118020"/>
                </a:lnTo>
                <a:lnTo>
                  <a:pt x="1912557" y="118305"/>
                </a:lnTo>
                <a:lnTo>
                  <a:pt x="1912956" y="118593"/>
                </a:lnTo>
                <a:lnTo>
                  <a:pt x="1913341" y="118885"/>
                </a:lnTo>
                <a:lnTo>
                  <a:pt x="1913710" y="119181"/>
                </a:lnTo>
                <a:lnTo>
                  <a:pt x="1914064" y="119479"/>
                </a:lnTo>
                <a:lnTo>
                  <a:pt x="1914402" y="119782"/>
                </a:lnTo>
                <a:lnTo>
                  <a:pt x="1914726" y="120088"/>
                </a:lnTo>
                <a:lnTo>
                  <a:pt x="1915027" y="120408"/>
                </a:lnTo>
                <a:lnTo>
                  <a:pt x="1915315" y="120737"/>
                </a:lnTo>
                <a:lnTo>
                  <a:pt x="1915591" y="121074"/>
                </a:lnTo>
                <a:lnTo>
                  <a:pt x="1915854" y="121420"/>
                </a:lnTo>
                <a:lnTo>
                  <a:pt x="1916103" y="121775"/>
                </a:lnTo>
                <a:lnTo>
                  <a:pt x="1916340" y="122138"/>
                </a:lnTo>
                <a:lnTo>
                  <a:pt x="1916565" y="122511"/>
                </a:lnTo>
                <a:lnTo>
                  <a:pt x="1916776" y="122891"/>
                </a:lnTo>
                <a:lnTo>
                  <a:pt x="1916975" y="123281"/>
                </a:lnTo>
                <a:lnTo>
                  <a:pt x="1917161" y="123679"/>
                </a:lnTo>
                <a:lnTo>
                  <a:pt x="1917334" y="124086"/>
                </a:lnTo>
                <a:lnTo>
                  <a:pt x="1917494" y="124501"/>
                </a:lnTo>
                <a:lnTo>
                  <a:pt x="1917641" y="124925"/>
                </a:lnTo>
                <a:lnTo>
                  <a:pt x="1917776" y="125358"/>
                </a:lnTo>
                <a:lnTo>
                  <a:pt x="1917897" y="125799"/>
                </a:lnTo>
                <a:lnTo>
                  <a:pt x="1918006" y="126249"/>
                </a:lnTo>
                <a:lnTo>
                  <a:pt x="1918102" y="126708"/>
                </a:lnTo>
                <a:lnTo>
                  <a:pt x="1918186" y="127175"/>
                </a:lnTo>
                <a:lnTo>
                  <a:pt x="1918256" y="127651"/>
                </a:lnTo>
                <a:lnTo>
                  <a:pt x="1918314" y="128136"/>
                </a:lnTo>
                <a:lnTo>
                  <a:pt x="1918359" y="128629"/>
                </a:lnTo>
                <a:lnTo>
                  <a:pt x="1918391" y="129131"/>
                </a:lnTo>
                <a:lnTo>
                  <a:pt x="1918410" y="129642"/>
                </a:lnTo>
                <a:lnTo>
                  <a:pt x="1918416" y="130161"/>
                </a:lnTo>
                <a:lnTo>
                  <a:pt x="1918407" y="130737"/>
                </a:lnTo>
                <a:lnTo>
                  <a:pt x="1918378" y="131302"/>
                </a:lnTo>
                <a:lnTo>
                  <a:pt x="1918331" y="131855"/>
                </a:lnTo>
                <a:lnTo>
                  <a:pt x="1918264" y="132397"/>
                </a:lnTo>
                <a:lnTo>
                  <a:pt x="1918178" y="132928"/>
                </a:lnTo>
                <a:lnTo>
                  <a:pt x="1918073" y="133447"/>
                </a:lnTo>
                <a:lnTo>
                  <a:pt x="1917950" y="133954"/>
                </a:lnTo>
                <a:lnTo>
                  <a:pt x="1917807" y="134450"/>
                </a:lnTo>
                <a:lnTo>
                  <a:pt x="1917645" y="134935"/>
                </a:lnTo>
                <a:lnTo>
                  <a:pt x="1917464" y="135408"/>
                </a:lnTo>
                <a:lnTo>
                  <a:pt x="1917264" y="135870"/>
                </a:lnTo>
                <a:lnTo>
                  <a:pt x="1917045" y="136320"/>
                </a:lnTo>
                <a:lnTo>
                  <a:pt x="1916807" y="136759"/>
                </a:lnTo>
                <a:lnTo>
                  <a:pt x="1916550" y="137187"/>
                </a:lnTo>
                <a:lnTo>
                  <a:pt x="1916273" y="137603"/>
                </a:lnTo>
                <a:lnTo>
                  <a:pt x="1915978" y="138008"/>
                </a:lnTo>
                <a:lnTo>
                  <a:pt x="1915664" y="138401"/>
                </a:lnTo>
                <a:lnTo>
                  <a:pt x="1915331" y="138783"/>
                </a:lnTo>
                <a:lnTo>
                  <a:pt x="1914978" y="139153"/>
                </a:lnTo>
                <a:lnTo>
                  <a:pt x="1914607" y="139512"/>
                </a:lnTo>
                <a:lnTo>
                  <a:pt x="1914216" y="139860"/>
                </a:lnTo>
                <a:lnTo>
                  <a:pt x="1913807" y="140196"/>
                </a:lnTo>
                <a:lnTo>
                  <a:pt x="1913378" y="140520"/>
                </a:lnTo>
                <a:lnTo>
                  <a:pt x="1912931" y="140834"/>
                </a:lnTo>
                <a:lnTo>
                  <a:pt x="1912459" y="141143"/>
                </a:lnTo>
                <a:lnTo>
                  <a:pt x="1911974" y="141439"/>
                </a:lnTo>
                <a:lnTo>
                  <a:pt x="1911477" y="141722"/>
                </a:lnTo>
                <a:lnTo>
                  <a:pt x="1910966" y="141992"/>
                </a:lnTo>
                <a:lnTo>
                  <a:pt x="1910443" y="142248"/>
                </a:lnTo>
                <a:lnTo>
                  <a:pt x="1909907" y="142492"/>
                </a:lnTo>
                <a:lnTo>
                  <a:pt x="1909358" y="142722"/>
                </a:lnTo>
                <a:lnTo>
                  <a:pt x="1908797" y="142939"/>
                </a:lnTo>
                <a:lnTo>
                  <a:pt x="1908223" y="143143"/>
                </a:lnTo>
                <a:lnTo>
                  <a:pt x="1907635" y="143334"/>
                </a:lnTo>
                <a:lnTo>
                  <a:pt x="1907035" y="143512"/>
                </a:lnTo>
                <a:lnTo>
                  <a:pt x="1906423" y="143676"/>
                </a:lnTo>
                <a:lnTo>
                  <a:pt x="1905797" y="143828"/>
                </a:lnTo>
                <a:lnTo>
                  <a:pt x="1905158" y="143966"/>
                </a:lnTo>
                <a:lnTo>
                  <a:pt x="1904507" y="144091"/>
                </a:lnTo>
                <a:lnTo>
                  <a:pt x="1903843" y="144203"/>
                </a:lnTo>
                <a:lnTo>
                  <a:pt x="1903166" y="144301"/>
                </a:lnTo>
                <a:lnTo>
                  <a:pt x="1902477" y="144387"/>
                </a:lnTo>
                <a:lnTo>
                  <a:pt x="1901774" y="144459"/>
                </a:lnTo>
                <a:lnTo>
                  <a:pt x="1901059" y="144518"/>
                </a:lnTo>
                <a:lnTo>
                  <a:pt x="1900331" y="144564"/>
                </a:lnTo>
                <a:lnTo>
                  <a:pt x="1899590" y="144597"/>
                </a:lnTo>
                <a:lnTo>
                  <a:pt x="1898836" y="144617"/>
                </a:lnTo>
                <a:lnTo>
                  <a:pt x="1898069" y="144624"/>
                </a:lnTo>
                <a:lnTo>
                  <a:pt x="1897335" y="144628"/>
                </a:lnTo>
                <a:lnTo>
                  <a:pt x="1896613" y="144624"/>
                </a:lnTo>
                <a:lnTo>
                  <a:pt x="1895901" y="144611"/>
                </a:lnTo>
                <a:lnTo>
                  <a:pt x="1895202" y="144590"/>
                </a:lnTo>
                <a:lnTo>
                  <a:pt x="1894513" y="144561"/>
                </a:lnTo>
                <a:lnTo>
                  <a:pt x="1893837" y="144524"/>
                </a:lnTo>
                <a:lnTo>
                  <a:pt x="1893171" y="144478"/>
                </a:lnTo>
                <a:lnTo>
                  <a:pt x="1892517" y="144424"/>
                </a:lnTo>
                <a:lnTo>
                  <a:pt x="1891874" y="144362"/>
                </a:lnTo>
                <a:lnTo>
                  <a:pt x="1891243" y="144291"/>
                </a:lnTo>
                <a:lnTo>
                  <a:pt x="1890624" y="144212"/>
                </a:lnTo>
                <a:lnTo>
                  <a:pt x="1890015" y="144125"/>
                </a:lnTo>
                <a:lnTo>
                  <a:pt x="1889418" y="144029"/>
                </a:lnTo>
                <a:lnTo>
                  <a:pt x="1888833" y="143926"/>
                </a:lnTo>
                <a:lnTo>
                  <a:pt x="1888259" y="143813"/>
                </a:lnTo>
                <a:lnTo>
                  <a:pt x="1887696" y="143693"/>
                </a:lnTo>
                <a:lnTo>
                  <a:pt x="1887145" y="143564"/>
                </a:lnTo>
                <a:lnTo>
                  <a:pt x="1886605" y="143427"/>
                </a:lnTo>
                <a:lnTo>
                  <a:pt x="1886077" y="143281"/>
                </a:lnTo>
                <a:lnTo>
                  <a:pt x="1885560" y="143128"/>
                </a:lnTo>
                <a:lnTo>
                  <a:pt x="1885055" y="142966"/>
                </a:lnTo>
                <a:lnTo>
                  <a:pt x="1884561" y="142795"/>
                </a:lnTo>
                <a:lnTo>
                  <a:pt x="1884078" y="142616"/>
                </a:lnTo>
                <a:lnTo>
                  <a:pt x="1883607" y="142429"/>
                </a:lnTo>
                <a:lnTo>
                  <a:pt x="1876426" y="120985"/>
                </a:lnTo>
                <a:lnTo>
                  <a:pt x="1872536" y="121584"/>
                </a:lnTo>
                <a:lnTo>
                  <a:pt x="1872359" y="122623"/>
                </a:lnTo>
                <a:lnTo>
                  <a:pt x="1872178" y="123664"/>
                </a:lnTo>
                <a:lnTo>
                  <a:pt x="1871992" y="124707"/>
                </a:lnTo>
                <a:lnTo>
                  <a:pt x="1871801" y="125751"/>
                </a:lnTo>
                <a:lnTo>
                  <a:pt x="1871607" y="126796"/>
                </a:lnTo>
                <a:lnTo>
                  <a:pt x="1871407" y="127842"/>
                </a:lnTo>
                <a:lnTo>
                  <a:pt x="1871204" y="128890"/>
                </a:lnTo>
                <a:lnTo>
                  <a:pt x="1870995" y="129940"/>
                </a:lnTo>
                <a:lnTo>
                  <a:pt x="1870782" y="130990"/>
                </a:lnTo>
                <a:lnTo>
                  <a:pt x="1870565" y="132043"/>
                </a:lnTo>
                <a:lnTo>
                  <a:pt x="1870343" y="133096"/>
                </a:lnTo>
                <a:lnTo>
                  <a:pt x="1870117" y="134151"/>
                </a:lnTo>
                <a:lnTo>
                  <a:pt x="1869886" y="135207"/>
                </a:lnTo>
                <a:lnTo>
                  <a:pt x="1869651" y="136265"/>
                </a:lnTo>
                <a:lnTo>
                  <a:pt x="1869411" y="137324"/>
                </a:lnTo>
                <a:lnTo>
                  <a:pt x="1869167" y="138384"/>
                </a:lnTo>
                <a:lnTo>
                  <a:pt x="1868918" y="139446"/>
                </a:lnTo>
                <a:lnTo>
                  <a:pt x="1868665" y="140509"/>
                </a:lnTo>
                <a:lnTo>
                  <a:pt x="1868407" y="141574"/>
                </a:lnTo>
                <a:lnTo>
                  <a:pt x="1868144" y="142640"/>
                </a:lnTo>
                <a:lnTo>
                  <a:pt x="1867878" y="143707"/>
                </a:lnTo>
                <a:lnTo>
                  <a:pt x="1867606" y="144776"/>
                </a:lnTo>
                <a:lnTo>
                  <a:pt x="1867330" y="145846"/>
                </a:lnTo>
                <a:lnTo>
                  <a:pt x="1867050" y="146918"/>
                </a:lnTo>
                <a:lnTo>
                  <a:pt x="1868370" y="147422"/>
                </a:lnTo>
                <a:lnTo>
                  <a:pt x="1869688" y="147905"/>
                </a:lnTo>
                <a:lnTo>
                  <a:pt x="1871004" y="148367"/>
                </a:lnTo>
                <a:lnTo>
                  <a:pt x="1872317" y="148807"/>
                </a:lnTo>
                <a:lnTo>
                  <a:pt x="1873627" y="149226"/>
                </a:lnTo>
                <a:lnTo>
                  <a:pt x="1874936" y="149623"/>
                </a:lnTo>
                <a:lnTo>
                  <a:pt x="1876242" y="149999"/>
                </a:lnTo>
                <a:lnTo>
                  <a:pt x="1877545" y="150353"/>
                </a:lnTo>
                <a:lnTo>
                  <a:pt x="1878846" y="150686"/>
                </a:lnTo>
                <a:lnTo>
                  <a:pt x="1880144" y="150997"/>
                </a:lnTo>
                <a:lnTo>
                  <a:pt x="1881440" y="151287"/>
                </a:lnTo>
                <a:lnTo>
                  <a:pt x="1882734" y="151556"/>
                </a:lnTo>
                <a:lnTo>
                  <a:pt x="1884025" y="151803"/>
                </a:lnTo>
                <a:lnTo>
                  <a:pt x="1885314" y="152028"/>
                </a:lnTo>
                <a:lnTo>
                  <a:pt x="1886601" y="152232"/>
                </a:lnTo>
                <a:lnTo>
                  <a:pt x="1887885" y="152415"/>
                </a:lnTo>
                <a:lnTo>
                  <a:pt x="1889166" y="152576"/>
                </a:lnTo>
                <a:lnTo>
                  <a:pt x="1890445" y="152715"/>
                </a:lnTo>
                <a:lnTo>
                  <a:pt x="1891722" y="152833"/>
                </a:lnTo>
                <a:lnTo>
                  <a:pt x="1892996" y="152930"/>
                </a:lnTo>
                <a:lnTo>
                  <a:pt x="1894268" y="153005"/>
                </a:lnTo>
                <a:lnTo>
                  <a:pt x="1895538" y="153059"/>
                </a:lnTo>
                <a:lnTo>
                  <a:pt x="1896805" y="153091"/>
                </a:lnTo>
                <a:lnTo>
                  <a:pt x="1898069" y="153102"/>
                </a:lnTo>
                <a:lnTo>
                  <a:pt x="1899431" y="153088"/>
                </a:lnTo>
                <a:lnTo>
                  <a:pt x="1900773" y="153046"/>
                </a:lnTo>
                <a:lnTo>
                  <a:pt x="1902095" y="152977"/>
                </a:lnTo>
                <a:lnTo>
                  <a:pt x="1903397" y="152880"/>
                </a:lnTo>
                <a:lnTo>
                  <a:pt x="1904680" y="152755"/>
                </a:lnTo>
                <a:lnTo>
                  <a:pt x="1905943" y="152603"/>
                </a:lnTo>
                <a:lnTo>
                  <a:pt x="1907186" y="152423"/>
                </a:lnTo>
                <a:lnTo>
                  <a:pt x="1908409" y="152215"/>
                </a:lnTo>
                <a:lnTo>
                  <a:pt x="1909613" y="151980"/>
                </a:lnTo>
                <a:lnTo>
                  <a:pt x="1910797" y="151716"/>
                </a:lnTo>
                <a:lnTo>
                  <a:pt x="1911961" y="151425"/>
                </a:lnTo>
                <a:lnTo>
                  <a:pt x="1913105" y="151107"/>
                </a:lnTo>
                <a:lnTo>
                  <a:pt x="1914230" y="150761"/>
                </a:lnTo>
                <a:lnTo>
                  <a:pt x="1915335" y="150387"/>
                </a:lnTo>
                <a:lnTo>
                  <a:pt x="1916420" y="149985"/>
                </a:lnTo>
                <a:lnTo>
                  <a:pt x="1917485" y="149555"/>
                </a:lnTo>
                <a:lnTo>
                  <a:pt x="1918531" y="149098"/>
                </a:lnTo>
                <a:lnTo>
                  <a:pt x="1919557" y="148613"/>
                </a:lnTo>
                <a:lnTo>
                  <a:pt x="1920563" y="148101"/>
                </a:lnTo>
                <a:lnTo>
                  <a:pt x="1921550" y="147561"/>
                </a:lnTo>
                <a:lnTo>
                  <a:pt x="1922517" y="146993"/>
                </a:lnTo>
                <a:lnTo>
                  <a:pt x="1923464" y="146397"/>
                </a:lnTo>
                <a:lnTo>
                  <a:pt x="1924391" y="145774"/>
                </a:lnTo>
                <a:lnTo>
                  <a:pt x="1925298" y="145122"/>
                </a:lnTo>
                <a:lnTo>
                  <a:pt x="1926177" y="144467"/>
                </a:lnTo>
                <a:lnTo>
                  <a:pt x="1927019" y="143798"/>
                </a:lnTo>
                <a:lnTo>
                  <a:pt x="1927823" y="143114"/>
                </a:lnTo>
                <a:lnTo>
                  <a:pt x="1928590" y="142417"/>
                </a:lnTo>
                <a:lnTo>
                  <a:pt x="1929319" y="141706"/>
                </a:lnTo>
                <a:lnTo>
                  <a:pt x="1930011" y="140980"/>
                </a:lnTo>
                <a:lnTo>
                  <a:pt x="1930666" y="140241"/>
                </a:lnTo>
                <a:lnTo>
                  <a:pt x="1931283" y="139487"/>
                </a:lnTo>
                <a:lnTo>
                  <a:pt x="1931863" y="138720"/>
                </a:lnTo>
                <a:lnTo>
                  <a:pt x="1932405" y="137938"/>
                </a:lnTo>
                <a:lnTo>
                  <a:pt x="1932910" y="137142"/>
                </a:lnTo>
                <a:lnTo>
                  <a:pt x="1933377" y="136333"/>
                </a:lnTo>
                <a:lnTo>
                  <a:pt x="1933808" y="135509"/>
                </a:lnTo>
                <a:lnTo>
                  <a:pt x="1934200" y="134671"/>
                </a:lnTo>
                <a:lnTo>
                  <a:pt x="1934556" y="133820"/>
                </a:lnTo>
                <a:lnTo>
                  <a:pt x="1934874" y="132954"/>
                </a:lnTo>
                <a:lnTo>
                  <a:pt x="1935154" y="132074"/>
                </a:lnTo>
                <a:lnTo>
                  <a:pt x="1935397" y="131181"/>
                </a:lnTo>
                <a:lnTo>
                  <a:pt x="1935603" y="130273"/>
                </a:lnTo>
                <a:lnTo>
                  <a:pt x="1935771" y="129351"/>
                </a:lnTo>
                <a:lnTo>
                  <a:pt x="1935902" y="128415"/>
                </a:lnTo>
                <a:lnTo>
                  <a:pt x="1935996" y="127465"/>
                </a:lnTo>
                <a:lnTo>
                  <a:pt x="1936052" y="126501"/>
                </a:lnTo>
                <a:lnTo>
                  <a:pt x="1936070" y="125523"/>
                </a:lnTo>
                <a:lnTo>
                  <a:pt x="1936059" y="124548"/>
                </a:lnTo>
                <a:lnTo>
                  <a:pt x="1936026" y="123593"/>
                </a:lnTo>
                <a:lnTo>
                  <a:pt x="1935971" y="122657"/>
                </a:lnTo>
                <a:lnTo>
                  <a:pt x="1935893" y="121740"/>
                </a:lnTo>
                <a:lnTo>
                  <a:pt x="1935793" y="120843"/>
                </a:lnTo>
                <a:lnTo>
                  <a:pt x="1935671" y="119966"/>
                </a:lnTo>
                <a:lnTo>
                  <a:pt x="1935527" y="119108"/>
                </a:lnTo>
                <a:lnTo>
                  <a:pt x="1935361" y="118270"/>
                </a:lnTo>
                <a:lnTo>
                  <a:pt x="1935173" y="117451"/>
                </a:lnTo>
                <a:lnTo>
                  <a:pt x="1934962" y="116652"/>
                </a:lnTo>
                <a:lnTo>
                  <a:pt x="1934729" y="115873"/>
                </a:lnTo>
                <a:lnTo>
                  <a:pt x="1934475" y="115113"/>
                </a:lnTo>
                <a:lnTo>
                  <a:pt x="1934197" y="114373"/>
                </a:lnTo>
                <a:lnTo>
                  <a:pt x="1933898" y="113652"/>
                </a:lnTo>
                <a:lnTo>
                  <a:pt x="1933577" y="112951"/>
                </a:lnTo>
                <a:lnTo>
                  <a:pt x="1933233" y="112269"/>
                </a:lnTo>
                <a:lnTo>
                  <a:pt x="1932868" y="111607"/>
                </a:lnTo>
                <a:lnTo>
                  <a:pt x="1932480" y="110964"/>
                </a:lnTo>
                <a:lnTo>
                  <a:pt x="1932070" y="110341"/>
                </a:lnTo>
                <a:lnTo>
                  <a:pt x="1931637" y="109738"/>
                </a:lnTo>
                <a:lnTo>
                  <a:pt x="1931183" y="109154"/>
                </a:lnTo>
                <a:lnTo>
                  <a:pt x="1930707" y="108590"/>
                </a:lnTo>
                <a:lnTo>
                  <a:pt x="1930208" y="108045"/>
                </a:lnTo>
                <a:lnTo>
                  <a:pt x="1929687" y="107520"/>
                </a:lnTo>
                <a:lnTo>
                  <a:pt x="1929134" y="107024"/>
                </a:lnTo>
                <a:lnTo>
                  <a:pt x="1928556" y="106532"/>
                </a:lnTo>
                <a:lnTo>
                  <a:pt x="1927952" y="106044"/>
                </a:lnTo>
                <a:lnTo>
                  <a:pt x="1927324" y="105561"/>
                </a:lnTo>
                <a:lnTo>
                  <a:pt x="1926670" y="105083"/>
                </a:lnTo>
                <a:lnTo>
                  <a:pt x="1925990" y="104609"/>
                </a:lnTo>
                <a:lnTo>
                  <a:pt x="1925286" y="104140"/>
                </a:lnTo>
                <a:lnTo>
                  <a:pt x="1924556" y="103675"/>
                </a:lnTo>
                <a:lnTo>
                  <a:pt x="1923801" y="103214"/>
                </a:lnTo>
                <a:lnTo>
                  <a:pt x="1923020" y="102758"/>
                </a:lnTo>
                <a:lnTo>
                  <a:pt x="1922215" y="102307"/>
                </a:lnTo>
                <a:lnTo>
                  <a:pt x="1921384" y="101860"/>
                </a:lnTo>
                <a:lnTo>
                  <a:pt x="1920527" y="101418"/>
                </a:lnTo>
                <a:lnTo>
                  <a:pt x="1919646" y="100980"/>
                </a:lnTo>
                <a:lnTo>
                  <a:pt x="1918739" y="100546"/>
                </a:lnTo>
                <a:lnTo>
                  <a:pt x="1917807" y="100117"/>
                </a:lnTo>
                <a:lnTo>
                  <a:pt x="1916849" y="99693"/>
                </a:lnTo>
                <a:lnTo>
                  <a:pt x="1915867" y="99273"/>
                </a:lnTo>
                <a:lnTo>
                  <a:pt x="1914859" y="98858"/>
                </a:lnTo>
                <a:lnTo>
                  <a:pt x="1913825" y="98447"/>
                </a:lnTo>
                <a:lnTo>
                  <a:pt x="1912767" y="98040"/>
                </a:lnTo>
                <a:lnTo>
                  <a:pt x="1911683" y="97638"/>
                </a:lnTo>
                <a:lnTo>
                  <a:pt x="1910574" y="97241"/>
                </a:lnTo>
                <a:lnTo>
                  <a:pt x="1909440" y="96848"/>
                </a:lnTo>
                <a:lnTo>
                  <a:pt x="1901261" y="94055"/>
                </a:lnTo>
                <a:lnTo>
                  <a:pt x="1900424" y="93773"/>
                </a:lnTo>
                <a:lnTo>
                  <a:pt x="1899610" y="93489"/>
                </a:lnTo>
                <a:lnTo>
                  <a:pt x="1898819" y="93206"/>
                </a:lnTo>
                <a:lnTo>
                  <a:pt x="1898050" y="92922"/>
                </a:lnTo>
                <a:lnTo>
                  <a:pt x="1897303" y="92638"/>
                </a:lnTo>
                <a:lnTo>
                  <a:pt x="1896579" y="92353"/>
                </a:lnTo>
                <a:lnTo>
                  <a:pt x="1895878" y="92069"/>
                </a:lnTo>
                <a:lnTo>
                  <a:pt x="1895199" y="91783"/>
                </a:lnTo>
                <a:lnTo>
                  <a:pt x="1894542" y="91498"/>
                </a:lnTo>
                <a:lnTo>
                  <a:pt x="1893909" y="91212"/>
                </a:lnTo>
                <a:lnTo>
                  <a:pt x="1893297" y="90926"/>
                </a:lnTo>
                <a:lnTo>
                  <a:pt x="1892708" y="90639"/>
                </a:lnTo>
                <a:lnTo>
                  <a:pt x="1892142" y="90352"/>
                </a:lnTo>
                <a:lnTo>
                  <a:pt x="1891598" y="90065"/>
                </a:lnTo>
                <a:lnTo>
                  <a:pt x="1891077" y="89777"/>
                </a:lnTo>
                <a:lnTo>
                  <a:pt x="1890578" y="89489"/>
                </a:lnTo>
                <a:lnTo>
                  <a:pt x="1890101" y="89201"/>
                </a:lnTo>
                <a:lnTo>
                  <a:pt x="1889647" y="88912"/>
                </a:lnTo>
                <a:lnTo>
                  <a:pt x="1889216" y="88623"/>
                </a:lnTo>
                <a:lnTo>
                  <a:pt x="1888807" y="88334"/>
                </a:lnTo>
                <a:lnTo>
                  <a:pt x="1888421" y="88044"/>
                </a:lnTo>
                <a:lnTo>
                  <a:pt x="1888057" y="87754"/>
                </a:lnTo>
                <a:lnTo>
                  <a:pt x="1887716" y="87464"/>
                </a:lnTo>
                <a:lnTo>
                  <a:pt x="1887397" y="87173"/>
                </a:lnTo>
                <a:lnTo>
                  <a:pt x="1887088" y="86886"/>
                </a:lnTo>
                <a:lnTo>
                  <a:pt x="1886792" y="86589"/>
                </a:lnTo>
                <a:lnTo>
                  <a:pt x="1886509" y="86282"/>
                </a:lnTo>
                <a:lnTo>
                  <a:pt x="1886239" y="85965"/>
                </a:lnTo>
                <a:lnTo>
                  <a:pt x="1885982" y="85639"/>
                </a:lnTo>
                <a:lnTo>
                  <a:pt x="1885739" y="85303"/>
                </a:lnTo>
                <a:lnTo>
                  <a:pt x="1885509" y="84957"/>
                </a:lnTo>
                <a:lnTo>
                  <a:pt x="1885291" y="84602"/>
                </a:lnTo>
                <a:lnTo>
                  <a:pt x="1885087" y="84237"/>
                </a:lnTo>
                <a:lnTo>
                  <a:pt x="1884897" y="83862"/>
                </a:lnTo>
                <a:lnTo>
                  <a:pt x="1884719" y="83478"/>
                </a:lnTo>
                <a:lnTo>
                  <a:pt x="1884554" y="83084"/>
                </a:lnTo>
                <a:lnTo>
                  <a:pt x="1884403" y="82680"/>
                </a:lnTo>
                <a:lnTo>
                  <a:pt x="1884265" y="82267"/>
                </a:lnTo>
                <a:lnTo>
                  <a:pt x="1884140" y="81843"/>
                </a:lnTo>
                <a:lnTo>
                  <a:pt x="1884028" y="81410"/>
                </a:lnTo>
                <a:lnTo>
                  <a:pt x="1883929" y="80968"/>
                </a:lnTo>
                <a:lnTo>
                  <a:pt x="1883844" y="80516"/>
                </a:lnTo>
                <a:lnTo>
                  <a:pt x="1883771" y="80054"/>
                </a:lnTo>
                <a:lnTo>
                  <a:pt x="1883712" y="79582"/>
                </a:lnTo>
                <a:lnTo>
                  <a:pt x="1883666" y="79100"/>
                </a:lnTo>
                <a:lnTo>
                  <a:pt x="1883633" y="78609"/>
                </a:lnTo>
                <a:lnTo>
                  <a:pt x="1883613" y="78109"/>
                </a:lnTo>
                <a:lnTo>
                  <a:pt x="1883607" y="77598"/>
                </a:lnTo>
                <a:lnTo>
                  <a:pt x="1883609" y="77087"/>
                </a:lnTo>
                <a:lnTo>
                  <a:pt x="1883632" y="76584"/>
                </a:lnTo>
                <a:lnTo>
                  <a:pt x="1883675" y="76090"/>
                </a:lnTo>
                <a:lnTo>
                  <a:pt x="1883740" y="75603"/>
                </a:lnTo>
                <a:lnTo>
                  <a:pt x="1883825" y="75125"/>
                </a:lnTo>
                <a:lnTo>
                  <a:pt x="1883931" y="74656"/>
                </a:lnTo>
                <a:lnTo>
                  <a:pt x="1884058" y="74194"/>
                </a:lnTo>
                <a:lnTo>
                  <a:pt x="1884205" y="73741"/>
                </a:lnTo>
                <a:lnTo>
                  <a:pt x="1884374" y="73297"/>
                </a:lnTo>
                <a:lnTo>
                  <a:pt x="1884563" y="72860"/>
                </a:lnTo>
                <a:lnTo>
                  <a:pt x="1884773" y="72432"/>
                </a:lnTo>
                <a:lnTo>
                  <a:pt x="1885003" y="72013"/>
                </a:lnTo>
                <a:lnTo>
                  <a:pt x="1885255" y="71601"/>
                </a:lnTo>
                <a:lnTo>
                  <a:pt x="1885527" y="71198"/>
                </a:lnTo>
                <a:lnTo>
                  <a:pt x="1885820" y="70803"/>
                </a:lnTo>
                <a:lnTo>
                  <a:pt x="1886134" y="70417"/>
                </a:lnTo>
                <a:lnTo>
                  <a:pt x="1886468" y="70039"/>
                </a:lnTo>
                <a:lnTo>
                  <a:pt x="1886824" y="69669"/>
                </a:lnTo>
                <a:lnTo>
                  <a:pt x="1887200" y="69307"/>
                </a:lnTo>
                <a:lnTo>
                  <a:pt x="1887597" y="68954"/>
                </a:lnTo>
                <a:lnTo>
                  <a:pt x="1888014" y="68609"/>
                </a:lnTo>
                <a:lnTo>
                  <a:pt x="1888453" y="68272"/>
                </a:lnTo>
                <a:lnTo>
                  <a:pt x="1888912" y="67944"/>
                </a:lnTo>
                <a:lnTo>
                  <a:pt x="1889392" y="67624"/>
                </a:lnTo>
                <a:lnTo>
                  <a:pt x="1889862" y="67331"/>
                </a:lnTo>
                <a:lnTo>
                  <a:pt x="1890340" y="67051"/>
                </a:lnTo>
                <a:lnTo>
                  <a:pt x="1890827" y="66782"/>
                </a:lnTo>
                <a:lnTo>
                  <a:pt x="1891323" y="66527"/>
                </a:lnTo>
                <a:lnTo>
                  <a:pt x="1891827" y="66284"/>
                </a:lnTo>
                <a:lnTo>
                  <a:pt x="1892340" y="66053"/>
                </a:lnTo>
                <a:lnTo>
                  <a:pt x="1892862" y="65835"/>
                </a:lnTo>
                <a:lnTo>
                  <a:pt x="1893393" y="65629"/>
                </a:lnTo>
                <a:lnTo>
                  <a:pt x="1893932" y="65436"/>
                </a:lnTo>
                <a:lnTo>
                  <a:pt x="1894479" y="65255"/>
                </a:lnTo>
                <a:lnTo>
                  <a:pt x="1895036" y="65087"/>
                </a:lnTo>
                <a:lnTo>
                  <a:pt x="1895601" y="64931"/>
                </a:lnTo>
                <a:lnTo>
                  <a:pt x="1896174" y="64788"/>
                </a:lnTo>
                <a:lnTo>
                  <a:pt x="1896757" y="64657"/>
                </a:lnTo>
                <a:lnTo>
                  <a:pt x="1897348" y="64538"/>
                </a:lnTo>
                <a:lnTo>
                  <a:pt x="1897947" y="64432"/>
                </a:lnTo>
                <a:lnTo>
                  <a:pt x="1898556" y="64339"/>
                </a:lnTo>
                <a:lnTo>
                  <a:pt x="1899173" y="64258"/>
                </a:lnTo>
                <a:lnTo>
                  <a:pt x="1899798" y="64189"/>
                </a:lnTo>
                <a:lnTo>
                  <a:pt x="1900433" y="64133"/>
                </a:lnTo>
                <a:lnTo>
                  <a:pt x="1901076" y="64090"/>
                </a:lnTo>
                <a:lnTo>
                  <a:pt x="1901727" y="64058"/>
                </a:lnTo>
                <a:lnTo>
                  <a:pt x="1902387" y="64040"/>
                </a:lnTo>
                <a:lnTo>
                  <a:pt x="1903056" y="64033"/>
                </a:lnTo>
                <a:lnTo>
                  <a:pt x="1903726" y="64036"/>
                </a:lnTo>
                <a:lnTo>
                  <a:pt x="1904388" y="64044"/>
                </a:lnTo>
                <a:lnTo>
                  <a:pt x="1905042" y="64058"/>
                </a:lnTo>
                <a:lnTo>
                  <a:pt x="1905688" y="64078"/>
                </a:lnTo>
                <a:lnTo>
                  <a:pt x="1906327" y="64103"/>
                </a:lnTo>
                <a:lnTo>
                  <a:pt x="1906959" y="64133"/>
                </a:lnTo>
                <a:lnTo>
                  <a:pt x="1907582" y="64169"/>
                </a:lnTo>
                <a:lnTo>
                  <a:pt x="1908198" y="64211"/>
                </a:lnTo>
                <a:lnTo>
                  <a:pt x="1908807" y="64258"/>
                </a:lnTo>
                <a:lnTo>
                  <a:pt x="1909408" y="64310"/>
                </a:lnTo>
                <a:lnTo>
                  <a:pt x="1910001" y="64369"/>
                </a:lnTo>
                <a:lnTo>
                  <a:pt x="1910587" y="64432"/>
                </a:lnTo>
                <a:lnTo>
                  <a:pt x="1911165" y="64502"/>
                </a:lnTo>
                <a:lnTo>
                  <a:pt x="1911735" y="64576"/>
                </a:lnTo>
                <a:lnTo>
                  <a:pt x="1912298" y="64657"/>
                </a:lnTo>
                <a:lnTo>
                  <a:pt x="1912853" y="64743"/>
                </a:lnTo>
                <a:lnTo>
                  <a:pt x="1913401" y="64834"/>
                </a:lnTo>
                <a:lnTo>
                  <a:pt x="1913940" y="64931"/>
                </a:lnTo>
                <a:lnTo>
                  <a:pt x="1914473" y="65034"/>
                </a:lnTo>
                <a:lnTo>
                  <a:pt x="1914997" y="65142"/>
                </a:lnTo>
                <a:lnTo>
                  <a:pt x="1915514" y="65255"/>
                </a:lnTo>
                <a:lnTo>
                  <a:pt x="1916024" y="65374"/>
                </a:lnTo>
                <a:lnTo>
                  <a:pt x="1916526" y="65499"/>
                </a:lnTo>
                <a:lnTo>
                  <a:pt x="1917020" y="65629"/>
                </a:lnTo>
                <a:lnTo>
                  <a:pt x="1923403" y="84680"/>
                </a:lnTo>
                <a:lnTo>
                  <a:pt x="1927193" y="83981"/>
                </a:lnTo>
                <a:lnTo>
                  <a:pt x="1927378" y="82928"/>
                </a:lnTo>
                <a:lnTo>
                  <a:pt x="1927564" y="81879"/>
                </a:lnTo>
                <a:lnTo>
                  <a:pt x="1927753" y="80835"/>
                </a:lnTo>
                <a:close/>
              </a:path>
            </a:pathLst>
          </a:custGeom>
          <a:solidFill xmlns:a="http://schemas.openxmlformats.org/drawingml/2006/main">
            <a:srgbClr val="454545"/>
          </a:solidFill>
          <a:ln xmlns:a="http://schemas.openxmlformats.org/drawingml/2006/main" w="0" cap="flat">
            <a:noFill/>
            <a:miter/>
          </a:ln>
        </p:spPr>
      </p:sp>
      <p:sp>
        <p:nvSpPr>
          <p:cNvPr id="34" name="Text (LL">
            <a:extLst xmlns:a="http://schemas.openxmlformats.org/drawingml/2006/main">
              <a:ext uri="{FF2B5EF4-FFF2-40B4-BE49-F238E27FC236}">
                <a16:creationId xmlns:a16="http://schemas.microsoft.com/office/drawing/2014/main" id="{2A36D0F0-BD77-4BA7-8BE2-C4843D03F95B}"/>
              </a:ext>
            </a:extLst>
          </p:cNvPr>
          <p:cNvSpPr>
            <a:spLocks xmlns:a="http://schemas.openxmlformats.org/drawingml/2006/main" noGrp="1"/>
          </p:cNvSpPr>
          <p:nvPr/>
        </p:nvSpPr>
        <p:spPr>
          <a:xfrm xmlns:a="http://schemas.openxmlformats.org/drawingml/2006/main">
            <a:off x="361506" y="2126696"/>
            <a:ext cx="283110" cy="194294"/>
          </a:xfrm>
          <a:custGeom xmlns:a="http://schemas.openxmlformats.org/drawingml/2006/main">
            <a:pathLst>
              <a:path w="283110" h="194294">
                <a:moveTo>
                  <a:pt x="45083" y="194294"/>
                </a:moveTo>
                <a:cubicBezTo>
                  <a:pt x="15028" y="168894"/>
                  <a:pt x="0" y="136578"/>
                  <a:pt x="0" y="97347"/>
                </a:cubicBezTo>
                <a:cubicBezTo>
                  <a:pt x="0" y="57982"/>
                  <a:pt x="15028" y="25534"/>
                  <a:pt x="45083" y="0"/>
                </a:cubicBezTo>
                <a:lnTo>
                  <a:pt x="49372" y="3790"/>
                </a:lnTo>
                <a:cubicBezTo>
                  <a:pt x="28094" y="27462"/>
                  <a:pt x="17488" y="58514"/>
                  <a:pt x="17554" y="96948"/>
                </a:cubicBezTo>
                <a:cubicBezTo>
                  <a:pt x="17488" y="135780"/>
                  <a:pt x="28094" y="166966"/>
                  <a:pt x="49372" y="190504"/>
                </a:cubicBezTo>
                <a:lnTo>
                  <a:pt x="45083" y="194294"/>
                </a:lnTo>
                <a:close/>
                <a:moveTo>
                  <a:pt x="107091" y="44783"/>
                </a:moveTo>
                <a:lnTo>
                  <a:pt x="107091" y="125873"/>
                </a:lnTo>
                <a:cubicBezTo>
                  <a:pt x="107091" y="133253"/>
                  <a:pt x="107157" y="140534"/>
                  <a:pt x="107290" y="147716"/>
                </a:cubicBezTo>
                <a:lnTo>
                  <a:pt x="155864" y="147716"/>
                </a:lnTo>
                <a:lnTo>
                  <a:pt x="168630" y="121284"/>
                </a:lnTo>
                <a:lnTo>
                  <a:pt x="173119" y="120586"/>
                </a:lnTo>
                <a:lnTo>
                  <a:pt x="170924" y="156293"/>
                </a:lnTo>
                <a:lnTo>
                  <a:pt x="170326" y="156992"/>
                </a:lnTo>
                <a:cubicBezTo>
                  <a:pt x="153038" y="156792"/>
                  <a:pt x="137112" y="156692"/>
                  <a:pt x="122550" y="156692"/>
                </a:cubicBezTo>
                <a:lnTo>
                  <a:pt x="97515" y="156692"/>
                </a:lnTo>
                <a:cubicBezTo>
                  <a:pt x="89403" y="156692"/>
                  <a:pt x="81158" y="156792"/>
                  <a:pt x="72780" y="156992"/>
                </a:cubicBezTo>
                <a:lnTo>
                  <a:pt x="72381" y="152703"/>
                </a:lnTo>
                <a:lnTo>
                  <a:pt x="84649" y="149012"/>
                </a:lnTo>
                <a:cubicBezTo>
                  <a:pt x="86311" y="148547"/>
                  <a:pt x="87176" y="147250"/>
                  <a:pt x="87242" y="145122"/>
                </a:cubicBezTo>
                <a:cubicBezTo>
                  <a:pt x="87309" y="142995"/>
                  <a:pt x="87408" y="140268"/>
                  <a:pt x="87541" y="136944"/>
                </a:cubicBezTo>
                <a:cubicBezTo>
                  <a:pt x="87541" y="133686"/>
                  <a:pt x="87541" y="130062"/>
                  <a:pt x="87541" y="126072"/>
                </a:cubicBezTo>
                <a:lnTo>
                  <a:pt x="87541" y="45182"/>
                </a:lnTo>
                <a:cubicBezTo>
                  <a:pt x="87541" y="41791"/>
                  <a:pt x="87541" y="38733"/>
                  <a:pt x="87541" y="36006"/>
                </a:cubicBezTo>
                <a:cubicBezTo>
                  <a:pt x="87408" y="33347"/>
                  <a:pt x="87342" y="30886"/>
                  <a:pt x="87342" y="28626"/>
                </a:cubicBezTo>
                <a:cubicBezTo>
                  <a:pt x="87209" y="26963"/>
                  <a:pt x="86411" y="25833"/>
                  <a:pt x="84948" y="25234"/>
                </a:cubicBezTo>
                <a:lnTo>
                  <a:pt x="72580" y="21344"/>
                </a:lnTo>
                <a:lnTo>
                  <a:pt x="72381" y="17056"/>
                </a:lnTo>
                <a:cubicBezTo>
                  <a:pt x="80959" y="17388"/>
                  <a:pt x="89204" y="17521"/>
                  <a:pt x="97117" y="17455"/>
                </a:cubicBezTo>
                <a:cubicBezTo>
                  <a:pt x="105096" y="17521"/>
                  <a:pt x="113341" y="17388"/>
                  <a:pt x="121852" y="17056"/>
                </a:cubicBezTo>
                <a:lnTo>
                  <a:pt x="122251" y="21344"/>
                </a:lnTo>
                <a:lnTo>
                  <a:pt x="109883" y="25035"/>
                </a:lnTo>
                <a:cubicBezTo>
                  <a:pt x="108221" y="25434"/>
                  <a:pt x="107340" y="26631"/>
                  <a:pt x="107240" y="28626"/>
                </a:cubicBezTo>
                <a:cubicBezTo>
                  <a:pt x="107140" y="30620"/>
                  <a:pt x="107124" y="33845"/>
                  <a:pt x="107190" y="38300"/>
                </a:cubicBezTo>
                <a:cubicBezTo>
                  <a:pt x="107057" y="42822"/>
                  <a:pt x="107024" y="44983"/>
                  <a:pt x="107091" y="44783"/>
                </a:cubicBezTo>
                <a:close/>
                <a:moveTo>
                  <a:pt x="217081" y="44783"/>
                </a:moveTo>
                <a:lnTo>
                  <a:pt x="217081" y="125873"/>
                </a:lnTo>
                <a:cubicBezTo>
                  <a:pt x="217081" y="133253"/>
                  <a:pt x="217148" y="140534"/>
                  <a:pt x="217281" y="147716"/>
                </a:cubicBezTo>
                <a:lnTo>
                  <a:pt x="265854" y="147716"/>
                </a:lnTo>
                <a:lnTo>
                  <a:pt x="278621" y="121284"/>
                </a:lnTo>
                <a:lnTo>
                  <a:pt x="283110" y="120586"/>
                </a:lnTo>
                <a:lnTo>
                  <a:pt x="280915" y="156293"/>
                </a:lnTo>
                <a:lnTo>
                  <a:pt x="280317" y="156992"/>
                </a:lnTo>
                <a:cubicBezTo>
                  <a:pt x="263028" y="156792"/>
                  <a:pt x="247103" y="156692"/>
                  <a:pt x="232541" y="156692"/>
                </a:cubicBezTo>
                <a:lnTo>
                  <a:pt x="207506" y="156692"/>
                </a:lnTo>
                <a:cubicBezTo>
                  <a:pt x="199394" y="156692"/>
                  <a:pt x="191149" y="156792"/>
                  <a:pt x="182771" y="156992"/>
                </a:cubicBezTo>
                <a:lnTo>
                  <a:pt x="182372" y="152703"/>
                </a:lnTo>
                <a:lnTo>
                  <a:pt x="194640" y="149012"/>
                </a:lnTo>
                <a:cubicBezTo>
                  <a:pt x="196302" y="148547"/>
                  <a:pt x="197166" y="147250"/>
                  <a:pt x="197233" y="145122"/>
                </a:cubicBezTo>
                <a:cubicBezTo>
                  <a:pt x="197299" y="142995"/>
                  <a:pt x="197399" y="140268"/>
                  <a:pt x="197532" y="136944"/>
                </a:cubicBezTo>
                <a:cubicBezTo>
                  <a:pt x="197532" y="133686"/>
                  <a:pt x="197532" y="130062"/>
                  <a:pt x="197532" y="126072"/>
                </a:cubicBezTo>
                <a:lnTo>
                  <a:pt x="197532" y="45182"/>
                </a:lnTo>
                <a:cubicBezTo>
                  <a:pt x="197532" y="41791"/>
                  <a:pt x="197532" y="38733"/>
                  <a:pt x="197532" y="36006"/>
                </a:cubicBezTo>
                <a:cubicBezTo>
                  <a:pt x="197399" y="33347"/>
                  <a:pt x="197333" y="30886"/>
                  <a:pt x="197333" y="28626"/>
                </a:cubicBezTo>
                <a:cubicBezTo>
                  <a:pt x="197200" y="26963"/>
                  <a:pt x="196402" y="25833"/>
                  <a:pt x="194939" y="25234"/>
                </a:cubicBezTo>
                <a:lnTo>
                  <a:pt x="182571" y="21344"/>
                </a:lnTo>
                <a:lnTo>
                  <a:pt x="182372" y="17056"/>
                </a:lnTo>
                <a:cubicBezTo>
                  <a:pt x="190949" y="17388"/>
                  <a:pt x="199195" y="17521"/>
                  <a:pt x="207107" y="17455"/>
                </a:cubicBezTo>
                <a:cubicBezTo>
                  <a:pt x="215087" y="17521"/>
                  <a:pt x="223332" y="17388"/>
                  <a:pt x="231843" y="17056"/>
                </a:cubicBezTo>
                <a:lnTo>
                  <a:pt x="232242" y="21344"/>
                </a:lnTo>
                <a:lnTo>
                  <a:pt x="219874" y="25035"/>
                </a:lnTo>
                <a:cubicBezTo>
                  <a:pt x="218212" y="25434"/>
                  <a:pt x="217331" y="26631"/>
                  <a:pt x="217231" y="28626"/>
                </a:cubicBezTo>
                <a:cubicBezTo>
                  <a:pt x="217131" y="30620"/>
                  <a:pt x="217115" y="33845"/>
                  <a:pt x="217181" y="38300"/>
                </a:cubicBezTo>
                <a:cubicBezTo>
                  <a:pt x="217048" y="42822"/>
                  <a:pt x="217015" y="44983"/>
                  <a:pt x="217081" y="44783"/>
                </a:cubicBezTo>
                <a:close/>
              </a:path>
            </a:pathLst>
          </a:custGeom>
          <a:solidFill xmlns:a="http://schemas.openxmlformats.org/drawingml/2006/main">
            <a:srgbClr val="454545"/>
          </a:solidFill>
          <a:ln xmlns:a="http://schemas.openxmlformats.org/drawingml/2006/main" w="0" cap="flat">
            <a:noFill/>
            <a:miter/>
          </a:ln>
        </p:spPr>
      </p:sp>
      <p:sp>
        <p:nvSpPr>
          <p:cNvPr id="35" name="Text VMBitcode)">
            <a:extLst xmlns:a="http://schemas.openxmlformats.org/drawingml/2006/main">
              <a:ext uri="{FF2B5EF4-FFF2-40B4-BE49-F238E27FC236}">
                <a16:creationId xmlns:a16="http://schemas.microsoft.com/office/drawing/2014/main" id="{4C55C2C5-3311-4E4F-9C88-D3441237A133}"/>
              </a:ext>
            </a:extLst>
          </p:cNvPr>
          <p:cNvSpPr>
            <a:spLocks xmlns:a="http://schemas.openxmlformats.org/drawingml/2006/main" noGrp="1"/>
          </p:cNvSpPr>
          <p:nvPr/>
        </p:nvSpPr>
        <p:spPr>
          <a:xfrm xmlns:a="http://schemas.openxmlformats.org/drawingml/2006/main">
            <a:off x="626585" y="2126696"/>
            <a:ext cx="1113910" cy="194294"/>
          </a:xfrm>
          <a:custGeom xmlns:a="http://schemas.openxmlformats.org/drawingml/2006/main">
            <a:pathLst>
              <a:path w="1113910" h="194294">
                <a:moveTo>
                  <a:pt x="64333" y="157490"/>
                </a:moveTo>
                <a:lnTo>
                  <a:pt x="19848" y="37203"/>
                </a:lnTo>
                <a:cubicBezTo>
                  <a:pt x="18186" y="32815"/>
                  <a:pt x="16723" y="29723"/>
                  <a:pt x="15460" y="27927"/>
                </a:cubicBezTo>
                <a:cubicBezTo>
                  <a:pt x="13997" y="26265"/>
                  <a:pt x="11936" y="25002"/>
                  <a:pt x="9276" y="24137"/>
                </a:cubicBezTo>
                <a:lnTo>
                  <a:pt x="199" y="21344"/>
                </a:lnTo>
                <a:lnTo>
                  <a:pt x="0" y="17056"/>
                </a:lnTo>
                <a:cubicBezTo>
                  <a:pt x="6516" y="17388"/>
                  <a:pt x="14230" y="17521"/>
                  <a:pt x="23140" y="17455"/>
                </a:cubicBezTo>
                <a:cubicBezTo>
                  <a:pt x="32116" y="17521"/>
                  <a:pt x="41392" y="17388"/>
                  <a:pt x="50967" y="17056"/>
                </a:cubicBezTo>
                <a:lnTo>
                  <a:pt x="51366" y="21344"/>
                </a:lnTo>
                <a:lnTo>
                  <a:pt x="41991" y="24037"/>
                </a:lnTo>
                <a:cubicBezTo>
                  <a:pt x="40661" y="24370"/>
                  <a:pt x="39697" y="24869"/>
                  <a:pt x="39098" y="25534"/>
                </a:cubicBezTo>
                <a:cubicBezTo>
                  <a:pt x="38500" y="26198"/>
                  <a:pt x="38201" y="27146"/>
                  <a:pt x="38201" y="28376"/>
                </a:cubicBezTo>
                <a:cubicBezTo>
                  <a:pt x="38201" y="29606"/>
                  <a:pt x="38566" y="31319"/>
                  <a:pt x="39298" y="33513"/>
                </a:cubicBezTo>
                <a:cubicBezTo>
                  <a:pt x="39896" y="35840"/>
                  <a:pt x="40860" y="38733"/>
                  <a:pt x="42190" y="42190"/>
                </a:cubicBezTo>
                <a:lnTo>
                  <a:pt x="74406" y="131957"/>
                </a:lnTo>
                <a:lnTo>
                  <a:pt x="109415" y="42290"/>
                </a:lnTo>
                <a:cubicBezTo>
                  <a:pt x="110812" y="38699"/>
                  <a:pt x="111909" y="35740"/>
                  <a:pt x="112707" y="33413"/>
                </a:cubicBezTo>
                <a:cubicBezTo>
                  <a:pt x="113505" y="31219"/>
                  <a:pt x="113904" y="29457"/>
                  <a:pt x="113904" y="28127"/>
                </a:cubicBezTo>
                <a:cubicBezTo>
                  <a:pt x="113904" y="26930"/>
                  <a:pt x="113571" y="26066"/>
                  <a:pt x="112906" y="25534"/>
                </a:cubicBezTo>
                <a:cubicBezTo>
                  <a:pt x="112241" y="25002"/>
                  <a:pt x="111310" y="24536"/>
                  <a:pt x="110114" y="24137"/>
                </a:cubicBezTo>
                <a:lnTo>
                  <a:pt x="100838" y="21644"/>
                </a:lnTo>
                <a:lnTo>
                  <a:pt x="100638" y="17056"/>
                </a:lnTo>
                <a:cubicBezTo>
                  <a:pt x="107886" y="17388"/>
                  <a:pt x="115200" y="17521"/>
                  <a:pt x="122581" y="17455"/>
                </a:cubicBezTo>
                <a:cubicBezTo>
                  <a:pt x="129962" y="17521"/>
                  <a:pt x="137043" y="17388"/>
                  <a:pt x="143826" y="17056"/>
                </a:cubicBezTo>
                <a:lnTo>
                  <a:pt x="144225" y="21344"/>
                </a:lnTo>
                <a:lnTo>
                  <a:pt x="134151" y="24536"/>
                </a:lnTo>
                <a:cubicBezTo>
                  <a:pt x="131824" y="25268"/>
                  <a:pt x="130062" y="26398"/>
                  <a:pt x="128865" y="27927"/>
                </a:cubicBezTo>
                <a:cubicBezTo>
                  <a:pt x="127668" y="29457"/>
                  <a:pt x="126072" y="32549"/>
                  <a:pt x="124077" y="37203"/>
                </a:cubicBezTo>
                <a:lnTo>
                  <a:pt x="74307" y="156692"/>
                </a:lnTo>
                <a:lnTo>
                  <a:pt x="64333" y="157490"/>
                </a:lnTo>
                <a:close/>
                <a:moveTo>
                  <a:pt x="281253" y="17056"/>
                </a:moveTo>
                <a:cubicBezTo>
                  <a:pt x="287437" y="17388"/>
                  <a:pt x="293089" y="17521"/>
                  <a:pt x="298209" y="17455"/>
                </a:cubicBezTo>
                <a:cubicBezTo>
                  <a:pt x="303063" y="17521"/>
                  <a:pt x="309679" y="17388"/>
                  <a:pt x="318057" y="17056"/>
                </a:cubicBezTo>
                <a:lnTo>
                  <a:pt x="318456" y="21344"/>
                </a:lnTo>
                <a:lnTo>
                  <a:pt x="305889" y="25234"/>
                </a:lnTo>
                <a:cubicBezTo>
                  <a:pt x="304359" y="25833"/>
                  <a:pt x="303561" y="26963"/>
                  <a:pt x="303495" y="28626"/>
                </a:cubicBezTo>
                <a:cubicBezTo>
                  <a:pt x="303362" y="33014"/>
                  <a:pt x="303295" y="38533"/>
                  <a:pt x="303295" y="45182"/>
                </a:cubicBezTo>
                <a:lnTo>
                  <a:pt x="303295" y="126072"/>
                </a:lnTo>
                <a:cubicBezTo>
                  <a:pt x="303295" y="133985"/>
                  <a:pt x="303362" y="140601"/>
                  <a:pt x="303495" y="145920"/>
                </a:cubicBezTo>
                <a:cubicBezTo>
                  <a:pt x="303561" y="147516"/>
                  <a:pt x="304492" y="148547"/>
                  <a:pt x="306288" y="149012"/>
                </a:cubicBezTo>
                <a:lnTo>
                  <a:pt x="318257" y="152703"/>
                </a:lnTo>
                <a:lnTo>
                  <a:pt x="318456" y="156992"/>
                </a:lnTo>
                <a:cubicBezTo>
                  <a:pt x="309679" y="156792"/>
                  <a:pt x="301267" y="156692"/>
                  <a:pt x="293222" y="156692"/>
                </a:cubicBezTo>
                <a:cubicBezTo>
                  <a:pt x="285309" y="156692"/>
                  <a:pt x="277562" y="156792"/>
                  <a:pt x="269982" y="156992"/>
                </a:cubicBezTo>
                <a:lnTo>
                  <a:pt x="269583" y="152703"/>
                </a:lnTo>
                <a:lnTo>
                  <a:pt x="281053" y="149212"/>
                </a:lnTo>
                <a:cubicBezTo>
                  <a:pt x="282583" y="148813"/>
                  <a:pt x="283414" y="147649"/>
                  <a:pt x="283547" y="145721"/>
                </a:cubicBezTo>
                <a:cubicBezTo>
                  <a:pt x="283613" y="140534"/>
                  <a:pt x="283680" y="133985"/>
                  <a:pt x="283746" y="126072"/>
                </a:cubicBezTo>
                <a:lnTo>
                  <a:pt x="283746" y="39697"/>
                </a:lnTo>
                <a:lnTo>
                  <a:pt x="234275" y="156692"/>
                </a:lnTo>
                <a:lnTo>
                  <a:pt x="226994" y="157490"/>
                </a:lnTo>
                <a:lnTo>
                  <a:pt x="177224" y="39697"/>
                </a:lnTo>
                <a:lnTo>
                  <a:pt x="177224" y="126072"/>
                </a:lnTo>
                <a:cubicBezTo>
                  <a:pt x="177224" y="133985"/>
                  <a:pt x="177290" y="140534"/>
                  <a:pt x="177423" y="145721"/>
                </a:cubicBezTo>
                <a:cubicBezTo>
                  <a:pt x="177423" y="147649"/>
                  <a:pt x="178287" y="148813"/>
                  <a:pt x="180016" y="149212"/>
                </a:cubicBezTo>
                <a:lnTo>
                  <a:pt x="191187" y="152703"/>
                </a:lnTo>
                <a:lnTo>
                  <a:pt x="191387" y="156992"/>
                </a:lnTo>
                <a:cubicBezTo>
                  <a:pt x="183407" y="156792"/>
                  <a:pt x="176791" y="156692"/>
                  <a:pt x="171538" y="156692"/>
                </a:cubicBezTo>
                <a:cubicBezTo>
                  <a:pt x="166352" y="156692"/>
                  <a:pt x="159470" y="156792"/>
                  <a:pt x="150892" y="156992"/>
                </a:cubicBezTo>
                <a:lnTo>
                  <a:pt x="150493" y="152703"/>
                </a:lnTo>
                <a:lnTo>
                  <a:pt x="162761" y="149012"/>
                </a:lnTo>
                <a:cubicBezTo>
                  <a:pt x="164423" y="148547"/>
                  <a:pt x="165321" y="147516"/>
                  <a:pt x="165454" y="145920"/>
                </a:cubicBezTo>
                <a:cubicBezTo>
                  <a:pt x="165521" y="140601"/>
                  <a:pt x="165587" y="133985"/>
                  <a:pt x="165654" y="126072"/>
                </a:cubicBezTo>
                <a:lnTo>
                  <a:pt x="165654" y="45182"/>
                </a:lnTo>
                <a:cubicBezTo>
                  <a:pt x="165587" y="38533"/>
                  <a:pt x="165521" y="33014"/>
                  <a:pt x="165454" y="28626"/>
                </a:cubicBezTo>
                <a:cubicBezTo>
                  <a:pt x="165321" y="26963"/>
                  <a:pt x="164523" y="25833"/>
                  <a:pt x="163060" y="25234"/>
                </a:cubicBezTo>
                <a:lnTo>
                  <a:pt x="150693" y="21344"/>
                </a:lnTo>
                <a:lnTo>
                  <a:pt x="150493" y="17056"/>
                </a:lnTo>
                <a:cubicBezTo>
                  <a:pt x="159071" y="17388"/>
                  <a:pt x="165853" y="17521"/>
                  <a:pt x="170840" y="17455"/>
                </a:cubicBezTo>
                <a:cubicBezTo>
                  <a:pt x="176492" y="17521"/>
                  <a:pt x="182443" y="17388"/>
                  <a:pt x="188694" y="17056"/>
                </a:cubicBezTo>
                <a:lnTo>
                  <a:pt x="235073" y="126471"/>
                </a:lnTo>
                <a:lnTo>
                  <a:pt x="281253" y="17056"/>
                </a:lnTo>
                <a:close/>
                <a:moveTo>
                  <a:pt x="388681" y="17056"/>
                </a:moveTo>
                <a:cubicBezTo>
                  <a:pt x="397192" y="17388"/>
                  <a:pt x="405604" y="17521"/>
                  <a:pt x="413915" y="17455"/>
                </a:cubicBezTo>
                <a:cubicBezTo>
                  <a:pt x="416974" y="17388"/>
                  <a:pt x="421994" y="17189"/>
                  <a:pt x="428976" y="16856"/>
                </a:cubicBezTo>
                <a:cubicBezTo>
                  <a:pt x="435892" y="16590"/>
                  <a:pt x="440613" y="16457"/>
                  <a:pt x="443139" y="16457"/>
                </a:cubicBezTo>
                <a:cubicBezTo>
                  <a:pt x="457701" y="16457"/>
                  <a:pt x="468739" y="19150"/>
                  <a:pt x="476253" y="24536"/>
                </a:cubicBezTo>
                <a:cubicBezTo>
                  <a:pt x="483700" y="30055"/>
                  <a:pt x="487424" y="37868"/>
                  <a:pt x="487424" y="47975"/>
                </a:cubicBezTo>
                <a:cubicBezTo>
                  <a:pt x="487424" y="64399"/>
                  <a:pt x="478614" y="75537"/>
                  <a:pt x="460993" y="81388"/>
                </a:cubicBezTo>
                <a:cubicBezTo>
                  <a:pt x="471233" y="83184"/>
                  <a:pt x="479146" y="87007"/>
                  <a:pt x="484731" y="92858"/>
                </a:cubicBezTo>
                <a:cubicBezTo>
                  <a:pt x="490184" y="98776"/>
                  <a:pt x="492926" y="107354"/>
                  <a:pt x="492960" y="118591"/>
                </a:cubicBezTo>
                <a:cubicBezTo>
                  <a:pt x="492993" y="129829"/>
                  <a:pt x="488189" y="139071"/>
                  <a:pt x="478547" y="146319"/>
                </a:cubicBezTo>
                <a:cubicBezTo>
                  <a:pt x="468839" y="153634"/>
                  <a:pt x="455407" y="157291"/>
                  <a:pt x="438252" y="157291"/>
                </a:cubicBezTo>
                <a:cubicBezTo>
                  <a:pt x="434861" y="157291"/>
                  <a:pt x="431170" y="157191"/>
                  <a:pt x="427181" y="156992"/>
                </a:cubicBezTo>
                <a:cubicBezTo>
                  <a:pt x="423191" y="156792"/>
                  <a:pt x="418736" y="156692"/>
                  <a:pt x="413816" y="156692"/>
                </a:cubicBezTo>
                <a:cubicBezTo>
                  <a:pt x="405703" y="156692"/>
                  <a:pt x="397458" y="156792"/>
                  <a:pt x="389080" y="156992"/>
                </a:cubicBezTo>
                <a:lnTo>
                  <a:pt x="388681" y="152703"/>
                </a:lnTo>
                <a:lnTo>
                  <a:pt x="400949" y="149012"/>
                </a:lnTo>
                <a:cubicBezTo>
                  <a:pt x="402611" y="148547"/>
                  <a:pt x="403476" y="147250"/>
                  <a:pt x="403542" y="145122"/>
                </a:cubicBezTo>
                <a:cubicBezTo>
                  <a:pt x="403609" y="142995"/>
                  <a:pt x="403709" y="140268"/>
                  <a:pt x="403842" y="136944"/>
                </a:cubicBezTo>
                <a:cubicBezTo>
                  <a:pt x="403842" y="133686"/>
                  <a:pt x="403842" y="130062"/>
                  <a:pt x="403842" y="126072"/>
                </a:cubicBezTo>
                <a:lnTo>
                  <a:pt x="403842" y="45182"/>
                </a:lnTo>
                <a:cubicBezTo>
                  <a:pt x="403842" y="41791"/>
                  <a:pt x="403842" y="38733"/>
                  <a:pt x="403842" y="36006"/>
                </a:cubicBezTo>
                <a:cubicBezTo>
                  <a:pt x="403709" y="33347"/>
                  <a:pt x="403642" y="30886"/>
                  <a:pt x="403642" y="28626"/>
                </a:cubicBezTo>
                <a:cubicBezTo>
                  <a:pt x="403509" y="26963"/>
                  <a:pt x="402711" y="25833"/>
                  <a:pt x="401248" y="25234"/>
                </a:cubicBezTo>
                <a:lnTo>
                  <a:pt x="388881" y="21344"/>
                </a:lnTo>
                <a:lnTo>
                  <a:pt x="388681" y="17056"/>
                </a:lnTo>
                <a:moveTo>
                  <a:pt x="423391" y="87273"/>
                </a:moveTo>
                <a:lnTo>
                  <a:pt x="423391" y="147815"/>
                </a:lnTo>
                <a:cubicBezTo>
                  <a:pt x="425386" y="148547"/>
                  <a:pt x="427680" y="149012"/>
                  <a:pt x="430273" y="149212"/>
                </a:cubicBezTo>
                <a:cubicBezTo>
                  <a:pt x="432866" y="149411"/>
                  <a:pt x="435260" y="149511"/>
                  <a:pt x="437454" y="149511"/>
                </a:cubicBezTo>
                <a:cubicBezTo>
                  <a:pt x="448426" y="149577"/>
                  <a:pt x="456804" y="146851"/>
                  <a:pt x="462589" y="141332"/>
                </a:cubicBezTo>
                <a:cubicBezTo>
                  <a:pt x="468241" y="135880"/>
                  <a:pt x="471100" y="127967"/>
                  <a:pt x="471166" y="117594"/>
                </a:cubicBezTo>
                <a:cubicBezTo>
                  <a:pt x="471166" y="107288"/>
                  <a:pt x="468274" y="99574"/>
                  <a:pt x="462489" y="94454"/>
                </a:cubicBezTo>
                <a:cubicBezTo>
                  <a:pt x="456638" y="89467"/>
                  <a:pt x="447295" y="86974"/>
                  <a:pt x="434462" y="86974"/>
                </a:cubicBezTo>
                <a:cubicBezTo>
                  <a:pt x="430672" y="86974"/>
                  <a:pt x="426981" y="87073"/>
                  <a:pt x="423391" y="87273"/>
                </a:cubicBezTo>
                <a:moveTo>
                  <a:pt x="423391" y="79294"/>
                </a:moveTo>
                <a:cubicBezTo>
                  <a:pt x="427447" y="79427"/>
                  <a:pt x="431603" y="79460"/>
                  <a:pt x="435858" y="79393"/>
                </a:cubicBezTo>
                <a:cubicBezTo>
                  <a:pt x="445699" y="79393"/>
                  <a:pt x="453113" y="77000"/>
                  <a:pt x="458100" y="72212"/>
                </a:cubicBezTo>
                <a:cubicBezTo>
                  <a:pt x="463087" y="67558"/>
                  <a:pt x="465581" y="60675"/>
                  <a:pt x="465581" y="51566"/>
                </a:cubicBezTo>
                <a:cubicBezTo>
                  <a:pt x="465514" y="42124"/>
                  <a:pt x="462954" y="35275"/>
                  <a:pt x="457901" y="31019"/>
                </a:cubicBezTo>
                <a:cubicBezTo>
                  <a:pt x="452714" y="26963"/>
                  <a:pt x="445300" y="24902"/>
                  <a:pt x="435659" y="24835"/>
                </a:cubicBezTo>
                <a:cubicBezTo>
                  <a:pt x="433930" y="24835"/>
                  <a:pt x="432068" y="24869"/>
                  <a:pt x="430073" y="24935"/>
                </a:cubicBezTo>
                <a:cubicBezTo>
                  <a:pt x="427946" y="25068"/>
                  <a:pt x="425718" y="25268"/>
                  <a:pt x="423391" y="25534"/>
                </a:cubicBezTo>
                <a:lnTo>
                  <a:pt x="423391" y="79294"/>
                </a:lnTo>
                <a:close/>
                <a:moveTo>
                  <a:pt x="544107" y="26631"/>
                </a:moveTo>
                <a:cubicBezTo>
                  <a:pt x="544107" y="30155"/>
                  <a:pt x="543010" y="33014"/>
                  <a:pt x="540816" y="35208"/>
                </a:cubicBezTo>
                <a:cubicBezTo>
                  <a:pt x="538622" y="37536"/>
                  <a:pt x="535796" y="38666"/>
                  <a:pt x="532338" y="38600"/>
                </a:cubicBezTo>
                <a:cubicBezTo>
                  <a:pt x="529013" y="38666"/>
                  <a:pt x="526320" y="37635"/>
                  <a:pt x="524259" y="35508"/>
                </a:cubicBezTo>
                <a:cubicBezTo>
                  <a:pt x="522131" y="33446"/>
                  <a:pt x="521067" y="30720"/>
                  <a:pt x="521067" y="27329"/>
                </a:cubicBezTo>
                <a:cubicBezTo>
                  <a:pt x="521067" y="23738"/>
                  <a:pt x="522164" y="20879"/>
                  <a:pt x="524359" y="18751"/>
                </a:cubicBezTo>
                <a:cubicBezTo>
                  <a:pt x="526553" y="16690"/>
                  <a:pt x="529446" y="15659"/>
                  <a:pt x="533036" y="15659"/>
                </a:cubicBezTo>
                <a:cubicBezTo>
                  <a:pt x="536228" y="15659"/>
                  <a:pt x="538888" y="16590"/>
                  <a:pt x="541015" y="18452"/>
                </a:cubicBezTo>
                <a:cubicBezTo>
                  <a:pt x="543077" y="20447"/>
                  <a:pt x="544107" y="23173"/>
                  <a:pt x="544107" y="26631"/>
                </a:cubicBezTo>
                <a:moveTo>
                  <a:pt x="510395" y="68921"/>
                </a:moveTo>
                <a:cubicBezTo>
                  <a:pt x="522032" y="66793"/>
                  <a:pt x="532837" y="64466"/>
                  <a:pt x="542811" y="61939"/>
                </a:cubicBezTo>
                <a:lnTo>
                  <a:pt x="543708" y="62637"/>
                </a:lnTo>
                <a:cubicBezTo>
                  <a:pt x="543309" y="71348"/>
                  <a:pt x="543110" y="80856"/>
                  <a:pt x="543110" y="91163"/>
                </a:cubicBezTo>
                <a:lnTo>
                  <a:pt x="543110" y="129463"/>
                </a:lnTo>
                <a:cubicBezTo>
                  <a:pt x="543110" y="137442"/>
                  <a:pt x="543176" y="142961"/>
                  <a:pt x="543309" y="146020"/>
                </a:cubicBezTo>
                <a:cubicBezTo>
                  <a:pt x="543376" y="147882"/>
                  <a:pt x="544207" y="149046"/>
                  <a:pt x="545803" y="149511"/>
                </a:cubicBezTo>
                <a:lnTo>
                  <a:pt x="557373" y="152902"/>
                </a:lnTo>
                <a:lnTo>
                  <a:pt x="557572" y="156992"/>
                </a:lnTo>
                <a:cubicBezTo>
                  <a:pt x="548330" y="156792"/>
                  <a:pt x="540484" y="156692"/>
                  <a:pt x="534034" y="156692"/>
                </a:cubicBezTo>
                <a:cubicBezTo>
                  <a:pt x="527451" y="156692"/>
                  <a:pt x="519671" y="156792"/>
                  <a:pt x="510694" y="156992"/>
                </a:cubicBezTo>
                <a:lnTo>
                  <a:pt x="510295" y="152902"/>
                </a:lnTo>
                <a:lnTo>
                  <a:pt x="521865" y="149511"/>
                </a:lnTo>
                <a:cubicBezTo>
                  <a:pt x="523328" y="149046"/>
                  <a:pt x="524126" y="147766"/>
                  <a:pt x="524259" y="145671"/>
                </a:cubicBezTo>
                <a:cubicBezTo>
                  <a:pt x="524392" y="143576"/>
                  <a:pt x="524492" y="139470"/>
                  <a:pt x="524558" y="133353"/>
                </a:cubicBezTo>
                <a:lnTo>
                  <a:pt x="524558" y="100040"/>
                </a:lnTo>
                <a:cubicBezTo>
                  <a:pt x="524558" y="91396"/>
                  <a:pt x="524425" y="83350"/>
                  <a:pt x="524159" y="75903"/>
                </a:cubicBezTo>
                <a:lnTo>
                  <a:pt x="510894" y="72312"/>
                </a:lnTo>
                <a:lnTo>
                  <a:pt x="510395" y="68921"/>
                </a:lnTo>
                <a:close/>
                <a:moveTo>
                  <a:pt x="603568" y="75105"/>
                </a:moveTo>
                <a:cubicBezTo>
                  <a:pt x="603169" y="97579"/>
                  <a:pt x="602970" y="115699"/>
                  <a:pt x="602970" y="129463"/>
                </a:cubicBezTo>
                <a:cubicBezTo>
                  <a:pt x="602903" y="136379"/>
                  <a:pt x="603934" y="141133"/>
                  <a:pt x="606062" y="143726"/>
                </a:cubicBezTo>
                <a:cubicBezTo>
                  <a:pt x="608123" y="146452"/>
                  <a:pt x="612046" y="147782"/>
                  <a:pt x="617831" y="147716"/>
                </a:cubicBezTo>
                <a:cubicBezTo>
                  <a:pt x="622419" y="147716"/>
                  <a:pt x="628403" y="147117"/>
                  <a:pt x="635784" y="145920"/>
                </a:cubicBezTo>
                <a:lnTo>
                  <a:pt x="636383" y="150409"/>
                </a:lnTo>
                <a:cubicBezTo>
                  <a:pt x="624879" y="156194"/>
                  <a:pt x="614606" y="159086"/>
                  <a:pt x="605563" y="159086"/>
                </a:cubicBezTo>
                <a:cubicBezTo>
                  <a:pt x="598182" y="159086"/>
                  <a:pt x="592696" y="157125"/>
                  <a:pt x="589106" y="153201"/>
                </a:cubicBezTo>
                <a:cubicBezTo>
                  <a:pt x="585515" y="149411"/>
                  <a:pt x="583720" y="143560"/>
                  <a:pt x="583720" y="135647"/>
                </a:cubicBezTo>
                <a:cubicBezTo>
                  <a:pt x="583653" y="122814"/>
                  <a:pt x="583886" y="102433"/>
                  <a:pt x="584418" y="74506"/>
                </a:cubicBezTo>
                <a:lnTo>
                  <a:pt x="570654" y="71115"/>
                </a:lnTo>
                <a:lnTo>
                  <a:pt x="570055" y="67026"/>
                </a:lnTo>
                <a:lnTo>
                  <a:pt x="585415" y="65729"/>
                </a:lnTo>
                <a:lnTo>
                  <a:pt x="592497" y="41592"/>
                </a:lnTo>
                <a:cubicBezTo>
                  <a:pt x="596287" y="40594"/>
                  <a:pt x="599745" y="39630"/>
                  <a:pt x="602870" y="38699"/>
                </a:cubicBezTo>
                <a:lnTo>
                  <a:pt x="603867" y="39397"/>
                </a:lnTo>
                <a:cubicBezTo>
                  <a:pt x="603668" y="47510"/>
                  <a:pt x="603568" y="55024"/>
                  <a:pt x="603568" y="61939"/>
                </a:cubicBezTo>
                <a:lnTo>
                  <a:pt x="603568" y="65629"/>
                </a:lnTo>
                <a:lnTo>
                  <a:pt x="633590" y="65629"/>
                </a:lnTo>
                <a:lnTo>
                  <a:pt x="633590" y="75105"/>
                </a:lnTo>
                <a:lnTo>
                  <a:pt x="603568" y="75105"/>
                </a:lnTo>
                <a:close/>
                <a:moveTo>
                  <a:pt x="734596" y="149611"/>
                </a:moveTo>
                <a:cubicBezTo>
                  <a:pt x="730474" y="152403"/>
                  <a:pt x="725387" y="154731"/>
                  <a:pt x="719336" y="156593"/>
                </a:cubicBezTo>
                <a:cubicBezTo>
                  <a:pt x="713219" y="158521"/>
                  <a:pt x="707168" y="159485"/>
                  <a:pt x="701183" y="159485"/>
                </a:cubicBezTo>
                <a:cubicBezTo>
                  <a:pt x="686821" y="159552"/>
                  <a:pt x="675350" y="155329"/>
                  <a:pt x="666773" y="146818"/>
                </a:cubicBezTo>
                <a:cubicBezTo>
                  <a:pt x="658062" y="138506"/>
                  <a:pt x="653740" y="127302"/>
                  <a:pt x="653807" y="113205"/>
                </a:cubicBezTo>
                <a:cubicBezTo>
                  <a:pt x="653807" y="97978"/>
                  <a:pt x="658694" y="85611"/>
                  <a:pt x="668468" y="76102"/>
                </a:cubicBezTo>
                <a:cubicBezTo>
                  <a:pt x="678110" y="66660"/>
                  <a:pt x="690511" y="61939"/>
                  <a:pt x="705672" y="61939"/>
                </a:cubicBezTo>
                <a:cubicBezTo>
                  <a:pt x="715446" y="61939"/>
                  <a:pt x="724922" y="63934"/>
                  <a:pt x="734098" y="67923"/>
                </a:cubicBezTo>
                <a:cubicBezTo>
                  <a:pt x="731837" y="76900"/>
                  <a:pt x="729875" y="86010"/>
                  <a:pt x="728213" y="95252"/>
                </a:cubicBezTo>
                <a:lnTo>
                  <a:pt x="724323" y="95851"/>
                </a:lnTo>
                <a:lnTo>
                  <a:pt x="716244" y="71913"/>
                </a:lnTo>
                <a:cubicBezTo>
                  <a:pt x="713119" y="70849"/>
                  <a:pt x="709661" y="70317"/>
                  <a:pt x="705871" y="70317"/>
                </a:cubicBezTo>
                <a:cubicBezTo>
                  <a:pt x="695964" y="70384"/>
                  <a:pt x="688217" y="73841"/>
                  <a:pt x="682632" y="80690"/>
                </a:cubicBezTo>
                <a:cubicBezTo>
                  <a:pt x="677046" y="87605"/>
                  <a:pt x="674253" y="96748"/>
                  <a:pt x="674253" y="108119"/>
                </a:cubicBezTo>
                <a:cubicBezTo>
                  <a:pt x="674253" y="121484"/>
                  <a:pt x="677412" y="131358"/>
                  <a:pt x="683729" y="137742"/>
                </a:cubicBezTo>
                <a:cubicBezTo>
                  <a:pt x="689979" y="144125"/>
                  <a:pt x="699986" y="147317"/>
                  <a:pt x="713751" y="147317"/>
                </a:cubicBezTo>
                <a:cubicBezTo>
                  <a:pt x="720001" y="147383"/>
                  <a:pt x="726750" y="146752"/>
                  <a:pt x="733998" y="145422"/>
                </a:cubicBezTo>
                <a:lnTo>
                  <a:pt x="734596" y="149611"/>
                </a:lnTo>
                <a:close/>
                <a:moveTo>
                  <a:pt x="768531" y="109615"/>
                </a:moveTo>
                <a:cubicBezTo>
                  <a:pt x="768465" y="122116"/>
                  <a:pt x="770792" y="132223"/>
                  <a:pt x="775513" y="139936"/>
                </a:cubicBezTo>
                <a:cubicBezTo>
                  <a:pt x="780101" y="147849"/>
                  <a:pt x="786983" y="151772"/>
                  <a:pt x="796159" y="151705"/>
                </a:cubicBezTo>
                <a:cubicBezTo>
                  <a:pt x="804671" y="151705"/>
                  <a:pt x="811187" y="148248"/>
                  <a:pt x="815708" y="141332"/>
                </a:cubicBezTo>
                <a:cubicBezTo>
                  <a:pt x="820164" y="134483"/>
                  <a:pt x="822391" y="124310"/>
                  <a:pt x="822391" y="110812"/>
                </a:cubicBezTo>
                <a:cubicBezTo>
                  <a:pt x="822325" y="98178"/>
                  <a:pt x="819964" y="88171"/>
                  <a:pt x="815310" y="80790"/>
                </a:cubicBezTo>
                <a:cubicBezTo>
                  <a:pt x="810588" y="73542"/>
                  <a:pt x="803773" y="69885"/>
                  <a:pt x="794863" y="69818"/>
                </a:cubicBezTo>
                <a:cubicBezTo>
                  <a:pt x="786352" y="69818"/>
                  <a:pt x="779835" y="73110"/>
                  <a:pt x="775314" y="79693"/>
                </a:cubicBezTo>
                <a:cubicBezTo>
                  <a:pt x="770792" y="86276"/>
                  <a:pt x="768531" y="96250"/>
                  <a:pt x="768531" y="109615"/>
                </a:cubicBezTo>
                <a:moveTo>
                  <a:pt x="842838" y="108717"/>
                </a:moveTo>
                <a:cubicBezTo>
                  <a:pt x="842838" y="123944"/>
                  <a:pt x="838250" y="136179"/>
                  <a:pt x="829074" y="145422"/>
                </a:cubicBezTo>
                <a:cubicBezTo>
                  <a:pt x="819964" y="154797"/>
                  <a:pt x="808328" y="159485"/>
                  <a:pt x="794165" y="159485"/>
                </a:cubicBezTo>
                <a:cubicBezTo>
                  <a:pt x="780400" y="159552"/>
                  <a:pt x="769296" y="155130"/>
                  <a:pt x="760851" y="146220"/>
                </a:cubicBezTo>
                <a:cubicBezTo>
                  <a:pt x="752340" y="137509"/>
                  <a:pt x="748084" y="126005"/>
                  <a:pt x="748084" y="111709"/>
                </a:cubicBezTo>
                <a:cubicBezTo>
                  <a:pt x="748084" y="97081"/>
                  <a:pt x="752539" y="85112"/>
                  <a:pt x="761450" y="75803"/>
                </a:cubicBezTo>
                <a:cubicBezTo>
                  <a:pt x="770293" y="66560"/>
                  <a:pt x="782063" y="61939"/>
                  <a:pt x="796758" y="61939"/>
                </a:cubicBezTo>
                <a:cubicBezTo>
                  <a:pt x="810522" y="62005"/>
                  <a:pt x="821660" y="66261"/>
                  <a:pt x="830171" y="74706"/>
                </a:cubicBezTo>
                <a:cubicBezTo>
                  <a:pt x="838616" y="83350"/>
                  <a:pt x="842838" y="94687"/>
                  <a:pt x="842838" y="108717"/>
                </a:cubicBezTo>
                <a:close/>
                <a:moveTo>
                  <a:pt x="927794" y="72910"/>
                </a:moveTo>
                <a:cubicBezTo>
                  <a:pt x="923339" y="71514"/>
                  <a:pt x="918418" y="70816"/>
                  <a:pt x="913032" y="70816"/>
                </a:cubicBezTo>
                <a:cubicBezTo>
                  <a:pt x="901662" y="70816"/>
                  <a:pt x="893051" y="74041"/>
                  <a:pt x="887199" y="80491"/>
                </a:cubicBezTo>
                <a:cubicBezTo>
                  <a:pt x="881281" y="87007"/>
                  <a:pt x="878322" y="96848"/>
                  <a:pt x="878322" y="110014"/>
                </a:cubicBezTo>
                <a:cubicBezTo>
                  <a:pt x="878256" y="121384"/>
                  <a:pt x="880882" y="130461"/>
                  <a:pt x="886202" y="137243"/>
                </a:cubicBezTo>
                <a:cubicBezTo>
                  <a:pt x="891455" y="144158"/>
                  <a:pt x="898869" y="147583"/>
                  <a:pt x="908444" y="147516"/>
                </a:cubicBezTo>
                <a:cubicBezTo>
                  <a:pt x="914628" y="147583"/>
                  <a:pt x="921078" y="145854"/>
                  <a:pt x="927794" y="142330"/>
                </a:cubicBezTo>
                <a:lnTo>
                  <a:pt x="927794" y="72910"/>
                </a:lnTo>
                <a:moveTo>
                  <a:pt x="913431" y="13465"/>
                </a:moveTo>
                <a:cubicBezTo>
                  <a:pt x="925267" y="11271"/>
                  <a:pt x="936139" y="8910"/>
                  <a:pt x="946046" y="6383"/>
                </a:cubicBezTo>
                <a:lnTo>
                  <a:pt x="946944" y="7181"/>
                </a:lnTo>
                <a:cubicBezTo>
                  <a:pt x="946545" y="21477"/>
                  <a:pt x="946345" y="36771"/>
                  <a:pt x="946345" y="53062"/>
                </a:cubicBezTo>
                <a:lnTo>
                  <a:pt x="946345" y="107321"/>
                </a:lnTo>
                <a:cubicBezTo>
                  <a:pt x="946279" y="116497"/>
                  <a:pt x="946312" y="125573"/>
                  <a:pt x="946445" y="134550"/>
                </a:cubicBezTo>
                <a:cubicBezTo>
                  <a:pt x="946379" y="137941"/>
                  <a:pt x="946512" y="140667"/>
                  <a:pt x="946844" y="142729"/>
                </a:cubicBezTo>
                <a:cubicBezTo>
                  <a:pt x="947044" y="144856"/>
                  <a:pt x="947592" y="146452"/>
                  <a:pt x="948490" y="147516"/>
                </a:cubicBezTo>
                <a:cubicBezTo>
                  <a:pt x="949388" y="148580"/>
                  <a:pt x="950801" y="149312"/>
                  <a:pt x="952729" y="149710"/>
                </a:cubicBezTo>
                <a:cubicBezTo>
                  <a:pt x="954524" y="150109"/>
                  <a:pt x="957084" y="150342"/>
                  <a:pt x="960409" y="150409"/>
                </a:cubicBezTo>
                <a:lnTo>
                  <a:pt x="960908" y="154299"/>
                </a:lnTo>
                <a:cubicBezTo>
                  <a:pt x="957915" y="155495"/>
                  <a:pt x="954391" y="156626"/>
                  <a:pt x="950335" y="157690"/>
                </a:cubicBezTo>
                <a:cubicBezTo>
                  <a:pt x="946212" y="158820"/>
                  <a:pt x="943453" y="159385"/>
                  <a:pt x="942057" y="159385"/>
                </a:cubicBezTo>
                <a:cubicBezTo>
                  <a:pt x="935274" y="159385"/>
                  <a:pt x="930753" y="155595"/>
                  <a:pt x="928492" y="148015"/>
                </a:cubicBezTo>
                <a:cubicBezTo>
                  <a:pt x="918119" y="155728"/>
                  <a:pt x="908078" y="159552"/>
                  <a:pt x="898370" y="159485"/>
                </a:cubicBezTo>
                <a:cubicBezTo>
                  <a:pt x="886002" y="159485"/>
                  <a:pt x="876195" y="155096"/>
                  <a:pt x="868947" y="146319"/>
                </a:cubicBezTo>
                <a:cubicBezTo>
                  <a:pt x="861566" y="137675"/>
                  <a:pt x="857876" y="126936"/>
                  <a:pt x="857876" y="114103"/>
                </a:cubicBezTo>
                <a:cubicBezTo>
                  <a:pt x="857876" y="97679"/>
                  <a:pt x="862763" y="84912"/>
                  <a:pt x="872538" y="75803"/>
                </a:cubicBezTo>
                <a:cubicBezTo>
                  <a:pt x="882312" y="66760"/>
                  <a:pt x="895977" y="62238"/>
                  <a:pt x="913531" y="62238"/>
                </a:cubicBezTo>
                <a:cubicBezTo>
                  <a:pt x="917720" y="62305"/>
                  <a:pt x="922474" y="62770"/>
                  <a:pt x="927794" y="63634"/>
                </a:cubicBezTo>
                <a:cubicBezTo>
                  <a:pt x="927794" y="49006"/>
                  <a:pt x="927661" y="34710"/>
                  <a:pt x="927395" y="20746"/>
                </a:cubicBezTo>
                <a:lnTo>
                  <a:pt x="913930" y="16756"/>
                </a:lnTo>
                <a:lnTo>
                  <a:pt x="913431" y="13465"/>
                </a:lnTo>
                <a:close/>
                <a:moveTo>
                  <a:pt x="1051249" y="149611"/>
                </a:moveTo>
                <a:cubicBezTo>
                  <a:pt x="1045531" y="153201"/>
                  <a:pt x="1039713" y="155728"/>
                  <a:pt x="1033795" y="157191"/>
                </a:cubicBezTo>
                <a:cubicBezTo>
                  <a:pt x="1027744" y="158720"/>
                  <a:pt x="1022192" y="159485"/>
                  <a:pt x="1017138" y="159485"/>
                </a:cubicBezTo>
                <a:cubicBezTo>
                  <a:pt x="1002443" y="159485"/>
                  <a:pt x="990640" y="155296"/>
                  <a:pt x="981730" y="146918"/>
                </a:cubicBezTo>
                <a:cubicBezTo>
                  <a:pt x="972621" y="138673"/>
                  <a:pt x="968099" y="127103"/>
                  <a:pt x="968165" y="112208"/>
                </a:cubicBezTo>
                <a:cubicBezTo>
                  <a:pt x="968165" y="97446"/>
                  <a:pt x="972355" y="85378"/>
                  <a:pt x="980733" y="76002"/>
                </a:cubicBezTo>
                <a:cubicBezTo>
                  <a:pt x="989111" y="66627"/>
                  <a:pt x="1000348" y="61939"/>
                  <a:pt x="1014445" y="61939"/>
                </a:cubicBezTo>
                <a:cubicBezTo>
                  <a:pt x="1026214" y="61939"/>
                  <a:pt x="1035391" y="65430"/>
                  <a:pt x="1041973" y="72412"/>
                </a:cubicBezTo>
                <a:cubicBezTo>
                  <a:pt x="1048556" y="79526"/>
                  <a:pt x="1051848" y="89234"/>
                  <a:pt x="1051848" y="101536"/>
                </a:cubicBezTo>
                <a:cubicBezTo>
                  <a:pt x="1051848" y="103464"/>
                  <a:pt x="1051748" y="105359"/>
                  <a:pt x="1051549" y="107221"/>
                </a:cubicBezTo>
                <a:lnTo>
                  <a:pt x="988612" y="107221"/>
                </a:lnTo>
                <a:cubicBezTo>
                  <a:pt x="988612" y="121584"/>
                  <a:pt x="991970" y="131790"/>
                  <a:pt x="998686" y="137841"/>
                </a:cubicBezTo>
                <a:cubicBezTo>
                  <a:pt x="1005335" y="144025"/>
                  <a:pt x="1015841" y="147117"/>
                  <a:pt x="1030204" y="147117"/>
                </a:cubicBezTo>
                <a:cubicBezTo>
                  <a:pt x="1036521" y="147117"/>
                  <a:pt x="1043337" y="146519"/>
                  <a:pt x="1050651" y="145322"/>
                </a:cubicBezTo>
                <a:lnTo>
                  <a:pt x="1051249" y="149611"/>
                </a:lnTo>
                <a:moveTo>
                  <a:pt x="1031401" y="98943"/>
                </a:moveTo>
                <a:lnTo>
                  <a:pt x="1031401" y="95950"/>
                </a:lnTo>
                <a:cubicBezTo>
                  <a:pt x="1031401" y="86575"/>
                  <a:pt x="1029905" y="79826"/>
                  <a:pt x="1026913" y="75703"/>
                </a:cubicBezTo>
                <a:cubicBezTo>
                  <a:pt x="1023987" y="71647"/>
                  <a:pt x="1019598" y="69619"/>
                  <a:pt x="1013747" y="69619"/>
                </a:cubicBezTo>
                <a:cubicBezTo>
                  <a:pt x="1005967" y="69685"/>
                  <a:pt x="1000049" y="72545"/>
                  <a:pt x="995993" y="78197"/>
                </a:cubicBezTo>
                <a:cubicBezTo>
                  <a:pt x="991804" y="83981"/>
                  <a:pt x="989477" y="90897"/>
                  <a:pt x="989011" y="98943"/>
                </a:cubicBezTo>
                <a:lnTo>
                  <a:pt x="1031401" y="98943"/>
                </a:lnTo>
                <a:close/>
                <a:moveTo>
                  <a:pt x="1068827" y="0"/>
                </a:moveTo>
                <a:cubicBezTo>
                  <a:pt x="1098815" y="25467"/>
                  <a:pt x="1113843" y="57783"/>
                  <a:pt x="1113910" y="96948"/>
                </a:cubicBezTo>
                <a:cubicBezTo>
                  <a:pt x="1113843" y="136445"/>
                  <a:pt x="1098815" y="168894"/>
                  <a:pt x="1068827" y="194294"/>
                </a:cubicBezTo>
                <a:lnTo>
                  <a:pt x="1064538" y="190504"/>
                </a:lnTo>
                <a:cubicBezTo>
                  <a:pt x="1085749" y="166899"/>
                  <a:pt x="1096355" y="135847"/>
                  <a:pt x="1096355" y="97347"/>
                </a:cubicBezTo>
                <a:cubicBezTo>
                  <a:pt x="1096355" y="58647"/>
                  <a:pt x="1085749" y="27462"/>
                  <a:pt x="1064538" y="3790"/>
                </a:cubicBezTo>
                <a:lnTo>
                  <a:pt x="1068827" y="0"/>
                </a:lnTo>
                <a:close/>
              </a:path>
            </a:pathLst>
          </a:custGeom>
          <a:solidFill xmlns:a="http://schemas.openxmlformats.org/drawingml/2006/main">
            <a:srgbClr val="454545"/>
          </a:solidFill>
          <a:ln xmlns:a="http://schemas.openxmlformats.org/drawingml/2006/main" w="0" cap="flat">
            <a:noFill/>
            <a:miter/>
          </a:ln>
        </p:spPr>
      </p:sp>
      <p:sp>
        <p:nvSpPr>
          <p:cNvPr id="36" name="Vector element">
            <a:extLst xmlns:a="http://schemas.openxmlformats.org/drawingml/2006/main">
              <a:ext uri="{FF2B5EF4-FFF2-40B4-BE49-F238E27FC236}">
                <a16:creationId xmlns:a16="http://schemas.microsoft.com/office/drawing/2014/main" id="{C60EA5F1-EC71-436F-9BDF-C7E6D3ABB71F}"/>
              </a:ext>
            </a:extLst>
          </p:cNvPr>
          <p:cNvSpPr>
            <a:spLocks xmlns:a="http://schemas.openxmlformats.org/drawingml/2006/main" noGrp="1"/>
          </p:cNvSpPr>
          <p:nvPr/>
        </p:nvSpPr>
        <p:spPr>
          <a:xfrm xmlns:a="http://schemas.openxmlformats.org/drawingml/2006/main">
            <a:off x="1855120" y="901747"/>
            <a:ext cx="356519" cy="600463"/>
          </a:xfrm>
          <a:custGeom xmlns:a="http://schemas.openxmlformats.org/drawingml/2006/main">
            <a:pathLst>
              <a:path w="356519" h="600463">
                <a:moveTo>
                  <a:pt x="330" y="244032"/>
                </a:moveTo>
                <a:cubicBezTo>
                  <a:pt x="330" y="217325"/>
                  <a:pt x="3035" y="199360"/>
                  <a:pt x="8444" y="190138"/>
                </a:cubicBezTo>
                <a:cubicBezTo>
                  <a:pt x="13854" y="180918"/>
                  <a:pt x="22365" y="176308"/>
                  <a:pt x="33976" y="176308"/>
                </a:cubicBezTo>
                <a:cubicBezTo>
                  <a:pt x="39254" y="176308"/>
                  <a:pt x="47567" y="176466"/>
                  <a:pt x="58914" y="176784"/>
                </a:cubicBezTo>
                <a:cubicBezTo>
                  <a:pt x="70261" y="177103"/>
                  <a:pt x="82335" y="177261"/>
                  <a:pt x="95133" y="177261"/>
                </a:cubicBezTo>
                <a:cubicBezTo>
                  <a:pt x="107932" y="177261"/>
                  <a:pt x="120401" y="177420"/>
                  <a:pt x="132540" y="177739"/>
                </a:cubicBezTo>
                <a:cubicBezTo>
                  <a:pt x="144680" y="178057"/>
                  <a:pt x="154312" y="178215"/>
                  <a:pt x="161436" y="178215"/>
                </a:cubicBezTo>
                <a:cubicBezTo>
                  <a:pt x="171464" y="178852"/>
                  <a:pt x="179381" y="176784"/>
                  <a:pt x="185187" y="172015"/>
                </a:cubicBezTo>
                <a:cubicBezTo>
                  <a:pt x="190993" y="167246"/>
                  <a:pt x="193896" y="156276"/>
                  <a:pt x="193896" y="139106"/>
                </a:cubicBezTo>
                <a:cubicBezTo>
                  <a:pt x="193896" y="126388"/>
                  <a:pt x="194093" y="111285"/>
                  <a:pt x="194489" y="93798"/>
                </a:cubicBezTo>
                <a:cubicBezTo>
                  <a:pt x="194885" y="76310"/>
                  <a:pt x="195083" y="61207"/>
                  <a:pt x="195083" y="48489"/>
                </a:cubicBezTo>
                <a:cubicBezTo>
                  <a:pt x="195347" y="26231"/>
                  <a:pt x="197986" y="12082"/>
                  <a:pt x="203000" y="6041"/>
                </a:cubicBezTo>
                <a:cubicBezTo>
                  <a:pt x="208014" y="0"/>
                  <a:pt x="214347" y="4610"/>
                  <a:pt x="222000" y="19872"/>
                </a:cubicBezTo>
                <a:cubicBezTo>
                  <a:pt x="229917" y="35134"/>
                  <a:pt x="239153" y="53258"/>
                  <a:pt x="249709" y="74243"/>
                </a:cubicBezTo>
                <a:cubicBezTo>
                  <a:pt x="260265" y="95228"/>
                  <a:pt x="271217" y="116691"/>
                  <a:pt x="282563" y="138630"/>
                </a:cubicBezTo>
                <a:cubicBezTo>
                  <a:pt x="293911" y="160569"/>
                  <a:pt x="304995" y="182189"/>
                  <a:pt x="315815" y="203493"/>
                </a:cubicBezTo>
                <a:cubicBezTo>
                  <a:pt x="326635" y="224796"/>
                  <a:pt x="336267" y="243397"/>
                  <a:pt x="344711" y="259294"/>
                </a:cubicBezTo>
                <a:cubicBezTo>
                  <a:pt x="352363" y="274556"/>
                  <a:pt x="356255" y="289023"/>
                  <a:pt x="356387" y="302697"/>
                </a:cubicBezTo>
                <a:cubicBezTo>
                  <a:pt x="356519" y="316368"/>
                  <a:pt x="352891" y="330518"/>
                  <a:pt x="345503" y="345144"/>
                </a:cubicBezTo>
                <a:cubicBezTo>
                  <a:pt x="337849" y="360406"/>
                  <a:pt x="328811" y="377892"/>
                  <a:pt x="318387" y="397606"/>
                </a:cubicBezTo>
                <a:cubicBezTo>
                  <a:pt x="307963" y="417319"/>
                  <a:pt x="297145" y="437669"/>
                  <a:pt x="285929" y="458654"/>
                </a:cubicBezTo>
                <a:cubicBezTo>
                  <a:pt x="274713" y="479639"/>
                  <a:pt x="263695" y="500466"/>
                  <a:pt x="252876" y="521133"/>
                </a:cubicBezTo>
                <a:cubicBezTo>
                  <a:pt x="242057" y="541801"/>
                  <a:pt x="232424" y="560083"/>
                  <a:pt x="223979" y="575981"/>
                </a:cubicBezTo>
                <a:cubicBezTo>
                  <a:pt x="214743" y="593785"/>
                  <a:pt x="207156" y="600463"/>
                  <a:pt x="201219" y="596012"/>
                </a:cubicBezTo>
                <a:cubicBezTo>
                  <a:pt x="195281" y="591560"/>
                  <a:pt x="192444" y="577889"/>
                  <a:pt x="192708" y="554995"/>
                </a:cubicBezTo>
                <a:lnTo>
                  <a:pt x="192708" y="532103"/>
                </a:lnTo>
                <a:lnTo>
                  <a:pt x="192708" y="504440"/>
                </a:lnTo>
                <a:cubicBezTo>
                  <a:pt x="192708" y="494901"/>
                  <a:pt x="192642" y="485522"/>
                  <a:pt x="192510" y="476301"/>
                </a:cubicBezTo>
                <a:cubicBezTo>
                  <a:pt x="192378" y="467079"/>
                  <a:pt x="192312" y="458654"/>
                  <a:pt x="192312" y="451024"/>
                </a:cubicBezTo>
                <a:cubicBezTo>
                  <a:pt x="192312" y="435125"/>
                  <a:pt x="190333" y="425110"/>
                  <a:pt x="186374" y="420976"/>
                </a:cubicBezTo>
                <a:cubicBezTo>
                  <a:pt x="182416" y="416843"/>
                  <a:pt x="177006" y="414776"/>
                  <a:pt x="170145" y="414776"/>
                </a:cubicBezTo>
                <a:cubicBezTo>
                  <a:pt x="162492" y="414776"/>
                  <a:pt x="152464" y="414617"/>
                  <a:pt x="140061" y="414299"/>
                </a:cubicBezTo>
                <a:cubicBezTo>
                  <a:pt x="127658" y="413980"/>
                  <a:pt x="114728" y="413822"/>
                  <a:pt x="101269" y="413822"/>
                </a:cubicBezTo>
                <a:cubicBezTo>
                  <a:pt x="87810" y="413822"/>
                  <a:pt x="74748" y="413663"/>
                  <a:pt x="62081" y="413346"/>
                </a:cubicBezTo>
                <a:cubicBezTo>
                  <a:pt x="49414" y="413027"/>
                  <a:pt x="39122" y="412868"/>
                  <a:pt x="31205" y="412868"/>
                </a:cubicBezTo>
                <a:cubicBezTo>
                  <a:pt x="27775" y="412868"/>
                  <a:pt x="24212" y="412073"/>
                  <a:pt x="20518" y="410484"/>
                </a:cubicBezTo>
                <a:cubicBezTo>
                  <a:pt x="16823" y="408894"/>
                  <a:pt x="13458" y="405873"/>
                  <a:pt x="10424" y="401421"/>
                </a:cubicBezTo>
                <a:cubicBezTo>
                  <a:pt x="7389" y="396970"/>
                  <a:pt x="4948" y="390452"/>
                  <a:pt x="3101" y="381868"/>
                </a:cubicBezTo>
                <a:cubicBezTo>
                  <a:pt x="1253" y="373282"/>
                  <a:pt x="330" y="361677"/>
                  <a:pt x="330" y="347051"/>
                </a:cubicBezTo>
                <a:cubicBezTo>
                  <a:pt x="330" y="329881"/>
                  <a:pt x="264" y="313347"/>
                  <a:pt x="132" y="297450"/>
                </a:cubicBezTo>
                <a:cubicBezTo>
                  <a:pt x="0" y="281552"/>
                  <a:pt x="66" y="263746"/>
                  <a:pt x="330" y="244032"/>
                </a:cubicBezTo>
                <a:close/>
              </a:path>
            </a:pathLst>
          </a:custGeom>
          <a:solidFill xmlns:a="http://schemas.openxmlformats.org/drawingml/2006/main">
            <a:srgbClr val="000000"/>
          </a:solidFill>
          <a:ln xmlns:a="http://schemas.openxmlformats.org/drawingml/2006/main" w="0" cap="flat">
            <a:noFill/>
            <a:miter/>
          </a:ln>
        </p:spPr>
      </p:sp>
      <p:sp>
        <p:nvSpPr>
          <p:cNvPr id="37" name="Vector element">
            <a:extLst xmlns:a="http://schemas.openxmlformats.org/drawingml/2006/main">
              <a:ext uri="{FF2B5EF4-FFF2-40B4-BE49-F238E27FC236}">
                <a16:creationId xmlns:a16="http://schemas.microsoft.com/office/drawing/2014/main" id="{CD7D3F20-5144-4302-992C-2470662915A1}"/>
              </a:ext>
            </a:extLst>
          </p:cNvPr>
          <p:cNvSpPr>
            <a:spLocks xmlns:a="http://schemas.openxmlformats.org/drawingml/2006/main" noGrp="1"/>
          </p:cNvSpPr>
          <p:nvPr/>
        </p:nvSpPr>
        <p:spPr>
          <a:xfrm xmlns:a="http://schemas.openxmlformats.org/drawingml/2006/main">
            <a:off x="4662618" y="901747"/>
            <a:ext cx="356519" cy="600463"/>
          </a:xfrm>
          <a:custGeom xmlns:a="http://schemas.openxmlformats.org/drawingml/2006/main">
            <a:pathLst>
              <a:path w="356519" h="600463">
                <a:moveTo>
                  <a:pt x="330" y="244032"/>
                </a:moveTo>
                <a:cubicBezTo>
                  <a:pt x="330" y="217325"/>
                  <a:pt x="3035" y="199360"/>
                  <a:pt x="8444" y="190138"/>
                </a:cubicBezTo>
                <a:cubicBezTo>
                  <a:pt x="13854" y="180918"/>
                  <a:pt x="22365" y="176308"/>
                  <a:pt x="33977" y="176308"/>
                </a:cubicBezTo>
                <a:cubicBezTo>
                  <a:pt x="39254" y="176308"/>
                  <a:pt x="47567" y="176466"/>
                  <a:pt x="58914" y="176784"/>
                </a:cubicBezTo>
                <a:cubicBezTo>
                  <a:pt x="70262" y="177103"/>
                  <a:pt x="82335" y="177261"/>
                  <a:pt x="95134" y="177261"/>
                </a:cubicBezTo>
                <a:cubicBezTo>
                  <a:pt x="107932" y="177261"/>
                  <a:pt x="120401" y="177420"/>
                  <a:pt x="132540" y="177739"/>
                </a:cubicBezTo>
                <a:cubicBezTo>
                  <a:pt x="144680" y="178057"/>
                  <a:pt x="154312" y="178215"/>
                  <a:pt x="161437" y="178215"/>
                </a:cubicBezTo>
                <a:cubicBezTo>
                  <a:pt x="171465" y="178852"/>
                  <a:pt x="179381" y="176784"/>
                  <a:pt x="185187" y="172015"/>
                </a:cubicBezTo>
                <a:cubicBezTo>
                  <a:pt x="190993" y="167246"/>
                  <a:pt x="193896" y="156276"/>
                  <a:pt x="193896" y="139106"/>
                </a:cubicBezTo>
                <a:cubicBezTo>
                  <a:pt x="193896" y="126388"/>
                  <a:pt x="194093" y="111285"/>
                  <a:pt x="194489" y="93798"/>
                </a:cubicBezTo>
                <a:cubicBezTo>
                  <a:pt x="194885" y="76310"/>
                  <a:pt x="195083" y="61207"/>
                  <a:pt x="195083" y="48489"/>
                </a:cubicBezTo>
                <a:cubicBezTo>
                  <a:pt x="195347" y="26231"/>
                  <a:pt x="197986" y="12082"/>
                  <a:pt x="203000" y="6041"/>
                </a:cubicBezTo>
                <a:cubicBezTo>
                  <a:pt x="208015" y="0"/>
                  <a:pt x="214347" y="4610"/>
                  <a:pt x="222001" y="19872"/>
                </a:cubicBezTo>
                <a:cubicBezTo>
                  <a:pt x="229917" y="35134"/>
                  <a:pt x="239153" y="53258"/>
                  <a:pt x="249709" y="74243"/>
                </a:cubicBezTo>
                <a:cubicBezTo>
                  <a:pt x="260265" y="95228"/>
                  <a:pt x="271217" y="116691"/>
                  <a:pt x="282563" y="138630"/>
                </a:cubicBezTo>
                <a:cubicBezTo>
                  <a:pt x="293911" y="160569"/>
                  <a:pt x="304995" y="182189"/>
                  <a:pt x="315815" y="203493"/>
                </a:cubicBezTo>
                <a:cubicBezTo>
                  <a:pt x="326635" y="224796"/>
                  <a:pt x="336267" y="243397"/>
                  <a:pt x="344711" y="259294"/>
                </a:cubicBezTo>
                <a:cubicBezTo>
                  <a:pt x="352363" y="274556"/>
                  <a:pt x="356255" y="289023"/>
                  <a:pt x="356387" y="302697"/>
                </a:cubicBezTo>
                <a:cubicBezTo>
                  <a:pt x="356519" y="316368"/>
                  <a:pt x="352891" y="330518"/>
                  <a:pt x="345503" y="345144"/>
                </a:cubicBezTo>
                <a:cubicBezTo>
                  <a:pt x="337849" y="360406"/>
                  <a:pt x="328811" y="377892"/>
                  <a:pt x="318387" y="397606"/>
                </a:cubicBezTo>
                <a:cubicBezTo>
                  <a:pt x="307963" y="417319"/>
                  <a:pt x="297145" y="437669"/>
                  <a:pt x="285929" y="458654"/>
                </a:cubicBezTo>
                <a:cubicBezTo>
                  <a:pt x="274713" y="479639"/>
                  <a:pt x="263695" y="500466"/>
                  <a:pt x="252877" y="521133"/>
                </a:cubicBezTo>
                <a:cubicBezTo>
                  <a:pt x="242057" y="541801"/>
                  <a:pt x="232425" y="560083"/>
                  <a:pt x="223979" y="575981"/>
                </a:cubicBezTo>
                <a:cubicBezTo>
                  <a:pt x="214743" y="593785"/>
                  <a:pt x="207157" y="600463"/>
                  <a:pt x="201219" y="596012"/>
                </a:cubicBezTo>
                <a:cubicBezTo>
                  <a:pt x="195281" y="591560"/>
                  <a:pt x="192445" y="577889"/>
                  <a:pt x="192709" y="554995"/>
                </a:cubicBezTo>
                <a:lnTo>
                  <a:pt x="192709" y="532103"/>
                </a:lnTo>
                <a:lnTo>
                  <a:pt x="192709" y="504440"/>
                </a:lnTo>
                <a:cubicBezTo>
                  <a:pt x="192709" y="494901"/>
                  <a:pt x="192643" y="485522"/>
                  <a:pt x="192511" y="476301"/>
                </a:cubicBezTo>
                <a:cubicBezTo>
                  <a:pt x="192379" y="467079"/>
                  <a:pt x="192313" y="458654"/>
                  <a:pt x="192313" y="451024"/>
                </a:cubicBezTo>
                <a:cubicBezTo>
                  <a:pt x="192313" y="435125"/>
                  <a:pt x="190333" y="425110"/>
                  <a:pt x="186375" y="420976"/>
                </a:cubicBezTo>
                <a:cubicBezTo>
                  <a:pt x="182417" y="416843"/>
                  <a:pt x="177007" y="414776"/>
                  <a:pt x="170145" y="414776"/>
                </a:cubicBezTo>
                <a:cubicBezTo>
                  <a:pt x="162492" y="414776"/>
                  <a:pt x="152464" y="414617"/>
                  <a:pt x="140062" y="414299"/>
                </a:cubicBezTo>
                <a:cubicBezTo>
                  <a:pt x="127658" y="413980"/>
                  <a:pt x="114728" y="413822"/>
                  <a:pt x="101269" y="413822"/>
                </a:cubicBezTo>
                <a:cubicBezTo>
                  <a:pt x="87810" y="413822"/>
                  <a:pt x="74748" y="413663"/>
                  <a:pt x="62081" y="413346"/>
                </a:cubicBezTo>
                <a:cubicBezTo>
                  <a:pt x="49414" y="413027"/>
                  <a:pt x="39122" y="412868"/>
                  <a:pt x="31205" y="412868"/>
                </a:cubicBezTo>
                <a:cubicBezTo>
                  <a:pt x="27775" y="412868"/>
                  <a:pt x="24213" y="412073"/>
                  <a:pt x="20518" y="410484"/>
                </a:cubicBezTo>
                <a:cubicBezTo>
                  <a:pt x="16823" y="408894"/>
                  <a:pt x="13459" y="405873"/>
                  <a:pt x="10424" y="401421"/>
                </a:cubicBezTo>
                <a:cubicBezTo>
                  <a:pt x="7389" y="396970"/>
                  <a:pt x="4948" y="390452"/>
                  <a:pt x="3101" y="381868"/>
                </a:cubicBezTo>
                <a:cubicBezTo>
                  <a:pt x="1254" y="373282"/>
                  <a:pt x="330" y="361677"/>
                  <a:pt x="330" y="347051"/>
                </a:cubicBezTo>
                <a:cubicBezTo>
                  <a:pt x="330" y="329881"/>
                  <a:pt x="264" y="313347"/>
                  <a:pt x="132" y="297450"/>
                </a:cubicBezTo>
                <a:cubicBezTo>
                  <a:pt x="0" y="281552"/>
                  <a:pt x="66" y="263746"/>
                  <a:pt x="330" y="244032"/>
                </a:cubicBezTo>
                <a:close/>
              </a:path>
            </a:pathLst>
          </a:custGeom>
          <a:solidFill xmlns:a="http://schemas.openxmlformats.org/drawingml/2006/main">
            <a:srgbClr val="000000"/>
          </a:solidFill>
          <a:ln xmlns:a="http://schemas.openxmlformats.org/drawingml/2006/main" w="0" cap="flat">
            <a:noFill/>
            <a:miter/>
          </a:ln>
        </p:spPr>
      </p:sp>
      <p:sp>
        <p:nvSpPr>
          <p:cNvPr id="38" name="Vector element">
            <a:extLst xmlns:a="http://schemas.openxmlformats.org/drawingml/2006/main">
              <a:ext uri="{FF2B5EF4-FFF2-40B4-BE49-F238E27FC236}">
                <a16:creationId xmlns:a16="http://schemas.microsoft.com/office/drawing/2014/main" id="{4E51495A-FF8C-4727-9516-60E28FCE91AF}"/>
              </a:ext>
            </a:extLst>
          </p:cNvPr>
          <p:cNvSpPr>
            <a:spLocks xmlns:a="http://schemas.openxmlformats.org/drawingml/2006/main" noGrp="1"/>
          </p:cNvSpPr>
          <p:nvPr/>
        </p:nvSpPr>
        <p:spPr>
          <a:xfrm xmlns:a="http://schemas.openxmlformats.org/drawingml/2006/main">
            <a:off x="6018427" y="901747"/>
            <a:ext cx="356519" cy="600463"/>
          </a:xfrm>
          <a:custGeom xmlns:a="http://schemas.openxmlformats.org/drawingml/2006/main">
            <a:pathLst>
              <a:path w="356519" h="600463">
                <a:moveTo>
                  <a:pt x="330" y="244032"/>
                </a:moveTo>
                <a:cubicBezTo>
                  <a:pt x="330" y="217325"/>
                  <a:pt x="3035" y="199360"/>
                  <a:pt x="8445" y="190138"/>
                </a:cubicBezTo>
                <a:cubicBezTo>
                  <a:pt x="13855" y="180918"/>
                  <a:pt x="22365" y="176308"/>
                  <a:pt x="33976" y="176308"/>
                </a:cubicBezTo>
                <a:cubicBezTo>
                  <a:pt x="39254" y="176308"/>
                  <a:pt x="47567" y="176466"/>
                  <a:pt x="58914" y="176784"/>
                </a:cubicBezTo>
                <a:cubicBezTo>
                  <a:pt x="70262" y="177103"/>
                  <a:pt x="82334" y="177261"/>
                  <a:pt x="95134" y="177261"/>
                </a:cubicBezTo>
                <a:cubicBezTo>
                  <a:pt x="107932" y="177261"/>
                  <a:pt x="120402" y="177420"/>
                  <a:pt x="132540" y="177739"/>
                </a:cubicBezTo>
                <a:cubicBezTo>
                  <a:pt x="144680" y="178057"/>
                  <a:pt x="154312" y="178215"/>
                  <a:pt x="161437" y="178215"/>
                </a:cubicBezTo>
                <a:cubicBezTo>
                  <a:pt x="171465" y="178852"/>
                  <a:pt x="179381" y="176784"/>
                  <a:pt x="185187" y="172015"/>
                </a:cubicBezTo>
                <a:cubicBezTo>
                  <a:pt x="190993" y="167246"/>
                  <a:pt x="193896" y="156276"/>
                  <a:pt x="193896" y="139106"/>
                </a:cubicBezTo>
                <a:cubicBezTo>
                  <a:pt x="193896" y="126388"/>
                  <a:pt x="194093" y="111285"/>
                  <a:pt x="194489" y="93798"/>
                </a:cubicBezTo>
                <a:cubicBezTo>
                  <a:pt x="194885" y="76310"/>
                  <a:pt x="195083" y="61207"/>
                  <a:pt x="195083" y="48489"/>
                </a:cubicBezTo>
                <a:cubicBezTo>
                  <a:pt x="195347" y="26231"/>
                  <a:pt x="197986" y="12082"/>
                  <a:pt x="203000" y="6041"/>
                </a:cubicBezTo>
                <a:cubicBezTo>
                  <a:pt x="208015" y="0"/>
                  <a:pt x="214347" y="4610"/>
                  <a:pt x="222001" y="19872"/>
                </a:cubicBezTo>
                <a:cubicBezTo>
                  <a:pt x="229917" y="35134"/>
                  <a:pt x="239153" y="53258"/>
                  <a:pt x="249709" y="74243"/>
                </a:cubicBezTo>
                <a:cubicBezTo>
                  <a:pt x="260265" y="95228"/>
                  <a:pt x="271217" y="116691"/>
                  <a:pt x="282563" y="138630"/>
                </a:cubicBezTo>
                <a:cubicBezTo>
                  <a:pt x="293911" y="160569"/>
                  <a:pt x="304995" y="182189"/>
                  <a:pt x="315815" y="203493"/>
                </a:cubicBezTo>
                <a:cubicBezTo>
                  <a:pt x="326635" y="224796"/>
                  <a:pt x="336267" y="243397"/>
                  <a:pt x="344711" y="259294"/>
                </a:cubicBezTo>
                <a:cubicBezTo>
                  <a:pt x="352363" y="274556"/>
                  <a:pt x="356255" y="289023"/>
                  <a:pt x="356387" y="302697"/>
                </a:cubicBezTo>
                <a:cubicBezTo>
                  <a:pt x="356519" y="316368"/>
                  <a:pt x="352891" y="330518"/>
                  <a:pt x="345503" y="345144"/>
                </a:cubicBezTo>
                <a:cubicBezTo>
                  <a:pt x="337849" y="360406"/>
                  <a:pt x="328811" y="377892"/>
                  <a:pt x="318387" y="397606"/>
                </a:cubicBezTo>
                <a:cubicBezTo>
                  <a:pt x="307963" y="417319"/>
                  <a:pt x="297145" y="437669"/>
                  <a:pt x="285929" y="458654"/>
                </a:cubicBezTo>
                <a:cubicBezTo>
                  <a:pt x="274713" y="479639"/>
                  <a:pt x="263695" y="500466"/>
                  <a:pt x="252877" y="521133"/>
                </a:cubicBezTo>
                <a:cubicBezTo>
                  <a:pt x="242057" y="541801"/>
                  <a:pt x="232425" y="560083"/>
                  <a:pt x="223979" y="575981"/>
                </a:cubicBezTo>
                <a:cubicBezTo>
                  <a:pt x="214743" y="593785"/>
                  <a:pt x="207157" y="600463"/>
                  <a:pt x="201219" y="596012"/>
                </a:cubicBezTo>
                <a:cubicBezTo>
                  <a:pt x="195281" y="591560"/>
                  <a:pt x="192445" y="577889"/>
                  <a:pt x="192709" y="554995"/>
                </a:cubicBezTo>
                <a:lnTo>
                  <a:pt x="192709" y="532103"/>
                </a:lnTo>
                <a:lnTo>
                  <a:pt x="192709" y="504440"/>
                </a:lnTo>
                <a:cubicBezTo>
                  <a:pt x="192709" y="494901"/>
                  <a:pt x="192643" y="485522"/>
                  <a:pt x="192511" y="476301"/>
                </a:cubicBezTo>
                <a:cubicBezTo>
                  <a:pt x="192379" y="467079"/>
                  <a:pt x="192313" y="458654"/>
                  <a:pt x="192313" y="451024"/>
                </a:cubicBezTo>
                <a:cubicBezTo>
                  <a:pt x="192313" y="435125"/>
                  <a:pt x="190333" y="425110"/>
                  <a:pt x="186375" y="420976"/>
                </a:cubicBezTo>
                <a:cubicBezTo>
                  <a:pt x="182417" y="416843"/>
                  <a:pt x="177007" y="414776"/>
                  <a:pt x="170145" y="414776"/>
                </a:cubicBezTo>
                <a:cubicBezTo>
                  <a:pt x="162492" y="414776"/>
                  <a:pt x="152464" y="414617"/>
                  <a:pt x="140061" y="414299"/>
                </a:cubicBezTo>
                <a:cubicBezTo>
                  <a:pt x="127658" y="413980"/>
                  <a:pt x="114728" y="413822"/>
                  <a:pt x="101269" y="413822"/>
                </a:cubicBezTo>
                <a:cubicBezTo>
                  <a:pt x="87811" y="413822"/>
                  <a:pt x="74748" y="413663"/>
                  <a:pt x="62081" y="413346"/>
                </a:cubicBezTo>
                <a:cubicBezTo>
                  <a:pt x="49414" y="413027"/>
                  <a:pt x="39122" y="412868"/>
                  <a:pt x="31206" y="412868"/>
                </a:cubicBezTo>
                <a:cubicBezTo>
                  <a:pt x="27775" y="412868"/>
                  <a:pt x="24212" y="412073"/>
                  <a:pt x="20518" y="410484"/>
                </a:cubicBezTo>
                <a:cubicBezTo>
                  <a:pt x="16823" y="408894"/>
                  <a:pt x="13459" y="405873"/>
                  <a:pt x="10424" y="401421"/>
                </a:cubicBezTo>
                <a:cubicBezTo>
                  <a:pt x="7389" y="396970"/>
                  <a:pt x="4948" y="390452"/>
                  <a:pt x="3101" y="381868"/>
                </a:cubicBezTo>
                <a:cubicBezTo>
                  <a:pt x="1254" y="373282"/>
                  <a:pt x="330" y="361677"/>
                  <a:pt x="330" y="347051"/>
                </a:cubicBezTo>
                <a:cubicBezTo>
                  <a:pt x="330" y="329881"/>
                  <a:pt x="264" y="313347"/>
                  <a:pt x="132" y="297450"/>
                </a:cubicBezTo>
                <a:cubicBezTo>
                  <a:pt x="0" y="281552"/>
                  <a:pt x="66" y="263746"/>
                  <a:pt x="330" y="244032"/>
                </a:cubicBezTo>
                <a:close/>
              </a:path>
            </a:pathLst>
          </a:custGeom>
          <a:solidFill xmlns:a="http://schemas.openxmlformats.org/drawingml/2006/main">
            <a:srgbClr val="000000"/>
          </a:solidFill>
          <a:ln xmlns:a="http://schemas.openxmlformats.org/drawingml/2006/main" w="0" cap="flat">
            <a:noFill/>
            <a:miter/>
          </a:ln>
        </p:spPr>
      </p:sp>
      <p:sp>
        <p:nvSpPr>
          <p:cNvPr id="39" name="Vector element">
            <a:extLst xmlns:a="http://schemas.openxmlformats.org/drawingml/2006/main">
              <a:ext uri="{FF2B5EF4-FFF2-40B4-BE49-F238E27FC236}">
                <a16:creationId xmlns:a16="http://schemas.microsoft.com/office/drawing/2014/main" id="{837F4F56-0A0D-4C37-A75E-E54659563D27}"/>
              </a:ext>
            </a:extLst>
          </p:cNvPr>
          <p:cNvSpPr>
            <a:spLocks xmlns:a="http://schemas.openxmlformats.org/drawingml/2006/main" noGrp="1"/>
          </p:cNvSpPr>
          <p:nvPr/>
        </p:nvSpPr>
        <p:spPr>
          <a:xfrm xmlns:a="http://schemas.openxmlformats.org/drawingml/2006/main">
            <a:off x="8638925" y="901747"/>
            <a:ext cx="356519" cy="600463"/>
          </a:xfrm>
          <a:custGeom xmlns:a="http://schemas.openxmlformats.org/drawingml/2006/main">
            <a:pathLst>
              <a:path w="356519" h="600463">
                <a:moveTo>
                  <a:pt x="330" y="244032"/>
                </a:moveTo>
                <a:cubicBezTo>
                  <a:pt x="330" y="217325"/>
                  <a:pt x="3035" y="199360"/>
                  <a:pt x="8445" y="190138"/>
                </a:cubicBezTo>
                <a:cubicBezTo>
                  <a:pt x="13855" y="180918"/>
                  <a:pt x="22366" y="176308"/>
                  <a:pt x="33976" y="176308"/>
                </a:cubicBezTo>
                <a:cubicBezTo>
                  <a:pt x="39254" y="176308"/>
                  <a:pt x="47567" y="176466"/>
                  <a:pt x="58914" y="176784"/>
                </a:cubicBezTo>
                <a:cubicBezTo>
                  <a:pt x="70262" y="177103"/>
                  <a:pt x="82334" y="177261"/>
                  <a:pt x="95134" y="177261"/>
                </a:cubicBezTo>
                <a:cubicBezTo>
                  <a:pt x="107932" y="177261"/>
                  <a:pt x="120402" y="177420"/>
                  <a:pt x="132540" y="177739"/>
                </a:cubicBezTo>
                <a:cubicBezTo>
                  <a:pt x="144680" y="178057"/>
                  <a:pt x="154312" y="178215"/>
                  <a:pt x="161436" y="178215"/>
                </a:cubicBezTo>
                <a:cubicBezTo>
                  <a:pt x="171465" y="178852"/>
                  <a:pt x="179381" y="176784"/>
                  <a:pt x="185187" y="172015"/>
                </a:cubicBezTo>
                <a:cubicBezTo>
                  <a:pt x="190993" y="167246"/>
                  <a:pt x="193896" y="156276"/>
                  <a:pt x="193896" y="139106"/>
                </a:cubicBezTo>
                <a:cubicBezTo>
                  <a:pt x="193896" y="126388"/>
                  <a:pt x="194093" y="111285"/>
                  <a:pt x="194489" y="93798"/>
                </a:cubicBezTo>
                <a:cubicBezTo>
                  <a:pt x="194885" y="76310"/>
                  <a:pt x="195083" y="61207"/>
                  <a:pt x="195083" y="48489"/>
                </a:cubicBezTo>
                <a:cubicBezTo>
                  <a:pt x="195347" y="26231"/>
                  <a:pt x="197986" y="12082"/>
                  <a:pt x="203000" y="6041"/>
                </a:cubicBezTo>
                <a:cubicBezTo>
                  <a:pt x="208015" y="0"/>
                  <a:pt x="214347" y="4610"/>
                  <a:pt x="222001" y="19872"/>
                </a:cubicBezTo>
                <a:cubicBezTo>
                  <a:pt x="229917" y="35134"/>
                  <a:pt x="239153" y="53258"/>
                  <a:pt x="249709" y="74243"/>
                </a:cubicBezTo>
                <a:cubicBezTo>
                  <a:pt x="260265" y="95228"/>
                  <a:pt x="271217" y="116691"/>
                  <a:pt x="282563" y="138630"/>
                </a:cubicBezTo>
                <a:cubicBezTo>
                  <a:pt x="293911" y="160569"/>
                  <a:pt x="304995" y="182189"/>
                  <a:pt x="315815" y="203493"/>
                </a:cubicBezTo>
                <a:cubicBezTo>
                  <a:pt x="326635" y="224796"/>
                  <a:pt x="336267" y="243397"/>
                  <a:pt x="344711" y="259294"/>
                </a:cubicBezTo>
                <a:cubicBezTo>
                  <a:pt x="352363" y="274556"/>
                  <a:pt x="356255" y="289023"/>
                  <a:pt x="356387" y="302697"/>
                </a:cubicBezTo>
                <a:cubicBezTo>
                  <a:pt x="356519" y="316368"/>
                  <a:pt x="352891" y="330518"/>
                  <a:pt x="345503" y="345144"/>
                </a:cubicBezTo>
                <a:cubicBezTo>
                  <a:pt x="337849" y="360406"/>
                  <a:pt x="328811" y="377892"/>
                  <a:pt x="318387" y="397606"/>
                </a:cubicBezTo>
                <a:cubicBezTo>
                  <a:pt x="307963" y="417319"/>
                  <a:pt x="297145" y="437669"/>
                  <a:pt x="285929" y="458654"/>
                </a:cubicBezTo>
                <a:cubicBezTo>
                  <a:pt x="274713" y="479639"/>
                  <a:pt x="263695" y="500466"/>
                  <a:pt x="252877" y="521133"/>
                </a:cubicBezTo>
                <a:cubicBezTo>
                  <a:pt x="242057" y="541801"/>
                  <a:pt x="232425" y="560083"/>
                  <a:pt x="223979" y="575981"/>
                </a:cubicBezTo>
                <a:cubicBezTo>
                  <a:pt x="214743" y="593785"/>
                  <a:pt x="207157" y="600463"/>
                  <a:pt x="201219" y="596012"/>
                </a:cubicBezTo>
                <a:cubicBezTo>
                  <a:pt x="195281" y="591560"/>
                  <a:pt x="192445" y="577889"/>
                  <a:pt x="192709" y="554995"/>
                </a:cubicBezTo>
                <a:lnTo>
                  <a:pt x="192709" y="532103"/>
                </a:lnTo>
                <a:lnTo>
                  <a:pt x="192709" y="504440"/>
                </a:lnTo>
                <a:cubicBezTo>
                  <a:pt x="192709" y="494901"/>
                  <a:pt x="192643" y="485522"/>
                  <a:pt x="192510" y="476301"/>
                </a:cubicBezTo>
                <a:cubicBezTo>
                  <a:pt x="192379" y="467079"/>
                  <a:pt x="192313" y="458654"/>
                  <a:pt x="192313" y="451024"/>
                </a:cubicBezTo>
                <a:cubicBezTo>
                  <a:pt x="192313" y="435125"/>
                  <a:pt x="190333" y="425110"/>
                  <a:pt x="186375" y="420976"/>
                </a:cubicBezTo>
                <a:cubicBezTo>
                  <a:pt x="182417" y="416843"/>
                  <a:pt x="177007" y="414776"/>
                  <a:pt x="170145" y="414776"/>
                </a:cubicBezTo>
                <a:cubicBezTo>
                  <a:pt x="162492" y="414776"/>
                  <a:pt x="152464" y="414617"/>
                  <a:pt x="140062" y="414299"/>
                </a:cubicBezTo>
                <a:cubicBezTo>
                  <a:pt x="127658" y="413980"/>
                  <a:pt x="114728" y="413822"/>
                  <a:pt x="101270" y="413822"/>
                </a:cubicBezTo>
                <a:cubicBezTo>
                  <a:pt x="87810" y="413822"/>
                  <a:pt x="74748" y="413663"/>
                  <a:pt x="62081" y="413346"/>
                </a:cubicBezTo>
                <a:cubicBezTo>
                  <a:pt x="49414" y="413027"/>
                  <a:pt x="39122" y="412868"/>
                  <a:pt x="31206" y="412868"/>
                </a:cubicBezTo>
                <a:cubicBezTo>
                  <a:pt x="27776" y="412868"/>
                  <a:pt x="24212" y="412073"/>
                  <a:pt x="20518" y="410484"/>
                </a:cubicBezTo>
                <a:cubicBezTo>
                  <a:pt x="16823" y="408894"/>
                  <a:pt x="13458" y="405873"/>
                  <a:pt x="10424" y="401421"/>
                </a:cubicBezTo>
                <a:cubicBezTo>
                  <a:pt x="7389" y="396970"/>
                  <a:pt x="4948" y="390452"/>
                  <a:pt x="3101" y="381868"/>
                </a:cubicBezTo>
                <a:cubicBezTo>
                  <a:pt x="1254" y="373282"/>
                  <a:pt x="330" y="361677"/>
                  <a:pt x="330" y="347051"/>
                </a:cubicBezTo>
                <a:cubicBezTo>
                  <a:pt x="330" y="329881"/>
                  <a:pt x="264" y="313347"/>
                  <a:pt x="132" y="297450"/>
                </a:cubicBezTo>
                <a:cubicBezTo>
                  <a:pt x="0" y="281552"/>
                  <a:pt x="66" y="263746"/>
                  <a:pt x="330" y="244032"/>
                </a:cubicBezTo>
                <a:close/>
              </a:path>
            </a:pathLst>
          </a:custGeom>
          <a:solidFill xmlns:a="http://schemas.openxmlformats.org/drawingml/2006/main">
            <a:srgbClr val="000000"/>
          </a:solidFill>
          <a:ln xmlns:a="http://schemas.openxmlformats.org/drawingml/2006/main" w="0" cap="flat">
            <a:noFill/>
            <a:miter/>
          </a:ln>
        </p:spPr>
      </p:sp>
      <p:sp>
        <p:nvSpPr>
          <p:cNvPr id="40" name="Vector element">
            <a:extLst xmlns:a="http://schemas.openxmlformats.org/drawingml/2006/main">
              <a:ext uri="{FF2B5EF4-FFF2-40B4-BE49-F238E27FC236}">
                <a16:creationId xmlns:a16="http://schemas.microsoft.com/office/drawing/2014/main" id="{1FEB603F-20E8-4A56-9460-188B9499330A}"/>
              </a:ext>
            </a:extLst>
          </p:cNvPr>
          <p:cNvSpPr>
            <a:spLocks xmlns:a="http://schemas.openxmlformats.org/drawingml/2006/main" noGrp="1"/>
          </p:cNvSpPr>
          <p:nvPr/>
        </p:nvSpPr>
        <p:spPr>
          <a:xfrm xmlns:a="http://schemas.openxmlformats.org/drawingml/2006/main">
            <a:off x="6598736" y="180114"/>
            <a:ext cx="390825" cy="351348"/>
          </a:xfrm>
          <a:custGeom xmlns:a="http://schemas.openxmlformats.org/drawingml/2006/main">
            <a:pathLst>
              <a:path w="390825" h="351348">
                <a:moveTo>
                  <a:pt x="272050" y="304210"/>
                </a:moveTo>
                <a:lnTo>
                  <a:pt x="272050" y="217726"/>
                </a:lnTo>
                <a:lnTo>
                  <a:pt x="227510" y="173186"/>
                </a:lnTo>
                <a:lnTo>
                  <a:pt x="227510" y="173185"/>
                </a:lnTo>
                <a:lnTo>
                  <a:pt x="109601" y="173185"/>
                </a:lnTo>
                <a:cubicBezTo>
                  <a:pt x="100927" y="173185"/>
                  <a:pt x="93888" y="180225"/>
                  <a:pt x="93888" y="188898"/>
                </a:cubicBezTo>
                <a:lnTo>
                  <a:pt x="93888" y="216860"/>
                </a:lnTo>
                <a:cubicBezTo>
                  <a:pt x="93888" y="225534"/>
                  <a:pt x="88910" y="227596"/>
                  <a:pt x="82777" y="221463"/>
                </a:cubicBezTo>
                <a:lnTo>
                  <a:pt x="30666" y="169352"/>
                </a:lnTo>
                <a:cubicBezTo>
                  <a:pt x="0" y="138686"/>
                  <a:pt x="0" y="88910"/>
                  <a:pt x="30666" y="58245"/>
                </a:cubicBezTo>
                <a:lnTo>
                  <a:pt x="82777" y="6133"/>
                </a:lnTo>
                <a:cubicBezTo>
                  <a:pt x="88910" y="0"/>
                  <a:pt x="93888" y="2062"/>
                  <a:pt x="93888" y="10735"/>
                </a:cubicBezTo>
                <a:lnTo>
                  <a:pt x="93888" y="38698"/>
                </a:lnTo>
                <a:cubicBezTo>
                  <a:pt x="93888" y="47372"/>
                  <a:pt x="100927" y="54411"/>
                  <a:pt x="109601" y="54411"/>
                </a:cubicBezTo>
                <a:lnTo>
                  <a:pt x="227510" y="54410"/>
                </a:lnTo>
                <a:cubicBezTo>
                  <a:pt x="317706" y="54410"/>
                  <a:pt x="390825" y="127529"/>
                  <a:pt x="390825" y="217726"/>
                </a:cubicBezTo>
                <a:lnTo>
                  <a:pt x="390825" y="304210"/>
                </a:lnTo>
                <a:cubicBezTo>
                  <a:pt x="390825" y="330230"/>
                  <a:pt x="369707" y="351348"/>
                  <a:pt x="343686" y="351348"/>
                </a:cubicBezTo>
                <a:lnTo>
                  <a:pt x="319189" y="351348"/>
                </a:lnTo>
                <a:cubicBezTo>
                  <a:pt x="293168" y="351348"/>
                  <a:pt x="272050" y="330230"/>
                  <a:pt x="272050" y="304210"/>
                </a:cubicBezTo>
                <a:close/>
              </a:path>
            </a:pathLst>
          </a:custGeom>
          <a:solidFill xmlns:a="http://schemas.openxmlformats.org/drawingml/2006/main">
            <a:srgbClr val="000000"/>
          </a:solidFill>
          <a:ln xmlns:a="http://schemas.openxmlformats.org/drawingml/2006/main" w="0" cap="flat">
            <a:noFill/>
            <a:miter/>
          </a:ln>
        </p:spPr>
      </p:sp>
      <p:sp>
        <p:nvSpPr>
          <p:cNvPr id="41" name="Vector element">
            <a:extLst xmlns:a="http://schemas.openxmlformats.org/drawingml/2006/main">
              <a:ext uri="{FF2B5EF4-FFF2-40B4-BE49-F238E27FC236}">
                <a16:creationId xmlns:a16="http://schemas.microsoft.com/office/drawing/2014/main" id="{CE82A1D8-502B-4B8C-A2F2-51739A7012EF}"/>
              </a:ext>
            </a:extLst>
          </p:cNvPr>
          <p:cNvSpPr>
            <a:spLocks xmlns:a="http://schemas.openxmlformats.org/drawingml/2006/main" noGrp="1"/>
          </p:cNvSpPr>
          <p:nvPr/>
        </p:nvSpPr>
        <p:spPr>
          <a:xfrm xmlns:a="http://schemas.openxmlformats.org/drawingml/2006/main">
            <a:off x="6598736" y="180114"/>
            <a:ext cx="390825" cy="351348"/>
          </a:xfrm>
          <a:custGeom xmlns:a="http://schemas.openxmlformats.org/drawingml/2006/main">
            <a:pathLst>
              <a:path w="390825" h="351348" fill="none">
                <a:moveTo>
                  <a:pt x="272050" y="304210"/>
                </a:moveTo>
                <a:lnTo>
                  <a:pt x="272050" y="217726"/>
                </a:lnTo>
                <a:lnTo>
                  <a:pt x="227510" y="173186"/>
                </a:lnTo>
                <a:lnTo>
                  <a:pt x="227510" y="173185"/>
                </a:lnTo>
                <a:lnTo>
                  <a:pt x="109601" y="173185"/>
                </a:lnTo>
                <a:cubicBezTo>
                  <a:pt x="100927" y="173185"/>
                  <a:pt x="93888" y="180225"/>
                  <a:pt x="93888" y="188898"/>
                </a:cubicBezTo>
                <a:lnTo>
                  <a:pt x="93888" y="216860"/>
                </a:lnTo>
                <a:cubicBezTo>
                  <a:pt x="93888" y="225534"/>
                  <a:pt x="88910" y="227596"/>
                  <a:pt x="82777" y="221463"/>
                </a:cubicBezTo>
                <a:lnTo>
                  <a:pt x="30666" y="169352"/>
                </a:lnTo>
                <a:cubicBezTo>
                  <a:pt x="0" y="138686"/>
                  <a:pt x="0" y="88910"/>
                  <a:pt x="30666" y="58245"/>
                </a:cubicBezTo>
                <a:lnTo>
                  <a:pt x="82777" y="6133"/>
                </a:lnTo>
                <a:cubicBezTo>
                  <a:pt x="88910" y="0"/>
                  <a:pt x="93888" y="2062"/>
                  <a:pt x="93888" y="10735"/>
                </a:cubicBezTo>
                <a:lnTo>
                  <a:pt x="93888" y="38698"/>
                </a:lnTo>
                <a:cubicBezTo>
                  <a:pt x="93888" y="47372"/>
                  <a:pt x="100927" y="54411"/>
                  <a:pt x="109601" y="54411"/>
                </a:cubicBezTo>
                <a:lnTo>
                  <a:pt x="227510" y="54410"/>
                </a:lnTo>
                <a:cubicBezTo>
                  <a:pt x="317706" y="54410"/>
                  <a:pt x="390825" y="127529"/>
                  <a:pt x="390825" y="217726"/>
                </a:cubicBezTo>
                <a:lnTo>
                  <a:pt x="390825" y="304210"/>
                </a:lnTo>
                <a:cubicBezTo>
                  <a:pt x="390825" y="330230"/>
                  <a:pt x="369707" y="351348"/>
                  <a:pt x="343686" y="351348"/>
                </a:cubicBezTo>
                <a:lnTo>
                  <a:pt x="319189" y="351348"/>
                </a:lnTo>
                <a:cubicBezTo>
                  <a:pt x="293168" y="351348"/>
                  <a:pt x="272050" y="330230"/>
                  <a:pt x="272050" y="304210"/>
                </a:cubicBezTo>
                <a:close/>
              </a:path>
            </a:pathLst>
          </a:custGeom>
          <a:noFill xmlns:a="http://schemas.openxmlformats.org/drawingml/2006/main"/>
          <a:ln xmlns:a="http://schemas.openxmlformats.org/drawingml/2006/main" w="31426" cap="flat">
            <a:solidFill>
              <a:srgbClr val="323232"/>
            </a:solidFill>
            <a:round/>
          </a:ln>
        </p:spPr>
      </p:sp>
      <p:sp>
        <p:nvSpPr>
          <p:cNvPr id="42" name="Vector element">
            <a:extLst xmlns:a="http://schemas.openxmlformats.org/drawingml/2006/main">
              <a:ext uri="{FF2B5EF4-FFF2-40B4-BE49-F238E27FC236}">
                <a16:creationId xmlns:a16="http://schemas.microsoft.com/office/drawing/2014/main" id="{F97D3A00-FED4-435A-B6AF-F25FDAC94A48}"/>
              </a:ext>
            </a:extLst>
          </p:cNvPr>
          <p:cNvSpPr>
            <a:spLocks xmlns:a="http://schemas.openxmlformats.org/drawingml/2006/main" noGrp="1"/>
          </p:cNvSpPr>
          <p:nvPr/>
        </p:nvSpPr>
        <p:spPr>
          <a:xfrm xmlns:a="http://schemas.openxmlformats.org/drawingml/2006/main">
            <a:off x="3096683" y="204830"/>
            <a:ext cx="351348" cy="390825"/>
          </a:xfrm>
          <a:custGeom xmlns:a="http://schemas.openxmlformats.org/drawingml/2006/main">
            <a:pathLst>
              <a:path w="351348" h="390825">
                <a:moveTo>
                  <a:pt x="304210" y="118775"/>
                </a:moveTo>
                <a:lnTo>
                  <a:pt x="217726" y="118775"/>
                </a:lnTo>
                <a:lnTo>
                  <a:pt x="173186" y="163316"/>
                </a:lnTo>
                <a:lnTo>
                  <a:pt x="173185" y="163316"/>
                </a:lnTo>
                <a:lnTo>
                  <a:pt x="173185" y="281224"/>
                </a:lnTo>
                <a:cubicBezTo>
                  <a:pt x="173185" y="289898"/>
                  <a:pt x="180225" y="296937"/>
                  <a:pt x="188898" y="296937"/>
                </a:cubicBezTo>
                <a:lnTo>
                  <a:pt x="216860" y="296937"/>
                </a:lnTo>
                <a:cubicBezTo>
                  <a:pt x="225534" y="296937"/>
                  <a:pt x="227596" y="301915"/>
                  <a:pt x="221463" y="308048"/>
                </a:cubicBezTo>
                <a:lnTo>
                  <a:pt x="169352" y="360159"/>
                </a:lnTo>
                <a:cubicBezTo>
                  <a:pt x="138686" y="390825"/>
                  <a:pt x="88910" y="390825"/>
                  <a:pt x="58245" y="360159"/>
                </a:cubicBezTo>
                <a:lnTo>
                  <a:pt x="6133" y="308048"/>
                </a:lnTo>
                <a:cubicBezTo>
                  <a:pt x="0" y="301915"/>
                  <a:pt x="2062" y="296937"/>
                  <a:pt x="10735" y="296937"/>
                </a:cubicBezTo>
                <a:lnTo>
                  <a:pt x="38698" y="296937"/>
                </a:lnTo>
                <a:cubicBezTo>
                  <a:pt x="47372" y="296937"/>
                  <a:pt x="54411" y="289898"/>
                  <a:pt x="54411" y="281224"/>
                </a:cubicBezTo>
                <a:lnTo>
                  <a:pt x="54411" y="163316"/>
                </a:lnTo>
                <a:cubicBezTo>
                  <a:pt x="54411" y="73119"/>
                  <a:pt x="127530" y="0"/>
                  <a:pt x="217726" y="0"/>
                </a:cubicBezTo>
                <a:lnTo>
                  <a:pt x="304210" y="0"/>
                </a:lnTo>
                <a:cubicBezTo>
                  <a:pt x="330230" y="0"/>
                  <a:pt x="351348" y="21118"/>
                  <a:pt x="351348" y="47139"/>
                </a:cubicBezTo>
                <a:lnTo>
                  <a:pt x="351348" y="71636"/>
                </a:lnTo>
                <a:cubicBezTo>
                  <a:pt x="351348" y="97657"/>
                  <a:pt x="330230" y="118775"/>
                  <a:pt x="304210" y="118775"/>
                </a:cubicBezTo>
                <a:close/>
              </a:path>
            </a:pathLst>
          </a:custGeom>
          <a:solidFill xmlns:a="http://schemas.openxmlformats.org/drawingml/2006/main">
            <a:srgbClr val="000000"/>
          </a:solidFill>
          <a:ln xmlns:a="http://schemas.openxmlformats.org/drawingml/2006/main" w="0" cap="flat">
            <a:noFill/>
            <a:miter/>
          </a:ln>
        </p:spPr>
      </p:sp>
      <p:sp>
        <p:nvSpPr>
          <p:cNvPr id="43" name="Vector element">
            <a:extLst xmlns:a="http://schemas.openxmlformats.org/drawingml/2006/main">
              <a:ext uri="{FF2B5EF4-FFF2-40B4-BE49-F238E27FC236}">
                <a16:creationId xmlns:a16="http://schemas.microsoft.com/office/drawing/2014/main" id="{F36E8755-A77C-424B-B71D-0D409B817026}"/>
              </a:ext>
            </a:extLst>
          </p:cNvPr>
          <p:cNvSpPr>
            <a:spLocks xmlns:a="http://schemas.openxmlformats.org/drawingml/2006/main" noGrp="1"/>
          </p:cNvSpPr>
          <p:nvPr/>
        </p:nvSpPr>
        <p:spPr>
          <a:xfrm xmlns:a="http://schemas.openxmlformats.org/drawingml/2006/main">
            <a:off x="3096683" y="204830"/>
            <a:ext cx="351348" cy="390825"/>
          </a:xfrm>
          <a:custGeom xmlns:a="http://schemas.openxmlformats.org/drawingml/2006/main">
            <a:pathLst>
              <a:path w="351348" h="390825" fill="none">
                <a:moveTo>
                  <a:pt x="304210" y="118775"/>
                </a:moveTo>
                <a:lnTo>
                  <a:pt x="217726" y="118775"/>
                </a:lnTo>
                <a:lnTo>
                  <a:pt x="173186" y="163316"/>
                </a:lnTo>
                <a:lnTo>
                  <a:pt x="173185" y="163316"/>
                </a:lnTo>
                <a:lnTo>
                  <a:pt x="173185" y="281224"/>
                </a:lnTo>
                <a:cubicBezTo>
                  <a:pt x="173185" y="289898"/>
                  <a:pt x="180225" y="296937"/>
                  <a:pt x="188898" y="296937"/>
                </a:cubicBezTo>
                <a:lnTo>
                  <a:pt x="216860" y="296937"/>
                </a:lnTo>
                <a:cubicBezTo>
                  <a:pt x="225534" y="296937"/>
                  <a:pt x="227596" y="301915"/>
                  <a:pt x="221463" y="308048"/>
                </a:cubicBezTo>
                <a:lnTo>
                  <a:pt x="169352" y="360159"/>
                </a:lnTo>
                <a:cubicBezTo>
                  <a:pt x="138686" y="390825"/>
                  <a:pt x="88910" y="390825"/>
                  <a:pt x="58245" y="360159"/>
                </a:cubicBezTo>
                <a:lnTo>
                  <a:pt x="6133" y="308048"/>
                </a:lnTo>
                <a:cubicBezTo>
                  <a:pt x="0" y="301915"/>
                  <a:pt x="2062" y="296937"/>
                  <a:pt x="10735" y="296937"/>
                </a:cubicBezTo>
                <a:lnTo>
                  <a:pt x="38698" y="296937"/>
                </a:lnTo>
                <a:cubicBezTo>
                  <a:pt x="47372" y="296937"/>
                  <a:pt x="54411" y="289898"/>
                  <a:pt x="54411" y="281224"/>
                </a:cubicBezTo>
                <a:lnTo>
                  <a:pt x="54411" y="163316"/>
                </a:lnTo>
                <a:cubicBezTo>
                  <a:pt x="54411" y="73119"/>
                  <a:pt x="127530" y="0"/>
                  <a:pt x="217726" y="0"/>
                </a:cubicBezTo>
                <a:lnTo>
                  <a:pt x="304210" y="0"/>
                </a:lnTo>
                <a:cubicBezTo>
                  <a:pt x="330230" y="0"/>
                  <a:pt x="351348" y="21118"/>
                  <a:pt x="351348" y="47139"/>
                </a:cubicBezTo>
                <a:lnTo>
                  <a:pt x="351348" y="71636"/>
                </a:lnTo>
                <a:cubicBezTo>
                  <a:pt x="351348" y="97657"/>
                  <a:pt x="330230" y="118775"/>
                  <a:pt x="304210" y="118775"/>
                </a:cubicBezTo>
                <a:close/>
              </a:path>
            </a:pathLst>
          </a:custGeom>
          <a:noFill xmlns:a="http://schemas.openxmlformats.org/drawingml/2006/main"/>
          <a:ln xmlns:a="http://schemas.openxmlformats.org/drawingml/2006/main" w="31426" cap="flat">
            <a:solidFill>
              <a:srgbClr val="323232"/>
            </a:solidFill>
            <a:round/>
          </a:ln>
        </p:spPr>
      </p:sp>
      <p:sp>
        <p:nvSpPr>
          <p:cNvPr id="44" name="Text New/Old">
            <a:extLst xmlns:a="http://schemas.openxmlformats.org/drawingml/2006/main">
              <a:ext uri="{FF2B5EF4-FFF2-40B4-BE49-F238E27FC236}">
                <a16:creationId xmlns:a16="http://schemas.microsoft.com/office/drawing/2014/main" id="{37859D8B-8BB2-4FE5-B04B-7E4BAAE44E66}"/>
              </a:ext>
            </a:extLst>
          </p:cNvPr>
          <p:cNvSpPr>
            <a:spLocks xmlns:a="http://schemas.openxmlformats.org/drawingml/2006/main" noGrp="1"/>
          </p:cNvSpPr>
          <p:nvPr/>
        </p:nvSpPr>
        <p:spPr>
          <a:xfrm xmlns:a="http://schemas.openxmlformats.org/drawingml/2006/main">
            <a:off x="7428085" y="181959"/>
            <a:ext cx="810414" cy="172850"/>
          </a:xfrm>
          <a:custGeom xmlns:a="http://schemas.openxmlformats.org/drawingml/2006/main">
            <a:pathLst>
              <a:path w="810414" h="172850">
                <a:moveTo>
                  <a:pt x="26730" y="39098"/>
                </a:moveTo>
                <a:lnTo>
                  <a:pt x="26730" y="119689"/>
                </a:lnTo>
                <a:cubicBezTo>
                  <a:pt x="26730" y="127601"/>
                  <a:pt x="26797" y="134118"/>
                  <a:pt x="26930" y="139238"/>
                </a:cubicBezTo>
                <a:cubicBezTo>
                  <a:pt x="26996" y="141166"/>
                  <a:pt x="27828" y="142296"/>
                  <a:pt x="29423" y="142629"/>
                </a:cubicBezTo>
                <a:lnTo>
                  <a:pt x="41293" y="146120"/>
                </a:lnTo>
                <a:lnTo>
                  <a:pt x="41492" y="150608"/>
                </a:lnTo>
                <a:cubicBezTo>
                  <a:pt x="33114" y="150409"/>
                  <a:pt x="26298" y="150309"/>
                  <a:pt x="21045" y="150309"/>
                </a:cubicBezTo>
                <a:cubicBezTo>
                  <a:pt x="15859" y="150309"/>
                  <a:pt x="8977" y="150409"/>
                  <a:pt x="399" y="150608"/>
                </a:cubicBezTo>
                <a:lnTo>
                  <a:pt x="0" y="146319"/>
                </a:lnTo>
                <a:lnTo>
                  <a:pt x="12268" y="142629"/>
                </a:lnTo>
                <a:cubicBezTo>
                  <a:pt x="13930" y="142163"/>
                  <a:pt x="14828" y="141133"/>
                  <a:pt x="14961" y="139537"/>
                </a:cubicBezTo>
                <a:cubicBezTo>
                  <a:pt x="15028" y="134217"/>
                  <a:pt x="15094" y="127601"/>
                  <a:pt x="15161" y="119689"/>
                </a:cubicBezTo>
                <a:lnTo>
                  <a:pt x="15161" y="38799"/>
                </a:lnTo>
                <a:cubicBezTo>
                  <a:pt x="15094" y="32150"/>
                  <a:pt x="15028" y="26631"/>
                  <a:pt x="14961" y="22242"/>
                </a:cubicBezTo>
                <a:cubicBezTo>
                  <a:pt x="14828" y="20580"/>
                  <a:pt x="14030" y="19449"/>
                  <a:pt x="12567" y="18851"/>
                </a:cubicBezTo>
                <a:lnTo>
                  <a:pt x="199" y="14961"/>
                </a:lnTo>
                <a:lnTo>
                  <a:pt x="0" y="10672"/>
                </a:lnTo>
                <a:cubicBezTo>
                  <a:pt x="8578" y="11005"/>
                  <a:pt x="15360" y="11138"/>
                  <a:pt x="20347" y="11071"/>
                </a:cubicBezTo>
                <a:cubicBezTo>
                  <a:pt x="23273" y="11138"/>
                  <a:pt x="26298" y="11005"/>
                  <a:pt x="29423" y="10672"/>
                </a:cubicBezTo>
                <a:lnTo>
                  <a:pt x="113205" y="115300"/>
                </a:lnTo>
                <a:lnTo>
                  <a:pt x="113205" y="38400"/>
                </a:lnTo>
                <a:cubicBezTo>
                  <a:pt x="113139" y="32017"/>
                  <a:pt x="113072" y="26464"/>
                  <a:pt x="113006" y="21743"/>
                </a:cubicBezTo>
                <a:cubicBezTo>
                  <a:pt x="112873" y="20281"/>
                  <a:pt x="112009" y="19250"/>
                  <a:pt x="110413" y="18651"/>
                </a:cubicBezTo>
                <a:lnTo>
                  <a:pt x="98643" y="15260"/>
                </a:lnTo>
                <a:lnTo>
                  <a:pt x="98444" y="10672"/>
                </a:lnTo>
                <a:cubicBezTo>
                  <a:pt x="106889" y="11005"/>
                  <a:pt x="113771" y="11138"/>
                  <a:pt x="119090" y="11071"/>
                </a:cubicBezTo>
                <a:cubicBezTo>
                  <a:pt x="124343" y="11138"/>
                  <a:pt x="131159" y="11005"/>
                  <a:pt x="139537" y="10672"/>
                </a:cubicBezTo>
                <a:lnTo>
                  <a:pt x="139936" y="14961"/>
                </a:lnTo>
                <a:lnTo>
                  <a:pt x="127369" y="18851"/>
                </a:lnTo>
                <a:cubicBezTo>
                  <a:pt x="125839" y="19449"/>
                  <a:pt x="125041" y="20580"/>
                  <a:pt x="124975" y="22242"/>
                </a:cubicBezTo>
                <a:cubicBezTo>
                  <a:pt x="124842" y="26631"/>
                  <a:pt x="124775" y="32150"/>
                  <a:pt x="124775" y="38799"/>
                </a:cubicBezTo>
                <a:lnTo>
                  <a:pt x="124775" y="150309"/>
                </a:lnTo>
                <a:lnTo>
                  <a:pt x="116397" y="151107"/>
                </a:lnTo>
                <a:lnTo>
                  <a:pt x="26730" y="39098"/>
                </a:lnTo>
                <a:close/>
                <a:moveTo>
                  <a:pt x="240812" y="143227"/>
                </a:moveTo>
                <a:cubicBezTo>
                  <a:pt x="235093" y="146818"/>
                  <a:pt x="229275" y="149345"/>
                  <a:pt x="223357" y="150808"/>
                </a:cubicBezTo>
                <a:cubicBezTo>
                  <a:pt x="217306" y="152337"/>
                  <a:pt x="211754" y="153102"/>
                  <a:pt x="206700" y="153102"/>
                </a:cubicBezTo>
                <a:cubicBezTo>
                  <a:pt x="192005" y="153102"/>
                  <a:pt x="180203" y="148913"/>
                  <a:pt x="171293" y="140534"/>
                </a:cubicBezTo>
                <a:cubicBezTo>
                  <a:pt x="162183" y="132289"/>
                  <a:pt x="157661" y="120719"/>
                  <a:pt x="157728" y="105825"/>
                </a:cubicBezTo>
                <a:cubicBezTo>
                  <a:pt x="157728" y="91063"/>
                  <a:pt x="161917" y="78994"/>
                  <a:pt x="170295" y="69619"/>
                </a:cubicBezTo>
                <a:cubicBezTo>
                  <a:pt x="178673" y="60243"/>
                  <a:pt x="189911" y="55555"/>
                  <a:pt x="204007" y="55555"/>
                </a:cubicBezTo>
                <a:cubicBezTo>
                  <a:pt x="215777" y="55555"/>
                  <a:pt x="224953" y="59046"/>
                  <a:pt x="231536" y="66028"/>
                </a:cubicBezTo>
                <a:cubicBezTo>
                  <a:pt x="238119" y="73143"/>
                  <a:pt x="241410" y="82851"/>
                  <a:pt x="241410" y="95152"/>
                </a:cubicBezTo>
                <a:cubicBezTo>
                  <a:pt x="241410" y="97081"/>
                  <a:pt x="241310" y="98976"/>
                  <a:pt x="241111" y="100838"/>
                </a:cubicBezTo>
                <a:lnTo>
                  <a:pt x="178175" y="100838"/>
                </a:lnTo>
                <a:cubicBezTo>
                  <a:pt x="178175" y="115200"/>
                  <a:pt x="181533" y="125407"/>
                  <a:pt x="188248" y="131458"/>
                </a:cubicBezTo>
                <a:cubicBezTo>
                  <a:pt x="194898" y="137642"/>
                  <a:pt x="205404" y="140734"/>
                  <a:pt x="219766" y="140734"/>
                </a:cubicBezTo>
                <a:cubicBezTo>
                  <a:pt x="226083" y="140734"/>
                  <a:pt x="232899" y="140135"/>
                  <a:pt x="240213" y="138939"/>
                </a:cubicBezTo>
                <a:lnTo>
                  <a:pt x="240812" y="143227"/>
                </a:lnTo>
                <a:moveTo>
                  <a:pt x="220963" y="92559"/>
                </a:moveTo>
                <a:lnTo>
                  <a:pt x="220963" y="89567"/>
                </a:lnTo>
                <a:cubicBezTo>
                  <a:pt x="220963" y="80191"/>
                  <a:pt x="219467" y="73442"/>
                  <a:pt x="216475" y="69320"/>
                </a:cubicBezTo>
                <a:cubicBezTo>
                  <a:pt x="213549" y="65264"/>
                  <a:pt x="209161" y="63235"/>
                  <a:pt x="203309" y="63235"/>
                </a:cubicBezTo>
                <a:cubicBezTo>
                  <a:pt x="195529" y="63302"/>
                  <a:pt x="189612" y="66161"/>
                  <a:pt x="185555" y="71813"/>
                </a:cubicBezTo>
                <a:cubicBezTo>
                  <a:pt x="181366" y="77598"/>
                  <a:pt x="179039" y="84513"/>
                  <a:pt x="178574" y="92559"/>
                </a:cubicBezTo>
                <a:lnTo>
                  <a:pt x="220963" y="92559"/>
                </a:lnTo>
                <a:close/>
                <a:moveTo>
                  <a:pt x="242431" y="57849"/>
                </a:moveTo>
                <a:cubicBezTo>
                  <a:pt x="251873" y="58049"/>
                  <a:pt x="259403" y="58149"/>
                  <a:pt x="265022" y="58149"/>
                </a:cubicBezTo>
                <a:cubicBezTo>
                  <a:pt x="270641" y="58149"/>
                  <a:pt x="277606" y="58049"/>
                  <a:pt x="285918" y="57849"/>
                </a:cubicBezTo>
                <a:lnTo>
                  <a:pt x="286317" y="61939"/>
                </a:lnTo>
                <a:lnTo>
                  <a:pt x="274547" y="65131"/>
                </a:lnTo>
                <a:cubicBezTo>
                  <a:pt x="279002" y="80025"/>
                  <a:pt x="284621" y="96715"/>
                  <a:pt x="291403" y="115200"/>
                </a:cubicBezTo>
                <a:cubicBezTo>
                  <a:pt x="292800" y="119190"/>
                  <a:pt x="294163" y="123213"/>
                  <a:pt x="295493" y="127269"/>
                </a:cubicBezTo>
                <a:cubicBezTo>
                  <a:pt x="296690" y="123213"/>
                  <a:pt x="298053" y="119223"/>
                  <a:pt x="299582" y="115300"/>
                </a:cubicBezTo>
                <a:cubicBezTo>
                  <a:pt x="304835" y="101070"/>
                  <a:pt x="308858" y="89966"/>
                  <a:pt x="311651" y="81987"/>
                </a:cubicBezTo>
                <a:cubicBezTo>
                  <a:pt x="314310" y="74074"/>
                  <a:pt x="316937" y="66261"/>
                  <a:pt x="319530" y="58548"/>
                </a:cubicBezTo>
                <a:lnTo>
                  <a:pt x="326811" y="57750"/>
                </a:lnTo>
                <a:cubicBezTo>
                  <a:pt x="329272" y="65862"/>
                  <a:pt x="331865" y="73908"/>
                  <a:pt x="334591" y="81887"/>
                </a:cubicBezTo>
                <a:cubicBezTo>
                  <a:pt x="337251" y="89999"/>
                  <a:pt x="341074" y="101104"/>
                  <a:pt x="346061" y="115200"/>
                </a:cubicBezTo>
                <a:cubicBezTo>
                  <a:pt x="347591" y="119522"/>
                  <a:pt x="348920" y="123545"/>
                  <a:pt x="350051" y="127269"/>
                </a:cubicBezTo>
                <a:cubicBezTo>
                  <a:pt x="351314" y="123412"/>
                  <a:pt x="352744" y="119423"/>
                  <a:pt x="354340" y="115300"/>
                </a:cubicBezTo>
                <a:cubicBezTo>
                  <a:pt x="361654" y="96682"/>
                  <a:pt x="367771" y="79925"/>
                  <a:pt x="372692" y="65031"/>
                </a:cubicBezTo>
                <a:lnTo>
                  <a:pt x="361421" y="61839"/>
                </a:lnTo>
                <a:lnTo>
                  <a:pt x="361022" y="57750"/>
                </a:lnTo>
                <a:cubicBezTo>
                  <a:pt x="366275" y="57949"/>
                  <a:pt x="371927" y="58049"/>
                  <a:pt x="377978" y="58049"/>
                </a:cubicBezTo>
                <a:cubicBezTo>
                  <a:pt x="383830" y="58049"/>
                  <a:pt x="389216" y="57949"/>
                  <a:pt x="394136" y="57750"/>
                </a:cubicBezTo>
                <a:lnTo>
                  <a:pt x="394635" y="61839"/>
                </a:lnTo>
                <a:lnTo>
                  <a:pt x="386656" y="64033"/>
                </a:lnTo>
                <a:cubicBezTo>
                  <a:pt x="384328" y="64765"/>
                  <a:pt x="382666" y="66361"/>
                  <a:pt x="381669" y="68821"/>
                </a:cubicBezTo>
                <a:cubicBezTo>
                  <a:pt x="375352" y="83981"/>
                  <a:pt x="369799" y="97579"/>
                  <a:pt x="365012" y="109615"/>
                </a:cubicBezTo>
                <a:cubicBezTo>
                  <a:pt x="360091" y="121850"/>
                  <a:pt x="354838" y="135481"/>
                  <a:pt x="349253" y="150508"/>
                </a:cubicBezTo>
                <a:lnTo>
                  <a:pt x="340276" y="151406"/>
                </a:lnTo>
                <a:cubicBezTo>
                  <a:pt x="336154" y="139770"/>
                  <a:pt x="332796" y="130228"/>
                  <a:pt x="330202" y="122781"/>
                </a:cubicBezTo>
                <a:cubicBezTo>
                  <a:pt x="327410" y="115533"/>
                  <a:pt x="324484" y="107554"/>
                  <a:pt x="321425" y="98843"/>
                </a:cubicBezTo>
                <a:cubicBezTo>
                  <a:pt x="320029" y="95385"/>
                  <a:pt x="318898" y="91994"/>
                  <a:pt x="318034" y="88669"/>
                </a:cubicBezTo>
                <a:cubicBezTo>
                  <a:pt x="316904" y="91861"/>
                  <a:pt x="315707" y="95152"/>
                  <a:pt x="314443" y="98544"/>
                </a:cubicBezTo>
                <a:cubicBezTo>
                  <a:pt x="311052" y="107454"/>
                  <a:pt x="307927" y="115599"/>
                  <a:pt x="305068" y="122980"/>
                </a:cubicBezTo>
                <a:cubicBezTo>
                  <a:pt x="302142" y="130494"/>
                  <a:pt x="298751" y="139670"/>
                  <a:pt x="294894" y="150508"/>
                </a:cubicBezTo>
                <a:lnTo>
                  <a:pt x="286117" y="151406"/>
                </a:lnTo>
                <a:cubicBezTo>
                  <a:pt x="280399" y="135780"/>
                  <a:pt x="275245" y="121883"/>
                  <a:pt x="270657" y="109715"/>
                </a:cubicBezTo>
                <a:cubicBezTo>
                  <a:pt x="265936" y="97679"/>
                  <a:pt x="260683" y="84015"/>
                  <a:pt x="254898" y="68721"/>
                </a:cubicBezTo>
                <a:cubicBezTo>
                  <a:pt x="253967" y="66327"/>
                  <a:pt x="252272" y="64765"/>
                  <a:pt x="249812" y="64033"/>
                </a:cubicBezTo>
                <a:lnTo>
                  <a:pt x="242630" y="61939"/>
                </a:lnTo>
                <a:lnTo>
                  <a:pt x="242431" y="57849"/>
                </a:lnTo>
                <a:close/>
                <a:moveTo>
                  <a:pt x="412227" y="172850"/>
                </a:moveTo>
                <a:lnTo>
                  <a:pt x="462596" y="8079"/>
                </a:lnTo>
                <a:lnTo>
                  <a:pt x="474565" y="8079"/>
                </a:lnTo>
                <a:lnTo>
                  <a:pt x="424196" y="172850"/>
                </a:lnTo>
                <a:lnTo>
                  <a:pt x="412227" y="172850"/>
                </a:lnTo>
                <a:close/>
                <a:moveTo>
                  <a:pt x="511638" y="78795"/>
                </a:moveTo>
                <a:cubicBezTo>
                  <a:pt x="511638" y="100538"/>
                  <a:pt x="516027" y="117129"/>
                  <a:pt x="524804" y="128565"/>
                </a:cubicBezTo>
                <a:cubicBezTo>
                  <a:pt x="533581" y="140135"/>
                  <a:pt x="546448" y="145920"/>
                  <a:pt x="563404" y="145920"/>
                </a:cubicBezTo>
                <a:cubicBezTo>
                  <a:pt x="580027" y="145920"/>
                  <a:pt x="592362" y="140667"/>
                  <a:pt x="600408" y="130161"/>
                </a:cubicBezTo>
                <a:cubicBezTo>
                  <a:pt x="608254" y="119788"/>
                  <a:pt x="612210" y="103364"/>
                  <a:pt x="612277" y="80890"/>
                </a:cubicBezTo>
                <a:cubicBezTo>
                  <a:pt x="612277" y="59878"/>
                  <a:pt x="608054" y="43720"/>
                  <a:pt x="599610" y="32416"/>
                </a:cubicBezTo>
                <a:cubicBezTo>
                  <a:pt x="591098" y="21178"/>
                  <a:pt x="578066" y="15526"/>
                  <a:pt x="560511" y="15460"/>
                </a:cubicBezTo>
                <a:cubicBezTo>
                  <a:pt x="543356" y="15460"/>
                  <a:pt x="530955" y="20680"/>
                  <a:pt x="523308" y="31119"/>
                </a:cubicBezTo>
                <a:cubicBezTo>
                  <a:pt x="515528" y="41692"/>
                  <a:pt x="511638" y="57584"/>
                  <a:pt x="511638" y="78795"/>
                </a:cubicBezTo>
                <a:moveTo>
                  <a:pt x="634120" y="77498"/>
                </a:moveTo>
                <a:cubicBezTo>
                  <a:pt x="634120" y="100572"/>
                  <a:pt x="627603" y="119057"/>
                  <a:pt x="614571" y="132954"/>
                </a:cubicBezTo>
                <a:cubicBezTo>
                  <a:pt x="601471" y="147051"/>
                  <a:pt x="583219" y="154066"/>
                  <a:pt x="559813" y="153999"/>
                </a:cubicBezTo>
                <a:cubicBezTo>
                  <a:pt x="537471" y="153999"/>
                  <a:pt x="520216" y="147516"/>
                  <a:pt x="508048" y="134550"/>
                </a:cubicBezTo>
                <a:cubicBezTo>
                  <a:pt x="495879" y="121717"/>
                  <a:pt x="489795" y="104229"/>
                  <a:pt x="489795" y="82086"/>
                </a:cubicBezTo>
                <a:cubicBezTo>
                  <a:pt x="489795" y="59146"/>
                  <a:pt x="496345" y="40927"/>
                  <a:pt x="509444" y="27429"/>
                </a:cubicBezTo>
                <a:cubicBezTo>
                  <a:pt x="522543" y="14063"/>
                  <a:pt x="540729" y="7381"/>
                  <a:pt x="564002" y="7381"/>
                </a:cubicBezTo>
                <a:cubicBezTo>
                  <a:pt x="586278" y="7447"/>
                  <a:pt x="603566" y="13698"/>
                  <a:pt x="615867" y="26132"/>
                </a:cubicBezTo>
                <a:cubicBezTo>
                  <a:pt x="628036" y="38766"/>
                  <a:pt x="634120" y="55888"/>
                  <a:pt x="634120" y="77498"/>
                </a:cubicBezTo>
                <a:close/>
                <a:moveTo>
                  <a:pt x="642536" y="10373"/>
                </a:moveTo>
                <a:lnTo>
                  <a:pt x="642037" y="7082"/>
                </a:lnTo>
                <a:cubicBezTo>
                  <a:pt x="653807" y="4887"/>
                  <a:pt x="664678" y="2527"/>
                  <a:pt x="674653" y="0"/>
                </a:cubicBezTo>
                <a:lnTo>
                  <a:pt x="675550" y="798"/>
                </a:lnTo>
                <a:cubicBezTo>
                  <a:pt x="675151" y="11703"/>
                  <a:pt x="674952" y="26764"/>
                  <a:pt x="674952" y="45980"/>
                </a:cubicBezTo>
                <a:lnTo>
                  <a:pt x="674952" y="110911"/>
                </a:lnTo>
                <a:cubicBezTo>
                  <a:pt x="674952" y="122814"/>
                  <a:pt x="675018" y="132389"/>
                  <a:pt x="675151" y="139637"/>
                </a:cubicBezTo>
                <a:cubicBezTo>
                  <a:pt x="675284" y="141565"/>
                  <a:pt x="676215" y="142762"/>
                  <a:pt x="677944" y="143227"/>
                </a:cubicBezTo>
                <a:lnTo>
                  <a:pt x="688816" y="146519"/>
                </a:lnTo>
                <a:lnTo>
                  <a:pt x="689115" y="150608"/>
                </a:lnTo>
                <a:cubicBezTo>
                  <a:pt x="680072" y="150409"/>
                  <a:pt x="672325" y="150309"/>
                  <a:pt x="665875" y="150309"/>
                </a:cubicBezTo>
                <a:cubicBezTo>
                  <a:pt x="659226" y="150309"/>
                  <a:pt x="651479" y="150409"/>
                  <a:pt x="642636" y="150608"/>
                </a:cubicBezTo>
                <a:lnTo>
                  <a:pt x="642237" y="146519"/>
                </a:lnTo>
                <a:lnTo>
                  <a:pt x="653508" y="143227"/>
                </a:lnTo>
                <a:cubicBezTo>
                  <a:pt x="655170" y="142762"/>
                  <a:pt x="656068" y="141698"/>
                  <a:pt x="656201" y="140036"/>
                </a:cubicBezTo>
                <a:cubicBezTo>
                  <a:pt x="656267" y="132588"/>
                  <a:pt x="656334" y="124210"/>
                  <a:pt x="656400" y="114901"/>
                </a:cubicBezTo>
                <a:lnTo>
                  <a:pt x="656400" y="73908"/>
                </a:lnTo>
                <a:cubicBezTo>
                  <a:pt x="656400" y="49172"/>
                  <a:pt x="656267" y="29324"/>
                  <a:pt x="656001" y="14363"/>
                </a:cubicBezTo>
                <a:lnTo>
                  <a:pt x="642536" y="10373"/>
                </a:lnTo>
                <a:close/>
                <a:moveTo>
                  <a:pt x="777300" y="66527"/>
                </a:moveTo>
                <a:cubicBezTo>
                  <a:pt x="772845" y="65131"/>
                  <a:pt x="767925" y="64432"/>
                  <a:pt x="762539" y="64432"/>
                </a:cubicBezTo>
                <a:cubicBezTo>
                  <a:pt x="751168" y="64432"/>
                  <a:pt x="742557" y="67657"/>
                  <a:pt x="736706" y="74107"/>
                </a:cubicBezTo>
                <a:cubicBezTo>
                  <a:pt x="730788" y="80624"/>
                  <a:pt x="727829" y="90465"/>
                  <a:pt x="727829" y="103630"/>
                </a:cubicBezTo>
                <a:cubicBezTo>
                  <a:pt x="727762" y="115001"/>
                  <a:pt x="730389" y="124077"/>
                  <a:pt x="735708" y="130860"/>
                </a:cubicBezTo>
                <a:cubicBezTo>
                  <a:pt x="740961" y="137775"/>
                  <a:pt x="748376" y="141199"/>
                  <a:pt x="757951" y="141133"/>
                </a:cubicBezTo>
                <a:cubicBezTo>
                  <a:pt x="764135" y="141199"/>
                  <a:pt x="770584" y="139470"/>
                  <a:pt x="777300" y="135946"/>
                </a:cubicBezTo>
                <a:lnTo>
                  <a:pt x="777300" y="66527"/>
                </a:lnTo>
                <a:moveTo>
                  <a:pt x="762938" y="7082"/>
                </a:moveTo>
                <a:cubicBezTo>
                  <a:pt x="774773" y="4887"/>
                  <a:pt x="785645" y="2527"/>
                  <a:pt x="795553" y="0"/>
                </a:cubicBezTo>
                <a:lnTo>
                  <a:pt x="796450" y="798"/>
                </a:lnTo>
                <a:cubicBezTo>
                  <a:pt x="796051" y="15094"/>
                  <a:pt x="795852" y="30388"/>
                  <a:pt x="795852" y="46679"/>
                </a:cubicBezTo>
                <a:lnTo>
                  <a:pt x="795852" y="100937"/>
                </a:lnTo>
                <a:cubicBezTo>
                  <a:pt x="795785" y="110114"/>
                  <a:pt x="795819" y="119190"/>
                  <a:pt x="795952" y="128167"/>
                </a:cubicBezTo>
                <a:cubicBezTo>
                  <a:pt x="795885" y="131558"/>
                  <a:pt x="796018" y="134284"/>
                  <a:pt x="796351" y="136345"/>
                </a:cubicBezTo>
                <a:cubicBezTo>
                  <a:pt x="796550" y="138473"/>
                  <a:pt x="797099" y="140069"/>
                  <a:pt x="797996" y="141133"/>
                </a:cubicBezTo>
                <a:cubicBezTo>
                  <a:pt x="798894" y="142197"/>
                  <a:pt x="800307" y="142928"/>
                  <a:pt x="802235" y="143327"/>
                </a:cubicBezTo>
                <a:cubicBezTo>
                  <a:pt x="804031" y="143726"/>
                  <a:pt x="806591" y="143959"/>
                  <a:pt x="809915" y="144025"/>
                </a:cubicBezTo>
                <a:lnTo>
                  <a:pt x="810414" y="147915"/>
                </a:lnTo>
                <a:cubicBezTo>
                  <a:pt x="807422" y="149112"/>
                  <a:pt x="803898" y="150242"/>
                  <a:pt x="799842" y="151306"/>
                </a:cubicBezTo>
                <a:cubicBezTo>
                  <a:pt x="795719" y="152437"/>
                  <a:pt x="792960" y="153002"/>
                  <a:pt x="791563" y="153002"/>
                </a:cubicBezTo>
                <a:cubicBezTo>
                  <a:pt x="784781" y="153002"/>
                  <a:pt x="780259" y="149212"/>
                  <a:pt x="777998" y="141632"/>
                </a:cubicBezTo>
                <a:cubicBezTo>
                  <a:pt x="767625" y="149345"/>
                  <a:pt x="757585" y="153168"/>
                  <a:pt x="747877" y="153102"/>
                </a:cubicBezTo>
                <a:cubicBezTo>
                  <a:pt x="735509" y="153102"/>
                  <a:pt x="725701" y="148713"/>
                  <a:pt x="718453" y="139936"/>
                </a:cubicBezTo>
                <a:cubicBezTo>
                  <a:pt x="711073" y="131292"/>
                  <a:pt x="707382" y="120553"/>
                  <a:pt x="707382" y="107720"/>
                </a:cubicBezTo>
                <a:cubicBezTo>
                  <a:pt x="707382" y="91296"/>
                  <a:pt x="712269" y="78529"/>
                  <a:pt x="722044" y="69419"/>
                </a:cubicBezTo>
                <a:cubicBezTo>
                  <a:pt x="731819" y="60376"/>
                  <a:pt x="745483" y="55855"/>
                  <a:pt x="763037" y="55855"/>
                </a:cubicBezTo>
                <a:cubicBezTo>
                  <a:pt x="767226" y="55921"/>
                  <a:pt x="771981" y="56387"/>
                  <a:pt x="777300" y="57251"/>
                </a:cubicBezTo>
                <a:cubicBezTo>
                  <a:pt x="777300" y="42622"/>
                  <a:pt x="777167" y="28326"/>
                  <a:pt x="776901" y="14363"/>
                </a:cubicBezTo>
                <a:lnTo>
                  <a:pt x="763436" y="10373"/>
                </a:lnTo>
                <a:lnTo>
                  <a:pt x="762938" y="7082"/>
                </a:lnTo>
                <a:close/>
              </a:path>
            </a:pathLst>
          </a:custGeom>
          <a:solidFill xmlns:a="http://schemas.openxmlformats.org/drawingml/2006/main">
            <a:srgbClr val="454545"/>
          </a:solidFill>
          <a:ln xmlns:a="http://schemas.openxmlformats.org/drawingml/2006/main" w="0" cap="flat">
            <a:noFill/>
            <a:miter/>
          </a:ln>
        </p:spPr>
      </p:sp>
      <p:sp>
        <p:nvSpPr>
          <p:cNvPr id="45" name="Text Speciﬁcations?">
            <a:extLst xmlns:a="http://schemas.openxmlformats.org/drawingml/2006/main">
              <a:ext uri="{FF2B5EF4-FFF2-40B4-BE49-F238E27FC236}">
                <a16:creationId xmlns:a16="http://schemas.microsoft.com/office/drawing/2014/main" id="{33392AFA-BB7B-423F-AC61-87592C0F96C9}"/>
              </a:ext>
            </a:extLst>
          </p:cNvPr>
          <p:cNvSpPr>
            <a:spLocks xmlns:a="http://schemas.openxmlformats.org/drawingml/2006/main" noGrp="1"/>
          </p:cNvSpPr>
          <p:nvPr/>
        </p:nvSpPr>
        <p:spPr>
          <a:xfrm xmlns:a="http://schemas.openxmlformats.org/drawingml/2006/main">
            <a:off x="7170517" y="417653"/>
            <a:ext cx="1314135" cy="198783"/>
          </a:xfrm>
          <a:custGeom xmlns:a="http://schemas.openxmlformats.org/drawingml/2006/main">
            <a:pathLst>
              <a:path w="1314135" h="198783">
                <a:moveTo>
                  <a:pt x="70018" y="19749"/>
                </a:moveTo>
                <a:cubicBezTo>
                  <a:pt x="63036" y="17488"/>
                  <a:pt x="55888" y="16341"/>
                  <a:pt x="48574" y="16308"/>
                </a:cubicBezTo>
                <a:cubicBezTo>
                  <a:pt x="41259" y="16274"/>
                  <a:pt x="35009" y="18386"/>
                  <a:pt x="29822" y="22641"/>
                </a:cubicBezTo>
                <a:cubicBezTo>
                  <a:pt x="24503" y="26963"/>
                  <a:pt x="21876" y="32881"/>
                  <a:pt x="21943" y="40395"/>
                </a:cubicBezTo>
                <a:cubicBezTo>
                  <a:pt x="21876" y="44717"/>
                  <a:pt x="22807" y="48507"/>
                  <a:pt x="24736" y="51765"/>
                </a:cubicBezTo>
                <a:cubicBezTo>
                  <a:pt x="26531" y="55090"/>
                  <a:pt x="28991" y="57949"/>
                  <a:pt x="32116" y="60343"/>
                </a:cubicBezTo>
                <a:cubicBezTo>
                  <a:pt x="35175" y="62870"/>
                  <a:pt x="38666" y="65064"/>
                  <a:pt x="42589" y="66926"/>
                </a:cubicBezTo>
                <a:cubicBezTo>
                  <a:pt x="46446" y="68854"/>
                  <a:pt x="50502" y="70749"/>
                  <a:pt x="54758" y="72611"/>
                </a:cubicBezTo>
                <a:cubicBezTo>
                  <a:pt x="59346" y="74606"/>
                  <a:pt x="63801" y="76700"/>
                  <a:pt x="68123" y="78895"/>
                </a:cubicBezTo>
                <a:cubicBezTo>
                  <a:pt x="72378" y="81222"/>
                  <a:pt x="76301" y="83849"/>
                  <a:pt x="79892" y="86774"/>
                </a:cubicBezTo>
                <a:cubicBezTo>
                  <a:pt x="83350" y="89766"/>
                  <a:pt x="86143" y="93357"/>
                  <a:pt x="88270" y="97546"/>
                </a:cubicBezTo>
                <a:cubicBezTo>
                  <a:pt x="90332" y="101735"/>
                  <a:pt x="91362" y="106623"/>
                  <a:pt x="91362" y="112208"/>
                </a:cubicBezTo>
                <a:cubicBezTo>
                  <a:pt x="91296" y="125507"/>
                  <a:pt x="86143" y="135614"/>
                  <a:pt x="75903" y="142529"/>
                </a:cubicBezTo>
                <a:cubicBezTo>
                  <a:pt x="65530" y="149511"/>
                  <a:pt x="52131" y="153002"/>
                  <a:pt x="35707" y="153002"/>
                </a:cubicBezTo>
                <a:cubicBezTo>
                  <a:pt x="25135" y="153002"/>
                  <a:pt x="13432" y="151207"/>
                  <a:pt x="598" y="147616"/>
                </a:cubicBezTo>
                <a:lnTo>
                  <a:pt x="0" y="146818"/>
                </a:lnTo>
                <a:lnTo>
                  <a:pt x="4887" y="112906"/>
                </a:lnTo>
                <a:lnTo>
                  <a:pt x="9376" y="112208"/>
                </a:lnTo>
                <a:lnTo>
                  <a:pt x="16357" y="140534"/>
                </a:lnTo>
                <a:cubicBezTo>
                  <a:pt x="23406" y="143327"/>
                  <a:pt x="30620" y="144723"/>
                  <a:pt x="38001" y="144723"/>
                </a:cubicBezTo>
                <a:cubicBezTo>
                  <a:pt x="47842" y="144723"/>
                  <a:pt x="55589" y="142529"/>
                  <a:pt x="61241" y="138141"/>
                </a:cubicBezTo>
                <a:cubicBezTo>
                  <a:pt x="66693" y="133752"/>
                  <a:pt x="69453" y="127502"/>
                  <a:pt x="69519" y="119389"/>
                </a:cubicBezTo>
                <a:cubicBezTo>
                  <a:pt x="69519" y="115200"/>
                  <a:pt x="68621" y="111443"/>
                  <a:pt x="66826" y="108119"/>
                </a:cubicBezTo>
                <a:cubicBezTo>
                  <a:pt x="65031" y="104927"/>
                  <a:pt x="62637" y="102168"/>
                  <a:pt x="59645" y="99840"/>
                </a:cubicBezTo>
                <a:cubicBezTo>
                  <a:pt x="56520" y="97579"/>
                  <a:pt x="53062" y="95452"/>
                  <a:pt x="49272" y="93457"/>
                </a:cubicBezTo>
                <a:cubicBezTo>
                  <a:pt x="45349" y="91662"/>
                  <a:pt x="41359" y="89800"/>
                  <a:pt x="37303" y="87871"/>
                </a:cubicBezTo>
                <a:cubicBezTo>
                  <a:pt x="32582" y="85877"/>
                  <a:pt x="28060" y="83716"/>
                  <a:pt x="23738" y="81388"/>
                </a:cubicBezTo>
                <a:cubicBezTo>
                  <a:pt x="19283" y="79127"/>
                  <a:pt x="15327" y="76401"/>
                  <a:pt x="11869" y="73210"/>
                </a:cubicBezTo>
                <a:cubicBezTo>
                  <a:pt x="8212" y="70151"/>
                  <a:pt x="5353" y="66361"/>
                  <a:pt x="3291" y="61839"/>
                </a:cubicBezTo>
                <a:cubicBezTo>
                  <a:pt x="1164" y="57384"/>
                  <a:pt x="100" y="52164"/>
                  <a:pt x="100" y="46180"/>
                </a:cubicBezTo>
                <a:cubicBezTo>
                  <a:pt x="100" y="34144"/>
                  <a:pt x="5153" y="24835"/>
                  <a:pt x="15260" y="18253"/>
                </a:cubicBezTo>
                <a:cubicBezTo>
                  <a:pt x="25301" y="11670"/>
                  <a:pt x="37768" y="8378"/>
                  <a:pt x="52663" y="8378"/>
                </a:cubicBezTo>
                <a:cubicBezTo>
                  <a:pt x="63102" y="8378"/>
                  <a:pt x="74107" y="9608"/>
                  <a:pt x="85677" y="12069"/>
                </a:cubicBezTo>
                <a:lnTo>
                  <a:pt x="86375" y="12767"/>
                </a:lnTo>
                <a:lnTo>
                  <a:pt x="80491" y="43886"/>
                </a:lnTo>
                <a:lnTo>
                  <a:pt x="76501" y="44584"/>
                </a:lnTo>
                <a:lnTo>
                  <a:pt x="70018" y="19749"/>
                </a:lnTo>
                <a:close/>
                <a:moveTo>
                  <a:pt x="105303" y="65928"/>
                </a:moveTo>
                <a:lnTo>
                  <a:pt x="104804" y="62537"/>
                </a:lnTo>
                <a:cubicBezTo>
                  <a:pt x="115975" y="60476"/>
                  <a:pt x="126547" y="58149"/>
                  <a:pt x="136521" y="55555"/>
                </a:cubicBezTo>
                <a:lnTo>
                  <a:pt x="137519" y="56254"/>
                </a:lnTo>
                <a:lnTo>
                  <a:pt x="137519" y="66028"/>
                </a:lnTo>
                <a:cubicBezTo>
                  <a:pt x="147759" y="59046"/>
                  <a:pt x="157666" y="55555"/>
                  <a:pt x="167241" y="55555"/>
                </a:cubicBezTo>
                <a:cubicBezTo>
                  <a:pt x="179676" y="55555"/>
                  <a:pt x="189583" y="59678"/>
                  <a:pt x="196964" y="67923"/>
                </a:cubicBezTo>
                <a:cubicBezTo>
                  <a:pt x="204212" y="76235"/>
                  <a:pt x="207869" y="87007"/>
                  <a:pt x="207935" y="100239"/>
                </a:cubicBezTo>
                <a:cubicBezTo>
                  <a:pt x="207935" y="116530"/>
                  <a:pt x="203214" y="129397"/>
                  <a:pt x="193772" y="138839"/>
                </a:cubicBezTo>
                <a:cubicBezTo>
                  <a:pt x="184264" y="148347"/>
                  <a:pt x="170865" y="153102"/>
                  <a:pt x="153577" y="153102"/>
                </a:cubicBezTo>
                <a:cubicBezTo>
                  <a:pt x="148390" y="153102"/>
                  <a:pt x="143038" y="152603"/>
                  <a:pt x="137519" y="151606"/>
                </a:cubicBezTo>
                <a:lnTo>
                  <a:pt x="137519" y="173449"/>
                </a:lnTo>
                <a:cubicBezTo>
                  <a:pt x="137519" y="180165"/>
                  <a:pt x="137585" y="184819"/>
                  <a:pt x="137718" y="187412"/>
                </a:cubicBezTo>
                <a:cubicBezTo>
                  <a:pt x="137785" y="189407"/>
                  <a:pt x="138682" y="190604"/>
                  <a:pt x="140411" y="191003"/>
                </a:cubicBezTo>
                <a:lnTo>
                  <a:pt x="153477" y="194693"/>
                </a:lnTo>
                <a:lnTo>
                  <a:pt x="153776" y="198783"/>
                </a:lnTo>
                <a:cubicBezTo>
                  <a:pt x="143337" y="198583"/>
                  <a:pt x="134892" y="198484"/>
                  <a:pt x="128442" y="198484"/>
                </a:cubicBezTo>
                <a:cubicBezTo>
                  <a:pt x="121793" y="198484"/>
                  <a:pt x="114046" y="198583"/>
                  <a:pt x="105203" y="198783"/>
                </a:cubicBezTo>
                <a:lnTo>
                  <a:pt x="104804" y="194693"/>
                </a:lnTo>
                <a:lnTo>
                  <a:pt x="116274" y="191302"/>
                </a:lnTo>
                <a:cubicBezTo>
                  <a:pt x="117803" y="190837"/>
                  <a:pt x="118634" y="189806"/>
                  <a:pt x="118767" y="188210"/>
                </a:cubicBezTo>
                <a:cubicBezTo>
                  <a:pt x="118834" y="183423"/>
                  <a:pt x="118900" y="176075"/>
                  <a:pt x="118967" y="166168"/>
                </a:cubicBezTo>
                <a:lnTo>
                  <a:pt x="118967" y="125573"/>
                </a:lnTo>
                <a:cubicBezTo>
                  <a:pt x="118967" y="96183"/>
                  <a:pt x="118834" y="77565"/>
                  <a:pt x="118568" y="69719"/>
                </a:cubicBezTo>
                <a:lnTo>
                  <a:pt x="105303" y="65928"/>
                </a:lnTo>
                <a:moveTo>
                  <a:pt x="137519" y="142629"/>
                </a:moveTo>
                <a:cubicBezTo>
                  <a:pt x="143304" y="143959"/>
                  <a:pt x="148889" y="144590"/>
                  <a:pt x="154275" y="144524"/>
                </a:cubicBezTo>
                <a:cubicBezTo>
                  <a:pt x="165247" y="144524"/>
                  <a:pt x="173525" y="141066"/>
                  <a:pt x="179110" y="134151"/>
                </a:cubicBezTo>
                <a:cubicBezTo>
                  <a:pt x="184696" y="127302"/>
                  <a:pt x="187489" y="117395"/>
                  <a:pt x="187489" y="104428"/>
                </a:cubicBezTo>
                <a:cubicBezTo>
                  <a:pt x="187422" y="92260"/>
                  <a:pt x="184762" y="83084"/>
                  <a:pt x="179509" y="76900"/>
                </a:cubicBezTo>
                <a:cubicBezTo>
                  <a:pt x="174123" y="70716"/>
                  <a:pt x="166510" y="67624"/>
                  <a:pt x="156669" y="67624"/>
                </a:cubicBezTo>
                <a:cubicBezTo>
                  <a:pt x="149488" y="67691"/>
                  <a:pt x="143104" y="69153"/>
                  <a:pt x="137519" y="72013"/>
                </a:cubicBezTo>
                <a:lnTo>
                  <a:pt x="137519" y="142629"/>
                </a:lnTo>
                <a:close/>
                <a:moveTo>
                  <a:pt x="301968" y="143227"/>
                </a:moveTo>
                <a:cubicBezTo>
                  <a:pt x="296250" y="146818"/>
                  <a:pt x="290432" y="149345"/>
                  <a:pt x="284514" y="150808"/>
                </a:cubicBezTo>
                <a:cubicBezTo>
                  <a:pt x="278463" y="152337"/>
                  <a:pt x="272911" y="153102"/>
                  <a:pt x="267857" y="153102"/>
                </a:cubicBezTo>
                <a:cubicBezTo>
                  <a:pt x="253162" y="153102"/>
                  <a:pt x="241359" y="148913"/>
                  <a:pt x="232449" y="140534"/>
                </a:cubicBezTo>
                <a:cubicBezTo>
                  <a:pt x="223340" y="132289"/>
                  <a:pt x="218818" y="120719"/>
                  <a:pt x="218885" y="105825"/>
                </a:cubicBezTo>
                <a:cubicBezTo>
                  <a:pt x="218885" y="91063"/>
                  <a:pt x="223074" y="78994"/>
                  <a:pt x="231452" y="69619"/>
                </a:cubicBezTo>
                <a:cubicBezTo>
                  <a:pt x="239830" y="60243"/>
                  <a:pt x="251068" y="55555"/>
                  <a:pt x="265164" y="55555"/>
                </a:cubicBezTo>
                <a:cubicBezTo>
                  <a:pt x="276934" y="55555"/>
                  <a:pt x="286110" y="59046"/>
                  <a:pt x="292693" y="66028"/>
                </a:cubicBezTo>
                <a:cubicBezTo>
                  <a:pt x="299275" y="73143"/>
                  <a:pt x="302567" y="82851"/>
                  <a:pt x="302567" y="95152"/>
                </a:cubicBezTo>
                <a:cubicBezTo>
                  <a:pt x="302567" y="97081"/>
                  <a:pt x="302467" y="98976"/>
                  <a:pt x="302268" y="100838"/>
                </a:cubicBezTo>
                <a:lnTo>
                  <a:pt x="239331" y="100838"/>
                </a:lnTo>
                <a:cubicBezTo>
                  <a:pt x="239331" y="115200"/>
                  <a:pt x="242689" y="125407"/>
                  <a:pt x="249405" y="131458"/>
                </a:cubicBezTo>
                <a:cubicBezTo>
                  <a:pt x="256055" y="137642"/>
                  <a:pt x="266561" y="140734"/>
                  <a:pt x="280923" y="140734"/>
                </a:cubicBezTo>
                <a:cubicBezTo>
                  <a:pt x="287240" y="140734"/>
                  <a:pt x="294056" y="140135"/>
                  <a:pt x="301370" y="138939"/>
                </a:cubicBezTo>
                <a:lnTo>
                  <a:pt x="301968" y="143227"/>
                </a:lnTo>
                <a:moveTo>
                  <a:pt x="282120" y="92559"/>
                </a:moveTo>
                <a:lnTo>
                  <a:pt x="282120" y="89567"/>
                </a:lnTo>
                <a:cubicBezTo>
                  <a:pt x="282120" y="80191"/>
                  <a:pt x="280624" y="73442"/>
                  <a:pt x="277632" y="69320"/>
                </a:cubicBezTo>
                <a:cubicBezTo>
                  <a:pt x="274706" y="65264"/>
                  <a:pt x="270317" y="63235"/>
                  <a:pt x="264466" y="63235"/>
                </a:cubicBezTo>
                <a:cubicBezTo>
                  <a:pt x="256686" y="63302"/>
                  <a:pt x="250768" y="66161"/>
                  <a:pt x="246712" y="71813"/>
                </a:cubicBezTo>
                <a:cubicBezTo>
                  <a:pt x="242523" y="77598"/>
                  <a:pt x="240196" y="84513"/>
                  <a:pt x="239730" y="92559"/>
                </a:cubicBezTo>
                <a:lnTo>
                  <a:pt x="282120" y="92559"/>
                </a:lnTo>
                <a:close/>
                <a:moveTo>
                  <a:pt x="393852" y="143227"/>
                </a:moveTo>
                <a:cubicBezTo>
                  <a:pt x="389729" y="146020"/>
                  <a:pt x="384643" y="148347"/>
                  <a:pt x="378592" y="150209"/>
                </a:cubicBezTo>
                <a:cubicBezTo>
                  <a:pt x="372474" y="152138"/>
                  <a:pt x="366423" y="153102"/>
                  <a:pt x="360439" y="153102"/>
                </a:cubicBezTo>
                <a:cubicBezTo>
                  <a:pt x="346076" y="153168"/>
                  <a:pt x="334606" y="148946"/>
                  <a:pt x="326028" y="140435"/>
                </a:cubicBezTo>
                <a:cubicBezTo>
                  <a:pt x="317318" y="132123"/>
                  <a:pt x="312996" y="120919"/>
                  <a:pt x="313062" y="106822"/>
                </a:cubicBezTo>
                <a:cubicBezTo>
                  <a:pt x="313062" y="91595"/>
                  <a:pt x="317949" y="79227"/>
                  <a:pt x="327724" y="69719"/>
                </a:cubicBezTo>
                <a:cubicBezTo>
                  <a:pt x="337366" y="60277"/>
                  <a:pt x="349767" y="55555"/>
                  <a:pt x="364927" y="55555"/>
                </a:cubicBezTo>
                <a:cubicBezTo>
                  <a:pt x="374702" y="55555"/>
                  <a:pt x="384177" y="57550"/>
                  <a:pt x="393353" y="61540"/>
                </a:cubicBezTo>
                <a:cubicBezTo>
                  <a:pt x="391092" y="70517"/>
                  <a:pt x="389131" y="79626"/>
                  <a:pt x="387469" y="88869"/>
                </a:cubicBezTo>
                <a:lnTo>
                  <a:pt x="383579" y="89467"/>
                </a:lnTo>
                <a:lnTo>
                  <a:pt x="375500" y="65530"/>
                </a:lnTo>
                <a:cubicBezTo>
                  <a:pt x="372374" y="64466"/>
                  <a:pt x="368917" y="63934"/>
                  <a:pt x="365127" y="63934"/>
                </a:cubicBezTo>
                <a:cubicBezTo>
                  <a:pt x="355219" y="64000"/>
                  <a:pt x="347473" y="67458"/>
                  <a:pt x="341887" y="74307"/>
                </a:cubicBezTo>
                <a:cubicBezTo>
                  <a:pt x="336302" y="81222"/>
                  <a:pt x="333509" y="90365"/>
                  <a:pt x="333509" y="101735"/>
                </a:cubicBezTo>
                <a:cubicBezTo>
                  <a:pt x="333509" y="115101"/>
                  <a:pt x="336667" y="124975"/>
                  <a:pt x="342984" y="131358"/>
                </a:cubicBezTo>
                <a:cubicBezTo>
                  <a:pt x="349235" y="137742"/>
                  <a:pt x="359242" y="140933"/>
                  <a:pt x="373006" y="140933"/>
                </a:cubicBezTo>
                <a:cubicBezTo>
                  <a:pt x="379257" y="141000"/>
                  <a:pt x="386006" y="140368"/>
                  <a:pt x="393253" y="139038"/>
                </a:cubicBezTo>
                <a:lnTo>
                  <a:pt x="393852" y="143227"/>
                </a:lnTo>
                <a:close/>
                <a:moveTo>
                  <a:pt x="439058" y="20247"/>
                </a:moveTo>
                <a:cubicBezTo>
                  <a:pt x="439058" y="23771"/>
                  <a:pt x="437961" y="26631"/>
                  <a:pt x="435766" y="28825"/>
                </a:cubicBezTo>
                <a:cubicBezTo>
                  <a:pt x="433572" y="31152"/>
                  <a:pt x="430746" y="32283"/>
                  <a:pt x="427288" y="32216"/>
                </a:cubicBezTo>
                <a:cubicBezTo>
                  <a:pt x="423964" y="32283"/>
                  <a:pt x="421271" y="31252"/>
                  <a:pt x="419209" y="29124"/>
                </a:cubicBezTo>
                <a:cubicBezTo>
                  <a:pt x="417081" y="27063"/>
                  <a:pt x="416018" y="24337"/>
                  <a:pt x="416018" y="20946"/>
                </a:cubicBezTo>
                <a:cubicBezTo>
                  <a:pt x="416018" y="17355"/>
                  <a:pt x="417115" y="14496"/>
                  <a:pt x="419309" y="12368"/>
                </a:cubicBezTo>
                <a:cubicBezTo>
                  <a:pt x="421503" y="10307"/>
                  <a:pt x="424396" y="9276"/>
                  <a:pt x="427986" y="9276"/>
                </a:cubicBezTo>
                <a:cubicBezTo>
                  <a:pt x="431178" y="9276"/>
                  <a:pt x="433838" y="10207"/>
                  <a:pt x="435966" y="12069"/>
                </a:cubicBezTo>
                <a:cubicBezTo>
                  <a:pt x="438027" y="14063"/>
                  <a:pt x="439058" y="16790"/>
                  <a:pt x="439058" y="20247"/>
                </a:cubicBezTo>
                <a:moveTo>
                  <a:pt x="405345" y="62537"/>
                </a:moveTo>
                <a:cubicBezTo>
                  <a:pt x="416982" y="60409"/>
                  <a:pt x="427787" y="58082"/>
                  <a:pt x="437761" y="55555"/>
                </a:cubicBezTo>
                <a:lnTo>
                  <a:pt x="438659" y="56254"/>
                </a:lnTo>
                <a:cubicBezTo>
                  <a:pt x="438260" y="64964"/>
                  <a:pt x="438060" y="74473"/>
                  <a:pt x="438060" y="84779"/>
                </a:cubicBezTo>
                <a:lnTo>
                  <a:pt x="438060" y="123080"/>
                </a:lnTo>
                <a:cubicBezTo>
                  <a:pt x="438060" y="131059"/>
                  <a:pt x="438127" y="136578"/>
                  <a:pt x="438260" y="139637"/>
                </a:cubicBezTo>
                <a:cubicBezTo>
                  <a:pt x="438326" y="141499"/>
                  <a:pt x="439157" y="142662"/>
                  <a:pt x="440753" y="143128"/>
                </a:cubicBezTo>
                <a:lnTo>
                  <a:pt x="452323" y="146519"/>
                </a:lnTo>
                <a:lnTo>
                  <a:pt x="452523" y="150608"/>
                </a:lnTo>
                <a:cubicBezTo>
                  <a:pt x="443280" y="150409"/>
                  <a:pt x="435434" y="150309"/>
                  <a:pt x="428984" y="150309"/>
                </a:cubicBezTo>
                <a:cubicBezTo>
                  <a:pt x="422401" y="150309"/>
                  <a:pt x="414621" y="150409"/>
                  <a:pt x="405645" y="150608"/>
                </a:cubicBezTo>
                <a:lnTo>
                  <a:pt x="405246" y="146519"/>
                </a:lnTo>
                <a:lnTo>
                  <a:pt x="416816" y="143128"/>
                </a:lnTo>
                <a:cubicBezTo>
                  <a:pt x="418278" y="142662"/>
                  <a:pt x="419076" y="141382"/>
                  <a:pt x="419209" y="139288"/>
                </a:cubicBezTo>
                <a:cubicBezTo>
                  <a:pt x="419342" y="137193"/>
                  <a:pt x="419442" y="133087"/>
                  <a:pt x="419509" y="126970"/>
                </a:cubicBezTo>
                <a:lnTo>
                  <a:pt x="419509" y="93656"/>
                </a:lnTo>
                <a:cubicBezTo>
                  <a:pt x="419509" y="85012"/>
                  <a:pt x="419376" y="76966"/>
                  <a:pt x="419110" y="69519"/>
                </a:cubicBezTo>
                <a:lnTo>
                  <a:pt x="405844" y="65928"/>
                </a:lnTo>
                <a:lnTo>
                  <a:pt x="405345" y="62537"/>
                </a:lnTo>
                <a:close/>
                <a:moveTo>
                  <a:pt x="500912" y="68422"/>
                </a:moveTo>
                <a:lnTo>
                  <a:pt x="500912" y="122880"/>
                </a:lnTo>
                <a:cubicBezTo>
                  <a:pt x="500912" y="129397"/>
                  <a:pt x="500979" y="134982"/>
                  <a:pt x="501112" y="139637"/>
                </a:cubicBezTo>
                <a:cubicBezTo>
                  <a:pt x="501178" y="141499"/>
                  <a:pt x="502043" y="142662"/>
                  <a:pt x="503705" y="143128"/>
                </a:cubicBezTo>
                <a:lnTo>
                  <a:pt x="515375" y="146519"/>
                </a:lnTo>
                <a:lnTo>
                  <a:pt x="515574" y="150608"/>
                </a:lnTo>
                <a:cubicBezTo>
                  <a:pt x="506265" y="150409"/>
                  <a:pt x="498386" y="150309"/>
                  <a:pt x="491936" y="150309"/>
                </a:cubicBezTo>
                <a:cubicBezTo>
                  <a:pt x="485220" y="150309"/>
                  <a:pt x="477440" y="150409"/>
                  <a:pt x="468596" y="150608"/>
                </a:cubicBezTo>
                <a:lnTo>
                  <a:pt x="468098" y="146519"/>
                </a:lnTo>
                <a:lnTo>
                  <a:pt x="479269" y="143327"/>
                </a:lnTo>
                <a:cubicBezTo>
                  <a:pt x="481064" y="142729"/>
                  <a:pt x="482028" y="141632"/>
                  <a:pt x="482161" y="140036"/>
                </a:cubicBezTo>
                <a:cubicBezTo>
                  <a:pt x="482228" y="135980"/>
                  <a:pt x="482294" y="131624"/>
                  <a:pt x="482361" y="126970"/>
                </a:cubicBezTo>
                <a:lnTo>
                  <a:pt x="482361" y="68222"/>
                </a:lnTo>
                <a:lnTo>
                  <a:pt x="468796" y="64831"/>
                </a:lnTo>
                <a:lnTo>
                  <a:pt x="468098" y="60642"/>
                </a:lnTo>
                <a:lnTo>
                  <a:pt x="482460" y="59445"/>
                </a:lnTo>
                <a:lnTo>
                  <a:pt x="482460" y="59046"/>
                </a:lnTo>
                <a:cubicBezTo>
                  <a:pt x="482460" y="40295"/>
                  <a:pt x="487314" y="25766"/>
                  <a:pt x="497023" y="15460"/>
                </a:cubicBezTo>
                <a:cubicBezTo>
                  <a:pt x="506664" y="5220"/>
                  <a:pt x="519597" y="66"/>
                  <a:pt x="535822" y="0"/>
                </a:cubicBezTo>
                <a:cubicBezTo>
                  <a:pt x="543801" y="0"/>
                  <a:pt x="551448" y="831"/>
                  <a:pt x="558762" y="2494"/>
                </a:cubicBezTo>
                <a:cubicBezTo>
                  <a:pt x="556568" y="10606"/>
                  <a:pt x="554673" y="18951"/>
                  <a:pt x="553077" y="27528"/>
                </a:cubicBezTo>
                <a:lnTo>
                  <a:pt x="549187" y="28326"/>
                </a:lnTo>
                <a:lnTo>
                  <a:pt x="541208" y="8478"/>
                </a:lnTo>
                <a:cubicBezTo>
                  <a:pt x="538681" y="8212"/>
                  <a:pt x="535888" y="8079"/>
                  <a:pt x="532829" y="8079"/>
                </a:cubicBezTo>
                <a:cubicBezTo>
                  <a:pt x="522523" y="8079"/>
                  <a:pt x="514643" y="11503"/>
                  <a:pt x="509191" y="18352"/>
                </a:cubicBezTo>
                <a:cubicBezTo>
                  <a:pt x="503672" y="25268"/>
                  <a:pt x="500912" y="37802"/>
                  <a:pt x="500912" y="55954"/>
                </a:cubicBezTo>
                <a:lnTo>
                  <a:pt x="500912" y="59246"/>
                </a:lnTo>
                <a:lnTo>
                  <a:pt x="546294" y="59246"/>
                </a:lnTo>
                <a:cubicBezTo>
                  <a:pt x="551680" y="58115"/>
                  <a:pt x="556933" y="56885"/>
                  <a:pt x="562053" y="55555"/>
                </a:cubicBezTo>
                <a:lnTo>
                  <a:pt x="562951" y="56254"/>
                </a:lnTo>
                <a:cubicBezTo>
                  <a:pt x="562552" y="64964"/>
                  <a:pt x="562353" y="74473"/>
                  <a:pt x="562353" y="84779"/>
                </a:cubicBezTo>
                <a:lnTo>
                  <a:pt x="562353" y="123080"/>
                </a:lnTo>
                <a:cubicBezTo>
                  <a:pt x="562353" y="131059"/>
                  <a:pt x="562419" y="136578"/>
                  <a:pt x="562552" y="139637"/>
                </a:cubicBezTo>
                <a:cubicBezTo>
                  <a:pt x="562619" y="141499"/>
                  <a:pt x="563450" y="142662"/>
                  <a:pt x="565046" y="143128"/>
                </a:cubicBezTo>
                <a:lnTo>
                  <a:pt x="576615" y="146519"/>
                </a:lnTo>
                <a:lnTo>
                  <a:pt x="576815" y="150608"/>
                </a:lnTo>
                <a:cubicBezTo>
                  <a:pt x="567639" y="150409"/>
                  <a:pt x="559826" y="150309"/>
                  <a:pt x="553376" y="150309"/>
                </a:cubicBezTo>
                <a:cubicBezTo>
                  <a:pt x="546660" y="150309"/>
                  <a:pt x="539213" y="150409"/>
                  <a:pt x="531034" y="150608"/>
                </a:cubicBezTo>
                <a:lnTo>
                  <a:pt x="530635" y="146519"/>
                </a:lnTo>
                <a:lnTo>
                  <a:pt x="541108" y="143427"/>
                </a:lnTo>
                <a:cubicBezTo>
                  <a:pt x="542571" y="142961"/>
                  <a:pt x="543369" y="141681"/>
                  <a:pt x="543502" y="139587"/>
                </a:cubicBezTo>
                <a:cubicBezTo>
                  <a:pt x="543635" y="137492"/>
                  <a:pt x="543734" y="133287"/>
                  <a:pt x="543801" y="126970"/>
                </a:cubicBezTo>
                <a:lnTo>
                  <a:pt x="543801" y="68422"/>
                </a:lnTo>
                <a:lnTo>
                  <a:pt x="500912" y="68422"/>
                </a:lnTo>
                <a:close/>
                <a:moveTo>
                  <a:pt x="676686" y="143227"/>
                </a:moveTo>
                <a:cubicBezTo>
                  <a:pt x="672563" y="146020"/>
                  <a:pt x="667476" y="148347"/>
                  <a:pt x="661426" y="150209"/>
                </a:cubicBezTo>
                <a:cubicBezTo>
                  <a:pt x="655308" y="152138"/>
                  <a:pt x="649257" y="153102"/>
                  <a:pt x="643273" y="153102"/>
                </a:cubicBezTo>
                <a:cubicBezTo>
                  <a:pt x="628910" y="153168"/>
                  <a:pt x="617440" y="148946"/>
                  <a:pt x="608862" y="140435"/>
                </a:cubicBezTo>
                <a:cubicBezTo>
                  <a:pt x="600152" y="132123"/>
                  <a:pt x="595830" y="120919"/>
                  <a:pt x="595896" y="106822"/>
                </a:cubicBezTo>
                <a:cubicBezTo>
                  <a:pt x="595896" y="91595"/>
                  <a:pt x="600783" y="79227"/>
                  <a:pt x="610558" y="69719"/>
                </a:cubicBezTo>
                <a:cubicBezTo>
                  <a:pt x="620199" y="60277"/>
                  <a:pt x="632601" y="55555"/>
                  <a:pt x="647761" y="55555"/>
                </a:cubicBezTo>
                <a:cubicBezTo>
                  <a:pt x="657536" y="55555"/>
                  <a:pt x="667011" y="57550"/>
                  <a:pt x="676187" y="61540"/>
                </a:cubicBezTo>
                <a:cubicBezTo>
                  <a:pt x="673926" y="70517"/>
                  <a:pt x="671965" y="79626"/>
                  <a:pt x="670302" y="88869"/>
                </a:cubicBezTo>
                <a:lnTo>
                  <a:pt x="666413" y="89467"/>
                </a:lnTo>
                <a:lnTo>
                  <a:pt x="658334" y="65530"/>
                </a:lnTo>
                <a:cubicBezTo>
                  <a:pt x="655208" y="64466"/>
                  <a:pt x="651751" y="63934"/>
                  <a:pt x="647961" y="63934"/>
                </a:cubicBezTo>
                <a:cubicBezTo>
                  <a:pt x="638053" y="64000"/>
                  <a:pt x="630306" y="67458"/>
                  <a:pt x="624721" y="74307"/>
                </a:cubicBezTo>
                <a:cubicBezTo>
                  <a:pt x="619136" y="81222"/>
                  <a:pt x="616343" y="90365"/>
                  <a:pt x="616343" y="101735"/>
                </a:cubicBezTo>
                <a:cubicBezTo>
                  <a:pt x="616343" y="115101"/>
                  <a:pt x="619501" y="124975"/>
                  <a:pt x="625818" y="131358"/>
                </a:cubicBezTo>
                <a:cubicBezTo>
                  <a:pt x="632069" y="137742"/>
                  <a:pt x="642076" y="140933"/>
                  <a:pt x="655840" y="140933"/>
                </a:cubicBezTo>
                <a:cubicBezTo>
                  <a:pt x="662090" y="141000"/>
                  <a:pt x="668840" y="140368"/>
                  <a:pt x="676087" y="139038"/>
                </a:cubicBezTo>
                <a:lnTo>
                  <a:pt x="676686" y="143227"/>
                </a:lnTo>
                <a:close/>
                <a:moveTo>
                  <a:pt x="744033" y="105126"/>
                </a:moveTo>
                <a:cubicBezTo>
                  <a:pt x="730002" y="105126"/>
                  <a:pt x="720461" y="106556"/>
                  <a:pt x="715407" y="109415"/>
                </a:cubicBezTo>
                <a:cubicBezTo>
                  <a:pt x="710287" y="112341"/>
                  <a:pt x="707727" y="117162"/>
                  <a:pt x="707727" y="123878"/>
                </a:cubicBezTo>
                <a:cubicBezTo>
                  <a:pt x="707727" y="130195"/>
                  <a:pt x="709423" y="134650"/>
                  <a:pt x="712814" y="137243"/>
                </a:cubicBezTo>
                <a:cubicBezTo>
                  <a:pt x="716205" y="139969"/>
                  <a:pt x="720793" y="141299"/>
                  <a:pt x="726578" y="141233"/>
                </a:cubicBezTo>
                <a:cubicBezTo>
                  <a:pt x="733161" y="141233"/>
                  <a:pt x="738913" y="140069"/>
                  <a:pt x="743833" y="137742"/>
                </a:cubicBezTo>
                <a:lnTo>
                  <a:pt x="744033" y="105126"/>
                </a:lnTo>
                <a:moveTo>
                  <a:pt x="695658" y="64033"/>
                </a:moveTo>
                <a:cubicBezTo>
                  <a:pt x="708625" y="58381"/>
                  <a:pt x="720095" y="55555"/>
                  <a:pt x="730069" y="55555"/>
                </a:cubicBezTo>
                <a:cubicBezTo>
                  <a:pt x="740242" y="55622"/>
                  <a:pt x="748321" y="58282"/>
                  <a:pt x="754306" y="63535"/>
                </a:cubicBezTo>
                <a:cubicBezTo>
                  <a:pt x="760157" y="68854"/>
                  <a:pt x="763083" y="76534"/>
                  <a:pt x="763083" y="86575"/>
                </a:cubicBezTo>
                <a:lnTo>
                  <a:pt x="762584" y="128067"/>
                </a:lnTo>
                <a:cubicBezTo>
                  <a:pt x="762451" y="131458"/>
                  <a:pt x="762518" y="134184"/>
                  <a:pt x="762784" y="136246"/>
                </a:cubicBezTo>
                <a:cubicBezTo>
                  <a:pt x="763050" y="138373"/>
                  <a:pt x="763648" y="139969"/>
                  <a:pt x="764579" y="141033"/>
                </a:cubicBezTo>
                <a:cubicBezTo>
                  <a:pt x="765510" y="142097"/>
                  <a:pt x="766973" y="142828"/>
                  <a:pt x="768968" y="143227"/>
                </a:cubicBezTo>
                <a:cubicBezTo>
                  <a:pt x="770829" y="143759"/>
                  <a:pt x="773423" y="144025"/>
                  <a:pt x="776747" y="144025"/>
                </a:cubicBezTo>
                <a:lnTo>
                  <a:pt x="777246" y="147915"/>
                </a:lnTo>
                <a:cubicBezTo>
                  <a:pt x="774320" y="149112"/>
                  <a:pt x="770829" y="150242"/>
                  <a:pt x="766773" y="151306"/>
                </a:cubicBezTo>
                <a:cubicBezTo>
                  <a:pt x="762584" y="152437"/>
                  <a:pt x="759792" y="153002"/>
                  <a:pt x="758395" y="153002"/>
                </a:cubicBezTo>
                <a:cubicBezTo>
                  <a:pt x="751812" y="153068"/>
                  <a:pt x="747324" y="149744"/>
                  <a:pt x="744930" y="143028"/>
                </a:cubicBezTo>
                <a:cubicBezTo>
                  <a:pt x="735555" y="149744"/>
                  <a:pt x="726678" y="153102"/>
                  <a:pt x="718299" y="153102"/>
                </a:cubicBezTo>
                <a:cubicBezTo>
                  <a:pt x="708924" y="153102"/>
                  <a:pt x="701410" y="150808"/>
                  <a:pt x="695758" y="146220"/>
                </a:cubicBezTo>
                <a:cubicBezTo>
                  <a:pt x="690040" y="141764"/>
                  <a:pt x="687214" y="135348"/>
                  <a:pt x="687280" y="126970"/>
                </a:cubicBezTo>
                <a:cubicBezTo>
                  <a:pt x="687280" y="116796"/>
                  <a:pt x="691868" y="109249"/>
                  <a:pt x="701044" y="104329"/>
                </a:cubicBezTo>
                <a:cubicBezTo>
                  <a:pt x="710088" y="99475"/>
                  <a:pt x="724417" y="97048"/>
                  <a:pt x="744033" y="97048"/>
                </a:cubicBezTo>
                <a:lnTo>
                  <a:pt x="744132" y="89268"/>
                </a:lnTo>
                <a:cubicBezTo>
                  <a:pt x="744199" y="81820"/>
                  <a:pt x="742304" y="76301"/>
                  <a:pt x="738447" y="72711"/>
                </a:cubicBezTo>
                <a:cubicBezTo>
                  <a:pt x="734524" y="69120"/>
                  <a:pt x="728606" y="67325"/>
                  <a:pt x="720693" y="67325"/>
                </a:cubicBezTo>
                <a:cubicBezTo>
                  <a:pt x="714576" y="67325"/>
                  <a:pt x="706996" y="68455"/>
                  <a:pt x="697952" y="70716"/>
                </a:cubicBezTo>
                <a:lnTo>
                  <a:pt x="695658" y="64033"/>
                </a:lnTo>
                <a:close/>
                <a:moveTo>
                  <a:pt x="812777" y="68721"/>
                </a:moveTo>
                <a:cubicBezTo>
                  <a:pt x="812378" y="91196"/>
                  <a:pt x="812179" y="109316"/>
                  <a:pt x="812179" y="123080"/>
                </a:cubicBezTo>
                <a:cubicBezTo>
                  <a:pt x="812112" y="129995"/>
                  <a:pt x="813143" y="134749"/>
                  <a:pt x="815271" y="137343"/>
                </a:cubicBezTo>
                <a:cubicBezTo>
                  <a:pt x="817332" y="140069"/>
                  <a:pt x="821255" y="141399"/>
                  <a:pt x="827040" y="141332"/>
                </a:cubicBezTo>
                <a:cubicBezTo>
                  <a:pt x="831628" y="141332"/>
                  <a:pt x="837613" y="140734"/>
                  <a:pt x="844994" y="139537"/>
                </a:cubicBezTo>
                <a:lnTo>
                  <a:pt x="845592" y="144025"/>
                </a:lnTo>
                <a:cubicBezTo>
                  <a:pt x="834089" y="149810"/>
                  <a:pt x="823815" y="152703"/>
                  <a:pt x="814772" y="152703"/>
                </a:cubicBezTo>
                <a:cubicBezTo>
                  <a:pt x="807391" y="152703"/>
                  <a:pt x="801906" y="150741"/>
                  <a:pt x="798315" y="146818"/>
                </a:cubicBezTo>
                <a:cubicBezTo>
                  <a:pt x="794724" y="143028"/>
                  <a:pt x="792929" y="137176"/>
                  <a:pt x="792929" y="129264"/>
                </a:cubicBezTo>
                <a:cubicBezTo>
                  <a:pt x="792862" y="116430"/>
                  <a:pt x="793095" y="96050"/>
                  <a:pt x="793627" y="68123"/>
                </a:cubicBezTo>
                <a:lnTo>
                  <a:pt x="779863" y="64732"/>
                </a:lnTo>
                <a:lnTo>
                  <a:pt x="779265" y="60642"/>
                </a:lnTo>
                <a:lnTo>
                  <a:pt x="794625" y="59346"/>
                </a:lnTo>
                <a:lnTo>
                  <a:pt x="801706" y="35208"/>
                </a:lnTo>
                <a:cubicBezTo>
                  <a:pt x="805496" y="34211"/>
                  <a:pt x="808954" y="33247"/>
                  <a:pt x="812079" y="32316"/>
                </a:cubicBezTo>
                <a:lnTo>
                  <a:pt x="813077" y="33014"/>
                </a:lnTo>
                <a:cubicBezTo>
                  <a:pt x="812877" y="41126"/>
                  <a:pt x="812777" y="48640"/>
                  <a:pt x="812777" y="55555"/>
                </a:cubicBezTo>
                <a:lnTo>
                  <a:pt x="812777" y="59246"/>
                </a:lnTo>
                <a:lnTo>
                  <a:pt x="842799" y="59246"/>
                </a:lnTo>
                <a:lnTo>
                  <a:pt x="842799" y="68721"/>
                </a:lnTo>
                <a:lnTo>
                  <a:pt x="812777" y="68721"/>
                </a:lnTo>
                <a:close/>
                <a:moveTo>
                  <a:pt x="894734" y="20247"/>
                </a:moveTo>
                <a:cubicBezTo>
                  <a:pt x="894734" y="23771"/>
                  <a:pt x="893637" y="26631"/>
                  <a:pt x="891443" y="28825"/>
                </a:cubicBezTo>
                <a:cubicBezTo>
                  <a:pt x="889248" y="31152"/>
                  <a:pt x="886422" y="32283"/>
                  <a:pt x="882965" y="32216"/>
                </a:cubicBezTo>
                <a:cubicBezTo>
                  <a:pt x="879640" y="32283"/>
                  <a:pt x="876947" y="31252"/>
                  <a:pt x="874886" y="29124"/>
                </a:cubicBezTo>
                <a:cubicBezTo>
                  <a:pt x="872758" y="27063"/>
                  <a:pt x="871694" y="24337"/>
                  <a:pt x="871694" y="20946"/>
                </a:cubicBezTo>
                <a:cubicBezTo>
                  <a:pt x="871694" y="17355"/>
                  <a:pt x="872791" y="14496"/>
                  <a:pt x="874985" y="12368"/>
                </a:cubicBezTo>
                <a:cubicBezTo>
                  <a:pt x="877180" y="10307"/>
                  <a:pt x="880072" y="9276"/>
                  <a:pt x="883663" y="9276"/>
                </a:cubicBezTo>
                <a:cubicBezTo>
                  <a:pt x="886855" y="9276"/>
                  <a:pt x="889514" y="10207"/>
                  <a:pt x="891642" y="12069"/>
                </a:cubicBezTo>
                <a:cubicBezTo>
                  <a:pt x="893703" y="14063"/>
                  <a:pt x="894734" y="16790"/>
                  <a:pt x="894734" y="20247"/>
                </a:cubicBezTo>
                <a:moveTo>
                  <a:pt x="861022" y="62537"/>
                </a:moveTo>
                <a:cubicBezTo>
                  <a:pt x="872658" y="60409"/>
                  <a:pt x="883463" y="58082"/>
                  <a:pt x="893437" y="55555"/>
                </a:cubicBezTo>
                <a:lnTo>
                  <a:pt x="894335" y="56254"/>
                </a:lnTo>
                <a:cubicBezTo>
                  <a:pt x="893936" y="64964"/>
                  <a:pt x="893737" y="74473"/>
                  <a:pt x="893737" y="84779"/>
                </a:cubicBezTo>
                <a:lnTo>
                  <a:pt x="893737" y="123080"/>
                </a:lnTo>
                <a:cubicBezTo>
                  <a:pt x="893737" y="131059"/>
                  <a:pt x="893803" y="136578"/>
                  <a:pt x="893936" y="139637"/>
                </a:cubicBezTo>
                <a:cubicBezTo>
                  <a:pt x="894003" y="141499"/>
                  <a:pt x="894834" y="142662"/>
                  <a:pt x="896430" y="143128"/>
                </a:cubicBezTo>
                <a:lnTo>
                  <a:pt x="908000" y="146519"/>
                </a:lnTo>
                <a:lnTo>
                  <a:pt x="908199" y="150608"/>
                </a:lnTo>
                <a:cubicBezTo>
                  <a:pt x="898956" y="150409"/>
                  <a:pt x="891110" y="150309"/>
                  <a:pt x="884660" y="150309"/>
                </a:cubicBezTo>
                <a:cubicBezTo>
                  <a:pt x="878077" y="150309"/>
                  <a:pt x="870298" y="150409"/>
                  <a:pt x="861321" y="150608"/>
                </a:cubicBezTo>
                <a:lnTo>
                  <a:pt x="860922" y="146519"/>
                </a:lnTo>
                <a:lnTo>
                  <a:pt x="872492" y="143128"/>
                </a:lnTo>
                <a:cubicBezTo>
                  <a:pt x="873955" y="142662"/>
                  <a:pt x="874753" y="141382"/>
                  <a:pt x="874886" y="139288"/>
                </a:cubicBezTo>
                <a:cubicBezTo>
                  <a:pt x="875019" y="137193"/>
                  <a:pt x="875118" y="133087"/>
                  <a:pt x="875185" y="126970"/>
                </a:cubicBezTo>
                <a:lnTo>
                  <a:pt x="875185" y="93656"/>
                </a:lnTo>
                <a:cubicBezTo>
                  <a:pt x="875185" y="85012"/>
                  <a:pt x="875052" y="76966"/>
                  <a:pt x="874786" y="69519"/>
                </a:cubicBezTo>
                <a:lnTo>
                  <a:pt x="861520" y="65928"/>
                </a:lnTo>
                <a:lnTo>
                  <a:pt x="861022" y="62537"/>
                </a:lnTo>
                <a:close/>
                <a:moveTo>
                  <a:pt x="946315" y="103231"/>
                </a:moveTo>
                <a:cubicBezTo>
                  <a:pt x="946248" y="115732"/>
                  <a:pt x="948575" y="125839"/>
                  <a:pt x="953296" y="133553"/>
                </a:cubicBezTo>
                <a:cubicBezTo>
                  <a:pt x="957885" y="141465"/>
                  <a:pt x="964767" y="145388"/>
                  <a:pt x="973943" y="145322"/>
                </a:cubicBezTo>
                <a:cubicBezTo>
                  <a:pt x="982454" y="145322"/>
                  <a:pt x="988970" y="141864"/>
                  <a:pt x="993492" y="134949"/>
                </a:cubicBezTo>
                <a:cubicBezTo>
                  <a:pt x="997947" y="128100"/>
                  <a:pt x="1000175" y="117927"/>
                  <a:pt x="1000175" y="104428"/>
                </a:cubicBezTo>
                <a:cubicBezTo>
                  <a:pt x="1000108" y="91795"/>
                  <a:pt x="997747" y="81787"/>
                  <a:pt x="993093" y="74406"/>
                </a:cubicBezTo>
                <a:cubicBezTo>
                  <a:pt x="988372" y="67159"/>
                  <a:pt x="981556" y="63501"/>
                  <a:pt x="972646" y="63435"/>
                </a:cubicBezTo>
                <a:cubicBezTo>
                  <a:pt x="964135" y="63435"/>
                  <a:pt x="957619" y="66726"/>
                  <a:pt x="953097" y="73309"/>
                </a:cubicBezTo>
                <a:cubicBezTo>
                  <a:pt x="948575" y="79892"/>
                  <a:pt x="946315" y="89866"/>
                  <a:pt x="946315" y="103231"/>
                </a:cubicBezTo>
                <a:moveTo>
                  <a:pt x="1020621" y="102334"/>
                </a:moveTo>
                <a:cubicBezTo>
                  <a:pt x="1020621" y="117561"/>
                  <a:pt x="1016033" y="129796"/>
                  <a:pt x="1006857" y="139038"/>
                </a:cubicBezTo>
                <a:cubicBezTo>
                  <a:pt x="997747" y="148414"/>
                  <a:pt x="986111" y="153102"/>
                  <a:pt x="971948" y="153102"/>
                </a:cubicBezTo>
                <a:cubicBezTo>
                  <a:pt x="958184" y="153168"/>
                  <a:pt x="947079" y="148746"/>
                  <a:pt x="938635" y="139836"/>
                </a:cubicBezTo>
                <a:cubicBezTo>
                  <a:pt x="930123" y="131126"/>
                  <a:pt x="925868" y="119622"/>
                  <a:pt x="925868" y="105326"/>
                </a:cubicBezTo>
                <a:cubicBezTo>
                  <a:pt x="925868" y="90697"/>
                  <a:pt x="930323" y="78728"/>
                  <a:pt x="939233" y="69419"/>
                </a:cubicBezTo>
                <a:cubicBezTo>
                  <a:pt x="948077" y="60177"/>
                  <a:pt x="959846" y="55555"/>
                  <a:pt x="974541" y="55555"/>
                </a:cubicBezTo>
                <a:cubicBezTo>
                  <a:pt x="988305" y="55622"/>
                  <a:pt x="999443" y="59878"/>
                  <a:pt x="1007954" y="68322"/>
                </a:cubicBezTo>
                <a:cubicBezTo>
                  <a:pt x="1016399" y="76966"/>
                  <a:pt x="1020621" y="88304"/>
                  <a:pt x="1020621" y="102334"/>
                </a:cubicBezTo>
                <a:close/>
                <a:moveTo>
                  <a:pt x="1033864" y="62537"/>
                </a:moveTo>
                <a:cubicBezTo>
                  <a:pt x="1045035" y="60476"/>
                  <a:pt x="1055574" y="58149"/>
                  <a:pt x="1065481" y="55555"/>
                </a:cubicBezTo>
                <a:lnTo>
                  <a:pt x="1066479" y="56254"/>
                </a:lnTo>
                <a:lnTo>
                  <a:pt x="1066479" y="67824"/>
                </a:lnTo>
                <a:cubicBezTo>
                  <a:pt x="1078049" y="59645"/>
                  <a:pt x="1088854" y="55555"/>
                  <a:pt x="1098894" y="55555"/>
                </a:cubicBezTo>
                <a:cubicBezTo>
                  <a:pt x="1108270" y="55555"/>
                  <a:pt x="1115651" y="58182"/>
                  <a:pt x="1121037" y="63435"/>
                </a:cubicBezTo>
                <a:cubicBezTo>
                  <a:pt x="1126423" y="68821"/>
                  <a:pt x="1129116" y="76335"/>
                  <a:pt x="1129116" y="85976"/>
                </a:cubicBezTo>
                <a:lnTo>
                  <a:pt x="1129116" y="121185"/>
                </a:lnTo>
                <a:cubicBezTo>
                  <a:pt x="1129116" y="129496"/>
                  <a:pt x="1129182" y="135647"/>
                  <a:pt x="1129315" y="139637"/>
                </a:cubicBezTo>
                <a:cubicBezTo>
                  <a:pt x="1129315" y="141499"/>
                  <a:pt x="1130180" y="142662"/>
                  <a:pt x="1131909" y="143128"/>
                </a:cubicBezTo>
                <a:lnTo>
                  <a:pt x="1142980" y="146519"/>
                </a:lnTo>
                <a:lnTo>
                  <a:pt x="1143179" y="150608"/>
                </a:lnTo>
                <a:cubicBezTo>
                  <a:pt x="1134336" y="150409"/>
                  <a:pt x="1126689" y="150309"/>
                  <a:pt x="1120239" y="150309"/>
                </a:cubicBezTo>
                <a:cubicBezTo>
                  <a:pt x="1113656" y="150309"/>
                  <a:pt x="1106375" y="150409"/>
                  <a:pt x="1098396" y="150608"/>
                </a:cubicBezTo>
                <a:lnTo>
                  <a:pt x="1097997" y="146519"/>
                </a:lnTo>
                <a:lnTo>
                  <a:pt x="1107971" y="143626"/>
                </a:lnTo>
                <a:cubicBezTo>
                  <a:pt x="1109434" y="143161"/>
                  <a:pt x="1110265" y="142130"/>
                  <a:pt x="1110464" y="140534"/>
                </a:cubicBezTo>
                <a:cubicBezTo>
                  <a:pt x="1110531" y="139670"/>
                  <a:pt x="1110564" y="137575"/>
                  <a:pt x="1110564" y="134251"/>
                </a:cubicBezTo>
                <a:lnTo>
                  <a:pt x="1110564" y="90764"/>
                </a:lnTo>
                <a:cubicBezTo>
                  <a:pt x="1110498" y="82585"/>
                  <a:pt x="1108536" y="76700"/>
                  <a:pt x="1104679" y="73110"/>
                </a:cubicBezTo>
                <a:cubicBezTo>
                  <a:pt x="1100756" y="69652"/>
                  <a:pt x="1095005" y="67890"/>
                  <a:pt x="1087424" y="67824"/>
                </a:cubicBezTo>
                <a:cubicBezTo>
                  <a:pt x="1080642" y="67824"/>
                  <a:pt x="1073693" y="69752"/>
                  <a:pt x="1066579" y="73608"/>
                </a:cubicBezTo>
                <a:lnTo>
                  <a:pt x="1066579" y="117195"/>
                </a:lnTo>
                <a:cubicBezTo>
                  <a:pt x="1066579" y="125573"/>
                  <a:pt x="1066645" y="133187"/>
                  <a:pt x="1066778" y="140036"/>
                </a:cubicBezTo>
                <a:cubicBezTo>
                  <a:pt x="1066778" y="141831"/>
                  <a:pt x="1067543" y="142961"/>
                  <a:pt x="1069072" y="143427"/>
                </a:cubicBezTo>
                <a:lnTo>
                  <a:pt x="1079445" y="146519"/>
                </a:lnTo>
                <a:lnTo>
                  <a:pt x="1079645" y="150608"/>
                </a:lnTo>
                <a:cubicBezTo>
                  <a:pt x="1071333" y="150409"/>
                  <a:pt x="1063952" y="150309"/>
                  <a:pt x="1057502" y="150309"/>
                </a:cubicBezTo>
                <a:cubicBezTo>
                  <a:pt x="1050853" y="150309"/>
                  <a:pt x="1043106" y="150409"/>
                  <a:pt x="1034263" y="150608"/>
                </a:cubicBezTo>
                <a:lnTo>
                  <a:pt x="1033864" y="146519"/>
                </a:lnTo>
                <a:lnTo>
                  <a:pt x="1045633" y="143128"/>
                </a:lnTo>
                <a:cubicBezTo>
                  <a:pt x="1047029" y="142596"/>
                  <a:pt x="1047794" y="141565"/>
                  <a:pt x="1047927" y="140036"/>
                </a:cubicBezTo>
                <a:cubicBezTo>
                  <a:pt x="1047994" y="135780"/>
                  <a:pt x="1048027" y="131691"/>
                  <a:pt x="1048027" y="127768"/>
                </a:cubicBezTo>
                <a:lnTo>
                  <a:pt x="1048027" y="93756"/>
                </a:lnTo>
                <a:cubicBezTo>
                  <a:pt x="1048027" y="85112"/>
                  <a:pt x="1047894" y="77033"/>
                  <a:pt x="1047628" y="69519"/>
                </a:cubicBezTo>
                <a:lnTo>
                  <a:pt x="1034362" y="65928"/>
                </a:lnTo>
                <a:lnTo>
                  <a:pt x="1033864" y="62537"/>
                </a:lnTo>
                <a:close/>
                <a:moveTo>
                  <a:pt x="1210735" y="65629"/>
                </a:moveTo>
                <a:cubicBezTo>
                  <a:pt x="1206812" y="64565"/>
                  <a:pt x="1202157" y="64033"/>
                  <a:pt x="1196771" y="64033"/>
                </a:cubicBezTo>
                <a:cubicBezTo>
                  <a:pt x="1191385" y="64033"/>
                  <a:pt x="1186831" y="65230"/>
                  <a:pt x="1183107" y="67624"/>
                </a:cubicBezTo>
                <a:cubicBezTo>
                  <a:pt x="1179184" y="70151"/>
                  <a:pt x="1177256" y="73476"/>
                  <a:pt x="1177322" y="77598"/>
                </a:cubicBezTo>
                <a:cubicBezTo>
                  <a:pt x="1177322" y="81721"/>
                  <a:pt x="1178585" y="84912"/>
                  <a:pt x="1181112" y="87173"/>
                </a:cubicBezTo>
                <a:cubicBezTo>
                  <a:pt x="1183572" y="89500"/>
                  <a:pt x="1188194" y="91795"/>
                  <a:pt x="1194976" y="94055"/>
                </a:cubicBezTo>
                <a:lnTo>
                  <a:pt x="1203155" y="96848"/>
                </a:lnTo>
                <a:cubicBezTo>
                  <a:pt x="1212331" y="99973"/>
                  <a:pt x="1219080" y="103531"/>
                  <a:pt x="1223402" y="107520"/>
                </a:cubicBezTo>
                <a:cubicBezTo>
                  <a:pt x="1227658" y="111643"/>
                  <a:pt x="1229786" y="117644"/>
                  <a:pt x="1229786" y="125523"/>
                </a:cubicBezTo>
                <a:cubicBezTo>
                  <a:pt x="1229786" y="133403"/>
                  <a:pt x="1226195" y="139936"/>
                  <a:pt x="1219014" y="145122"/>
                </a:cubicBezTo>
                <a:cubicBezTo>
                  <a:pt x="1211832" y="150442"/>
                  <a:pt x="1202756" y="153102"/>
                  <a:pt x="1191784" y="153102"/>
                </a:cubicBezTo>
                <a:cubicBezTo>
                  <a:pt x="1181677" y="153102"/>
                  <a:pt x="1171338" y="151040"/>
                  <a:pt x="1160765" y="146918"/>
                </a:cubicBezTo>
                <a:cubicBezTo>
                  <a:pt x="1163026" y="138340"/>
                  <a:pt x="1164854" y="129895"/>
                  <a:pt x="1166251" y="121584"/>
                </a:cubicBezTo>
                <a:lnTo>
                  <a:pt x="1170141" y="120985"/>
                </a:lnTo>
                <a:lnTo>
                  <a:pt x="1177322" y="142429"/>
                </a:lnTo>
                <a:cubicBezTo>
                  <a:pt x="1181046" y="143959"/>
                  <a:pt x="1185866" y="144690"/>
                  <a:pt x="1191784" y="144624"/>
                </a:cubicBezTo>
                <a:cubicBezTo>
                  <a:pt x="1197968" y="144624"/>
                  <a:pt x="1202922" y="143360"/>
                  <a:pt x="1206646" y="140834"/>
                </a:cubicBezTo>
                <a:cubicBezTo>
                  <a:pt x="1210303" y="138373"/>
                  <a:pt x="1212131" y="134816"/>
                  <a:pt x="1212131" y="130161"/>
                </a:cubicBezTo>
                <a:cubicBezTo>
                  <a:pt x="1212131" y="125972"/>
                  <a:pt x="1210901" y="122614"/>
                  <a:pt x="1208441" y="120088"/>
                </a:cubicBezTo>
                <a:cubicBezTo>
                  <a:pt x="1205914" y="117627"/>
                  <a:pt x="1201925" y="115499"/>
                  <a:pt x="1196472" y="113704"/>
                </a:cubicBezTo>
                <a:lnTo>
                  <a:pt x="1186099" y="110213"/>
                </a:lnTo>
                <a:cubicBezTo>
                  <a:pt x="1177123" y="107288"/>
                  <a:pt x="1170939" y="103664"/>
                  <a:pt x="1167547" y="99342"/>
                </a:cubicBezTo>
                <a:cubicBezTo>
                  <a:pt x="1164023" y="95219"/>
                  <a:pt x="1162294" y="89999"/>
                  <a:pt x="1162361" y="83682"/>
                </a:cubicBezTo>
                <a:cubicBezTo>
                  <a:pt x="1162294" y="75038"/>
                  <a:pt x="1165619" y="68156"/>
                  <a:pt x="1172335" y="63036"/>
                </a:cubicBezTo>
                <a:cubicBezTo>
                  <a:pt x="1178851" y="58049"/>
                  <a:pt x="1187562" y="55555"/>
                  <a:pt x="1198467" y="55555"/>
                </a:cubicBezTo>
                <a:cubicBezTo>
                  <a:pt x="1208508" y="55622"/>
                  <a:pt x="1217684" y="57085"/>
                  <a:pt x="1225995" y="59944"/>
                </a:cubicBezTo>
                <a:cubicBezTo>
                  <a:pt x="1224067" y="67524"/>
                  <a:pt x="1222371" y="75537"/>
                  <a:pt x="1220909" y="83981"/>
                </a:cubicBezTo>
                <a:lnTo>
                  <a:pt x="1217118" y="84680"/>
                </a:lnTo>
                <a:lnTo>
                  <a:pt x="1210735" y="65629"/>
                </a:lnTo>
                <a:close/>
                <a:moveTo>
                  <a:pt x="1277430" y="129363"/>
                </a:moveTo>
                <a:cubicBezTo>
                  <a:pt x="1280821" y="129430"/>
                  <a:pt x="1283680" y="130494"/>
                  <a:pt x="1286008" y="132555"/>
                </a:cubicBezTo>
                <a:cubicBezTo>
                  <a:pt x="1288202" y="134683"/>
                  <a:pt x="1289299" y="137542"/>
                  <a:pt x="1289299" y="141133"/>
                </a:cubicBezTo>
                <a:cubicBezTo>
                  <a:pt x="1289299" y="144723"/>
                  <a:pt x="1288202" y="147616"/>
                  <a:pt x="1286008" y="149810"/>
                </a:cubicBezTo>
                <a:cubicBezTo>
                  <a:pt x="1283680" y="152005"/>
                  <a:pt x="1280821" y="153102"/>
                  <a:pt x="1277430" y="153102"/>
                </a:cubicBezTo>
                <a:cubicBezTo>
                  <a:pt x="1273706" y="153102"/>
                  <a:pt x="1270781" y="152005"/>
                  <a:pt x="1268653" y="149810"/>
                </a:cubicBezTo>
                <a:cubicBezTo>
                  <a:pt x="1266459" y="147616"/>
                  <a:pt x="1265361" y="144723"/>
                  <a:pt x="1265361" y="141133"/>
                </a:cubicBezTo>
                <a:cubicBezTo>
                  <a:pt x="1265361" y="137542"/>
                  <a:pt x="1266459" y="134683"/>
                  <a:pt x="1268653" y="132555"/>
                </a:cubicBezTo>
                <a:cubicBezTo>
                  <a:pt x="1270781" y="130494"/>
                  <a:pt x="1273706" y="129430"/>
                  <a:pt x="1277430" y="129363"/>
                </a:cubicBezTo>
                <a:moveTo>
                  <a:pt x="1277829" y="111610"/>
                </a:moveTo>
                <a:cubicBezTo>
                  <a:pt x="1273906" y="108152"/>
                  <a:pt x="1270249" y="104096"/>
                  <a:pt x="1266858" y="99441"/>
                </a:cubicBezTo>
                <a:cubicBezTo>
                  <a:pt x="1263466" y="94986"/>
                  <a:pt x="1261771" y="91695"/>
                  <a:pt x="1261771" y="89567"/>
                </a:cubicBezTo>
                <a:cubicBezTo>
                  <a:pt x="1261771" y="87705"/>
                  <a:pt x="1262270" y="85810"/>
                  <a:pt x="1263267" y="83882"/>
                </a:cubicBezTo>
                <a:cubicBezTo>
                  <a:pt x="1264131" y="82020"/>
                  <a:pt x="1265395" y="80058"/>
                  <a:pt x="1267057" y="77997"/>
                </a:cubicBezTo>
                <a:cubicBezTo>
                  <a:pt x="1268520" y="76069"/>
                  <a:pt x="1270282" y="74041"/>
                  <a:pt x="1272343" y="71913"/>
                </a:cubicBezTo>
                <a:cubicBezTo>
                  <a:pt x="1274338" y="69918"/>
                  <a:pt x="1276399" y="67857"/>
                  <a:pt x="1278527" y="65729"/>
                </a:cubicBezTo>
                <a:cubicBezTo>
                  <a:pt x="1280788" y="63601"/>
                  <a:pt x="1283016" y="61374"/>
                  <a:pt x="1285210" y="59046"/>
                </a:cubicBezTo>
                <a:cubicBezTo>
                  <a:pt x="1287271" y="56786"/>
                  <a:pt x="1289199" y="54492"/>
                  <a:pt x="1290995" y="52164"/>
                </a:cubicBezTo>
                <a:cubicBezTo>
                  <a:pt x="1292591" y="49970"/>
                  <a:pt x="1293954" y="47709"/>
                  <a:pt x="1295084" y="45382"/>
                </a:cubicBezTo>
                <a:cubicBezTo>
                  <a:pt x="1296082" y="43121"/>
                  <a:pt x="1296580" y="40827"/>
                  <a:pt x="1296580" y="38500"/>
                </a:cubicBezTo>
                <a:cubicBezTo>
                  <a:pt x="1296514" y="32848"/>
                  <a:pt x="1294652" y="28360"/>
                  <a:pt x="1290995" y="25035"/>
                </a:cubicBezTo>
                <a:cubicBezTo>
                  <a:pt x="1287138" y="21777"/>
                  <a:pt x="1282085" y="20114"/>
                  <a:pt x="1275834" y="20048"/>
                </a:cubicBezTo>
                <a:cubicBezTo>
                  <a:pt x="1271446" y="20048"/>
                  <a:pt x="1267057" y="20979"/>
                  <a:pt x="1262668" y="22841"/>
                </a:cubicBezTo>
                <a:lnTo>
                  <a:pt x="1256086" y="45681"/>
                </a:lnTo>
                <a:lnTo>
                  <a:pt x="1252196" y="46280"/>
                </a:lnTo>
                <a:lnTo>
                  <a:pt x="1246311" y="18352"/>
                </a:lnTo>
                <a:cubicBezTo>
                  <a:pt x="1257482" y="14097"/>
                  <a:pt x="1268121" y="11936"/>
                  <a:pt x="1278228" y="11869"/>
                </a:cubicBezTo>
                <a:cubicBezTo>
                  <a:pt x="1289199" y="11936"/>
                  <a:pt x="1297943" y="14396"/>
                  <a:pt x="1304460" y="19250"/>
                </a:cubicBezTo>
                <a:cubicBezTo>
                  <a:pt x="1310910" y="24170"/>
                  <a:pt x="1314135" y="31252"/>
                  <a:pt x="1314135" y="40495"/>
                </a:cubicBezTo>
                <a:cubicBezTo>
                  <a:pt x="1314068" y="44085"/>
                  <a:pt x="1313503" y="47410"/>
                  <a:pt x="1312439" y="50469"/>
                </a:cubicBezTo>
                <a:cubicBezTo>
                  <a:pt x="1311242" y="53660"/>
                  <a:pt x="1309713" y="56586"/>
                  <a:pt x="1307851" y="59246"/>
                </a:cubicBezTo>
                <a:cubicBezTo>
                  <a:pt x="1305856" y="61972"/>
                  <a:pt x="1303728" y="64532"/>
                  <a:pt x="1301468" y="66926"/>
                </a:cubicBezTo>
                <a:cubicBezTo>
                  <a:pt x="1299140" y="69453"/>
                  <a:pt x="1296780" y="71813"/>
                  <a:pt x="1294386" y="74007"/>
                </a:cubicBezTo>
                <a:cubicBezTo>
                  <a:pt x="1292258" y="75936"/>
                  <a:pt x="1290297" y="77831"/>
                  <a:pt x="1288501" y="79693"/>
                </a:cubicBezTo>
                <a:cubicBezTo>
                  <a:pt x="1286573" y="81621"/>
                  <a:pt x="1284861" y="83499"/>
                  <a:pt x="1283365" y="85328"/>
                </a:cubicBezTo>
                <a:cubicBezTo>
                  <a:pt x="1281869" y="87157"/>
                  <a:pt x="1280688" y="89002"/>
                  <a:pt x="1279824" y="90864"/>
                </a:cubicBezTo>
                <a:cubicBezTo>
                  <a:pt x="1278893" y="92858"/>
                  <a:pt x="1278461" y="94853"/>
                  <a:pt x="1278527" y="96848"/>
                </a:cubicBezTo>
                <a:cubicBezTo>
                  <a:pt x="1278461" y="100572"/>
                  <a:pt x="1279691" y="104561"/>
                  <a:pt x="1282218" y="108817"/>
                </a:cubicBezTo>
                <a:lnTo>
                  <a:pt x="1277829" y="111610"/>
                </a:lnTo>
                <a:close/>
              </a:path>
            </a:pathLst>
          </a:custGeom>
          <a:solidFill xmlns:a="http://schemas.openxmlformats.org/drawingml/2006/main">
            <a:srgbClr val="454545"/>
          </a:solidFill>
          <a:ln xmlns:a="http://schemas.openxmlformats.org/drawingml/2006/main" w="0" cap="flat">
            <a:noFill/>
            <a:miter/>
          </a:ln>
        </p:spPr>
      </p:sp>
    </p:spTree>
    <p:extLst>
      <p:ext uri="{BB962C8B-B14F-4D97-AF65-F5344CB8AC3E}">
        <p14:creationId xmlns:p14="http://schemas.microsoft.com/office/powerpoint/2010/main" val="12133635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2026-09-05T08:54:13.2440000Z</dcterms:created>
  <dcterms:modified xsi:type="dcterms:W3CDTF">2026-09-05T08:54:13.2450000Z</dcterms:modified>
</coreProperties>
</file>