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6548ec83514a53" /><Relationship Type="http://schemas.openxmlformats.org/officeDocument/2006/relationships/extended-properties" Target="/docProps/app.xml" Id="Re2b3d49b48524055" /><Relationship Type="http://schemas.openxmlformats.org/officeDocument/2006/relationships/officeDocument" Target="/ppt/presentation.xml" Id="Rf67353be58cb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90b3f6f544ca6"/>
  </p:sldMasterIdLst>
  <p:notesMasterIdLst>
    <p:notesMasterId xmlns:r="http://schemas.openxmlformats.org/officeDocument/2006/relationships" r:id="Rbd68228bd46743dc"/>
  </p:notesMasterIdLst>
  <p:sldIdLst>
    <p:sldId xmlns:r="http://schemas.openxmlformats.org/officeDocument/2006/relationships" id="256" r:id="R0cdcfcb672784454"/>
  </p:sldIdLst>
  <p:sldSz cx="6657975" cy="2228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0bcb6530c148bc" /><Relationship Type="http://schemas.openxmlformats.org/officeDocument/2006/relationships/slideMaster" Target="/ppt/slideMasters/slideMaster1.xml" Id="R70e90b3f6f544ca6" /><Relationship Type="http://schemas.openxmlformats.org/officeDocument/2006/relationships/notesMaster" Target="/ppt/notesMasters/notesMaster1.xml" Id="Rbd68228bd46743dc" /><Relationship Type="http://schemas.openxmlformats.org/officeDocument/2006/relationships/presProps" Target="/ppt/presProps.xml" Id="R5ce644df119e4e6d" /><Relationship Type="http://schemas.openxmlformats.org/officeDocument/2006/relationships/tableStyles" Target="/ppt/tableStyles.xml" Id="Rc838717bb03949b5" /><Relationship Type="http://schemas.openxmlformats.org/officeDocument/2006/relationships/slide" Target="/ppt/slides/slide1.xml" Id="R0cdcfcb6727844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65a547adb6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c6871ebf04d11" /><Relationship Type="http://schemas.openxmlformats.org/officeDocument/2006/relationships/notesMaster" Target="/ppt/notesMasters/notesMaster1.xml" Id="R4870621f5dc3455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素材ID：SEC-099</ns1:t>
            </ns1:r>
          </ns1:p>
          <ns1:p>
            <ns1:r>
              <ns1:t>论文：LPG: Raise Your Location Privacy Game in Direct-to-Cell LEO Satellite Networks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10，PDF第10页</ns1:t>
            </ns1:r>
          </ns1:p>
          <ns1:p>
            <ns1:r>
              <ns1:t>类型：方法细节</ns1:t>
            </ns1:r>
          </ns1:p>
          <ns1:p>
            <ns1:r>
              <ns1:t>借鉴点：会话表分解成用量与位置两张表，并与右侧六边形多粒度区域对应，结合数据库结构与地理隐私。</ns1:t>
            </ns1:r>
          </ns1:p>
          <ns1:p>
            <ns1:r>
              <ns1:t>论文URL：https://www.usenix.org/system/files/usenixsecurity26-shi-quan.pdf</ns1:t>
            </ns1:r>
          </ns1:p>
          <ns1:p>
            <ns1:r>
              <ns1:t>官方获奖URL：https://www.usenix.org/conference/usenixsecurity26/presentation/shi-quan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d7bb6d8c64a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1413fa7454f08" /><Relationship Type="http://schemas.openxmlformats.org/officeDocument/2006/relationships/slideLayout" Target="/ppt/slideLayouts/slideLayout1.xml" Id="R2d2dc38ce40246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2dc38ce40246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24ee7c5824cdf" /><Relationship Type="http://schemas.openxmlformats.org/officeDocument/2006/relationships/image" Target="/ppt/media/image.png" Id="Rc93461ae42bd47fc" /><Relationship Type="http://schemas.openxmlformats.org/officeDocument/2006/relationships/image" Target="/ppt/media/image2.png" Id="R730ca69cfdb94b52" /><Relationship Type="http://schemas.openxmlformats.org/officeDocument/2006/relationships/image" Target="/ppt/media/image3.png" Id="R29748bb69b12482f" /><Relationship Type="http://schemas.openxmlformats.org/officeDocument/2006/relationships/image" Target="/ppt/media/image4.png" Id="Re2185d8aa3564b0f" /><Relationship Type="http://schemas.openxmlformats.org/officeDocument/2006/relationships/image" Target="/ppt/media/image5.png" Id="R0e99797102d04b7c" /><Relationship Type="http://schemas.openxmlformats.org/officeDocument/2006/relationships/image" Target="/ppt/media/image6.png" Id="R80f0c5b919234126" /><Relationship Type="http://schemas.openxmlformats.org/officeDocument/2006/relationships/image" Target="/ppt/media/image7.png" Id="R2acf7392a4d14add" /><Relationship Type="http://schemas.openxmlformats.org/officeDocument/2006/relationships/image" Target="/ppt/media/image8.png" Id="R94796400befc4b8e" /><Relationship Type="http://schemas.openxmlformats.org/officeDocument/2006/relationships/image" Target="/ppt/media/image9.png" Id="Rccd8eebca4ae45ff" /><Relationship Type="http://schemas.openxmlformats.org/officeDocument/2006/relationships/image" Target="/ppt/media/image10.png" Id="R0e791456a7444f0f" /><Relationship Type="http://schemas.openxmlformats.org/officeDocument/2006/relationships/image" Target="/ppt/media/image11.png" Id="R67b8bb9df93f46e5" /><Relationship Type="http://schemas.openxmlformats.org/officeDocument/2006/relationships/image" Target="/ppt/media/image12.png" Id="R3c5307c1dd36437a" /><Relationship Type="http://schemas.openxmlformats.org/officeDocument/2006/relationships/image" Target="/ppt/media/image13.png" Id="R7d1a851f6674473e" /><Relationship Type="http://schemas.openxmlformats.org/officeDocument/2006/relationships/image" Target="/ppt/media/image14.png" Id="R4c8d6be627e74108" /><Relationship Type="http://schemas.openxmlformats.org/officeDocument/2006/relationships/image" Target="/ppt/media/image15.png" Id="Re9bd38a0698349cc" /><Relationship Type="http://schemas.openxmlformats.org/officeDocument/2006/relationships/image" Target="/ppt/media/image16.png" Id="R42adc05074204674" /><Relationship Type="http://schemas.openxmlformats.org/officeDocument/2006/relationships/image" Target="/ppt/media/image17.png" Id="Ra751591905b544fa" /><Relationship Type="http://schemas.openxmlformats.org/officeDocument/2006/relationships/image" Target="/ppt/media/image18.png" Id="R5ee8ebd2951042ca" /><Relationship Type="http://schemas.openxmlformats.org/officeDocument/2006/relationships/image" Target="/ppt/media/image19.png" Id="R37b74875ac484075" /><Relationship Type="http://schemas.openxmlformats.org/officeDocument/2006/relationships/image" Target="/ppt/media/image20.png" Id="R2b17bf6203e44289" /><Relationship Type="http://schemas.openxmlformats.org/officeDocument/2006/relationships/image" Target="/ppt/media/image21.png" Id="Rd01714ce7cb345bf" /><Relationship Type="http://schemas.openxmlformats.org/officeDocument/2006/relationships/image" Target="/ppt/media/image22.png" Id="Rdb6968a8eb264910" /><Relationship Type="http://schemas.openxmlformats.org/officeDocument/2006/relationships/image" Target="/ppt/media/image23.png" Id="Re4189651bbd74ba6" /><Relationship Type="http://schemas.openxmlformats.org/officeDocument/2006/relationships/image" Target="/ppt/media/image24.png" Id="Ra55f5a9d2225476e" /><Relationship Type="http://schemas.openxmlformats.org/officeDocument/2006/relationships/image" Target="/ppt/media/image25.png" Id="Ra29a1f1d30a7454b" /><Relationship Type="http://schemas.openxmlformats.org/officeDocument/2006/relationships/image" Target="/ppt/media/image26.png" Id="R055c47025cef41d6" /><Relationship Type="http://schemas.openxmlformats.org/officeDocument/2006/relationships/image" Target="/ppt/media/image27.png" Id="Rccb366a5fd6a445f" /><Relationship Type="http://schemas.openxmlformats.org/officeDocument/2006/relationships/image" Target="/ppt/media/image28.png" Id="Rd83a349ef9b14c15" /><Relationship Type="http://schemas.openxmlformats.org/officeDocument/2006/relationships/image" Target="/ppt/media/image29.png" Id="R70dfc0a7e48b4d3b" /><Relationship Type="http://schemas.openxmlformats.org/officeDocument/2006/relationships/image" Target="/ppt/media/image30.png" Id="R8df342ba741c49cf" /><Relationship Type="http://schemas.openxmlformats.org/officeDocument/2006/relationships/image" Target="/ppt/media/image31.png" Id="R4c62370125cc4ddf" /><Relationship Type="http://schemas.openxmlformats.org/officeDocument/2006/relationships/image" Target="/ppt/media/image32.png" Id="R2801bf02027544be" /><Relationship Type="http://schemas.openxmlformats.org/officeDocument/2006/relationships/image" Target="/ppt/media/image33.png" Id="R0d4753c7426f455b" /><Relationship Type="http://schemas.openxmlformats.org/officeDocument/2006/relationships/image" Target="/ppt/media/image34.png" Id="R46c9dcc58e0a4d5f" /><Relationship Type="http://schemas.openxmlformats.org/officeDocument/2006/relationships/image" Target="/ppt/media/image35.png" Id="R7b93f2c546994c2f" /><Relationship Type="http://schemas.openxmlformats.org/officeDocument/2006/relationships/image" Target="/ppt/media/image36.png" Id="Rdb676439846f464a" /><Relationship Type="http://schemas.openxmlformats.org/officeDocument/2006/relationships/image" Target="/ppt/media/image37.png" Id="Rf13a998b03214092" /><Relationship Type="http://schemas.openxmlformats.org/officeDocument/2006/relationships/notesSlide" Target="/ppt/notesSlides/notesSlide1.xml" Id="Rda3537f222b343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832D1-DCFC-4BDA-8DBC-1D31DBC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2" y="0"/>
            <a:ext cx="6632943" cy="2228850"/>
          </a:xfrm>
          <a:custGeom xmlns:a="http://schemas.openxmlformats.org/drawingml/2006/main">
            <a:pathLst>
              <a:path w="6632943" h="2228850">
                <a:moveTo>
                  <a:pt x="0" y="2228850"/>
                </a:moveTo>
                <a:lnTo>
                  <a:pt x="6632943" y="2228850"/>
                </a:lnTo>
                <a:lnTo>
                  <a:pt x="6632943" y="0"/>
                </a:lnTo>
                <a:lnTo>
                  <a:pt x="0" y="0"/>
                </a:lnTo>
                <a:lnTo>
                  <a:pt x="0" y="22288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461ae42bd47fc"/>
          <a:stretch xmlns:a="http://schemas.openxmlformats.org/drawingml/2006/main"/>
        </p:blipFill>
        <p:spPr>
          <a:xfrm xmlns:a="http://schemas.openxmlformats.org/drawingml/2006/main">
            <a:off x="4368928" y="71678"/>
            <a:ext cx="2260571" cy="2099686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E810F-635A-46B1-834A-B367E2C3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1" y="75541"/>
            <a:ext cx="4267545" cy="2096960"/>
          </a:xfrm>
          <a:custGeom xmlns:a="http://schemas.openxmlformats.org/drawingml/2006/main">
            <a:pathLst>
              <a:path w="4267545" h="2096960">
                <a:moveTo>
                  <a:pt x="0" y="0"/>
                </a:moveTo>
                <a:lnTo>
                  <a:pt x="4267545" y="0"/>
                </a:lnTo>
                <a:lnTo>
                  <a:pt x="4267545" y="2096960"/>
                </a:lnTo>
                <a:lnTo>
                  <a:pt x="0" y="20969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45E845-1FF1-4C94-9C6B-287BB2C8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1" y="75540"/>
            <a:ext cx="4267545" cy="2096959"/>
          </a:xfrm>
          <a:custGeom xmlns:a="http://schemas.openxmlformats.org/drawingml/2006/main">
            <a:pathLst>
              <a:path w="4267545" h="2096959" fill="none">
                <a:moveTo>
                  <a:pt x="0" y="0"/>
                </a:moveTo>
                <a:lnTo>
                  <a:pt x="4267545" y="0"/>
                </a:lnTo>
                <a:lnTo>
                  <a:pt x="4267545" y="2096959"/>
                </a:lnTo>
                <a:lnTo>
                  <a:pt x="0" y="20969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747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ca69cfdb94b52"/>
          <a:stretch xmlns:a="http://schemas.openxmlformats.org/drawingml/2006/main"/>
        </p:blipFill>
        <p:spPr>
          <a:xfrm xmlns:a="http://schemas.openxmlformats.org/drawingml/2006/main">
            <a:off x="4935762" y="646457"/>
            <a:ext cx="203377" cy="768908"/>
          </a:xfrm>
          <a:prstGeom xmlns:a="http://schemas.openxmlformats.org/drawingml/2006/main" prst="rect">
            <a:avLst/>
          </a:prstGeom>
        </p:spPr>
      </p:pic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48bb69b12482f"/>
          <a:stretch xmlns:a="http://schemas.openxmlformats.org/drawingml/2006/main"/>
        </p:blipFill>
        <p:spPr>
          <a:xfrm xmlns:a="http://schemas.openxmlformats.org/drawingml/2006/main">
            <a:off x="5139619" y="645975"/>
            <a:ext cx="768913" cy="203378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85d8aa3564b0f"/>
          <a:stretch xmlns:a="http://schemas.openxmlformats.org/drawingml/2006/main"/>
        </p:blipFill>
        <p:spPr>
          <a:xfrm xmlns:a="http://schemas.openxmlformats.org/drawingml/2006/main">
            <a:off x="4935762" y="645976"/>
            <a:ext cx="973248" cy="973248"/>
          </a:xfrm>
          <a:prstGeom xmlns:a="http://schemas.openxmlformats.org/drawingml/2006/main" prst="rect">
            <a:avLst/>
          </a:prstGeom>
        </p:spPr>
      </p:pic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9797102d04b7c"/>
          <a:stretch xmlns:a="http://schemas.openxmlformats.org/drawingml/2006/main"/>
        </p:blipFill>
        <p:spPr>
          <a:xfrm xmlns:a="http://schemas.openxmlformats.org/drawingml/2006/main">
            <a:off x="4936241" y="1415846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0c5b919234126"/>
          <a:stretch xmlns:a="http://schemas.openxmlformats.org/drawingml/2006/main"/>
        </p:blipFill>
        <p:spPr>
          <a:xfrm xmlns:a="http://schemas.openxmlformats.org/drawingml/2006/main">
            <a:off x="5705632" y="849831"/>
            <a:ext cx="203379" cy="768915"/>
          </a:xfrm>
          <a:prstGeom xmlns:a="http://schemas.openxmlformats.org/drawingml/2006/main" prst="rect">
            <a:avLst/>
          </a:prstGeom>
        </p:spPr>
      </p:pic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cf7392a4d14add"/>
          <a:stretch xmlns:a="http://schemas.openxmlformats.org/drawingml/2006/main"/>
        </p:blipFill>
        <p:spPr>
          <a:xfrm xmlns:a="http://schemas.openxmlformats.org/drawingml/2006/main">
            <a:off x="5101321" y="6009"/>
            <a:ext cx="203377" cy="768909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96400befc4b8e"/>
          <a:stretch xmlns:a="http://schemas.openxmlformats.org/drawingml/2006/main"/>
        </p:blipFill>
        <p:spPr>
          <a:xfrm xmlns:a="http://schemas.openxmlformats.org/drawingml/2006/main">
            <a:off x="5305178" y="5528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8eebca4ae45ff"/>
          <a:stretch xmlns:a="http://schemas.openxmlformats.org/drawingml/2006/main"/>
        </p:blipFill>
        <p:spPr>
          <a:xfrm xmlns:a="http://schemas.openxmlformats.org/drawingml/2006/main">
            <a:off x="5101322" y="5529"/>
            <a:ext cx="973248" cy="973248"/>
          </a:xfrm>
          <a:prstGeom xmlns:a="http://schemas.openxmlformats.org/drawingml/2006/main" prst="rect">
            <a:avLst/>
          </a:prstGeom>
        </p:spPr>
      </p:pic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91456a7444f0f"/>
          <a:stretch xmlns:a="http://schemas.openxmlformats.org/drawingml/2006/main"/>
        </p:blipFill>
        <p:spPr>
          <a:xfrm xmlns:a="http://schemas.openxmlformats.org/drawingml/2006/main">
            <a:off x="5101801" y="775399"/>
            <a:ext cx="768911" cy="203378"/>
          </a:xfrm>
          <a:prstGeom xmlns:a="http://schemas.openxmlformats.org/drawingml/2006/main" prst="rect">
            <a:avLst/>
          </a:prstGeom>
        </p:spPr>
      </p:pic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8bb9df93f46e5"/>
          <a:stretch xmlns:a="http://schemas.openxmlformats.org/drawingml/2006/main"/>
        </p:blipFill>
        <p:spPr>
          <a:xfrm xmlns:a="http://schemas.openxmlformats.org/drawingml/2006/main">
            <a:off x="5871191" y="209385"/>
            <a:ext cx="203379" cy="768914"/>
          </a:xfrm>
          <a:prstGeom xmlns:a="http://schemas.openxmlformats.org/drawingml/2006/main" prst="rect">
            <a:avLst/>
          </a:prstGeom>
        </p:spPr>
      </p:pic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307c1dd36437a"/>
          <a:stretch xmlns:a="http://schemas.openxmlformats.org/drawingml/2006/main"/>
        </p:blipFill>
        <p:spPr>
          <a:xfrm xmlns:a="http://schemas.openxmlformats.org/drawingml/2006/main">
            <a:off x="5573665" y="480053"/>
            <a:ext cx="203378" cy="768913"/>
          </a:xfrm>
          <a:prstGeom xmlns:a="http://schemas.openxmlformats.org/drawingml/2006/main" prst="rect">
            <a:avLst/>
          </a:prstGeom>
        </p:spPr>
      </p:pic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a851f6674473e"/>
          <a:stretch xmlns:a="http://schemas.openxmlformats.org/drawingml/2006/main"/>
        </p:blipFill>
        <p:spPr>
          <a:xfrm xmlns:a="http://schemas.openxmlformats.org/drawingml/2006/main">
            <a:off x="5777522" y="479574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d6be627e74108"/>
          <a:stretch xmlns:a="http://schemas.openxmlformats.org/drawingml/2006/main"/>
        </p:blipFill>
        <p:spPr>
          <a:xfrm xmlns:a="http://schemas.openxmlformats.org/drawingml/2006/main">
            <a:off x="5573665" y="479575"/>
            <a:ext cx="973248" cy="973248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d38a0698349cc"/>
          <a:stretch xmlns:a="http://schemas.openxmlformats.org/drawingml/2006/main"/>
        </p:blipFill>
        <p:spPr>
          <a:xfrm xmlns:a="http://schemas.openxmlformats.org/drawingml/2006/main">
            <a:off x="5574144" y="1249445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dc05074204674"/>
          <a:stretch xmlns:a="http://schemas.openxmlformats.org/drawingml/2006/main"/>
        </p:blipFill>
        <p:spPr>
          <a:xfrm xmlns:a="http://schemas.openxmlformats.org/drawingml/2006/main">
            <a:off x="6343535" y="683432"/>
            <a:ext cx="203378" cy="768910"/>
          </a:xfrm>
          <a:prstGeom xmlns:a="http://schemas.openxmlformats.org/drawingml/2006/main" prst="rect">
            <a:avLst/>
          </a:prstGeom>
        </p:spPr>
      </p:pic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1591905b544fa"/>
          <a:stretch xmlns:a="http://schemas.openxmlformats.org/drawingml/2006/main"/>
        </p:blipFill>
        <p:spPr>
          <a:xfrm xmlns:a="http://schemas.openxmlformats.org/drawingml/2006/main">
            <a:off x="4462157" y="174695"/>
            <a:ext cx="203377" cy="768908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8ebd2951042ca"/>
          <a:stretch xmlns:a="http://schemas.openxmlformats.org/drawingml/2006/main"/>
        </p:blipFill>
        <p:spPr>
          <a:xfrm xmlns:a="http://schemas.openxmlformats.org/drawingml/2006/main">
            <a:off x="4666014" y="174215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74875ac484075"/>
          <a:stretch xmlns:a="http://schemas.openxmlformats.org/drawingml/2006/main"/>
        </p:blipFill>
        <p:spPr>
          <a:xfrm xmlns:a="http://schemas.openxmlformats.org/drawingml/2006/main">
            <a:off x="4462157" y="174215"/>
            <a:ext cx="973248" cy="973248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7bf6203e44289"/>
          <a:stretch xmlns:a="http://schemas.openxmlformats.org/drawingml/2006/main"/>
        </p:blipFill>
        <p:spPr>
          <a:xfrm xmlns:a="http://schemas.openxmlformats.org/drawingml/2006/main">
            <a:off x="4462635" y="944085"/>
            <a:ext cx="768913" cy="203378"/>
          </a:xfrm>
          <a:prstGeom xmlns:a="http://schemas.openxmlformats.org/drawingml/2006/main" prst="rect">
            <a:avLst/>
          </a:prstGeom>
        </p:spPr>
      </p:pic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714ce7cb345bf"/>
          <a:stretch xmlns:a="http://schemas.openxmlformats.org/drawingml/2006/main"/>
        </p:blipFill>
        <p:spPr>
          <a:xfrm xmlns:a="http://schemas.openxmlformats.org/drawingml/2006/main">
            <a:off x="5232026" y="378070"/>
            <a:ext cx="203379" cy="768915"/>
          </a:xfrm>
          <a:prstGeom xmlns:a="http://schemas.openxmlformats.org/drawingml/2006/main" prst="rect">
            <a:avLst/>
          </a:prstGeom>
        </p:spPr>
      </p:pic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968a8eb264910"/>
          <a:stretch xmlns:a="http://schemas.openxmlformats.org/drawingml/2006/main"/>
        </p:blipFill>
        <p:spPr>
          <a:xfrm xmlns:a="http://schemas.openxmlformats.org/drawingml/2006/main">
            <a:off x="4291091" y="815142"/>
            <a:ext cx="203377" cy="768907"/>
          </a:xfrm>
          <a:prstGeom xmlns:a="http://schemas.openxmlformats.org/drawingml/2006/main" prst="rect">
            <a:avLst/>
          </a:prstGeom>
        </p:spPr>
      </p:pic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89651bbd74ba6"/>
          <a:stretch xmlns:a="http://schemas.openxmlformats.org/drawingml/2006/main"/>
        </p:blipFill>
        <p:spPr>
          <a:xfrm xmlns:a="http://schemas.openxmlformats.org/drawingml/2006/main">
            <a:off x="4494948" y="814660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f5a9d2225476e"/>
          <a:stretch xmlns:a="http://schemas.openxmlformats.org/drawingml/2006/main"/>
        </p:blipFill>
        <p:spPr>
          <a:xfrm xmlns:a="http://schemas.openxmlformats.org/drawingml/2006/main">
            <a:off x="4291091" y="814660"/>
            <a:ext cx="973248" cy="973248"/>
          </a:xfrm>
          <a:prstGeom xmlns:a="http://schemas.openxmlformats.org/drawingml/2006/main" prst="rect">
            <a:avLst/>
          </a:prstGeom>
        </p:spPr>
      </p:pic>
      <p:pic>
        <p:nvPicPr>
          <p:cNvPr id="1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a1f1d30a7454b"/>
          <a:stretch xmlns:a="http://schemas.openxmlformats.org/drawingml/2006/main"/>
        </p:blipFill>
        <p:spPr>
          <a:xfrm xmlns:a="http://schemas.openxmlformats.org/drawingml/2006/main">
            <a:off x="4291570" y="1584530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c47025cef41d6"/>
          <a:stretch xmlns:a="http://schemas.openxmlformats.org/drawingml/2006/main"/>
        </p:blipFill>
        <p:spPr>
          <a:xfrm xmlns:a="http://schemas.openxmlformats.org/drawingml/2006/main">
            <a:off x="5060961" y="1018516"/>
            <a:ext cx="203378" cy="768913"/>
          </a:xfrm>
          <a:prstGeom xmlns:a="http://schemas.openxmlformats.org/drawingml/2006/main" prst="rect">
            <a:avLst/>
          </a:prstGeom>
        </p:spPr>
      </p:pic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366a5fd6a445f"/>
          <a:stretch xmlns:a="http://schemas.openxmlformats.org/drawingml/2006/main"/>
        </p:blipFill>
        <p:spPr>
          <a:xfrm xmlns:a="http://schemas.openxmlformats.org/drawingml/2006/main">
            <a:off x="4759319" y="1286899"/>
            <a:ext cx="203378" cy="768913"/>
          </a:xfrm>
          <a:prstGeom xmlns:a="http://schemas.openxmlformats.org/drawingml/2006/main" prst="rect">
            <a:avLst/>
          </a:prstGeom>
        </p:spPr>
      </p:pic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a349ef9b14c15"/>
          <a:stretch xmlns:a="http://schemas.openxmlformats.org/drawingml/2006/main"/>
        </p:blipFill>
        <p:spPr>
          <a:xfrm xmlns:a="http://schemas.openxmlformats.org/drawingml/2006/main">
            <a:off x="4963176" y="1286421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fc0a7e48b4d3b"/>
          <a:stretch xmlns:a="http://schemas.openxmlformats.org/drawingml/2006/main"/>
        </p:blipFill>
        <p:spPr>
          <a:xfrm xmlns:a="http://schemas.openxmlformats.org/drawingml/2006/main">
            <a:off x="4759557" y="1286421"/>
            <a:ext cx="972772" cy="942429"/>
          </a:xfrm>
          <a:prstGeom xmlns:a="http://schemas.openxmlformats.org/drawingml/2006/main" prst="rect">
            <a:avLst/>
          </a:prstGeom>
        </p:spPr>
      </p:pic>
      <p:pic>
        <p:nvPicPr>
          <p:cNvPr id="1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342ba741c49cf"/>
          <a:stretch xmlns:a="http://schemas.openxmlformats.org/drawingml/2006/main"/>
        </p:blipFill>
        <p:spPr>
          <a:xfrm xmlns:a="http://schemas.openxmlformats.org/drawingml/2006/main">
            <a:off x="4760887" y="2056290"/>
            <a:ext cx="766734" cy="172560"/>
          </a:xfrm>
          <a:prstGeom xmlns:a="http://schemas.openxmlformats.org/drawingml/2006/main" prst="rect">
            <a:avLst/>
          </a:prstGeom>
        </p:spPr>
      </p:pic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2370125cc4ddf"/>
          <a:stretch xmlns:a="http://schemas.openxmlformats.org/drawingml/2006/main"/>
        </p:blipFill>
        <p:spPr>
          <a:xfrm xmlns:a="http://schemas.openxmlformats.org/drawingml/2006/main">
            <a:off x="5529188" y="1490031"/>
            <a:ext cx="203379" cy="738586"/>
          </a:xfrm>
          <a:prstGeom xmlns:a="http://schemas.openxmlformats.org/drawingml/2006/main" prst="rect">
            <a:avLst/>
          </a:prstGeom>
        </p:spPr>
      </p:pic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1bf02027544be"/>
          <a:stretch xmlns:a="http://schemas.openxmlformats.org/drawingml/2006/main"/>
        </p:blipFill>
        <p:spPr>
          <a:xfrm xmlns:a="http://schemas.openxmlformats.org/drawingml/2006/main">
            <a:off x="5399727" y="1115378"/>
            <a:ext cx="203377" cy="768907"/>
          </a:xfrm>
          <a:prstGeom xmlns:a="http://schemas.openxmlformats.org/drawingml/2006/main" prst="rect">
            <a:avLst/>
          </a:prstGeom>
        </p:spPr>
      </p:pic>
      <p:pic>
        <p:nvPicPr>
          <p:cNvPr id="1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753c7426f455b"/>
          <a:stretch xmlns:a="http://schemas.openxmlformats.org/drawingml/2006/main"/>
        </p:blipFill>
        <p:spPr>
          <a:xfrm xmlns:a="http://schemas.openxmlformats.org/drawingml/2006/main">
            <a:off x="5603583" y="1114897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9dcc58e0a4d5f"/>
          <a:stretch xmlns:a="http://schemas.openxmlformats.org/drawingml/2006/main"/>
        </p:blipFill>
        <p:spPr>
          <a:xfrm xmlns:a="http://schemas.openxmlformats.org/drawingml/2006/main">
            <a:off x="5399727" y="1114897"/>
            <a:ext cx="973248" cy="973248"/>
          </a:xfrm>
          <a:prstGeom xmlns:a="http://schemas.openxmlformats.org/drawingml/2006/main" prst="rect">
            <a:avLst/>
          </a:prstGeom>
        </p:spPr>
      </p:pic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3f2c546994c2f"/>
          <a:stretch xmlns:a="http://schemas.openxmlformats.org/drawingml/2006/main"/>
        </p:blipFill>
        <p:spPr>
          <a:xfrm xmlns:a="http://schemas.openxmlformats.org/drawingml/2006/main">
            <a:off x="5400206" y="1884767"/>
            <a:ext cx="768912" cy="203378"/>
          </a:xfrm>
          <a:prstGeom xmlns:a="http://schemas.openxmlformats.org/drawingml/2006/main" prst="rect">
            <a:avLst/>
          </a:prstGeom>
        </p:spPr>
      </p:pic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76439846f464a"/>
          <a:stretch xmlns:a="http://schemas.openxmlformats.org/drawingml/2006/main"/>
        </p:blipFill>
        <p:spPr>
          <a:xfrm xmlns:a="http://schemas.openxmlformats.org/drawingml/2006/main">
            <a:off x="6169596" y="1318753"/>
            <a:ext cx="203379" cy="768914"/>
          </a:xfrm>
          <a:prstGeom xmlns:a="http://schemas.openxmlformats.org/drawingml/2006/main" prst="rect">
            <a:avLst/>
          </a:prstGeom>
        </p:spPr>
      </p:pic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a998b03214092"/>
          <a:stretch xmlns:a="http://schemas.openxmlformats.org/drawingml/2006/main"/>
        </p:blipFill>
        <p:spPr>
          <a:xfrm xmlns:a="http://schemas.openxmlformats.org/drawingml/2006/main">
            <a:off x="3957172" y="3"/>
            <a:ext cx="2700803" cy="2228845"/>
          </a:xfrm>
          <a:prstGeom xmlns:a="http://schemas.openxmlformats.org/drawingml/2006/main" prst="rect">
            <a:avLst/>
          </a:prstGeom>
        </p:spPr>
      </p:pic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365A26-65DD-411F-85AF-E8381779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545" y="1117204"/>
            <a:ext cx="21815" cy="19087"/>
          </a:xfrm>
          <a:custGeom xmlns:a="http://schemas.openxmlformats.org/drawingml/2006/main">
            <a:pathLst>
              <a:path w="21815" h="19087">
                <a:moveTo>
                  <a:pt x="0" y="9544"/>
                </a:moveTo>
                <a:cubicBezTo>
                  <a:pt x="0" y="4273"/>
                  <a:pt x="4884" y="0"/>
                  <a:pt x="10908" y="0"/>
                </a:cubicBezTo>
                <a:cubicBezTo>
                  <a:pt x="16932" y="0"/>
                  <a:pt x="21815" y="4273"/>
                  <a:pt x="21815" y="9544"/>
                </a:cubicBezTo>
                <a:cubicBezTo>
                  <a:pt x="21815" y="14814"/>
                  <a:pt x="16932" y="19087"/>
                  <a:pt x="10908" y="19087"/>
                </a:cubicBezTo>
                <a:cubicBezTo>
                  <a:pt x="4884" y="19087"/>
                  <a:pt x="0" y="14814"/>
                  <a:pt x="0" y="95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C30B1-7B51-4586-81D9-920FDEA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8545" y="1117204"/>
            <a:ext cx="21816" cy="19088"/>
          </a:xfrm>
          <a:custGeom xmlns:a="http://schemas.openxmlformats.org/drawingml/2006/main">
            <a:pathLst>
              <a:path w="21816" h="19088" fill="none">
                <a:moveTo>
                  <a:pt x="0" y="9544"/>
                </a:moveTo>
                <a:cubicBezTo>
                  <a:pt x="0" y="4273"/>
                  <a:pt x="4884" y="0"/>
                  <a:pt x="10908" y="0"/>
                </a:cubicBezTo>
                <a:cubicBezTo>
                  <a:pt x="16932" y="0"/>
                  <a:pt x="21816" y="4273"/>
                  <a:pt x="21816" y="9544"/>
                </a:cubicBezTo>
                <a:cubicBezTo>
                  <a:pt x="21816" y="14815"/>
                  <a:pt x="16932" y="19088"/>
                  <a:pt x="10908" y="19088"/>
                </a:cubicBezTo>
                <a:cubicBezTo>
                  <a:pt x="4884" y="19088"/>
                  <a:pt x="0" y="14815"/>
                  <a:pt x="0" y="954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miter/>
          </a:ln>
        </p:spPr>
      </p:sp>
      <p:sp>
        <p:nvSpPr>
          <p:cNvPr id="43" name="Text s">
            <a:extLst xmlns:a="http://schemas.openxmlformats.org/drawingml/2006/main">
              <a:ext uri="{FF2B5EF4-FFF2-40B4-BE49-F238E27FC236}">
                <a16:creationId xmlns:a16="http://schemas.microsoft.com/office/drawing/2014/main" id="{DFF22F49-EC03-4E0C-ABA9-13CABA9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181" y="529952"/>
            <a:ext cx="81547" cy="100224"/>
          </a:xfrm>
          <a:custGeom xmlns:a="http://schemas.openxmlformats.org/drawingml/2006/main">
            <a:pathLst>
              <a:path w="81547" h="100224">
                <a:moveTo>
                  <a:pt x="15999" y="60925"/>
                </a:moveTo>
                <a:cubicBezTo>
                  <a:pt x="15312" y="66035"/>
                  <a:pt x="15692" y="70157"/>
                  <a:pt x="17139" y="73292"/>
                </a:cubicBezTo>
                <a:cubicBezTo>
                  <a:pt x="19815" y="78985"/>
                  <a:pt x="25808" y="82881"/>
                  <a:pt x="35118" y="84982"/>
                </a:cubicBezTo>
                <a:cubicBezTo>
                  <a:pt x="40659" y="86232"/>
                  <a:pt x="45809" y="86125"/>
                  <a:pt x="50565" y="84659"/>
                </a:cubicBezTo>
                <a:cubicBezTo>
                  <a:pt x="55323" y="83192"/>
                  <a:pt x="58272" y="79930"/>
                  <a:pt x="59413" y="74873"/>
                </a:cubicBezTo>
                <a:cubicBezTo>
                  <a:pt x="60278" y="71039"/>
                  <a:pt x="59246" y="67741"/>
                  <a:pt x="56317" y="64978"/>
                </a:cubicBezTo>
                <a:cubicBezTo>
                  <a:pt x="54432" y="63267"/>
                  <a:pt x="50484" y="60889"/>
                  <a:pt x="44474" y="57842"/>
                </a:cubicBezTo>
                <a:lnTo>
                  <a:pt x="33264" y="52162"/>
                </a:lnTo>
                <a:cubicBezTo>
                  <a:pt x="26097" y="48561"/>
                  <a:pt x="20976" y="45189"/>
                  <a:pt x="17900" y="42045"/>
                </a:cubicBezTo>
                <a:cubicBezTo>
                  <a:pt x="12386" y="36543"/>
                  <a:pt x="10438" y="30210"/>
                  <a:pt x="12054" y="23047"/>
                </a:cubicBezTo>
                <a:cubicBezTo>
                  <a:pt x="13958" y="14610"/>
                  <a:pt x="18532" y="8467"/>
                  <a:pt x="25778" y="4619"/>
                </a:cubicBezTo>
                <a:cubicBezTo>
                  <a:pt x="33024" y="768"/>
                  <a:pt x="41772" y="0"/>
                  <a:pt x="52025" y="2313"/>
                </a:cubicBezTo>
                <a:cubicBezTo>
                  <a:pt x="65435" y="5339"/>
                  <a:pt x="74218" y="11456"/>
                  <a:pt x="78372" y="20663"/>
                </a:cubicBezTo>
                <a:cubicBezTo>
                  <a:pt x="80959" y="26488"/>
                  <a:pt x="81547" y="32270"/>
                  <a:pt x="80136" y="38009"/>
                </a:cubicBezTo>
                <a:lnTo>
                  <a:pt x="66005" y="34820"/>
                </a:lnTo>
                <a:cubicBezTo>
                  <a:pt x="66482" y="31413"/>
                  <a:pt x="65977" y="28103"/>
                  <a:pt x="64489" y="24888"/>
                </a:cubicBezTo>
                <a:cubicBezTo>
                  <a:pt x="61932" y="20221"/>
                  <a:pt x="56413" y="16931"/>
                  <a:pt x="47935" y="15018"/>
                </a:cubicBezTo>
                <a:cubicBezTo>
                  <a:pt x="42282" y="13743"/>
                  <a:pt x="37758" y="13853"/>
                  <a:pt x="34363" y="15349"/>
                </a:cubicBezTo>
                <a:cubicBezTo>
                  <a:pt x="30969" y="16843"/>
                  <a:pt x="28873" y="19356"/>
                  <a:pt x="28076" y="22887"/>
                </a:cubicBezTo>
                <a:cubicBezTo>
                  <a:pt x="27205" y="26749"/>
                  <a:pt x="28420" y="30270"/>
                  <a:pt x="31720" y="33450"/>
                </a:cubicBezTo>
                <a:cubicBezTo>
                  <a:pt x="33626" y="35329"/>
                  <a:pt x="36621" y="37283"/>
                  <a:pt x="40706" y="39313"/>
                </a:cubicBezTo>
                <a:lnTo>
                  <a:pt x="50052" y="43961"/>
                </a:lnTo>
                <a:cubicBezTo>
                  <a:pt x="60214" y="48996"/>
                  <a:pt x="66848" y="53148"/>
                  <a:pt x="69955" y="56415"/>
                </a:cubicBezTo>
                <a:cubicBezTo>
                  <a:pt x="74909" y="61558"/>
                  <a:pt x="76460" y="68238"/>
                  <a:pt x="74606" y="76453"/>
                </a:cubicBezTo>
                <a:cubicBezTo>
                  <a:pt x="72814" y="84392"/>
                  <a:pt x="68261" y="90570"/>
                  <a:pt x="60946" y="94987"/>
                </a:cubicBezTo>
                <a:cubicBezTo>
                  <a:pt x="53630" y="99403"/>
                  <a:pt x="43821" y="100224"/>
                  <a:pt x="31519" y="97448"/>
                </a:cubicBezTo>
                <a:cubicBezTo>
                  <a:pt x="18274" y="94459"/>
                  <a:pt x="9575" y="89329"/>
                  <a:pt x="5421" y="82056"/>
                </a:cubicBezTo>
                <a:cubicBezTo>
                  <a:pt x="1268" y="74784"/>
                  <a:pt x="0" y="66659"/>
                  <a:pt x="1618" y="57680"/>
                </a:cubicBezTo>
                <a:lnTo>
                  <a:pt x="15999" y="60925"/>
                </a:lnTo>
                <a:moveTo>
                  <a:pt x="52403" y="2573"/>
                </a:moveTo>
                <a:lnTo>
                  <a:pt x="52403" y="2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i">
            <a:extLst xmlns:a="http://schemas.openxmlformats.org/drawingml/2006/main">
              <a:ext uri="{FF2B5EF4-FFF2-40B4-BE49-F238E27FC236}">
                <a16:creationId xmlns:a16="http://schemas.microsoft.com/office/drawing/2014/main" id="{92194D97-40C7-444E-BDA0-8F931B59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0324" y="513863"/>
            <a:ext cx="42784" cy="125626"/>
          </a:xfrm>
          <a:custGeom xmlns:a="http://schemas.openxmlformats.org/drawingml/2006/main">
            <a:pathLst>
              <a:path w="42784" h="125626">
                <a:moveTo>
                  <a:pt x="19995" y="33582"/>
                </a:moveTo>
                <a:lnTo>
                  <a:pt x="35207" y="37015"/>
                </a:lnTo>
                <a:lnTo>
                  <a:pt x="15212" y="125626"/>
                </a:lnTo>
                <a:lnTo>
                  <a:pt x="0" y="122193"/>
                </a:lnTo>
                <a:lnTo>
                  <a:pt x="19995" y="33582"/>
                </a:lnTo>
                <a:moveTo>
                  <a:pt x="27572" y="0"/>
                </a:moveTo>
                <a:lnTo>
                  <a:pt x="42784" y="3432"/>
                </a:lnTo>
                <a:lnTo>
                  <a:pt x="38958" y="20390"/>
                </a:lnTo>
                <a:lnTo>
                  <a:pt x="23746" y="16957"/>
                </a:lnTo>
                <a:lnTo>
                  <a:pt x="275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d">
            <a:extLst xmlns:a="http://schemas.openxmlformats.org/drawingml/2006/main">
              <a:ext uri="{FF2B5EF4-FFF2-40B4-BE49-F238E27FC236}">
                <a16:creationId xmlns:a16="http://schemas.microsoft.com/office/drawing/2014/main" id="{5F9E47D2-75AF-4748-907F-04950A91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687" y="535443"/>
            <a:ext cx="99999" cy="125604"/>
          </a:xfrm>
          <a:custGeom xmlns:a="http://schemas.openxmlformats.org/drawingml/2006/main">
            <a:pathLst>
              <a:path w="99999" h="125604">
                <a:moveTo>
                  <a:pt x="19107" y="67894"/>
                </a:moveTo>
                <a:cubicBezTo>
                  <a:pt x="16951" y="77450"/>
                  <a:pt x="17169" y="85906"/>
                  <a:pt x="19760" y="93263"/>
                </a:cubicBezTo>
                <a:cubicBezTo>
                  <a:pt x="22351" y="100619"/>
                  <a:pt x="28108" y="105304"/>
                  <a:pt x="37030" y="107318"/>
                </a:cubicBezTo>
                <a:cubicBezTo>
                  <a:pt x="43957" y="108881"/>
                  <a:pt x="50325" y="107180"/>
                  <a:pt x="56133" y="102215"/>
                </a:cubicBezTo>
                <a:cubicBezTo>
                  <a:pt x="61942" y="97249"/>
                  <a:pt x="66106" y="89183"/>
                  <a:pt x="68626" y="78016"/>
                </a:cubicBezTo>
                <a:cubicBezTo>
                  <a:pt x="71171" y="66739"/>
                  <a:pt x="70754" y="57874"/>
                  <a:pt x="67376" y="51421"/>
                </a:cubicBezTo>
                <a:cubicBezTo>
                  <a:pt x="63999" y="44966"/>
                  <a:pt x="58930" y="40976"/>
                  <a:pt x="52169" y="39450"/>
                </a:cubicBezTo>
                <a:cubicBezTo>
                  <a:pt x="44633" y="37750"/>
                  <a:pt x="37871" y="39260"/>
                  <a:pt x="31885" y="43980"/>
                </a:cubicBezTo>
                <a:cubicBezTo>
                  <a:pt x="25899" y="48701"/>
                  <a:pt x="21640" y="56672"/>
                  <a:pt x="19107" y="67894"/>
                </a:cubicBezTo>
                <a:moveTo>
                  <a:pt x="52269" y="25845"/>
                </a:moveTo>
                <a:cubicBezTo>
                  <a:pt x="59085" y="27383"/>
                  <a:pt x="64470" y="30103"/>
                  <a:pt x="68424" y="34003"/>
                </a:cubicBezTo>
                <a:cubicBezTo>
                  <a:pt x="70711" y="36255"/>
                  <a:pt x="73079" y="39828"/>
                  <a:pt x="75527" y="44721"/>
                </a:cubicBezTo>
                <a:lnTo>
                  <a:pt x="85619" y="0"/>
                </a:lnTo>
                <a:lnTo>
                  <a:pt x="99999" y="3245"/>
                </a:lnTo>
                <a:lnTo>
                  <a:pt x="72389" y="125604"/>
                </a:lnTo>
                <a:lnTo>
                  <a:pt x="58923" y="122566"/>
                </a:lnTo>
                <a:lnTo>
                  <a:pt x="61700" y="110258"/>
                </a:lnTo>
                <a:cubicBezTo>
                  <a:pt x="56977" y="114929"/>
                  <a:pt x="51959" y="117940"/>
                  <a:pt x="46646" y="119290"/>
                </a:cubicBezTo>
                <a:cubicBezTo>
                  <a:pt x="41333" y="120641"/>
                  <a:pt x="35600" y="120623"/>
                  <a:pt x="29449" y="119235"/>
                </a:cubicBezTo>
                <a:cubicBezTo>
                  <a:pt x="19530" y="116996"/>
                  <a:pt x="11881" y="110888"/>
                  <a:pt x="6503" y="100910"/>
                </a:cubicBezTo>
                <a:cubicBezTo>
                  <a:pt x="1126" y="90932"/>
                  <a:pt x="0" y="79015"/>
                  <a:pt x="3126" y="65161"/>
                </a:cubicBezTo>
                <a:cubicBezTo>
                  <a:pt x="6052" y="52194"/>
                  <a:pt x="11899" y="41705"/>
                  <a:pt x="20665" y="33696"/>
                </a:cubicBezTo>
                <a:cubicBezTo>
                  <a:pt x="29432" y="25686"/>
                  <a:pt x="39967" y="23069"/>
                  <a:pt x="52269" y="25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e">
            <a:extLst xmlns:a="http://schemas.openxmlformats.org/drawingml/2006/main">
              <a:ext uri="{FF2B5EF4-FFF2-40B4-BE49-F238E27FC236}">
                <a16:creationId xmlns:a16="http://schemas.microsoft.com/office/drawing/2014/main" id="{FD3E15B7-FCB0-47AA-82C1-52F814E4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445" y="580439"/>
            <a:ext cx="87341" cy="98068"/>
          </a:xfrm>
          <a:custGeom xmlns:a="http://schemas.openxmlformats.org/drawingml/2006/main">
            <a:pathLst>
              <a:path w="87341" h="98068">
                <a:moveTo>
                  <a:pt x="56229" y="2826"/>
                </a:moveTo>
                <a:cubicBezTo>
                  <a:pt x="62546" y="4252"/>
                  <a:pt x="68335" y="7116"/>
                  <a:pt x="73596" y="11418"/>
                </a:cubicBezTo>
                <a:cubicBezTo>
                  <a:pt x="78856" y="15721"/>
                  <a:pt x="82507" y="20577"/>
                  <a:pt x="84548" y="25986"/>
                </a:cubicBezTo>
                <a:cubicBezTo>
                  <a:pt x="86527" y="31150"/>
                  <a:pt x="87341" y="36836"/>
                  <a:pt x="86988" y="43044"/>
                </a:cubicBezTo>
                <a:cubicBezTo>
                  <a:pt x="86950" y="47345"/>
                  <a:pt x="85911" y="54014"/>
                  <a:pt x="83872" y="63050"/>
                </a:cubicBezTo>
                <a:lnTo>
                  <a:pt x="18619" y="48326"/>
                </a:lnTo>
                <a:cubicBezTo>
                  <a:pt x="16858" y="57422"/>
                  <a:pt x="17356" y="65149"/>
                  <a:pt x="20115" y="71508"/>
                </a:cubicBezTo>
                <a:cubicBezTo>
                  <a:pt x="22873" y="77866"/>
                  <a:pt x="28436" y="81990"/>
                  <a:pt x="36804" y="83878"/>
                </a:cubicBezTo>
                <a:cubicBezTo>
                  <a:pt x="44618" y="85641"/>
                  <a:pt x="51428" y="84494"/>
                  <a:pt x="57236" y="80438"/>
                </a:cubicBezTo>
                <a:cubicBezTo>
                  <a:pt x="60565" y="78073"/>
                  <a:pt x="63223" y="75067"/>
                  <a:pt x="65211" y="71419"/>
                </a:cubicBezTo>
                <a:lnTo>
                  <a:pt x="79924" y="74739"/>
                </a:lnTo>
                <a:cubicBezTo>
                  <a:pt x="78802" y="77904"/>
                  <a:pt x="76696" y="81237"/>
                  <a:pt x="73605" y="84740"/>
                </a:cubicBezTo>
                <a:cubicBezTo>
                  <a:pt x="70515" y="88242"/>
                  <a:pt x="67326" y="90954"/>
                  <a:pt x="64038" y="92876"/>
                </a:cubicBezTo>
                <a:cubicBezTo>
                  <a:pt x="58499" y="96262"/>
                  <a:pt x="52202" y="97969"/>
                  <a:pt x="45149" y="97999"/>
                </a:cubicBezTo>
                <a:cubicBezTo>
                  <a:pt x="41348" y="98068"/>
                  <a:pt x="37175" y="97590"/>
                  <a:pt x="32631" y="96564"/>
                </a:cubicBezTo>
                <a:cubicBezTo>
                  <a:pt x="21548" y="94063"/>
                  <a:pt x="13065" y="87909"/>
                  <a:pt x="7183" y="78101"/>
                </a:cubicBezTo>
                <a:cubicBezTo>
                  <a:pt x="1301" y="68292"/>
                  <a:pt x="0" y="56122"/>
                  <a:pt x="3279" y="41589"/>
                </a:cubicBezTo>
                <a:cubicBezTo>
                  <a:pt x="6508" y="27279"/>
                  <a:pt x="13009" y="16535"/>
                  <a:pt x="22782" y="9357"/>
                </a:cubicBezTo>
                <a:cubicBezTo>
                  <a:pt x="32556" y="2177"/>
                  <a:pt x="43705" y="0"/>
                  <a:pt x="56229" y="2826"/>
                </a:cubicBezTo>
                <a:moveTo>
                  <a:pt x="71195" y="47610"/>
                </a:moveTo>
                <a:cubicBezTo>
                  <a:pt x="72053" y="40968"/>
                  <a:pt x="71813" y="35451"/>
                  <a:pt x="70474" y="31060"/>
                </a:cubicBezTo>
                <a:cubicBezTo>
                  <a:pt x="68004" y="22908"/>
                  <a:pt x="61975" y="17750"/>
                  <a:pt x="52388" y="15587"/>
                </a:cubicBezTo>
                <a:cubicBezTo>
                  <a:pt x="45517" y="14037"/>
                  <a:pt x="39192" y="15224"/>
                  <a:pt x="33414" y="19149"/>
                </a:cubicBezTo>
                <a:cubicBezTo>
                  <a:pt x="27637" y="23074"/>
                  <a:pt x="23744" y="28841"/>
                  <a:pt x="21736" y="36450"/>
                </a:cubicBezTo>
                <a:lnTo>
                  <a:pt x="71195" y="47610"/>
                </a:lnTo>
                <a:moveTo>
                  <a:pt x="54853" y="2341"/>
                </a:moveTo>
                <a:lnTo>
                  <a:pt x="54853" y="2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𝑎">
            <a:extLst xmlns:a="http://schemas.openxmlformats.org/drawingml/2006/main">
              <a:ext uri="{FF2B5EF4-FFF2-40B4-BE49-F238E27FC236}">
                <a16:creationId xmlns:a16="http://schemas.microsoft.com/office/drawing/2014/main" id="{459F396B-4A51-4E31-8CE3-E8A9393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12" y="621621"/>
            <a:ext cx="89545" cy="87182"/>
          </a:xfrm>
          <a:custGeom xmlns:a="http://schemas.openxmlformats.org/drawingml/2006/main">
            <a:pathLst>
              <a:path w="89545" h="87182">
                <a:moveTo>
                  <a:pt x="75659" y="11656"/>
                </a:moveTo>
                <a:lnTo>
                  <a:pt x="84520" y="8003"/>
                </a:lnTo>
                <a:lnTo>
                  <a:pt x="89545" y="10507"/>
                </a:lnTo>
                <a:lnTo>
                  <a:pt x="65668" y="59418"/>
                </a:lnTo>
                <a:cubicBezTo>
                  <a:pt x="63284" y="64304"/>
                  <a:pt x="61767" y="68187"/>
                  <a:pt x="61117" y="71066"/>
                </a:cubicBezTo>
                <a:cubicBezTo>
                  <a:pt x="60627" y="73239"/>
                  <a:pt x="60632" y="74896"/>
                  <a:pt x="61131" y="76037"/>
                </a:cubicBezTo>
                <a:cubicBezTo>
                  <a:pt x="61631" y="77177"/>
                  <a:pt x="62657" y="77923"/>
                  <a:pt x="64208" y="78273"/>
                </a:cubicBezTo>
                <a:cubicBezTo>
                  <a:pt x="65871" y="78648"/>
                  <a:pt x="67794" y="78382"/>
                  <a:pt x="69979" y="77476"/>
                </a:cubicBezTo>
                <a:cubicBezTo>
                  <a:pt x="72163" y="76571"/>
                  <a:pt x="75397" y="74631"/>
                  <a:pt x="79678" y="71657"/>
                </a:cubicBezTo>
                <a:lnTo>
                  <a:pt x="83387" y="77290"/>
                </a:lnTo>
                <a:cubicBezTo>
                  <a:pt x="77222" y="81380"/>
                  <a:pt x="72132" y="84129"/>
                  <a:pt x="68117" y="85535"/>
                </a:cubicBezTo>
                <a:cubicBezTo>
                  <a:pt x="64101" y="86941"/>
                  <a:pt x="60043" y="87182"/>
                  <a:pt x="55942" y="86257"/>
                </a:cubicBezTo>
                <a:cubicBezTo>
                  <a:pt x="52507" y="85481"/>
                  <a:pt x="50015" y="83749"/>
                  <a:pt x="48467" y="81058"/>
                </a:cubicBezTo>
                <a:cubicBezTo>
                  <a:pt x="46919" y="78368"/>
                  <a:pt x="46562" y="75176"/>
                  <a:pt x="47396" y="71481"/>
                </a:cubicBezTo>
                <a:cubicBezTo>
                  <a:pt x="48070" y="68493"/>
                  <a:pt x="49425" y="65459"/>
                  <a:pt x="51459" y="62378"/>
                </a:cubicBezTo>
                <a:lnTo>
                  <a:pt x="50452" y="61808"/>
                </a:lnTo>
                <a:cubicBezTo>
                  <a:pt x="43416" y="68214"/>
                  <a:pt x="37116" y="72645"/>
                  <a:pt x="31554" y="75101"/>
                </a:cubicBezTo>
                <a:cubicBezTo>
                  <a:pt x="25991" y="77557"/>
                  <a:pt x="20550" y="78185"/>
                  <a:pt x="15230" y="76984"/>
                </a:cubicBezTo>
                <a:cubicBezTo>
                  <a:pt x="9134" y="75609"/>
                  <a:pt x="4918" y="72288"/>
                  <a:pt x="2583" y="67022"/>
                </a:cubicBezTo>
                <a:cubicBezTo>
                  <a:pt x="248" y="61756"/>
                  <a:pt x="0" y="55049"/>
                  <a:pt x="1839" y="46899"/>
                </a:cubicBezTo>
                <a:cubicBezTo>
                  <a:pt x="3947" y="37554"/>
                  <a:pt x="7844" y="28998"/>
                  <a:pt x="13527" y="21231"/>
                </a:cubicBezTo>
                <a:cubicBezTo>
                  <a:pt x="19211" y="13464"/>
                  <a:pt x="25883" y="7833"/>
                  <a:pt x="33544" y="4337"/>
                </a:cubicBezTo>
                <a:cubicBezTo>
                  <a:pt x="41205" y="841"/>
                  <a:pt x="49053" y="0"/>
                  <a:pt x="57089" y="1813"/>
                </a:cubicBezTo>
                <a:cubicBezTo>
                  <a:pt x="60691" y="2626"/>
                  <a:pt x="63968" y="3779"/>
                  <a:pt x="66922" y="5274"/>
                </a:cubicBezTo>
                <a:cubicBezTo>
                  <a:pt x="69875" y="6768"/>
                  <a:pt x="72787" y="8895"/>
                  <a:pt x="75659" y="11656"/>
                </a:cubicBezTo>
                <a:moveTo>
                  <a:pt x="62864" y="34291"/>
                </a:moveTo>
                <a:cubicBezTo>
                  <a:pt x="63865" y="32176"/>
                  <a:pt x="64633" y="30322"/>
                  <a:pt x="65167" y="28730"/>
                </a:cubicBezTo>
                <a:cubicBezTo>
                  <a:pt x="65701" y="27137"/>
                  <a:pt x="66182" y="25390"/>
                  <a:pt x="66611" y="23489"/>
                </a:cubicBezTo>
                <a:cubicBezTo>
                  <a:pt x="67555" y="19305"/>
                  <a:pt x="67334" y="16029"/>
                  <a:pt x="65946" y="13661"/>
                </a:cubicBezTo>
                <a:cubicBezTo>
                  <a:pt x="64559" y="11292"/>
                  <a:pt x="61676" y="9614"/>
                  <a:pt x="57298" y="8626"/>
                </a:cubicBezTo>
                <a:cubicBezTo>
                  <a:pt x="51590" y="7338"/>
                  <a:pt x="45956" y="8436"/>
                  <a:pt x="40394" y="11920"/>
                </a:cubicBezTo>
                <a:cubicBezTo>
                  <a:pt x="34832" y="15404"/>
                  <a:pt x="29922" y="20648"/>
                  <a:pt x="25663" y="27652"/>
                </a:cubicBezTo>
                <a:cubicBezTo>
                  <a:pt x="21403" y="34656"/>
                  <a:pt x="18421" y="41934"/>
                  <a:pt x="16717" y="49486"/>
                </a:cubicBezTo>
                <a:cubicBezTo>
                  <a:pt x="15442" y="55136"/>
                  <a:pt x="15279" y="59538"/>
                  <a:pt x="16227" y="62693"/>
                </a:cubicBezTo>
                <a:cubicBezTo>
                  <a:pt x="17175" y="65847"/>
                  <a:pt x="19505" y="67843"/>
                  <a:pt x="23218" y="68681"/>
                </a:cubicBezTo>
                <a:cubicBezTo>
                  <a:pt x="26876" y="69506"/>
                  <a:pt x="30813" y="68767"/>
                  <a:pt x="35031" y="66465"/>
                </a:cubicBezTo>
                <a:cubicBezTo>
                  <a:pt x="39249" y="64162"/>
                  <a:pt x="43875" y="60567"/>
                  <a:pt x="48909" y="55679"/>
                </a:cubicBezTo>
                <a:cubicBezTo>
                  <a:pt x="53943" y="50791"/>
                  <a:pt x="58081" y="44774"/>
                  <a:pt x="61325" y="37626"/>
                </a:cubicBezTo>
                <a:lnTo>
                  <a:pt x="62864" y="342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𝑎">
            <a:extLst xmlns:a="http://schemas.openxmlformats.org/drawingml/2006/main">
              <a:ext uri="{FF2B5EF4-FFF2-40B4-BE49-F238E27FC236}">
                <a16:creationId xmlns:a16="http://schemas.microsoft.com/office/drawing/2014/main" id="{B75161FB-CD8A-4C63-8B3D-853D3A14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612" y="621621"/>
            <a:ext cx="89545" cy="87182"/>
          </a:xfrm>
          <a:custGeom xmlns:a="http://schemas.openxmlformats.org/drawingml/2006/main">
            <a:pathLst>
              <a:path w="89545" h="87182" fill="none">
                <a:moveTo>
                  <a:pt x="75659" y="11656"/>
                </a:moveTo>
                <a:lnTo>
                  <a:pt x="84520" y="8003"/>
                </a:lnTo>
                <a:lnTo>
                  <a:pt x="89545" y="10507"/>
                </a:lnTo>
                <a:lnTo>
                  <a:pt x="65668" y="59418"/>
                </a:lnTo>
                <a:cubicBezTo>
                  <a:pt x="63284" y="64304"/>
                  <a:pt x="61767" y="68187"/>
                  <a:pt x="61117" y="71066"/>
                </a:cubicBezTo>
                <a:cubicBezTo>
                  <a:pt x="60627" y="73239"/>
                  <a:pt x="60632" y="74896"/>
                  <a:pt x="61131" y="76037"/>
                </a:cubicBezTo>
                <a:cubicBezTo>
                  <a:pt x="61631" y="77177"/>
                  <a:pt x="62657" y="77923"/>
                  <a:pt x="64208" y="78273"/>
                </a:cubicBezTo>
                <a:cubicBezTo>
                  <a:pt x="65871" y="78648"/>
                  <a:pt x="67794" y="78382"/>
                  <a:pt x="69979" y="77476"/>
                </a:cubicBezTo>
                <a:cubicBezTo>
                  <a:pt x="72163" y="76571"/>
                  <a:pt x="75397" y="74631"/>
                  <a:pt x="79678" y="71657"/>
                </a:cubicBezTo>
                <a:lnTo>
                  <a:pt x="83387" y="77290"/>
                </a:lnTo>
                <a:cubicBezTo>
                  <a:pt x="77222" y="81380"/>
                  <a:pt x="72132" y="84129"/>
                  <a:pt x="68117" y="85535"/>
                </a:cubicBezTo>
                <a:cubicBezTo>
                  <a:pt x="64101" y="86941"/>
                  <a:pt x="60043" y="87182"/>
                  <a:pt x="55942" y="86257"/>
                </a:cubicBezTo>
                <a:cubicBezTo>
                  <a:pt x="52507" y="85481"/>
                  <a:pt x="50015" y="83749"/>
                  <a:pt x="48467" y="81058"/>
                </a:cubicBezTo>
                <a:cubicBezTo>
                  <a:pt x="46919" y="78368"/>
                  <a:pt x="46562" y="75176"/>
                  <a:pt x="47396" y="71481"/>
                </a:cubicBezTo>
                <a:cubicBezTo>
                  <a:pt x="48070" y="68493"/>
                  <a:pt x="49425" y="65459"/>
                  <a:pt x="51459" y="62378"/>
                </a:cubicBezTo>
                <a:lnTo>
                  <a:pt x="50452" y="61808"/>
                </a:lnTo>
                <a:cubicBezTo>
                  <a:pt x="43416" y="68214"/>
                  <a:pt x="37116" y="72645"/>
                  <a:pt x="31554" y="75101"/>
                </a:cubicBezTo>
                <a:cubicBezTo>
                  <a:pt x="25991" y="77557"/>
                  <a:pt x="20550" y="78185"/>
                  <a:pt x="15230" y="76984"/>
                </a:cubicBezTo>
                <a:cubicBezTo>
                  <a:pt x="9134" y="75609"/>
                  <a:pt x="4918" y="72288"/>
                  <a:pt x="2583" y="67022"/>
                </a:cubicBezTo>
                <a:cubicBezTo>
                  <a:pt x="248" y="61756"/>
                  <a:pt x="0" y="55049"/>
                  <a:pt x="1839" y="46899"/>
                </a:cubicBezTo>
                <a:cubicBezTo>
                  <a:pt x="3947" y="37554"/>
                  <a:pt x="7844" y="28998"/>
                  <a:pt x="13527" y="21231"/>
                </a:cubicBezTo>
                <a:cubicBezTo>
                  <a:pt x="19211" y="13464"/>
                  <a:pt x="25883" y="7833"/>
                  <a:pt x="33544" y="4337"/>
                </a:cubicBezTo>
                <a:cubicBezTo>
                  <a:pt x="41205" y="841"/>
                  <a:pt x="49053" y="0"/>
                  <a:pt x="57089" y="1813"/>
                </a:cubicBezTo>
                <a:cubicBezTo>
                  <a:pt x="60691" y="2626"/>
                  <a:pt x="63968" y="3779"/>
                  <a:pt x="66922" y="5274"/>
                </a:cubicBezTo>
                <a:cubicBezTo>
                  <a:pt x="69875" y="6768"/>
                  <a:pt x="72787" y="8895"/>
                  <a:pt x="75659" y="11656"/>
                </a:cubicBezTo>
                <a:moveTo>
                  <a:pt x="62864" y="34291"/>
                </a:moveTo>
                <a:cubicBezTo>
                  <a:pt x="63865" y="32176"/>
                  <a:pt x="64633" y="30322"/>
                  <a:pt x="65167" y="28730"/>
                </a:cubicBezTo>
                <a:cubicBezTo>
                  <a:pt x="65701" y="27137"/>
                  <a:pt x="66182" y="25390"/>
                  <a:pt x="66611" y="23489"/>
                </a:cubicBezTo>
                <a:cubicBezTo>
                  <a:pt x="67555" y="19305"/>
                  <a:pt x="67334" y="16029"/>
                  <a:pt x="65946" y="13661"/>
                </a:cubicBezTo>
                <a:cubicBezTo>
                  <a:pt x="64559" y="11292"/>
                  <a:pt x="61676" y="9614"/>
                  <a:pt x="57298" y="8626"/>
                </a:cubicBezTo>
                <a:cubicBezTo>
                  <a:pt x="51590" y="7338"/>
                  <a:pt x="45956" y="8436"/>
                  <a:pt x="40394" y="11920"/>
                </a:cubicBezTo>
                <a:cubicBezTo>
                  <a:pt x="34832" y="15404"/>
                  <a:pt x="29922" y="20648"/>
                  <a:pt x="25663" y="27652"/>
                </a:cubicBezTo>
                <a:cubicBezTo>
                  <a:pt x="21403" y="34656"/>
                  <a:pt x="18421" y="41934"/>
                  <a:pt x="16717" y="49486"/>
                </a:cubicBezTo>
                <a:cubicBezTo>
                  <a:pt x="15442" y="55136"/>
                  <a:pt x="15279" y="59538"/>
                  <a:pt x="16227" y="62693"/>
                </a:cubicBezTo>
                <a:cubicBezTo>
                  <a:pt x="17175" y="65847"/>
                  <a:pt x="19505" y="67843"/>
                  <a:pt x="23218" y="68681"/>
                </a:cubicBezTo>
                <a:cubicBezTo>
                  <a:pt x="26876" y="69506"/>
                  <a:pt x="30813" y="68767"/>
                  <a:pt x="35031" y="66465"/>
                </a:cubicBezTo>
                <a:cubicBezTo>
                  <a:pt x="39249" y="64162"/>
                  <a:pt x="43875" y="60567"/>
                  <a:pt x="48909" y="55679"/>
                </a:cubicBezTo>
                <a:cubicBezTo>
                  <a:pt x="53943" y="50791"/>
                  <a:pt x="58081" y="44774"/>
                  <a:pt x="61325" y="37626"/>
                </a:cubicBezTo>
                <a:lnTo>
                  <a:pt x="62864" y="342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411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B68B2-EB72-4E42-9E3C-E1FA2B15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698" y="704540"/>
            <a:ext cx="369769" cy="132010"/>
          </a:xfrm>
          <a:custGeom xmlns:a="http://schemas.openxmlformats.org/drawingml/2006/main">
            <a:pathLst>
              <a:path w="369769" h="132010" fill="none">
                <a:moveTo>
                  <a:pt x="0" y="29923"/>
                </a:moveTo>
                <a:cubicBezTo>
                  <a:pt x="4741" y="13043"/>
                  <a:pt x="10865" y="0"/>
                  <a:pt x="13678" y="790"/>
                </a:cubicBezTo>
                <a:lnTo>
                  <a:pt x="190221" y="50376"/>
                </a:lnTo>
                <a:cubicBezTo>
                  <a:pt x="193034" y="51166"/>
                  <a:pt x="199158" y="38123"/>
                  <a:pt x="203899" y="21244"/>
                </a:cubicBezTo>
                <a:cubicBezTo>
                  <a:pt x="199158" y="38123"/>
                  <a:pt x="197595" y="52447"/>
                  <a:pt x="200408" y="53237"/>
                </a:cubicBezTo>
                <a:lnTo>
                  <a:pt x="366955" y="100016"/>
                </a:lnTo>
                <a:cubicBezTo>
                  <a:pt x="369769" y="100806"/>
                  <a:pt x="368206" y="115130"/>
                  <a:pt x="363465" y="1320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747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50" name="Text 𝚟">
            <a:extLst xmlns:a="http://schemas.openxmlformats.org/drawingml/2006/main">
              <a:ext uri="{FF2B5EF4-FFF2-40B4-BE49-F238E27FC236}">
                <a16:creationId xmlns:a16="http://schemas.microsoft.com/office/drawing/2014/main" id="{774DC7EA-7D72-42EA-8D6A-E2233E3D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108" y="665436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𝚟">
            <a:extLst xmlns:a="http://schemas.openxmlformats.org/drawingml/2006/main">
              <a:ext uri="{FF2B5EF4-FFF2-40B4-BE49-F238E27FC236}">
                <a16:creationId xmlns:a16="http://schemas.microsoft.com/office/drawing/2014/main" id="{EC820397-97B2-497F-92C4-5CA30AA1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108" y="665436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52" name="Text 0">
            <a:extLst xmlns:a="http://schemas.openxmlformats.org/drawingml/2006/main">
              <a:ext uri="{FF2B5EF4-FFF2-40B4-BE49-F238E27FC236}">
                <a16:creationId xmlns:a16="http://schemas.microsoft.com/office/drawing/2014/main" id="{61B0AAA6-58CE-49CD-A580-39D9907D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940" y="715404"/>
            <a:ext cx="65242" cy="97603"/>
          </a:xfrm>
          <a:custGeom xmlns:a="http://schemas.openxmlformats.org/drawingml/2006/main">
            <a:pathLst>
              <a:path w="65242" h="97603">
                <a:moveTo>
                  <a:pt x="32621" y="97603"/>
                </a:moveTo>
                <a:cubicBezTo>
                  <a:pt x="20573" y="97603"/>
                  <a:pt x="12124" y="93384"/>
                  <a:pt x="7275" y="84946"/>
                </a:cubicBezTo>
                <a:cubicBezTo>
                  <a:pt x="2425" y="76508"/>
                  <a:pt x="0" y="64481"/>
                  <a:pt x="0" y="48867"/>
                </a:cubicBezTo>
                <a:cubicBezTo>
                  <a:pt x="0" y="33252"/>
                  <a:pt x="2425" y="21204"/>
                  <a:pt x="7275" y="12722"/>
                </a:cubicBezTo>
                <a:cubicBezTo>
                  <a:pt x="12124" y="4241"/>
                  <a:pt x="20573" y="0"/>
                  <a:pt x="32621" y="0"/>
                </a:cubicBezTo>
                <a:cubicBezTo>
                  <a:pt x="44669" y="0"/>
                  <a:pt x="53129" y="4241"/>
                  <a:pt x="58000" y="12722"/>
                </a:cubicBezTo>
                <a:cubicBezTo>
                  <a:pt x="62828" y="21204"/>
                  <a:pt x="65242" y="33252"/>
                  <a:pt x="65242" y="48867"/>
                </a:cubicBezTo>
                <a:cubicBezTo>
                  <a:pt x="65242" y="64481"/>
                  <a:pt x="62818" y="76508"/>
                  <a:pt x="57968" y="84946"/>
                </a:cubicBezTo>
                <a:cubicBezTo>
                  <a:pt x="53118" y="93384"/>
                  <a:pt x="44669" y="97603"/>
                  <a:pt x="32621" y="97603"/>
                </a:cubicBezTo>
                <a:moveTo>
                  <a:pt x="43517" y="73797"/>
                </a:moveTo>
                <a:cubicBezTo>
                  <a:pt x="45213" y="68061"/>
                  <a:pt x="46061" y="59762"/>
                  <a:pt x="46061" y="48899"/>
                </a:cubicBezTo>
                <a:cubicBezTo>
                  <a:pt x="46061" y="37514"/>
                  <a:pt x="45202" y="29085"/>
                  <a:pt x="43484" y="23610"/>
                </a:cubicBezTo>
                <a:cubicBezTo>
                  <a:pt x="41766" y="18135"/>
                  <a:pt x="38145" y="15397"/>
                  <a:pt x="32621" y="15397"/>
                </a:cubicBezTo>
                <a:cubicBezTo>
                  <a:pt x="27097" y="15397"/>
                  <a:pt x="23444" y="18135"/>
                  <a:pt x="21660" y="23610"/>
                </a:cubicBezTo>
                <a:cubicBezTo>
                  <a:pt x="19877" y="29085"/>
                  <a:pt x="18986" y="37514"/>
                  <a:pt x="18986" y="48899"/>
                </a:cubicBezTo>
                <a:cubicBezTo>
                  <a:pt x="18986" y="59762"/>
                  <a:pt x="19877" y="68072"/>
                  <a:pt x="21660" y="73830"/>
                </a:cubicBezTo>
                <a:cubicBezTo>
                  <a:pt x="23444" y="79588"/>
                  <a:pt x="27097" y="82466"/>
                  <a:pt x="32621" y="82466"/>
                </a:cubicBezTo>
                <a:cubicBezTo>
                  <a:pt x="38145" y="82466"/>
                  <a:pt x="41777" y="79577"/>
                  <a:pt x="43517" y="73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𝚟">
            <a:extLst xmlns:a="http://schemas.openxmlformats.org/drawingml/2006/main">
              <a:ext uri="{FF2B5EF4-FFF2-40B4-BE49-F238E27FC236}">
                <a16:creationId xmlns:a16="http://schemas.microsoft.com/office/drawing/2014/main" id="{194B95E6-5C44-428B-978E-22ABB2D2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636" y="1085374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𝚟">
            <a:extLst xmlns:a="http://schemas.openxmlformats.org/drawingml/2006/main">
              <a:ext uri="{FF2B5EF4-FFF2-40B4-BE49-F238E27FC236}">
                <a16:creationId xmlns:a16="http://schemas.microsoft.com/office/drawing/2014/main" id="{B1898F5F-2AE5-46ED-B55C-C9D717CA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636" y="1085374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55" name="Text 1">
            <a:extLst xmlns:a="http://schemas.openxmlformats.org/drawingml/2006/main">
              <a:ext uri="{FF2B5EF4-FFF2-40B4-BE49-F238E27FC236}">
                <a16:creationId xmlns:a16="http://schemas.microsoft.com/office/drawing/2014/main" id="{3BFF15E8-A423-4FCB-9254-E0B8E49E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1556" y="1135994"/>
            <a:ext cx="41298" cy="94601"/>
          </a:xfrm>
          <a:custGeom xmlns:a="http://schemas.openxmlformats.org/drawingml/2006/main">
            <a:pathLst>
              <a:path w="41298" h="94601">
                <a:moveTo>
                  <a:pt x="41298" y="94601"/>
                </a:moveTo>
                <a:lnTo>
                  <a:pt x="22248" y="94601"/>
                </a:lnTo>
                <a:lnTo>
                  <a:pt x="22248" y="29359"/>
                </a:lnTo>
                <a:lnTo>
                  <a:pt x="0" y="29359"/>
                </a:lnTo>
                <a:lnTo>
                  <a:pt x="0" y="16702"/>
                </a:lnTo>
                <a:cubicBezTo>
                  <a:pt x="5872" y="16441"/>
                  <a:pt x="9982" y="16050"/>
                  <a:pt x="12331" y="15528"/>
                </a:cubicBezTo>
                <a:cubicBezTo>
                  <a:pt x="16071" y="14701"/>
                  <a:pt x="19116" y="13048"/>
                  <a:pt x="21465" y="10569"/>
                </a:cubicBezTo>
                <a:cubicBezTo>
                  <a:pt x="23074" y="8873"/>
                  <a:pt x="24292" y="6611"/>
                  <a:pt x="25118" y="3784"/>
                </a:cubicBezTo>
                <a:cubicBezTo>
                  <a:pt x="25597" y="2088"/>
                  <a:pt x="25836" y="826"/>
                  <a:pt x="25836" y="0"/>
                </a:cubicBezTo>
                <a:lnTo>
                  <a:pt x="41298" y="0"/>
                </a:lnTo>
                <a:lnTo>
                  <a:pt x="41298" y="94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𝚟">
            <a:extLst xmlns:a="http://schemas.openxmlformats.org/drawingml/2006/main">
              <a:ext uri="{FF2B5EF4-FFF2-40B4-BE49-F238E27FC236}">
                <a16:creationId xmlns:a16="http://schemas.microsoft.com/office/drawing/2014/main" id="{7D81C2A2-A537-47CF-AF47-0DFFA991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36" y="1494403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𝚟">
            <a:extLst xmlns:a="http://schemas.openxmlformats.org/drawingml/2006/main">
              <a:ext uri="{FF2B5EF4-FFF2-40B4-BE49-F238E27FC236}">
                <a16:creationId xmlns:a16="http://schemas.microsoft.com/office/drawing/2014/main" id="{F53EAAC2-61F6-4B72-B2A0-56CAE5AD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136" y="1494403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58" name="Text 2">
            <a:extLst xmlns:a="http://schemas.openxmlformats.org/drawingml/2006/main">
              <a:ext uri="{FF2B5EF4-FFF2-40B4-BE49-F238E27FC236}">
                <a16:creationId xmlns:a16="http://schemas.microsoft.com/office/drawing/2014/main" id="{85821A9C-E4EE-4F73-86E5-592E1E98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9967" y="1544502"/>
            <a:ext cx="64786" cy="95123"/>
          </a:xfrm>
          <a:custGeom xmlns:a="http://schemas.openxmlformats.org/drawingml/2006/main">
            <a:pathLst>
              <a:path w="64786" h="95123">
                <a:moveTo>
                  <a:pt x="42277" y="19768"/>
                </a:moveTo>
                <a:cubicBezTo>
                  <a:pt x="40059" y="17115"/>
                  <a:pt x="36884" y="15789"/>
                  <a:pt x="32752" y="15789"/>
                </a:cubicBezTo>
                <a:cubicBezTo>
                  <a:pt x="27097" y="15789"/>
                  <a:pt x="23248" y="17898"/>
                  <a:pt x="21204" y="22117"/>
                </a:cubicBezTo>
                <a:cubicBezTo>
                  <a:pt x="20029" y="24553"/>
                  <a:pt x="19333" y="28424"/>
                  <a:pt x="19116" y="33730"/>
                </a:cubicBezTo>
                <a:lnTo>
                  <a:pt x="1044" y="33730"/>
                </a:lnTo>
                <a:cubicBezTo>
                  <a:pt x="1348" y="25684"/>
                  <a:pt x="2805" y="19179"/>
                  <a:pt x="5415" y="14217"/>
                </a:cubicBezTo>
                <a:cubicBezTo>
                  <a:pt x="10374" y="4739"/>
                  <a:pt x="19181" y="0"/>
                  <a:pt x="31838" y="0"/>
                </a:cubicBezTo>
                <a:cubicBezTo>
                  <a:pt x="41842" y="0"/>
                  <a:pt x="49802" y="2773"/>
                  <a:pt x="55717" y="8318"/>
                </a:cubicBezTo>
                <a:cubicBezTo>
                  <a:pt x="61632" y="13864"/>
                  <a:pt x="64590" y="21204"/>
                  <a:pt x="64590" y="30338"/>
                </a:cubicBezTo>
                <a:cubicBezTo>
                  <a:pt x="64590" y="37340"/>
                  <a:pt x="62502" y="43560"/>
                  <a:pt x="58327" y="48997"/>
                </a:cubicBezTo>
                <a:cubicBezTo>
                  <a:pt x="55587" y="52607"/>
                  <a:pt x="51085" y="56630"/>
                  <a:pt x="44822" y="61067"/>
                </a:cubicBezTo>
                <a:lnTo>
                  <a:pt x="37384" y="66352"/>
                </a:lnTo>
                <a:cubicBezTo>
                  <a:pt x="32730" y="69657"/>
                  <a:pt x="29544" y="72049"/>
                  <a:pt x="27826" y="73528"/>
                </a:cubicBezTo>
                <a:cubicBezTo>
                  <a:pt x="26108" y="75007"/>
                  <a:pt x="24662" y="76725"/>
                  <a:pt x="23487" y="78682"/>
                </a:cubicBezTo>
                <a:lnTo>
                  <a:pt x="64786" y="78682"/>
                </a:lnTo>
                <a:lnTo>
                  <a:pt x="64786" y="95123"/>
                </a:lnTo>
                <a:lnTo>
                  <a:pt x="0" y="95123"/>
                </a:lnTo>
                <a:cubicBezTo>
                  <a:pt x="174" y="88338"/>
                  <a:pt x="1631" y="82140"/>
                  <a:pt x="4371" y="76529"/>
                </a:cubicBezTo>
                <a:cubicBezTo>
                  <a:pt x="7024" y="70223"/>
                  <a:pt x="13288" y="63546"/>
                  <a:pt x="23161" y="56500"/>
                </a:cubicBezTo>
                <a:cubicBezTo>
                  <a:pt x="31730" y="50367"/>
                  <a:pt x="37275" y="45974"/>
                  <a:pt x="39798" y="43321"/>
                </a:cubicBezTo>
                <a:cubicBezTo>
                  <a:pt x="43669" y="39189"/>
                  <a:pt x="45604" y="34665"/>
                  <a:pt x="45604" y="29751"/>
                </a:cubicBezTo>
                <a:cubicBezTo>
                  <a:pt x="45604" y="25749"/>
                  <a:pt x="44495" y="22422"/>
                  <a:pt x="42277" y="197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𝚟">
            <a:extLst xmlns:a="http://schemas.openxmlformats.org/drawingml/2006/main">
              <a:ext uri="{FF2B5EF4-FFF2-40B4-BE49-F238E27FC236}">
                <a16:creationId xmlns:a16="http://schemas.microsoft.com/office/drawing/2014/main" id="{AE489721-8AD4-4D26-9D48-5AD2E76C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968" y="1538032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𝚟">
            <a:extLst xmlns:a="http://schemas.openxmlformats.org/drawingml/2006/main">
              <a:ext uri="{FF2B5EF4-FFF2-40B4-BE49-F238E27FC236}">
                <a16:creationId xmlns:a16="http://schemas.microsoft.com/office/drawing/2014/main" id="{7889425B-B65F-4442-B6B3-C01B2D8D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968" y="1538032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61" name="Text 3">
            <a:extLst xmlns:a="http://schemas.openxmlformats.org/drawingml/2006/main">
              <a:ext uri="{FF2B5EF4-FFF2-40B4-BE49-F238E27FC236}">
                <a16:creationId xmlns:a16="http://schemas.microsoft.com/office/drawing/2014/main" id="{0A00DC70-802A-432E-A58F-EFF8D13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148" y="1588131"/>
            <a:ext cx="65438" cy="97472"/>
          </a:xfrm>
          <a:custGeom xmlns:a="http://schemas.openxmlformats.org/drawingml/2006/main">
            <a:pathLst>
              <a:path w="65438" h="97472">
                <a:moveTo>
                  <a:pt x="22052" y="19312"/>
                </a:moveTo>
                <a:cubicBezTo>
                  <a:pt x="19964" y="22095"/>
                  <a:pt x="18964" y="25814"/>
                  <a:pt x="19051" y="30468"/>
                </a:cubicBezTo>
                <a:lnTo>
                  <a:pt x="1696" y="30468"/>
                </a:lnTo>
                <a:cubicBezTo>
                  <a:pt x="1870" y="25771"/>
                  <a:pt x="2675" y="21313"/>
                  <a:pt x="4110" y="17094"/>
                </a:cubicBezTo>
                <a:cubicBezTo>
                  <a:pt x="5633" y="13396"/>
                  <a:pt x="8025" y="9982"/>
                  <a:pt x="11287" y="6850"/>
                </a:cubicBezTo>
                <a:cubicBezTo>
                  <a:pt x="13723" y="4632"/>
                  <a:pt x="16615" y="2936"/>
                  <a:pt x="19964" y="1762"/>
                </a:cubicBezTo>
                <a:cubicBezTo>
                  <a:pt x="23313" y="587"/>
                  <a:pt x="27424" y="0"/>
                  <a:pt x="32295" y="0"/>
                </a:cubicBezTo>
                <a:cubicBezTo>
                  <a:pt x="41342" y="0"/>
                  <a:pt x="48638" y="2338"/>
                  <a:pt x="54184" y="7014"/>
                </a:cubicBezTo>
                <a:cubicBezTo>
                  <a:pt x="59729" y="11689"/>
                  <a:pt x="62502" y="17963"/>
                  <a:pt x="62502" y="25836"/>
                </a:cubicBezTo>
                <a:cubicBezTo>
                  <a:pt x="62502" y="31403"/>
                  <a:pt x="60849" y="36101"/>
                  <a:pt x="57544" y="39928"/>
                </a:cubicBezTo>
                <a:cubicBezTo>
                  <a:pt x="55456" y="42321"/>
                  <a:pt x="53281" y="43952"/>
                  <a:pt x="51020" y="44822"/>
                </a:cubicBezTo>
                <a:cubicBezTo>
                  <a:pt x="52716" y="44822"/>
                  <a:pt x="55152" y="46281"/>
                  <a:pt x="58327" y="49199"/>
                </a:cubicBezTo>
                <a:cubicBezTo>
                  <a:pt x="63068" y="53597"/>
                  <a:pt x="65438" y="59607"/>
                  <a:pt x="65438" y="67228"/>
                </a:cubicBezTo>
                <a:cubicBezTo>
                  <a:pt x="65438" y="75241"/>
                  <a:pt x="62665" y="82285"/>
                  <a:pt x="57120" y="88361"/>
                </a:cubicBezTo>
                <a:cubicBezTo>
                  <a:pt x="51574" y="94435"/>
                  <a:pt x="43364" y="97472"/>
                  <a:pt x="32491" y="97472"/>
                </a:cubicBezTo>
                <a:cubicBezTo>
                  <a:pt x="19094" y="97472"/>
                  <a:pt x="9786" y="93101"/>
                  <a:pt x="4567" y="84358"/>
                </a:cubicBezTo>
                <a:cubicBezTo>
                  <a:pt x="1827" y="79704"/>
                  <a:pt x="304" y="73615"/>
                  <a:pt x="0" y="66091"/>
                </a:cubicBezTo>
                <a:lnTo>
                  <a:pt x="18268" y="66091"/>
                </a:lnTo>
                <a:cubicBezTo>
                  <a:pt x="18268" y="69875"/>
                  <a:pt x="18877" y="73006"/>
                  <a:pt x="20095" y="75485"/>
                </a:cubicBezTo>
                <a:cubicBezTo>
                  <a:pt x="22356" y="80052"/>
                  <a:pt x="26467" y="82336"/>
                  <a:pt x="32425" y="82336"/>
                </a:cubicBezTo>
                <a:cubicBezTo>
                  <a:pt x="36079" y="82336"/>
                  <a:pt x="39265" y="81083"/>
                  <a:pt x="41983" y="78576"/>
                </a:cubicBezTo>
                <a:cubicBezTo>
                  <a:pt x="44702" y="76070"/>
                  <a:pt x="46061" y="72463"/>
                  <a:pt x="46061" y="67754"/>
                </a:cubicBezTo>
                <a:cubicBezTo>
                  <a:pt x="46061" y="61519"/>
                  <a:pt x="43538" y="57356"/>
                  <a:pt x="38493" y="55264"/>
                </a:cubicBezTo>
                <a:cubicBezTo>
                  <a:pt x="35622" y="54087"/>
                  <a:pt x="31099" y="53499"/>
                  <a:pt x="24923" y="53499"/>
                </a:cubicBezTo>
                <a:lnTo>
                  <a:pt x="24923" y="40189"/>
                </a:lnTo>
                <a:cubicBezTo>
                  <a:pt x="30968" y="40102"/>
                  <a:pt x="35187" y="39515"/>
                  <a:pt x="37580" y="38428"/>
                </a:cubicBezTo>
                <a:cubicBezTo>
                  <a:pt x="41712" y="36601"/>
                  <a:pt x="43778" y="32904"/>
                  <a:pt x="43778" y="27337"/>
                </a:cubicBezTo>
                <a:cubicBezTo>
                  <a:pt x="43778" y="23726"/>
                  <a:pt x="42723" y="20791"/>
                  <a:pt x="40613" y="18529"/>
                </a:cubicBezTo>
                <a:cubicBezTo>
                  <a:pt x="38504" y="16267"/>
                  <a:pt x="35535" y="15136"/>
                  <a:pt x="31708" y="15136"/>
                </a:cubicBezTo>
                <a:cubicBezTo>
                  <a:pt x="27315" y="15136"/>
                  <a:pt x="24096" y="16528"/>
                  <a:pt x="22052" y="193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𝚟">
            <a:extLst xmlns:a="http://schemas.openxmlformats.org/drawingml/2006/main">
              <a:ext uri="{FF2B5EF4-FFF2-40B4-BE49-F238E27FC236}">
                <a16:creationId xmlns:a16="http://schemas.microsoft.com/office/drawing/2014/main" id="{54C0F7D1-607A-4526-B1C8-3AF17006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891" y="1306250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𝚟">
            <a:extLst xmlns:a="http://schemas.openxmlformats.org/drawingml/2006/main">
              <a:ext uri="{FF2B5EF4-FFF2-40B4-BE49-F238E27FC236}">
                <a16:creationId xmlns:a16="http://schemas.microsoft.com/office/drawing/2014/main" id="{81DE201F-12B7-4EF7-B314-B129192A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2891" y="1306250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64" name="Text 4">
            <a:extLst xmlns:a="http://schemas.openxmlformats.org/drawingml/2006/main">
              <a:ext uri="{FF2B5EF4-FFF2-40B4-BE49-F238E27FC236}">
                <a16:creationId xmlns:a16="http://schemas.microsoft.com/office/drawing/2014/main" id="{B62CC05C-E512-48C5-9773-AEC9BC4C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071" y="1357392"/>
            <a:ext cx="66352" cy="94080"/>
          </a:xfrm>
          <a:custGeom xmlns:a="http://schemas.openxmlformats.org/drawingml/2006/main">
            <a:pathLst>
              <a:path w="66352" h="94080">
                <a:moveTo>
                  <a:pt x="66352" y="59110"/>
                </a:moveTo>
                <a:lnTo>
                  <a:pt x="66352" y="73724"/>
                </a:lnTo>
                <a:lnTo>
                  <a:pt x="55652" y="73724"/>
                </a:lnTo>
                <a:lnTo>
                  <a:pt x="55652" y="94080"/>
                </a:lnTo>
                <a:lnTo>
                  <a:pt x="37449" y="94080"/>
                </a:lnTo>
                <a:lnTo>
                  <a:pt x="37449" y="73724"/>
                </a:lnTo>
                <a:lnTo>
                  <a:pt x="0" y="73724"/>
                </a:lnTo>
                <a:lnTo>
                  <a:pt x="0" y="57413"/>
                </a:lnTo>
                <a:lnTo>
                  <a:pt x="34774" y="0"/>
                </a:lnTo>
                <a:lnTo>
                  <a:pt x="55652" y="0"/>
                </a:lnTo>
                <a:lnTo>
                  <a:pt x="55652" y="59110"/>
                </a:lnTo>
                <a:lnTo>
                  <a:pt x="66352" y="59110"/>
                </a:lnTo>
                <a:moveTo>
                  <a:pt x="13766" y="59110"/>
                </a:moveTo>
                <a:lnTo>
                  <a:pt x="37449" y="59110"/>
                </a:lnTo>
                <a:lnTo>
                  <a:pt x="37449" y="18268"/>
                </a:lnTo>
                <a:lnTo>
                  <a:pt x="13766" y="591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𝚟">
            <a:extLst xmlns:a="http://schemas.openxmlformats.org/drawingml/2006/main">
              <a:ext uri="{FF2B5EF4-FFF2-40B4-BE49-F238E27FC236}">
                <a16:creationId xmlns:a16="http://schemas.microsoft.com/office/drawing/2014/main" id="{A53A64B9-783D-47E4-8C7E-0B4DC976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779" y="861770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𝚟">
            <a:extLst xmlns:a="http://schemas.openxmlformats.org/drawingml/2006/main">
              <a:ext uri="{FF2B5EF4-FFF2-40B4-BE49-F238E27FC236}">
                <a16:creationId xmlns:a16="http://schemas.microsoft.com/office/drawing/2014/main" id="{43AEB0DF-D885-456C-AEF7-AFD6E02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779" y="861770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67" name="Text 5">
            <a:extLst xmlns:a="http://schemas.openxmlformats.org/drawingml/2006/main">
              <a:ext uri="{FF2B5EF4-FFF2-40B4-BE49-F238E27FC236}">
                <a16:creationId xmlns:a16="http://schemas.microsoft.com/office/drawing/2014/main" id="{BA3325C9-9C0E-420A-970D-FED88E16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960" y="913565"/>
            <a:ext cx="65438" cy="95906"/>
          </a:xfrm>
          <a:custGeom xmlns:a="http://schemas.openxmlformats.org/drawingml/2006/main">
            <a:pathLst>
              <a:path w="65438" h="95906">
                <a:moveTo>
                  <a:pt x="32099" y="46453"/>
                </a:moveTo>
                <a:cubicBezTo>
                  <a:pt x="29838" y="46453"/>
                  <a:pt x="27880" y="46735"/>
                  <a:pt x="26227" y="47301"/>
                </a:cubicBezTo>
                <a:cubicBezTo>
                  <a:pt x="23313" y="48345"/>
                  <a:pt x="21117" y="50280"/>
                  <a:pt x="19638" y="53107"/>
                </a:cubicBezTo>
                <a:lnTo>
                  <a:pt x="2936" y="52324"/>
                </a:lnTo>
                <a:lnTo>
                  <a:pt x="9591" y="0"/>
                </a:lnTo>
                <a:lnTo>
                  <a:pt x="61719" y="0"/>
                </a:lnTo>
                <a:lnTo>
                  <a:pt x="61719" y="15789"/>
                </a:lnTo>
                <a:lnTo>
                  <a:pt x="23031" y="15789"/>
                </a:lnTo>
                <a:lnTo>
                  <a:pt x="19638" y="36536"/>
                </a:lnTo>
                <a:cubicBezTo>
                  <a:pt x="22509" y="34665"/>
                  <a:pt x="24749" y="33426"/>
                  <a:pt x="26358" y="32817"/>
                </a:cubicBezTo>
                <a:cubicBezTo>
                  <a:pt x="29055" y="31817"/>
                  <a:pt x="32338" y="31316"/>
                  <a:pt x="36210" y="31316"/>
                </a:cubicBezTo>
                <a:cubicBezTo>
                  <a:pt x="44039" y="31316"/>
                  <a:pt x="50867" y="33948"/>
                  <a:pt x="56696" y="39211"/>
                </a:cubicBezTo>
                <a:cubicBezTo>
                  <a:pt x="62524" y="44474"/>
                  <a:pt x="65438" y="52129"/>
                  <a:pt x="65438" y="62176"/>
                </a:cubicBezTo>
                <a:cubicBezTo>
                  <a:pt x="65438" y="70918"/>
                  <a:pt x="62633" y="78726"/>
                  <a:pt x="57022" y="85598"/>
                </a:cubicBezTo>
                <a:cubicBezTo>
                  <a:pt x="51411" y="92470"/>
                  <a:pt x="43016" y="95906"/>
                  <a:pt x="31838" y="95906"/>
                </a:cubicBezTo>
                <a:cubicBezTo>
                  <a:pt x="22835" y="95906"/>
                  <a:pt x="15441" y="93492"/>
                  <a:pt x="9656" y="88664"/>
                </a:cubicBezTo>
                <a:cubicBezTo>
                  <a:pt x="3871" y="83836"/>
                  <a:pt x="652" y="76986"/>
                  <a:pt x="0" y="68113"/>
                </a:cubicBezTo>
                <a:lnTo>
                  <a:pt x="18529" y="68113"/>
                </a:lnTo>
                <a:cubicBezTo>
                  <a:pt x="19268" y="72158"/>
                  <a:pt x="20682" y="75279"/>
                  <a:pt x="22770" y="77475"/>
                </a:cubicBezTo>
                <a:cubicBezTo>
                  <a:pt x="24857" y="79672"/>
                  <a:pt x="27902" y="80770"/>
                  <a:pt x="31904" y="80770"/>
                </a:cubicBezTo>
                <a:cubicBezTo>
                  <a:pt x="36514" y="80770"/>
                  <a:pt x="40026" y="79150"/>
                  <a:pt x="42440" y="75910"/>
                </a:cubicBezTo>
                <a:cubicBezTo>
                  <a:pt x="44854" y="72669"/>
                  <a:pt x="46061" y="68591"/>
                  <a:pt x="46061" y="63677"/>
                </a:cubicBezTo>
                <a:cubicBezTo>
                  <a:pt x="46061" y="58849"/>
                  <a:pt x="44930" y="54771"/>
                  <a:pt x="42669" y="51444"/>
                </a:cubicBezTo>
                <a:cubicBezTo>
                  <a:pt x="40407" y="48116"/>
                  <a:pt x="36884" y="46453"/>
                  <a:pt x="32099" y="464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c">
            <a:extLst xmlns:a="http://schemas.openxmlformats.org/drawingml/2006/main">
              <a:ext uri="{FF2B5EF4-FFF2-40B4-BE49-F238E27FC236}">
                <a16:creationId xmlns:a16="http://schemas.microsoft.com/office/drawing/2014/main" id="{948271AC-6832-47DF-8D98-427B5E2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770" y="1127316"/>
            <a:ext cx="85641" cy="98338"/>
          </a:xfrm>
          <a:custGeom xmlns:a="http://schemas.openxmlformats.org/drawingml/2006/main">
            <a:pathLst>
              <a:path w="85641" h="98338">
                <a:moveTo>
                  <a:pt x="85641" y="35620"/>
                </a:moveTo>
                <a:lnTo>
                  <a:pt x="60758" y="35620"/>
                </a:lnTo>
                <a:cubicBezTo>
                  <a:pt x="60303" y="32154"/>
                  <a:pt x="59139" y="29030"/>
                  <a:pt x="57264" y="26246"/>
                </a:cubicBezTo>
                <a:cubicBezTo>
                  <a:pt x="54537" y="22497"/>
                  <a:pt x="50305" y="20622"/>
                  <a:pt x="44567" y="20622"/>
                </a:cubicBezTo>
                <a:cubicBezTo>
                  <a:pt x="36387" y="20622"/>
                  <a:pt x="30791" y="24671"/>
                  <a:pt x="27780" y="32770"/>
                </a:cubicBezTo>
                <a:cubicBezTo>
                  <a:pt x="26189" y="37075"/>
                  <a:pt x="25394" y="42796"/>
                  <a:pt x="25394" y="49933"/>
                </a:cubicBezTo>
                <a:cubicBezTo>
                  <a:pt x="25394" y="56731"/>
                  <a:pt x="26189" y="62197"/>
                  <a:pt x="27780" y="66332"/>
                </a:cubicBezTo>
                <a:cubicBezTo>
                  <a:pt x="30677" y="74035"/>
                  <a:pt x="36131" y="77886"/>
                  <a:pt x="44141" y="77886"/>
                </a:cubicBezTo>
                <a:cubicBezTo>
                  <a:pt x="49822" y="77886"/>
                  <a:pt x="53856" y="76352"/>
                  <a:pt x="56242" y="73285"/>
                </a:cubicBezTo>
                <a:cubicBezTo>
                  <a:pt x="58628" y="70217"/>
                  <a:pt x="60076" y="66240"/>
                  <a:pt x="60588" y="61354"/>
                </a:cubicBezTo>
                <a:lnTo>
                  <a:pt x="85385" y="61354"/>
                </a:lnTo>
                <a:cubicBezTo>
                  <a:pt x="84817" y="68740"/>
                  <a:pt x="82147" y="75734"/>
                  <a:pt x="77375" y="82336"/>
                </a:cubicBezTo>
                <a:cubicBezTo>
                  <a:pt x="69762" y="93004"/>
                  <a:pt x="58486" y="98338"/>
                  <a:pt x="43545" y="98338"/>
                </a:cubicBezTo>
                <a:cubicBezTo>
                  <a:pt x="28604" y="98338"/>
                  <a:pt x="17611" y="93906"/>
                  <a:pt x="10567" y="85044"/>
                </a:cubicBezTo>
                <a:cubicBezTo>
                  <a:pt x="3522" y="76182"/>
                  <a:pt x="0" y="64678"/>
                  <a:pt x="0" y="50532"/>
                </a:cubicBezTo>
                <a:cubicBezTo>
                  <a:pt x="0" y="34569"/>
                  <a:pt x="3891" y="22156"/>
                  <a:pt x="11674" y="13293"/>
                </a:cubicBezTo>
                <a:cubicBezTo>
                  <a:pt x="19457" y="4431"/>
                  <a:pt x="30194" y="0"/>
                  <a:pt x="43885" y="0"/>
                </a:cubicBezTo>
                <a:cubicBezTo>
                  <a:pt x="55531" y="0"/>
                  <a:pt x="65061" y="2624"/>
                  <a:pt x="72475" y="7872"/>
                </a:cubicBezTo>
                <a:cubicBezTo>
                  <a:pt x="79889" y="13119"/>
                  <a:pt x="84277" y="22369"/>
                  <a:pt x="85641" y="356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i">
            <a:extLst xmlns:a="http://schemas.openxmlformats.org/drawingml/2006/main">
              <a:ext uri="{FF2B5EF4-FFF2-40B4-BE49-F238E27FC236}">
                <a16:creationId xmlns:a16="http://schemas.microsoft.com/office/drawing/2014/main" id="{F5AC28DF-82BC-46AA-AFCB-48849CC7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518" y="1171952"/>
            <a:ext cx="18855" cy="96820"/>
          </a:xfrm>
          <a:custGeom xmlns:a="http://schemas.openxmlformats.org/drawingml/2006/main">
            <a:pathLst>
              <a:path w="18855" h="96820">
                <a:moveTo>
                  <a:pt x="18855" y="25706"/>
                </a:moveTo>
                <a:lnTo>
                  <a:pt x="18855" y="96820"/>
                </a:lnTo>
                <a:lnTo>
                  <a:pt x="0" y="96820"/>
                </a:lnTo>
                <a:lnTo>
                  <a:pt x="0" y="25706"/>
                </a:lnTo>
                <a:lnTo>
                  <a:pt x="18855" y="25706"/>
                </a:lnTo>
                <a:moveTo>
                  <a:pt x="18855" y="0"/>
                </a:moveTo>
                <a:lnTo>
                  <a:pt x="18855" y="17224"/>
                </a:lnTo>
                <a:lnTo>
                  <a:pt x="0" y="17224"/>
                </a:lnTo>
                <a:lnTo>
                  <a:pt x="0" y="0"/>
                </a:lnTo>
                <a:lnTo>
                  <a:pt x="1885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𝚟">
            <a:extLst xmlns:a="http://schemas.openxmlformats.org/drawingml/2006/main">
              <a:ext uri="{FF2B5EF4-FFF2-40B4-BE49-F238E27FC236}">
                <a16:creationId xmlns:a16="http://schemas.microsoft.com/office/drawing/2014/main" id="{72B608AE-BD50-4875-97B0-258D5AF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61" y="1216263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𝚟">
            <a:extLst xmlns:a="http://schemas.openxmlformats.org/drawingml/2006/main">
              <a:ext uri="{FF2B5EF4-FFF2-40B4-BE49-F238E27FC236}">
                <a16:creationId xmlns:a16="http://schemas.microsoft.com/office/drawing/2014/main" id="{B60A045C-C385-4D1A-99B7-68EC894D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61" y="1216263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72" name="Text 7">
            <a:extLst xmlns:a="http://schemas.openxmlformats.org/drawingml/2006/main">
              <a:ext uri="{FF2B5EF4-FFF2-40B4-BE49-F238E27FC236}">
                <a16:creationId xmlns:a16="http://schemas.microsoft.com/office/drawing/2014/main" id="{E5EAF113-BFA7-4887-8507-74F0B24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4710" y="1268058"/>
            <a:ext cx="67069" cy="93427"/>
          </a:xfrm>
          <a:custGeom xmlns:a="http://schemas.openxmlformats.org/drawingml/2006/main">
            <a:pathLst>
              <a:path w="67069" h="93427">
                <a:moveTo>
                  <a:pt x="55456" y="29184"/>
                </a:moveTo>
                <a:cubicBezTo>
                  <a:pt x="50498" y="36235"/>
                  <a:pt x="46344" y="43504"/>
                  <a:pt x="42995" y="50989"/>
                </a:cubicBezTo>
                <a:cubicBezTo>
                  <a:pt x="40342" y="56865"/>
                  <a:pt x="37949" y="64047"/>
                  <a:pt x="35818" y="72535"/>
                </a:cubicBezTo>
                <a:cubicBezTo>
                  <a:pt x="33687" y="81022"/>
                  <a:pt x="32621" y="87986"/>
                  <a:pt x="32621" y="93427"/>
                </a:cubicBezTo>
                <a:lnTo>
                  <a:pt x="13309" y="93427"/>
                </a:lnTo>
                <a:cubicBezTo>
                  <a:pt x="13875" y="76449"/>
                  <a:pt x="19442" y="58797"/>
                  <a:pt x="30011" y="40471"/>
                </a:cubicBezTo>
                <a:cubicBezTo>
                  <a:pt x="36840" y="29109"/>
                  <a:pt x="42560" y="21186"/>
                  <a:pt x="47170" y="16702"/>
                </a:cubicBezTo>
                <a:lnTo>
                  <a:pt x="0" y="16702"/>
                </a:lnTo>
                <a:lnTo>
                  <a:pt x="261" y="0"/>
                </a:lnTo>
                <a:lnTo>
                  <a:pt x="67069" y="0"/>
                </a:lnTo>
                <a:lnTo>
                  <a:pt x="67069" y="14559"/>
                </a:lnTo>
                <a:cubicBezTo>
                  <a:pt x="64286" y="17301"/>
                  <a:pt x="60414" y="22176"/>
                  <a:pt x="55456" y="291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𝚟">
            <a:extLst xmlns:a="http://schemas.openxmlformats.org/drawingml/2006/main">
              <a:ext uri="{FF2B5EF4-FFF2-40B4-BE49-F238E27FC236}">
                <a16:creationId xmlns:a16="http://schemas.microsoft.com/office/drawing/2014/main" id="{99DC6D7A-98F7-417C-80B5-AB56D046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36" y="392749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𝚟">
            <a:extLst xmlns:a="http://schemas.openxmlformats.org/drawingml/2006/main">
              <a:ext uri="{FF2B5EF4-FFF2-40B4-BE49-F238E27FC236}">
                <a16:creationId xmlns:a16="http://schemas.microsoft.com/office/drawing/2014/main" id="{50F9BEB5-9812-4DD7-B2BE-0D0B135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836" y="392749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75" name="Text 6">
            <a:extLst xmlns:a="http://schemas.openxmlformats.org/drawingml/2006/main">
              <a:ext uri="{FF2B5EF4-FFF2-40B4-BE49-F238E27FC236}">
                <a16:creationId xmlns:a16="http://schemas.microsoft.com/office/drawing/2014/main" id="{1DB17F3A-C1D4-41B2-BDE9-83AA781F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667" y="442457"/>
            <a:ext cx="65373" cy="97994"/>
          </a:xfrm>
          <a:custGeom xmlns:a="http://schemas.openxmlformats.org/drawingml/2006/main">
            <a:pathLst>
              <a:path w="65373" h="97994">
                <a:moveTo>
                  <a:pt x="36666" y="34057"/>
                </a:moveTo>
                <a:cubicBezTo>
                  <a:pt x="45061" y="34057"/>
                  <a:pt x="51944" y="36909"/>
                  <a:pt x="57315" y="42613"/>
                </a:cubicBezTo>
                <a:cubicBezTo>
                  <a:pt x="62687" y="48317"/>
                  <a:pt x="65373" y="55609"/>
                  <a:pt x="65373" y="64490"/>
                </a:cubicBezTo>
                <a:cubicBezTo>
                  <a:pt x="65373" y="73329"/>
                  <a:pt x="62741" y="81123"/>
                  <a:pt x="57479" y="87871"/>
                </a:cubicBezTo>
                <a:cubicBezTo>
                  <a:pt x="52216" y="94620"/>
                  <a:pt x="44039" y="97994"/>
                  <a:pt x="32947" y="97994"/>
                </a:cubicBezTo>
                <a:cubicBezTo>
                  <a:pt x="21030" y="97994"/>
                  <a:pt x="12244" y="93014"/>
                  <a:pt x="6589" y="83054"/>
                </a:cubicBezTo>
                <a:cubicBezTo>
                  <a:pt x="2196" y="75268"/>
                  <a:pt x="0" y="65221"/>
                  <a:pt x="0" y="52912"/>
                </a:cubicBezTo>
                <a:cubicBezTo>
                  <a:pt x="0" y="45691"/>
                  <a:pt x="304" y="39820"/>
                  <a:pt x="913" y="35296"/>
                </a:cubicBezTo>
                <a:cubicBezTo>
                  <a:pt x="2001" y="27250"/>
                  <a:pt x="4110" y="20551"/>
                  <a:pt x="7242" y="15201"/>
                </a:cubicBezTo>
                <a:cubicBezTo>
                  <a:pt x="9939" y="10635"/>
                  <a:pt x="13473" y="6959"/>
                  <a:pt x="17844" y="4176"/>
                </a:cubicBezTo>
                <a:cubicBezTo>
                  <a:pt x="22215" y="1392"/>
                  <a:pt x="27445" y="0"/>
                  <a:pt x="33535" y="0"/>
                </a:cubicBezTo>
                <a:cubicBezTo>
                  <a:pt x="42321" y="0"/>
                  <a:pt x="49323" y="2251"/>
                  <a:pt x="54543" y="6753"/>
                </a:cubicBezTo>
                <a:cubicBezTo>
                  <a:pt x="59762" y="11254"/>
                  <a:pt x="62698" y="17246"/>
                  <a:pt x="63350" y="24727"/>
                </a:cubicBezTo>
                <a:lnTo>
                  <a:pt x="44822" y="24727"/>
                </a:lnTo>
                <a:cubicBezTo>
                  <a:pt x="44822" y="23205"/>
                  <a:pt x="44234" y="21530"/>
                  <a:pt x="43060" y="19703"/>
                </a:cubicBezTo>
                <a:cubicBezTo>
                  <a:pt x="41059" y="16746"/>
                  <a:pt x="38036" y="15267"/>
                  <a:pt x="33991" y="15267"/>
                </a:cubicBezTo>
                <a:cubicBezTo>
                  <a:pt x="27945" y="15267"/>
                  <a:pt x="23639" y="18651"/>
                  <a:pt x="21073" y="25420"/>
                </a:cubicBezTo>
                <a:cubicBezTo>
                  <a:pt x="19681" y="29151"/>
                  <a:pt x="18725" y="34661"/>
                  <a:pt x="18203" y="41951"/>
                </a:cubicBezTo>
                <a:cubicBezTo>
                  <a:pt x="20508" y="39211"/>
                  <a:pt x="23183" y="37210"/>
                  <a:pt x="26227" y="35949"/>
                </a:cubicBezTo>
                <a:cubicBezTo>
                  <a:pt x="29272" y="34687"/>
                  <a:pt x="32752" y="34057"/>
                  <a:pt x="36666" y="34057"/>
                </a:cubicBezTo>
                <a:moveTo>
                  <a:pt x="24140" y="51809"/>
                </a:moveTo>
                <a:cubicBezTo>
                  <a:pt x="20486" y="54641"/>
                  <a:pt x="18659" y="59217"/>
                  <a:pt x="18659" y="65536"/>
                </a:cubicBezTo>
                <a:cubicBezTo>
                  <a:pt x="18659" y="70634"/>
                  <a:pt x="20029" y="74796"/>
                  <a:pt x="22770" y="78022"/>
                </a:cubicBezTo>
                <a:cubicBezTo>
                  <a:pt x="25510" y="81246"/>
                  <a:pt x="28989" y="82858"/>
                  <a:pt x="33208" y="82858"/>
                </a:cubicBezTo>
                <a:cubicBezTo>
                  <a:pt x="37340" y="82858"/>
                  <a:pt x="40592" y="81300"/>
                  <a:pt x="42962" y="78185"/>
                </a:cubicBezTo>
                <a:cubicBezTo>
                  <a:pt x="45333" y="75068"/>
                  <a:pt x="46518" y="71026"/>
                  <a:pt x="46518" y="66058"/>
                </a:cubicBezTo>
                <a:cubicBezTo>
                  <a:pt x="46518" y="60523"/>
                  <a:pt x="45169" y="56285"/>
                  <a:pt x="42473" y="53344"/>
                </a:cubicBezTo>
                <a:cubicBezTo>
                  <a:pt x="39776" y="50402"/>
                  <a:pt x="36470" y="48932"/>
                  <a:pt x="32556" y="48932"/>
                </a:cubicBezTo>
                <a:cubicBezTo>
                  <a:pt x="29381" y="48932"/>
                  <a:pt x="26575" y="49891"/>
                  <a:pt x="24140" y="518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𝚟">
            <a:extLst xmlns:a="http://schemas.openxmlformats.org/drawingml/2006/main">
              <a:ext uri="{FF2B5EF4-FFF2-40B4-BE49-F238E27FC236}">
                <a16:creationId xmlns:a16="http://schemas.microsoft.com/office/drawing/2014/main" id="{10BAADB4-0B07-4A6F-A1F1-F470C193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91" y="1846169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𝚟">
            <a:extLst xmlns:a="http://schemas.openxmlformats.org/drawingml/2006/main">
              <a:ext uri="{FF2B5EF4-FFF2-40B4-BE49-F238E27FC236}">
                <a16:creationId xmlns:a16="http://schemas.microsoft.com/office/drawing/2014/main" id="{09B2D9FD-2ADA-4DC6-A8BF-07A58A9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91" y="1846169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78" name="Text 8">
            <a:extLst xmlns:a="http://schemas.openxmlformats.org/drawingml/2006/main">
              <a:ext uri="{FF2B5EF4-FFF2-40B4-BE49-F238E27FC236}">
                <a16:creationId xmlns:a16="http://schemas.microsoft.com/office/drawing/2014/main" id="{F5F3081A-7A01-44F8-94CF-F7DB2162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670" y="1896268"/>
            <a:ext cx="65699" cy="97603"/>
          </a:xfrm>
          <a:custGeom xmlns:a="http://schemas.openxmlformats.org/drawingml/2006/main">
            <a:pathLst>
              <a:path w="65699" h="97603">
                <a:moveTo>
                  <a:pt x="8155" y="89176"/>
                </a:moveTo>
                <a:cubicBezTo>
                  <a:pt x="2718" y="83602"/>
                  <a:pt x="0" y="76830"/>
                  <a:pt x="0" y="68861"/>
                </a:cubicBezTo>
                <a:cubicBezTo>
                  <a:pt x="0" y="63548"/>
                  <a:pt x="1207" y="58736"/>
                  <a:pt x="3621" y="54424"/>
                </a:cubicBezTo>
                <a:cubicBezTo>
                  <a:pt x="6035" y="50113"/>
                  <a:pt x="9569" y="46869"/>
                  <a:pt x="14223" y="44691"/>
                </a:cubicBezTo>
                <a:cubicBezTo>
                  <a:pt x="9656" y="41646"/>
                  <a:pt x="6687" y="38352"/>
                  <a:pt x="5317" y="34807"/>
                </a:cubicBezTo>
                <a:cubicBezTo>
                  <a:pt x="3947" y="31262"/>
                  <a:pt x="3262" y="27945"/>
                  <a:pt x="3262" y="24857"/>
                </a:cubicBezTo>
                <a:cubicBezTo>
                  <a:pt x="3262" y="17985"/>
                  <a:pt x="5850" y="12124"/>
                  <a:pt x="11026" y="7275"/>
                </a:cubicBezTo>
                <a:cubicBezTo>
                  <a:pt x="16202" y="2425"/>
                  <a:pt x="23509" y="0"/>
                  <a:pt x="32947" y="0"/>
                </a:cubicBezTo>
                <a:cubicBezTo>
                  <a:pt x="42386" y="0"/>
                  <a:pt x="49693" y="2425"/>
                  <a:pt x="54869" y="7275"/>
                </a:cubicBezTo>
                <a:cubicBezTo>
                  <a:pt x="60045" y="12124"/>
                  <a:pt x="62633" y="17985"/>
                  <a:pt x="62633" y="24857"/>
                </a:cubicBezTo>
                <a:cubicBezTo>
                  <a:pt x="62633" y="27945"/>
                  <a:pt x="61948" y="31262"/>
                  <a:pt x="60578" y="34807"/>
                </a:cubicBezTo>
                <a:cubicBezTo>
                  <a:pt x="59207" y="38352"/>
                  <a:pt x="56239" y="41429"/>
                  <a:pt x="51672" y="44039"/>
                </a:cubicBezTo>
                <a:cubicBezTo>
                  <a:pt x="56326" y="46651"/>
                  <a:pt x="59827" y="50113"/>
                  <a:pt x="62176" y="54424"/>
                </a:cubicBezTo>
                <a:cubicBezTo>
                  <a:pt x="64525" y="58736"/>
                  <a:pt x="65699" y="63548"/>
                  <a:pt x="65699" y="68861"/>
                </a:cubicBezTo>
                <a:cubicBezTo>
                  <a:pt x="65699" y="76830"/>
                  <a:pt x="62752" y="83613"/>
                  <a:pt x="56859" y="89209"/>
                </a:cubicBezTo>
                <a:cubicBezTo>
                  <a:pt x="50965" y="94805"/>
                  <a:pt x="42734" y="97603"/>
                  <a:pt x="32164" y="97603"/>
                </a:cubicBezTo>
                <a:cubicBezTo>
                  <a:pt x="21595" y="97603"/>
                  <a:pt x="13592" y="94794"/>
                  <a:pt x="8155" y="89176"/>
                </a:cubicBezTo>
                <a:moveTo>
                  <a:pt x="19312" y="67624"/>
                </a:moveTo>
                <a:cubicBezTo>
                  <a:pt x="19312" y="72289"/>
                  <a:pt x="20519" y="75907"/>
                  <a:pt x="22933" y="78478"/>
                </a:cubicBezTo>
                <a:cubicBezTo>
                  <a:pt x="25347" y="81050"/>
                  <a:pt x="28685" y="82336"/>
                  <a:pt x="32947" y="82336"/>
                </a:cubicBezTo>
                <a:cubicBezTo>
                  <a:pt x="37210" y="82336"/>
                  <a:pt x="40548" y="81050"/>
                  <a:pt x="42962" y="78478"/>
                </a:cubicBezTo>
                <a:cubicBezTo>
                  <a:pt x="45376" y="75907"/>
                  <a:pt x="46583" y="72289"/>
                  <a:pt x="46583" y="67624"/>
                </a:cubicBezTo>
                <a:cubicBezTo>
                  <a:pt x="46583" y="62785"/>
                  <a:pt x="45354" y="59112"/>
                  <a:pt x="42897" y="56606"/>
                </a:cubicBezTo>
                <a:cubicBezTo>
                  <a:pt x="40439" y="54100"/>
                  <a:pt x="37123" y="52846"/>
                  <a:pt x="32947" y="52846"/>
                </a:cubicBezTo>
                <a:cubicBezTo>
                  <a:pt x="28772" y="52846"/>
                  <a:pt x="25455" y="54100"/>
                  <a:pt x="22998" y="56606"/>
                </a:cubicBezTo>
                <a:cubicBezTo>
                  <a:pt x="20540" y="59112"/>
                  <a:pt x="19312" y="62785"/>
                  <a:pt x="19312" y="67624"/>
                </a:cubicBezTo>
                <a:moveTo>
                  <a:pt x="24205" y="35361"/>
                </a:moveTo>
                <a:cubicBezTo>
                  <a:pt x="26293" y="37536"/>
                  <a:pt x="29207" y="38623"/>
                  <a:pt x="32947" y="38623"/>
                </a:cubicBezTo>
                <a:cubicBezTo>
                  <a:pt x="36731" y="38623"/>
                  <a:pt x="39656" y="37536"/>
                  <a:pt x="41723" y="35361"/>
                </a:cubicBezTo>
                <a:cubicBezTo>
                  <a:pt x="43789" y="33187"/>
                  <a:pt x="44822" y="30381"/>
                  <a:pt x="44822" y="26945"/>
                </a:cubicBezTo>
                <a:cubicBezTo>
                  <a:pt x="44822" y="23205"/>
                  <a:pt x="43789" y="20280"/>
                  <a:pt x="41723" y="18170"/>
                </a:cubicBezTo>
                <a:cubicBezTo>
                  <a:pt x="39656" y="16061"/>
                  <a:pt x="36731" y="15006"/>
                  <a:pt x="32947" y="15006"/>
                </a:cubicBezTo>
                <a:cubicBezTo>
                  <a:pt x="29207" y="15006"/>
                  <a:pt x="26282" y="16061"/>
                  <a:pt x="24172" y="18170"/>
                </a:cubicBezTo>
                <a:cubicBezTo>
                  <a:pt x="22063" y="20280"/>
                  <a:pt x="21008" y="23205"/>
                  <a:pt x="21008" y="26945"/>
                </a:cubicBezTo>
                <a:cubicBezTo>
                  <a:pt x="21008" y="30381"/>
                  <a:pt x="22074" y="33187"/>
                  <a:pt x="24205" y="353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𝚟">
            <a:extLst xmlns:a="http://schemas.openxmlformats.org/drawingml/2006/main">
              <a:ext uri="{FF2B5EF4-FFF2-40B4-BE49-F238E27FC236}">
                <a16:creationId xmlns:a16="http://schemas.microsoft.com/office/drawing/2014/main" id="{292F440F-D4E2-45D0-B58D-D4EB7AB0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080" y="1786178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𝚟">
            <a:extLst xmlns:a="http://schemas.openxmlformats.org/drawingml/2006/main">
              <a:ext uri="{FF2B5EF4-FFF2-40B4-BE49-F238E27FC236}">
                <a16:creationId xmlns:a16="http://schemas.microsoft.com/office/drawing/2014/main" id="{EFB2E583-5D30-4273-8D03-B38C7652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080" y="1786178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81" name="Text 9">
            <a:extLst xmlns:a="http://schemas.openxmlformats.org/drawingml/2006/main">
              <a:ext uri="{FF2B5EF4-FFF2-40B4-BE49-F238E27FC236}">
                <a16:creationId xmlns:a16="http://schemas.microsoft.com/office/drawing/2014/main" id="{9CCEF555-6B70-4001-96DB-3F5F066E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7716" y="1836016"/>
            <a:ext cx="65764" cy="98125"/>
          </a:xfrm>
          <a:custGeom xmlns:a="http://schemas.openxmlformats.org/drawingml/2006/main">
            <a:pathLst>
              <a:path w="65764" h="98125">
                <a:moveTo>
                  <a:pt x="30729" y="98125"/>
                </a:moveTo>
                <a:cubicBezTo>
                  <a:pt x="23639" y="98125"/>
                  <a:pt x="17267" y="96026"/>
                  <a:pt x="11613" y="91829"/>
                </a:cubicBezTo>
                <a:cubicBezTo>
                  <a:pt x="5959" y="87631"/>
                  <a:pt x="2718" y="81509"/>
                  <a:pt x="1892" y="73463"/>
                </a:cubicBezTo>
                <a:lnTo>
                  <a:pt x="20421" y="73463"/>
                </a:lnTo>
                <a:cubicBezTo>
                  <a:pt x="20856" y="76247"/>
                  <a:pt x="22030" y="78508"/>
                  <a:pt x="23944" y="80248"/>
                </a:cubicBezTo>
                <a:cubicBezTo>
                  <a:pt x="25858" y="81988"/>
                  <a:pt x="28402" y="82858"/>
                  <a:pt x="31577" y="82858"/>
                </a:cubicBezTo>
                <a:cubicBezTo>
                  <a:pt x="37710" y="82858"/>
                  <a:pt x="42016" y="79465"/>
                  <a:pt x="44495" y="72680"/>
                </a:cubicBezTo>
                <a:cubicBezTo>
                  <a:pt x="45844" y="68939"/>
                  <a:pt x="46692" y="63481"/>
                  <a:pt x="47040" y="56304"/>
                </a:cubicBezTo>
                <a:cubicBezTo>
                  <a:pt x="45343" y="58435"/>
                  <a:pt x="43538" y="60066"/>
                  <a:pt x="41625" y="61197"/>
                </a:cubicBezTo>
                <a:cubicBezTo>
                  <a:pt x="38145" y="63285"/>
                  <a:pt x="33861" y="64329"/>
                  <a:pt x="28772" y="64329"/>
                </a:cubicBezTo>
                <a:cubicBezTo>
                  <a:pt x="21247" y="64329"/>
                  <a:pt x="14571" y="61730"/>
                  <a:pt x="8742" y="56533"/>
                </a:cubicBezTo>
                <a:cubicBezTo>
                  <a:pt x="2914" y="51335"/>
                  <a:pt x="0" y="43843"/>
                  <a:pt x="0" y="34057"/>
                </a:cubicBezTo>
                <a:cubicBezTo>
                  <a:pt x="0" y="23922"/>
                  <a:pt x="2925" y="15713"/>
                  <a:pt x="8775" y="9428"/>
                </a:cubicBezTo>
                <a:cubicBezTo>
                  <a:pt x="14625" y="3143"/>
                  <a:pt x="22226" y="0"/>
                  <a:pt x="31577" y="0"/>
                </a:cubicBezTo>
                <a:cubicBezTo>
                  <a:pt x="45974" y="0"/>
                  <a:pt x="55847" y="6372"/>
                  <a:pt x="61197" y="19116"/>
                </a:cubicBezTo>
                <a:cubicBezTo>
                  <a:pt x="64242" y="26336"/>
                  <a:pt x="65764" y="35840"/>
                  <a:pt x="65764" y="47627"/>
                </a:cubicBezTo>
                <a:cubicBezTo>
                  <a:pt x="65764" y="59066"/>
                  <a:pt x="64307" y="68613"/>
                  <a:pt x="61393" y="76268"/>
                </a:cubicBezTo>
                <a:cubicBezTo>
                  <a:pt x="55826" y="90839"/>
                  <a:pt x="45604" y="98125"/>
                  <a:pt x="30729" y="98125"/>
                </a:cubicBezTo>
                <a:moveTo>
                  <a:pt x="24205" y="18203"/>
                </a:moveTo>
                <a:cubicBezTo>
                  <a:pt x="20638" y="20986"/>
                  <a:pt x="18855" y="25705"/>
                  <a:pt x="18855" y="32360"/>
                </a:cubicBezTo>
                <a:cubicBezTo>
                  <a:pt x="18855" y="37971"/>
                  <a:pt x="19997" y="42179"/>
                  <a:pt x="22280" y="44985"/>
                </a:cubicBezTo>
                <a:cubicBezTo>
                  <a:pt x="24564" y="47790"/>
                  <a:pt x="28076" y="49193"/>
                  <a:pt x="32817" y="49193"/>
                </a:cubicBezTo>
                <a:cubicBezTo>
                  <a:pt x="35383" y="49193"/>
                  <a:pt x="37797" y="48453"/>
                  <a:pt x="40059" y="46975"/>
                </a:cubicBezTo>
                <a:cubicBezTo>
                  <a:pt x="44278" y="44278"/>
                  <a:pt x="46387" y="39602"/>
                  <a:pt x="46387" y="32947"/>
                </a:cubicBezTo>
                <a:cubicBezTo>
                  <a:pt x="46387" y="27598"/>
                  <a:pt x="45137" y="23357"/>
                  <a:pt x="42636" y="20225"/>
                </a:cubicBezTo>
                <a:cubicBezTo>
                  <a:pt x="40135" y="17094"/>
                  <a:pt x="36710" y="15528"/>
                  <a:pt x="32360" y="15528"/>
                </a:cubicBezTo>
                <a:cubicBezTo>
                  <a:pt x="29185" y="15528"/>
                  <a:pt x="26467" y="16419"/>
                  <a:pt x="24205" y="182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𝚟">
            <a:extLst xmlns:a="http://schemas.openxmlformats.org/drawingml/2006/main">
              <a:ext uri="{FF2B5EF4-FFF2-40B4-BE49-F238E27FC236}">
                <a16:creationId xmlns:a16="http://schemas.microsoft.com/office/drawing/2014/main" id="{DF1A193E-BB69-4A62-B0C4-C72C66E6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007" y="954484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𝚟">
            <a:extLst xmlns:a="http://schemas.openxmlformats.org/drawingml/2006/main">
              <a:ext uri="{FF2B5EF4-FFF2-40B4-BE49-F238E27FC236}">
                <a16:creationId xmlns:a16="http://schemas.microsoft.com/office/drawing/2014/main" id="{D281301B-4766-4D41-A1EA-56E858CB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007" y="954484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84" name="Text 10">
            <a:extLst xmlns:a="http://schemas.openxmlformats.org/drawingml/2006/main">
              <a:ext uri="{FF2B5EF4-FFF2-40B4-BE49-F238E27FC236}">
                <a16:creationId xmlns:a16="http://schemas.microsoft.com/office/drawing/2014/main" id="{69ADDD83-98C5-4ABA-A5FC-C5B68DC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928" y="1004452"/>
            <a:ext cx="133576" cy="97603"/>
          </a:xfrm>
          <a:custGeom xmlns:a="http://schemas.openxmlformats.org/drawingml/2006/main">
            <a:pathLst>
              <a:path w="133576" h="97603">
                <a:moveTo>
                  <a:pt x="41298" y="95254"/>
                </a:moveTo>
                <a:lnTo>
                  <a:pt x="22248" y="95254"/>
                </a:lnTo>
                <a:lnTo>
                  <a:pt x="22248" y="30011"/>
                </a:lnTo>
                <a:lnTo>
                  <a:pt x="0" y="30011"/>
                </a:lnTo>
                <a:lnTo>
                  <a:pt x="0" y="17354"/>
                </a:lnTo>
                <a:cubicBezTo>
                  <a:pt x="5872" y="17093"/>
                  <a:pt x="9982" y="16702"/>
                  <a:pt x="12331" y="16180"/>
                </a:cubicBezTo>
                <a:cubicBezTo>
                  <a:pt x="16071" y="15354"/>
                  <a:pt x="19116" y="13701"/>
                  <a:pt x="21465" y="11222"/>
                </a:cubicBezTo>
                <a:cubicBezTo>
                  <a:pt x="23074" y="9525"/>
                  <a:pt x="24292" y="7264"/>
                  <a:pt x="25118" y="4436"/>
                </a:cubicBezTo>
                <a:cubicBezTo>
                  <a:pt x="25597" y="2740"/>
                  <a:pt x="25836" y="1479"/>
                  <a:pt x="25836" y="652"/>
                </a:cubicBezTo>
                <a:lnTo>
                  <a:pt x="41298" y="652"/>
                </a:lnTo>
                <a:lnTo>
                  <a:pt x="41298" y="95254"/>
                </a:lnTo>
                <a:close/>
                <a:moveTo>
                  <a:pt x="100955" y="97603"/>
                </a:moveTo>
                <a:cubicBezTo>
                  <a:pt x="88907" y="97603"/>
                  <a:pt x="80458" y="93384"/>
                  <a:pt x="75608" y="84946"/>
                </a:cubicBezTo>
                <a:cubicBezTo>
                  <a:pt x="70758" y="76508"/>
                  <a:pt x="68333" y="64481"/>
                  <a:pt x="68333" y="48867"/>
                </a:cubicBezTo>
                <a:cubicBezTo>
                  <a:pt x="68333" y="33252"/>
                  <a:pt x="70758" y="21204"/>
                  <a:pt x="75608" y="12722"/>
                </a:cubicBezTo>
                <a:cubicBezTo>
                  <a:pt x="80458" y="4241"/>
                  <a:pt x="88907" y="0"/>
                  <a:pt x="100955" y="0"/>
                </a:cubicBezTo>
                <a:cubicBezTo>
                  <a:pt x="113003" y="0"/>
                  <a:pt x="121462" y="4241"/>
                  <a:pt x="126334" y="12722"/>
                </a:cubicBezTo>
                <a:cubicBezTo>
                  <a:pt x="131162" y="21204"/>
                  <a:pt x="133576" y="33252"/>
                  <a:pt x="133576" y="48867"/>
                </a:cubicBezTo>
                <a:cubicBezTo>
                  <a:pt x="133576" y="64481"/>
                  <a:pt x="131151" y="76508"/>
                  <a:pt x="126301" y="84946"/>
                </a:cubicBezTo>
                <a:cubicBezTo>
                  <a:pt x="121452" y="93384"/>
                  <a:pt x="113003" y="97603"/>
                  <a:pt x="100955" y="97603"/>
                </a:cubicBezTo>
                <a:moveTo>
                  <a:pt x="111850" y="73797"/>
                </a:moveTo>
                <a:cubicBezTo>
                  <a:pt x="113546" y="68061"/>
                  <a:pt x="114395" y="59762"/>
                  <a:pt x="114395" y="48899"/>
                </a:cubicBezTo>
                <a:cubicBezTo>
                  <a:pt x="114395" y="37514"/>
                  <a:pt x="113536" y="29085"/>
                  <a:pt x="111817" y="23610"/>
                </a:cubicBezTo>
                <a:cubicBezTo>
                  <a:pt x="110099" y="18135"/>
                  <a:pt x="106478" y="15397"/>
                  <a:pt x="100955" y="15397"/>
                </a:cubicBezTo>
                <a:cubicBezTo>
                  <a:pt x="95431" y="15397"/>
                  <a:pt x="91777" y="18135"/>
                  <a:pt x="89994" y="23610"/>
                </a:cubicBezTo>
                <a:cubicBezTo>
                  <a:pt x="88211" y="29085"/>
                  <a:pt x="87319" y="37514"/>
                  <a:pt x="87319" y="48899"/>
                </a:cubicBezTo>
                <a:cubicBezTo>
                  <a:pt x="87319" y="59762"/>
                  <a:pt x="88211" y="68072"/>
                  <a:pt x="89994" y="73830"/>
                </a:cubicBezTo>
                <a:cubicBezTo>
                  <a:pt x="91777" y="79588"/>
                  <a:pt x="95431" y="82466"/>
                  <a:pt x="100955" y="82466"/>
                </a:cubicBezTo>
                <a:cubicBezTo>
                  <a:pt x="106478" y="82466"/>
                  <a:pt x="110110" y="79577"/>
                  <a:pt x="111850" y="73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𝚟">
            <a:extLst xmlns:a="http://schemas.openxmlformats.org/drawingml/2006/main">
              <a:ext uri="{FF2B5EF4-FFF2-40B4-BE49-F238E27FC236}">
                <a16:creationId xmlns:a16="http://schemas.microsoft.com/office/drawing/2014/main" id="{EFDBEED2-AB22-45D5-AEBF-E90E7814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88" y="297309"/>
            <a:ext cx="110125" cy="96245"/>
          </a:xfrm>
          <a:custGeom xmlns:a="http://schemas.openxmlformats.org/drawingml/2006/main">
            <a:pathLst>
              <a:path w="110125" h="96245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𝚟">
            <a:extLst xmlns:a="http://schemas.openxmlformats.org/drawingml/2006/main">
              <a:ext uri="{FF2B5EF4-FFF2-40B4-BE49-F238E27FC236}">
                <a16:creationId xmlns:a16="http://schemas.microsoft.com/office/drawing/2014/main" id="{2773BE2D-96B8-4116-8379-B4DAA5EE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288" y="297309"/>
            <a:ext cx="110125" cy="96245"/>
          </a:xfrm>
          <a:custGeom xmlns:a="http://schemas.openxmlformats.org/drawingml/2006/main">
            <a:pathLst>
              <a:path w="110125" h="96245" fill="none">
                <a:moveTo>
                  <a:pt x="61526" y="96245"/>
                </a:moveTo>
                <a:lnTo>
                  <a:pt x="47044" y="96245"/>
                </a:lnTo>
                <a:lnTo>
                  <a:pt x="13608" y="10292"/>
                </a:lnTo>
                <a:lnTo>
                  <a:pt x="0" y="10292"/>
                </a:lnTo>
                <a:lnTo>
                  <a:pt x="0" y="0"/>
                </a:lnTo>
                <a:lnTo>
                  <a:pt x="41115" y="0"/>
                </a:lnTo>
                <a:lnTo>
                  <a:pt x="41115" y="10292"/>
                </a:lnTo>
                <a:lnTo>
                  <a:pt x="27993" y="10292"/>
                </a:lnTo>
                <a:lnTo>
                  <a:pt x="54528" y="82142"/>
                </a:lnTo>
                <a:lnTo>
                  <a:pt x="55208" y="82142"/>
                </a:lnTo>
                <a:lnTo>
                  <a:pt x="82132" y="10292"/>
                </a:lnTo>
                <a:lnTo>
                  <a:pt x="69691" y="10292"/>
                </a:lnTo>
                <a:lnTo>
                  <a:pt x="69691" y="0"/>
                </a:lnTo>
                <a:lnTo>
                  <a:pt x="110125" y="0"/>
                </a:lnTo>
                <a:lnTo>
                  <a:pt x="110125" y="10292"/>
                </a:lnTo>
                <a:lnTo>
                  <a:pt x="96517" y="10292"/>
                </a:lnTo>
                <a:lnTo>
                  <a:pt x="61526" y="9624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120" cap="flat">
            <a:solidFill>
              <a:srgbClr val="000000"/>
            </a:solidFill>
            <a:miter/>
          </a:ln>
        </p:spPr>
      </p:sp>
      <p:sp>
        <p:nvSpPr>
          <p:cNvPr id="87" name="Text 11">
            <a:extLst xmlns:a="http://schemas.openxmlformats.org/drawingml/2006/main">
              <a:ext uri="{FF2B5EF4-FFF2-40B4-BE49-F238E27FC236}">
                <a16:creationId xmlns:a16="http://schemas.microsoft.com/office/drawing/2014/main" id="{0109A964-4C3D-4F3D-BB17-A7BB7C6E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6210" y="347930"/>
            <a:ext cx="107412" cy="94601"/>
          </a:xfrm>
          <a:custGeom xmlns:a="http://schemas.openxmlformats.org/drawingml/2006/main">
            <a:pathLst>
              <a:path w="107412" h="94601">
                <a:moveTo>
                  <a:pt x="41298" y="94601"/>
                </a:moveTo>
                <a:lnTo>
                  <a:pt x="22248" y="94601"/>
                </a:lnTo>
                <a:lnTo>
                  <a:pt x="22248" y="29359"/>
                </a:lnTo>
                <a:lnTo>
                  <a:pt x="0" y="29359"/>
                </a:lnTo>
                <a:lnTo>
                  <a:pt x="0" y="16702"/>
                </a:lnTo>
                <a:cubicBezTo>
                  <a:pt x="5872" y="16441"/>
                  <a:pt x="9982" y="16050"/>
                  <a:pt x="12331" y="15528"/>
                </a:cubicBezTo>
                <a:cubicBezTo>
                  <a:pt x="16071" y="14701"/>
                  <a:pt x="19116" y="13048"/>
                  <a:pt x="21465" y="10569"/>
                </a:cubicBezTo>
                <a:cubicBezTo>
                  <a:pt x="23074" y="8873"/>
                  <a:pt x="24292" y="6611"/>
                  <a:pt x="25118" y="3784"/>
                </a:cubicBezTo>
                <a:cubicBezTo>
                  <a:pt x="25597" y="2088"/>
                  <a:pt x="25836" y="826"/>
                  <a:pt x="25836" y="0"/>
                </a:cubicBezTo>
                <a:lnTo>
                  <a:pt x="41298" y="0"/>
                </a:lnTo>
                <a:lnTo>
                  <a:pt x="41298" y="94601"/>
                </a:lnTo>
                <a:close/>
                <a:moveTo>
                  <a:pt x="107412" y="94601"/>
                </a:moveTo>
                <a:lnTo>
                  <a:pt x="88361" y="94601"/>
                </a:lnTo>
                <a:lnTo>
                  <a:pt x="88361" y="29359"/>
                </a:lnTo>
                <a:lnTo>
                  <a:pt x="66113" y="29359"/>
                </a:lnTo>
                <a:lnTo>
                  <a:pt x="66113" y="16702"/>
                </a:lnTo>
                <a:cubicBezTo>
                  <a:pt x="71985" y="16441"/>
                  <a:pt x="76095" y="16050"/>
                  <a:pt x="78444" y="15528"/>
                </a:cubicBezTo>
                <a:cubicBezTo>
                  <a:pt x="82184" y="14701"/>
                  <a:pt x="85229" y="13048"/>
                  <a:pt x="87578" y="10569"/>
                </a:cubicBezTo>
                <a:cubicBezTo>
                  <a:pt x="89187" y="8873"/>
                  <a:pt x="90405" y="6611"/>
                  <a:pt x="91231" y="3784"/>
                </a:cubicBezTo>
                <a:cubicBezTo>
                  <a:pt x="91710" y="2088"/>
                  <a:pt x="91949" y="826"/>
                  <a:pt x="91949" y="0"/>
                </a:cubicBezTo>
                <a:lnTo>
                  <a:pt x="107412" y="0"/>
                </a:lnTo>
                <a:lnTo>
                  <a:pt x="107412" y="946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SNO-recordedSessionTable">
            <a:extLst xmlns:a="http://schemas.openxmlformats.org/drawingml/2006/main">
              <a:ext uri="{FF2B5EF4-FFF2-40B4-BE49-F238E27FC236}">
                <a16:creationId xmlns:a16="http://schemas.microsoft.com/office/drawing/2014/main" id="{634B5B43-2418-46B3-AA4C-00428B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30" y="174204"/>
            <a:ext cx="1884220" cy="100993"/>
          </a:xfrm>
          <a:custGeom xmlns:a="http://schemas.openxmlformats.org/drawingml/2006/main">
            <a:pathLst>
              <a:path w="1884220" h="100993">
                <a:moveTo>
                  <a:pt x="0" y="67506"/>
                </a:moveTo>
                <a:lnTo>
                  <a:pt x="19173" y="65642"/>
                </a:lnTo>
                <a:cubicBezTo>
                  <a:pt x="20327" y="72077"/>
                  <a:pt x="22668" y="76804"/>
                  <a:pt x="26197" y="79822"/>
                </a:cubicBezTo>
                <a:cubicBezTo>
                  <a:pt x="29725" y="82840"/>
                  <a:pt x="34485" y="84349"/>
                  <a:pt x="40477" y="84349"/>
                </a:cubicBezTo>
                <a:cubicBezTo>
                  <a:pt x="46824" y="84349"/>
                  <a:pt x="51606" y="83007"/>
                  <a:pt x="54824" y="80321"/>
                </a:cubicBezTo>
                <a:cubicBezTo>
                  <a:pt x="58041" y="77636"/>
                  <a:pt x="59650" y="74496"/>
                  <a:pt x="59650" y="70901"/>
                </a:cubicBezTo>
                <a:cubicBezTo>
                  <a:pt x="59650" y="68593"/>
                  <a:pt x="58973" y="66629"/>
                  <a:pt x="57620" y="65009"/>
                </a:cubicBezTo>
                <a:cubicBezTo>
                  <a:pt x="56266" y="63389"/>
                  <a:pt x="53903" y="61980"/>
                  <a:pt x="50530" y="60782"/>
                </a:cubicBezTo>
                <a:cubicBezTo>
                  <a:pt x="48222" y="59983"/>
                  <a:pt x="42962" y="58563"/>
                  <a:pt x="34752" y="56521"/>
                </a:cubicBezTo>
                <a:cubicBezTo>
                  <a:pt x="24189" y="53903"/>
                  <a:pt x="16777" y="50685"/>
                  <a:pt x="12516" y="46868"/>
                </a:cubicBezTo>
                <a:cubicBezTo>
                  <a:pt x="6524" y="41498"/>
                  <a:pt x="3528" y="34951"/>
                  <a:pt x="3528" y="27229"/>
                </a:cubicBezTo>
                <a:cubicBezTo>
                  <a:pt x="3528" y="22258"/>
                  <a:pt x="4938" y="17609"/>
                  <a:pt x="7756" y="13281"/>
                </a:cubicBezTo>
                <a:cubicBezTo>
                  <a:pt x="10574" y="8954"/>
                  <a:pt x="14635" y="5659"/>
                  <a:pt x="19939" y="3395"/>
                </a:cubicBezTo>
                <a:cubicBezTo>
                  <a:pt x="25243" y="1132"/>
                  <a:pt x="31645" y="0"/>
                  <a:pt x="39145" y="0"/>
                </a:cubicBezTo>
                <a:cubicBezTo>
                  <a:pt x="51395" y="0"/>
                  <a:pt x="60615" y="2685"/>
                  <a:pt x="66807" y="8055"/>
                </a:cubicBezTo>
                <a:cubicBezTo>
                  <a:pt x="72998" y="13426"/>
                  <a:pt x="76249" y="20594"/>
                  <a:pt x="76560" y="29559"/>
                </a:cubicBezTo>
                <a:lnTo>
                  <a:pt x="56854" y="30424"/>
                </a:lnTo>
                <a:cubicBezTo>
                  <a:pt x="56011" y="25409"/>
                  <a:pt x="54202" y="21803"/>
                  <a:pt x="51428" y="19606"/>
                </a:cubicBezTo>
                <a:cubicBezTo>
                  <a:pt x="48654" y="17409"/>
                  <a:pt x="44494" y="16311"/>
                  <a:pt x="38946" y="16311"/>
                </a:cubicBezTo>
                <a:cubicBezTo>
                  <a:pt x="33220" y="16311"/>
                  <a:pt x="28738" y="17487"/>
                  <a:pt x="25498" y="19839"/>
                </a:cubicBezTo>
                <a:cubicBezTo>
                  <a:pt x="23412" y="21348"/>
                  <a:pt x="22369" y="23367"/>
                  <a:pt x="22369" y="25897"/>
                </a:cubicBezTo>
                <a:cubicBezTo>
                  <a:pt x="22369" y="28205"/>
                  <a:pt x="23345" y="30180"/>
                  <a:pt x="25298" y="31822"/>
                </a:cubicBezTo>
                <a:cubicBezTo>
                  <a:pt x="27783" y="33908"/>
                  <a:pt x="33820" y="36083"/>
                  <a:pt x="43406" y="38347"/>
                </a:cubicBezTo>
                <a:cubicBezTo>
                  <a:pt x="52993" y="40610"/>
                  <a:pt x="60083" y="42951"/>
                  <a:pt x="64677" y="45370"/>
                </a:cubicBezTo>
                <a:cubicBezTo>
                  <a:pt x="69270" y="47789"/>
                  <a:pt x="72865" y="51095"/>
                  <a:pt x="75461" y="55290"/>
                </a:cubicBezTo>
                <a:cubicBezTo>
                  <a:pt x="78058" y="59484"/>
                  <a:pt x="79356" y="64665"/>
                  <a:pt x="79356" y="70835"/>
                </a:cubicBezTo>
                <a:cubicBezTo>
                  <a:pt x="79356" y="76427"/>
                  <a:pt x="77803" y="81664"/>
                  <a:pt x="74696" y="86546"/>
                </a:cubicBezTo>
                <a:cubicBezTo>
                  <a:pt x="71589" y="91428"/>
                  <a:pt x="67195" y="95056"/>
                  <a:pt x="61514" y="97431"/>
                </a:cubicBezTo>
                <a:cubicBezTo>
                  <a:pt x="55833" y="99805"/>
                  <a:pt x="48754" y="100993"/>
                  <a:pt x="40277" y="100993"/>
                </a:cubicBezTo>
                <a:cubicBezTo>
                  <a:pt x="27939" y="100993"/>
                  <a:pt x="18463" y="98141"/>
                  <a:pt x="11850" y="92438"/>
                </a:cubicBezTo>
                <a:cubicBezTo>
                  <a:pt x="5237" y="86735"/>
                  <a:pt x="1287" y="78424"/>
                  <a:pt x="0" y="67506"/>
                </a:cubicBezTo>
                <a:close/>
                <a:moveTo>
                  <a:pt x="97361" y="99262"/>
                </a:moveTo>
                <a:lnTo>
                  <a:pt x="97361" y="1664"/>
                </a:lnTo>
                <a:lnTo>
                  <a:pt x="116534" y="1664"/>
                </a:lnTo>
                <a:lnTo>
                  <a:pt x="156478" y="66840"/>
                </a:lnTo>
                <a:lnTo>
                  <a:pt x="156478" y="1664"/>
                </a:lnTo>
                <a:lnTo>
                  <a:pt x="174786" y="1664"/>
                </a:lnTo>
                <a:lnTo>
                  <a:pt x="174786" y="99262"/>
                </a:lnTo>
                <a:lnTo>
                  <a:pt x="155014" y="99262"/>
                </a:lnTo>
                <a:lnTo>
                  <a:pt x="115669" y="35617"/>
                </a:lnTo>
                <a:lnTo>
                  <a:pt x="115669" y="99262"/>
                </a:lnTo>
                <a:lnTo>
                  <a:pt x="97361" y="99262"/>
                </a:lnTo>
                <a:close/>
                <a:moveTo>
                  <a:pt x="193106" y="51062"/>
                </a:moveTo>
                <a:cubicBezTo>
                  <a:pt x="193106" y="41120"/>
                  <a:pt x="194593" y="32777"/>
                  <a:pt x="197567" y="26030"/>
                </a:cubicBezTo>
                <a:cubicBezTo>
                  <a:pt x="199786" y="21060"/>
                  <a:pt x="202815" y="16599"/>
                  <a:pt x="206654" y="12649"/>
                </a:cubicBezTo>
                <a:cubicBezTo>
                  <a:pt x="210493" y="8699"/>
                  <a:pt x="214698" y="5770"/>
                  <a:pt x="219270" y="3861"/>
                </a:cubicBezTo>
                <a:cubicBezTo>
                  <a:pt x="225350" y="1287"/>
                  <a:pt x="232363" y="0"/>
                  <a:pt x="240307" y="0"/>
                </a:cubicBezTo>
                <a:cubicBezTo>
                  <a:pt x="254687" y="0"/>
                  <a:pt x="266193" y="4460"/>
                  <a:pt x="274826" y="13381"/>
                </a:cubicBezTo>
                <a:cubicBezTo>
                  <a:pt x="283458" y="22302"/>
                  <a:pt x="287774" y="34707"/>
                  <a:pt x="287774" y="50596"/>
                </a:cubicBezTo>
                <a:cubicBezTo>
                  <a:pt x="287774" y="66352"/>
                  <a:pt x="283491" y="78679"/>
                  <a:pt x="274926" y="87578"/>
                </a:cubicBezTo>
                <a:cubicBezTo>
                  <a:pt x="266360" y="96477"/>
                  <a:pt x="254909" y="100926"/>
                  <a:pt x="240573" y="100926"/>
                </a:cubicBezTo>
                <a:cubicBezTo>
                  <a:pt x="226060" y="100926"/>
                  <a:pt x="214521" y="96499"/>
                  <a:pt x="205955" y="87644"/>
                </a:cubicBezTo>
                <a:cubicBezTo>
                  <a:pt x="197389" y="78790"/>
                  <a:pt x="193106" y="66596"/>
                  <a:pt x="193106" y="51062"/>
                </a:cubicBezTo>
                <a:moveTo>
                  <a:pt x="213411" y="50396"/>
                </a:moveTo>
                <a:cubicBezTo>
                  <a:pt x="213411" y="61448"/>
                  <a:pt x="215963" y="69825"/>
                  <a:pt x="221067" y="75528"/>
                </a:cubicBezTo>
                <a:cubicBezTo>
                  <a:pt x="226171" y="81231"/>
                  <a:pt x="232651" y="84083"/>
                  <a:pt x="240507" y="84083"/>
                </a:cubicBezTo>
                <a:cubicBezTo>
                  <a:pt x="248363" y="84083"/>
                  <a:pt x="254809" y="81253"/>
                  <a:pt x="259847" y="75595"/>
                </a:cubicBezTo>
                <a:cubicBezTo>
                  <a:pt x="264884" y="69936"/>
                  <a:pt x="267403" y="61448"/>
                  <a:pt x="267403" y="50130"/>
                </a:cubicBezTo>
                <a:cubicBezTo>
                  <a:pt x="267403" y="38946"/>
                  <a:pt x="264951" y="30602"/>
                  <a:pt x="260046" y="25098"/>
                </a:cubicBezTo>
                <a:cubicBezTo>
                  <a:pt x="255142" y="19595"/>
                  <a:pt x="248629" y="16843"/>
                  <a:pt x="240507" y="16843"/>
                </a:cubicBezTo>
                <a:cubicBezTo>
                  <a:pt x="232385" y="16843"/>
                  <a:pt x="225838" y="19628"/>
                  <a:pt x="220868" y="25198"/>
                </a:cubicBezTo>
                <a:cubicBezTo>
                  <a:pt x="215897" y="30768"/>
                  <a:pt x="213411" y="39168"/>
                  <a:pt x="213411" y="50396"/>
                </a:cubicBezTo>
                <a:close/>
                <a:moveTo>
                  <a:pt x="301123" y="73231"/>
                </a:moveTo>
                <a:lnTo>
                  <a:pt x="301123" y="54524"/>
                </a:lnTo>
                <a:lnTo>
                  <a:pt x="337871" y="54524"/>
                </a:lnTo>
                <a:lnTo>
                  <a:pt x="337871" y="73231"/>
                </a:lnTo>
                <a:lnTo>
                  <a:pt x="301123" y="73231"/>
                </a:lnTo>
                <a:close/>
                <a:moveTo>
                  <a:pt x="366467" y="99262"/>
                </a:moveTo>
                <a:lnTo>
                  <a:pt x="347760" y="99262"/>
                </a:lnTo>
                <a:lnTo>
                  <a:pt x="347760" y="28560"/>
                </a:lnTo>
                <a:lnTo>
                  <a:pt x="365135" y="28560"/>
                </a:lnTo>
                <a:lnTo>
                  <a:pt x="365135" y="38613"/>
                </a:lnTo>
                <a:cubicBezTo>
                  <a:pt x="368109" y="33864"/>
                  <a:pt x="370783" y="30735"/>
                  <a:pt x="373158" y="29226"/>
                </a:cubicBezTo>
                <a:cubicBezTo>
                  <a:pt x="375532" y="27717"/>
                  <a:pt x="378228" y="26962"/>
                  <a:pt x="381246" y="26962"/>
                </a:cubicBezTo>
                <a:cubicBezTo>
                  <a:pt x="385507" y="26962"/>
                  <a:pt x="389612" y="28139"/>
                  <a:pt x="393562" y="30491"/>
                </a:cubicBezTo>
                <a:lnTo>
                  <a:pt x="387771" y="46801"/>
                </a:lnTo>
                <a:cubicBezTo>
                  <a:pt x="384619" y="44760"/>
                  <a:pt x="381690" y="43739"/>
                  <a:pt x="378983" y="43739"/>
                </a:cubicBezTo>
                <a:cubicBezTo>
                  <a:pt x="376364" y="43739"/>
                  <a:pt x="374145" y="44460"/>
                  <a:pt x="372325" y="45903"/>
                </a:cubicBezTo>
                <a:cubicBezTo>
                  <a:pt x="370506" y="47345"/>
                  <a:pt x="369074" y="49953"/>
                  <a:pt x="368031" y="53725"/>
                </a:cubicBezTo>
                <a:cubicBezTo>
                  <a:pt x="366988" y="57498"/>
                  <a:pt x="366467" y="65398"/>
                  <a:pt x="366467" y="77425"/>
                </a:cubicBezTo>
                <a:lnTo>
                  <a:pt x="366467" y="99262"/>
                </a:lnTo>
                <a:close/>
                <a:moveTo>
                  <a:pt x="442621" y="76760"/>
                </a:moveTo>
                <a:lnTo>
                  <a:pt x="461262" y="79889"/>
                </a:lnTo>
                <a:cubicBezTo>
                  <a:pt x="458865" y="86724"/>
                  <a:pt x="455081" y="91927"/>
                  <a:pt x="449911" y="95500"/>
                </a:cubicBezTo>
                <a:cubicBezTo>
                  <a:pt x="444740" y="99073"/>
                  <a:pt x="438271" y="100859"/>
                  <a:pt x="430505" y="100859"/>
                </a:cubicBezTo>
                <a:cubicBezTo>
                  <a:pt x="418211" y="100859"/>
                  <a:pt x="409112" y="96843"/>
                  <a:pt x="403209" y="88810"/>
                </a:cubicBezTo>
                <a:cubicBezTo>
                  <a:pt x="398549" y="82374"/>
                  <a:pt x="396219" y="74252"/>
                  <a:pt x="396219" y="64443"/>
                </a:cubicBezTo>
                <a:cubicBezTo>
                  <a:pt x="396219" y="52726"/>
                  <a:pt x="399281" y="43550"/>
                  <a:pt x="405406" y="36915"/>
                </a:cubicBezTo>
                <a:cubicBezTo>
                  <a:pt x="411531" y="30280"/>
                  <a:pt x="419276" y="26962"/>
                  <a:pt x="428640" y="26962"/>
                </a:cubicBezTo>
                <a:cubicBezTo>
                  <a:pt x="439159" y="26962"/>
                  <a:pt x="447459" y="30435"/>
                  <a:pt x="453539" y="37381"/>
                </a:cubicBezTo>
                <a:cubicBezTo>
                  <a:pt x="459619" y="44327"/>
                  <a:pt x="462527" y="54968"/>
                  <a:pt x="462260" y="69303"/>
                </a:cubicBezTo>
                <a:lnTo>
                  <a:pt x="415392" y="69303"/>
                </a:lnTo>
                <a:cubicBezTo>
                  <a:pt x="415525" y="74851"/>
                  <a:pt x="417034" y="79167"/>
                  <a:pt x="419919" y="82252"/>
                </a:cubicBezTo>
                <a:cubicBezTo>
                  <a:pt x="422804" y="85337"/>
                  <a:pt x="426399" y="86879"/>
                  <a:pt x="430704" y="86879"/>
                </a:cubicBezTo>
                <a:cubicBezTo>
                  <a:pt x="433633" y="86879"/>
                  <a:pt x="436097" y="86080"/>
                  <a:pt x="438094" y="84482"/>
                </a:cubicBezTo>
                <a:cubicBezTo>
                  <a:pt x="440091" y="82884"/>
                  <a:pt x="441600" y="80310"/>
                  <a:pt x="442621" y="76760"/>
                </a:cubicBezTo>
                <a:moveTo>
                  <a:pt x="443686" y="57853"/>
                </a:moveTo>
                <a:cubicBezTo>
                  <a:pt x="443553" y="52438"/>
                  <a:pt x="442155" y="48322"/>
                  <a:pt x="439492" y="45503"/>
                </a:cubicBezTo>
                <a:cubicBezTo>
                  <a:pt x="436829" y="42685"/>
                  <a:pt x="433589" y="41276"/>
                  <a:pt x="429772" y="41276"/>
                </a:cubicBezTo>
                <a:cubicBezTo>
                  <a:pt x="425689" y="41276"/>
                  <a:pt x="422316" y="42763"/>
                  <a:pt x="419653" y="45736"/>
                </a:cubicBezTo>
                <a:cubicBezTo>
                  <a:pt x="416990" y="48710"/>
                  <a:pt x="415681" y="52749"/>
                  <a:pt x="415725" y="57853"/>
                </a:cubicBezTo>
                <a:lnTo>
                  <a:pt x="443686" y="57853"/>
                </a:lnTo>
                <a:close/>
                <a:moveTo>
                  <a:pt x="539896" y="49464"/>
                </a:moveTo>
                <a:lnTo>
                  <a:pt x="521455" y="52793"/>
                </a:lnTo>
                <a:cubicBezTo>
                  <a:pt x="520833" y="49109"/>
                  <a:pt x="519424" y="46335"/>
                  <a:pt x="517227" y="44471"/>
                </a:cubicBezTo>
                <a:cubicBezTo>
                  <a:pt x="515030" y="42607"/>
                  <a:pt x="512179" y="41675"/>
                  <a:pt x="508672" y="41675"/>
                </a:cubicBezTo>
                <a:cubicBezTo>
                  <a:pt x="504012" y="41675"/>
                  <a:pt x="500295" y="43284"/>
                  <a:pt x="497521" y="46502"/>
                </a:cubicBezTo>
                <a:cubicBezTo>
                  <a:pt x="494747" y="49720"/>
                  <a:pt x="493360" y="55101"/>
                  <a:pt x="493360" y="62646"/>
                </a:cubicBezTo>
                <a:cubicBezTo>
                  <a:pt x="493360" y="71034"/>
                  <a:pt x="494770" y="76959"/>
                  <a:pt x="497588" y="80421"/>
                </a:cubicBezTo>
                <a:cubicBezTo>
                  <a:pt x="500406" y="83883"/>
                  <a:pt x="504190" y="85614"/>
                  <a:pt x="508939" y="85614"/>
                </a:cubicBezTo>
                <a:cubicBezTo>
                  <a:pt x="512489" y="85614"/>
                  <a:pt x="515396" y="84604"/>
                  <a:pt x="517660" y="82585"/>
                </a:cubicBezTo>
                <a:cubicBezTo>
                  <a:pt x="519923" y="80565"/>
                  <a:pt x="521521" y="77093"/>
                  <a:pt x="522453" y="72166"/>
                </a:cubicBezTo>
                <a:lnTo>
                  <a:pt x="540828" y="75295"/>
                </a:lnTo>
                <a:cubicBezTo>
                  <a:pt x="538919" y="83728"/>
                  <a:pt x="535258" y="90097"/>
                  <a:pt x="529843" y="94402"/>
                </a:cubicBezTo>
                <a:cubicBezTo>
                  <a:pt x="524428" y="98707"/>
                  <a:pt x="517172" y="100859"/>
                  <a:pt x="508073" y="100859"/>
                </a:cubicBezTo>
                <a:cubicBezTo>
                  <a:pt x="497732" y="100859"/>
                  <a:pt x="489488" y="97597"/>
                  <a:pt x="483341" y="91073"/>
                </a:cubicBezTo>
                <a:cubicBezTo>
                  <a:pt x="477194" y="84549"/>
                  <a:pt x="474121" y="75517"/>
                  <a:pt x="474121" y="63977"/>
                </a:cubicBezTo>
                <a:cubicBezTo>
                  <a:pt x="474121" y="52305"/>
                  <a:pt x="477205" y="43218"/>
                  <a:pt x="483374" y="36715"/>
                </a:cubicBezTo>
                <a:cubicBezTo>
                  <a:pt x="489544" y="30213"/>
                  <a:pt x="497887" y="26962"/>
                  <a:pt x="508406" y="26962"/>
                </a:cubicBezTo>
                <a:cubicBezTo>
                  <a:pt x="517016" y="26962"/>
                  <a:pt x="523862" y="28815"/>
                  <a:pt x="528944" y="32521"/>
                </a:cubicBezTo>
                <a:cubicBezTo>
                  <a:pt x="534026" y="36227"/>
                  <a:pt x="537676" y="41875"/>
                  <a:pt x="539896" y="49464"/>
                </a:cubicBezTo>
                <a:close/>
                <a:moveTo>
                  <a:pt x="550491" y="62912"/>
                </a:moveTo>
                <a:cubicBezTo>
                  <a:pt x="550491" y="56699"/>
                  <a:pt x="552023" y="50685"/>
                  <a:pt x="555085" y="44871"/>
                </a:cubicBezTo>
                <a:cubicBezTo>
                  <a:pt x="558147" y="39057"/>
                  <a:pt x="562486" y="34618"/>
                  <a:pt x="568100" y="31556"/>
                </a:cubicBezTo>
                <a:cubicBezTo>
                  <a:pt x="573715" y="28494"/>
                  <a:pt x="579984" y="26962"/>
                  <a:pt x="586907" y="26962"/>
                </a:cubicBezTo>
                <a:cubicBezTo>
                  <a:pt x="597603" y="26962"/>
                  <a:pt x="606369" y="30435"/>
                  <a:pt x="613204" y="37381"/>
                </a:cubicBezTo>
                <a:cubicBezTo>
                  <a:pt x="620039" y="44327"/>
                  <a:pt x="623456" y="53104"/>
                  <a:pt x="623456" y="63711"/>
                </a:cubicBezTo>
                <a:cubicBezTo>
                  <a:pt x="623456" y="74407"/>
                  <a:pt x="620006" y="83273"/>
                  <a:pt x="613104" y="90307"/>
                </a:cubicBezTo>
                <a:cubicBezTo>
                  <a:pt x="606203" y="97342"/>
                  <a:pt x="597515" y="100859"/>
                  <a:pt x="587040" y="100859"/>
                </a:cubicBezTo>
                <a:cubicBezTo>
                  <a:pt x="580561" y="100859"/>
                  <a:pt x="574380" y="99395"/>
                  <a:pt x="568500" y="96466"/>
                </a:cubicBezTo>
                <a:cubicBezTo>
                  <a:pt x="562619" y="93536"/>
                  <a:pt x="558147" y="89242"/>
                  <a:pt x="555085" y="83583"/>
                </a:cubicBezTo>
                <a:cubicBezTo>
                  <a:pt x="552023" y="77925"/>
                  <a:pt x="550491" y="71034"/>
                  <a:pt x="550491" y="62912"/>
                </a:cubicBezTo>
                <a:moveTo>
                  <a:pt x="569665" y="63911"/>
                </a:moveTo>
                <a:cubicBezTo>
                  <a:pt x="569665" y="70923"/>
                  <a:pt x="571329" y="76294"/>
                  <a:pt x="574658" y="80022"/>
                </a:cubicBezTo>
                <a:cubicBezTo>
                  <a:pt x="577986" y="83750"/>
                  <a:pt x="582092" y="85614"/>
                  <a:pt x="586974" y="85614"/>
                </a:cubicBezTo>
                <a:cubicBezTo>
                  <a:pt x="591856" y="85614"/>
                  <a:pt x="595950" y="83750"/>
                  <a:pt x="599257" y="80022"/>
                </a:cubicBezTo>
                <a:cubicBezTo>
                  <a:pt x="602563" y="76294"/>
                  <a:pt x="604216" y="70879"/>
                  <a:pt x="604216" y="63778"/>
                </a:cubicBezTo>
                <a:cubicBezTo>
                  <a:pt x="604216" y="56854"/>
                  <a:pt x="602563" y="51528"/>
                  <a:pt x="599257" y="47800"/>
                </a:cubicBezTo>
                <a:cubicBezTo>
                  <a:pt x="595950" y="44072"/>
                  <a:pt x="591856" y="42208"/>
                  <a:pt x="586974" y="42208"/>
                </a:cubicBezTo>
                <a:cubicBezTo>
                  <a:pt x="582092" y="42208"/>
                  <a:pt x="577986" y="44072"/>
                  <a:pt x="574658" y="47800"/>
                </a:cubicBezTo>
                <a:cubicBezTo>
                  <a:pt x="571329" y="51528"/>
                  <a:pt x="569665" y="56898"/>
                  <a:pt x="569665" y="63911"/>
                </a:cubicBezTo>
                <a:close/>
                <a:moveTo>
                  <a:pt x="657069" y="99262"/>
                </a:moveTo>
                <a:lnTo>
                  <a:pt x="638362" y="99262"/>
                </a:lnTo>
                <a:lnTo>
                  <a:pt x="638362" y="28560"/>
                </a:lnTo>
                <a:lnTo>
                  <a:pt x="655737" y="28560"/>
                </a:lnTo>
                <a:lnTo>
                  <a:pt x="655737" y="38613"/>
                </a:lnTo>
                <a:cubicBezTo>
                  <a:pt x="658711" y="33864"/>
                  <a:pt x="661385" y="30735"/>
                  <a:pt x="663760" y="29226"/>
                </a:cubicBezTo>
                <a:cubicBezTo>
                  <a:pt x="666134" y="27717"/>
                  <a:pt x="668830" y="26962"/>
                  <a:pt x="671848" y="26962"/>
                </a:cubicBezTo>
                <a:cubicBezTo>
                  <a:pt x="676109" y="26962"/>
                  <a:pt x="680214" y="28139"/>
                  <a:pt x="684165" y="30491"/>
                </a:cubicBezTo>
                <a:lnTo>
                  <a:pt x="678373" y="46801"/>
                </a:lnTo>
                <a:cubicBezTo>
                  <a:pt x="675221" y="44760"/>
                  <a:pt x="672292" y="43739"/>
                  <a:pt x="669585" y="43739"/>
                </a:cubicBezTo>
                <a:cubicBezTo>
                  <a:pt x="666966" y="43739"/>
                  <a:pt x="664747" y="44460"/>
                  <a:pt x="662927" y="45903"/>
                </a:cubicBezTo>
                <a:cubicBezTo>
                  <a:pt x="661108" y="47345"/>
                  <a:pt x="659676" y="49953"/>
                  <a:pt x="658633" y="53725"/>
                </a:cubicBezTo>
                <a:cubicBezTo>
                  <a:pt x="657590" y="57498"/>
                  <a:pt x="657069" y="65398"/>
                  <a:pt x="657069" y="77425"/>
                </a:cubicBezTo>
                <a:lnTo>
                  <a:pt x="657069" y="99262"/>
                </a:lnTo>
                <a:close/>
                <a:moveTo>
                  <a:pt x="757123" y="99262"/>
                </a:moveTo>
                <a:lnTo>
                  <a:pt x="739747" y="99262"/>
                </a:lnTo>
                <a:lnTo>
                  <a:pt x="739747" y="88876"/>
                </a:lnTo>
                <a:cubicBezTo>
                  <a:pt x="736862" y="92915"/>
                  <a:pt x="733456" y="95922"/>
                  <a:pt x="729528" y="97897"/>
                </a:cubicBezTo>
                <a:cubicBezTo>
                  <a:pt x="725600" y="99872"/>
                  <a:pt x="721639" y="100859"/>
                  <a:pt x="717645" y="100859"/>
                </a:cubicBezTo>
                <a:cubicBezTo>
                  <a:pt x="709523" y="100859"/>
                  <a:pt x="702566" y="97586"/>
                  <a:pt x="696774" y="91040"/>
                </a:cubicBezTo>
                <a:cubicBezTo>
                  <a:pt x="690982" y="84493"/>
                  <a:pt x="688086" y="75362"/>
                  <a:pt x="688086" y="63645"/>
                </a:cubicBezTo>
                <a:cubicBezTo>
                  <a:pt x="688086" y="51661"/>
                  <a:pt x="690904" y="42552"/>
                  <a:pt x="696541" y="36316"/>
                </a:cubicBezTo>
                <a:cubicBezTo>
                  <a:pt x="702177" y="30080"/>
                  <a:pt x="709301" y="26962"/>
                  <a:pt x="717911" y="26962"/>
                </a:cubicBezTo>
                <a:cubicBezTo>
                  <a:pt x="725811" y="26962"/>
                  <a:pt x="732646" y="30247"/>
                  <a:pt x="738416" y="36815"/>
                </a:cubicBezTo>
                <a:lnTo>
                  <a:pt x="738416" y="1664"/>
                </a:lnTo>
                <a:lnTo>
                  <a:pt x="757123" y="1664"/>
                </a:lnTo>
                <a:lnTo>
                  <a:pt x="757123" y="99262"/>
                </a:lnTo>
                <a:moveTo>
                  <a:pt x="707193" y="62380"/>
                </a:moveTo>
                <a:cubicBezTo>
                  <a:pt x="707193" y="69925"/>
                  <a:pt x="708236" y="75384"/>
                  <a:pt x="710322" y="78757"/>
                </a:cubicBezTo>
                <a:cubicBezTo>
                  <a:pt x="713340" y="83639"/>
                  <a:pt x="717556" y="86080"/>
                  <a:pt x="722971" y="86080"/>
                </a:cubicBezTo>
                <a:cubicBezTo>
                  <a:pt x="727276" y="86080"/>
                  <a:pt x="730937" y="84249"/>
                  <a:pt x="733955" y="80588"/>
                </a:cubicBezTo>
                <a:cubicBezTo>
                  <a:pt x="736973" y="76926"/>
                  <a:pt x="738482" y="71456"/>
                  <a:pt x="738482" y="64177"/>
                </a:cubicBezTo>
                <a:cubicBezTo>
                  <a:pt x="738482" y="56055"/>
                  <a:pt x="737018" y="50208"/>
                  <a:pt x="734088" y="46635"/>
                </a:cubicBezTo>
                <a:cubicBezTo>
                  <a:pt x="731159" y="43062"/>
                  <a:pt x="727409" y="41276"/>
                  <a:pt x="722837" y="41276"/>
                </a:cubicBezTo>
                <a:cubicBezTo>
                  <a:pt x="718399" y="41276"/>
                  <a:pt x="714682" y="43040"/>
                  <a:pt x="711686" y="46568"/>
                </a:cubicBezTo>
                <a:cubicBezTo>
                  <a:pt x="708691" y="50097"/>
                  <a:pt x="707193" y="55367"/>
                  <a:pt x="707193" y="62380"/>
                </a:cubicBezTo>
                <a:close/>
                <a:moveTo>
                  <a:pt x="817565" y="76760"/>
                </a:moveTo>
                <a:lnTo>
                  <a:pt x="836206" y="79889"/>
                </a:lnTo>
                <a:cubicBezTo>
                  <a:pt x="833809" y="86724"/>
                  <a:pt x="830025" y="91927"/>
                  <a:pt x="824855" y="95500"/>
                </a:cubicBezTo>
                <a:cubicBezTo>
                  <a:pt x="819684" y="99073"/>
                  <a:pt x="813215" y="100859"/>
                  <a:pt x="805448" y="100859"/>
                </a:cubicBezTo>
                <a:cubicBezTo>
                  <a:pt x="793155" y="100859"/>
                  <a:pt x="784056" y="96843"/>
                  <a:pt x="778153" y="88810"/>
                </a:cubicBezTo>
                <a:cubicBezTo>
                  <a:pt x="773493" y="82374"/>
                  <a:pt x="771163" y="74252"/>
                  <a:pt x="771163" y="64443"/>
                </a:cubicBezTo>
                <a:cubicBezTo>
                  <a:pt x="771163" y="52726"/>
                  <a:pt x="774225" y="43550"/>
                  <a:pt x="780350" y="36915"/>
                </a:cubicBezTo>
                <a:cubicBezTo>
                  <a:pt x="786475" y="30280"/>
                  <a:pt x="794220" y="26962"/>
                  <a:pt x="803584" y="26962"/>
                </a:cubicBezTo>
                <a:cubicBezTo>
                  <a:pt x="814103" y="26962"/>
                  <a:pt x="822403" y="30435"/>
                  <a:pt x="828483" y="37381"/>
                </a:cubicBezTo>
                <a:cubicBezTo>
                  <a:pt x="834563" y="44327"/>
                  <a:pt x="837471" y="54968"/>
                  <a:pt x="837204" y="69303"/>
                </a:cubicBezTo>
                <a:lnTo>
                  <a:pt x="790336" y="69303"/>
                </a:lnTo>
                <a:cubicBezTo>
                  <a:pt x="790469" y="74851"/>
                  <a:pt x="791978" y="79167"/>
                  <a:pt x="794863" y="82252"/>
                </a:cubicBezTo>
                <a:cubicBezTo>
                  <a:pt x="797748" y="85337"/>
                  <a:pt x="801343" y="86879"/>
                  <a:pt x="805648" y="86879"/>
                </a:cubicBezTo>
                <a:cubicBezTo>
                  <a:pt x="808577" y="86879"/>
                  <a:pt x="811041" y="86080"/>
                  <a:pt x="813038" y="84482"/>
                </a:cubicBezTo>
                <a:cubicBezTo>
                  <a:pt x="815035" y="82884"/>
                  <a:pt x="816544" y="80310"/>
                  <a:pt x="817565" y="76760"/>
                </a:cubicBezTo>
                <a:moveTo>
                  <a:pt x="818630" y="57853"/>
                </a:moveTo>
                <a:cubicBezTo>
                  <a:pt x="818497" y="52438"/>
                  <a:pt x="817099" y="48322"/>
                  <a:pt x="814436" y="45503"/>
                </a:cubicBezTo>
                <a:cubicBezTo>
                  <a:pt x="811773" y="42685"/>
                  <a:pt x="808533" y="41276"/>
                  <a:pt x="804716" y="41276"/>
                </a:cubicBezTo>
                <a:cubicBezTo>
                  <a:pt x="800633" y="41276"/>
                  <a:pt x="797260" y="42763"/>
                  <a:pt x="794597" y="45736"/>
                </a:cubicBezTo>
                <a:cubicBezTo>
                  <a:pt x="791934" y="48710"/>
                  <a:pt x="790625" y="52749"/>
                  <a:pt x="790669" y="57853"/>
                </a:cubicBezTo>
                <a:lnTo>
                  <a:pt x="818630" y="57853"/>
                </a:lnTo>
                <a:close/>
                <a:moveTo>
                  <a:pt x="918035" y="99262"/>
                </a:moveTo>
                <a:lnTo>
                  <a:pt x="900659" y="99262"/>
                </a:lnTo>
                <a:lnTo>
                  <a:pt x="900659" y="88876"/>
                </a:lnTo>
                <a:cubicBezTo>
                  <a:pt x="897775" y="92915"/>
                  <a:pt x="894368" y="95922"/>
                  <a:pt x="890440" y="97897"/>
                </a:cubicBezTo>
                <a:cubicBezTo>
                  <a:pt x="886512" y="99872"/>
                  <a:pt x="882551" y="100859"/>
                  <a:pt x="878557" y="100859"/>
                </a:cubicBezTo>
                <a:cubicBezTo>
                  <a:pt x="870435" y="100859"/>
                  <a:pt x="863478" y="97586"/>
                  <a:pt x="857686" y="91040"/>
                </a:cubicBezTo>
                <a:cubicBezTo>
                  <a:pt x="851894" y="84493"/>
                  <a:pt x="848998" y="75362"/>
                  <a:pt x="848998" y="63645"/>
                </a:cubicBezTo>
                <a:cubicBezTo>
                  <a:pt x="848998" y="51661"/>
                  <a:pt x="851816" y="42552"/>
                  <a:pt x="857453" y="36316"/>
                </a:cubicBezTo>
                <a:cubicBezTo>
                  <a:pt x="863090" y="30080"/>
                  <a:pt x="870213" y="26962"/>
                  <a:pt x="878823" y="26962"/>
                </a:cubicBezTo>
                <a:cubicBezTo>
                  <a:pt x="886723" y="26962"/>
                  <a:pt x="893558" y="30247"/>
                  <a:pt x="899328" y="36815"/>
                </a:cubicBezTo>
                <a:lnTo>
                  <a:pt x="899328" y="1664"/>
                </a:lnTo>
                <a:lnTo>
                  <a:pt x="918035" y="1664"/>
                </a:lnTo>
                <a:lnTo>
                  <a:pt x="918035" y="99262"/>
                </a:lnTo>
                <a:moveTo>
                  <a:pt x="868105" y="62380"/>
                </a:moveTo>
                <a:cubicBezTo>
                  <a:pt x="868105" y="69925"/>
                  <a:pt x="869148" y="75384"/>
                  <a:pt x="871234" y="78757"/>
                </a:cubicBezTo>
                <a:cubicBezTo>
                  <a:pt x="874252" y="83639"/>
                  <a:pt x="878468" y="86080"/>
                  <a:pt x="883883" y="86080"/>
                </a:cubicBezTo>
                <a:cubicBezTo>
                  <a:pt x="888188" y="86080"/>
                  <a:pt x="891849" y="84249"/>
                  <a:pt x="894867" y="80588"/>
                </a:cubicBezTo>
                <a:cubicBezTo>
                  <a:pt x="897885" y="76926"/>
                  <a:pt x="899394" y="71456"/>
                  <a:pt x="899394" y="64177"/>
                </a:cubicBezTo>
                <a:cubicBezTo>
                  <a:pt x="899394" y="56055"/>
                  <a:pt x="897930" y="50208"/>
                  <a:pt x="895001" y="46635"/>
                </a:cubicBezTo>
                <a:cubicBezTo>
                  <a:pt x="892071" y="43062"/>
                  <a:pt x="888321" y="41276"/>
                  <a:pt x="883750" y="41276"/>
                </a:cubicBezTo>
                <a:cubicBezTo>
                  <a:pt x="879311" y="41276"/>
                  <a:pt x="875594" y="43040"/>
                  <a:pt x="872598" y="46568"/>
                </a:cubicBezTo>
                <a:cubicBezTo>
                  <a:pt x="869603" y="50097"/>
                  <a:pt x="868105" y="55367"/>
                  <a:pt x="868105" y="62380"/>
                </a:cubicBezTo>
                <a:close/>
                <a:moveTo>
                  <a:pt x="970114" y="67506"/>
                </a:moveTo>
                <a:lnTo>
                  <a:pt x="989288" y="65642"/>
                </a:lnTo>
                <a:cubicBezTo>
                  <a:pt x="990442" y="72077"/>
                  <a:pt x="992783" y="76804"/>
                  <a:pt x="996311" y="79822"/>
                </a:cubicBezTo>
                <a:cubicBezTo>
                  <a:pt x="999840" y="82840"/>
                  <a:pt x="1004600" y="84349"/>
                  <a:pt x="1010591" y="84349"/>
                </a:cubicBezTo>
                <a:cubicBezTo>
                  <a:pt x="1016938" y="84349"/>
                  <a:pt x="1021720" y="83007"/>
                  <a:pt x="1024938" y="80321"/>
                </a:cubicBezTo>
                <a:cubicBezTo>
                  <a:pt x="1028156" y="77636"/>
                  <a:pt x="1029765" y="74496"/>
                  <a:pt x="1029765" y="70901"/>
                </a:cubicBezTo>
                <a:cubicBezTo>
                  <a:pt x="1029765" y="68593"/>
                  <a:pt x="1029088" y="66629"/>
                  <a:pt x="1027734" y="65009"/>
                </a:cubicBezTo>
                <a:cubicBezTo>
                  <a:pt x="1026380" y="63389"/>
                  <a:pt x="1024017" y="61980"/>
                  <a:pt x="1020644" y="60782"/>
                </a:cubicBezTo>
                <a:cubicBezTo>
                  <a:pt x="1018336" y="59983"/>
                  <a:pt x="1013077" y="58563"/>
                  <a:pt x="1004866" y="56521"/>
                </a:cubicBezTo>
                <a:cubicBezTo>
                  <a:pt x="994303" y="53903"/>
                  <a:pt x="986891" y="50685"/>
                  <a:pt x="982630" y="46868"/>
                </a:cubicBezTo>
                <a:cubicBezTo>
                  <a:pt x="976639" y="41498"/>
                  <a:pt x="973643" y="34951"/>
                  <a:pt x="973643" y="27229"/>
                </a:cubicBezTo>
                <a:cubicBezTo>
                  <a:pt x="973643" y="22258"/>
                  <a:pt x="975052" y="17609"/>
                  <a:pt x="977870" y="13281"/>
                </a:cubicBezTo>
                <a:cubicBezTo>
                  <a:pt x="980688" y="8954"/>
                  <a:pt x="984749" y="5659"/>
                  <a:pt x="990053" y="3395"/>
                </a:cubicBezTo>
                <a:cubicBezTo>
                  <a:pt x="995357" y="1132"/>
                  <a:pt x="1001759" y="0"/>
                  <a:pt x="1009260" y="0"/>
                </a:cubicBezTo>
                <a:cubicBezTo>
                  <a:pt x="1021509" y="0"/>
                  <a:pt x="1030730" y="2685"/>
                  <a:pt x="1036921" y="8055"/>
                </a:cubicBezTo>
                <a:cubicBezTo>
                  <a:pt x="1043113" y="13426"/>
                  <a:pt x="1046364" y="20594"/>
                  <a:pt x="1046674" y="29559"/>
                </a:cubicBezTo>
                <a:lnTo>
                  <a:pt x="1026968" y="30424"/>
                </a:lnTo>
                <a:cubicBezTo>
                  <a:pt x="1026125" y="25409"/>
                  <a:pt x="1024317" y="21803"/>
                  <a:pt x="1021543" y="19606"/>
                </a:cubicBezTo>
                <a:cubicBezTo>
                  <a:pt x="1018769" y="17409"/>
                  <a:pt x="1014608" y="16311"/>
                  <a:pt x="1009060" y="16311"/>
                </a:cubicBezTo>
                <a:cubicBezTo>
                  <a:pt x="1003335" y="16311"/>
                  <a:pt x="998852" y="17487"/>
                  <a:pt x="995612" y="19839"/>
                </a:cubicBezTo>
                <a:cubicBezTo>
                  <a:pt x="993526" y="21348"/>
                  <a:pt x="992483" y="23367"/>
                  <a:pt x="992483" y="25897"/>
                </a:cubicBezTo>
                <a:cubicBezTo>
                  <a:pt x="992483" y="28205"/>
                  <a:pt x="993460" y="30180"/>
                  <a:pt x="995412" y="31822"/>
                </a:cubicBezTo>
                <a:cubicBezTo>
                  <a:pt x="997898" y="33908"/>
                  <a:pt x="1003934" y="36083"/>
                  <a:pt x="1013520" y="38347"/>
                </a:cubicBezTo>
                <a:cubicBezTo>
                  <a:pt x="1023107" y="40610"/>
                  <a:pt x="1030197" y="42951"/>
                  <a:pt x="1034791" y="45370"/>
                </a:cubicBezTo>
                <a:cubicBezTo>
                  <a:pt x="1039384" y="47789"/>
                  <a:pt x="1042979" y="51095"/>
                  <a:pt x="1045576" y="55290"/>
                </a:cubicBezTo>
                <a:cubicBezTo>
                  <a:pt x="1048172" y="59484"/>
                  <a:pt x="1049470" y="64665"/>
                  <a:pt x="1049470" y="70835"/>
                </a:cubicBezTo>
                <a:cubicBezTo>
                  <a:pt x="1049470" y="76427"/>
                  <a:pt x="1047917" y="81664"/>
                  <a:pt x="1044810" y="86546"/>
                </a:cubicBezTo>
                <a:cubicBezTo>
                  <a:pt x="1041703" y="91428"/>
                  <a:pt x="1037310" y="95056"/>
                  <a:pt x="1031629" y="97431"/>
                </a:cubicBezTo>
                <a:cubicBezTo>
                  <a:pt x="1025948" y="99805"/>
                  <a:pt x="1018869" y="100993"/>
                  <a:pt x="1010392" y="100993"/>
                </a:cubicBezTo>
                <a:cubicBezTo>
                  <a:pt x="998053" y="100993"/>
                  <a:pt x="988577" y="98141"/>
                  <a:pt x="981964" y="92438"/>
                </a:cubicBezTo>
                <a:cubicBezTo>
                  <a:pt x="975351" y="86735"/>
                  <a:pt x="971401" y="78424"/>
                  <a:pt x="970114" y="67506"/>
                </a:cubicBezTo>
                <a:close/>
                <a:moveTo>
                  <a:pt x="1108030" y="76760"/>
                </a:moveTo>
                <a:lnTo>
                  <a:pt x="1126671" y="79889"/>
                </a:lnTo>
                <a:cubicBezTo>
                  <a:pt x="1124274" y="86724"/>
                  <a:pt x="1120491" y="91927"/>
                  <a:pt x="1115320" y="95500"/>
                </a:cubicBezTo>
                <a:cubicBezTo>
                  <a:pt x="1110150" y="99073"/>
                  <a:pt x="1103681" y="100859"/>
                  <a:pt x="1095914" y="100859"/>
                </a:cubicBezTo>
                <a:cubicBezTo>
                  <a:pt x="1083620" y="100859"/>
                  <a:pt x="1074522" y="96843"/>
                  <a:pt x="1068619" y="88810"/>
                </a:cubicBezTo>
                <a:cubicBezTo>
                  <a:pt x="1063959" y="82374"/>
                  <a:pt x="1061628" y="74252"/>
                  <a:pt x="1061628" y="64443"/>
                </a:cubicBezTo>
                <a:cubicBezTo>
                  <a:pt x="1061628" y="52726"/>
                  <a:pt x="1064691" y="43550"/>
                  <a:pt x="1070816" y="36915"/>
                </a:cubicBezTo>
                <a:cubicBezTo>
                  <a:pt x="1076940" y="30280"/>
                  <a:pt x="1084685" y="26962"/>
                  <a:pt x="1094050" y="26962"/>
                </a:cubicBezTo>
                <a:cubicBezTo>
                  <a:pt x="1104569" y="26962"/>
                  <a:pt x="1112868" y="30435"/>
                  <a:pt x="1118949" y="37381"/>
                </a:cubicBezTo>
                <a:cubicBezTo>
                  <a:pt x="1125029" y="44327"/>
                  <a:pt x="1127936" y="54968"/>
                  <a:pt x="1127670" y="69303"/>
                </a:cubicBezTo>
                <a:lnTo>
                  <a:pt x="1080802" y="69303"/>
                </a:lnTo>
                <a:cubicBezTo>
                  <a:pt x="1080935" y="74851"/>
                  <a:pt x="1082444" y="79167"/>
                  <a:pt x="1085329" y="82252"/>
                </a:cubicBezTo>
                <a:cubicBezTo>
                  <a:pt x="1088214" y="85337"/>
                  <a:pt x="1091809" y="86879"/>
                  <a:pt x="1096114" y="86879"/>
                </a:cubicBezTo>
                <a:cubicBezTo>
                  <a:pt x="1099043" y="86879"/>
                  <a:pt x="1101506" y="86080"/>
                  <a:pt x="1103503" y="84482"/>
                </a:cubicBezTo>
                <a:cubicBezTo>
                  <a:pt x="1105501" y="82884"/>
                  <a:pt x="1107010" y="80310"/>
                  <a:pt x="1108030" y="76760"/>
                </a:cubicBezTo>
                <a:moveTo>
                  <a:pt x="1109096" y="57853"/>
                </a:moveTo>
                <a:cubicBezTo>
                  <a:pt x="1108962" y="52438"/>
                  <a:pt x="1107564" y="48322"/>
                  <a:pt x="1104901" y="45503"/>
                </a:cubicBezTo>
                <a:cubicBezTo>
                  <a:pt x="1102239" y="42685"/>
                  <a:pt x="1098999" y="41276"/>
                  <a:pt x="1095182" y="41276"/>
                </a:cubicBezTo>
                <a:cubicBezTo>
                  <a:pt x="1091098" y="41276"/>
                  <a:pt x="1087725" y="42763"/>
                  <a:pt x="1085062" y="45736"/>
                </a:cubicBezTo>
                <a:cubicBezTo>
                  <a:pt x="1082399" y="48710"/>
                  <a:pt x="1081090" y="52749"/>
                  <a:pt x="1081135" y="57853"/>
                </a:cubicBezTo>
                <a:lnTo>
                  <a:pt x="1109096" y="57853"/>
                </a:lnTo>
                <a:close/>
                <a:moveTo>
                  <a:pt x="1137067" y="79090"/>
                </a:moveTo>
                <a:lnTo>
                  <a:pt x="1155841" y="76227"/>
                </a:lnTo>
                <a:cubicBezTo>
                  <a:pt x="1156640" y="79866"/>
                  <a:pt x="1158260" y="82629"/>
                  <a:pt x="1160701" y="84516"/>
                </a:cubicBezTo>
                <a:cubicBezTo>
                  <a:pt x="1163142" y="86402"/>
                  <a:pt x="1166559" y="87345"/>
                  <a:pt x="1170953" y="87345"/>
                </a:cubicBezTo>
                <a:cubicBezTo>
                  <a:pt x="1175791" y="87345"/>
                  <a:pt x="1179430" y="86457"/>
                  <a:pt x="1181871" y="84682"/>
                </a:cubicBezTo>
                <a:cubicBezTo>
                  <a:pt x="1183513" y="83439"/>
                  <a:pt x="1184335" y="81775"/>
                  <a:pt x="1184335" y="79689"/>
                </a:cubicBezTo>
                <a:cubicBezTo>
                  <a:pt x="1184335" y="78269"/>
                  <a:pt x="1183891" y="77093"/>
                  <a:pt x="1183003" y="76160"/>
                </a:cubicBezTo>
                <a:cubicBezTo>
                  <a:pt x="1182071" y="75273"/>
                  <a:pt x="1179985" y="74452"/>
                  <a:pt x="1176745" y="73697"/>
                </a:cubicBezTo>
                <a:cubicBezTo>
                  <a:pt x="1161655" y="70369"/>
                  <a:pt x="1152091" y="67328"/>
                  <a:pt x="1148052" y="64577"/>
                </a:cubicBezTo>
                <a:cubicBezTo>
                  <a:pt x="1142460" y="60760"/>
                  <a:pt x="1139663" y="55456"/>
                  <a:pt x="1139663" y="48665"/>
                </a:cubicBezTo>
                <a:cubicBezTo>
                  <a:pt x="1139663" y="42541"/>
                  <a:pt x="1142082" y="37392"/>
                  <a:pt x="1146920" y="33220"/>
                </a:cubicBezTo>
                <a:cubicBezTo>
                  <a:pt x="1151758" y="29048"/>
                  <a:pt x="1159258" y="26962"/>
                  <a:pt x="1169422" y="26962"/>
                </a:cubicBezTo>
                <a:cubicBezTo>
                  <a:pt x="1179097" y="26962"/>
                  <a:pt x="1186287" y="28538"/>
                  <a:pt x="1190992" y="31689"/>
                </a:cubicBezTo>
                <a:cubicBezTo>
                  <a:pt x="1195696" y="34840"/>
                  <a:pt x="1198936" y="39500"/>
                  <a:pt x="1200712" y="45670"/>
                </a:cubicBezTo>
                <a:lnTo>
                  <a:pt x="1183070" y="48932"/>
                </a:lnTo>
                <a:cubicBezTo>
                  <a:pt x="1182315" y="46180"/>
                  <a:pt x="1180884" y="44072"/>
                  <a:pt x="1178776" y="42607"/>
                </a:cubicBezTo>
                <a:cubicBezTo>
                  <a:pt x="1176667" y="41143"/>
                  <a:pt x="1173661" y="40410"/>
                  <a:pt x="1169755" y="40410"/>
                </a:cubicBezTo>
                <a:cubicBezTo>
                  <a:pt x="1164828" y="40410"/>
                  <a:pt x="1161300" y="41098"/>
                  <a:pt x="1159170" y="42474"/>
                </a:cubicBezTo>
                <a:cubicBezTo>
                  <a:pt x="1157749" y="43451"/>
                  <a:pt x="1157039" y="44715"/>
                  <a:pt x="1157039" y="46269"/>
                </a:cubicBezTo>
                <a:cubicBezTo>
                  <a:pt x="1157039" y="47600"/>
                  <a:pt x="1157661" y="48732"/>
                  <a:pt x="1158903" y="49664"/>
                </a:cubicBezTo>
                <a:cubicBezTo>
                  <a:pt x="1160590" y="50907"/>
                  <a:pt x="1166415" y="52660"/>
                  <a:pt x="1176379" y="54923"/>
                </a:cubicBezTo>
                <a:cubicBezTo>
                  <a:pt x="1186343" y="57187"/>
                  <a:pt x="1193300" y="59961"/>
                  <a:pt x="1197250" y="63245"/>
                </a:cubicBezTo>
                <a:cubicBezTo>
                  <a:pt x="1201156" y="66574"/>
                  <a:pt x="1203108" y="71212"/>
                  <a:pt x="1203108" y="77159"/>
                </a:cubicBezTo>
                <a:cubicBezTo>
                  <a:pt x="1203108" y="83639"/>
                  <a:pt x="1200401" y="89209"/>
                  <a:pt x="1194986" y="93869"/>
                </a:cubicBezTo>
                <a:cubicBezTo>
                  <a:pt x="1189572" y="98529"/>
                  <a:pt x="1181561" y="100859"/>
                  <a:pt x="1170953" y="100859"/>
                </a:cubicBezTo>
                <a:cubicBezTo>
                  <a:pt x="1161322" y="100859"/>
                  <a:pt x="1153699" y="98907"/>
                  <a:pt x="1148085" y="95001"/>
                </a:cubicBezTo>
                <a:cubicBezTo>
                  <a:pt x="1142471" y="91095"/>
                  <a:pt x="1138798" y="85792"/>
                  <a:pt x="1137067" y="79090"/>
                </a:cubicBezTo>
                <a:close/>
                <a:moveTo>
                  <a:pt x="1213638" y="79090"/>
                </a:moveTo>
                <a:lnTo>
                  <a:pt x="1232411" y="76227"/>
                </a:lnTo>
                <a:cubicBezTo>
                  <a:pt x="1233210" y="79866"/>
                  <a:pt x="1234830" y="82629"/>
                  <a:pt x="1237271" y="84516"/>
                </a:cubicBezTo>
                <a:cubicBezTo>
                  <a:pt x="1239712" y="86402"/>
                  <a:pt x="1243130" y="87345"/>
                  <a:pt x="1247524" y="87345"/>
                </a:cubicBezTo>
                <a:cubicBezTo>
                  <a:pt x="1252361" y="87345"/>
                  <a:pt x="1256001" y="86457"/>
                  <a:pt x="1258442" y="84682"/>
                </a:cubicBezTo>
                <a:cubicBezTo>
                  <a:pt x="1260084" y="83439"/>
                  <a:pt x="1260905" y="81775"/>
                  <a:pt x="1260905" y="79689"/>
                </a:cubicBezTo>
                <a:cubicBezTo>
                  <a:pt x="1260905" y="78269"/>
                  <a:pt x="1260461" y="77093"/>
                  <a:pt x="1259574" y="76160"/>
                </a:cubicBezTo>
                <a:cubicBezTo>
                  <a:pt x="1258641" y="75273"/>
                  <a:pt x="1256556" y="74452"/>
                  <a:pt x="1253316" y="73697"/>
                </a:cubicBezTo>
                <a:cubicBezTo>
                  <a:pt x="1238225" y="70369"/>
                  <a:pt x="1228661" y="67328"/>
                  <a:pt x="1224622" y="64577"/>
                </a:cubicBezTo>
                <a:cubicBezTo>
                  <a:pt x="1219030" y="60760"/>
                  <a:pt x="1216234" y="55456"/>
                  <a:pt x="1216234" y="48665"/>
                </a:cubicBezTo>
                <a:cubicBezTo>
                  <a:pt x="1216234" y="42541"/>
                  <a:pt x="1218653" y="37392"/>
                  <a:pt x="1223490" y="33220"/>
                </a:cubicBezTo>
                <a:cubicBezTo>
                  <a:pt x="1228328" y="29048"/>
                  <a:pt x="1235829" y="26962"/>
                  <a:pt x="1245992" y="26962"/>
                </a:cubicBezTo>
                <a:cubicBezTo>
                  <a:pt x="1255668" y="26962"/>
                  <a:pt x="1262858" y="28538"/>
                  <a:pt x="1267562" y="31689"/>
                </a:cubicBezTo>
                <a:cubicBezTo>
                  <a:pt x="1272267" y="34840"/>
                  <a:pt x="1275507" y="39500"/>
                  <a:pt x="1277282" y="45670"/>
                </a:cubicBezTo>
                <a:lnTo>
                  <a:pt x="1259640" y="48932"/>
                </a:lnTo>
                <a:cubicBezTo>
                  <a:pt x="1258886" y="46180"/>
                  <a:pt x="1257454" y="44072"/>
                  <a:pt x="1255346" y="42607"/>
                </a:cubicBezTo>
                <a:cubicBezTo>
                  <a:pt x="1253238" y="41143"/>
                  <a:pt x="1250231" y="40410"/>
                  <a:pt x="1246325" y="40410"/>
                </a:cubicBezTo>
                <a:cubicBezTo>
                  <a:pt x="1241399" y="40410"/>
                  <a:pt x="1237870" y="41098"/>
                  <a:pt x="1235740" y="42474"/>
                </a:cubicBezTo>
                <a:cubicBezTo>
                  <a:pt x="1234320" y="43451"/>
                  <a:pt x="1233610" y="44715"/>
                  <a:pt x="1233610" y="46269"/>
                </a:cubicBezTo>
                <a:cubicBezTo>
                  <a:pt x="1233610" y="47600"/>
                  <a:pt x="1234231" y="48732"/>
                  <a:pt x="1235474" y="49664"/>
                </a:cubicBezTo>
                <a:cubicBezTo>
                  <a:pt x="1237160" y="50907"/>
                  <a:pt x="1242986" y="52660"/>
                  <a:pt x="1252949" y="54923"/>
                </a:cubicBezTo>
                <a:cubicBezTo>
                  <a:pt x="1262913" y="57187"/>
                  <a:pt x="1269870" y="59961"/>
                  <a:pt x="1273820" y="63245"/>
                </a:cubicBezTo>
                <a:cubicBezTo>
                  <a:pt x="1277726" y="66574"/>
                  <a:pt x="1279679" y="71212"/>
                  <a:pt x="1279679" y="77159"/>
                </a:cubicBezTo>
                <a:cubicBezTo>
                  <a:pt x="1279679" y="83639"/>
                  <a:pt x="1276971" y="89209"/>
                  <a:pt x="1271557" y="93869"/>
                </a:cubicBezTo>
                <a:cubicBezTo>
                  <a:pt x="1266142" y="98529"/>
                  <a:pt x="1258131" y="100859"/>
                  <a:pt x="1247524" y="100859"/>
                </a:cubicBezTo>
                <a:cubicBezTo>
                  <a:pt x="1237893" y="100859"/>
                  <a:pt x="1230270" y="98907"/>
                  <a:pt x="1224656" y="95001"/>
                </a:cubicBezTo>
                <a:cubicBezTo>
                  <a:pt x="1219041" y="91095"/>
                  <a:pt x="1215368" y="85792"/>
                  <a:pt x="1213638" y="79090"/>
                </a:cubicBezTo>
                <a:close/>
                <a:moveTo>
                  <a:pt x="1296799" y="18974"/>
                </a:moveTo>
                <a:lnTo>
                  <a:pt x="1296799" y="1664"/>
                </a:lnTo>
                <a:lnTo>
                  <a:pt x="1315506" y="1664"/>
                </a:lnTo>
                <a:lnTo>
                  <a:pt x="1315506" y="18974"/>
                </a:lnTo>
                <a:lnTo>
                  <a:pt x="1296799" y="18974"/>
                </a:lnTo>
                <a:moveTo>
                  <a:pt x="1296799" y="99262"/>
                </a:moveTo>
                <a:lnTo>
                  <a:pt x="1296799" y="28560"/>
                </a:lnTo>
                <a:lnTo>
                  <a:pt x="1315506" y="28560"/>
                </a:lnTo>
                <a:lnTo>
                  <a:pt x="1315506" y="99262"/>
                </a:lnTo>
                <a:lnTo>
                  <a:pt x="1296799" y="99262"/>
                </a:lnTo>
                <a:close/>
                <a:moveTo>
                  <a:pt x="1329911" y="62912"/>
                </a:moveTo>
                <a:cubicBezTo>
                  <a:pt x="1329911" y="56699"/>
                  <a:pt x="1331443" y="50685"/>
                  <a:pt x="1334505" y="44871"/>
                </a:cubicBezTo>
                <a:cubicBezTo>
                  <a:pt x="1337567" y="39057"/>
                  <a:pt x="1341906" y="34618"/>
                  <a:pt x="1347520" y="31556"/>
                </a:cubicBezTo>
                <a:cubicBezTo>
                  <a:pt x="1353134" y="28494"/>
                  <a:pt x="1359404" y="26962"/>
                  <a:pt x="1366327" y="26962"/>
                </a:cubicBezTo>
                <a:cubicBezTo>
                  <a:pt x="1377023" y="26962"/>
                  <a:pt x="1385789" y="30435"/>
                  <a:pt x="1392624" y="37381"/>
                </a:cubicBezTo>
                <a:cubicBezTo>
                  <a:pt x="1399459" y="44327"/>
                  <a:pt x="1402876" y="53104"/>
                  <a:pt x="1402876" y="63711"/>
                </a:cubicBezTo>
                <a:cubicBezTo>
                  <a:pt x="1402876" y="74407"/>
                  <a:pt x="1399426" y="83273"/>
                  <a:pt x="1392524" y="90307"/>
                </a:cubicBezTo>
                <a:cubicBezTo>
                  <a:pt x="1385623" y="97342"/>
                  <a:pt x="1376935" y="100859"/>
                  <a:pt x="1366460" y="100859"/>
                </a:cubicBezTo>
                <a:cubicBezTo>
                  <a:pt x="1359981" y="100859"/>
                  <a:pt x="1353800" y="99395"/>
                  <a:pt x="1347920" y="96466"/>
                </a:cubicBezTo>
                <a:cubicBezTo>
                  <a:pt x="1342039" y="93536"/>
                  <a:pt x="1337567" y="89242"/>
                  <a:pt x="1334505" y="83583"/>
                </a:cubicBezTo>
                <a:cubicBezTo>
                  <a:pt x="1331443" y="77925"/>
                  <a:pt x="1329911" y="71034"/>
                  <a:pt x="1329911" y="62912"/>
                </a:cubicBezTo>
                <a:moveTo>
                  <a:pt x="1349085" y="63911"/>
                </a:moveTo>
                <a:cubicBezTo>
                  <a:pt x="1349085" y="70923"/>
                  <a:pt x="1350749" y="76294"/>
                  <a:pt x="1354078" y="80022"/>
                </a:cubicBezTo>
                <a:cubicBezTo>
                  <a:pt x="1357406" y="83750"/>
                  <a:pt x="1361512" y="85614"/>
                  <a:pt x="1366394" y="85614"/>
                </a:cubicBezTo>
                <a:cubicBezTo>
                  <a:pt x="1371276" y="85614"/>
                  <a:pt x="1375370" y="83750"/>
                  <a:pt x="1378677" y="80022"/>
                </a:cubicBezTo>
                <a:cubicBezTo>
                  <a:pt x="1381983" y="76294"/>
                  <a:pt x="1383636" y="70879"/>
                  <a:pt x="1383636" y="63778"/>
                </a:cubicBezTo>
                <a:cubicBezTo>
                  <a:pt x="1383636" y="56854"/>
                  <a:pt x="1381983" y="51528"/>
                  <a:pt x="1378677" y="47800"/>
                </a:cubicBezTo>
                <a:cubicBezTo>
                  <a:pt x="1375370" y="44072"/>
                  <a:pt x="1371276" y="42208"/>
                  <a:pt x="1366394" y="42208"/>
                </a:cubicBezTo>
                <a:cubicBezTo>
                  <a:pt x="1361512" y="42208"/>
                  <a:pt x="1357406" y="44072"/>
                  <a:pt x="1354078" y="47800"/>
                </a:cubicBezTo>
                <a:cubicBezTo>
                  <a:pt x="1350749" y="51528"/>
                  <a:pt x="1349085" y="56898"/>
                  <a:pt x="1349085" y="63911"/>
                </a:cubicBezTo>
                <a:close/>
                <a:moveTo>
                  <a:pt x="1482891" y="99262"/>
                </a:moveTo>
                <a:lnTo>
                  <a:pt x="1464184" y="99262"/>
                </a:lnTo>
                <a:lnTo>
                  <a:pt x="1464184" y="63179"/>
                </a:lnTo>
                <a:cubicBezTo>
                  <a:pt x="1464184" y="55545"/>
                  <a:pt x="1463784" y="50607"/>
                  <a:pt x="1462985" y="48366"/>
                </a:cubicBezTo>
                <a:cubicBezTo>
                  <a:pt x="1462186" y="46125"/>
                  <a:pt x="1460888" y="44383"/>
                  <a:pt x="1459091" y="43140"/>
                </a:cubicBezTo>
                <a:cubicBezTo>
                  <a:pt x="1457293" y="41897"/>
                  <a:pt x="1455130" y="41276"/>
                  <a:pt x="1452600" y="41276"/>
                </a:cubicBezTo>
                <a:cubicBezTo>
                  <a:pt x="1449360" y="41276"/>
                  <a:pt x="1446453" y="42163"/>
                  <a:pt x="1443879" y="43939"/>
                </a:cubicBezTo>
                <a:cubicBezTo>
                  <a:pt x="1441304" y="45714"/>
                  <a:pt x="1439540" y="48066"/>
                  <a:pt x="1438586" y="50996"/>
                </a:cubicBezTo>
                <a:cubicBezTo>
                  <a:pt x="1437632" y="53925"/>
                  <a:pt x="1437155" y="59340"/>
                  <a:pt x="1437155" y="67240"/>
                </a:cubicBezTo>
                <a:lnTo>
                  <a:pt x="1437155" y="99262"/>
                </a:lnTo>
                <a:lnTo>
                  <a:pt x="1418447" y="99262"/>
                </a:lnTo>
                <a:lnTo>
                  <a:pt x="1418447" y="28560"/>
                </a:lnTo>
                <a:lnTo>
                  <a:pt x="1435823" y="28560"/>
                </a:lnTo>
                <a:lnTo>
                  <a:pt x="1435823" y="38946"/>
                </a:lnTo>
                <a:cubicBezTo>
                  <a:pt x="1441992" y="30957"/>
                  <a:pt x="1449759" y="26962"/>
                  <a:pt x="1459124" y="26962"/>
                </a:cubicBezTo>
                <a:cubicBezTo>
                  <a:pt x="1463252" y="26962"/>
                  <a:pt x="1467024" y="27706"/>
                  <a:pt x="1470442" y="29193"/>
                </a:cubicBezTo>
                <a:cubicBezTo>
                  <a:pt x="1473859" y="30679"/>
                  <a:pt x="1476444" y="32577"/>
                  <a:pt x="1478197" y="34885"/>
                </a:cubicBezTo>
                <a:cubicBezTo>
                  <a:pt x="1479951" y="37193"/>
                  <a:pt x="1481171" y="39811"/>
                  <a:pt x="1481859" y="42740"/>
                </a:cubicBezTo>
                <a:cubicBezTo>
                  <a:pt x="1482547" y="45670"/>
                  <a:pt x="1482891" y="49864"/>
                  <a:pt x="1482891" y="55323"/>
                </a:cubicBezTo>
                <a:lnTo>
                  <a:pt x="1482891" y="99262"/>
                </a:lnTo>
                <a:close/>
                <a:moveTo>
                  <a:pt x="1562671" y="99262"/>
                </a:moveTo>
                <a:lnTo>
                  <a:pt x="1562671" y="18175"/>
                </a:lnTo>
                <a:lnTo>
                  <a:pt x="1533711" y="18175"/>
                </a:lnTo>
                <a:lnTo>
                  <a:pt x="1533711" y="1664"/>
                </a:lnTo>
                <a:lnTo>
                  <a:pt x="1611270" y="1664"/>
                </a:lnTo>
                <a:lnTo>
                  <a:pt x="1611270" y="18175"/>
                </a:lnTo>
                <a:lnTo>
                  <a:pt x="1582377" y="18175"/>
                </a:lnTo>
                <a:lnTo>
                  <a:pt x="1582377" y="99262"/>
                </a:lnTo>
                <a:lnTo>
                  <a:pt x="1562671" y="99262"/>
                </a:lnTo>
                <a:close/>
                <a:moveTo>
                  <a:pt x="1638918" y="50130"/>
                </a:moveTo>
                <a:lnTo>
                  <a:pt x="1621941" y="47068"/>
                </a:lnTo>
                <a:cubicBezTo>
                  <a:pt x="1623850" y="40233"/>
                  <a:pt x="1627134" y="35173"/>
                  <a:pt x="1631794" y="31889"/>
                </a:cubicBezTo>
                <a:cubicBezTo>
                  <a:pt x="1636455" y="28605"/>
                  <a:pt x="1643378" y="26962"/>
                  <a:pt x="1652565" y="26962"/>
                </a:cubicBezTo>
                <a:cubicBezTo>
                  <a:pt x="1660909" y="26962"/>
                  <a:pt x="1667123" y="27950"/>
                  <a:pt x="1671206" y="29925"/>
                </a:cubicBezTo>
                <a:cubicBezTo>
                  <a:pt x="1675289" y="31900"/>
                  <a:pt x="1678163" y="34408"/>
                  <a:pt x="1679827" y="37448"/>
                </a:cubicBezTo>
                <a:cubicBezTo>
                  <a:pt x="1681492" y="40488"/>
                  <a:pt x="1682324" y="46069"/>
                  <a:pt x="1682324" y="54191"/>
                </a:cubicBezTo>
                <a:lnTo>
                  <a:pt x="1682124" y="76027"/>
                </a:lnTo>
                <a:cubicBezTo>
                  <a:pt x="1682124" y="82241"/>
                  <a:pt x="1682424" y="86823"/>
                  <a:pt x="1683023" y="89775"/>
                </a:cubicBezTo>
                <a:cubicBezTo>
                  <a:pt x="1683622" y="92726"/>
                  <a:pt x="1684743" y="95889"/>
                  <a:pt x="1686385" y="99262"/>
                </a:cubicBezTo>
                <a:lnTo>
                  <a:pt x="1667877" y="99262"/>
                </a:lnTo>
                <a:cubicBezTo>
                  <a:pt x="1667389" y="98019"/>
                  <a:pt x="1666790" y="96177"/>
                  <a:pt x="1666080" y="93736"/>
                </a:cubicBezTo>
                <a:cubicBezTo>
                  <a:pt x="1665769" y="92626"/>
                  <a:pt x="1665547" y="91894"/>
                  <a:pt x="1665414" y="91539"/>
                </a:cubicBezTo>
                <a:cubicBezTo>
                  <a:pt x="1662219" y="94646"/>
                  <a:pt x="1658801" y="96976"/>
                  <a:pt x="1655162" y="98529"/>
                </a:cubicBezTo>
                <a:cubicBezTo>
                  <a:pt x="1651522" y="100083"/>
                  <a:pt x="1647639" y="100859"/>
                  <a:pt x="1643511" y="100859"/>
                </a:cubicBezTo>
                <a:cubicBezTo>
                  <a:pt x="1636233" y="100859"/>
                  <a:pt x="1630496" y="98884"/>
                  <a:pt x="1626302" y="94934"/>
                </a:cubicBezTo>
                <a:cubicBezTo>
                  <a:pt x="1622108" y="90984"/>
                  <a:pt x="1620011" y="85991"/>
                  <a:pt x="1620011" y="79955"/>
                </a:cubicBezTo>
                <a:cubicBezTo>
                  <a:pt x="1620011" y="75961"/>
                  <a:pt x="1620965" y="72399"/>
                  <a:pt x="1622873" y="69270"/>
                </a:cubicBezTo>
                <a:cubicBezTo>
                  <a:pt x="1624782" y="66141"/>
                  <a:pt x="1627456" y="63744"/>
                  <a:pt x="1630896" y="62080"/>
                </a:cubicBezTo>
                <a:cubicBezTo>
                  <a:pt x="1634335" y="60416"/>
                  <a:pt x="1639295" y="58962"/>
                  <a:pt x="1645775" y="57720"/>
                </a:cubicBezTo>
                <a:cubicBezTo>
                  <a:pt x="1654518" y="56077"/>
                  <a:pt x="1660576" y="54546"/>
                  <a:pt x="1663950" y="53126"/>
                </a:cubicBezTo>
                <a:lnTo>
                  <a:pt x="1663950" y="51262"/>
                </a:lnTo>
                <a:cubicBezTo>
                  <a:pt x="1663950" y="47667"/>
                  <a:pt x="1663062" y="45104"/>
                  <a:pt x="1661287" y="43573"/>
                </a:cubicBezTo>
                <a:cubicBezTo>
                  <a:pt x="1659511" y="42041"/>
                  <a:pt x="1656160" y="41276"/>
                  <a:pt x="1651234" y="41276"/>
                </a:cubicBezTo>
                <a:cubicBezTo>
                  <a:pt x="1647905" y="41276"/>
                  <a:pt x="1645309" y="41930"/>
                  <a:pt x="1643445" y="43240"/>
                </a:cubicBezTo>
                <a:cubicBezTo>
                  <a:pt x="1641581" y="44549"/>
                  <a:pt x="1640072" y="46846"/>
                  <a:pt x="1638918" y="50130"/>
                </a:cubicBezTo>
                <a:moveTo>
                  <a:pt x="1663950" y="65309"/>
                </a:moveTo>
                <a:cubicBezTo>
                  <a:pt x="1661553" y="66108"/>
                  <a:pt x="1657758" y="67062"/>
                  <a:pt x="1652565" y="68172"/>
                </a:cubicBezTo>
                <a:cubicBezTo>
                  <a:pt x="1647373" y="69281"/>
                  <a:pt x="1643977" y="70369"/>
                  <a:pt x="1642380" y="71434"/>
                </a:cubicBezTo>
                <a:cubicBezTo>
                  <a:pt x="1639939" y="73165"/>
                  <a:pt x="1638718" y="75362"/>
                  <a:pt x="1638718" y="78025"/>
                </a:cubicBezTo>
                <a:cubicBezTo>
                  <a:pt x="1638718" y="80643"/>
                  <a:pt x="1639694" y="82907"/>
                  <a:pt x="1641647" y="84815"/>
                </a:cubicBezTo>
                <a:cubicBezTo>
                  <a:pt x="1643600" y="86724"/>
                  <a:pt x="1646086" y="87678"/>
                  <a:pt x="1649104" y="87678"/>
                </a:cubicBezTo>
                <a:cubicBezTo>
                  <a:pt x="1652477" y="87678"/>
                  <a:pt x="1655694" y="86568"/>
                  <a:pt x="1658757" y="84349"/>
                </a:cubicBezTo>
                <a:cubicBezTo>
                  <a:pt x="1661020" y="82663"/>
                  <a:pt x="1662507" y="80599"/>
                  <a:pt x="1663217" y="78158"/>
                </a:cubicBezTo>
                <a:cubicBezTo>
                  <a:pt x="1663705" y="76560"/>
                  <a:pt x="1663950" y="73520"/>
                  <a:pt x="1663950" y="69037"/>
                </a:cubicBezTo>
                <a:lnTo>
                  <a:pt x="1663950" y="65309"/>
                </a:lnTo>
                <a:close/>
                <a:moveTo>
                  <a:pt x="1700736" y="99262"/>
                </a:moveTo>
                <a:lnTo>
                  <a:pt x="1700736" y="1664"/>
                </a:lnTo>
                <a:lnTo>
                  <a:pt x="1719443" y="1664"/>
                </a:lnTo>
                <a:lnTo>
                  <a:pt x="1719443" y="36815"/>
                </a:lnTo>
                <a:cubicBezTo>
                  <a:pt x="1725213" y="30247"/>
                  <a:pt x="1732048" y="26962"/>
                  <a:pt x="1739948" y="26962"/>
                </a:cubicBezTo>
                <a:cubicBezTo>
                  <a:pt x="1748558" y="26962"/>
                  <a:pt x="1755682" y="30080"/>
                  <a:pt x="1761318" y="36316"/>
                </a:cubicBezTo>
                <a:cubicBezTo>
                  <a:pt x="1766955" y="42552"/>
                  <a:pt x="1769773" y="51506"/>
                  <a:pt x="1769773" y="63179"/>
                </a:cubicBezTo>
                <a:cubicBezTo>
                  <a:pt x="1769773" y="75251"/>
                  <a:pt x="1766899" y="84549"/>
                  <a:pt x="1761152" y="91073"/>
                </a:cubicBezTo>
                <a:cubicBezTo>
                  <a:pt x="1755404" y="97597"/>
                  <a:pt x="1748425" y="100859"/>
                  <a:pt x="1740214" y="100859"/>
                </a:cubicBezTo>
                <a:cubicBezTo>
                  <a:pt x="1736175" y="100859"/>
                  <a:pt x="1732192" y="99850"/>
                  <a:pt x="1728264" y="97830"/>
                </a:cubicBezTo>
                <a:cubicBezTo>
                  <a:pt x="1724336" y="95811"/>
                  <a:pt x="1720952" y="92826"/>
                  <a:pt x="1718112" y="88876"/>
                </a:cubicBezTo>
                <a:lnTo>
                  <a:pt x="1718112" y="99262"/>
                </a:lnTo>
                <a:lnTo>
                  <a:pt x="1700736" y="99262"/>
                </a:lnTo>
                <a:moveTo>
                  <a:pt x="1719310" y="62380"/>
                </a:moveTo>
                <a:cubicBezTo>
                  <a:pt x="1719310" y="69703"/>
                  <a:pt x="1720464" y="75118"/>
                  <a:pt x="1722772" y="78624"/>
                </a:cubicBezTo>
                <a:cubicBezTo>
                  <a:pt x="1726012" y="83595"/>
                  <a:pt x="1730317" y="86080"/>
                  <a:pt x="1735687" y="86080"/>
                </a:cubicBezTo>
                <a:cubicBezTo>
                  <a:pt x="1739815" y="86080"/>
                  <a:pt x="1743332" y="84316"/>
                  <a:pt x="1746239" y="80787"/>
                </a:cubicBezTo>
                <a:cubicBezTo>
                  <a:pt x="1749146" y="77259"/>
                  <a:pt x="1750600" y="71700"/>
                  <a:pt x="1750600" y="64111"/>
                </a:cubicBezTo>
                <a:cubicBezTo>
                  <a:pt x="1750600" y="56033"/>
                  <a:pt x="1749135" y="50208"/>
                  <a:pt x="1746206" y="46635"/>
                </a:cubicBezTo>
                <a:cubicBezTo>
                  <a:pt x="1743277" y="43062"/>
                  <a:pt x="1739526" y="41276"/>
                  <a:pt x="1734955" y="41276"/>
                </a:cubicBezTo>
                <a:cubicBezTo>
                  <a:pt x="1730472" y="41276"/>
                  <a:pt x="1726744" y="43018"/>
                  <a:pt x="1723770" y="46502"/>
                </a:cubicBezTo>
                <a:cubicBezTo>
                  <a:pt x="1720797" y="49986"/>
                  <a:pt x="1719310" y="55278"/>
                  <a:pt x="1719310" y="62380"/>
                </a:cubicBezTo>
                <a:close/>
                <a:moveTo>
                  <a:pt x="1785904" y="99262"/>
                </a:moveTo>
                <a:lnTo>
                  <a:pt x="1785904" y="1664"/>
                </a:lnTo>
                <a:lnTo>
                  <a:pt x="1804611" y="1664"/>
                </a:lnTo>
                <a:lnTo>
                  <a:pt x="1804611" y="99262"/>
                </a:lnTo>
                <a:lnTo>
                  <a:pt x="1785904" y="99262"/>
                </a:lnTo>
                <a:close/>
                <a:moveTo>
                  <a:pt x="1864314" y="76760"/>
                </a:moveTo>
                <a:lnTo>
                  <a:pt x="1882955" y="79889"/>
                </a:lnTo>
                <a:cubicBezTo>
                  <a:pt x="1880558" y="86724"/>
                  <a:pt x="1876775" y="91927"/>
                  <a:pt x="1871604" y="95500"/>
                </a:cubicBezTo>
                <a:cubicBezTo>
                  <a:pt x="1866434" y="99073"/>
                  <a:pt x="1859965" y="100859"/>
                  <a:pt x="1852198" y="100859"/>
                </a:cubicBezTo>
                <a:cubicBezTo>
                  <a:pt x="1839904" y="100859"/>
                  <a:pt x="1830806" y="96843"/>
                  <a:pt x="1824903" y="88810"/>
                </a:cubicBezTo>
                <a:cubicBezTo>
                  <a:pt x="1820242" y="82374"/>
                  <a:pt x="1817912" y="74252"/>
                  <a:pt x="1817912" y="64443"/>
                </a:cubicBezTo>
                <a:cubicBezTo>
                  <a:pt x="1817912" y="52726"/>
                  <a:pt x="1820975" y="43550"/>
                  <a:pt x="1827100" y="36915"/>
                </a:cubicBezTo>
                <a:cubicBezTo>
                  <a:pt x="1833224" y="30280"/>
                  <a:pt x="1840969" y="26962"/>
                  <a:pt x="1850334" y="26962"/>
                </a:cubicBezTo>
                <a:cubicBezTo>
                  <a:pt x="1860853" y="26962"/>
                  <a:pt x="1869152" y="30435"/>
                  <a:pt x="1875233" y="37381"/>
                </a:cubicBezTo>
                <a:cubicBezTo>
                  <a:pt x="1881313" y="44327"/>
                  <a:pt x="1884220" y="54968"/>
                  <a:pt x="1883954" y="69303"/>
                </a:cubicBezTo>
                <a:lnTo>
                  <a:pt x="1837086" y="69303"/>
                </a:lnTo>
                <a:cubicBezTo>
                  <a:pt x="1837219" y="74851"/>
                  <a:pt x="1838728" y="79167"/>
                  <a:pt x="1841613" y="82252"/>
                </a:cubicBezTo>
                <a:cubicBezTo>
                  <a:pt x="1844498" y="85337"/>
                  <a:pt x="1848093" y="86879"/>
                  <a:pt x="1852398" y="86879"/>
                </a:cubicBezTo>
                <a:cubicBezTo>
                  <a:pt x="1855327" y="86879"/>
                  <a:pt x="1857790" y="86080"/>
                  <a:pt x="1859787" y="84482"/>
                </a:cubicBezTo>
                <a:cubicBezTo>
                  <a:pt x="1861785" y="82884"/>
                  <a:pt x="1863294" y="80310"/>
                  <a:pt x="1864314" y="76760"/>
                </a:cubicBezTo>
                <a:moveTo>
                  <a:pt x="1865380" y="57853"/>
                </a:moveTo>
                <a:cubicBezTo>
                  <a:pt x="1865246" y="52438"/>
                  <a:pt x="1863848" y="48322"/>
                  <a:pt x="1861185" y="45503"/>
                </a:cubicBezTo>
                <a:cubicBezTo>
                  <a:pt x="1858522" y="42685"/>
                  <a:pt x="1855283" y="41276"/>
                  <a:pt x="1851466" y="41276"/>
                </a:cubicBezTo>
                <a:cubicBezTo>
                  <a:pt x="1847382" y="41276"/>
                  <a:pt x="1844009" y="42763"/>
                  <a:pt x="1841346" y="45736"/>
                </a:cubicBezTo>
                <a:cubicBezTo>
                  <a:pt x="1838683" y="48710"/>
                  <a:pt x="1837374" y="52749"/>
                  <a:pt x="1837419" y="57853"/>
                </a:cubicBezTo>
                <a:lnTo>
                  <a:pt x="1865380" y="57853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AggregatedUsageTable">
            <a:extLst xmlns:a="http://schemas.openxmlformats.org/drawingml/2006/main">
              <a:ext uri="{FF2B5EF4-FFF2-40B4-BE49-F238E27FC236}">
                <a16:creationId xmlns:a16="http://schemas.microsoft.com/office/drawing/2014/main" id="{C97D980B-55B0-4A1A-BBB8-3BC1B4A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20" y="1375689"/>
            <a:ext cx="1607401" cy="126291"/>
          </a:xfrm>
          <a:custGeom xmlns:a="http://schemas.openxmlformats.org/drawingml/2006/main">
            <a:pathLst>
              <a:path w="1607401" h="126291">
                <a:moveTo>
                  <a:pt x="97930" y="97597"/>
                </a:moveTo>
                <a:lnTo>
                  <a:pt x="76493" y="97597"/>
                </a:lnTo>
                <a:lnTo>
                  <a:pt x="67972" y="75428"/>
                </a:lnTo>
                <a:lnTo>
                  <a:pt x="28960" y="75428"/>
                </a:lnTo>
                <a:lnTo>
                  <a:pt x="20904" y="97597"/>
                </a:lnTo>
                <a:lnTo>
                  <a:pt x="0" y="97597"/>
                </a:lnTo>
                <a:lnTo>
                  <a:pt x="38014" y="0"/>
                </a:lnTo>
                <a:lnTo>
                  <a:pt x="58851" y="0"/>
                </a:lnTo>
                <a:lnTo>
                  <a:pt x="97930" y="97597"/>
                </a:lnTo>
                <a:moveTo>
                  <a:pt x="61647" y="58984"/>
                </a:moveTo>
                <a:lnTo>
                  <a:pt x="48199" y="22768"/>
                </a:lnTo>
                <a:lnTo>
                  <a:pt x="35018" y="58984"/>
                </a:lnTo>
                <a:lnTo>
                  <a:pt x="61647" y="58984"/>
                </a:lnTo>
                <a:close/>
                <a:moveTo>
                  <a:pt x="108036" y="102257"/>
                </a:moveTo>
                <a:lnTo>
                  <a:pt x="129406" y="104854"/>
                </a:lnTo>
                <a:cubicBezTo>
                  <a:pt x="129761" y="107339"/>
                  <a:pt x="130582" y="109048"/>
                  <a:pt x="131869" y="109980"/>
                </a:cubicBezTo>
                <a:cubicBezTo>
                  <a:pt x="133645" y="111311"/>
                  <a:pt x="136441" y="111977"/>
                  <a:pt x="140258" y="111977"/>
                </a:cubicBezTo>
                <a:cubicBezTo>
                  <a:pt x="145140" y="111977"/>
                  <a:pt x="148801" y="111245"/>
                  <a:pt x="151242" y="109780"/>
                </a:cubicBezTo>
                <a:cubicBezTo>
                  <a:pt x="152885" y="108804"/>
                  <a:pt x="154127" y="107228"/>
                  <a:pt x="154971" y="105054"/>
                </a:cubicBezTo>
                <a:cubicBezTo>
                  <a:pt x="155548" y="103500"/>
                  <a:pt x="155836" y="100637"/>
                  <a:pt x="155836" y="96466"/>
                </a:cubicBezTo>
                <a:lnTo>
                  <a:pt x="155836" y="86147"/>
                </a:lnTo>
                <a:cubicBezTo>
                  <a:pt x="150244" y="93780"/>
                  <a:pt x="143187" y="97597"/>
                  <a:pt x="134666" y="97597"/>
                </a:cubicBezTo>
                <a:cubicBezTo>
                  <a:pt x="125168" y="97597"/>
                  <a:pt x="117645" y="93581"/>
                  <a:pt x="112097" y="85547"/>
                </a:cubicBezTo>
                <a:cubicBezTo>
                  <a:pt x="107747" y="79201"/>
                  <a:pt x="105573" y="71301"/>
                  <a:pt x="105573" y="61847"/>
                </a:cubicBezTo>
                <a:cubicBezTo>
                  <a:pt x="105573" y="49997"/>
                  <a:pt x="108424" y="40943"/>
                  <a:pt x="114127" y="34685"/>
                </a:cubicBezTo>
                <a:cubicBezTo>
                  <a:pt x="119831" y="28427"/>
                  <a:pt x="126921" y="25298"/>
                  <a:pt x="135398" y="25298"/>
                </a:cubicBezTo>
                <a:cubicBezTo>
                  <a:pt x="144141" y="25298"/>
                  <a:pt x="151353" y="29137"/>
                  <a:pt x="157034" y="36815"/>
                </a:cubicBezTo>
                <a:lnTo>
                  <a:pt x="157034" y="26896"/>
                </a:lnTo>
                <a:lnTo>
                  <a:pt x="174543" y="26896"/>
                </a:lnTo>
                <a:lnTo>
                  <a:pt x="174543" y="90341"/>
                </a:lnTo>
                <a:cubicBezTo>
                  <a:pt x="174543" y="98685"/>
                  <a:pt x="173855" y="104920"/>
                  <a:pt x="172479" y="109048"/>
                </a:cubicBezTo>
                <a:cubicBezTo>
                  <a:pt x="171104" y="113176"/>
                  <a:pt x="169173" y="116415"/>
                  <a:pt x="166688" y="118768"/>
                </a:cubicBezTo>
                <a:cubicBezTo>
                  <a:pt x="164202" y="121120"/>
                  <a:pt x="160885" y="122962"/>
                  <a:pt x="156735" y="124293"/>
                </a:cubicBezTo>
                <a:cubicBezTo>
                  <a:pt x="152585" y="125625"/>
                  <a:pt x="147337" y="126291"/>
                  <a:pt x="140990" y="126291"/>
                </a:cubicBezTo>
                <a:cubicBezTo>
                  <a:pt x="129007" y="126291"/>
                  <a:pt x="120507" y="124238"/>
                  <a:pt x="115492" y="120133"/>
                </a:cubicBezTo>
                <a:cubicBezTo>
                  <a:pt x="110477" y="116027"/>
                  <a:pt x="107969" y="110823"/>
                  <a:pt x="107969" y="104521"/>
                </a:cubicBezTo>
                <a:cubicBezTo>
                  <a:pt x="107969" y="103900"/>
                  <a:pt x="107992" y="103145"/>
                  <a:pt x="108036" y="102257"/>
                </a:cubicBezTo>
                <a:moveTo>
                  <a:pt x="124746" y="60782"/>
                </a:moveTo>
                <a:cubicBezTo>
                  <a:pt x="124746" y="68283"/>
                  <a:pt x="126200" y="73775"/>
                  <a:pt x="129107" y="77259"/>
                </a:cubicBezTo>
                <a:cubicBezTo>
                  <a:pt x="132014" y="80743"/>
                  <a:pt x="135598" y="82485"/>
                  <a:pt x="139858" y="82485"/>
                </a:cubicBezTo>
                <a:cubicBezTo>
                  <a:pt x="144430" y="82485"/>
                  <a:pt x="148291" y="80699"/>
                  <a:pt x="151442" y="77126"/>
                </a:cubicBezTo>
                <a:cubicBezTo>
                  <a:pt x="154593" y="73553"/>
                  <a:pt x="156169" y="68260"/>
                  <a:pt x="156169" y="61248"/>
                </a:cubicBezTo>
                <a:cubicBezTo>
                  <a:pt x="156169" y="53925"/>
                  <a:pt x="154660" y="48488"/>
                  <a:pt x="151642" y="44937"/>
                </a:cubicBezTo>
                <a:cubicBezTo>
                  <a:pt x="148624" y="41387"/>
                  <a:pt x="144807" y="39611"/>
                  <a:pt x="140191" y="39611"/>
                </a:cubicBezTo>
                <a:cubicBezTo>
                  <a:pt x="135708" y="39611"/>
                  <a:pt x="132014" y="41353"/>
                  <a:pt x="129107" y="44837"/>
                </a:cubicBezTo>
                <a:cubicBezTo>
                  <a:pt x="126200" y="48322"/>
                  <a:pt x="124746" y="53636"/>
                  <a:pt x="124746" y="60782"/>
                </a:cubicBezTo>
                <a:close/>
                <a:moveTo>
                  <a:pt x="192337" y="102257"/>
                </a:moveTo>
                <a:lnTo>
                  <a:pt x="213707" y="104854"/>
                </a:lnTo>
                <a:cubicBezTo>
                  <a:pt x="214062" y="107339"/>
                  <a:pt x="214883" y="109048"/>
                  <a:pt x="216170" y="109980"/>
                </a:cubicBezTo>
                <a:cubicBezTo>
                  <a:pt x="217946" y="111311"/>
                  <a:pt x="220742" y="111977"/>
                  <a:pt x="224559" y="111977"/>
                </a:cubicBezTo>
                <a:cubicBezTo>
                  <a:pt x="229441" y="111977"/>
                  <a:pt x="233102" y="111245"/>
                  <a:pt x="235543" y="109780"/>
                </a:cubicBezTo>
                <a:cubicBezTo>
                  <a:pt x="237186" y="108804"/>
                  <a:pt x="238428" y="107228"/>
                  <a:pt x="239272" y="105054"/>
                </a:cubicBezTo>
                <a:cubicBezTo>
                  <a:pt x="239849" y="103500"/>
                  <a:pt x="240137" y="100637"/>
                  <a:pt x="240137" y="96466"/>
                </a:cubicBezTo>
                <a:lnTo>
                  <a:pt x="240137" y="86147"/>
                </a:lnTo>
                <a:cubicBezTo>
                  <a:pt x="234545" y="93780"/>
                  <a:pt x="227488" y="97597"/>
                  <a:pt x="218967" y="97597"/>
                </a:cubicBezTo>
                <a:cubicBezTo>
                  <a:pt x="209469" y="97597"/>
                  <a:pt x="201946" y="93581"/>
                  <a:pt x="196398" y="85547"/>
                </a:cubicBezTo>
                <a:cubicBezTo>
                  <a:pt x="192049" y="79201"/>
                  <a:pt x="189874" y="71301"/>
                  <a:pt x="189874" y="61847"/>
                </a:cubicBezTo>
                <a:cubicBezTo>
                  <a:pt x="189874" y="49997"/>
                  <a:pt x="192725" y="40943"/>
                  <a:pt x="198429" y="34685"/>
                </a:cubicBezTo>
                <a:cubicBezTo>
                  <a:pt x="204132" y="28427"/>
                  <a:pt x="211222" y="25298"/>
                  <a:pt x="219699" y="25298"/>
                </a:cubicBezTo>
                <a:cubicBezTo>
                  <a:pt x="228442" y="25298"/>
                  <a:pt x="235654" y="29137"/>
                  <a:pt x="241335" y="36815"/>
                </a:cubicBezTo>
                <a:lnTo>
                  <a:pt x="241335" y="26896"/>
                </a:lnTo>
                <a:lnTo>
                  <a:pt x="258844" y="26896"/>
                </a:lnTo>
                <a:lnTo>
                  <a:pt x="258844" y="90341"/>
                </a:lnTo>
                <a:cubicBezTo>
                  <a:pt x="258844" y="98685"/>
                  <a:pt x="258156" y="104920"/>
                  <a:pt x="256781" y="109048"/>
                </a:cubicBezTo>
                <a:cubicBezTo>
                  <a:pt x="255405" y="113176"/>
                  <a:pt x="253474" y="116415"/>
                  <a:pt x="250989" y="118768"/>
                </a:cubicBezTo>
                <a:cubicBezTo>
                  <a:pt x="248503" y="121120"/>
                  <a:pt x="245186" y="122962"/>
                  <a:pt x="241036" y="124293"/>
                </a:cubicBezTo>
                <a:cubicBezTo>
                  <a:pt x="236886" y="125625"/>
                  <a:pt x="231638" y="126291"/>
                  <a:pt x="225291" y="126291"/>
                </a:cubicBezTo>
                <a:cubicBezTo>
                  <a:pt x="213308" y="126291"/>
                  <a:pt x="204809" y="124238"/>
                  <a:pt x="199793" y="120133"/>
                </a:cubicBezTo>
                <a:cubicBezTo>
                  <a:pt x="194778" y="116027"/>
                  <a:pt x="192270" y="110823"/>
                  <a:pt x="192270" y="104521"/>
                </a:cubicBezTo>
                <a:cubicBezTo>
                  <a:pt x="192270" y="103900"/>
                  <a:pt x="192293" y="103145"/>
                  <a:pt x="192337" y="102257"/>
                </a:cubicBezTo>
                <a:moveTo>
                  <a:pt x="209047" y="60782"/>
                </a:moveTo>
                <a:cubicBezTo>
                  <a:pt x="209047" y="68283"/>
                  <a:pt x="210501" y="73775"/>
                  <a:pt x="213408" y="77259"/>
                </a:cubicBezTo>
                <a:cubicBezTo>
                  <a:pt x="216315" y="80743"/>
                  <a:pt x="219899" y="82485"/>
                  <a:pt x="224159" y="82485"/>
                </a:cubicBezTo>
                <a:cubicBezTo>
                  <a:pt x="228731" y="82485"/>
                  <a:pt x="232592" y="80699"/>
                  <a:pt x="235743" y="77126"/>
                </a:cubicBezTo>
                <a:cubicBezTo>
                  <a:pt x="238894" y="73553"/>
                  <a:pt x="240470" y="68260"/>
                  <a:pt x="240470" y="61248"/>
                </a:cubicBezTo>
                <a:cubicBezTo>
                  <a:pt x="240470" y="53925"/>
                  <a:pt x="238961" y="48488"/>
                  <a:pt x="235943" y="44937"/>
                </a:cubicBezTo>
                <a:cubicBezTo>
                  <a:pt x="232925" y="41387"/>
                  <a:pt x="229108" y="39611"/>
                  <a:pt x="224492" y="39611"/>
                </a:cubicBezTo>
                <a:cubicBezTo>
                  <a:pt x="220010" y="39611"/>
                  <a:pt x="216315" y="41353"/>
                  <a:pt x="213408" y="44837"/>
                </a:cubicBezTo>
                <a:cubicBezTo>
                  <a:pt x="210501" y="48322"/>
                  <a:pt x="209047" y="53636"/>
                  <a:pt x="209047" y="60782"/>
                </a:cubicBezTo>
                <a:close/>
                <a:moveTo>
                  <a:pt x="296277" y="97597"/>
                </a:moveTo>
                <a:lnTo>
                  <a:pt x="277570" y="97597"/>
                </a:lnTo>
                <a:lnTo>
                  <a:pt x="277570" y="26896"/>
                </a:lnTo>
                <a:lnTo>
                  <a:pt x="294946" y="26896"/>
                </a:lnTo>
                <a:lnTo>
                  <a:pt x="294946" y="36948"/>
                </a:lnTo>
                <a:cubicBezTo>
                  <a:pt x="297919" y="32200"/>
                  <a:pt x="300593" y="29071"/>
                  <a:pt x="302968" y="27562"/>
                </a:cubicBezTo>
                <a:cubicBezTo>
                  <a:pt x="305342" y="26053"/>
                  <a:pt x="308039" y="25298"/>
                  <a:pt x="311057" y="25298"/>
                </a:cubicBezTo>
                <a:cubicBezTo>
                  <a:pt x="315317" y="25298"/>
                  <a:pt x="319423" y="26474"/>
                  <a:pt x="323373" y="28826"/>
                </a:cubicBezTo>
                <a:lnTo>
                  <a:pt x="317581" y="45137"/>
                </a:lnTo>
                <a:cubicBezTo>
                  <a:pt x="314430" y="43095"/>
                  <a:pt x="311501" y="42075"/>
                  <a:pt x="308793" y="42075"/>
                </a:cubicBezTo>
                <a:cubicBezTo>
                  <a:pt x="306175" y="42075"/>
                  <a:pt x="303955" y="42796"/>
                  <a:pt x="302136" y="44238"/>
                </a:cubicBezTo>
                <a:cubicBezTo>
                  <a:pt x="300316" y="45681"/>
                  <a:pt x="298885" y="48288"/>
                  <a:pt x="297842" y="52061"/>
                </a:cubicBezTo>
                <a:cubicBezTo>
                  <a:pt x="296799" y="55833"/>
                  <a:pt x="296277" y="63733"/>
                  <a:pt x="296277" y="75761"/>
                </a:cubicBezTo>
                <a:lnTo>
                  <a:pt x="296277" y="97597"/>
                </a:lnTo>
                <a:close/>
                <a:moveTo>
                  <a:pt x="372390" y="75095"/>
                </a:moveTo>
                <a:lnTo>
                  <a:pt x="391031" y="78224"/>
                </a:lnTo>
                <a:cubicBezTo>
                  <a:pt x="388634" y="85059"/>
                  <a:pt x="384851" y="90263"/>
                  <a:pt x="379680" y="93836"/>
                </a:cubicBezTo>
                <a:cubicBezTo>
                  <a:pt x="374510" y="97409"/>
                  <a:pt x="368041" y="99195"/>
                  <a:pt x="360274" y="99195"/>
                </a:cubicBezTo>
                <a:cubicBezTo>
                  <a:pt x="347980" y="99195"/>
                  <a:pt x="338881" y="95178"/>
                  <a:pt x="332979" y="87145"/>
                </a:cubicBezTo>
                <a:cubicBezTo>
                  <a:pt x="328318" y="80710"/>
                  <a:pt x="325988" y="72588"/>
                  <a:pt x="325988" y="62779"/>
                </a:cubicBezTo>
                <a:cubicBezTo>
                  <a:pt x="325988" y="51062"/>
                  <a:pt x="329051" y="41886"/>
                  <a:pt x="335176" y="35251"/>
                </a:cubicBezTo>
                <a:cubicBezTo>
                  <a:pt x="341300" y="28616"/>
                  <a:pt x="349045" y="25298"/>
                  <a:pt x="358410" y="25298"/>
                </a:cubicBezTo>
                <a:cubicBezTo>
                  <a:pt x="368928" y="25298"/>
                  <a:pt x="377228" y="28771"/>
                  <a:pt x="383308" y="35717"/>
                </a:cubicBezTo>
                <a:cubicBezTo>
                  <a:pt x="389389" y="42663"/>
                  <a:pt x="392296" y="53303"/>
                  <a:pt x="392030" y="67639"/>
                </a:cubicBezTo>
                <a:lnTo>
                  <a:pt x="345162" y="67639"/>
                </a:lnTo>
                <a:cubicBezTo>
                  <a:pt x="345295" y="73187"/>
                  <a:pt x="346804" y="77503"/>
                  <a:pt x="349689" y="80588"/>
                </a:cubicBezTo>
                <a:cubicBezTo>
                  <a:pt x="352573" y="83672"/>
                  <a:pt x="356168" y="85215"/>
                  <a:pt x="360474" y="85215"/>
                </a:cubicBezTo>
                <a:cubicBezTo>
                  <a:pt x="363403" y="85215"/>
                  <a:pt x="365866" y="84416"/>
                  <a:pt x="367863" y="82818"/>
                </a:cubicBezTo>
                <a:cubicBezTo>
                  <a:pt x="369861" y="81220"/>
                  <a:pt x="371370" y="78646"/>
                  <a:pt x="372390" y="75095"/>
                </a:cubicBezTo>
                <a:moveTo>
                  <a:pt x="373455" y="56188"/>
                </a:moveTo>
                <a:cubicBezTo>
                  <a:pt x="373322" y="50774"/>
                  <a:pt x="371924" y="46657"/>
                  <a:pt x="369261" y="43839"/>
                </a:cubicBezTo>
                <a:cubicBezTo>
                  <a:pt x="366598" y="41021"/>
                  <a:pt x="363358" y="39611"/>
                  <a:pt x="359542" y="39611"/>
                </a:cubicBezTo>
                <a:cubicBezTo>
                  <a:pt x="355458" y="39611"/>
                  <a:pt x="352085" y="41098"/>
                  <a:pt x="349422" y="44072"/>
                </a:cubicBezTo>
                <a:cubicBezTo>
                  <a:pt x="346759" y="47046"/>
                  <a:pt x="345450" y="51084"/>
                  <a:pt x="345494" y="56188"/>
                </a:cubicBezTo>
                <a:lnTo>
                  <a:pt x="373455" y="56188"/>
                </a:lnTo>
                <a:close/>
                <a:moveTo>
                  <a:pt x="406246" y="102257"/>
                </a:moveTo>
                <a:lnTo>
                  <a:pt x="427616" y="104854"/>
                </a:lnTo>
                <a:cubicBezTo>
                  <a:pt x="427971" y="107339"/>
                  <a:pt x="428792" y="109048"/>
                  <a:pt x="430079" y="109980"/>
                </a:cubicBezTo>
                <a:cubicBezTo>
                  <a:pt x="431855" y="111311"/>
                  <a:pt x="434651" y="111977"/>
                  <a:pt x="438468" y="111977"/>
                </a:cubicBezTo>
                <a:cubicBezTo>
                  <a:pt x="443350" y="111977"/>
                  <a:pt x="447011" y="111245"/>
                  <a:pt x="449452" y="109780"/>
                </a:cubicBezTo>
                <a:cubicBezTo>
                  <a:pt x="451095" y="108804"/>
                  <a:pt x="452337" y="107228"/>
                  <a:pt x="453180" y="105054"/>
                </a:cubicBezTo>
                <a:cubicBezTo>
                  <a:pt x="453757" y="103500"/>
                  <a:pt x="454046" y="100637"/>
                  <a:pt x="454046" y="96466"/>
                </a:cubicBezTo>
                <a:lnTo>
                  <a:pt x="454046" y="86147"/>
                </a:lnTo>
                <a:cubicBezTo>
                  <a:pt x="448454" y="93780"/>
                  <a:pt x="441397" y="97597"/>
                  <a:pt x="432875" y="97597"/>
                </a:cubicBezTo>
                <a:cubicBezTo>
                  <a:pt x="423378" y="97597"/>
                  <a:pt x="415855" y="93581"/>
                  <a:pt x="410307" y="85547"/>
                </a:cubicBezTo>
                <a:cubicBezTo>
                  <a:pt x="405957" y="79201"/>
                  <a:pt x="403783" y="71301"/>
                  <a:pt x="403783" y="61847"/>
                </a:cubicBezTo>
                <a:cubicBezTo>
                  <a:pt x="403783" y="49997"/>
                  <a:pt x="406634" y="40943"/>
                  <a:pt x="412337" y="34685"/>
                </a:cubicBezTo>
                <a:cubicBezTo>
                  <a:pt x="418041" y="28427"/>
                  <a:pt x="425131" y="25298"/>
                  <a:pt x="433608" y="25298"/>
                </a:cubicBezTo>
                <a:cubicBezTo>
                  <a:pt x="442351" y="25298"/>
                  <a:pt x="449563" y="29137"/>
                  <a:pt x="455244" y="36815"/>
                </a:cubicBezTo>
                <a:lnTo>
                  <a:pt x="455244" y="26896"/>
                </a:lnTo>
                <a:lnTo>
                  <a:pt x="472753" y="26896"/>
                </a:lnTo>
                <a:lnTo>
                  <a:pt x="472753" y="90341"/>
                </a:lnTo>
                <a:cubicBezTo>
                  <a:pt x="472753" y="98685"/>
                  <a:pt x="472065" y="104920"/>
                  <a:pt x="470689" y="109048"/>
                </a:cubicBezTo>
                <a:cubicBezTo>
                  <a:pt x="469314" y="113176"/>
                  <a:pt x="467383" y="116415"/>
                  <a:pt x="464897" y="118768"/>
                </a:cubicBezTo>
                <a:cubicBezTo>
                  <a:pt x="462412" y="121120"/>
                  <a:pt x="459094" y="122962"/>
                  <a:pt x="454945" y="124293"/>
                </a:cubicBezTo>
                <a:cubicBezTo>
                  <a:pt x="450795" y="125625"/>
                  <a:pt x="445547" y="126291"/>
                  <a:pt x="439200" y="126291"/>
                </a:cubicBezTo>
                <a:cubicBezTo>
                  <a:pt x="427217" y="126291"/>
                  <a:pt x="418717" y="124238"/>
                  <a:pt x="413702" y="120133"/>
                </a:cubicBezTo>
                <a:cubicBezTo>
                  <a:pt x="408687" y="116027"/>
                  <a:pt x="406179" y="110823"/>
                  <a:pt x="406179" y="104521"/>
                </a:cubicBezTo>
                <a:cubicBezTo>
                  <a:pt x="406179" y="103900"/>
                  <a:pt x="406202" y="103145"/>
                  <a:pt x="406246" y="102257"/>
                </a:cubicBezTo>
                <a:moveTo>
                  <a:pt x="422956" y="60782"/>
                </a:moveTo>
                <a:cubicBezTo>
                  <a:pt x="422956" y="68283"/>
                  <a:pt x="424409" y="73775"/>
                  <a:pt x="427317" y="77259"/>
                </a:cubicBezTo>
                <a:cubicBezTo>
                  <a:pt x="430224" y="80743"/>
                  <a:pt x="433807" y="82485"/>
                  <a:pt x="438068" y="82485"/>
                </a:cubicBezTo>
                <a:cubicBezTo>
                  <a:pt x="442640" y="82485"/>
                  <a:pt x="446501" y="80699"/>
                  <a:pt x="449652" y="77126"/>
                </a:cubicBezTo>
                <a:cubicBezTo>
                  <a:pt x="452803" y="73553"/>
                  <a:pt x="454379" y="68260"/>
                  <a:pt x="454379" y="61248"/>
                </a:cubicBezTo>
                <a:cubicBezTo>
                  <a:pt x="454379" y="53925"/>
                  <a:pt x="452870" y="48488"/>
                  <a:pt x="449852" y="44937"/>
                </a:cubicBezTo>
                <a:cubicBezTo>
                  <a:pt x="446834" y="41387"/>
                  <a:pt x="443017" y="39611"/>
                  <a:pt x="438401" y="39611"/>
                </a:cubicBezTo>
                <a:cubicBezTo>
                  <a:pt x="433918" y="39611"/>
                  <a:pt x="430224" y="41353"/>
                  <a:pt x="427317" y="44837"/>
                </a:cubicBezTo>
                <a:cubicBezTo>
                  <a:pt x="424409" y="48322"/>
                  <a:pt x="422956" y="53636"/>
                  <a:pt x="422956" y="60782"/>
                </a:cubicBezTo>
                <a:close/>
                <a:moveTo>
                  <a:pt x="506258" y="48466"/>
                </a:moveTo>
                <a:lnTo>
                  <a:pt x="489282" y="45403"/>
                </a:lnTo>
                <a:cubicBezTo>
                  <a:pt x="491191" y="38568"/>
                  <a:pt x="494475" y="33509"/>
                  <a:pt x="499135" y="30225"/>
                </a:cubicBezTo>
                <a:cubicBezTo>
                  <a:pt x="503795" y="26940"/>
                  <a:pt x="510719" y="25298"/>
                  <a:pt x="519906" y="25298"/>
                </a:cubicBezTo>
                <a:cubicBezTo>
                  <a:pt x="528250" y="25298"/>
                  <a:pt x="534464" y="26286"/>
                  <a:pt x="538547" y="28261"/>
                </a:cubicBezTo>
                <a:cubicBezTo>
                  <a:pt x="542630" y="30236"/>
                  <a:pt x="545504" y="32743"/>
                  <a:pt x="547168" y="35783"/>
                </a:cubicBezTo>
                <a:cubicBezTo>
                  <a:pt x="548832" y="38824"/>
                  <a:pt x="549665" y="44405"/>
                  <a:pt x="549665" y="52527"/>
                </a:cubicBezTo>
                <a:lnTo>
                  <a:pt x="549465" y="74363"/>
                </a:lnTo>
                <a:cubicBezTo>
                  <a:pt x="549465" y="80577"/>
                  <a:pt x="549764" y="85159"/>
                  <a:pt x="550364" y="88111"/>
                </a:cubicBezTo>
                <a:cubicBezTo>
                  <a:pt x="550963" y="91062"/>
                  <a:pt x="552083" y="94224"/>
                  <a:pt x="553726" y="97597"/>
                </a:cubicBezTo>
                <a:lnTo>
                  <a:pt x="535218" y="97597"/>
                </a:lnTo>
                <a:cubicBezTo>
                  <a:pt x="534730" y="96355"/>
                  <a:pt x="534131" y="94513"/>
                  <a:pt x="533421" y="92072"/>
                </a:cubicBezTo>
                <a:cubicBezTo>
                  <a:pt x="533110" y="90962"/>
                  <a:pt x="532888" y="90230"/>
                  <a:pt x="532755" y="89875"/>
                </a:cubicBezTo>
                <a:cubicBezTo>
                  <a:pt x="529559" y="92981"/>
                  <a:pt x="526142" y="95312"/>
                  <a:pt x="522502" y="96865"/>
                </a:cubicBezTo>
                <a:cubicBezTo>
                  <a:pt x="518863" y="98418"/>
                  <a:pt x="514980" y="99195"/>
                  <a:pt x="510852" y="99195"/>
                </a:cubicBezTo>
                <a:cubicBezTo>
                  <a:pt x="503573" y="99195"/>
                  <a:pt x="497837" y="97220"/>
                  <a:pt x="493643" y="93270"/>
                </a:cubicBezTo>
                <a:cubicBezTo>
                  <a:pt x="489449" y="89320"/>
                  <a:pt x="487351" y="84327"/>
                  <a:pt x="487351" y="78291"/>
                </a:cubicBezTo>
                <a:cubicBezTo>
                  <a:pt x="487351" y="74296"/>
                  <a:pt x="488306" y="70735"/>
                  <a:pt x="490214" y="67606"/>
                </a:cubicBezTo>
                <a:cubicBezTo>
                  <a:pt x="492123" y="64477"/>
                  <a:pt x="494797" y="62080"/>
                  <a:pt x="498236" y="60416"/>
                </a:cubicBezTo>
                <a:cubicBezTo>
                  <a:pt x="501676" y="58751"/>
                  <a:pt x="506636" y="57298"/>
                  <a:pt x="513116" y="56055"/>
                </a:cubicBezTo>
                <a:cubicBezTo>
                  <a:pt x="521859" y="54413"/>
                  <a:pt x="527917" y="52882"/>
                  <a:pt x="531290" y="51462"/>
                </a:cubicBezTo>
                <a:lnTo>
                  <a:pt x="531290" y="49598"/>
                </a:lnTo>
                <a:cubicBezTo>
                  <a:pt x="531290" y="46003"/>
                  <a:pt x="530403" y="43439"/>
                  <a:pt x="528627" y="41908"/>
                </a:cubicBezTo>
                <a:cubicBezTo>
                  <a:pt x="526852" y="40377"/>
                  <a:pt x="523501" y="39611"/>
                  <a:pt x="518575" y="39611"/>
                </a:cubicBezTo>
                <a:cubicBezTo>
                  <a:pt x="515246" y="39611"/>
                  <a:pt x="512650" y="40266"/>
                  <a:pt x="510785" y="41575"/>
                </a:cubicBezTo>
                <a:cubicBezTo>
                  <a:pt x="508921" y="42885"/>
                  <a:pt x="507412" y="45181"/>
                  <a:pt x="506258" y="48466"/>
                </a:cubicBezTo>
                <a:moveTo>
                  <a:pt x="531290" y="63645"/>
                </a:moveTo>
                <a:cubicBezTo>
                  <a:pt x="528894" y="64443"/>
                  <a:pt x="525099" y="65398"/>
                  <a:pt x="519906" y="66507"/>
                </a:cubicBezTo>
                <a:cubicBezTo>
                  <a:pt x="514713" y="67617"/>
                  <a:pt x="511318" y="68704"/>
                  <a:pt x="509720" y="69769"/>
                </a:cubicBezTo>
                <a:cubicBezTo>
                  <a:pt x="507279" y="71500"/>
                  <a:pt x="506059" y="73697"/>
                  <a:pt x="506059" y="76360"/>
                </a:cubicBezTo>
                <a:cubicBezTo>
                  <a:pt x="506059" y="78979"/>
                  <a:pt x="507035" y="81242"/>
                  <a:pt x="508988" y="83151"/>
                </a:cubicBezTo>
                <a:cubicBezTo>
                  <a:pt x="510941" y="85059"/>
                  <a:pt x="513426" y="86013"/>
                  <a:pt x="516444" y="86013"/>
                </a:cubicBezTo>
                <a:cubicBezTo>
                  <a:pt x="519817" y="86013"/>
                  <a:pt x="523035" y="84904"/>
                  <a:pt x="526097" y="82685"/>
                </a:cubicBezTo>
                <a:cubicBezTo>
                  <a:pt x="528361" y="80998"/>
                  <a:pt x="529848" y="78934"/>
                  <a:pt x="530558" y="76493"/>
                </a:cubicBezTo>
                <a:cubicBezTo>
                  <a:pt x="531046" y="74896"/>
                  <a:pt x="531290" y="71855"/>
                  <a:pt x="531290" y="67373"/>
                </a:cubicBezTo>
                <a:lnTo>
                  <a:pt x="531290" y="63645"/>
                </a:lnTo>
                <a:close/>
                <a:moveTo>
                  <a:pt x="601229" y="26896"/>
                </a:moveTo>
                <a:lnTo>
                  <a:pt x="601229" y="41808"/>
                </a:lnTo>
                <a:lnTo>
                  <a:pt x="588447" y="41808"/>
                </a:lnTo>
                <a:lnTo>
                  <a:pt x="588447" y="70302"/>
                </a:lnTo>
                <a:cubicBezTo>
                  <a:pt x="588447" y="76072"/>
                  <a:pt x="588569" y="79434"/>
                  <a:pt x="588813" y="80388"/>
                </a:cubicBezTo>
                <a:cubicBezTo>
                  <a:pt x="589057" y="81342"/>
                  <a:pt x="589612" y="82130"/>
                  <a:pt x="590477" y="82751"/>
                </a:cubicBezTo>
                <a:cubicBezTo>
                  <a:pt x="591343" y="83373"/>
                  <a:pt x="592397" y="83683"/>
                  <a:pt x="593639" y="83683"/>
                </a:cubicBezTo>
                <a:cubicBezTo>
                  <a:pt x="595370" y="83683"/>
                  <a:pt x="597878" y="83084"/>
                  <a:pt x="601162" y="81886"/>
                </a:cubicBezTo>
                <a:lnTo>
                  <a:pt x="602760" y="96399"/>
                </a:lnTo>
                <a:cubicBezTo>
                  <a:pt x="598411" y="98263"/>
                  <a:pt x="593484" y="99195"/>
                  <a:pt x="587981" y="99195"/>
                </a:cubicBezTo>
                <a:cubicBezTo>
                  <a:pt x="584608" y="99195"/>
                  <a:pt x="581567" y="98629"/>
                  <a:pt x="578860" y="97497"/>
                </a:cubicBezTo>
                <a:cubicBezTo>
                  <a:pt x="576153" y="96366"/>
                  <a:pt x="574167" y="94901"/>
                  <a:pt x="572902" y="93104"/>
                </a:cubicBezTo>
                <a:cubicBezTo>
                  <a:pt x="571637" y="91306"/>
                  <a:pt x="570760" y="88876"/>
                  <a:pt x="570272" y="85814"/>
                </a:cubicBezTo>
                <a:cubicBezTo>
                  <a:pt x="569873" y="83639"/>
                  <a:pt x="569673" y="79245"/>
                  <a:pt x="569673" y="72632"/>
                </a:cubicBezTo>
                <a:lnTo>
                  <a:pt x="569673" y="41808"/>
                </a:lnTo>
                <a:lnTo>
                  <a:pt x="561085" y="41808"/>
                </a:lnTo>
                <a:lnTo>
                  <a:pt x="561085" y="26896"/>
                </a:lnTo>
                <a:lnTo>
                  <a:pt x="569673" y="26896"/>
                </a:lnTo>
                <a:lnTo>
                  <a:pt x="569673" y="12849"/>
                </a:lnTo>
                <a:lnTo>
                  <a:pt x="588447" y="1931"/>
                </a:lnTo>
                <a:lnTo>
                  <a:pt x="588447" y="26896"/>
                </a:lnTo>
                <a:lnTo>
                  <a:pt x="601229" y="26896"/>
                </a:lnTo>
                <a:close/>
                <a:moveTo>
                  <a:pt x="655057" y="75095"/>
                </a:moveTo>
                <a:lnTo>
                  <a:pt x="673698" y="78224"/>
                </a:lnTo>
                <a:cubicBezTo>
                  <a:pt x="671301" y="85059"/>
                  <a:pt x="667518" y="90263"/>
                  <a:pt x="662347" y="93836"/>
                </a:cubicBezTo>
                <a:cubicBezTo>
                  <a:pt x="657176" y="97409"/>
                  <a:pt x="650708" y="99195"/>
                  <a:pt x="642941" y="99195"/>
                </a:cubicBezTo>
                <a:cubicBezTo>
                  <a:pt x="630647" y="99195"/>
                  <a:pt x="621548" y="95178"/>
                  <a:pt x="615645" y="87145"/>
                </a:cubicBezTo>
                <a:cubicBezTo>
                  <a:pt x="610985" y="80710"/>
                  <a:pt x="608655" y="72588"/>
                  <a:pt x="608655" y="62779"/>
                </a:cubicBezTo>
                <a:cubicBezTo>
                  <a:pt x="608655" y="51062"/>
                  <a:pt x="611718" y="41886"/>
                  <a:pt x="617842" y="35251"/>
                </a:cubicBezTo>
                <a:cubicBezTo>
                  <a:pt x="623967" y="28616"/>
                  <a:pt x="631712" y="25298"/>
                  <a:pt x="641077" y="25298"/>
                </a:cubicBezTo>
                <a:cubicBezTo>
                  <a:pt x="651595" y="25298"/>
                  <a:pt x="659895" y="28771"/>
                  <a:pt x="665975" y="35717"/>
                </a:cubicBezTo>
                <a:cubicBezTo>
                  <a:pt x="672056" y="42663"/>
                  <a:pt x="674963" y="53303"/>
                  <a:pt x="674696" y="67639"/>
                </a:cubicBezTo>
                <a:lnTo>
                  <a:pt x="627828" y="67639"/>
                </a:lnTo>
                <a:cubicBezTo>
                  <a:pt x="627962" y="73187"/>
                  <a:pt x="629471" y="77503"/>
                  <a:pt x="632355" y="80588"/>
                </a:cubicBezTo>
                <a:cubicBezTo>
                  <a:pt x="635240" y="83672"/>
                  <a:pt x="638835" y="85215"/>
                  <a:pt x="643140" y="85215"/>
                </a:cubicBezTo>
                <a:cubicBezTo>
                  <a:pt x="646070" y="85215"/>
                  <a:pt x="648533" y="84416"/>
                  <a:pt x="650530" y="82818"/>
                </a:cubicBezTo>
                <a:cubicBezTo>
                  <a:pt x="652527" y="81220"/>
                  <a:pt x="654036" y="78646"/>
                  <a:pt x="655057" y="75095"/>
                </a:cubicBezTo>
                <a:moveTo>
                  <a:pt x="656122" y="56188"/>
                </a:moveTo>
                <a:cubicBezTo>
                  <a:pt x="655989" y="50774"/>
                  <a:pt x="654591" y="46657"/>
                  <a:pt x="651928" y="43839"/>
                </a:cubicBezTo>
                <a:cubicBezTo>
                  <a:pt x="649265" y="41021"/>
                  <a:pt x="646025" y="39611"/>
                  <a:pt x="642208" y="39611"/>
                </a:cubicBezTo>
                <a:cubicBezTo>
                  <a:pt x="638125" y="39611"/>
                  <a:pt x="634752" y="41098"/>
                  <a:pt x="632089" y="44072"/>
                </a:cubicBezTo>
                <a:cubicBezTo>
                  <a:pt x="629426" y="47046"/>
                  <a:pt x="628117" y="51084"/>
                  <a:pt x="628161" y="56188"/>
                </a:cubicBezTo>
                <a:lnTo>
                  <a:pt x="656122" y="56188"/>
                </a:lnTo>
                <a:close/>
                <a:moveTo>
                  <a:pt x="755487" y="97597"/>
                </a:moveTo>
                <a:lnTo>
                  <a:pt x="738111" y="97597"/>
                </a:lnTo>
                <a:lnTo>
                  <a:pt x="738111" y="87212"/>
                </a:lnTo>
                <a:cubicBezTo>
                  <a:pt x="735226" y="91251"/>
                  <a:pt x="731820" y="94257"/>
                  <a:pt x="727892" y="96233"/>
                </a:cubicBezTo>
                <a:cubicBezTo>
                  <a:pt x="723964" y="98208"/>
                  <a:pt x="720003" y="99195"/>
                  <a:pt x="716008" y="99195"/>
                </a:cubicBezTo>
                <a:cubicBezTo>
                  <a:pt x="707886" y="99195"/>
                  <a:pt x="700929" y="95922"/>
                  <a:pt x="695137" y="89375"/>
                </a:cubicBezTo>
                <a:cubicBezTo>
                  <a:pt x="689346" y="82829"/>
                  <a:pt x="686450" y="73697"/>
                  <a:pt x="686450" y="61980"/>
                </a:cubicBezTo>
                <a:cubicBezTo>
                  <a:pt x="686450" y="49997"/>
                  <a:pt x="689268" y="40887"/>
                  <a:pt x="694904" y="34652"/>
                </a:cubicBezTo>
                <a:cubicBezTo>
                  <a:pt x="700541" y="28416"/>
                  <a:pt x="707664" y="25298"/>
                  <a:pt x="716275" y="25298"/>
                </a:cubicBezTo>
                <a:cubicBezTo>
                  <a:pt x="724175" y="25298"/>
                  <a:pt x="731010" y="28582"/>
                  <a:pt x="736779" y="35151"/>
                </a:cubicBezTo>
                <a:lnTo>
                  <a:pt x="736779" y="0"/>
                </a:lnTo>
                <a:lnTo>
                  <a:pt x="755487" y="0"/>
                </a:lnTo>
                <a:lnTo>
                  <a:pt x="755487" y="97597"/>
                </a:lnTo>
                <a:moveTo>
                  <a:pt x="705556" y="60715"/>
                </a:moveTo>
                <a:cubicBezTo>
                  <a:pt x="705556" y="68260"/>
                  <a:pt x="706599" y="73719"/>
                  <a:pt x="708685" y="77093"/>
                </a:cubicBezTo>
                <a:cubicBezTo>
                  <a:pt x="711703" y="81975"/>
                  <a:pt x="715920" y="84416"/>
                  <a:pt x="721334" y="84416"/>
                </a:cubicBezTo>
                <a:cubicBezTo>
                  <a:pt x="725639" y="84416"/>
                  <a:pt x="729301" y="82585"/>
                  <a:pt x="732319" y="78923"/>
                </a:cubicBezTo>
                <a:cubicBezTo>
                  <a:pt x="735337" y="75262"/>
                  <a:pt x="736846" y="69792"/>
                  <a:pt x="736846" y="62513"/>
                </a:cubicBezTo>
                <a:cubicBezTo>
                  <a:pt x="736846" y="54391"/>
                  <a:pt x="735381" y="48543"/>
                  <a:pt x="732452" y="44971"/>
                </a:cubicBezTo>
                <a:cubicBezTo>
                  <a:pt x="729523" y="41398"/>
                  <a:pt x="725773" y="39611"/>
                  <a:pt x="721201" y="39611"/>
                </a:cubicBezTo>
                <a:cubicBezTo>
                  <a:pt x="716763" y="39611"/>
                  <a:pt x="713046" y="41376"/>
                  <a:pt x="710050" y="44904"/>
                </a:cubicBezTo>
                <a:cubicBezTo>
                  <a:pt x="707054" y="48432"/>
                  <a:pt x="705556" y="53703"/>
                  <a:pt x="705556" y="60715"/>
                </a:cubicBezTo>
                <a:close/>
                <a:moveTo>
                  <a:pt x="812480" y="0"/>
                </a:moveTo>
                <a:lnTo>
                  <a:pt x="832186" y="0"/>
                </a:lnTo>
                <a:lnTo>
                  <a:pt x="832186" y="52860"/>
                </a:lnTo>
                <a:cubicBezTo>
                  <a:pt x="832186" y="61248"/>
                  <a:pt x="832430" y="66685"/>
                  <a:pt x="832918" y="69170"/>
                </a:cubicBezTo>
                <a:cubicBezTo>
                  <a:pt x="833761" y="73165"/>
                  <a:pt x="835770" y="76371"/>
                  <a:pt x="838943" y="78790"/>
                </a:cubicBezTo>
                <a:cubicBezTo>
                  <a:pt x="842116" y="81209"/>
                  <a:pt x="846455" y="82418"/>
                  <a:pt x="851958" y="82418"/>
                </a:cubicBezTo>
                <a:cubicBezTo>
                  <a:pt x="857550" y="82418"/>
                  <a:pt x="861767" y="81276"/>
                  <a:pt x="864607" y="78990"/>
                </a:cubicBezTo>
                <a:cubicBezTo>
                  <a:pt x="867448" y="76704"/>
                  <a:pt x="869157" y="73897"/>
                  <a:pt x="869733" y="70568"/>
                </a:cubicBezTo>
                <a:cubicBezTo>
                  <a:pt x="870310" y="67240"/>
                  <a:pt x="870599" y="61714"/>
                  <a:pt x="870599" y="53991"/>
                </a:cubicBezTo>
                <a:lnTo>
                  <a:pt x="870599" y="0"/>
                </a:lnTo>
                <a:lnTo>
                  <a:pt x="890305" y="0"/>
                </a:lnTo>
                <a:lnTo>
                  <a:pt x="890305" y="51262"/>
                </a:lnTo>
                <a:cubicBezTo>
                  <a:pt x="890305" y="62979"/>
                  <a:pt x="889772" y="71256"/>
                  <a:pt x="888707" y="76094"/>
                </a:cubicBezTo>
                <a:cubicBezTo>
                  <a:pt x="887642" y="80932"/>
                  <a:pt x="885678" y="85015"/>
                  <a:pt x="882815" y="88344"/>
                </a:cubicBezTo>
                <a:cubicBezTo>
                  <a:pt x="879953" y="91672"/>
                  <a:pt x="876125" y="94324"/>
                  <a:pt x="871331" y="96299"/>
                </a:cubicBezTo>
                <a:cubicBezTo>
                  <a:pt x="866538" y="98274"/>
                  <a:pt x="860280" y="99262"/>
                  <a:pt x="852557" y="99262"/>
                </a:cubicBezTo>
                <a:cubicBezTo>
                  <a:pt x="843237" y="99262"/>
                  <a:pt x="836169" y="98185"/>
                  <a:pt x="831354" y="96033"/>
                </a:cubicBezTo>
                <a:cubicBezTo>
                  <a:pt x="826538" y="93880"/>
                  <a:pt x="822732" y="91084"/>
                  <a:pt x="819936" y="87644"/>
                </a:cubicBezTo>
                <a:cubicBezTo>
                  <a:pt x="817140" y="84205"/>
                  <a:pt x="815298" y="80599"/>
                  <a:pt x="814411" y="76826"/>
                </a:cubicBezTo>
                <a:cubicBezTo>
                  <a:pt x="813124" y="71234"/>
                  <a:pt x="812480" y="62979"/>
                  <a:pt x="812480" y="52061"/>
                </a:cubicBezTo>
                <a:lnTo>
                  <a:pt x="812480" y="0"/>
                </a:lnTo>
                <a:close/>
                <a:moveTo>
                  <a:pt x="905870" y="77425"/>
                </a:moveTo>
                <a:lnTo>
                  <a:pt x="924644" y="74563"/>
                </a:lnTo>
                <a:cubicBezTo>
                  <a:pt x="925443" y="78202"/>
                  <a:pt x="927062" y="80965"/>
                  <a:pt x="929504" y="82851"/>
                </a:cubicBezTo>
                <a:cubicBezTo>
                  <a:pt x="931945" y="84737"/>
                  <a:pt x="935362" y="85681"/>
                  <a:pt x="939756" y="85681"/>
                </a:cubicBezTo>
                <a:cubicBezTo>
                  <a:pt x="944594" y="85681"/>
                  <a:pt x="948233" y="84793"/>
                  <a:pt x="950674" y="83018"/>
                </a:cubicBezTo>
                <a:cubicBezTo>
                  <a:pt x="952316" y="81775"/>
                  <a:pt x="953137" y="80111"/>
                  <a:pt x="953137" y="78025"/>
                </a:cubicBezTo>
                <a:cubicBezTo>
                  <a:pt x="953137" y="76604"/>
                  <a:pt x="952693" y="75428"/>
                  <a:pt x="951806" y="74496"/>
                </a:cubicBezTo>
                <a:cubicBezTo>
                  <a:pt x="950874" y="73608"/>
                  <a:pt x="948788" y="72787"/>
                  <a:pt x="945548" y="72033"/>
                </a:cubicBezTo>
                <a:cubicBezTo>
                  <a:pt x="930458" y="68704"/>
                  <a:pt x="920893" y="65664"/>
                  <a:pt x="916854" y="62912"/>
                </a:cubicBezTo>
                <a:cubicBezTo>
                  <a:pt x="911262" y="59095"/>
                  <a:pt x="908466" y="53792"/>
                  <a:pt x="908466" y="47001"/>
                </a:cubicBezTo>
                <a:cubicBezTo>
                  <a:pt x="908466" y="40876"/>
                  <a:pt x="910885" y="35728"/>
                  <a:pt x="915723" y="31556"/>
                </a:cubicBezTo>
                <a:cubicBezTo>
                  <a:pt x="920560" y="27384"/>
                  <a:pt x="928061" y="25298"/>
                  <a:pt x="938225" y="25298"/>
                </a:cubicBezTo>
                <a:cubicBezTo>
                  <a:pt x="947900" y="25298"/>
                  <a:pt x="955090" y="26874"/>
                  <a:pt x="959795" y="30025"/>
                </a:cubicBezTo>
                <a:cubicBezTo>
                  <a:pt x="964499" y="33176"/>
                  <a:pt x="967739" y="37836"/>
                  <a:pt x="969514" y="44005"/>
                </a:cubicBezTo>
                <a:lnTo>
                  <a:pt x="951872" y="47267"/>
                </a:lnTo>
                <a:cubicBezTo>
                  <a:pt x="951118" y="44516"/>
                  <a:pt x="949686" y="42408"/>
                  <a:pt x="947578" y="40943"/>
                </a:cubicBezTo>
                <a:cubicBezTo>
                  <a:pt x="945470" y="39478"/>
                  <a:pt x="942463" y="38746"/>
                  <a:pt x="938558" y="38746"/>
                </a:cubicBezTo>
                <a:cubicBezTo>
                  <a:pt x="933631" y="38746"/>
                  <a:pt x="930103" y="39434"/>
                  <a:pt x="927972" y="40810"/>
                </a:cubicBezTo>
                <a:cubicBezTo>
                  <a:pt x="926552" y="41786"/>
                  <a:pt x="925842" y="43051"/>
                  <a:pt x="925842" y="44604"/>
                </a:cubicBezTo>
                <a:cubicBezTo>
                  <a:pt x="925842" y="45936"/>
                  <a:pt x="926463" y="47068"/>
                  <a:pt x="927706" y="48000"/>
                </a:cubicBezTo>
                <a:cubicBezTo>
                  <a:pt x="929393" y="49242"/>
                  <a:pt x="935218" y="50996"/>
                  <a:pt x="945182" y="53259"/>
                </a:cubicBezTo>
                <a:cubicBezTo>
                  <a:pt x="955146" y="55523"/>
                  <a:pt x="962103" y="58297"/>
                  <a:pt x="966053" y="61581"/>
                </a:cubicBezTo>
                <a:cubicBezTo>
                  <a:pt x="969958" y="64910"/>
                  <a:pt x="971911" y="69547"/>
                  <a:pt x="971911" y="75495"/>
                </a:cubicBezTo>
                <a:cubicBezTo>
                  <a:pt x="971911" y="81975"/>
                  <a:pt x="969204" y="87545"/>
                  <a:pt x="963789" y="92205"/>
                </a:cubicBezTo>
                <a:cubicBezTo>
                  <a:pt x="958374" y="96865"/>
                  <a:pt x="950363" y="99195"/>
                  <a:pt x="939756" y="99195"/>
                </a:cubicBezTo>
                <a:cubicBezTo>
                  <a:pt x="930125" y="99195"/>
                  <a:pt x="922502" y="97242"/>
                  <a:pt x="916888" y="93337"/>
                </a:cubicBezTo>
                <a:cubicBezTo>
                  <a:pt x="911273" y="89431"/>
                  <a:pt x="907601" y="84127"/>
                  <a:pt x="905870" y="77425"/>
                </a:cubicBezTo>
                <a:close/>
                <a:moveTo>
                  <a:pt x="1002971" y="48466"/>
                </a:moveTo>
                <a:lnTo>
                  <a:pt x="985994" y="45403"/>
                </a:lnTo>
                <a:cubicBezTo>
                  <a:pt x="987903" y="38568"/>
                  <a:pt x="991187" y="33509"/>
                  <a:pt x="995847" y="30225"/>
                </a:cubicBezTo>
                <a:cubicBezTo>
                  <a:pt x="1000507" y="26940"/>
                  <a:pt x="1007431" y="25298"/>
                  <a:pt x="1016618" y="25298"/>
                </a:cubicBezTo>
                <a:cubicBezTo>
                  <a:pt x="1024962" y="25298"/>
                  <a:pt x="1031176" y="26286"/>
                  <a:pt x="1035259" y="28261"/>
                </a:cubicBezTo>
                <a:cubicBezTo>
                  <a:pt x="1039342" y="30236"/>
                  <a:pt x="1042216" y="32743"/>
                  <a:pt x="1043880" y="35783"/>
                </a:cubicBezTo>
                <a:cubicBezTo>
                  <a:pt x="1045545" y="38824"/>
                  <a:pt x="1046377" y="44405"/>
                  <a:pt x="1046377" y="52527"/>
                </a:cubicBezTo>
                <a:lnTo>
                  <a:pt x="1046177" y="74363"/>
                </a:lnTo>
                <a:cubicBezTo>
                  <a:pt x="1046177" y="80577"/>
                  <a:pt x="1046477" y="85159"/>
                  <a:pt x="1047076" y="88111"/>
                </a:cubicBezTo>
                <a:cubicBezTo>
                  <a:pt x="1047675" y="91062"/>
                  <a:pt x="1048796" y="94224"/>
                  <a:pt x="1050438" y="97597"/>
                </a:cubicBezTo>
                <a:lnTo>
                  <a:pt x="1031930" y="97597"/>
                </a:lnTo>
                <a:cubicBezTo>
                  <a:pt x="1031442" y="96355"/>
                  <a:pt x="1030843" y="94513"/>
                  <a:pt x="1030133" y="92072"/>
                </a:cubicBezTo>
                <a:cubicBezTo>
                  <a:pt x="1029822" y="90962"/>
                  <a:pt x="1029600" y="90230"/>
                  <a:pt x="1029467" y="89875"/>
                </a:cubicBezTo>
                <a:cubicBezTo>
                  <a:pt x="1026271" y="92981"/>
                  <a:pt x="1022854" y="95312"/>
                  <a:pt x="1019215" y="96865"/>
                </a:cubicBezTo>
                <a:cubicBezTo>
                  <a:pt x="1015575" y="98418"/>
                  <a:pt x="1011692" y="99195"/>
                  <a:pt x="1007564" y="99195"/>
                </a:cubicBezTo>
                <a:cubicBezTo>
                  <a:pt x="1000285" y="99195"/>
                  <a:pt x="994549" y="97220"/>
                  <a:pt x="990355" y="93270"/>
                </a:cubicBezTo>
                <a:cubicBezTo>
                  <a:pt x="986161" y="89320"/>
                  <a:pt x="984064" y="84327"/>
                  <a:pt x="984064" y="78291"/>
                </a:cubicBezTo>
                <a:cubicBezTo>
                  <a:pt x="984064" y="74296"/>
                  <a:pt x="985018" y="70735"/>
                  <a:pt x="986926" y="67606"/>
                </a:cubicBezTo>
                <a:cubicBezTo>
                  <a:pt x="988835" y="64477"/>
                  <a:pt x="991509" y="62080"/>
                  <a:pt x="994948" y="60416"/>
                </a:cubicBezTo>
                <a:cubicBezTo>
                  <a:pt x="998388" y="58751"/>
                  <a:pt x="1003348" y="57298"/>
                  <a:pt x="1009828" y="56055"/>
                </a:cubicBezTo>
                <a:cubicBezTo>
                  <a:pt x="1018571" y="54413"/>
                  <a:pt x="1024629" y="52882"/>
                  <a:pt x="1028002" y="51462"/>
                </a:cubicBezTo>
                <a:lnTo>
                  <a:pt x="1028002" y="49598"/>
                </a:lnTo>
                <a:cubicBezTo>
                  <a:pt x="1028002" y="46003"/>
                  <a:pt x="1027115" y="43439"/>
                  <a:pt x="1025339" y="41908"/>
                </a:cubicBezTo>
                <a:cubicBezTo>
                  <a:pt x="1023564" y="40377"/>
                  <a:pt x="1020213" y="39611"/>
                  <a:pt x="1015287" y="39611"/>
                </a:cubicBezTo>
                <a:cubicBezTo>
                  <a:pt x="1011958" y="39611"/>
                  <a:pt x="1009362" y="40266"/>
                  <a:pt x="1007498" y="41575"/>
                </a:cubicBezTo>
                <a:cubicBezTo>
                  <a:pt x="1005633" y="42885"/>
                  <a:pt x="1004124" y="45181"/>
                  <a:pt x="1002971" y="48466"/>
                </a:cubicBezTo>
                <a:moveTo>
                  <a:pt x="1028002" y="63645"/>
                </a:moveTo>
                <a:cubicBezTo>
                  <a:pt x="1025606" y="64443"/>
                  <a:pt x="1021811" y="65398"/>
                  <a:pt x="1016618" y="66507"/>
                </a:cubicBezTo>
                <a:cubicBezTo>
                  <a:pt x="1011425" y="67617"/>
                  <a:pt x="1008030" y="68704"/>
                  <a:pt x="1006432" y="69769"/>
                </a:cubicBezTo>
                <a:cubicBezTo>
                  <a:pt x="1003991" y="71500"/>
                  <a:pt x="1002771" y="73697"/>
                  <a:pt x="1002771" y="76360"/>
                </a:cubicBezTo>
                <a:cubicBezTo>
                  <a:pt x="1002771" y="78979"/>
                  <a:pt x="1003747" y="81242"/>
                  <a:pt x="1005700" y="83151"/>
                </a:cubicBezTo>
                <a:cubicBezTo>
                  <a:pt x="1007653" y="85059"/>
                  <a:pt x="1010138" y="86013"/>
                  <a:pt x="1013156" y="86013"/>
                </a:cubicBezTo>
                <a:cubicBezTo>
                  <a:pt x="1016529" y="86013"/>
                  <a:pt x="1019747" y="84904"/>
                  <a:pt x="1022810" y="82685"/>
                </a:cubicBezTo>
                <a:cubicBezTo>
                  <a:pt x="1025073" y="80998"/>
                  <a:pt x="1026560" y="78934"/>
                  <a:pt x="1027270" y="76493"/>
                </a:cubicBezTo>
                <a:cubicBezTo>
                  <a:pt x="1027758" y="74896"/>
                  <a:pt x="1028002" y="71855"/>
                  <a:pt x="1028002" y="67373"/>
                </a:cubicBezTo>
                <a:lnTo>
                  <a:pt x="1028002" y="63645"/>
                </a:lnTo>
                <a:close/>
                <a:moveTo>
                  <a:pt x="1063789" y="102257"/>
                </a:moveTo>
                <a:lnTo>
                  <a:pt x="1085159" y="104854"/>
                </a:lnTo>
                <a:cubicBezTo>
                  <a:pt x="1085514" y="107339"/>
                  <a:pt x="1086335" y="109048"/>
                  <a:pt x="1087622" y="109980"/>
                </a:cubicBezTo>
                <a:cubicBezTo>
                  <a:pt x="1089397" y="111311"/>
                  <a:pt x="1092193" y="111977"/>
                  <a:pt x="1096010" y="111977"/>
                </a:cubicBezTo>
                <a:cubicBezTo>
                  <a:pt x="1100892" y="111977"/>
                  <a:pt x="1104554" y="111245"/>
                  <a:pt x="1106995" y="109780"/>
                </a:cubicBezTo>
                <a:cubicBezTo>
                  <a:pt x="1108637" y="108804"/>
                  <a:pt x="1109880" y="107228"/>
                  <a:pt x="1110723" y="105054"/>
                </a:cubicBezTo>
                <a:cubicBezTo>
                  <a:pt x="1111300" y="103500"/>
                  <a:pt x="1111589" y="100637"/>
                  <a:pt x="1111589" y="96466"/>
                </a:cubicBezTo>
                <a:lnTo>
                  <a:pt x="1111589" y="86147"/>
                </a:lnTo>
                <a:cubicBezTo>
                  <a:pt x="1105996" y="93780"/>
                  <a:pt x="1098940" y="97597"/>
                  <a:pt x="1090418" y="97597"/>
                </a:cubicBezTo>
                <a:cubicBezTo>
                  <a:pt x="1080920" y="97597"/>
                  <a:pt x="1073397" y="93581"/>
                  <a:pt x="1067850" y="85547"/>
                </a:cubicBezTo>
                <a:cubicBezTo>
                  <a:pt x="1063500" y="79201"/>
                  <a:pt x="1061325" y="71301"/>
                  <a:pt x="1061325" y="61847"/>
                </a:cubicBezTo>
                <a:cubicBezTo>
                  <a:pt x="1061325" y="49997"/>
                  <a:pt x="1064177" y="40943"/>
                  <a:pt x="1069880" y="34685"/>
                </a:cubicBezTo>
                <a:cubicBezTo>
                  <a:pt x="1075583" y="28427"/>
                  <a:pt x="1082673" y="25298"/>
                  <a:pt x="1091150" y="25298"/>
                </a:cubicBezTo>
                <a:cubicBezTo>
                  <a:pt x="1099894" y="25298"/>
                  <a:pt x="1107106" y="29137"/>
                  <a:pt x="1112787" y="36815"/>
                </a:cubicBezTo>
                <a:lnTo>
                  <a:pt x="1112787" y="26896"/>
                </a:lnTo>
                <a:lnTo>
                  <a:pt x="1130296" y="26896"/>
                </a:lnTo>
                <a:lnTo>
                  <a:pt x="1130296" y="90341"/>
                </a:lnTo>
                <a:cubicBezTo>
                  <a:pt x="1130296" y="98685"/>
                  <a:pt x="1129608" y="104920"/>
                  <a:pt x="1128232" y="109048"/>
                </a:cubicBezTo>
                <a:cubicBezTo>
                  <a:pt x="1126856" y="113176"/>
                  <a:pt x="1124926" y="116415"/>
                  <a:pt x="1122440" y="118768"/>
                </a:cubicBezTo>
                <a:cubicBezTo>
                  <a:pt x="1119955" y="121120"/>
                  <a:pt x="1116637" y="122962"/>
                  <a:pt x="1112487" y="124293"/>
                </a:cubicBezTo>
                <a:cubicBezTo>
                  <a:pt x="1108338" y="125625"/>
                  <a:pt x="1103089" y="126291"/>
                  <a:pt x="1096743" y="126291"/>
                </a:cubicBezTo>
                <a:cubicBezTo>
                  <a:pt x="1084759" y="126291"/>
                  <a:pt x="1076260" y="124238"/>
                  <a:pt x="1071245" y="120133"/>
                </a:cubicBezTo>
                <a:cubicBezTo>
                  <a:pt x="1066230" y="116027"/>
                  <a:pt x="1063722" y="110823"/>
                  <a:pt x="1063722" y="104521"/>
                </a:cubicBezTo>
                <a:cubicBezTo>
                  <a:pt x="1063722" y="103900"/>
                  <a:pt x="1063744" y="103145"/>
                  <a:pt x="1063789" y="102257"/>
                </a:cubicBezTo>
                <a:moveTo>
                  <a:pt x="1080499" y="60782"/>
                </a:moveTo>
                <a:cubicBezTo>
                  <a:pt x="1080499" y="68283"/>
                  <a:pt x="1081952" y="73775"/>
                  <a:pt x="1084859" y="77259"/>
                </a:cubicBezTo>
                <a:cubicBezTo>
                  <a:pt x="1087766" y="80743"/>
                  <a:pt x="1091350" y="82485"/>
                  <a:pt x="1095611" y="82485"/>
                </a:cubicBezTo>
                <a:cubicBezTo>
                  <a:pt x="1100182" y="82485"/>
                  <a:pt x="1104044" y="80699"/>
                  <a:pt x="1107195" y="77126"/>
                </a:cubicBezTo>
                <a:cubicBezTo>
                  <a:pt x="1110346" y="73553"/>
                  <a:pt x="1111921" y="68260"/>
                  <a:pt x="1111921" y="61248"/>
                </a:cubicBezTo>
                <a:cubicBezTo>
                  <a:pt x="1111921" y="53925"/>
                  <a:pt x="1110412" y="48488"/>
                  <a:pt x="1107394" y="44937"/>
                </a:cubicBezTo>
                <a:cubicBezTo>
                  <a:pt x="1104376" y="41387"/>
                  <a:pt x="1100560" y="39611"/>
                  <a:pt x="1095944" y="39611"/>
                </a:cubicBezTo>
                <a:cubicBezTo>
                  <a:pt x="1091461" y="39611"/>
                  <a:pt x="1087766" y="41353"/>
                  <a:pt x="1084859" y="44837"/>
                </a:cubicBezTo>
                <a:cubicBezTo>
                  <a:pt x="1081952" y="48322"/>
                  <a:pt x="1080499" y="53636"/>
                  <a:pt x="1080499" y="60782"/>
                </a:cubicBezTo>
                <a:close/>
                <a:moveTo>
                  <a:pt x="1190763" y="75095"/>
                </a:moveTo>
                <a:lnTo>
                  <a:pt x="1209404" y="78224"/>
                </a:lnTo>
                <a:cubicBezTo>
                  <a:pt x="1207007" y="85059"/>
                  <a:pt x="1203224" y="90263"/>
                  <a:pt x="1198053" y="93836"/>
                </a:cubicBezTo>
                <a:cubicBezTo>
                  <a:pt x="1192883" y="97409"/>
                  <a:pt x="1186414" y="99195"/>
                  <a:pt x="1178647" y="99195"/>
                </a:cubicBezTo>
                <a:cubicBezTo>
                  <a:pt x="1166353" y="99195"/>
                  <a:pt x="1157254" y="95178"/>
                  <a:pt x="1151352" y="87145"/>
                </a:cubicBezTo>
                <a:cubicBezTo>
                  <a:pt x="1146691" y="80710"/>
                  <a:pt x="1144361" y="72588"/>
                  <a:pt x="1144361" y="62779"/>
                </a:cubicBezTo>
                <a:cubicBezTo>
                  <a:pt x="1144361" y="51062"/>
                  <a:pt x="1147424" y="41886"/>
                  <a:pt x="1153549" y="35251"/>
                </a:cubicBezTo>
                <a:cubicBezTo>
                  <a:pt x="1159673" y="28616"/>
                  <a:pt x="1167418" y="25298"/>
                  <a:pt x="1176783" y="25298"/>
                </a:cubicBezTo>
                <a:cubicBezTo>
                  <a:pt x="1187301" y="25298"/>
                  <a:pt x="1195601" y="28771"/>
                  <a:pt x="1201681" y="35717"/>
                </a:cubicBezTo>
                <a:cubicBezTo>
                  <a:pt x="1207762" y="42663"/>
                  <a:pt x="1210669" y="53303"/>
                  <a:pt x="1210403" y="67639"/>
                </a:cubicBezTo>
                <a:lnTo>
                  <a:pt x="1163535" y="67639"/>
                </a:lnTo>
                <a:cubicBezTo>
                  <a:pt x="1163668" y="73187"/>
                  <a:pt x="1165177" y="77503"/>
                  <a:pt x="1168062" y="80588"/>
                </a:cubicBezTo>
                <a:cubicBezTo>
                  <a:pt x="1170947" y="83672"/>
                  <a:pt x="1174542" y="85215"/>
                  <a:pt x="1178847" y="85215"/>
                </a:cubicBezTo>
                <a:cubicBezTo>
                  <a:pt x="1181776" y="85215"/>
                  <a:pt x="1184239" y="84416"/>
                  <a:pt x="1186236" y="82818"/>
                </a:cubicBezTo>
                <a:cubicBezTo>
                  <a:pt x="1188234" y="81220"/>
                  <a:pt x="1189743" y="78646"/>
                  <a:pt x="1190763" y="75095"/>
                </a:cubicBezTo>
                <a:moveTo>
                  <a:pt x="1191829" y="56188"/>
                </a:moveTo>
                <a:cubicBezTo>
                  <a:pt x="1191695" y="50774"/>
                  <a:pt x="1190297" y="46657"/>
                  <a:pt x="1187634" y="43839"/>
                </a:cubicBezTo>
                <a:cubicBezTo>
                  <a:pt x="1184971" y="41021"/>
                  <a:pt x="1181731" y="39611"/>
                  <a:pt x="1177915" y="39611"/>
                </a:cubicBezTo>
                <a:cubicBezTo>
                  <a:pt x="1173831" y="39611"/>
                  <a:pt x="1170458" y="41098"/>
                  <a:pt x="1167795" y="44072"/>
                </a:cubicBezTo>
                <a:cubicBezTo>
                  <a:pt x="1165132" y="47046"/>
                  <a:pt x="1163823" y="51084"/>
                  <a:pt x="1163867" y="56188"/>
                </a:cubicBezTo>
                <a:lnTo>
                  <a:pt x="1191829" y="56188"/>
                </a:lnTo>
                <a:close/>
                <a:moveTo>
                  <a:pt x="1285988" y="97597"/>
                </a:moveTo>
                <a:lnTo>
                  <a:pt x="1285988" y="16510"/>
                </a:lnTo>
                <a:lnTo>
                  <a:pt x="1257028" y="16510"/>
                </a:lnTo>
                <a:lnTo>
                  <a:pt x="1257028" y="0"/>
                </a:lnTo>
                <a:lnTo>
                  <a:pt x="1334587" y="0"/>
                </a:lnTo>
                <a:lnTo>
                  <a:pt x="1334587" y="16510"/>
                </a:lnTo>
                <a:lnTo>
                  <a:pt x="1305694" y="16510"/>
                </a:lnTo>
                <a:lnTo>
                  <a:pt x="1305694" y="97597"/>
                </a:lnTo>
                <a:lnTo>
                  <a:pt x="1285988" y="97597"/>
                </a:lnTo>
                <a:close/>
                <a:moveTo>
                  <a:pt x="1362167" y="48466"/>
                </a:moveTo>
                <a:lnTo>
                  <a:pt x="1345190" y="45403"/>
                </a:lnTo>
                <a:cubicBezTo>
                  <a:pt x="1347099" y="38568"/>
                  <a:pt x="1350383" y="33509"/>
                  <a:pt x="1355043" y="30225"/>
                </a:cubicBezTo>
                <a:cubicBezTo>
                  <a:pt x="1359703" y="26940"/>
                  <a:pt x="1366627" y="25298"/>
                  <a:pt x="1375814" y="25298"/>
                </a:cubicBezTo>
                <a:cubicBezTo>
                  <a:pt x="1384158" y="25298"/>
                  <a:pt x="1390372" y="26286"/>
                  <a:pt x="1394455" y="28261"/>
                </a:cubicBezTo>
                <a:cubicBezTo>
                  <a:pt x="1398538" y="30236"/>
                  <a:pt x="1401412" y="32743"/>
                  <a:pt x="1403076" y="35783"/>
                </a:cubicBezTo>
                <a:cubicBezTo>
                  <a:pt x="1404741" y="38824"/>
                  <a:pt x="1405573" y="44405"/>
                  <a:pt x="1405573" y="52527"/>
                </a:cubicBezTo>
                <a:lnTo>
                  <a:pt x="1405373" y="74363"/>
                </a:lnTo>
                <a:cubicBezTo>
                  <a:pt x="1405373" y="80577"/>
                  <a:pt x="1405673" y="85159"/>
                  <a:pt x="1406272" y="88111"/>
                </a:cubicBezTo>
                <a:cubicBezTo>
                  <a:pt x="1406871" y="91062"/>
                  <a:pt x="1407992" y="94224"/>
                  <a:pt x="1409634" y="97597"/>
                </a:cubicBezTo>
                <a:lnTo>
                  <a:pt x="1391126" y="97597"/>
                </a:lnTo>
                <a:cubicBezTo>
                  <a:pt x="1390638" y="96355"/>
                  <a:pt x="1390039" y="94513"/>
                  <a:pt x="1389329" y="92072"/>
                </a:cubicBezTo>
                <a:cubicBezTo>
                  <a:pt x="1389018" y="90962"/>
                  <a:pt x="1388796" y="90230"/>
                  <a:pt x="1388663" y="89875"/>
                </a:cubicBezTo>
                <a:cubicBezTo>
                  <a:pt x="1385468" y="92981"/>
                  <a:pt x="1382050" y="95312"/>
                  <a:pt x="1378411" y="96865"/>
                </a:cubicBezTo>
                <a:cubicBezTo>
                  <a:pt x="1374771" y="98418"/>
                  <a:pt x="1370888" y="99195"/>
                  <a:pt x="1366760" y="99195"/>
                </a:cubicBezTo>
                <a:cubicBezTo>
                  <a:pt x="1359482" y="99195"/>
                  <a:pt x="1353745" y="97220"/>
                  <a:pt x="1349551" y="93270"/>
                </a:cubicBezTo>
                <a:cubicBezTo>
                  <a:pt x="1345357" y="89320"/>
                  <a:pt x="1343260" y="84327"/>
                  <a:pt x="1343260" y="78291"/>
                </a:cubicBezTo>
                <a:cubicBezTo>
                  <a:pt x="1343260" y="74296"/>
                  <a:pt x="1344214" y="70735"/>
                  <a:pt x="1346122" y="67606"/>
                </a:cubicBezTo>
                <a:cubicBezTo>
                  <a:pt x="1348031" y="64477"/>
                  <a:pt x="1350705" y="62080"/>
                  <a:pt x="1354145" y="60416"/>
                </a:cubicBezTo>
                <a:cubicBezTo>
                  <a:pt x="1357584" y="58751"/>
                  <a:pt x="1362544" y="57298"/>
                  <a:pt x="1369024" y="56055"/>
                </a:cubicBezTo>
                <a:cubicBezTo>
                  <a:pt x="1377767" y="54413"/>
                  <a:pt x="1383825" y="52882"/>
                  <a:pt x="1387198" y="51462"/>
                </a:cubicBezTo>
                <a:lnTo>
                  <a:pt x="1387198" y="49598"/>
                </a:lnTo>
                <a:cubicBezTo>
                  <a:pt x="1387198" y="46003"/>
                  <a:pt x="1386311" y="43439"/>
                  <a:pt x="1384536" y="41908"/>
                </a:cubicBezTo>
                <a:cubicBezTo>
                  <a:pt x="1382760" y="40377"/>
                  <a:pt x="1379409" y="39611"/>
                  <a:pt x="1374483" y="39611"/>
                </a:cubicBezTo>
                <a:cubicBezTo>
                  <a:pt x="1371154" y="39611"/>
                  <a:pt x="1368558" y="40266"/>
                  <a:pt x="1366694" y="41575"/>
                </a:cubicBezTo>
                <a:cubicBezTo>
                  <a:pt x="1364830" y="42885"/>
                  <a:pt x="1363321" y="45181"/>
                  <a:pt x="1362167" y="48466"/>
                </a:cubicBezTo>
                <a:moveTo>
                  <a:pt x="1387198" y="63645"/>
                </a:moveTo>
                <a:cubicBezTo>
                  <a:pt x="1384802" y="64443"/>
                  <a:pt x="1381007" y="65398"/>
                  <a:pt x="1375814" y="66507"/>
                </a:cubicBezTo>
                <a:cubicBezTo>
                  <a:pt x="1370622" y="67617"/>
                  <a:pt x="1367226" y="68704"/>
                  <a:pt x="1365629" y="69769"/>
                </a:cubicBezTo>
                <a:cubicBezTo>
                  <a:pt x="1363188" y="71500"/>
                  <a:pt x="1361967" y="73697"/>
                  <a:pt x="1361967" y="76360"/>
                </a:cubicBezTo>
                <a:cubicBezTo>
                  <a:pt x="1361967" y="78979"/>
                  <a:pt x="1362943" y="81242"/>
                  <a:pt x="1364896" y="83151"/>
                </a:cubicBezTo>
                <a:cubicBezTo>
                  <a:pt x="1366849" y="85059"/>
                  <a:pt x="1369335" y="86013"/>
                  <a:pt x="1372353" y="86013"/>
                </a:cubicBezTo>
                <a:cubicBezTo>
                  <a:pt x="1375726" y="86013"/>
                  <a:pt x="1378943" y="84904"/>
                  <a:pt x="1382006" y="82685"/>
                </a:cubicBezTo>
                <a:cubicBezTo>
                  <a:pt x="1384269" y="80998"/>
                  <a:pt x="1385756" y="78934"/>
                  <a:pt x="1386466" y="76493"/>
                </a:cubicBezTo>
                <a:cubicBezTo>
                  <a:pt x="1386954" y="74896"/>
                  <a:pt x="1387198" y="71855"/>
                  <a:pt x="1387198" y="67373"/>
                </a:cubicBezTo>
                <a:lnTo>
                  <a:pt x="1387198" y="63645"/>
                </a:lnTo>
                <a:close/>
                <a:moveTo>
                  <a:pt x="1423917" y="97597"/>
                </a:moveTo>
                <a:lnTo>
                  <a:pt x="1423917" y="0"/>
                </a:lnTo>
                <a:lnTo>
                  <a:pt x="1442624" y="0"/>
                </a:lnTo>
                <a:lnTo>
                  <a:pt x="1442624" y="35151"/>
                </a:lnTo>
                <a:cubicBezTo>
                  <a:pt x="1448394" y="28582"/>
                  <a:pt x="1455229" y="25298"/>
                  <a:pt x="1463129" y="25298"/>
                </a:cubicBezTo>
                <a:cubicBezTo>
                  <a:pt x="1471739" y="25298"/>
                  <a:pt x="1478863" y="28416"/>
                  <a:pt x="1484499" y="34652"/>
                </a:cubicBezTo>
                <a:cubicBezTo>
                  <a:pt x="1490136" y="40887"/>
                  <a:pt x="1492954" y="49842"/>
                  <a:pt x="1492954" y="61514"/>
                </a:cubicBezTo>
                <a:cubicBezTo>
                  <a:pt x="1492954" y="73586"/>
                  <a:pt x="1490080" y="82884"/>
                  <a:pt x="1484333" y="89409"/>
                </a:cubicBezTo>
                <a:cubicBezTo>
                  <a:pt x="1478585" y="95933"/>
                  <a:pt x="1471606" y="99195"/>
                  <a:pt x="1463395" y="99195"/>
                </a:cubicBezTo>
                <a:cubicBezTo>
                  <a:pt x="1459356" y="99195"/>
                  <a:pt x="1455373" y="98185"/>
                  <a:pt x="1451445" y="96166"/>
                </a:cubicBezTo>
                <a:cubicBezTo>
                  <a:pt x="1447517" y="94147"/>
                  <a:pt x="1444133" y="91162"/>
                  <a:pt x="1441293" y="87212"/>
                </a:cubicBezTo>
                <a:lnTo>
                  <a:pt x="1441293" y="97597"/>
                </a:lnTo>
                <a:lnTo>
                  <a:pt x="1423917" y="97597"/>
                </a:lnTo>
                <a:moveTo>
                  <a:pt x="1442491" y="60715"/>
                </a:moveTo>
                <a:cubicBezTo>
                  <a:pt x="1442491" y="68038"/>
                  <a:pt x="1443645" y="73453"/>
                  <a:pt x="1445953" y="76959"/>
                </a:cubicBezTo>
                <a:cubicBezTo>
                  <a:pt x="1449193" y="81930"/>
                  <a:pt x="1453498" y="84416"/>
                  <a:pt x="1458868" y="84416"/>
                </a:cubicBezTo>
                <a:cubicBezTo>
                  <a:pt x="1462996" y="84416"/>
                  <a:pt x="1466513" y="82651"/>
                  <a:pt x="1469420" y="79123"/>
                </a:cubicBezTo>
                <a:cubicBezTo>
                  <a:pt x="1472327" y="75595"/>
                  <a:pt x="1473781" y="70036"/>
                  <a:pt x="1473781" y="62446"/>
                </a:cubicBezTo>
                <a:cubicBezTo>
                  <a:pt x="1473781" y="54369"/>
                  <a:pt x="1472316" y="48543"/>
                  <a:pt x="1469387" y="44971"/>
                </a:cubicBezTo>
                <a:cubicBezTo>
                  <a:pt x="1466458" y="41398"/>
                  <a:pt x="1462707" y="39611"/>
                  <a:pt x="1458136" y="39611"/>
                </a:cubicBezTo>
                <a:cubicBezTo>
                  <a:pt x="1453653" y="39611"/>
                  <a:pt x="1449925" y="41353"/>
                  <a:pt x="1446951" y="44837"/>
                </a:cubicBezTo>
                <a:cubicBezTo>
                  <a:pt x="1443978" y="48322"/>
                  <a:pt x="1442491" y="53614"/>
                  <a:pt x="1442491" y="60715"/>
                </a:cubicBezTo>
                <a:close/>
                <a:moveTo>
                  <a:pt x="1509017" y="97597"/>
                </a:moveTo>
                <a:lnTo>
                  <a:pt x="1509017" y="0"/>
                </a:lnTo>
                <a:lnTo>
                  <a:pt x="1527724" y="0"/>
                </a:lnTo>
                <a:lnTo>
                  <a:pt x="1527724" y="97597"/>
                </a:lnTo>
                <a:lnTo>
                  <a:pt x="1509017" y="97597"/>
                </a:lnTo>
                <a:close/>
                <a:moveTo>
                  <a:pt x="1587495" y="75095"/>
                </a:moveTo>
                <a:lnTo>
                  <a:pt x="1606136" y="78224"/>
                </a:lnTo>
                <a:cubicBezTo>
                  <a:pt x="1603739" y="85059"/>
                  <a:pt x="1599955" y="90263"/>
                  <a:pt x="1594785" y="93836"/>
                </a:cubicBezTo>
                <a:cubicBezTo>
                  <a:pt x="1589614" y="97409"/>
                  <a:pt x="1583145" y="99195"/>
                  <a:pt x="1575378" y="99195"/>
                </a:cubicBezTo>
                <a:cubicBezTo>
                  <a:pt x="1563085" y="99195"/>
                  <a:pt x="1553986" y="95178"/>
                  <a:pt x="1548083" y="87145"/>
                </a:cubicBezTo>
                <a:cubicBezTo>
                  <a:pt x="1543423" y="80710"/>
                  <a:pt x="1541093" y="72588"/>
                  <a:pt x="1541093" y="62779"/>
                </a:cubicBezTo>
                <a:cubicBezTo>
                  <a:pt x="1541093" y="51062"/>
                  <a:pt x="1544155" y="41886"/>
                  <a:pt x="1550280" y="35251"/>
                </a:cubicBezTo>
                <a:cubicBezTo>
                  <a:pt x="1556405" y="28616"/>
                  <a:pt x="1564150" y="25298"/>
                  <a:pt x="1573514" y="25298"/>
                </a:cubicBezTo>
                <a:cubicBezTo>
                  <a:pt x="1584033" y="25298"/>
                  <a:pt x="1592333" y="28771"/>
                  <a:pt x="1598413" y="35717"/>
                </a:cubicBezTo>
                <a:cubicBezTo>
                  <a:pt x="1604493" y="42663"/>
                  <a:pt x="1607401" y="53303"/>
                  <a:pt x="1607134" y="67639"/>
                </a:cubicBezTo>
                <a:lnTo>
                  <a:pt x="1560266" y="67639"/>
                </a:lnTo>
                <a:cubicBezTo>
                  <a:pt x="1560399" y="73187"/>
                  <a:pt x="1561908" y="77503"/>
                  <a:pt x="1564793" y="80588"/>
                </a:cubicBezTo>
                <a:cubicBezTo>
                  <a:pt x="1567678" y="83672"/>
                  <a:pt x="1571273" y="85215"/>
                  <a:pt x="1575578" y="85215"/>
                </a:cubicBezTo>
                <a:cubicBezTo>
                  <a:pt x="1578507" y="85215"/>
                  <a:pt x="1580971" y="84416"/>
                  <a:pt x="1582968" y="82818"/>
                </a:cubicBezTo>
                <a:cubicBezTo>
                  <a:pt x="1584965" y="81220"/>
                  <a:pt x="1586474" y="78646"/>
                  <a:pt x="1587495" y="75095"/>
                </a:cubicBezTo>
                <a:moveTo>
                  <a:pt x="1588560" y="56188"/>
                </a:moveTo>
                <a:cubicBezTo>
                  <a:pt x="1588427" y="50774"/>
                  <a:pt x="1587029" y="46657"/>
                  <a:pt x="1584366" y="43839"/>
                </a:cubicBezTo>
                <a:cubicBezTo>
                  <a:pt x="1581703" y="41021"/>
                  <a:pt x="1578463" y="39611"/>
                  <a:pt x="1574646" y="39611"/>
                </a:cubicBezTo>
                <a:cubicBezTo>
                  <a:pt x="1570563" y="39611"/>
                  <a:pt x="1567190" y="41098"/>
                  <a:pt x="1564527" y="44072"/>
                </a:cubicBezTo>
                <a:cubicBezTo>
                  <a:pt x="1561864" y="47046"/>
                  <a:pt x="1560555" y="51084"/>
                  <a:pt x="1560599" y="56188"/>
                </a:cubicBezTo>
                <a:lnTo>
                  <a:pt x="1588560" y="56188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LocationDisclosureTable">
            <a:extLst xmlns:a="http://schemas.openxmlformats.org/drawingml/2006/main">
              <a:ext uri="{FF2B5EF4-FFF2-40B4-BE49-F238E27FC236}">
                <a16:creationId xmlns:a16="http://schemas.microsoft.com/office/drawing/2014/main" id="{CA5EFCDF-E793-499B-B55D-E5A401BF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011" y="1383871"/>
            <a:ext cx="1694557" cy="99195"/>
          </a:xfrm>
          <a:custGeom xmlns:a="http://schemas.openxmlformats.org/drawingml/2006/main">
            <a:pathLst>
              <a:path w="1694557" h="99195">
                <a:moveTo>
                  <a:pt x="0" y="97597"/>
                </a:moveTo>
                <a:lnTo>
                  <a:pt x="0" y="799"/>
                </a:lnTo>
                <a:lnTo>
                  <a:pt x="19706" y="799"/>
                </a:lnTo>
                <a:lnTo>
                  <a:pt x="19706" y="81154"/>
                </a:lnTo>
                <a:lnTo>
                  <a:pt x="68704" y="81154"/>
                </a:lnTo>
                <a:lnTo>
                  <a:pt x="68704" y="97597"/>
                </a:lnTo>
                <a:lnTo>
                  <a:pt x="0" y="97597"/>
                </a:lnTo>
                <a:close/>
                <a:moveTo>
                  <a:pt x="79376" y="61248"/>
                </a:moveTo>
                <a:cubicBezTo>
                  <a:pt x="79376" y="55034"/>
                  <a:pt x="80907" y="49021"/>
                  <a:pt x="83970" y="43206"/>
                </a:cubicBezTo>
                <a:cubicBezTo>
                  <a:pt x="87032" y="37392"/>
                  <a:pt x="91370" y="32954"/>
                  <a:pt x="96985" y="29892"/>
                </a:cubicBezTo>
                <a:cubicBezTo>
                  <a:pt x="102599" y="26829"/>
                  <a:pt x="108868" y="25298"/>
                  <a:pt x="115792" y="25298"/>
                </a:cubicBezTo>
                <a:cubicBezTo>
                  <a:pt x="126488" y="25298"/>
                  <a:pt x="135254" y="28771"/>
                  <a:pt x="142089" y="35717"/>
                </a:cubicBezTo>
                <a:cubicBezTo>
                  <a:pt x="148924" y="42663"/>
                  <a:pt x="152341" y="51439"/>
                  <a:pt x="152341" y="62047"/>
                </a:cubicBezTo>
                <a:cubicBezTo>
                  <a:pt x="152341" y="72743"/>
                  <a:pt x="148890" y="81608"/>
                  <a:pt x="141989" y="88643"/>
                </a:cubicBezTo>
                <a:cubicBezTo>
                  <a:pt x="135087" y="95678"/>
                  <a:pt x="126399" y="99195"/>
                  <a:pt x="115925" y="99195"/>
                </a:cubicBezTo>
                <a:cubicBezTo>
                  <a:pt x="109445" y="99195"/>
                  <a:pt x="103265" y="97730"/>
                  <a:pt x="97384" y="94801"/>
                </a:cubicBezTo>
                <a:cubicBezTo>
                  <a:pt x="91504" y="91872"/>
                  <a:pt x="87032" y="87578"/>
                  <a:pt x="83970" y="81919"/>
                </a:cubicBezTo>
                <a:cubicBezTo>
                  <a:pt x="80907" y="76260"/>
                  <a:pt x="79376" y="69370"/>
                  <a:pt x="79376" y="61248"/>
                </a:cubicBezTo>
                <a:moveTo>
                  <a:pt x="98549" y="62247"/>
                </a:moveTo>
                <a:cubicBezTo>
                  <a:pt x="98549" y="69259"/>
                  <a:pt x="100214" y="74629"/>
                  <a:pt x="103542" y="78357"/>
                </a:cubicBezTo>
                <a:cubicBezTo>
                  <a:pt x="106871" y="82086"/>
                  <a:pt x="110976" y="83950"/>
                  <a:pt x="115859" y="83950"/>
                </a:cubicBezTo>
                <a:cubicBezTo>
                  <a:pt x="120741" y="83950"/>
                  <a:pt x="124835" y="82086"/>
                  <a:pt x="128141" y="78357"/>
                </a:cubicBezTo>
                <a:cubicBezTo>
                  <a:pt x="131448" y="74629"/>
                  <a:pt x="133101" y="69215"/>
                  <a:pt x="133101" y="62113"/>
                </a:cubicBezTo>
                <a:cubicBezTo>
                  <a:pt x="133101" y="55190"/>
                  <a:pt x="131448" y="49864"/>
                  <a:pt x="128141" y="46136"/>
                </a:cubicBezTo>
                <a:cubicBezTo>
                  <a:pt x="124835" y="42408"/>
                  <a:pt x="120741" y="40543"/>
                  <a:pt x="115859" y="40543"/>
                </a:cubicBezTo>
                <a:cubicBezTo>
                  <a:pt x="110976" y="40543"/>
                  <a:pt x="106871" y="42408"/>
                  <a:pt x="103542" y="46136"/>
                </a:cubicBezTo>
                <a:cubicBezTo>
                  <a:pt x="100214" y="49864"/>
                  <a:pt x="98549" y="55234"/>
                  <a:pt x="98549" y="62247"/>
                </a:cubicBezTo>
                <a:close/>
                <a:moveTo>
                  <a:pt x="229720" y="47800"/>
                </a:moveTo>
                <a:lnTo>
                  <a:pt x="211279" y="51129"/>
                </a:lnTo>
                <a:cubicBezTo>
                  <a:pt x="210658" y="47445"/>
                  <a:pt x="209249" y="44671"/>
                  <a:pt x="207052" y="42807"/>
                </a:cubicBezTo>
                <a:cubicBezTo>
                  <a:pt x="204855" y="40943"/>
                  <a:pt x="202003" y="40011"/>
                  <a:pt x="198497" y="40011"/>
                </a:cubicBezTo>
                <a:cubicBezTo>
                  <a:pt x="193837" y="40011"/>
                  <a:pt x="190120" y="41620"/>
                  <a:pt x="187346" y="44837"/>
                </a:cubicBezTo>
                <a:cubicBezTo>
                  <a:pt x="184572" y="48055"/>
                  <a:pt x="183185" y="53437"/>
                  <a:pt x="183185" y="60982"/>
                </a:cubicBezTo>
                <a:cubicBezTo>
                  <a:pt x="183185" y="69370"/>
                  <a:pt x="184594" y="75295"/>
                  <a:pt x="187412" y="78757"/>
                </a:cubicBezTo>
                <a:cubicBezTo>
                  <a:pt x="190231" y="82219"/>
                  <a:pt x="194014" y="83950"/>
                  <a:pt x="198763" y="83950"/>
                </a:cubicBezTo>
                <a:cubicBezTo>
                  <a:pt x="202314" y="83950"/>
                  <a:pt x="205221" y="82940"/>
                  <a:pt x="207484" y="80921"/>
                </a:cubicBezTo>
                <a:cubicBezTo>
                  <a:pt x="209748" y="78901"/>
                  <a:pt x="211346" y="75428"/>
                  <a:pt x="212278" y="70502"/>
                </a:cubicBezTo>
                <a:lnTo>
                  <a:pt x="230652" y="73631"/>
                </a:lnTo>
                <a:cubicBezTo>
                  <a:pt x="228744" y="82063"/>
                  <a:pt x="225082" y="88432"/>
                  <a:pt x="219667" y="92737"/>
                </a:cubicBezTo>
                <a:cubicBezTo>
                  <a:pt x="214253" y="97042"/>
                  <a:pt x="206996" y="99195"/>
                  <a:pt x="197898" y="99195"/>
                </a:cubicBezTo>
                <a:cubicBezTo>
                  <a:pt x="187557" y="99195"/>
                  <a:pt x="179313" y="95933"/>
                  <a:pt x="173166" y="89409"/>
                </a:cubicBezTo>
                <a:cubicBezTo>
                  <a:pt x="167019" y="82884"/>
                  <a:pt x="163945" y="73853"/>
                  <a:pt x="163945" y="62313"/>
                </a:cubicBezTo>
                <a:cubicBezTo>
                  <a:pt x="163945" y="50641"/>
                  <a:pt x="167030" y="41553"/>
                  <a:pt x="173199" y="35051"/>
                </a:cubicBezTo>
                <a:cubicBezTo>
                  <a:pt x="179368" y="28549"/>
                  <a:pt x="187712" y="25298"/>
                  <a:pt x="198231" y="25298"/>
                </a:cubicBezTo>
                <a:cubicBezTo>
                  <a:pt x="206841" y="25298"/>
                  <a:pt x="213687" y="27151"/>
                  <a:pt x="218769" y="30857"/>
                </a:cubicBezTo>
                <a:cubicBezTo>
                  <a:pt x="223851" y="34563"/>
                  <a:pt x="227501" y="40211"/>
                  <a:pt x="229720" y="47800"/>
                </a:cubicBezTo>
                <a:close/>
                <a:moveTo>
                  <a:pt x="258651" y="48466"/>
                </a:moveTo>
                <a:lnTo>
                  <a:pt x="241675" y="45403"/>
                </a:lnTo>
                <a:cubicBezTo>
                  <a:pt x="243583" y="38568"/>
                  <a:pt x="246867" y="33509"/>
                  <a:pt x="251527" y="30225"/>
                </a:cubicBezTo>
                <a:cubicBezTo>
                  <a:pt x="256188" y="26940"/>
                  <a:pt x="263111" y="25298"/>
                  <a:pt x="272299" y="25298"/>
                </a:cubicBezTo>
                <a:cubicBezTo>
                  <a:pt x="280642" y="25298"/>
                  <a:pt x="286856" y="26286"/>
                  <a:pt x="290939" y="28261"/>
                </a:cubicBezTo>
                <a:cubicBezTo>
                  <a:pt x="295022" y="30236"/>
                  <a:pt x="297896" y="32743"/>
                  <a:pt x="299561" y="35783"/>
                </a:cubicBezTo>
                <a:cubicBezTo>
                  <a:pt x="301225" y="38824"/>
                  <a:pt x="302057" y="44405"/>
                  <a:pt x="302057" y="52527"/>
                </a:cubicBezTo>
                <a:lnTo>
                  <a:pt x="301857" y="74363"/>
                </a:lnTo>
                <a:cubicBezTo>
                  <a:pt x="301857" y="80577"/>
                  <a:pt x="302157" y="85159"/>
                  <a:pt x="302756" y="88111"/>
                </a:cubicBezTo>
                <a:cubicBezTo>
                  <a:pt x="303355" y="91062"/>
                  <a:pt x="304476" y="94224"/>
                  <a:pt x="306118" y="97597"/>
                </a:cubicBezTo>
                <a:lnTo>
                  <a:pt x="287610" y="97597"/>
                </a:lnTo>
                <a:cubicBezTo>
                  <a:pt x="287122" y="96355"/>
                  <a:pt x="286523" y="94513"/>
                  <a:pt x="285813" y="92072"/>
                </a:cubicBezTo>
                <a:cubicBezTo>
                  <a:pt x="285502" y="90962"/>
                  <a:pt x="285280" y="90230"/>
                  <a:pt x="285147" y="89875"/>
                </a:cubicBezTo>
                <a:cubicBezTo>
                  <a:pt x="281952" y="92981"/>
                  <a:pt x="278534" y="95312"/>
                  <a:pt x="274895" y="96865"/>
                </a:cubicBezTo>
                <a:cubicBezTo>
                  <a:pt x="271256" y="98418"/>
                  <a:pt x="267372" y="99195"/>
                  <a:pt x="263244" y="99195"/>
                </a:cubicBezTo>
                <a:cubicBezTo>
                  <a:pt x="255966" y="99195"/>
                  <a:pt x="250229" y="97220"/>
                  <a:pt x="246035" y="93270"/>
                </a:cubicBezTo>
                <a:cubicBezTo>
                  <a:pt x="241841" y="89320"/>
                  <a:pt x="239744" y="84327"/>
                  <a:pt x="239744" y="78291"/>
                </a:cubicBezTo>
                <a:cubicBezTo>
                  <a:pt x="239744" y="74296"/>
                  <a:pt x="240698" y="70735"/>
                  <a:pt x="242607" y="67606"/>
                </a:cubicBezTo>
                <a:cubicBezTo>
                  <a:pt x="244515" y="64477"/>
                  <a:pt x="247189" y="62080"/>
                  <a:pt x="250629" y="60416"/>
                </a:cubicBezTo>
                <a:cubicBezTo>
                  <a:pt x="254068" y="58751"/>
                  <a:pt x="259028" y="57298"/>
                  <a:pt x="265508" y="56055"/>
                </a:cubicBezTo>
                <a:cubicBezTo>
                  <a:pt x="274251" y="54413"/>
                  <a:pt x="280310" y="52882"/>
                  <a:pt x="283683" y="51462"/>
                </a:cubicBezTo>
                <a:lnTo>
                  <a:pt x="283683" y="49598"/>
                </a:lnTo>
                <a:cubicBezTo>
                  <a:pt x="283683" y="46003"/>
                  <a:pt x="282795" y="43439"/>
                  <a:pt x="281020" y="41908"/>
                </a:cubicBezTo>
                <a:cubicBezTo>
                  <a:pt x="279244" y="40377"/>
                  <a:pt x="275893" y="39611"/>
                  <a:pt x="270967" y="39611"/>
                </a:cubicBezTo>
                <a:cubicBezTo>
                  <a:pt x="267638" y="39611"/>
                  <a:pt x="265042" y="40266"/>
                  <a:pt x="263178" y="41575"/>
                </a:cubicBezTo>
                <a:cubicBezTo>
                  <a:pt x="261314" y="42885"/>
                  <a:pt x="259805" y="45181"/>
                  <a:pt x="258651" y="48466"/>
                </a:cubicBezTo>
                <a:moveTo>
                  <a:pt x="283683" y="63645"/>
                </a:moveTo>
                <a:cubicBezTo>
                  <a:pt x="281286" y="64443"/>
                  <a:pt x="277491" y="65398"/>
                  <a:pt x="272299" y="66507"/>
                </a:cubicBezTo>
                <a:cubicBezTo>
                  <a:pt x="267106" y="67617"/>
                  <a:pt x="263710" y="68704"/>
                  <a:pt x="262113" y="69769"/>
                </a:cubicBezTo>
                <a:cubicBezTo>
                  <a:pt x="259672" y="71500"/>
                  <a:pt x="258451" y="73697"/>
                  <a:pt x="258451" y="76360"/>
                </a:cubicBezTo>
                <a:cubicBezTo>
                  <a:pt x="258451" y="78979"/>
                  <a:pt x="259428" y="81242"/>
                  <a:pt x="261380" y="83151"/>
                </a:cubicBezTo>
                <a:cubicBezTo>
                  <a:pt x="263333" y="85059"/>
                  <a:pt x="265819" y="86013"/>
                  <a:pt x="268837" y="86013"/>
                </a:cubicBezTo>
                <a:cubicBezTo>
                  <a:pt x="272210" y="86013"/>
                  <a:pt x="275427" y="84904"/>
                  <a:pt x="278490" y="82685"/>
                </a:cubicBezTo>
                <a:cubicBezTo>
                  <a:pt x="280753" y="80998"/>
                  <a:pt x="282240" y="78934"/>
                  <a:pt x="282950" y="76493"/>
                </a:cubicBezTo>
                <a:cubicBezTo>
                  <a:pt x="283439" y="74896"/>
                  <a:pt x="283683" y="71855"/>
                  <a:pt x="283683" y="67373"/>
                </a:cubicBezTo>
                <a:lnTo>
                  <a:pt x="283683" y="63645"/>
                </a:lnTo>
                <a:close/>
                <a:moveTo>
                  <a:pt x="353689" y="26896"/>
                </a:moveTo>
                <a:lnTo>
                  <a:pt x="353689" y="41808"/>
                </a:lnTo>
                <a:lnTo>
                  <a:pt x="340907" y="41808"/>
                </a:lnTo>
                <a:lnTo>
                  <a:pt x="340907" y="70302"/>
                </a:lnTo>
                <a:cubicBezTo>
                  <a:pt x="340907" y="76072"/>
                  <a:pt x="341029" y="79434"/>
                  <a:pt x="341273" y="80388"/>
                </a:cubicBezTo>
                <a:cubicBezTo>
                  <a:pt x="341517" y="81342"/>
                  <a:pt x="342072" y="82130"/>
                  <a:pt x="342938" y="82751"/>
                </a:cubicBezTo>
                <a:cubicBezTo>
                  <a:pt x="343803" y="83373"/>
                  <a:pt x="344857" y="83683"/>
                  <a:pt x="346100" y="83683"/>
                </a:cubicBezTo>
                <a:cubicBezTo>
                  <a:pt x="347831" y="83683"/>
                  <a:pt x="350339" y="83084"/>
                  <a:pt x="353623" y="81886"/>
                </a:cubicBezTo>
                <a:lnTo>
                  <a:pt x="355221" y="96399"/>
                </a:lnTo>
                <a:cubicBezTo>
                  <a:pt x="350871" y="98263"/>
                  <a:pt x="345945" y="99195"/>
                  <a:pt x="340441" y="99195"/>
                </a:cubicBezTo>
                <a:cubicBezTo>
                  <a:pt x="337068" y="99195"/>
                  <a:pt x="334028" y="98629"/>
                  <a:pt x="331321" y="97497"/>
                </a:cubicBezTo>
                <a:cubicBezTo>
                  <a:pt x="328613" y="96366"/>
                  <a:pt x="326627" y="94901"/>
                  <a:pt x="325362" y="93104"/>
                </a:cubicBezTo>
                <a:cubicBezTo>
                  <a:pt x="324097" y="91306"/>
                  <a:pt x="323221" y="88876"/>
                  <a:pt x="322733" y="85814"/>
                </a:cubicBezTo>
                <a:cubicBezTo>
                  <a:pt x="322333" y="83639"/>
                  <a:pt x="322133" y="79245"/>
                  <a:pt x="322133" y="72632"/>
                </a:cubicBezTo>
                <a:lnTo>
                  <a:pt x="322133" y="41808"/>
                </a:lnTo>
                <a:lnTo>
                  <a:pt x="313545" y="41808"/>
                </a:lnTo>
                <a:lnTo>
                  <a:pt x="313545" y="26896"/>
                </a:lnTo>
                <a:lnTo>
                  <a:pt x="322133" y="26896"/>
                </a:lnTo>
                <a:lnTo>
                  <a:pt x="322133" y="12849"/>
                </a:lnTo>
                <a:lnTo>
                  <a:pt x="340907" y="1931"/>
                </a:lnTo>
                <a:lnTo>
                  <a:pt x="340907" y="26896"/>
                </a:lnTo>
                <a:lnTo>
                  <a:pt x="353689" y="26896"/>
                </a:lnTo>
                <a:close/>
                <a:moveTo>
                  <a:pt x="366507" y="17309"/>
                </a:moveTo>
                <a:lnTo>
                  <a:pt x="366507" y="0"/>
                </a:lnTo>
                <a:lnTo>
                  <a:pt x="385214" y="0"/>
                </a:lnTo>
                <a:lnTo>
                  <a:pt x="385214" y="17309"/>
                </a:lnTo>
                <a:lnTo>
                  <a:pt x="366507" y="17309"/>
                </a:lnTo>
                <a:moveTo>
                  <a:pt x="366507" y="97597"/>
                </a:moveTo>
                <a:lnTo>
                  <a:pt x="366507" y="26896"/>
                </a:lnTo>
                <a:lnTo>
                  <a:pt x="385214" y="26896"/>
                </a:lnTo>
                <a:lnTo>
                  <a:pt x="385214" y="97597"/>
                </a:lnTo>
                <a:lnTo>
                  <a:pt x="366507" y="97597"/>
                </a:lnTo>
                <a:close/>
                <a:moveTo>
                  <a:pt x="399646" y="61248"/>
                </a:moveTo>
                <a:cubicBezTo>
                  <a:pt x="399646" y="55034"/>
                  <a:pt x="401178" y="49021"/>
                  <a:pt x="404240" y="43206"/>
                </a:cubicBezTo>
                <a:cubicBezTo>
                  <a:pt x="407302" y="37392"/>
                  <a:pt x="411641" y="32954"/>
                  <a:pt x="417255" y="29892"/>
                </a:cubicBezTo>
                <a:cubicBezTo>
                  <a:pt x="422870" y="26829"/>
                  <a:pt x="429139" y="25298"/>
                  <a:pt x="436062" y="25298"/>
                </a:cubicBezTo>
                <a:cubicBezTo>
                  <a:pt x="446758" y="25298"/>
                  <a:pt x="455524" y="28771"/>
                  <a:pt x="462359" y="35717"/>
                </a:cubicBezTo>
                <a:cubicBezTo>
                  <a:pt x="469194" y="42663"/>
                  <a:pt x="472611" y="51439"/>
                  <a:pt x="472611" y="62047"/>
                </a:cubicBezTo>
                <a:cubicBezTo>
                  <a:pt x="472611" y="72743"/>
                  <a:pt x="469161" y="81608"/>
                  <a:pt x="462259" y="88643"/>
                </a:cubicBezTo>
                <a:cubicBezTo>
                  <a:pt x="455358" y="95678"/>
                  <a:pt x="446670" y="99195"/>
                  <a:pt x="436195" y="99195"/>
                </a:cubicBezTo>
                <a:cubicBezTo>
                  <a:pt x="429716" y="99195"/>
                  <a:pt x="423535" y="97730"/>
                  <a:pt x="417655" y="94801"/>
                </a:cubicBezTo>
                <a:cubicBezTo>
                  <a:pt x="411774" y="91872"/>
                  <a:pt x="407302" y="87578"/>
                  <a:pt x="404240" y="81919"/>
                </a:cubicBezTo>
                <a:cubicBezTo>
                  <a:pt x="401178" y="76260"/>
                  <a:pt x="399646" y="69370"/>
                  <a:pt x="399646" y="61248"/>
                </a:cubicBezTo>
                <a:moveTo>
                  <a:pt x="418820" y="62247"/>
                </a:moveTo>
                <a:cubicBezTo>
                  <a:pt x="418820" y="69259"/>
                  <a:pt x="420484" y="74629"/>
                  <a:pt x="423813" y="78357"/>
                </a:cubicBezTo>
                <a:cubicBezTo>
                  <a:pt x="427141" y="82086"/>
                  <a:pt x="431247" y="83950"/>
                  <a:pt x="436129" y="83950"/>
                </a:cubicBezTo>
                <a:cubicBezTo>
                  <a:pt x="441011" y="83950"/>
                  <a:pt x="445105" y="82086"/>
                  <a:pt x="448412" y="78357"/>
                </a:cubicBezTo>
                <a:cubicBezTo>
                  <a:pt x="451718" y="74629"/>
                  <a:pt x="453371" y="69215"/>
                  <a:pt x="453371" y="62113"/>
                </a:cubicBezTo>
                <a:cubicBezTo>
                  <a:pt x="453371" y="55190"/>
                  <a:pt x="451718" y="49864"/>
                  <a:pt x="448412" y="46136"/>
                </a:cubicBezTo>
                <a:cubicBezTo>
                  <a:pt x="445105" y="42408"/>
                  <a:pt x="441011" y="40543"/>
                  <a:pt x="436129" y="40543"/>
                </a:cubicBezTo>
                <a:cubicBezTo>
                  <a:pt x="431247" y="40543"/>
                  <a:pt x="427141" y="42408"/>
                  <a:pt x="423813" y="46136"/>
                </a:cubicBezTo>
                <a:cubicBezTo>
                  <a:pt x="420484" y="49864"/>
                  <a:pt x="418820" y="55234"/>
                  <a:pt x="418820" y="62247"/>
                </a:cubicBezTo>
                <a:close/>
                <a:moveTo>
                  <a:pt x="552653" y="97597"/>
                </a:moveTo>
                <a:lnTo>
                  <a:pt x="533946" y="97597"/>
                </a:lnTo>
                <a:lnTo>
                  <a:pt x="533946" y="61514"/>
                </a:lnTo>
                <a:cubicBezTo>
                  <a:pt x="533946" y="53880"/>
                  <a:pt x="533547" y="48943"/>
                  <a:pt x="532748" y="46702"/>
                </a:cubicBezTo>
                <a:cubicBezTo>
                  <a:pt x="531949" y="44460"/>
                  <a:pt x="530651" y="42718"/>
                  <a:pt x="528853" y="41476"/>
                </a:cubicBezTo>
                <a:cubicBezTo>
                  <a:pt x="527056" y="40233"/>
                  <a:pt x="524892" y="39611"/>
                  <a:pt x="522362" y="39611"/>
                </a:cubicBezTo>
                <a:cubicBezTo>
                  <a:pt x="519122" y="39611"/>
                  <a:pt x="516215" y="40499"/>
                  <a:pt x="513641" y="42274"/>
                </a:cubicBezTo>
                <a:cubicBezTo>
                  <a:pt x="511067" y="44050"/>
                  <a:pt x="509303" y="46402"/>
                  <a:pt x="508349" y="49331"/>
                </a:cubicBezTo>
                <a:cubicBezTo>
                  <a:pt x="507394" y="52260"/>
                  <a:pt x="506917" y="57675"/>
                  <a:pt x="506917" y="65575"/>
                </a:cubicBezTo>
                <a:lnTo>
                  <a:pt x="506917" y="97597"/>
                </a:lnTo>
                <a:lnTo>
                  <a:pt x="488210" y="97597"/>
                </a:lnTo>
                <a:lnTo>
                  <a:pt x="488210" y="26896"/>
                </a:lnTo>
                <a:lnTo>
                  <a:pt x="505586" y="26896"/>
                </a:lnTo>
                <a:lnTo>
                  <a:pt x="505586" y="37281"/>
                </a:lnTo>
                <a:cubicBezTo>
                  <a:pt x="511755" y="29292"/>
                  <a:pt x="519522" y="25298"/>
                  <a:pt x="528887" y="25298"/>
                </a:cubicBezTo>
                <a:cubicBezTo>
                  <a:pt x="533014" y="25298"/>
                  <a:pt x="536787" y="26041"/>
                  <a:pt x="540204" y="27528"/>
                </a:cubicBezTo>
                <a:cubicBezTo>
                  <a:pt x="543622" y="29015"/>
                  <a:pt x="546207" y="30912"/>
                  <a:pt x="547960" y="33220"/>
                </a:cubicBezTo>
                <a:cubicBezTo>
                  <a:pt x="549713" y="35528"/>
                  <a:pt x="550934" y="38147"/>
                  <a:pt x="551622" y="41076"/>
                </a:cubicBezTo>
                <a:cubicBezTo>
                  <a:pt x="552309" y="44005"/>
                  <a:pt x="552653" y="48199"/>
                  <a:pt x="552653" y="53659"/>
                </a:cubicBezTo>
                <a:lnTo>
                  <a:pt x="552653" y="97597"/>
                </a:lnTo>
                <a:close/>
                <a:moveTo>
                  <a:pt x="610246" y="0"/>
                </a:moveTo>
                <a:lnTo>
                  <a:pt x="646262" y="0"/>
                </a:lnTo>
                <a:cubicBezTo>
                  <a:pt x="654385" y="0"/>
                  <a:pt x="660576" y="621"/>
                  <a:pt x="664837" y="1864"/>
                </a:cubicBezTo>
                <a:cubicBezTo>
                  <a:pt x="670562" y="3551"/>
                  <a:pt x="675466" y="6546"/>
                  <a:pt x="679549" y="10852"/>
                </a:cubicBezTo>
                <a:cubicBezTo>
                  <a:pt x="683633" y="15157"/>
                  <a:pt x="686739" y="20427"/>
                  <a:pt x="688870" y="26663"/>
                </a:cubicBezTo>
                <a:cubicBezTo>
                  <a:pt x="691000" y="32899"/>
                  <a:pt x="692065" y="40588"/>
                  <a:pt x="692065" y="49731"/>
                </a:cubicBezTo>
                <a:cubicBezTo>
                  <a:pt x="692065" y="57764"/>
                  <a:pt x="691067" y="64688"/>
                  <a:pt x="689069" y="70502"/>
                </a:cubicBezTo>
                <a:cubicBezTo>
                  <a:pt x="686628" y="77603"/>
                  <a:pt x="683144" y="83350"/>
                  <a:pt x="678617" y="87744"/>
                </a:cubicBezTo>
                <a:cubicBezTo>
                  <a:pt x="675200" y="91073"/>
                  <a:pt x="670584" y="93669"/>
                  <a:pt x="664770" y="95533"/>
                </a:cubicBezTo>
                <a:cubicBezTo>
                  <a:pt x="660421" y="96909"/>
                  <a:pt x="654606" y="97597"/>
                  <a:pt x="647328" y="97597"/>
                </a:cubicBezTo>
                <a:lnTo>
                  <a:pt x="610246" y="97597"/>
                </a:lnTo>
                <a:lnTo>
                  <a:pt x="610246" y="0"/>
                </a:lnTo>
                <a:moveTo>
                  <a:pt x="629952" y="16510"/>
                </a:moveTo>
                <a:lnTo>
                  <a:pt x="629952" y="81154"/>
                </a:lnTo>
                <a:lnTo>
                  <a:pt x="644665" y="81154"/>
                </a:lnTo>
                <a:cubicBezTo>
                  <a:pt x="650168" y="81154"/>
                  <a:pt x="654140" y="80843"/>
                  <a:pt x="656581" y="80221"/>
                </a:cubicBezTo>
                <a:cubicBezTo>
                  <a:pt x="659777" y="79423"/>
                  <a:pt x="662429" y="78069"/>
                  <a:pt x="664537" y="76160"/>
                </a:cubicBezTo>
                <a:cubicBezTo>
                  <a:pt x="666645" y="74252"/>
                  <a:pt x="668365" y="71112"/>
                  <a:pt x="669696" y="66740"/>
                </a:cubicBezTo>
                <a:cubicBezTo>
                  <a:pt x="671028" y="62369"/>
                  <a:pt x="671694" y="56410"/>
                  <a:pt x="671694" y="48865"/>
                </a:cubicBezTo>
                <a:cubicBezTo>
                  <a:pt x="671694" y="41320"/>
                  <a:pt x="671028" y="35528"/>
                  <a:pt x="669696" y="31489"/>
                </a:cubicBezTo>
                <a:cubicBezTo>
                  <a:pt x="668365" y="27451"/>
                  <a:pt x="666501" y="24299"/>
                  <a:pt x="664104" y="22036"/>
                </a:cubicBezTo>
                <a:cubicBezTo>
                  <a:pt x="661708" y="19772"/>
                  <a:pt x="658667" y="18241"/>
                  <a:pt x="654984" y="17442"/>
                </a:cubicBezTo>
                <a:cubicBezTo>
                  <a:pt x="652232" y="16821"/>
                  <a:pt x="646839" y="16510"/>
                  <a:pt x="638806" y="16510"/>
                </a:cubicBezTo>
                <a:lnTo>
                  <a:pt x="629952" y="16510"/>
                </a:lnTo>
                <a:close/>
                <a:moveTo>
                  <a:pt x="710228" y="17309"/>
                </a:moveTo>
                <a:lnTo>
                  <a:pt x="710228" y="0"/>
                </a:lnTo>
                <a:lnTo>
                  <a:pt x="728935" y="0"/>
                </a:lnTo>
                <a:lnTo>
                  <a:pt x="728935" y="17309"/>
                </a:lnTo>
                <a:lnTo>
                  <a:pt x="710228" y="17309"/>
                </a:lnTo>
                <a:moveTo>
                  <a:pt x="710228" y="97597"/>
                </a:moveTo>
                <a:lnTo>
                  <a:pt x="710228" y="26896"/>
                </a:lnTo>
                <a:lnTo>
                  <a:pt x="728935" y="26896"/>
                </a:lnTo>
                <a:lnTo>
                  <a:pt x="728935" y="97597"/>
                </a:lnTo>
                <a:lnTo>
                  <a:pt x="710228" y="97597"/>
                </a:lnTo>
                <a:close/>
                <a:moveTo>
                  <a:pt x="741104" y="77425"/>
                </a:moveTo>
                <a:lnTo>
                  <a:pt x="759878" y="74563"/>
                </a:lnTo>
                <a:cubicBezTo>
                  <a:pt x="760677" y="78202"/>
                  <a:pt x="762297" y="80965"/>
                  <a:pt x="764738" y="82851"/>
                </a:cubicBezTo>
                <a:cubicBezTo>
                  <a:pt x="767179" y="84737"/>
                  <a:pt x="770597" y="85681"/>
                  <a:pt x="774991" y="85681"/>
                </a:cubicBezTo>
                <a:cubicBezTo>
                  <a:pt x="779828" y="85681"/>
                  <a:pt x="783468" y="84793"/>
                  <a:pt x="785909" y="83018"/>
                </a:cubicBezTo>
                <a:cubicBezTo>
                  <a:pt x="787551" y="81775"/>
                  <a:pt x="788372" y="80111"/>
                  <a:pt x="788372" y="78025"/>
                </a:cubicBezTo>
                <a:cubicBezTo>
                  <a:pt x="788372" y="76604"/>
                  <a:pt x="787928" y="75428"/>
                  <a:pt x="787040" y="74496"/>
                </a:cubicBezTo>
                <a:cubicBezTo>
                  <a:pt x="786108" y="73608"/>
                  <a:pt x="784022" y="72787"/>
                  <a:pt x="780782" y="72033"/>
                </a:cubicBezTo>
                <a:cubicBezTo>
                  <a:pt x="765692" y="68704"/>
                  <a:pt x="756128" y="65664"/>
                  <a:pt x="752089" y="62912"/>
                </a:cubicBezTo>
                <a:cubicBezTo>
                  <a:pt x="746497" y="59095"/>
                  <a:pt x="743701" y="53792"/>
                  <a:pt x="743701" y="47001"/>
                </a:cubicBezTo>
                <a:cubicBezTo>
                  <a:pt x="743701" y="40876"/>
                  <a:pt x="746120" y="35728"/>
                  <a:pt x="750957" y="31556"/>
                </a:cubicBezTo>
                <a:cubicBezTo>
                  <a:pt x="755795" y="27384"/>
                  <a:pt x="763296" y="25298"/>
                  <a:pt x="773459" y="25298"/>
                </a:cubicBezTo>
                <a:cubicBezTo>
                  <a:pt x="783135" y="25298"/>
                  <a:pt x="790325" y="26874"/>
                  <a:pt x="795029" y="30025"/>
                </a:cubicBezTo>
                <a:cubicBezTo>
                  <a:pt x="799734" y="33176"/>
                  <a:pt x="802974" y="37836"/>
                  <a:pt x="804749" y="44005"/>
                </a:cubicBezTo>
                <a:lnTo>
                  <a:pt x="787107" y="47267"/>
                </a:lnTo>
                <a:cubicBezTo>
                  <a:pt x="786352" y="44516"/>
                  <a:pt x="784921" y="42408"/>
                  <a:pt x="782813" y="40943"/>
                </a:cubicBezTo>
                <a:cubicBezTo>
                  <a:pt x="780705" y="39478"/>
                  <a:pt x="777698" y="38746"/>
                  <a:pt x="773792" y="38746"/>
                </a:cubicBezTo>
                <a:cubicBezTo>
                  <a:pt x="768866" y="38746"/>
                  <a:pt x="765337" y="39434"/>
                  <a:pt x="763207" y="40810"/>
                </a:cubicBezTo>
                <a:cubicBezTo>
                  <a:pt x="761787" y="41786"/>
                  <a:pt x="761077" y="43051"/>
                  <a:pt x="761077" y="44604"/>
                </a:cubicBezTo>
                <a:cubicBezTo>
                  <a:pt x="761077" y="45936"/>
                  <a:pt x="761698" y="47068"/>
                  <a:pt x="762941" y="48000"/>
                </a:cubicBezTo>
                <a:cubicBezTo>
                  <a:pt x="764627" y="49242"/>
                  <a:pt x="770452" y="50996"/>
                  <a:pt x="780416" y="53259"/>
                </a:cubicBezTo>
                <a:cubicBezTo>
                  <a:pt x="790380" y="55523"/>
                  <a:pt x="797337" y="58297"/>
                  <a:pt x="801287" y="61581"/>
                </a:cubicBezTo>
                <a:cubicBezTo>
                  <a:pt x="805193" y="64910"/>
                  <a:pt x="807146" y="69547"/>
                  <a:pt x="807146" y="75495"/>
                </a:cubicBezTo>
                <a:cubicBezTo>
                  <a:pt x="807146" y="81975"/>
                  <a:pt x="804438" y="87545"/>
                  <a:pt x="799024" y="92205"/>
                </a:cubicBezTo>
                <a:cubicBezTo>
                  <a:pt x="793609" y="96865"/>
                  <a:pt x="785598" y="99195"/>
                  <a:pt x="774991" y="99195"/>
                </a:cubicBezTo>
                <a:cubicBezTo>
                  <a:pt x="765359" y="99195"/>
                  <a:pt x="757737" y="97242"/>
                  <a:pt x="752122" y="93337"/>
                </a:cubicBezTo>
                <a:cubicBezTo>
                  <a:pt x="746508" y="89431"/>
                  <a:pt x="742835" y="84127"/>
                  <a:pt x="741104" y="77425"/>
                </a:cubicBezTo>
                <a:close/>
                <a:moveTo>
                  <a:pt x="885940" y="47800"/>
                </a:moveTo>
                <a:lnTo>
                  <a:pt x="867500" y="51129"/>
                </a:lnTo>
                <a:cubicBezTo>
                  <a:pt x="866878" y="47445"/>
                  <a:pt x="865469" y="44671"/>
                  <a:pt x="863272" y="42807"/>
                </a:cubicBezTo>
                <a:cubicBezTo>
                  <a:pt x="861075" y="40943"/>
                  <a:pt x="858224" y="40011"/>
                  <a:pt x="854717" y="40011"/>
                </a:cubicBezTo>
                <a:cubicBezTo>
                  <a:pt x="850057" y="40011"/>
                  <a:pt x="846340" y="41620"/>
                  <a:pt x="843566" y="44837"/>
                </a:cubicBezTo>
                <a:cubicBezTo>
                  <a:pt x="840792" y="48055"/>
                  <a:pt x="839405" y="53437"/>
                  <a:pt x="839405" y="60982"/>
                </a:cubicBezTo>
                <a:cubicBezTo>
                  <a:pt x="839405" y="69370"/>
                  <a:pt x="840814" y="75295"/>
                  <a:pt x="843633" y="78757"/>
                </a:cubicBezTo>
                <a:cubicBezTo>
                  <a:pt x="846451" y="82219"/>
                  <a:pt x="850235" y="83950"/>
                  <a:pt x="854984" y="83950"/>
                </a:cubicBezTo>
                <a:cubicBezTo>
                  <a:pt x="858534" y="83950"/>
                  <a:pt x="861441" y="82940"/>
                  <a:pt x="863705" y="80921"/>
                </a:cubicBezTo>
                <a:cubicBezTo>
                  <a:pt x="865968" y="78901"/>
                  <a:pt x="867566" y="75428"/>
                  <a:pt x="868498" y="70502"/>
                </a:cubicBezTo>
                <a:lnTo>
                  <a:pt x="886873" y="73631"/>
                </a:lnTo>
                <a:cubicBezTo>
                  <a:pt x="884964" y="82063"/>
                  <a:pt x="881302" y="88432"/>
                  <a:pt x="875888" y="92737"/>
                </a:cubicBezTo>
                <a:cubicBezTo>
                  <a:pt x="870473" y="97042"/>
                  <a:pt x="863217" y="99195"/>
                  <a:pt x="854118" y="99195"/>
                </a:cubicBezTo>
                <a:cubicBezTo>
                  <a:pt x="843777" y="99195"/>
                  <a:pt x="835533" y="95933"/>
                  <a:pt x="829386" y="89409"/>
                </a:cubicBezTo>
                <a:cubicBezTo>
                  <a:pt x="823239" y="82884"/>
                  <a:pt x="820166" y="73853"/>
                  <a:pt x="820166" y="62313"/>
                </a:cubicBezTo>
                <a:cubicBezTo>
                  <a:pt x="820166" y="50641"/>
                  <a:pt x="823250" y="41553"/>
                  <a:pt x="829419" y="35051"/>
                </a:cubicBezTo>
                <a:cubicBezTo>
                  <a:pt x="835588" y="28549"/>
                  <a:pt x="843932" y="25298"/>
                  <a:pt x="854451" y="25298"/>
                </a:cubicBezTo>
                <a:cubicBezTo>
                  <a:pt x="863061" y="25298"/>
                  <a:pt x="869907" y="27151"/>
                  <a:pt x="874989" y="30857"/>
                </a:cubicBezTo>
                <a:cubicBezTo>
                  <a:pt x="880071" y="34563"/>
                  <a:pt x="883721" y="40211"/>
                  <a:pt x="885940" y="47800"/>
                </a:cubicBezTo>
                <a:close/>
                <a:moveTo>
                  <a:pt x="900891" y="97597"/>
                </a:moveTo>
                <a:lnTo>
                  <a:pt x="900891" y="0"/>
                </a:lnTo>
                <a:lnTo>
                  <a:pt x="919598" y="0"/>
                </a:lnTo>
                <a:lnTo>
                  <a:pt x="919598" y="97597"/>
                </a:lnTo>
                <a:lnTo>
                  <a:pt x="900891" y="97597"/>
                </a:lnTo>
                <a:close/>
                <a:moveTo>
                  <a:pt x="934031" y="61248"/>
                </a:moveTo>
                <a:cubicBezTo>
                  <a:pt x="934031" y="55034"/>
                  <a:pt x="935562" y="49021"/>
                  <a:pt x="938624" y="43206"/>
                </a:cubicBezTo>
                <a:cubicBezTo>
                  <a:pt x="941687" y="37392"/>
                  <a:pt x="946025" y="32954"/>
                  <a:pt x="951639" y="29892"/>
                </a:cubicBezTo>
                <a:cubicBezTo>
                  <a:pt x="957254" y="26829"/>
                  <a:pt x="963523" y="25298"/>
                  <a:pt x="970447" y="25298"/>
                </a:cubicBezTo>
                <a:cubicBezTo>
                  <a:pt x="981143" y="25298"/>
                  <a:pt x="989908" y="28771"/>
                  <a:pt x="996743" y="35717"/>
                </a:cubicBezTo>
                <a:cubicBezTo>
                  <a:pt x="1003578" y="42663"/>
                  <a:pt x="1006996" y="51439"/>
                  <a:pt x="1006996" y="62047"/>
                </a:cubicBezTo>
                <a:cubicBezTo>
                  <a:pt x="1006996" y="72743"/>
                  <a:pt x="1003545" y="81608"/>
                  <a:pt x="996643" y="88643"/>
                </a:cubicBezTo>
                <a:cubicBezTo>
                  <a:pt x="989742" y="95678"/>
                  <a:pt x="981054" y="99195"/>
                  <a:pt x="970580" y="99195"/>
                </a:cubicBezTo>
                <a:cubicBezTo>
                  <a:pt x="964100" y="99195"/>
                  <a:pt x="957920" y="97730"/>
                  <a:pt x="952039" y="94801"/>
                </a:cubicBezTo>
                <a:cubicBezTo>
                  <a:pt x="946158" y="91872"/>
                  <a:pt x="941687" y="87578"/>
                  <a:pt x="938624" y="81919"/>
                </a:cubicBezTo>
                <a:cubicBezTo>
                  <a:pt x="935562" y="76260"/>
                  <a:pt x="934031" y="69370"/>
                  <a:pt x="934031" y="61248"/>
                </a:cubicBezTo>
                <a:moveTo>
                  <a:pt x="953204" y="62247"/>
                </a:moveTo>
                <a:cubicBezTo>
                  <a:pt x="953204" y="69259"/>
                  <a:pt x="954868" y="74629"/>
                  <a:pt x="958197" y="78357"/>
                </a:cubicBezTo>
                <a:cubicBezTo>
                  <a:pt x="961526" y="82086"/>
                  <a:pt x="965631" y="83950"/>
                  <a:pt x="970513" y="83950"/>
                </a:cubicBezTo>
                <a:cubicBezTo>
                  <a:pt x="975395" y="83950"/>
                  <a:pt x="979489" y="82086"/>
                  <a:pt x="982796" y="78357"/>
                </a:cubicBezTo>
                <a:cubicBezTo>
                  <a:pt x="986102" y="74629"/>
                  <a:pt x="987756" y="69215"/>
                  <a:pt x="987756" y="62113"/>
                </a:cubicBezTo>
                <a:cubicBezTo>
                  <a:pt x="987756" y="55190"/>
                  <a:pt x="986102" y="49864"/>
                  <a:pt x="982796" y="46136"/>
                </a:cubicBezTo>
                <a:cubicBezTo>
                  <a:pt x="979489" y="42408"/>
                  <a:pt x="975395" y="40543"/>
                  <a:pt x="970513" y="40543"/>
                </a:cubicBezTo>
                <a:cubicBezTo>
                  <a:pt x="965631" y="40543"/>
                  <a:pt x="961526" y="42408"/>
                  <a:pt x="958197" y="46136"/>
                </a:cubicBezTo>
                <a:cubicBezTo>
                  <a:pt x="954868" y="49864"/>
                  <a:pt x="953204" y="55234"/>
                  <a:pt x="953204" y="62247"/>
                </a:cubicBezTo>
                <a:close/>
                <a:moveTo>
                  <a:pt x="1016136" y="77425"/>
                </a:moveTo>
                <a:lnTo>
                  <a:pt x="1034910" y="74563"/>
                </a:lnTo>
                <a:cubicBezTo>
                  <a:pt x="1035709" y="78202"/>
                  <a:pt x="1037329" y="80965"/>
                  <a:pt x="1039770" y="82851"/>
                </a:cubicBezTo>
                <a:cubicBezTo>
                  <a:pt x="1042211" y="84737"/>
                  <a:pt x="1045628" y="85681"/>
                  <a:pt x="1050022" y="85681"/>
                </a:cubicBezTo>
                <a:cubicBezTo>
                  <a:pt x="1054860" y="85681"/>
                  <a:pt x="1058499" y="84793"/>
                  <a:pt x="1060940" y="83018"/>
                </a:cubicBezTo>
                <a:cubicBezTo>
                  <a:pt x="1062583" y="81775"/>
                  <a:pt x="1063404" y="80111"/>
                  <a:pt x="1063404" y="78025"/>
                </a:cubicBezTo>
                <a:cubicBezTo>
                  <a:pt x="1063404" y="76604"/>
                  <a:pt x="1062960" y="75428"/>
                  <a:pt x="1062072" y="74496"/>
                </a:cubicBezTo>
                <a:cubicBezTo>
                  <a:pt x="1061140" y="73608"/>
                  <a:pt x="1059054" y="72787"/>
                  <a:pt x="1055814" y="72033"/>
                </a:cubicBezTo>
                <a:cubicBezTo>
                  <a:pt x="1040724" y="68704"/>
                  <a:pt x="1031160" y="65664"/>
                  <a:pt x="1027121" y="62912"/>
                </a:cubicBezTo>
                <a:cubicBezTo>
                  <a:pt x="1021529" y="59095"/>
                  <a:pt x="1018733" y="53792"/>
                  <a:pt x="1018733" y="47001"/>
                </a:cubicBezTo>
                <a:cubicBezTo>
                  <a:pt x="1018733" y="40876"/>
                  <a:pt x="1021151" y="35728"/>
                  <a:pt x="1025989" y="31556"/>
                </a:cubicBezTo>
                <a:cubicBezTo>
                  <a:pt x="1030827" y="27384"/>
                  <a:pt x="1038328" y="25298"/>
                  <a:pt x="1048491" y="25298"/>
                </a:cubicBezTo>
                <a:cubicBezTo>
                  <a:pt x="1058167" y="25298"/>
                  <a:pt x="1065356" y="26874"/>
                  <a:pt x="1070061" y="30025"/>
                </a:cubicBezTo>
                <a:cubicBezTo>
                  <a:pt x="1074766" y="33176"/>
                  <a:pt x="1078006" y="37836"/>
                  <a:pt x="1079781" y="44005"/>
                </a:cubicBezTo>
                <a:lnTo>
                  <a:pt x="1062139" y="47267"/>
                </a:lnTo>
                <a:cubicBezTo>
                  <a:pt x="1061384" y="44516"/>
                  <a:pt x="1059953" y="42408"/>
                  <a:pt x="1057845" y="40943"/>
                </a:cubicBezTo>
                <a:cubicBezTo>
                  <a:pt x="1055737" y="39478"/>
                  <a:pt x="1052730" y="38746"/>
                  <a:pt x="1048824" y="38746"/>
                </a:cubicBezTo>
                <a:cubicBezTo>
                  <a:pt x="1043898" y="38746"/>
                  <a:pt x="1040369" y="39434"/>
                  <a:pt x="1038239" y="40810"/>
                </a:cubicBezTo>
                <a:cubicBezTo>
                  <a:pt x="1036818" y="41786"/>
                  <a:pt x="1036108" y="43051"/>
                  <a:pt x="1036108" y="44604"/>
                </a:cubicBezTo>
                <a:cubicBezTo>
                  <a:pt x="1036108" y="45936"/>
                  <a:pt x="1036730" y="47068"/>
                  <a:pt x="1037972" y="48000"/>
                </a:cubicBezTo>
                <a:cubicBezTo>
                  <a:pt x="1039659" y="49242"/>
                  <a:pt x="1045484" y="50996"/>
                  <a:pt x="1055448" y="53259"/>
                </a:cubicBezTo>
                <a:cubicBezTo>
                  <a:pt x="1065412" y="55523"/>
                  <a:pt x="1072369" y="58297"/>
                  <a:pt x="1076319" y="61581"/>
                </a:cubicBezTo>
                <a:cubicBezTo>
                  <a:pt x="1080225" y="64910"/>
                  <a:pt x="1082177" y="69547"/>
                  <a:pt x="1082177" y="75495"/>
                </a:cubicBezTo>
                <a:cubicBezTo>
                  <a:pt x="1082177" y="81975"/>
                  <a:pt x="1079470" y="87545"/>
                  <a:pt x="1074055" y="92205"/>
                </a:cubicBezTo>
                <a:cubicBezTo>
                  <a:pt x="1068641" y="96865"/>
                  <a:pt x="1060630" y="99195"/>
                  <a:pt x="1050022" y="99195"/>
                </a:cubicBezTo>
                <a:cubicBezTo>
                  <a:pt x="1040391" y="99195"/>
                  <a:pt x="1032769" y="97242"/>
                  <a:pt x="1027154" y="93337"/>
                </a:cubicBezTo>
                <a:cubicBezTo>
                  <a:pt x="1021540" y="89431"/>
                  <a:pt x="1017867" y="84127"/>
                  <a:pt x="1016136" y="77425"/>
                </a:cubicBezTo>
                <a:close/>
                <a:moveTo>
                  <a:pt x="1145860" y="97597"/>
                </a:moveTo>
                <a:lnTo>
                  <a:pt x="1145860" y="87012"/>
                </a:lnTo>
                <a:cubicBezTo>
                  <a:pt x="1143286" y="90785"/>
                  <a:pt x="1139901" y="93758"/>
                  <a:pt x="1135707" y="95933"/>
                </a:cubicBezTo>
                <a:cubicBezTo>
                  <a:pt x="1131513" y="98108"/>
                  <a:pt x="1127086" y="99195"/>
                  <a:pt x="1122426" y="99195"/>
                </a:cubicBezTo>
                <a:cubicBezTo>
                  <a:pt x="1117677" y="99195"/>
                  <a:pt x="1113416" y="98152"/>
                  <a:pt x="1109644" y="96066"/>
                </a:cubicBezTo>
                <a:cubicBezTo>
                  <a:pt x="1105871" y="93980"/>
                  <a:pt x="1103142" y="91051"/>
                  <a:pt x="1101455" y="87278"/>
                </a:cubicBezTo>
                <a:cubicBezTo>
                  <a:pt x="1099768" y="83506"/>
                  <a:pt x="1098925" y="78291"/>
                  <a:pt x="1098925" y="71633"/>
                </a:cubicBezTo>
                <a:lnTo>
                  <a:pt x="1098925" y="26896"/>
                </a:lnTo>
                <a:lnTo>
                  <a:pt x="1117632" y="26896"/>
                </a:lnTo>
                <a:lnTo>
                  <a:pt x="1117632" y="59384"/>
                </a:lnTo>
                <a:cubicBezTo>
                  <a:pt x="1117632" y="69326"/>
                  <a:pt x="1117976" y="75417"/>
                  <a:pt x="1118664" y="77658"/>
                </a:cubicBezTo>
                <a:cubicBezTo>
                  <a:pt x="1119352" y="79900"/>
                  <a:pt x="1120606" y="81675"/>
                  <a:pt x="1122426" y="82984"/>
                </a:cubicBezTo>
                <a:cubicBezTo>
                  <a:pt x="1124245" y="84294"/>
                  <a:pt x="1126553" y="84948"/>
                  <a:pt x="1129349" y="84948"/>
                </a:cubicBezTo>
                <a:cubicBezTo>
                  <a:pt x="1132545" y="84948"/>
                  <a:pt x="1135408" y="84072"/>
                  <a:pt x="1137937" y="82319"/>
                </a:cubicBezTo>
                <a:cubicBezTo>
                  <a:pt x="1140467" y="80565"/>
                  <a:pt x="1142198" y="78391"/>
                  <a:pt x="1143130" y="75794"/>
                </a:cubicBezTo>
                <a:cubicBezTo>
                  <a:pt x="1144062" y="73198"/>
                  <a:pt x="1144528" y="66840"/>
                  <a:pt x="1144528" y="56721"/>
                </a:cubicBezTo>
                <a:lnTo>
                  <a:pt x="1144528" y="26896"/>
                </a:lnTo>
                <a:lnTo>
                  <a:pt x="1163236" y="26896"/>
                </a:lnTo>
                <a:lnTo>
                  <a:pt x="1163236" y="97597"/>
                </a:lnTo>
                <a:lnTo>
                  <a:pt x="1145860" y="97597"/>
                </a:lnTo>
                <a:close/>
                <a:moveTo>
                  <a:pt x="1201602" y="97597"/>
                </a:moveTo>
                <a:lnTo>
                  <a:pt x="1182895" y="97597"/>
                </a:lnTo>
                <a:lnTo>
                  <a:pt x="1182895" y="26896"/>
                </a:lnTo>
                <a:lnTo>
                  <a:pt x="1200271" y="26896"/>
                </a:lnTo>
                <a:lnTo>
                  <a:pt x="1200271" y="36948"/>
                </a:lnTo>
                <a:cubicBezTo>
                  <a:pt x="1203244" y="32200"/>
                  <a:pt x="1205918" y="29071"/>
                  <a:pt x="1208293" y="27562"/>
                </a:cubicBezTo>
                <a:cubicBezTo>
                  <a:pt x="1210667" y="26053"/>
                  <a:pt x="1213363" y="25298"/>
                  <a:pt x="1216381" y="25298"/>
                </a:cubicBezTo>
                <a:cubicBezTo>
                  <a:pt x="1220642" y="25298"/>
                  <a:pt x="1224748" y="26474"/>
                  <a:pt x="1228698" y="28826"/>
                </a:cubicBezTo>
                <a:lnTo>
                  <a:pt x="1222906" y="45137"/>
                </a:lnTo>
                <a:cubicBezTo>
                  <a:pt x="1219755" y="43095"/>
                  <a:pt x="1216825" y="42075"/>
                  <a:pt x="1214118" y="42075"/>
                </a:cubicBezTo>
                <a:cubicBezTo>
                  <a:pt x="1211499" y="42075"/>
                  <a:pt x="1209280" y="42796"/>
                  <a:pt x="1207461" y="44238"/>
                </a:cubicBezTo>
                <a:cubicBezTo>
                  <a:pt x="1205641" y="45681"/>
                  <a:pt x="1204210" y="48288"/>
                  <a:pt x="1203167" y="52061"/>
                </a:cubicBezTo>
                <a:cubicBezTo>
                  <a:pt x="1202124" y="55833"/>
                  <a:pt x="1201602" y="63733"/>
                  <a:pt x="1201602" y="75761"/>
                </a:cubicBezTo>
                <a:lnTo>
                  <a:pt x="1201602" y="97597"/>
                </a:lnTo>
                <a:close/>
                <a:moveTo>
                  <a:pt x="1277783" y="75095"/>
                </a:moveTo>
                <a:lnTo>
                  <a:pt x="1296424" y="78224"/>
                </a:lnTo>
                <a:cubicBezTo>
                  <a:pt x="1294028" y="85059"/>
                  <a:pt x="1290244" y="90263"/>
                  <a:pt x="1285073" y="93836"/>
                </a:cubicBezTo>
                <a:cubicBezTo>
                  <a:pt x="1279903" y="97409"/>
                  <a:pt x="1273434" y="99195"/>
                  <a:pt x="1265667" y="99195"/>
                </a:cubicBezTo>
                <a:cubicBezTo>
                  <a:pt x="1253373" y="99195"/>
                  <a:pt x="1244275" y="95178"/>
                  <a:pt x="1238372" y="87145"/>
                </a:cubicBezTo>
                <a:cubicBezTo>
                  <a:pt x="1233712" y="80710"/>
                  <a:pt x="1231382" y="72588"/>
                  <a:pt x="1231382" y="62779"/>
                </a:cubicBezTo>
                <a:cubicBezTo>
                  <a:pt x="1231382" y="51062"/>
                  <a:pt x="1234444" y="41886"/>
                  <a:pt x="1240569" y="35251"/>
                </a:cubicBezTo>
                <a:cubicBezTo>
                  <a:pt x="1246693" y="28616"/>
                  <a:pt x="1254438" y="25298"/>
                  <a:pt x="1263803" y="25298"/>
                </a:cubicBezTo>
                <a:cubicBezTo>
                  <a:pt x="1274322" y="25298"/>
                  <a:pt x="1282621" y="28771"/>
                  <a:pt x="1288702" y="35717"/>
                </a:cubicBezTo>
                <a:cubicBezTo>
                  <a:pt x="1294782" y="42663"/>
                  <a:pt x="1297689" y="53303"/>
                  <a:pt x="1297423" y="67639"/>
                </a:cubicBezTo>
                <a:lnTo>
                  <a:pt x="1250555" y="67639"/>
                </a:lnTo>
                <a:cubicBezTo>
                  <a:pt x="1250688" y="73187"/>
                  <a:pt x="1252197" y="77503"/>
                  <a:pt x="1255082" y="80588"/>
                </a:cubicBezTo>
                <a:cubicBezTo>
                  <a:pt x="1257967" y="83672"/>
                  <a:pt x="1261562" y="85215"/>
                  <a:pt x="1265867" y="85215"/>
                </a:cubicBezTo>
                <a:cubicBezTo>
                  <a:pt x="1268796" y="85215"/>
                  <a:pt x="1271259" y="84416"/>
                  <a:pt x="1273256" y="82818"/>
                </a:cubicBezTo>
                <a:cubicBezTo>
                  <a:pt x="1275254" y="81220"/>
                  <a:pt x="1276763" y="78646"/>
                  <a:pt x="1277783" y="75095"/>
                </a:cubicBezTo>
                <a:moveTo>
                  <a:pt x="1278849" y="56188"/>
                </a:moveTo>
                <a:cubicBezTo>
                  <a:pt x="1278716" y="50774"/>
                  <a:pt x="1277317" y="46657"/>
                  <a:pt x="1274655" y="43839"/>
                </a:cubicBezTo>
                <a:cubicBezTo>
                  <a:pt x="1271992" y="41021"/>
                  <a:pt x="1268752" y="39611"/>
                  <a:pt x="1264935" y="39611"/>
                </a:cubicBezTo>
                <a:cubicBezTo>
                  <a:pt x="1260852" y="39611"/>
                  <a:pt x="1257478" y="41098"/>
                  <a:pt x="1254816" y="44072"/>
                </a:cubicBezTo>
                <a:cubicBezTo>
                  <a:pt x="1252153" y="47046"/>
                  <a:pt x="1250843" y="51084"/>
                  <a:pt x="1250888" y="56188"/>
                </a:cubicBezTo>
                <a:lnTo>
                  <a:pt x="1278849" y="56188"/>
                </a:lnTo>
                <a:close/>
                <a:moveTo>
                  <a:pt x="1373008" y="97597"/>
                </a:moveTo>
                <a:lnTo>
                  <a:pt x="1373008" y="16510"/>
                </a:lnTo>
                <a:lnTo>
                  <a:pt x="1344048" y="16510"/>
                </a:lnTo>
                <a:lnTo>
                  <a:pt x="1344048" y="0"/>
                </a:lnTo>
                <a:lnTo>
                  <a:pt x="1421607" y="0"/>
                </a:lnTo>
                <a:lnTo>
                  <a:pt x="1421607" y="16510"/>
                </a:lnTo>
                <a:lnTo>
                  <a:pt x="1392714" y="16510"/>
                </a:lnTo>
                <a:lnTo>
                  <a:pt x="1392714" y="97597"/>
                </a:lnTo>
                <a:lnTo>
                  <a:pt x="1373008" y="97597"/>
                </a:lnTo>
                <a:close/>
                <a:moveTo>
                  <a:pt x="1449255" y="48466"/>
                </a:moveTo>
                <a:lnTo>
                  <a:pt x="1432278" y="45403"/>
                </a:lnTo>
                <a:cubicBezTo>
                  <a:pt x="1434187" y="38568"/>
                  <a:pt x="1437471" y="33509"/>
                  <a:pt x="1442131" y="30225"/>
                </a:cubicBezTo>
                <a:cubicBezTo>
                  <a:pt x="1446792" y="26940"/>
                  <a:pt x="1453715" y="25298"/>
                  <a:pt x="1462902" y="25298"/>
                </a:cubicBezTo>
                <a:cubicBezTo>
                  <a:pt x="1471246" y="25298"/>
                  <a:pt x="1477460" y="26286"/>
                  <a:pt x="1481543" y="28261"/>
                </a:cubicBezTo>
                <a:cubicBezTo>
                  <a:pt x="1485626" y="30236"/>
                  <a:pt x="1488500" y="32743"/>
                  <a:pt x="1490164" y="35783"/>
                </a:cubicBezTo>
                <a:cubicBezTo>
                  <a:pt x="1491829" y="38824"/>
                  <a:pt x="1492661" y="44405"/>
                  <a:pt x="1492661" y="52527"/>
                </a:cubicBezTo>
                <a:lnTo>
                  <a:pt x="1492461" y="74363"/>
                </a:lnTo>
                <a:cubicBezTo>
                  <a:pt x="1492461" y="80577"/>
                  <a:pt x="1492761" y="85159"/>
                  <a:pt x="1493360" y="88111"/>
                </a:cubicBezTo>
                <a:cubicBezTo>
                  <a:pt x="1493959" y="91062"/>
                  <a:pt x="1495080" y="94224"/>
                  <a:pt x="1496722" y="97597"/>
                </a:cubicBezTo>
                <a:lnTo>
                  <a:pt x="1478214" y="97597"/>
                </a:lnTo>
                <a:cubicBezTo>
                  <a:pt x="1477726" y="96355"/>
                  <a:pt x="1477127" y="94513"/>
                  <a:pt x="1476417" y="92072"/>
                </a:cubicBezTo>
                <a:cubicBezTo>
                  <a:pt x="1476106" y="90962"/>
                  <a:pt x="1475884" y="90230"/>
                  <a:pt x="1475751" y="89875"/>
                </a:cubicBezTo>
                <a:cubicBezTo>
                  <a:pt x="1472556" y="92981"/>
                  <a:pt x="1469138" y="95312"/>
                  <a:pt x="1465499" y="96865"/>
                </a:cubicBezTo>
                <a:cubicBezTo>
                  <a:pt x="1461859" y="98418"/>
                  <a:pt x="1457976" y="99195"/>
                  <a:pt x="1453848" y="99195"/>
                </a:cubicBezTo>
                <a:cubicBezTo>
                  <a:pt x="1446570" y="99195"/>
                  <a:pt x="1440833" y="97220"/>
                  <a:pt x="1436639" y="93270"/>
                </a:cubicBezTo>
                <a:cubicBezTo>
                  <a:pt x="1432445" y="89320"/>
                  <a:pt x="1430348" y="84327"/>
                  <a:pt x="1430348" y="78291"/>
                </a:cubicBezTo>
                <a:cubicBezTo>
                  <a:pt x="1430348" y="74296"/>
                  <a:pt x="1431302" y="70735"/>
                  <a:pt x="1433211" y="67606"/>
                </a:cubicBezTo>
                <a:cubicBezTo>
                  <a:pt x="1435119" y="64477"/>
                  <a:pt x="1437793" y="62080"/>
                  <a:pt x="1441233" y="60416"/>
                </a:cubicBezTo>
                <a:cubicBezTo>
                  <a:pt x="1444672" y="58751"/>
                  <a:pt x="1449632" y="57298"/>
                  <a:pt x="1456112" y="56055"/>
                </a:cubicBezTo>
                <a:cubicBezTo>
                  <a:pt x="1464855" y="54413"/>
                  <a:pt x="1470914" y="52882"/>
                  <a:pt x="1474287" y="51462"/>
                </a:cubicBezTo>
                <a:lnTo>
                  <a:pt x="1474287" y="49598"/>
                </a:lnTo>
                <a:cubicBezTo>
                  <a:pt x="1474287" y="46003"/>
                  <a:pt x="1473399" y="43439"/>
                  <a:pt x="1471624" y="41908"/>
                </a:cubicBezTo>
                <a:cubicBezTo>
                  <a:pt x="1469848" y="40377"/>
                  <a:pt x="1466497" y="39611"/>
                  <a:pt x="1461571" y="39611"/>
                </a:cubicBezTo>
                <a:cubicBezTo>
                  <a:pt x="1458242" y="39611"/>
                  <a:pt x="1455646" y="40266"/>
                  <a:pt x="1453782" y="41575"/>
                </a:cubicBezTo>
                <a:cubicBezTo>
                  <a:pt x="1451918" y="42885"/>
                  <a:pt x="1450409" y="45181"/>
                  <a:pt x="1449255" y="48466"/>
                </a:cubicBezTo>
                <a:moveTo>
                  <a:pt x="1474287" y="63645"/>
                </a:moveTo>
                <a:cubicBezTo>
                  <a:pt x="1471890" y="64443"/>
                  <a:pt x="1468095" y="65398"/>
                  <a:pt x="1462902" y="66507"/>
                </a:cubicBezTo>
                <a:cubicBezTo>
                  <a:pt x="1457710" y="67617"/>
                  <a:pt x="1454314" y="68704"/>
                  <a:pt x="1452717" y="69769"/>
                </a:cubicBezTo>
                <a:cubicBezTo>
                  <a:pt x="1450276" y="71500"/>
                  <a:pt x="1449055" y="73697"/>
                  <a:pt x="1449055" y="76360"/>
                </a:cubicBezTo>
                <a:cubicBezTo>
                  <a:pt x="1449055" y="78979"/>
                  <a:pt x="1450032" y="81242"/>
                  <a:pt x="1451984" y="83151"/>
                </a:cubicBezTo>
                <a:cubicBezTo>
                  <a:pt x="1453937" y="85059"/>
                  <a:pt x="1456423" y="86013"/>
                  <a:pt x="1459441" y="86013"/>
                </a:cubicBezTo>
                <a:cubicBezTo>
                  <a:pt x="1462814" y="86013"/>
                  <a:pt x="1466031" y="84904"/>
                  <a:pt x="1469094" y="82685"/>
                </a:cubicBezTo>
                <a:cubicBezTo>
                  <a:pt x="1471357" y="80998"/>
                  <a:pt x="1472844" y="78934"/>
                  <a:pt x="1473554" y="76493"/>
                </a:cubicBezTo>
                <a:cubicBezTo>
                  <a:pt x="1474042" y="74896"/>
                  <a:pt x="1474287" y="71855"/>
                  <a:pt x="1474287" y="67373"/>
                </a:cubicBezTo>
                <a:lnTo>
                  <a:pt x="1474287" y="63645"/>
                </a:lnTo>
                <a:close/>
                <a:moveTo>
                  <a:pt x="1511074" y="97597"/>
                </a:moveTo>
                <a:lnTo>
                  <a:pt x="1511074" y="0"/>
                </a:lnTo>
                <a:lnTo>
                  <a:pt x="1529781" y="0"/>
                </a:lnTo>
                <a:lnTo>
                  <a:pt x="1529781" y="35151"/>
                </a:lnTo>
                <a:cubicBezTo>
                  <a:pt x="1535551" y="28582"/>
                  <a:pt x="1542385" y="25298"/>
                  <a:pt x="1550286" y="25298"/>
                </a:cubicBezTo>
                <a:cubicBezTo>
                  <a:pt x="1558896" y="25298"/>
                  <a:pt x="1566019" y="28416"/>
                  <a:pt x="1571656" y="34652"/>
                </a:cubicBezTo>
                <a:cubicBezTo>
                  <a:pt x="1577292" y="40887"/>
                  <a:pt x="1580111" y="49842"/>
                  <a:pt x="1580111" y="61514"/>
                </a:cubicBezTo>
                <a:cubicBezTo>
                  <a:pt x="1580111" y="73586"/>
                  <a:pt x="1577237" y="82884"/>
                  <a:pt x="1571489" y="89409"/>
                </a:cubicBezTo>
                <a:cubicBezTo>
                  <a:pt x="1565742" y="95933"/>
                  <a:pt x="1558763" y="99195"/>
                  <a:pt x="1550552" y="99195"/>
                </a:cubicBezTo>
                <a:cubicBezTo>
                  <a:pt x="1546513" y="99195"/>
                  <a:pt x="1542530" y="98185"/>
                  <a:pt x="1538602" y="96166"/>
                </a:cubicBezTo>
                <a:cubicBezTo>
                  <a:pt x="1534674" y="94147"/>
                  <a:pt x="1531290" y="91162"/>
                  <a:pt x="1528449" y="87212"/>
                </a:cubicBezTo>
                <a:lnTo>
                  <a:pt x="1528449" y="97597"/>
                </a:lnTo>
                <a:lnTo>
                  <a:pt x="1511074" y="97597"/>
                </a:lnTo>
                <a:moveTo>
                  <a:pt x="1529648" y="60715"/>
                </a:moveTo>
                <a:cubicBezTo>
                  <a:pt x="1529648" y="68038"/>
                  <a:pt x="1530802" y="73453"/>
                  <a:pt x="1533110" y="76959"/>
                </a:cubicBezTo>
                <a:cubicBezTo>
                  <a:pt x="1536349" y="81930"/>
                  <a:pt x="1540655" y="84416"/>
                  <a:pt x="1546025" y="84416"/>
                </a:cubicBezTo>
                <a:cubicBezTo>
                  <a:pt x="1550152" y="84416"/>
                  <a:pt x="1553670" y="82651"/>
                  <a:pt x="1556577" y="79123"/>
                </a:cubicBezTo>
                <a:cubicBezTo>
                  <a:pt x="1559484" y="75595"/>
                  <a:pt x="1560937" y="70036"/>
                  <a:pt x="1560937" y="62446"/>
                </a:cubicBezTo>
                <a:cubicBezTo>
                  <a:pt x="1560937" y="54369"/>
                  <a:pt x="1559473" y="48543"/>
                  <a:pt x="1556544" y="44971"/>
                </a:cubicBezTo>
                <a:cubicBezTo>
                  <a:pt x="1553614" y="41398"/>
                  <a:pt x="1549864" y="39611"/>
                  <a:pt x="1545293" y="39611"/>
                </a:cubicBezTo>
                <a:cubicBezTo>
                  <a:pt x="1540810" y="39611"/>
                  <a:pt x="1537082" y="41353"/>
                  <a:pt x="1534108" y="44837"/>
                </a:cubicBezTo>
                <a:cubicBezTo>
                  <a:pt x="1531134" y="48322"/>
                  <a:pt x="1529648" y="53614"/>
                  <a:pt x="1529648" y="60715"/>
                </a:cubicBezTo>
                <a:close/>
                <a:moveTo>
                  <a:pt x="1596242" y="97597"/>
                </a:moveTo>
                <a:lnTo>
                  <a:pt x="1596242" y="0"/>
                </a:lnTo>
                <a:lnTo>
                  <a:pt x="1614949" y="0"/>
                </a:lnTo>
                <a:lnTo>
                  <a:pt x="1614949" y="97597"/>
                </a:lnTo>
                <a:lnTo>
                  <a:pt x="1596242" y="97597"/>
                </a:lnTo>
                <a:close/>
                <a:moveTo>
                  <a:pt x="1674652" y="75095"/>
                </a:moveTo>
                <a:lnTo>
                  <a:pt x="1693292" y="78224"/>
                </a:lnTo>
                <a:cubicBezTo>
                  <a:pt x="1690896" y="85059"/>
                  <a:pt x="1687112" y="90263"/>
                  <a:pt x="1681942" y="93836"/>
                </a:cubicBezTo>
                <a:cubicBezTo>
                  <a:pt x="1676771" y="97409"/>
                  <a:pt x="1670302" y="99195"/>
                  <a:pt x="1662535" y="99195"/>
                </a:cubicBezTo>
                <a:cubicBezTo>
                  <a:pt x="1650241" y="99195"/>
                  <a:pt x="1641143" y="95178"/>
                  <a:pt x="1635240" y="87145"/>
                </a:cubicBezTo>
                <a:cubicBezTo>
                  <a:pt x="1630580" y="80710"/>
                  <a:pt x="1628250" y="72588"/>
                  <a:pt x="1628250" y="62779"/>
                </a:cubicBezTo>
                <a:cubicBezTo>
                  <a:pt x="1628250" y="51062"/>
                  <a:pt x="1631312" y="41886"/>
                  <a:pt x="1637437" y="35251"/>
                </a:cubicBezTo>
                <a:cubicBezTo>
                  <a:pt x="1643562" y="28616"/>
                  <a:pt x="1651307" y="25298"/>
                  <a:pt x="1660671" y="25298"/>
                </a:cubicBezTo>
                <a:cubicBezTo>
                  <a:pt x="1671190" y="25298"/>
                  <a:pt x="1679489" y="28771"/>
                  <a:pt x="1685570" y="35717"/>
                </a:cubicBezTo>
                <a:cubicBezTo>
                  <a:pt x="1691650" y="42663"/>
                  <a:pt x="1694557" y="53303"/>
                  <a:pt x="1694291" y="67639"/>
                </a:cubicBezTo>
                <a:lnTo>
                  <a:pt x="1647423" y="67639"/>
                </a:lnTo>
                <a:cubicBezTo>
                  <a:pt x="1647556" y="73187"/>
                  <a:pt x="1649065" y="77503"/>
                  <a:pt x="1651950" y="80588"/>
                </a:cubicBezTo>
                <a:cubicBezTo>
                  <a:pt x="1654835" y="83672"/>
                  <a:pt x="1658430" y="85215"/>
                  <a:pt x="1662735" y="85215"/>
                </a:cubicBezTo>
                <a:cubicBezTo>
                  <a:pt x="1665664" y="85215"/>
                  <a:pt x="1668128" y="84416"/>
                  <a:pt x="1670125" y="82818"/>
                </a:cubicBezTo>
                <a:cubicBezTo>
                  <a:pt x="1672122" y="81220"/>
                  <a:pt x="1673631" y="78646"/>
                  <a:pt x="1674652" y="75095"/>
                </a:cubicBezTo>
                <a:moveTo>
                  <a:pt x="1675717" y="56188"/>
                </a:moveTo>
                <a:cubicBezTo>
                  <a:pt x="1675584" y="50774"/>
                  <a:pt x="1674186" y="46657"/>
                  <a:pt x="1671523" y="43839"/>
                </a:cubicBezTo>
                <a:cubicBezTo>
                  <a:pt x="1668860" y="41021"/>
                  <a:pt x="1665620" y="39611"/>
                  <a:pt x="1661803" y="39611"/>
                </a:cubicBezTo>
                <a:cubicBezTo>
                  <a:pt x="1657720" y="39611"/>
                  <a:pt x="1654347" y="41098"/>
                  <a:pt x="1651684" y="44072"/>
                </a:cubicBezTo>
                <a:cubicBezTo>
                  <a:pt x="1649021" y="47046"/>
                  <a:pt x="1647712" y="51084"/>
                  <a:pt x="1647756" y="56188"/>
                </a:cubicBezTo>
                <a:lnTo>
                  <a:pt x="1675717" y="56188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418D2-5E6D-499C-BB20-B43603ED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181" y="1258856"/>
            <a:ext cx="151449" cy="335681"/>
          </a:xfrm>
          <a:custGeom xmlns:a="http://schemas.openxmlformats.org/drawingml/2006/main">
            <a:pathLst>
              <a:path w="151449" h="335681">
                <a:moveTo>
                  <a:pt x="151449" y="11196"/>
                </a:moveTo>
                <a:lnTo>
                  <a:pt x="122278" y="0"/>
                </a:lnTo>
                <a:lnTo>
                  <a:pt x="29171" y="242572"/>
                </a:lnTo>
                <a:lnTo>
                  <a:pt x="0" y="231376"/>
                </a:lnTo>
                <a:lnTo>
                  <a:pt x="10166" y="335681"/>
                </a:lnTo>
                <a:lnTo>
                  <a:pt x="87512" y="264965"/>
                </a:lnTo>
                <a:lnTo>
                  <a:pt x="58342" y="253769"/>
                </a:lnTo>
                <a:lnTo>
                  <a:pt x="151449" y="1119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74450-06DE-4D1B-82EC-190156B5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772" y="676814"/>
            <a:ext cx="2110595" cy="591729"/>
          </a:xfrm>
          <a:custGeom xmlns:a="http://schemas.openxmlformats.org/drawingml/2006/main">
            <a:pathLst>
              <a:path w="2110595" h="591729">
                <a:moveTo>
                  <a:pt x="0" y="0"/>
                </a:moveTo>
                <a:lnTo>
                  <a:pt x="2110595" y="0"/>
                </a:lnTo>
                <a:lnTo>
                  <a:pt x="2110595" y="591729"/>
                </a:lnTo>
                <a:lnTo>
                  <a:pt x="0" y="5917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7E8D1-3CC8-4D2F-87A3-A60B53B8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593" y="971316"/>
            <a:ext cx="627179" cy="297228"/>
          </a:xfrm>
          <a:custGeom xmlns:a="http://schemas.openxmlformats.org/drawingml/2006/main">
            <a:pathLst>
              <a:path w="627179" h="297228">
                <a:moveTo>
                  <a:pt x="0" y="0"/>
                </a:moveTo>
                <a:lnTo>
                  <a:pt x="627179" y="0"/>
                </a:lnTo>
                <a:lnTo>
                  <a:pt x="627179" y="297228"/>
                </a:lnTo>
                <a:lnTo>
                  <a:pt x="0" y="2972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95EA0-0350-4CB6-A7B1-D16BE80D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89" y="676814"/>
            <a:ext cx="1876083" cy="294501"/>
          </a:xfrm>
          <a:custGeom xmlns:a="http://schemas.openxmlformats.org/drawingml/2006/main">
            <a:pathLst>
              <a:path w="1876083" h="294501">
                <a:moveTo>
                  <a:pt x="0" y="0"/>
                </a:moveTo>
                <a:lnTo>
                  <a:pt x="1876083" y="0"/>
                </a:lnTo>
                <a:lnTo>
                  <a:pt x="1876083" y="294501"/>
                </a:lnTo>
                <a:lnTo>
                  <a:pt x="0" y="2945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CDE2AB-1FD8-4AB0-8DF3-8987346F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864" y="393134"/>
            <a:ext cx="10" cy="869487"/>
          </a:xfrm>
          <a:custGeom xmlns:a="http://schemas.openxmlformats.org/drawingml/2006/main">
            <a:pathLst>
              <a:path w="1" h="869487" fill="none">
                <a:moveTo>
                  <a:pt x="0" y="0"/>
                </a:moveTo>
                <a:lnTo>
                  <a:pt x="0" y="869487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B9121-73F7-4CF9-8F2D-DE32B02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63" y="393134"/>
            <a:ext cx="10" cy="869487"/>
          </a:xfrm>
          <a:custGeom xmlns:a="http://schemas.openxmlformats.org/drawingml/2006/main">
            <a:pathLst>
              <a:path w="1" h="869487" fill="none">
                <a:moveTo>
                  <a:pt x="0" y="0"/>
                </a:moveTo>
                <a:lnTo>
                  <a:pt x="0" y="869487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94961-8813-43D8-99E9-1516CDF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3" y="685047"/>
            <a:ext cx="3999197" cy="10"/>
          </a:xfrm>
          <a:custGeom xmlns:a="http://schemas.openxmlformats.org/drawingml/2006/main">
            <a:pathLst>
              <a:path w="3999197" h="1" fill="none">
                <a:moveTo>
                  <a:pt x="0" y="0"/>
                </a:moveTo>
                <a:lnTo>
                  <a:pt x="3999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DE49F-B883-4ADA-808E-489D8834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3" y="970710"/>
            <a:ext cx="3999197" cy="10"/>
          </a:xfrm>
          <a:custGeom xmlns:a="http://schemas.openxmlformats.org/drawingml/2006/main">
            <a:pathLst>
              <a:path w="3999197" h="1" fill="none">
                <a:moveTo>
                  <a:pt x="0" y="0"/>
                </a:moveTo>
                <a:lnTo>
                  <a:pt x="3999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0DEA4-C667-4BFC-9123-DCEDD76D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62" y="393134"/>
            <a:ext cx="10" cy="869487"/>
          </a:xfrm>
          <a:custGeom xmlns:a="http://schemas.openxmlformats.org/drawingml/2006/main">
            <a:pathLst>
              <a:path w="1" h="869487" fill="none">
                <a:moveTo>
                  <a:pt x="0" y="0"/>
                </a:moveTo>
                <a:lnTo>
                  <a:pt x="0" y="869487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161FF6-F90F-4A68-8E78-E763EA4E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0561" y="393134"/>
            <a:ext cx="10" cy="869487"/>
          </a:xfrm>
          <a:custGeom xmlns:a="http://schemas.openxmlformats.org/drawingml/2006/main">
            <a:pathLst>
              <a:path w="1" h="869487" fill="none">
                <a:moveTo>
                  <a:pt x="0" y="0"/>
                </a:moveTo>
                <a:lnTo>
                  <a:pt x="0" y="869487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5DF72A-1D37-43A7-BA8D-742AAE4F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3" y="399384"/>
            <a:ext cx="3999197" cy="10"/>
          </a:xfrm>
          <a:custGeom xmlns:a="http://schemas.openxmlformats.org/drawingml/2006/main">
            <a:pathLst>
              <a:path w="3999197" h="1" fill="none">
                <a:moveTo>
                  <a:pt x="0" y="0"/>
                </a:moveTo>
                <a:lnTo>
                  <a:pt x="3999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EE38B-95C1-410C-B2D7-127B0EF4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13" y="1256373"/>
            <a:ext cx="3999197" cy="10"/>
          </a:xfrm>
          <a:custGeom xmlns:a="http://schemas.openxmlformats.org/drawingml/2006/main">
            <a:pathLst>
              <a:path w="3999197" h="1" fill="none">
                <a:moveTo>
                  <a:pt x="0" y="0"/>
                </a:moveTo>
                <a:lnTo>
                  <a:pt x="39991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03" name="Text RegionProof">
            <a:extLst xmlns:a="http://schemas.openxmlformats.org/drawingml/2006/main">
              <a:ext uri="{FF2B5EF4-FFF2-40B4-BE49-F238E27FC236}">
                <a16:creationId xmlns:a16="http://schemas.microsoft.com/office/drawing/2014/main" id="{F29BD8CD-E545-4B23-9EF0-BE570E8D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78" y="480595"/>
            <a:ext cx="864409" cy="140750"/>
          </a:xfrm>
          <a:custGeom xmlns:a="http://schemas.openxmlformats.org/drawingml/2006/main">
            <a:pathLst>
              <a:path w="864409" h="140750">
                <a:moveTo>
                  <a:pt x="0" y="109188"/>
                </a:moveTo>
                <a:lnTo>
                  <a:pt x="0" y="1831"/>
                </a:lnTo>
                <a:lnTo>
                  <a:pt x="47600" y="1831"/>
                </a:lnTo>
                <a:cubicBezTo>
                  <a:pt x="57169" y="1831"/>
                  <a:pt x="64444" y="2795"/>
                  <a:pt x="69423" y="4723"/>
                </a:cubicBezTo>
                <a:cubicBezTo>
                  <a:pt x="74403" y="6652"/>
                  <a:pt x="78382" y="10057"/>
                  <a:pt x="81360" y="14939"/>
                </a:cubicBezTo>
                <a:cubicBezTo>
                  <a:pt x="84338" y="19821"/>
                  <a:pt x="85827" y="25216"/>
                  <a:pt x="85827" y="31123"/>
                </a:cubicBezTo>
                <a:cubicBezTo>
                  <a:pt x="85827" y="38739"/>
                  <a:pt x="83362" y="45159"/>
                  <a:pt x="78431" y="50383"/>
                </a:cubicBezTo>
                <a:cubicBezTo>
                  <a:pt x="73500" y="55607"/>
                  <a:pt x="65884" y="58927"/>
                  <a:pt x="55583" y="60343"/>
                </a:cubicBezTo>
                <a:cubicBezTo>
                  <a:pt x="59342" y="62149"/>
                  <a:pt x="62198" y="63931"/>
                  <a:pt x="64151" y="65688"/>
                </a:cubicBezTo>
                <a:cubicBezTo>
                  <a:pt x="68300" y="69496"/>
                  <a:pt x="72230" y="74256"/>
                  <a:pt x="75941" y="79969"/>
                </a:cubicBezTo>
                <a:lnTo>
                  <a:pt x="94615" y="109188"/>
                </a:lnTo>
                <a:lnTo>
                  <a:pt x="76746" y="109188"/>
                </a:lnTo>
                <a:lnTo>
                  <a:pt x="62539" y="86852"/>
                </a:lnTo>
                <a:cubicBezTo>
                  <a:pt x="58390" y="80408"/>
                  <a:pt x="54972" y="75477"/>
                  <a:pt x="52287" y="72060"/>
                </a:cubicBezTo>
                <a:cubicBezTo>
                  <a:pt x="49602" y="68642"/>
                  <a:pt x="47198" y="66250"/>
                  <a:pt x="45074" y="64883"/>
                </a:cubicBezTo>
                <a:cubicBezTo>
                  <a:pt x="42950" y="63516"/>
                  <a:pt x="40790" y="62564"/>
                  <a:pt x="38593" y="62027"/>
                </a:cubicBezTo>
                <a:cubicBezTo>
                  <a:pt x="36982" y="61685"/>
                  <a:pt x="34345" y="61514"/>
                  <a:pt x="30684" y="61514"/>
                </a:cubicBezTo>
                <a:lnTo>
                  <a:pt x="14207" y="61514"/>
                </a:lnTo>
                <a:lnTo>
                  <a:pt x="14207" y="109188"/>
                </a:lnTo>
                <a:lnTo>
                  <a:pt x="0" y="109188"/>
                </a:lnTo>
                <a:moveTo>
                  <a:pt x="14207" y="49211"/>
                </a:moveTo>
                <a:lnTo>
                  <a:pt x="44744" y="49211"/>
                </a:lnTo>
                <a:cubicBezTo>
                  <a:pt x="51237" y="49211"/>
                  <a:pt x="56315" y="48540"/>
                  <a:pt x="59976" y="47198"/>
                </a:cubicBezTo>
                <a:cubicBezTo>
                  <a:pt x="63638" y="45855"/>
                  <a:pt x="66421" y="43707"/>
                  <a:pt x="68325" y="40753"/>
                </a:cubicBezTo>
                <a:cubicBezTo>
                  <a:pt x="70229" y="37800"/>
                  <a:pt x="71181" y="34590"/>
                  <a:pt x="71181" y="31123"/>
                </a:cubicBezTo>
                <a:cubicBezTo>
                  <a:pt x="71181" y="26046"/>
                  <a:pt x="69338" y="21872"/>
                  <a:pt x="65652" y="18601"/>
                </a:cubicBezTo>
                <a:cubicBezTo>
                  <a:pt x="61966" y="15330"/>
                  <a:pt x="56144" y="13694"/>
                  <a:pt x="48186" y="13694"/>
                </a:cubicBezTo>
                <a:lnTo>
                  <a:pt x="14207" y="13694"/>
                </a:lnTo>
                <a:lnTo>
                  <a:pt x="14207" y="49211"/>
                </a:lnTo>
                <a:close/>
                <a:moveTo>
                  <a:pt x="159124" y="84143"/>
                </a:moveTo>
                <a:lnTo>
                  <a:pt x="172745" y="85827"/>
                </a:lnTo>
                <a:cubicBezTo>
                  <a:pt x="170597" y="93785"/>
                  <a:pt x="166618" y="99961"/>
                  <a:pt x="160808" y="104355"/>
                </a:cubicBezTo>
                <a:cubicBezTo>
                  <a:pt x="154999" y="108748"/>
                  <a:pt x="147578" y="110945"/>
                  <a:pt x="138546" y="110945"/>
                </a:cubicBezTo>
                <a:cubicBezTo>
                  <a:pt x="127171" y="110945"/>
                  <a:pt x="118151" y="107442"/>
                  <a:pt x="111487" y="100437"/>
                </a:cubicBezTo>
                <a:cubicBezTo>
                  <a:pt x="104823" y="93431"/>
                  <a:pt x="101491" y="83606"/>
                  <a:pt x="101491" y="70961"/>
                </a:cubicBezTo>
                <a:cubicBezTo>
                  <a:pt x="101491" y="57877"/>
                  <a:pt x="104860" y="47722"/>
                  <a:pt x="111597" y="40497"/>
                </a:cubicBezTo>
                <a:cubicBezTo>
                  <a:pt x="118334" y="33271"/>
                  <a:pt x="127073" y="29659"/>
                  <a:pt x="137814" y="29659"/>
                </a:cubicBezTo>
                <a:cubicBezTo>
                  <a:pt x="148213" y="29659"/>
                  <a:pt x="156707" y="33198"/>
                  <a:pt x="163298" y="40277"/>
                </a:cubicBezTo>
                <a:cubicBezTo>
                  <a:pt x="169889" y="47356"/>
                  <a:pt x="173184" y="57316"/>
                  <a:pt x="173184" y="70156"/>
                </a:cubicBezTo>
                <a:cubicBezTo>
                  <a:pt x="173184" y="70937"/>
                  <a:pt x="173160" y="72108"/>
                  <a:pt x="173111" y="73671"/>
                </a:cubicBezTo>
                <a:lnTo>
                  <a:pt x="115112" y="73671"/>
                </a:lnTo>
                <a:cubicBezTo>
                  <a:pt x="115600" y="82214"/>
                  <a:pt x="118017" y="88756"/>
                  <a:pt x="122362" y="93297"/>
                </a:cubicBezTo>
                <a:cubicBezTo>
                  <a:pt x="126707" y="97837"/>
                  <a:pt x="132126" y="100107"/>
                  <a:pt x="138619" y="100107"/>
                </a:cubicBezTo>
                <a:cubicBezTo>
                  <a:pt x="143453" y="100107"/>
                  <a:pt x="147578" y="98838"/>
                  <a:pt x="150995" y="96299"/>
                </a:cubicBezTo>
                <a:cubicBezTo>
                  <a:pt x="154413" y="93760"/>
                  <a:pt x="157122" y="89708"/>
                  <a:pt x="159124" y="84143"/>
                </a:cubicBezTo>
                <a:moveTo>
                  <a:pt x="115844" y="62832"/>
                </a:moveTo>
                <a:lnTo>
                  <a:pt x="159270" y="62832"/>
                </a:lnTo>
                <a:cubicBezTo>
                  <a:pt x="158685" y="56290"/>
                  <a:pt x="157025" y="51384"/>
                  <a:pt x="154291" y="48113"/>
                </a:cubicBezTo>
                <a:cubicBezTo>
                  <a:pt x="150092" y="43036"/>
                  <a:pt x="144649" y="40497"/>
                  <a:pt x="137960" y="40497"/>
                </a:cubicBezTo>
                <a:cubicBezTo>
                  <a:pt x="131906" y="40497"/>
                  <a:pt x="126817" y="42523"/>
                  <a:pt x="122691" y="46575"/>
                </a:cubicBezTo>
                <a:cubicBezTo>
                  <a:pt x="118566" y="50627"/>
                  <a:pt x="116284" y="56046"/>
                  <a:pt x="115844" y="62832"/>
                </a:cubicBezTo>
                <a:close/>
                <a:moveTo>
                  <a:pt x="186211" y="115632"/>
                </a:moveTo>
                <a:lnTo>
                  <a:pt x="199026" y="117536"/>
                </a:lnTo>
                <a:cubicBezTo>
                  <a:pt x="199563" y="121491"/>
                  <a:pt x="201052" y="124371"/>
                  <a:pt x="203493" y="126177"/>
                </a:cubicBezTo>
                <a:cubicBezTo>
                  <a:pt x="206764" y="128618"/>
                  <a:pt x="211232" y="129839"/>
                  <a:pt x="216895" y="129839"/>
                </a:cubicBezTo>
                <a:cubicBezTo>
                  <a:pt x="222997" y="129839"/>
                  <a:pt x="227709" y="128618"/>
                  <a:pt x="231028" y="126177"/>
                </a:cubicBezTo>
                <a:cubicBezTo>
                  <a:pt x="234348" y="123736"/>
                  <a:pt x="236594" y="120319"/>
                  <a:pt x="237766" y="115925"/>
                </a:cubicBezTo>
                <a:cubicBezTo>
                  <a:pt x="238449" y="113240"/>
                  <a:pt x="238767" y="107601"/>
                  <a:pt x="238718" y="99009"/>
                </a:cubicBezTo>
                <a:cubicBezTo>
                  <a:pt x="232957" y="105795"/>
                  <a:pt x="225780" y="109188"/>
                  <a:pt x="217188" y="109188"/>
                </a:cubicBezTo>
                <a:cubicBezTo>
                  <a:pt x="206496" y="109188"/>
                  <a:pt x="198221" y="105331"/>
                  <a:pt x="192362" y="97617"/>
                </a:cubicBezTo>
                <a:cubicBezTo>
                  <a:pt x="186504" y="89904"/>
                  <a:pt x="183575" y="80652"/>
                  <a:pt x="183575" y="69863"/>
                </a:cubicBezTo>
                <a:cubicBezTo>
                  <a:pt x="183575" y="62442"/>
                  <a:pt x="184917" y="55595"/>
                  <a:pt x="187602" y="49321"/>
                </a:cubicBezTo>
                <a:cubicBezTo>
                  <a:pt x="190287" y="43048"/>
                  <a:pt x="194181" y="38202"/>
                  <a:pt x="199283" y="34785"/>
                </a:cubicBezTo>
                <a:cubicBezTo>
                  <a:pt x="204384" y="31367"/>
                  <a:pt x="210377" y="29659"/>
                  <a:pt x="217261" y="29659"/>
                </a:cubicBezTo>
                <a:cubicBezTo>
                  <a:pt x="226439" y="29659"/>
                  <a:pt x="234006" y="33369"/>
                  <a:pt x="239963" y="40790"/>
                </a:cubicBezTo>
                <a:lnTo>
                  <a:pt x="239963" y="31416"/>
                </a:lnTo>
                <a:lnTo>
                  <a:pt x="252119" y="31416"/>
                </a:lnTo>
                <a:lnTo>
                  <a:pt x="252119" y="98642"/>
                </a:lnTo>
                <a:cubicBezTo>
                  <a:pt x="252119" y="110750"/>
                  <a:pt x="250886" y="119330"/>
                  <a:pt x="248421" y="124383"/>
                </a:cubicBezTo>
                <a:cubicBezTo>
                  <a:pt x="245955" y="129436"/>
                  <a:pt x="242050" y="133427"/>
                  <a:pt x="236704" y="136357"/>
                </a:cubicBezTo>
                <a:cubicBezTo>
                  <a:pt x="231358" y="139286"/>
                  <a:pt x="224779" y="140750"/>
                  <a:pt x="216968" y="140750"/>
                </a:cubicBezTo>
                <a:cubicBezTo>
                  <a:pt x="207692" y="140750"/>
                  <a:pt x="200198" y="138663"/>
                  <a:pt x="194486" y="134489"/>
                </a:cubicBezTo>
                <a:cubicBezTo>
                  <a:pt x="188774" y="130315"/>
                  <a:pt x="186016" y="124029"/>
                  <a:pt x="186211" y="115632"/>
                </a:cubicBezTo>
                <a:moveTo>
                  <a:pt x="197122" y="68911"/>
                </a:moveTo>
                <a:cubicBezTo>
                  <a:pt x="197122" y="79114"/>
                  <a:pt x="199148" y="86559"/>
                  <a:pt x="203201" y="91246"/>
                </a:cubicBezTo>
                <a:cubicBezTo>
                  <a:pt x="207253" y="95933"/>
                  <a:pt x="212330" y="98276"/>
                  <a:pt x="218433" y="98276"/>
                </a:cubicBezTo>
                <a:cubicBezTo>
                  <a:pt x="224486" y="98276"/>
                  <a:pt x="229564" y="95945"/>
                  <a:pt x="233665" y="91283"/>
                </a:cubicBezTo>
                <a:cubicBezTo>
                  <a:pt x="237766" y="86620"/>
                  <a:pt x="239816" y="79309"/>
                  <a:pt x="239816" y="69350"/>
                </a:cubicBezTo>
                <a:cubicBezTo>
                  <a:pt x="239816" y="59830"/>
                  <a:pt x="237705" y="52653"/>
                  <a:pt x="233482" y="47820"/>
                </a:cubicBezTo>
                <a:cubicBezTo>
                  <a:pt x="229259" y="42987"/>
                  <a:pt x="224169" y="40570"/>
                  <a:pt x="218213" y="40570"/>
                </a:cubicBezTo>
                <a:cubicBezTo>
                  <a:pt x="212354" y="40570"/>
                  <a:pt x="207375" y="42950"/>
                  <a:pt x="203274" y="47710"/>
                </a:cubicBezTo>
                <a:cubicBezTo>
                  <a:pt x="199173" y="52470"/>
                  <a:pt x="197122" y="59537"/>
                  <a:pt x="197122" y="68911"/>
                </a:cubicBezTo>
                <a:close/>
                <a:moveTo>
                  <a:pt x="271443" y="16990"/>
                </a:moveTo>
                <a:lnTo>
                  <a:pt x="271443" y="1831"/>
                </a:lnTo>
                <a:lnTo>
                  <a:pt x="284625" y="1831"/>
                </a:lnTo>
                <a:lnTo>
                  <a:pt x="284625" y="16990"/>
                </a:lnTo>
                <a:lnTo>
                  <a:pt x="271443" y="16990"/>
                </a:lnTo>
                <a:moveTo>
                  <a:pt x="271443" y="109188"/>
                </a:moveTo>
                <a:lnTo>
                  <a:pt x="271443" y="31416"/>
                </a:lnTo>
                <a:lnTo>
                  <a:pt x="284625" y="31416"/>
                </a:lnTo>
                <a:lnTo>
                  <a:pt x="284625" y="109188"/>
                </a:lnTo>
                <a:lnTo>
                  <a:pt x="271443" y="109188"/>
                </a:lnTo>
                <a:close/>
                <a:moveTo>
                  <a:pt x="299264" y="70302"/>
                </a:moveTo>
                <a:cubicBezTo>
                  <a:pt x="299264" y="55900"/>
                  <a:pt x="303267" y="45233"/>
                  <a:pt x="311274" y="38300"/>
                </a:cubicBezTo>
                <a:cubicBezTo>
                  <a:pt x="317962" y="32539"/>
                  <a:pt x="326115" y="29659"/>
                  <a:pt x="335733" y="29659"/>
                </a:cubicBezTo>
                <a:cubicBezTo>
                  <a:pt x="346425" y="29659"/>
                  <a:pt x="355164" y="33162"/>
                  <a:pt x="361950" y="40167"/>
                </a:cubicBezTo>
                <a:cubicBezTo>
                  <a:pt x="368736" y="47173"/>
                  <a:pt x="372129" y="56852"/>
                  <a:pt x="372129" y="69204"/>
                </a:cubicBezTo>
                <a:cubicBezTo>
                  <a:pt x="372129" y="79212"/>
                  <a:pt x="370628" y="87084"/>
                  <a:pt x="367625" y="92821"/>
                </a:cubicBezTo>
                <a:cubicBezTo>
                  <a:pt x="364623" y="98557"/>
                  <a:pt x="360253" y="103012"/>
                  <a:pt x="354517" y="106185"/>
                </a:cubicBezTo>
                <a:cubicBezTo>
                  <a:pt x="348780" y="109359"/>
                  <a:pt x="342519" y="110945"/>
                  <a:pt x="335733" y="110945"/>
                </a:cubicBezTo>
                <a:cubicBezTo>
                  <a:pt x="324846" y="110945"/>
                  <a:pt x="316046" y="107455"/>
                  <a:pt x="309333" y="100473"/>
                </a:cubicBezTo>
                <a:cubicBezTo>
                  <a:pt x="302620" y="93492"/>
                  <a:pt x="299264" y="83435"/>
                  <a:pt x="299264" y="70302"/>
                </a:cubicBezTo>
                <a:moveTo>
                  <a:pt x="312812" y="70302"/>
                </a:moveTo>
                <a:cubicBezTo>
                  <a:pt x="312812" y="80261"/>
                  <a:pt x="314984" y="87719"/>
                  <a:pt x="319329" y="92674"/>
                </a:cubicBezTo>
                <a:cubicBezTo>
                  <a:pt x="323674" y="97629"/>
                  <a:pt x="329142" y="100107"/>
                  <a:pt x="335733" y="100107"/>
                </a:cubicBezTo>
                <a:cubicBezTo>
                  <a:pt x="342275" y="100107"/>
                  <a:pt x="347718" y="97617"/>
                  <a:pt x="352063" y="92638"/>
                </a:cubicBezTo>
                <a:cubicBezTo>
                  <a:pt x="356409" y="87658"/>
                  <a:pt x="358581" y="80066"/>
                  <a:pt x="358581" y="69863"/>
                </a:cubicBezTo>
                <a:cubicBezTo>
                  <a:pt x="358581" y="60245"/>
                  <a:pt x="356396" y="52958"/>
                  <a:pt x="352027" y="48003"/>
                </a:cubicBezTo>
                <a:cubicBezTo>
                  <a:pt x="347657" y="43048"/>
                  <a:pt x="342226" y="40570"/>
                  <a:pt x="335733" y="40570"/>
                </a:cubicBezTo>
                <a:cubicBezTo>
                  <a:pt x="329142" y="40570"/>
                  <a:pt x="323674" y="43036"/>
                  <a:pt x="319329" y="47966"/>
                </a:cubicBezTo>
                <a:cubicBezTo>
                  <a:pt x="314984" y="52897"/>
                  <a:pt x="312812" y="60343"/>
                  <a:pt x="312812" y="70302"/>
                </a:cubicBezTo>
                <a:close/>
                <a:moveTo>
                  <a:pt x="386913" y="109188"/>
                </a:moveTo>
                <a:lnTo>
                  <a:pt x="386913" y="31416"/>
                </a:lnTo>
                <a:lnTo>
                  <a:pt x="398777" y="31416"/>
                </a:lnTo>
                <a:lnTo>
                  <a:pt x="398777" y="42474"/>
                </a:lnTo>
                <a:cubicBezTo>
                  <a:pt x="404489" y="33930"/>
                  <a:pt x="412739" y="29659"/>
                  <a:pt x="423529" y="29659"/>
                </a:cubicBezTo>
                <a:cubicBezTo>
                  <a:pt x="428216" y="29659"/>
                  <a:pt x="432524" y="30501"/>
                  <a:pt x="436454" y="32185"/>
                </a:cubicBezTo>
                <a:cubicBezTo>
                  <a:pt x="440384" y="33869"/>
                  <a:pt x="443326" y="36079"/>
                  <a:pt x="445278" y="38813"/>
                </a:cubicBezTo>
                <a:cubicBezTo>
                  <a:pt x="447231" y="41547"/>
                  <a:pt x="448598" y="44793"/>
                  <a:pt x="449379" y="48552"/>
                </a:cubicBezTo>
                <a:cubicBezTo>
                  <a:pt x="449868" y="50993"/>
                  <a:pt x="450112" y="55265"/>
                  <a:pt x="450112" y="61368"/>
                </a:cubicBezTo>
                <a:lnTo>
                  <a:pt x="450112" y="109188"/>
                </a:lnTo>
                <a:lnTo>
                  <a:pt x="436930" y="109188"/>
                </a:lnTo>
                <a:lnTo>
                  <a:pt x="436930" y="61880"/>
                </a:lnTo>
                <a:cubicBezTo>
                  <a:pt x="436930" y="56510"/>
                  <a:pt x="436417" y="52495"/>
                  <a:pt x="435392" y="49834"/>
                </a:cubicBezTo>
                <a:cubicBezTo>
                  <a:pt x="434367" y="47173"/>
                  <a:pt x="432548" y="45049"/>
                  <a:pt x="429936" y="43463"/>
                </a:cubicBezTo>
                <a:cubicBezTo>
                  <a:pt x="427325" y="41876"/>
                  <a:pt x="424261" y="41083"/>
                  <a:pt x="420746" y="41083"/>
                </a:cubicBezTo>
                <a:cubicBezTo>
                  <a:pt x="415132" y="41083"/>
                  <a:pt x="410286" y="42865"/>
                  <a:pt x="406210" y="46429"/>
                </a:cubicBezTo>
                <a:cubicBezTo>
                  <a:pt x="402133" y="49993"/>
                  <a:pt x="400095" y="56754"/>
                  <a:pt x="400095" y="66714"/>
                </a:cubicBezTo>
                <a:lnTo>
                  <a:pt x="400095" y="109188"/>
                </a:lnTo>
                <a:lnTo>
                  <a:pt x="386913" y="109188"/>
                </a:lnTo>
                <a:close/>
                <a:moveTo>
                  <a:pt x="513589" y="109188"/>
                </a:moveTo>
                <a:lnTo>
                  <a:pt x="513589" y="1831"/>
                </a:lnTo>
                <a:lnTo>
                  <a:pt x="554085" y="1831"/>
                </a:lnTo>
                <a:cubicBezTo>
                  <a:pt x="561213" y="1831"/>
                  <a:pt x="566657" y="2173"/>
                  <a:pt x="570416" y="2856"/>
                </a:cubicBezTo>
                <a:cubicBezTo>
                  <a:pt x="575689" y="3735"/>
                  <a:pt x="580107" y="5407"/>
                  <a:pt x="583671" y="7872"/>
                </a:cubicBezTo>
                <a:cubicBezTo>
                  <a:pt x="587235" y="10338"/>
                  <a:pt x="590103" y="13792"/>
                  <a:pt x="592276" y="18235"/>
                </a:cubicBezTo>
                <a:cubicBezTo>
                  <a:pt x="594448" y="22677"/>
                  <a:pt x="595534" y="27559"/>
                  <a:pt x="595534" y="32881"/>
                </a:cubicBezTo>
                <a:cubicBezTo>
                  <a:pt x="595534" y="42010"/>
                  <a:pt x="592629" y="49736"/>
                  <a:pt x="586820" y="56059"/>
                </a:cubicBezTo>
                <a:cubicBezTo>
                  <a:pt x="581010" y="62381"/>
                  <a:pt x="570514" y="65542"/>
                  <a:pt x="555330" y="65542"/>
                </a:cubicBezTo>
                <a:lnTo>
                  <a:pt x="527795" y="65542"/>
                </a:lnTo>
                <a:lnTo>
                  <a:pt x="527795" y="109188"/>
                </a:lnTo>
                <a:lnTo>
                  <a:pt x="513589" y="109188"/>
                </a:lnTo>
                <a:moveTo>
                  <a:pt x="527795" y="52873"/>
                </a:moveTo>
                <a:lnTo>
                  <a:pt x="555550" y="52873"/>
                </a:lnTo>
                <a:cubicBezTo>
                  <a:pt x="564728" y="52873"/>
                  <a:pt x="571246" y="51164"/>
                  <a:pt x="575103" y="47747"/>
                </a:cubicBezTo>
                <a:cubicBezTo>
                  <a:pt x="578960" y="44329"/>
                  <a:pt x="580888" y="39520"/>
                  <a:pt x="580888" y="33320"/>
                </a:cubicBezTo>
                <a:cubicBezTo>
                  <a:pt x="580888" y="28829"/>
                  <a:pt x="579753" y="24984"/>
                  <a:pt x="577483" y="21786"/>
                </a:cubicBezTo>
                <a:cubicBezTo>
                  <a:pt x="575213" y="18589"/>
                  <a:pt x="572222" y="16477"/>
                  <a:pt x="568512" y="15452"/>
                </a:cubicBezTo>
                <a:cubicBezTo>
                  <a:pt x="566120" y="14817"/>
                  <a:pt x="561701" y="14500"/>
                  <a:pt x="555257" y="14500"/>
                </a:cubicBezTo>
                <a:lnTo>
                  <a:pt x="527795" y="14500"/>
                </a:lnTo>
                <a:lnTo>
                  <a:pt x="527795" y="52873"/>
                </a:lnTo>
                <a:close/>
                <a:moveTo>
                  <a:pt x="611748" y="109188"/>
                </a:moveTo>
                <a:lnTo>
                  <a:pt x="611748" y="31416"/>
                </a:lnTo>
                <a:lnTo>
                  <a:pt x="623611" y="31416"/>
                </a:lnTo>
                <a:lnTo>
                  <a:pt x="623611" y="43206"/>
                </a:lnTo>
                <a:cubicBezTo>
                  <a:pt x="626638" y="37690"/>
                  <a:pt x="629433" y="34053"/>
                  <a:pt x="631996" y="32295"/>
                </a:cubicBezTo>
                <a:cubicBezTo>
                  <a:pt x="634559" y="30537"/>
                  <a:pt x="637379" y="29659"/>
                  <a:pt x="640455" y="29659"/>
                </a:cubicBezTo>
                <a:cubicBezTo>
                  <a:pt x="644897" y="29659"/>
                  <a:pt x="649413" y="31074"/>
                  <a:pt x="654002" y="33906"/>
                </a:cubicBezTo>
                <a:lnTo>
                  <a:pt x="649462" y="46136"/>
                </a:lnTo>
                <a:cubicBezTo>
                  <a:pt x="646240" y="44232"/>
                  <a:pt x="643018" y="43280"/>
                  <a:pt x="639795" y="43280"/>
                </a:cubicBezTo>
                <a:cubicBezTo>
                  <a:pt x="636915" y="43280"/>
                  <a:pt x="634328" y="44146"/>
                  <a:pt x="632033" y="45879"/>
                </a:cubicBezTo>
                <a:cubicBezTo>
                  <a:pt x="629738" y="47613"/>
                  <a:pt x="628103" y="50017"/>
                  <a:pt x="627126" y="53093"/>
                </a:cubicBezTo>
                <a:cubicBezTo>
                  <a:pt x="625662" y="57779"/>
                  <a:pt x="624930" y="62906"/>
                  <a:pt x="624930" y="68471"/>
                </a:cubicBezTo>
                <a:lnTo>
                  <a:pt x="624930" y="109188"/>
                </a:lnTo>
                <a:lnTo>
                  <a:pt x="611748" y="109188"/>
                </a:lnTo>
                <a:close/>
                <a:moveTo>
                  <a:pt x="657036" y="70302"/>
                </a:moveTo>
                <a:cubicBezTo>
                  <a:pt x="657036" y="55900"/>
                  <a:pt x="661039" y="45233"/>
                  <a:pt x="669045" y="38300"/>
                </a:cubicBezTo>
                <a:cubicBezTo>
                  <a:pt x="675734" y="32539"/>
                  <a:pt x="683887" y="29659"/>
                  <a:pt x="693505" y="29659"/>
                </a:cubicBezTo>
                <a:cubicBezTo>
                  <a:pt x="704196" y="29659"/>
                  <a:pt x="712935" y="33162"/>
                  <a:pt x="719721" y="40167"/>
                </a:cubicBezTo>
                <a:cubicBezTo>
                  <a:pt x="726508" y="47173"/>
                  <a:pt x="729901" y="56852"/>
                  <a:pt x="729901" y="69204"/>
                </a:cubicBezTo>
                <a:cubicBezTo>
                  <a:pt x="729901" y="79212"/>
                  <a:pt x="728399" y="87084"/>
                  <a:pt x="725397" y="92821"/>
                </a:cubicBezTo>
                <a:cubicBezTo>
                  <a:pt x="722394" y="98557"/>
                  <a:pt x="718025" y="103012"/>
                  <a:pt x="712289" y="106185"/>
                </a:cubicBezTo>
                <a:cubicBezTo>
                  <a:pt x="706552" y="109359"/>
                  <a:pt x="700291" y="110945"/>
                  <a:pt x="693505" y="110945"/>
                </a:cubicBezTo>
                <a:cubicBezTo>
                  <a:pt x="682618" y="110945"/>
                  <a:pt x="673818" y="107455"/>
                  <a:pt x="667105" y="100473"/>
                </a:cubicBezTo>
                <a:cubicBezTo>
                  <a:pt x="660392" y="93492"/>
                  <a:pt x="657036" y="83435"/>
                  <a:pt x="657036" y="70302"/>
                </a:cubicBezTo>
                <a:moveTo>
                  <a:pt x="670583" y="70302"/>
                </a:moveTo>
                <a:cubicBezTo>
                  <a:pt x="670583" y="80261"/>
                  <a:pt x="672756" y="87719"/>
                  <a:pt x="677101" y="92674"/>
                </a:cubicBezTo>
                <a:cubicBezTo>
                  <a:pt x="681446" y="97629"/>
                  <a:pt x="686914" y="100107"/>
                  <a:pt x="693505" y="100107"/>
                </a:cubicBezTo>
                <a:cubicBezTo>
                  <a:pt x="700047" y="100107"/>
                  <a:pt x="705490" y="97617"/>
                  <a:pt x="709835" y="92638"/>
                </a:cubicBezTo>
                <a:cubicBezTo>
                  <a:pt x="714180" y="87658"/>
                  <a:pt x="716353" y="80066"/>
                  <a:pt x="716353" y="69863"/>
                </a:cubicBezTo>
                <a:cubicBezTo>
                  <a:pt x="716353" y="60245"/>
                  <a:pt x="714168" y="52958"/>
                  <a:pt x="709799" y="48003"/>
                </a:cubicBezTo>
                <a:cubicBezTo>
                  <a:pt x="705429" y="43048"/>
                  <a:pt x="699998" y="40570"/>
                  <a:pt x="693505" y="40570"/>
                </a:cubicBezTo>
                <a:cubicBezTo>
                  <a:pt x="686914" y="40570"/>
                  <a:pt x="681446" y="43036"/>
                  <a:pt x="677101" y="47966"/>
                </a:cubicBezTo>
                <a:cubicBezTo>
                  <a:pt x="672756" y="52897"/>
                  <a:pt x="670583" y="60343"/>
                  <a:pt x="670583" y="70302"/>
                </a:cubicBezTo>
                <a:close/>
                <a:moveTo>
                  <a:pt x="739778" y="70302"/>
                </a:moveTo>
                <a:cubicBezTo>
                  <a:pt x="739778" y="55900"/>
                  <a:pt x="743782" y="45233"/>
                  <a:pt x="751788" y="38300"/>
                </a:cubicBezTo>
                <a:cubicBezTo>
                  <a:pt x="758477" y="32539"/>
                  <a:pt x="766630" y="29659"/>
                  <a:pt x="776247" y="29659"/>
                </a:cubicBezTo>
                <a:cubicBezTo>
                  <a:pt x="786939" y="29659"/>
                  <a:pt x="795678" y="33162"/>
                  <a:pt x="802464" y="40167"/>
                </a:cubicBezTo>
                <a:cubicBezTo>
                  <a:pt x="809250" y="47173"/>
                  <a:pt x="812643" y="56852"/>
                  <a:pt x="812643" y="69204"/>
                </a:cubicBezTo>
                <a:cubicBezTo>
                  <a:pt x="812643" y="79212"/>
                  <a:pt x="811142" y="87084"/>
                  <a:pt x="808140" y="92821"/>
                </a:cubicBezTo>
                <a:cubicBezTo>
                  <a:pt x="805137" y="98557"/>
                  <a:pt x="800768" y="103012"/>
                  <a:pt x="795031" y="106185"/>
                </a:cubicBezTo>
                <a:cubicBezTo>
                  <a:pt x="789295" y="109359"/>
                  <a:pt x="783033" y="110945"/>
                  <a:pt x="776247" y="110945"/>
                </a:cubicBezTo>
                <a:cubicBezTo>
                  <a:pt x="765360" y="110945"/>
                  <a:pt x="756560" y="107455"/>
                  <a:pt x="749848" y="100473"/>
                </a:cubicBezTo>
                <a:cubicBezTo>
                  <a:pt x="743135" y="93492"/>
                  <a:pt x="739778" y="83435"/>
                  <a:pt x="739778" y="70302"/>
                </a:cubicBezTo>
                <a:moveTo>
                  <a:pt x="753326" y="70302"/>
                </a:moveTo>
                <a:cubicBezTo>
                  <a:pt x="753326" y="80261"/>
                  <a:pt x="755499" y="87719"/>
                  <a:pt x="759844" y="92674"/>
                </a:cubicBezTo>
                <a:cubicBezTo>
                  <a:pt x="764189" y="97629"/>
                  <a:pt x="769657" y="100107"/>
                  <a:pt x="776247" y="100107"/>
                </a:cubicBezTo>
                <a:cubicBezTo>
                  <a:pt x="782789" y="100107"/>
                  <a:pt x="788233" y="97617"/>
                  <a:pt x="792578" y="92638"/>
                </a:cubicBezTo>
                <a:cubicBezTo>
                  <a:pt x="796923" y="87658"/>
                  <a:pt x="799096" y="80066"/>
                  <a:pt x="799096" y="69863"/>
                </a:cubicBezTo>
                <a:cubicBezTo>
                  <a:pt x="799096" y="60245"/>
                  <a:pt x="796911" y="52958"/>
                  <a:pt x="792541" y="48003"/>
                </a:cubicBezTo>
                <a:cubicBezTo>
                  <a:pt x="788172" y="43048"/>
                  <a:pt x="782741" y="40570"/>
                  <a:pt x="776247" y="40570"/>
                </a:cubicBezTo>
                <a:cubicBezTo>
                  <a:pt x="769657" y="40570"/>
                  <a:pt x="764189" y="43036"/>
                  <a:pt x="759844" y="47966"/>
                </a:cubicBezTo>
                <a:cubicBezTo>
                  <a:pt x="755499" y="52897"/>
                  <a:pt x="753326" y="60343"/>
                  <a:pt x="753326" y="70302"/>
                </a:cubicBezTo>
                <a:close/>
                <a:moveTo>
                  <a:pt x="830576" y="109188"/>
                </a:moveTo>
                <a:lnTo>
                  <a:pt x="830576" y="41669"/>
                </a:lnTo>
                <a:lnTo>
                  <a:pt x="818933" y="41669"/>
                </a:lnTo>
                <a:lnTo>
                  <a:pt x="818933" y="31416"/>
                </a:lnTo>
                <a:lnTo>
                  <a:pt x="830576" y="31416"/>
                </a:lnTo>
                <a:lnTo>
                  <a:pt x="830576" y="23141"/>
                </a:lnTo>
                <a:cubicBezTo>
                  <a:pt x="830576" y="17917"/>
                  <a:pt x="831040" y="14036"/>
                  <a:pt x="831968" y="11497"/>
                </a:cubicBezTo>
                <a:cubicBezTo>
                  <a:pt x="833237" y="8080"/>
                  <a:pt x="835471" y="5309"/>
                  <a:pt x="838668" y="3186"/>
                </a:cubicBezTo>
                <a:cubicBezTo>
                  <a:pt x="841866" y="1062"/>
                  <a:pt x="846345" y="0"/>
                  <a:pt x="852106" y="0"/>
                </a:cubicBezTo>
                <a:cubicBezTo>
                  <a:pt x="855817" y="0"/>
                  <a:pt x="859918" y="439"/>
                  <a:pt x="864409" y="1318"/>
                </a:cubicBezTo>
                <a:lnTo>
                  <a:pt x="862432" y="12815"/>
                </a:lnTo>
                <a:cubicBezTo>
                  <a:pt x="859698" y="12327"/>
                  <a:pt x="857110" y="12083"/>
                  <a:pt x="854669" y="12083"/>
                </a:cubicBezTo>
                <a:cubicBezTo>
                  <a:pt x="850666" y="12083"/>
                  <a:pt x="847834" y="12938"/>
                  <a:pt x="846175" y="14646"/>
                </a:cubicBezTo>
                <a:cubicBezTo>
                  <a:pt x="844515" y="16355"/>
                  <a:pt x="843685" y="19553"/>
                  <a:pt x="843685" y="24240"/>
                </a:cubicBezTo>
                <a:lnTo>
                  <a:pt x="843685" y="31416"/>
                </a:lnTo>
                <a:lnTo>
                  <a:pt x="858844" y="31416"/>
                </a:lnTo>
                <a:lnTo>
                  <a:pt x="858844" y="41669"/>
                </a:lnTo>
                <a:lnTo>
                  <a:pt x="843685" y="41669"/>
                </a:lnTo>
                <a:lnTo>
                  <a:pt x="843685" y="109188"/>
                </a:lnTo>
                <a:lnTo>
                  <a:pt x="830576" y="1091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SID">
            <a:extLst xmlns:a="http://schemas.openxmlformats.org/drawingml/2006/main">
              <a:ext uri="{FF2B5EF4-FFF2-40B4-BE49-F238E27FC236}">
                <a16:creationId xmlns:a16="http://schemas.microsoft.com/office/drawing/2014/main" id="{861883B4-DF18-4E71-9D63-93D2CF23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169" y="480595"/>
            <a:ext cx="235828" cy="111019"/>
          </a:xfrm>
          <a:custGeom xmlns:a="http://schemas.openxmlformats.org/drawingml/2006/main">
            <a:pathLst>
              <a:path w="235828" h="111019">
                <a:moveTo>
                  <a:pt x="0" y="74696"/>
                </a:moveTo>
                <a:lnTo>
                  <a:pt x="13401" y="73524"/>
                </a:lnTo>
                <a:cubicBezTo>
                  <a:pt x="14036" y="78894"/>
                  <a:pt x="15513" y="83301"/>
                  <a:pt x="17832" y="86742"/>
                </a:cubicBezTo>
                <a:cubicBezTo>
                  <a:pt x="20151" y="90184"/>
                  <a:pt x="23751" y="92967"/>
                  <a:pt x="28633" y="95091"/>
                </a:cubicBezTo>
                <a:cubicBezTo>
                  <a:pt x="33516" y="97214"/>
                  <a:pt x="39008" y="98276"/>
                  <a:pt x="45110" y="98276"/>
                </a:cubicBezTo>
                <a:cubicBezTo>
                  <a:pt x="50530" y="98276"/>
                  <a:pt x="55314" y="97471"/>
                  <a:pt x="59464" y="95860"/>
                </a:cubicBezTo>
                <a:cubicBezTo>
                  <a:pt x="63614" y="94249"/>
                  <a:pt x="66701" y="92039"/>
                  <a:pt x="68728" y="89232"/>
                </a:cubicBezTo>
                <a:cubicBezTo>
                  <a:pt x="70754" y="86425"/>
                  <a:pt x="71767" y="83362"/>
                  <a:pt x="71767" y="80042"/>
                </a:cubicBezTo>
                <a:cubicBezTo>
                  <a:pt x="71767" y="76673"/>
                  <a:pt x="70790" y="73732"/>
                  <a:pt x="68837" y="71217"/>
                </a:cubicBezTo>
                <a:cubicBezTo>
                  <a:pt x="66885" y="68703"/>
                  <a:pt x="63662" y="66592"/>
                  <a:pt x="59171" y="64883"/>
                </a:cubicBezTo>
                <a:cubicBezTo>
                  <a:pt x="56290" y="63760"/>
                  <a:pt x="49919" y="62015"/>
                  <a:pt x="40057" y="59647"/>
                </a:cubicBezTo>
                <a:cubicBezTo>
                  <a:pt x="30196" y="57279"/>
                  <a:pt x="23288" y="55045"/>
                  <a:pt x="19333" y="52946"/>
                </a:cubicBezTo>
                <a:cubicBezTo>
                  <a:pt x="14207" y="50261"/>
                  <a:pt x="10387" y="46929"/>
                  <a:pt x="7872" y="42950"/>
                </a:cubicBezTo>
                <a:cubicBezTo>
                  <a:pt x="5358" y="38971"/>
                  <a:pt x="4101" y="34516"/>
                  <a:pt x="4101" y="29585"/>
                </a:cubicBezTo>
                <a:cubicBezTo>
                  <a:pt x="4101" y="24166"/>
                  <a:pt x="5639" y="19101"/>
                  <a:pt x="8715" y="14390"/>
                </a:cubicBezTo>
                <a:cubicBezTo>
                  <a:pt x="11790" y="9679"/>
                  <a:pt x="16282" y="6103"/>
                  <a:pt x="22189" y="3662"/>
                </a:cubicBezTo>
                <a:cubicBezTo>
                  <a:pt x="28096" y="1221"/>
                  <a:pt x="34663" y="0"/>
                  <a:pt x="41888" y="0"/>
                </a:cubicBezTo>
                <a:cubicBezTo>
                  <a:pt x="49846" y="0"/>
                  <a:pt x="56864" y="1282"/>
                  <a:pt x="62942" y="3845"/>
                </a:cubicBezTo>
                <a:cubicBezTo>
                  <a:pt x="69020" y="6408"/>
                  <a:pt x="73695" y="10179"/>
                  <a:pt x="76966" y="15159"/>
                </a:cubicBezTo>
                <a:cubicBezTo>
                  <a:pt x="80237" y="20139"/>
                  <a:pt x="81995" y="25777"/>
                  <a:pt x="82239" y="32075"/>
                </a:cubicBezTo>
                <a:lnTo>
                  <a:pt x="68618" y="33101"/>
                </a:lnTo>
                <a:cubicBezTo>
                  <a:pt x="67885" y="26314"/>
                  <a:pt x="65408" y="21188"/>
                  <a:pt x="61185" y="17722"/>
                </a:cubicBezTo>
                <a:cubicBezTo>
                  <a:pt x="56962" y="14256"/>
                  <a:pt x="50725" y="12523"/>
                  <a:pt x="42474" y="12523"/>
                </a:cubicBezTo>
                <a:cubicBezTo>
                  <a:pt x="33882" y="12523"/>
                  <a:pt x="27620" y="14097"/>
                  <a:pt x="23690" y="17246"/>
                </a:cubicBezTo>
                <a:cubicBezTo>
                  <a:pt x="19760" y="20395"/>
                  <a:pt x="17795" y="24191"/>
                  <a:pt x="17795" y="28633"/>
                </a:cubicBezTo>
                <a:cubicBezTo>
                  <a:pt x="17795" y="32490"/>
                  <a:pt x="19187" y="35664"/>
                  <a:pt x="21969" y="38153"/>
                </a:cubicBezTo>
                <a:cubicBezTo>
                  <a:pt x="24703" y="40643"/>
                  <a:pt x="31843" y="43194"/>
                  <a:pt x="43390" y="45806"/>
                </a:cubicBezTo>
                <a:cubicBezTo>
                  <a:pt x="54936" y="48418"/>
                  <a:pt x="62857" y="50700"/>
                  <a:pt x="67153" y="52653"/>
                </a:cubicBezTo>
                <a:cubicBezTo>
                  <a:pt x="73402" y="55534"/>
                  <a:pt x="78016" y="59183"/>
                  <a:pt x="80994" y="63601"/>
                </a:cubicBezTo>
                <a:cubicBezTo>
                  <a:pt x="83972" y="68020"/>
                  <a:pt x="85461" y="73109"/>
                  <a:pt x="85461" y="78870"/>
                </a:cubicBezTo>
                <a:cubicBezTo>
                  <a:pt x="85461" y="84582"/>
                  <a:pt x="83825" y="89965"/>
                  <a:pt x="80554" y="95018"/>
                </a:cubicBezTo>
                <a:cubicBezTo>
                  <a:pt x="77283" y="100071"/>
                  <a:pt x="72584" y="104001"/>
                  <a:pt x="66457" y="106808"/>
                </a:cubicBezTo>
                <a:cubicBezTo>
                  <a:pt x="60330" y="109615"/>
                  <a:pt x="53434" y="111019"/>
                  <a:pt x="45770" y="111019"/>
                </a:cubicBezTo>
                <a:cubicBezTo>
                  <a:pt x="36054" y="111019"/>
                  <a:pt x="27913" y="109603"/>
                  <a:pt x="21347" y="106771"/>
                </a:cubicBezTo>
                <a:cubicBezTo>
                  <a:pt x="14781" y="103940"/>
                  <a:pt x="9630" y="99680"/>
                  <a:pt x="5895" y="93992"/>
                </a:cubicBezTo>
                <a:cubicBezTo>
                  <a:pt x="2160" y="88305"/>
                  <a:pt x="195" y="81873"/>
                  <a:pt x="0" y="74696"/>
                </a:cubicBezTo>
                <a:close/>
                <a:moveTo>
                  <a:pt x="107240" y="109188"/>
                </a:moveTo>
                <a:lnTo>
                  <a:pt x="107240" y="1831"/>
                </a:lnTo>
                <a:lnTo>
                  <a:pt x="121447" y="1831"/>
                </a:lnTo>
                <a:lnTo>
                  <a:pt x="121447" y="109188"/>
                </a:lnTo>
                <a:lnTo>
                  <a:pt x="107240" y="109188"/>
                </a:lnTo>
                <a:close/>
                <a:moveTo>
                  <a:pt x="147072" y="109188"/>
                </a:moveTo>
                <a:lnTo>
                  <a:pt x="147072" y="1831"/>
                </a:lnTo>
                <a:lnTo>
                  <a:pt x="184054" y="1831"/>
                </a:lnTo>
                <a:cubicBezTo>
                  <a:pt x="192402" y="1831"/>
                  <a:pt x="198773" y="2343"/>
                  <a:pt x="203167" y="3369"/>
                </a:cubicBezTo>
                <a:cubicBezTo>
                  <a:pt x="209319" y="4784"/>
                  <a:pt x="214567" y="7348"/>
                  <a:pt x="218912" y="11058"/>
                </a:cubicBezTo>
                <a:cubicBezTo>
                  <a:pt x="224575" y="15842"/>
                  <a:pt x="228810" y="21957"/>
                  <a:pt x="231618" y="29402"/>
                </a:cubicBezTo>
                <a:cubicBezTo>
                  <a:pt x="234425" y="36848"/>
                  <a:pt x="235828" y="45355"/>
                  <a:pt x="235828" y="54923"/>
                </a:cubicBezTo>
                <a:cubicBezTo>
                  <a:pt x="235828" y="63077"/>
                  <a:pt x="234876" y="70302"/>
                  <a:pt x="232972" y="76600"/>
                </a:cubicBezTo>
                <a:cubicBezTo>
                  <a:pt x="231068" y="82898"/>
                  <a:pt x="228627" y="88109"/>
                  <a:pt x="225649" y="92235"/>
                </a:cubicBezTo>
                <a:cubicBezTo>
                  <a:pt x="222671" y="96360"/>
                  <a:pt x="219412" y="99607"/>
                  <a:pt x="215873" y="101975"/>
                </a:cubicBezTo>
                <a:cubicBezTo>
                  <a:pt x="212333" y="104342"/>
                  <a:pt x="208062" y="106136"/>
                  <a:pt x="203057" y="107357"/>
                </a:cubicBezTo>
                <a:cubicBezTo>
                  <a:pt x="198053" y="108578"/>
                  <a:pt x="192305" y="109188"/>
                  <a:pt x="185811" y="109188"/>
                </a:cubicBezTo>
                <a:lnTo>
                  <a:pt x="147072" y="109188"/>
                </a:lnTo>
                <a:moveTo>
                  <a:pt x="161279" y="96519"/>
                </a:moveTo>
                <a:lnTo>
                  <a:pt x="184200" y="96519"/>
                </a:lnTo>
                <a:cubicBezTo>
                  <a:pt x="191279" y="96519"/>
                  <a:pt x="196833" y="95860"/>
                  <a:pt x="200860" y="94542"/>
                </a:cubicBezTo>
                <a:cubicBezTo>
                  <a:pt x="204888" y="93223"/>
                  <a:pt x="208098" y="91368"/>
                  <a:pt x="210490" y="88976"/>
                </a:cubicBezTo>
                <a:cubicBezTo>
                  <a:pt x="213859" y="85607"/>
                  <a:pt x="216483" y="81079"/>
                  <a:pt x="218363" y="75392"/>
                </a:cubicBezTo>
                <a:cubicBezTo>
                  <a:pt x="220242" y="69704"/>
                  <a:pt x="221182" y="62808"/>
                  <a:pt x="221182" y="54704"/>
                </a:cubicBezTo>
                <a:cubicBezTo>
                  <a:pt x="221182" y="43475"/>
                  <a:pt x="219339" y="34846"/>
                  <a:pt x="215653" y="28816"/>
                </a:cubicBezTo>
                <a:cubicBezTo>
                  <a:pt x="211967" y="22787"/>
                  <a:pt x="207488" y="18747"/>
                  <a:pt x="202215" y="16697"/>
                </a:cubicBezTo>
                <a:cubicBezTo>
                  <a:pt x="198407" y="15232"/>
                  <a:pt x="192280" y="14500"/>
                  <a:pt x="183834" y="14500"/>
                </a:cubicBezTo>
                <a:lnTo>
                  <a:pt x="161279" y="14500"/>
                </a:lnTo>
                <a:lnTo>
                  <a:pt x="161279" y="96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Duration">
            <a:extLst xmlns:a="http://schemas.openxmlformats.org/drawingml/2006/main">
              <a:ext uri="{FF2B5EF4-FFF2-40B4-BE49-F238E27FC236}">
                <a16:creationId xmlns:a16="http://schemas.microsoft.com/office/drawing/2014/main" id="{61209369-4DB5-49D9-8634-22950257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944" y="482425"/>
            <a:ext cx="542627" cy="109115"/>
          </a:xfrm>
          <a:custGeom xmlns:a="http://schemas.openxmlformats.org/drawingml/2006/main">
            <a:pathLst>
              <a:path w="542627" h="109115">
                <a:moveTo>
                  <a:pt x="0" y="107357"/>
                </a:moveTo>
                <a:lnTo>
                  <a:pt x="0" y="0"/>
                </a:lnTo>
                <a:lnTo>
                  <a:pt x="36982" y="0"/>
                </a:lnTo>
                <a:cubicBezTo>
                  <a:pt x="45330" y="0"/>
                  <a:pt x="51701" y="513"/>
                  <a:pt x="56095" y="1538"/>
                </a:cubicBezTo>
                <a:cubicBezTo>
                  <a:pt x="62247" y="2954"/>
                  <a:pt x="67495" y="5517"/>
                  <a:pt x="71840" y="9227"/>
                </a:cubicBezTo>
                <a:cubicBezTo>
                  <a:pt x="77503" y="14012"/>
                  <a:pt x="81738" y="20126"/>
                  <a:pt x="84545" y="27572"/>
                </a:cubicBezTo>
                <a:cubicBezTo>
                  <a:pt x="87353" y="35017"/>
                  <a:pt x="88756" y="43524"/>
                  <a:pt x="88756" y="53093"/>
                </a:cubicBezTo>
                <a:cubicBezTo>
                  <a:pt x="88756" y="61246"/>
                  <a:pt x="87804" y="68471"/>
                  <a:pt x="85900" y="74769"/>
                </a:cubicBezTo>
                <a:cubicBezTo>
                  <a:pt x="83996" y="81067"/>
                  <a:pt x="81555" y="86279"/>
                  <a:pt x="78577" y="90404"/>
                </a:cubicBezTo>
                <a:cubicBezTo>
                  <a:pt x="75599" y="94529"/>
                  <a:pt x="72340" y="97776"/>
                  <a:pt x="68801" y="100144"/>
                </a:cubicBezTo>
                <a:cubicBezTo>
                  <a:pt x="65261" y="102512"/>
                  <a:pt x="60989" y="104306"/>
                  <a:pt x="55985" y="105526"/>
                </a:cubicBezTo>
                <a:cubicBezTo>
                  <a:pt x="50981" y="106747"/>
                  <a:pt x="45233" y="107357"/>
                  <a:pt x="38739" y="107357"/>
                </a:cubicBezTo>
                <a:lnTo>
                  <a:pt x="0" y="107357"/>
                </a:lnTo>
                <a:moveTo>
                  <a:pt x="14207" y="94688"/>
                </a:moveTo>
                <a:lnTo>
                  <a:pt x="37128" y="94688"/>
                </a:lnTo>
                <a:cubicBezTo>
                  <a:pt x="44207" y="94688"/>
                  <a:pt x="49761" y="94029"/>
                  <a:pt x="53788" y="92711"/>
                </a:cubicBezTo>
                <a:cubicBezTo>
                  <a:pt x="57816" y="91393"/>
                  <a:pt x="61026" y="89537"/>
                  <a:pt x="63418" y="87145"/>
                </a:cubicBezTo>
                <a:cubicBezTo>
                  <a:pt x="66787" y="83777"/>
                  <a:pt x="69411" y="79248"/>
                  <a:pt x="71291" y="73561"/>
                </a:cubicBezTo>
                <a:cubicBezTo>
                  <a:pt x="73170" y="67873"/>
                  <a:pt x="74110" y="60977"/>
                  <a:pt x="74110" y="52873"/>
                </a:cubicBezTo>
                <a:cubicBezTo>
                  <a:pt x="74110" y="41644"/>
                  <a:pt x="72267" y="33015"/>
                  <a:pt x="68581" y="26986"/>
                </a:cubicBezTo>
                <a:cubicBezTo>
                  <a:pt x="64895" y="20956"/>
                  <a:pt x="60416" y="16916"/>
                  <a:pt x="55143" y="14866"/>
                </a:cubicBezTo>
                <a:cubicBezTo>
                  <a:pt x="51335" y="13401"/>
                  <a:pt x="45208" y="12669"/>
                  <a:pt x="36762" y="12669"/>
                </a:cubicBezTo>
                <a:lnTo>
                  <a:pt x="14207" y="12669"/>
                </a:lnTo>
                <a:lnTo>
                  <a:pt x="14207" y="94688"/>
                </a:lnTo>
                <a:close/>
                <a:moveTo>
                  <a:pt x="157074" y="107357"/>
                </a:moveTo>
                <a:lnTo>
                  <a:pt x="157074" y="95933"/>
                </a:lnTo>
                <a:cubicBezTo>
                  <a:pt x="151020" y="104721"/>
                  <a:pt x="142793" y="109115"/>
                  <a:pt x="132395" y="109115"/>
                </a:cubicBezTo>
                <a:cubicBezTo>
                  <a:pt x="127805" y="109115"/>
                  <a:pt x="123521" y="108236"/>
                  <a:pt x="119543" y="106478"/>
                </a:cubicBezTo>
                <a:cubicBezTo>
                  <a:pt x="115564" y="104721"/>
                  <a:pt x="112610" y="102512"/>
                  <a:pt x="110682" y="99851"/>
                </a:cubicBezTo>
                <a:cubicBezTo>
                  <a:pt x="108753" y="97190"/>
                  <a:pt x="107398" y="93931"/>
                  <a:pt x="106617" y="90074"/>
                </a:cubicBezTo>
                <a:cubicBezTo>
                  <a:pt x="106080" y="87487"/>
                  <a:pt x="105812" y="83386"/>
                  <a:pt x="105812" y="77772"/>
                </a:cubicBezTo>
                <a:lnTo>
                  <a:pt x="105812" y="29585"/>
                </a:lnTo>
                <a:lnTo>
                  <a:pt x="118993" y="29585"/>
                </a:lnTo>
                <a:lnTo>
                  <a:pt x="118993" y="72719"/>
                </a:lnTo>
                <a:cubicBezTo>
                  <a:pt x="118993" y="79602"/>
                  <a:pt x="119262" y="84240"/>
                  <a:pt x="119799" y="86633"/>
                </a:cubicBezTo>
                <a:cubicBezTo>
                  <a:pt x="120629" y="90099"/>
                  <a:pt x="122386" y="92821"/>
                  <a:pt x="125071" y="94798"/>
                </a:cubicBezTo>
                <a:cubicBezTo>
                  <a:pt x="127757" y="96775"/>
                  <a:pt x="131076" y="97764"/>
                  <a:pt x="135031" y="97764"/>
                </a:cubicBezTo>
                <a:cubicBezTo>
                  <a:pt x="138985" y="97764"/>
                  <a:pt x="142696" y="96751"/>
                  <a:pt x="146162" y="94725"/>
                </a:cubicBezTo>
                <a:cubicBezTo>
                  <a:pt x="149628" y="92699"/>
                  <a:pt x="152082" y="89940"/>
                  <a:pt x="153522" y="86449"/>
                </a:cubicBezTo>
                <a:cubicBezTo>
                  <a:pt x="154962" y="82959"/>
                  <a:pt x="155682" y="77894"/>
                  <a:pt x="155682" y="71254"/>
                </a:cubicBezTo>
                <a:lnTo>
                  <a:pt x="155682" y="29585"/>
                </a:lnTo>
                <a:lnTo>
                  <a:pt x="168864" y="29585"/>
                </a:lnTo>
                <a:lnTo>
                  <a:pt x="168864" y="107357"/>
                </a:lnTo>
                <a:lnTo>
                  <a:pt x="157074" y="107357"/>
                </a:lnTo>
                <a:close/>
                <a:moveTo>
                  <a:pt x="188701" y="107357"/>
                </a:moveTo>
                <a:lnTo>
                  <a:pt x="188701" y="29585"/>
                </a:lnTo>
                <a:lnTo>
                  <a:pt x="200564" y="29585"/>
                </a:lnTo>
                <a:lnTo>
                  <a:pt x="200564" y="41376"/>
                </a:lnTo>
                <a:cubicBezTo>
                  <a:pt x="203591" y="35859"/>
                  <a:pt x="206386" y="32222"/>
                  <a:pt x="208949" y="30464"/>
                </a:cubicBezTo>
                <a:cubicBezTo>
                  <a:pt x="211512" y="28707"/>
                  <a:pt x="214332" y="27828"/>
                  <a:pt x="217407" y="27828"/>
                </a:cubicBezTo>
                <a:cubicBezTo>
                  <a:pt x="221850" y="27828"/>
                  <a:pt x="226366" y="29244"/>
                  <a:pt x="230955" y="32075"/>
                </a:cubicBezTo>
                <a:lnTo>
                  <a:pt x="226415" y="44305"/>
                </a:lnTo>
                <a:cubicBezTo>
                  <a:pt x="223193" y="42401"/>
                  <a:pt x="219970" y="41449"/>
                  <a:pt x="216748" y="41449"/>
                </a:cubicBezTo>
                <a:cubicBezTo>
                  <a:pt x="213868" y="41449"/>
                  <a:pt x="211280" y="42315"/>
                  <a:pt x="208986" y="44049"/>
                </a:cubicBezTo>
                <a:cubicBezTo>
                  <a:pt x="206691" y="45782"/>
                  <a:pt x="205056" y="48186"/>
                  <a:pt x="204079" y="51262"/>
                </a:cubicBezTo>
                <a:cubicBezTo>
                  <a:pt x="202615" y="55949"/>
                  <a:pt x="201882" y="61075"/>
                  <a:pt x="201882" y="66640"/>
                </a:cubicBezTo>
                <a:lnTo>
                  <a:pt x="201882" y="107357"/>
                </a:lnTo>
                <a:lnTo>
                  <a:pt x="188701" y="107357"/>
                </a:lnTo>
                <a:close/>
                <a:moveTo>
                  <a:pt x="289644" y="97764"/>
                </a:moveTo>
                <a:cubicBezTo>
                  <a:pt x="284762" y="101913"/>
                  <a:pt x="280063" y="104843"/>
                  <a:pt x="275547" y="106551"/>
                </a:cubicBezTo>
                <a:cubicBezTo>
                  <a:pt x="271031" y="108260"/>
                  <a:pt x="266186" y="109115"/>
                  <a:pt x="261011" y="109115"/>
                </a:cubicBezTo>
                <a:cubicBezTo>
                  <a:pt x="252467" y="109115"/>
                  <a:pt x="245901" y="107027"/>
                  <a:pt x="241311" y="102853"/>
                </a:cubicBezTo>
                <a:cubicBezTo>
                  <a:pt x="236722" y="98679"/>
                  <a:pt x="234428" y="93345"/>
                  <a:pt x="234428" y="86852"/>
                </a:cubicBezTo>
                <a:cubicBezTo>
                  <a:pt x="234428" y="83044"/>
                  <a:pt x="235294" y="79566"/>
                  <a:pt x="237027" y="76417"/>
                </a:cubicBezTo>
                <a:cubicBezTo>
                  <a:pt x="238760" y="73268"/>
                  <a:pt x="241031" y="70741"/>
                  <a:pt x="243838" y="68837"/>
                </a:cubicBezTo>
                <a:cubicBezTo>
                  <a:pt x="246645" y="66933"/>
                  <a:pt x="249806" y="65493"/>
                  <a:pt x="253321" y="64517"/>
                </a:cubicBezTo>
                <a:cubicBezTo>
                  <a:pt x="255909" y="63833"/>
                  <a:pt x="259814" y="63174"/>
                  <a:pt x="265038" y="62539"/>
                </a:cubicBezTo>
                <a:cubicBezTo>
                  <a:pt x="275681" y="61270"/>
                  <a:pt x="283517" y="59757"/>
                  <a:pt x="288546" y="57999"/>
                </a:cubicBezTo>
                <a:cubicBezTo>
                  <a:pt x="288594" y="56193"/>
                  <a:pt x="288619" y="55045"/>
                  <a:pt x="288619" y="54557"/>
                </a:cubicBezTo>
                <a:cubicBezTo>
                  <a:pt x="288619" y="49187"/>
                  <a:pt x="287374" y="45403"/>
                  <a:pt x="284884" y="43206"/>
                </a:cubicBezTo>
                <a:cubicBezTo>
                  <a:pt x="281515" y="40228"/>
                  <a:pt x="276511" y="38739"/>
                  <a:pt x="269872" y="38739"/>
                </a:cubicBezTo>
                <a:cubicBezTo>
                  <a:pt x="263671" y="38739"/>
                  <a:pt x="259094" y="39826"/>
                  <a:pt x="256141" y="41998"/>
                </a:cubicBezTo>
                <a:cubicBezTo>
                  <a:pt x="253187" y="44171"/>
                  <a:pt x="251002" y="48015"/>
                  <a:pt x="249586" y="53532"/>
                </a:cubicBezTo>
                <a:lnTo>
                  <a:pt x="236698" y="51774"/>
                </a:lnTo>
                <a:cubicBezTo>
                  <a:pt x="237869" y="46258"/>
                  <a:pt x="239798" y="41803"/>
                  <a:pt x="242483" y="38410"/>
                </a:cubicBezTo>
                <a:cubicBezTo>
                  <a:pt x="245168" y="35017"/>
                  <a:pt x="249049" y="32405"/>
                  <a:pt x="254127" y="30574"/>
                </a:cubicBezTo>
                <a:cubicBezTo>
                  <a:pt x="259204" y="28743"/>
                  <a:pt x="265087" y="27828"/>
                  <a:pt x="271776" y="27828"/>
                </a:cubicBezTo>
                <a:cubicBezTo>
                  <a:pt x="278415" y="27828"/>
                  <a:pt x="283810" y="28609"/>
                  <a:pt x="287960" y="30171"/>
                </a:cubicBezTo>
                <a:cubicBezTo>
                  <a:pt x="292109" y="31734"/>
                  <a:pt x="295161" y="33699"/>
                  <a:pt x="297114" y="36066"/>
                </a:cubicBezTo>
                <a:cubicBezTo>
                  <a:pt x="299066" y="38434"/>
                  <a:pt x="300433" y="41424"/>
                  <a:pt x="301215" y="45037"/>
                </a:cubicBezTo>
                <a:cubicBezTo>
                  <a:pt x="301654" y="47283"/>
                  <a:pt x="301874" y="51335"/>
                  <a:pt x="301874" y="57194"/>
                </a:cubicBezTo>
                <a:lnTo>
                  <a:pt x="301874" y="74769"/>
                </a:lnTo>
                <a:cubicBezTo>
                  <a:pt x="301874" y="87023"/>
                  <a:pt x="302154" y="94773"/>
                  <a:pt x="302716" y="98020"/>
                </a:cubicBezTo>
                <a:cubicBezTo>
                  <a:pt x="303277" y="101267"/>
                  <a:pt x="304388" y="104379"/>
                  <a:pt x="306048" y="107357"/>
                </a:cubicBezTo>
                <a:lnTo>
                  <a:pt x="292280" y="107357"/>
                </a:lnTo>
                <a:cubicBezTo>
                  <a:pt x="290913" y="104623"/>
                  <a:pt x="290035" y="101425"/>
                  <a:pt x="289644" y="97764"/>
                </a:cubicBezTo>
                <a:moveTo>
                  <a:pt x="288546" y="68325"/>
                </a:moveTo>
                <a:cubicBezTo>
                  <a:pt x="283761" y="70278"/>
                  <a:pt x="276584" y="71937"/>
                  <a:pt x="267016" y="73304"/>
                </a:cubicBezTo>
                <a:cubicBezTo>
                  <a:pt x="261596" y="74086"/>
                  <a:pt x="257764" y="74964"/>
                  <a:pt x="255518" y="75941"/>
                </a:cubicBezTo>
                <a:cubicBezTo>
                  <a:pt x="253272" y="76917"/>
                  <a:pt x="251539" y="78345"/>
                  <a:pt x="250319" y="80225"/>
                </a:cubicBezTo>
                <a:cubicBezTo>
                  <a:pt x="249098" y="82104"/>
                  <a:pt x="248488" y="84192"/>
                  <a:pt x="248488" y="86486"/>
                </a:cubicBezTo>
                <a:cubicBezTo>
                  <a:pt x="248488" y="90001"/>
                  <a:pt x="249818" y="92930"/>
                  <a:pt x="252479" y="95274"/>
                </a:cubicBezTo>
                <a:cubicBezTo>
                  <a:pt x="255140" y="97617"/>
                  <a:pt x="259033" y="98789"/>
                  <a:pt x="264160" y="98789"/>
                </a:cubicBezTo>
                <a:cubicBezTo>
                  <a:pt x="269237" y="98789"/>
                  <a:pt x="273753" y="97678"/>
                  <a:pt x="277707" y="95457"/>
                </a:cubicBezTo>
                <a:cubicBezTo>
                  <a:pt x="281662" y="93236"/>
                  <a:pt x="284567" y="90196"/>
                  <a:pt x="286422" y="86340"/>
                </a:cubicBezTo>
                <a:cubicBezTo>
                  <a:pt x="287838" y="83362"/>
                  <a:pt x="288546" y="78968"/>
                  <a:pt x="288546" y="73158"/>
                </a:cubicBezTo>
                <a:lnTo>
                  <a:pt x="288546" y="68325"/>
                </a:lnTo>
                <a:close/>
                <a:moveTo>
                  <a:pt x="350417" y="95567"/>
                </a:moveTo>
                <a:lnTo>
                  <a:pt x="352321" y="107211"/>
                </a:lnTo>
                <a:cubicBezTo>
                  <a:pt x="348611" y="107992"/>
                  <a:pt x="345291" y="108382"/>
                  <a:pt x="342362" y="108382"/>
                </a:cubicBezTo>
                <a:cubicBezTo>
                  <a:pt x="337577" y="108382"/>
                  <a:pt x="333867" y="107626"/>
                  <a:pt x="331231" y="106112"/>
                </a:cubicBezTo>
                <a:cubicBezTo>
                  <a:pt x="328594" y="104599"/>
                  <a:pt x="326739" y="102609"/>
                  <a:pt x="325665" y="100144"/>
                </a:cubicBezTo>
                <a:cubicBezTo>
                  <a:pt x="324591" y="97678"/>
                  <a:pt x="324054" y="92491"/>
                  <a:pt x="324054" y="84582"/>
                </a:cubicBezTo>
                <a:lnTo>
                  <a:pt x="324054" y="39838"/>
                </a:lnTo>
                <a:lnTo>
                  <a:pt x="314387" y="39838"/>
                </a:lnTo>
                <a:lnTo>
                  <a:pt x="314387" y="29585"/>
                </a:lnTo>
                <a:lnTo>
                  <a:pt x="324054" y="29585"/>
                </a:lnTo>
                <a:lnTo>
                  <a:pt x="324054" y="10326"/>
                </a:lnTo>
                <a:lnTo>
                  <a:pt x="337162" y="2417"/>
                </a:lnTo>
                <a:lnTo>
                  <a:pt x="337162" y="29585"/>
                </a:lnTo>
                <a:lnTo>
                  <a:pt x="350417" y="29585"/>
                </a:lnTo>
                <a:lnTo>
                  <a:pt x="350417" y="39838"/>
                </a:lnTo>
                <a:lnTo>
                  <a:pt x="337162" y="39838"/>
                </a:lnTo>
                <a:lnTo>
                  <a:pt x="337162" y="85314"/>
                </a:lnTo>
                <a:cubicBezTo>
                  <a:pt x="337162" y="89074"/>
                  <a:pt x="337394" y="91490"/>
                  <a:pt x="337858" y="92564"/>
                </a:cubicBezTo>
                <a:cubicBezTo>
                  <a:pt x="338322" y="93638"/>
                  <a:pt x="339079" y="94493"/>
                  <a:pt x="340128" y="95127"/>
                </a:cubicBezTo>
                <a:cubicBezTo>
                  <a:pt x="341178" y="95762"/>
                  <a:pt x="342679" y="96079"/>
                  <a:pt x="344632" y="96079"/>
                </a:cubicBezTo>
                <a:cubicBezTo>
                  <a:pt x="346097" y="96079"/>
                  <a:pt x="348025" y="95909"/>
                  <a:pt x="350417" y="95567"/>
                </a:cubicBezTo>
                <a:close/>
                <a:moveTo>
                  <a:pt x="363959" y="15159"/>
                </a:moveTo>
                <a:lnTo>
                  <a:pt x="363959" y="0"/>
                </a:lnTo>
                <a:lnTo>
                  <a:pt x="377141" y="0"/>
                </a:lnTo>
                <a:lnTo>
                  <a:pt x="377141" y="15159"/>
                </a:lnTo>
                <a:lnTo>
                  <a:pt x="363959" y="15159"/>
                </a:lnTo>
                <a:moveTo>
                  <a:pt x="363959" y="107357"/>
                </a:moveTo>
                <a:lnTo>
                  <a:pt x="363959" y="29585"/>
                </a:lnTo>
                <a:lnTo>
                  <a:pt x="377141" y="29585"/>
                </a:lnTo>
                <a:lnTo>
                  <a:pt x="377141" y="107357"/>
                </a:lnTo>
                <a:lnTo>
                  <a:pt x="363959" y="107357"/>
                </a:lnTo>
                <a:close/>
                <a:moveTo>
                  <a:pt x="391780" y="68471"/>
                </a:moveTo>
                <a:cubicBezTo>
                  <a:pt x="391780" y="54069"/>
                  <a:pt x="395783" y="43402"/>
                  <a:pt x="403790" y="36469"/>
                </a:cubicBezTo>
                <a:cubicBezTo>
                  <a:pt x="410478" y="30708"/>
                  <a:pt x="418631" y="27828"/>
                  <a:pt x="428249" y="27828"/>
                </a:cubicBezTo>
                <a:cubicBezTo>
                  <a:pt x="438941" y="27828"/>
                  <a:pt x="447680" y="31331"/>
                  <a:pt x="454466" y="38337"/>
                </a:cubicBezTo>
                <a:cubicBezTo>
                  <a:pt x="461252" y="45342"/>
                  <a:pt x="464645" y="55021"/>
                  <a:pt x="464645" y="67373"/>
                </a:cubicBezTo>
                <a:cubicBezTo>
                  <a:pt x="464645" y="77381"/>
                  <a:pt x="463144" y="85253"/>
                  <a:pt x="460141" y="90990"/>
                </a:cubicBezTo>
                <a:cubicBezTo>
                  <a:pt x="457139" y="96726"/>
                  <a:pt x="452769" y="101181"/>
                  <a:pt x="447033" y="104355"/>
                </a:cubicBezTo>
                <a:cubicBezTo>
                  <a:pt x="441296" y="107528"/>
                  <a:pt x="435035" y="109115"/>
                  <a:pt x="428249" y="109115"/>
                </a:cubicBezTo>
                <a:cubicBezTo>
                  <a:pt x="417362" y="109115"/>
                  <a:pt x="408562" y="105624"/>
                  <a:pt x="401849" y="98642"/>
                </a:cubicBezTo>
                <a:cubicBezTo>
                  <a:pt x="395136" y="91661"/>
                  <a:pt x="391780" y="81604"/>
                  <a:pt x="391780" y="68471"/>
                </a:cubicBezTo>
                <a:moveTo>
                  <a:pt x="405328" y="68471"/>
                </a:moveTo>
                <a:cubicBezTo>
                  <a:pt x="405328" y="78431"/>
                  <a:pt x="407500" y="85888"/>
                  <a:pt x="411845" y="90843"/>
                </a:cubicBezTo>
                <a:cubicBezTo>
                  <a:pt x="416190" y="95799"/>
                  <a:pt x="421658" y="98276"/>
                  <a:pt x="428249" y="98276"/>
                </a:cubicBezTo>
                <a:cubicBezTo>
                  <a:pt x="434791" y="98276"/>
                  <a:pt x="440234" y="95786"/>
                  <a:pt x="444579" y="90807"/>
                </a:cubicBezTo>
                <a:cubicBezTo>
                  <a:pt x="448925" y="85827"/>
                  <a:pt x="451097" y="78235"/>
                  <a:pt x="451097" y="68032"/>
                </a:cubicBezTo>
                <a:cubicBezTo>
                  <a:pt x="451097" y="58414"/>
                  <a:pt x="448912" y="51128"/>
                  <a:pt x="444543" y="46172"/>
                </a:cubicBezTo>
                <a:cubicBezTo>
                  <a:pt x="440173" y="41217"/>
                  <a:pt x="434742" y="38739"/>
                  <a:pt x="428249" y="38739"/>
                </a:cubicBezTo>
                <a:cubicBezTo>
                  <a:pt x="421658" y="38739"/>
                  <a:pt x="416190" y="41205"/>
                  <a:pt x="411845" y="46136"/>
                </a:cubicBezTo>
                <a:cubicBezTo>
                  <a:pt x="407500" y="51067"/>
                  <a:pt x="405328" y="58512"/>
                  <a:pt x="405328" y="68471"/>
                </a:cubicBezTo>
                <a:close/>
                <a:moveTo>
                  <a:pt x="479429" y="107357"/>
                </a:moveTo>
                <a:lnTo>
                  <a:pt x="479429" y="29585"/>
                </a:lnTo>
                <a:lnTo>
                  <a:pt x="491292" y="29585"/>
                </a:lnTo>
                <a:lnTo>
                  <a:pt x="491292" y="40643"/>
                </a:lnTo>
                <a:cubicBezTo>
                  <a:pt x="497004" y="32100"/>
                  <a:pt x="505255" y="27828"/>
                  <a:pt x="516044" y="27828"/>
                </a:cubicBezTo>
                <a:cubicBezTo>
                  <a:pt x="520731" y="27828"/>
                  <a:pt x="525040" y="28670"/>
                  <a:pt x="528970" y="30354"/>
                </a:cubicBezTo>
                <a:cubicBezTo>
                  <a:pt x="532900" y="32039"/>
                  <a:pt x="535841" y="34248"/>
                  <a:pt x="537794" y="36982"/>
                </a:cubicBezTo>
                <a:cubicBezTo>
                  <a:pt x="539747" y="39716"/>
                  <a:pt x="541114" y="42962"/>
                  <a:pt x="541895" y="46722"/>
                </a:cubicBezTo>
                <a:cubicBezTo>
                  <a:pt x="542383" y="49163"/>
                  <a:pt x="542627" y="53434"/>
                  <a:pt x="542627" y="59537"/>
                </a:cubicBezTo>
                <a:lnTo>
                  <a:pt x="542627" y="107357"/>
                </a:lnTo>
                <a:lnTo>
                  <a:pt x="529446" y="107357"/>
                </a:lnTo>
                <a:lnTo>
                  <a:pt x="529446" y="60050"/>
                </a:lnTo>
                <a:cubicBezTo>
                  <a:pt x="529446" y="54679"/>
                  <a:pt x="528933" y="50664"/>
                  <a:pt x="527908" y="48003"/>
                </a:cubicBezTo>
                <a:cubicBezTo>
                  <a:pt x="526883" y="45342"/>
                  <a:pt x="525064" y="43219"/>
                  <a:pt x="522452" y="41632"/>
                </a:cubicBezTo>
                <a:cubicBezTo>
                  <a:pt x="519840" y="40045"/>
                  <a:pt x="516777" y="39252"/>
                  <a:pt x="513262" y="39252"/>
                </a:cubicBezTo>
                <a:cubicBezTo>
                  <a:pt x="507647" y="39252"/>
                  <a:pt x="502802" y="41034"/>
                  <a:pt x="498725" y="44598"/>
                </a:cubicBezTo>
                <a:cubicBezTo>
                  <a:pt x="494649" y="48162"/>
                  <a:pt x="492610" y="54923"/>
                  <a:pt x="492610" y="64883"/>
                </a:cubicBezTo>
                <a:lnTo>
                  <a:pt x="492610" y="107357"/>
                </a:lnTo>
                <a:lnTo>
                  <a:pt x="479429" y="107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ZKLPRegion">
            <a:extLst xmlns:a="http://schemas.openxmlformats.org/drawingml/2006/main">
              <a:ext uri="{FF2B5EF4-FFF2-40B4-BE49-F238E27FC236}">
                <a16:creationId xmlns:a16="http://schemas.microsoft.com/office/drawing/2014/main" id="{488329DB-3F19-4529-AB5F-925FC119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142" y="766019"/>
            <a:ext cx="873212" cy="138920"/>
          </a:xfrm>
          <a:custGeom xmlns:a="http://schemas.openxmlformats.org/drawingml/2006/main">
            <a:pathLst>
              <a:path w="873212" h="138920">
                <a:moveTo>
                  <a:pt x="0" y="107357"/>
                </a:moveTo>
                <a:lnTo>
                  <a:pt x="0" y="94175"/>
                </a:lnTo>
                <a:lnTo>
                  <a:pt x="54997" y="25411"/>
                </a:lnTo>
                <a:cubicBezTo>
                  <a:pt x="58902" y="20529"/>
                  <a:pt x="62613" y="16282"/>
                  <a:pt x="66128" y="12669"/>
                </a:cubicBezTo>
                <a:lnTo>
                  <a:pt x="6225" y="12669"/>
                </a:lnTo>
                <a:lnTo>
                  <a:pt x="6225" y="0"/>
                </a:lnTo>
                <a:lnTo>
                  <a:pt x="83117" y="0"/>
                </a:lnTo>
                <a:lnTo>
                  <a:pt x="83117" y="12669"/>
                </a:lnTo>
                <a:lnTo>
                  <a:pt x="22848" y="87145"/>
                </a:lnTo>
                <a:lnTo>
                  <a:pt x="16331" y="94688"/>
                </a:lnTo>
                <a:lnTo>
                  <a:pt x="84875" y="94688"/>
                </a:lnTo>
                <a:lnTo>
                  <a:pt x="84875" y="107357"/>
                </a:lnTo>
                <a:lnTo>
                  <a:pt x="0" y="107357"/>
                </a:lnTo>
                <a:close/>
                <a:moveTo>
                  <a:pt x="100159" y="107357"/>
                </a:moveTo>
                <a:lnTo>
                  <a:pt x="100159" y="0"/>
                </a:lnTo>
                <a:lnTo>
                  <a:pt x="114365" y="0"/>
                </a:lnTo>
                <a:lnTo>
                  <a:pt x="114365" y="53239"/>
                </a:lnTo>
                <a:lnTo>
                  <a:pt x="167678" y="0"/>
                </a:lnTo>
                <a:lnTo>
                  <a:pt x="186938" y="0"/>
                </a:lnTo>
                <a:lnTo>
                  <a:pt x="141900" y="43499"/>
                </a:lnTo>
                <a:lnTo>
                  <a:pt x="188915" y="107357"/>
                </a:lnTo>
                <a:lnTo>
                  <a:pt x="170168" y="107357"/>
                </a:lnTo>
                <a:lnTo>
                  <a:pt x="131941" y="53019"/>
                </a:lnTo>
                <a:lnTo>
                  <a:pt x="114365" y="70156"/>
                </a:lnTo>
                <a:lnTo>
                  <a:pt x="114365" y="107357"/>
                </a:lnTo>
                <a:lnTo>
                  <a:pt x="100159" y="107357"/>
                </a:lnTo>
                <a:close/>
                <a:moveTo>
                  <a:pt x="200134" y="107357"/>
                </a:moveTo>
                <a:lnTo>
                  <a:pt x="200134" y="0"/>
                </a:lnTo>
                <a:lnTo>
                  <a:pt x="214341" y="0"/>
                </a:lnTo>
                <a:lnTo>
                  <a:pt x="214341" y="94688"/>
                </a:lnTo>
                <a:lnTo>
                  <a:pt x="267213" y="94688"/>
                </a:lnTo>
                <a:lnTo>
                  <a:pt x="267213" y="107357"/>
                </a:lnTo>
                <a:lnTo>
                  <a:pt x="200134" y="107357"/>
                </a:lnTo>
                <a:close/>
                <a:moveTo>
                  <a:pt x="283447" y="107357"/>
                </a:moveTo>
                <a:lnTo>
                  <a:pt x="283447" y="0"/>
                </a:lnTo>
                <a:lnTo>
                  <a:pt x="323944" y="0"/>
                </a:lnTo>
                <a:cubicBezTo>
                  <a:pt x="331072" y="0"/>
                  <a:pt x="336515" y="342"/>
                  <a:pt x="340274" y="1025"/>
                </a:cubicBezTo>
                <a:cubicBezTo>
                  <a:pt x="345547" y="1904"/>
                  <a:pt x="349965" y="3576"/>
                  <a:pt x="353529" y="6042"/>
                </a:cubicBezTo>
                <a:cubicBezTo>
                  <a:pt x="357093" y="8507"/>
                  <a:pt x="359961" y="11961"/>
                  <a:pt x="362134" y="16404"/>
                </a:cubicBezTo>
                <a:cubicBezTo>
                  <a:pt x="364306" y="20846"/>
                  <a:pt x="365393" y="25729"/>
                  <a:pt x="365393" y="31050"/>
                </a:cubicBezTo>
                <a:cubicBezTo>
                  <a:pt x="365393" y="40180"/>
                  <a:pt x="362488" y="47905"/>
                  <a:pt x="356678" y="54228"/>
                </a:cubicBezTo>
                <a:cubicBezTo>
                  <a:pt x="350869" y="60550"/>
                  <a:pt x="340372" y="63711"/>
                  <a:pt x="325189" y="63711"/>
                </a:cubicBezTo>
                <a:lnTo>
                  <a:pt x="297654" y="63711"/>
                </a:lnTo>
                <a:lnTo>
                  <a:pt x="297654" y="107357"/>
                </a:lnTo>
                <a:lnTo>
                  <a:pt x="283447" y="107357"/>
                </a:lnTo>
                <a:moveTo>
                  <a:pt x="297654" y="51042"/>
                </a:moveTo>
                <a:lnTo>
                  <a:pt x="325408" y="51042"/>
                </a:lnTo>
                <a:cubicBezTo>
                  <a:pt x="334587" y="51042"/>
                  <a:pt x="341104" y="49333"/>
                  <a:pt x="344961" y="45916"/>
                </a:cubicBezTo>
                <a:cubicBezTo>
                  <a:pt x="348818" y="42499"/>
                  <a:pt x="350746" y="37690"/>
                  <a:pt x="350746" y="31489"/>
                </a:cubicBezTo>
                <a:cubicBezTo>
                  <a:pt x="350746" y="26998"/>
                  <a:pt x="349611" y="23153"/>
                  <a:pt x="347341" y="19956"/>
                </a:cubicBezTo>
                <a:cubicBezTo>
                  <a:pt x="345071" y="16758"/>
                  <a:pt x="342081" y="14646"/>
                  <a:pt x="338370" y="13621"/>
                </a:cubicBezTo>
                <a:cubicBezTo>
                  <a:pt x="335978" y="12986"/>
                  <a:pt x="331560" y="12669"/>
                  <a:pt x="325116" y="12669"/>
                </a:cubicBezTo>
                <a:lnTo>
                  <a:pt x="297654" y="12669"/>
                </a:lnTo>
                <a:lnTo>
                  <a:pt x="297654" y="51042"/>
                </a:lnTo>
                <a:close/>
                <a:moveTo>
                  <a:pt x="423176" y="107357"/>
                </a:moveTo>
                <a:lnTo>
                  <a:pt x="423176" y="0"/>
                </a:lnTo>
                <a:lnTo>
                  <a:pt x="470776" y="0"/>
                </a:lnTo>
                <a:cubicBezTo>
                  <a:pt x="480345" y="0"/>
                  <a:pt x="487619" y="964"/>
                  <a:pt x="492599" y="2893"/>
                </a:cubicBezTo>
                <a:cubicBezTo>
                  <a:pt x="497579" y="4821"/>
                  <a:pt x="501558" y="8226"/>
                  <a:pt x="504536" y="13108"/>
                </a:cubicBezTo>
                <a:cubicBezTo>
                  <a:pt x="507514" y="17990"/>
                  <a:pt x="509003" y="23385"/>
                  <a:pt x="509003" y="29292"/>
                </a:cubicBezTo>
                <a:cubicBezTo>
                  <a:pt x="509003" y="36909"/>
                  <a:pt x="506537" y="43328"/>
                  <a:pt x="501606" y="48552"/>
                </a:cubicBezTo>
                <a:cubicBezTo>
                  <a:pt x="496676" y="53776"/>
                  <a:pt x="489060" y="57096"/>
                  <a:pt x="478758" y="58512"/>
                </a:cubicBezTo>
                <a:cubicBezTo>
                  <a:pt x="482518" y="60318"/>
                  <a:pt x="485374" y="62100"/>
                  <a:pt x="487326" y="63858"/>
                </a:cubicBezTo>
                <a:cubicBezTo>
                  <a:pt x="491476" y="67666"/>
                  <a:pt x="495406" y="72426"/>
                  <a:pt x="499117" y="78138"/>
                </a:cubicBezTo>
                <a:lnTo>
                  <a:pt x="517791" y="107357"/>
                </a:lnTo>
                <a:lnTo>
                  <a:pt x="499922" y="107357"/>
                </a:lnTo>
                <a:lnTo>
                  <a:pt x="485715" y="85021"/>
                </a:lnTo>
                <a:cubicBezTo>
                  <a:pt x="481566" y="78577"/>
                  <a:pt x="478148" y="73646"/>
                  <a:pt x="475463" y="70229"/>
                </a:cubicBezTo>
                <a:cubicBezTo>
                  <a:pt x="472778" y="66811"/>
                  <a:pt x="470373" y="64419"/>
                  <a:pt x="468250" y="63052"/>
                </a:cubicBezTo>
                <a:cubicBezTo>
                  <a:pt x="466126" y="61685"/>
                  <a:pt x="463966" y="60733"/>
                  <a:pt x="461769" y="60196"/>
                </a:cubicBezTo>
                <a:cubicBezTo>
                  <a:pt x="460158" y="59854"/>
                  <a:pt x="457521" y="59683"/>
                  <a:pt x="453860" y="59683"/>
                </a:cubicBezTo>
                <a:lnTo>
                  <a:pt x="437383" y="59683"/>
                </a:lnTo>
                <a:lnTo>
                  <a:pt x="437383" y="107357"/>
                </a:lnTo>
                <a:lnTo>
                  <a:pt x="423176" y="107357"/>
                </a:lnTo>
                <a:moveTo>
                  <a:pt x="437383" y="47381"/>
                </a:moveTo>
                <a:lnTo>
                  <a:pt x="467920" y="47381"/>
                </a:lnTo>
                <a:cubicBezTo>
                  <a:pt x="474413" y="47381"/>
                  <a:pt x="479491" y="46709"/>
                  <a:pt x="483152" y="45367"/>
                </a:cubicBezTo>
                <a:cubicBezTo>
                  <a:pt x="486814" y="44024"/>
                  <a:pt x="489597" y="41876"/>
                  <a:pt x="491501" y="38922"/>
                </a:cubicBezTo>
                <a:cubicBezTo>
                  <a:pt x="493405" y="35969"/>
                  <a:pt x="494357" y="32759"/>
                  <a:pt x="494357" y="29292"/>
                </a:cubicBezTo>
                <a:cubicBezTo>
                  <a:pt x="494357" y="24215"/>
                  <a:pt x="492514" y="20041"/>
                  <a:pt x="488828" y="16770"/>
                </a:cubicBezTo>
                <a:cubicBezTo>
                  <a:pt x="485142" y="13499"/>
                  <a:pt x="479320" y="11863"/>
                  <a:pt x="471362" y="11863"/>
                </a:cubicBezTo>
                <a:lnTo>
                  <a:pt x="437383" y="11863"/>
                </a:lnTo>
                <a:lnTo>
                  <a:pt x="437383" y="47381"/>
                </a:lnTo>
                <a:close/>
                <a:moveTo>
                  <a:pt x="582285" y="82312"/>
                </a:moveTo>
                <a:lnTo>
                  <a:pt x="595906" y="83996"/>
                </a:lnTo>
                <a:cubicBezTo>
                  <a:pt x="593758" y="91954"/>
                  <a:pt x="589779" y="98130"/>
                  <a:pt x="583969" y="102524"/>
                </a:cubicBezTo>
                <a:cubicBezTo>
                  <a:pt x="578160" y="106918"/>
                  <a:pt x="570739" y="109115"/>
                  <a:pt x="561707" y="109115"/>
                </a:cubicBezTo>
                <a:cubicBezTo>
                  <a:pt x="550332" y="109115"/>
                  <a:pt x="541312" y="105612"/>
                  <a:pt x="534648" y="98606"/>
                </a:cubicBezTo>
                <a:cubicBezTo>
                  <a:pt x="527984" y="91600"/>
                  <a:pt x="524652" y="81775"/>
                  <a:pt x="524652" y="69130"/>
                </a:cubicBezTo>
                <a:cubicBezTo>
                  <a:pt x="524652" y="56046"/>
                  <a:pt x="528021" y="45892"/>
                  <a:pt x="534758" y="38666"/>
                </a:cubicBezTo>
                <a:cubicBezTo>
                  <a:pt x="541495" y="31441"/>
                  <a:pt x="550234" y="27828"/>
                  <a:pt x="560975" y="27828"/>
                </a:cubicBezTo>
                <a:cubicBezTo>
                  <a:pt x="571374" y="27828"/>
                  <a:pt x="579868" y="31367"/>
                  <a:pt x="586459" y="38446"/>
                </a:cubicBezTo>
                <a:cubicBezTo>
                  <a:pt x="593050" y="45525"/>
                  <a:pt x="596345" y="55485"/>
                  <a:pt x="596345" y="68325"/>
                </a:cubicBezTo>
                <a:cubicBezTo>
                  <a:pt x="596345" y="69106"/>
                  <a:pt x="596321" y="70278"/>
                  <a:pt x="596272" y="71840"/>
                </a:cubicBezTo>
                <a:lnTo>
                  <a:pt x="538273" y="71840"/>
                </a:lnTo>
                <a:cubicBezTo>
                  <a:pt x="538761" y="80383"/>
                  <a:pt x="541178" y="86925"/>
                  <a:pt x="545523" y="91466"/>
                </a:cubicBezTo>
                <a:cubicBezTo>
                  <a:pt x="549868" y="96006"/>
                  <a:pt x="555287" y="98276"/>
                  <a:pt x="561780" y="98276"/>
                </a:cubicBezTo>
                <a:cubicBezTo>
                  <a:pt x="566613" y="98276"/>
                  <a:pt x="570739" y="97007"/>
                  <a:pt x="574156" y="94468"/>
                </a:cubicBezTo>
                <a:cubicBezTo>
                  <a:pt x="577574" y="91930"/>
                  <a:pt x="580283" y="87877"/>
                  <a:pt x="582285" y="82312"/>
                </a:cubicBezTo>
                <a:moveTo>
                  <a:pt x="539005" y="61002"/>
                </a:moveTo>
                <a:lnTo>
                  <a:pt x="582431" y="61002"/>
                </a:lnTo>
                <a:cubicBezTo>
                  <a:pt x="581846" y="54460"/>
                  <a:pt x="580186" y="49553"/>
                  <a:pt x="577452" y="46282"/>
                </a:cubicBezTo>
                <a:cubicBezTo>
                  <a:pt x="573253" y="41205"/>
                  <a:pt x="567810" y="38666"/>
                  <a:pt x="561121" y="38666"/>
                </a:cubicBezTo>
                <a:cubicBezTo>
                  <a:pt x="555067" y="38666"/>
                  <a:pt x="549978" y="40692"/>
                  <a:pt x="545852" y="44744"/>
                </a:cubicBezTo>
                <a:cubicBezTo>
                  <a:pt x="541727" y="48796"/>
                  <a:pt x="539445" y="54216"/>
                  <a:pt x="539005" y="61002"/>
                </a:cubicBezTo>
                <a:close/>
                <a:moveTo>
                  <a:pt x="609357" y="113801"/>
                </a:moveTo>
                <a:lnTo>
                  <a:pt x="622172" y="115705"/>
                </a:lnTo>
                <a:cubicBezTo>
                  <a:pt x="622709" y="119660"/>
                  <a:pt x="624198" y="122540"/>
                  <a:pt x="626639" y="124347"/>
                </a:cubicBezTo>
                <a:cubicBezTo>
                  <a:pt x="629910" y="126788"/>
                  <a:pt x="634377" y="128008"/>
                  <a:pt x="640041" y="128008"/>
                </a:cubicBezTo>
                <a:cubicBezTo>
                  <a:pt x="646143" y="128008"/>
                  <a:pt x="650854" y="126788"/>
                  <a:pt x="654174" y="124347"/>
                </a:cubicBezTo>
                <a:cubicBezTo>
                  <a:pt x="657494" y="121906"/>
                  <a:pt x="659740" y="118488"/>
                  <a:pt x="660912" y="114094"/>
                </a:cubicBezTo>
                <a:cubicBezTo>
                  <a:pt x="661595" y="111409"/>
                  <a:pt x="661912" y="105770"/>
                  <a:pt x="661864" y="97178"/>
                </a:cubicBezTo>
                <a:cubicBezTo>
                  <a:pt x="656103" y="103964"/>
                  <a:pt x="648926" y="107357"/>
                  <a:pt x="640334" y="107357"/>
                </a:cubicBezTo>
                <a:cubicBezTo>
                  <a:pt x="629642" y="107357"/>
                  <a:pt x="621367" y="103500"/>
                  <a:pt x="615508" y="95786"/>
                </a:cubicBezTo>
                <a:cubicBezTo>
                  <a:pt x="609650" y="88073"/>
                  <a:pt x="606720" y="78821"/>
                  <a:pt x="606720" y="68032"/>
                </a:cubicBezTo>
                <a:cubicBezTo>
                  <a:pt x="606720" y="60611"/>
                  <a:pt x="608063" y="53764"/>
                  <a:pt x="610748" y="47490"/>
                </a:cubicBezTo>
                <a:cubicBezTo>
                  <a:pt x="613433" y="41217"/>
                  <a:pt x="617327" y="36372"/>
                  <a:pt x="622428" y="32954"/>
                </a:cubicBezTo>
                <a:cubicBezTo>
                  <a:pt x="627530" y="29537"/>
                  <a:pt x="633523" y="27828"/>
                  <a:pt x="640407" y="27828"/>
                </a:cubicBezTo>
                <a:cubicBezTo>
                  <a:pt x="649585" y="27828"/>
                  <a:pt x="657152" y="31538"/>
                  <a:pt x="663108" y="38959"/>
                </a:cubicBezTo>
                <a:lnTo>
                  <a:pt x="663108" y="29585"/>
                </a:lnTo>
                <a:lnTo>
                  <a:pt x="675265" y="29585"/>
                </a:lnTo>
                <a:lnTo>
                  <a:pt x="675265" y="96812"/>
                </a:lnTo>
                <a:cubicBezTo>
                  <a:pt x="675265" y="108919"/>
                  <a:pt x="674032" y="117500"/>
                  <a:pt x="671567" y="122552"/>
                </a:cubicBezTo>
                <a:cubicBezTo>
                  <a:pt x="669101" y="127605"/>
                  <a:pt x="665196" y="131597"/>
                  <a:pt x="659850" y="134526"/>
                </a:cubicBezTo>
                <a:cubicBezTo>
                  <a:pt x="654504" y="137455"/>
                  <a:pt x="647925" y="138920"/>
                  <a:pt x="640114" y="138920"/>
                </a:cubicBezTo>
                <a:cubicBezTo>
                  <a:pt x="630838" y="138920"/>
                  <a:pt x="623344" y="136833"/>
                  <a:pt x="617632" y="132658"/>
                </a:cubicBezTo>
                <a:cubicBezTo>
                  <a:pt x="611920" y="128484"/>
                  <a:pt x="609161" y="122199"/>
                  <a:pt x="609357" y="113801"/>
                </a:cubicBezTo>
                <a:moveTo>
                  <a:pt x="620268" y="67080"/>
                </a:moveTo>
                <a:cubicBezTo>
                  <a:pt x="620268" y="77283"/>
                  <a:pt x="622294" y="84729"/>
                  <a:pt x="626346" y="89415"/>
                </a:cubicBezTo>
                <a:cubicBezTo>
                  <a:pt x="630398" y="94102"/>
                  <a:pt x="635476" y="96446"/>
                  <a:pt x="641578" y="96446"/>
                </a:cubicBezTo>
                <a:cubicBezTo>
                  <a:pt x="647632" y="96446"/>
                  <a:pt x="652710" y="94114"/>
                  <a:pt x="656811" y="89452"/>
                </a:cubicBezTo>
                <a:cubicBezTo>
                  <a:pt x="660912" y="84790"/>
                  <a:pt x="662962" y="77479"/>
                  <a:pt x="662962" y="67519"/>
                </a:cubicBezTo>
                <a:cubicBezTo>
                  <a:pt x="662962" y="57999"/>
                  <a:pt x="660850" y="50822"/>
                  <a:pt x="656627" y="45989"/>
                </a:cubicBezTo>
                <a:cubicBezTo>
                  <a:pt x="652404" y="41156"/>
                  <a:pt x="647315" y="38739"/>
                  <a:pt x="641359" y="38739"/>
                </a:cubicBezTo>
                <a:cubicBezTo>
                  <a:pt x="635500" y="38739"/>
                  <a:pt x="630521" y="41119"/>
                  <a:pt x="626420" y="45879"/>
                </a:cubicBezTo>
                <a:cubicBezTo>
                  <a:pt x="622319" y="50639"/>
                  <a:pt x="620268" y="57706"/>
                  <a:pt x="620268" y="67080"/>
                </a:cubicBezTo>
                <a:close/>
                <a:moveTo>
                  <a:pt x="694574" y="15159"/>
                </a:moveTo>
                <a:lnTo>
                  <a:pt x="694574" y="0"/>
                </a:lnTo>
                <a:lnTo>
                  <a:pt x="707756" y="0"/>
                </a:lnTo>
                <a:lnTo>
                  <a:pt x="707756" y="15159"/>
                </a:lnTo>
                <a:lnTo>
                  <a:pt x="694574" y="15159"/>
                </a:lnTo>
                <a:moveTo>
                  <a:pt x="694574" y="107357"/>
                </a:moveTo>
                <a:lnTo>
                  <a:pt x="694574" y="29585"/>
                </a:lnTo>
                <a:lnTo>
                  <a:pt x="707756" y="29585"/>
                </a:lnTo>
                <a:lnTo>
                  <a:pt x="707756" y="107357"/>
                </a:lnTo>
                <a:lnTo>
                  <a:pt x="694574" y="107357"/>
                </a:lnTo>
                <a:close/>
                <a:moveTo>
                  <a:pt x="722380" y="68471"/>
                </a:moveTo>
                <a:cubicBezTo>
                  <a:pt x="722380" y="54069"/>
                  <a:pt x="726383" y="43402"/>
                  <a:pt x="734390" y="36469"/>
                </a:cubicBezTo>
                <a:cubicBezTo>
                  <a:pt x="741078" y="30708"/>
                  <a:pt x="749231" y="27828"/>
                  <a:pt x="758849" y="27828"/>
                </a:cubicBezTo>
                <a:cubicBezTo>
                  <a:pt x="769541" y="27828"/>
                  <a:pt x="778280" y="31331"/>
                  <a:pt x="785066" y="38337"/>
                </a:cubicBezTo>
                <a:cubicBezTo>
                  <a:pt x="791852" y="45342"/>
                  <a:pt x="795245" y="55021"/>
                  <a:pt x="795245" y="67373"/>
                </a:cubicBezTo>
                <a:cubicBezTo>
                  <a:pt x="795245" y="77381"/>
                  <a:pt x="793744" y="85253"/>
                  <a:pt x="790741" y="90990"/>
                </a:cubicBezTo>
                <a:cubicBezTo>
                  <a:pt x="787739" y="96726"/>
                  <a:pt x="783369" y="101181"/>
                  <a:pt x="777633" y="104355"/>
                </a:cubicBezTo>
                <a:cubicBezTo>
                  <a:pt x="771896" y="107528"/>
                  <a:pt x="765635" y="109115"/>
                  <a:pt x="758849" y="109115"/>
                </a:cubicBezTo>
                <a:cubicBezTo>
                  <a:pt x="747962" y="109115"/>
                  <a:pt x="739162" y="105624"/>
                  <a:pt x="732449" y="98642"/>
                </a:cubicBezTo>
                <a:cubicBezTo>
                  <a:pt x="725736" y="91661"/>
                  <a:pt x="722380" y="81604"/>
                  <a:pt x="722380" y="68471"/>
                </a:cubicBezTo>
                <a:moveTo>
                  <a:pt x="735928" y="68471"/>
                </a:moveTo>
                <a:cubicBezTo>
                  <a:pt x="735928" y="78431"/>
                  <a:pt x="738100" y="85888"/>
                  <a:pt x="742445" y="90843"/>
                </a:cubicBezTo>
                <a:cubicBezTo>
                  <a:pt x="746790" y="95799"/>
                  <a:pt x="752258" y="98276"/>
                  <a:pt x="758849" y="98276"/>
                </a:cubicBezTo>
                <a:cubicBezTo>
                  <a:pt x="765391" y="98276"/>
                  <a:pt x="770835" y="95786"/>
                  <a:pt x="775180" y="90807"/>
                </a:cubicBezTo>
                <a:cubicBezTo>
                  <a:pt x="779525" y="85827"/>
                  <a:pt x="781697" y="78235"/>
                  <a:pt x="781697" y="68032"/>
                </a:cubicBezTo>
                <a:cubicBezTo>
                  <a:pt x="781697" y="58414"/>
                  <a:pt x="779512" y="51128"/>
                  <a:pt x="775143" y="46172"/>
                </a:cubicBezTo>
                <a:cubicBezTo>
                  <a:pt x="770774" y="41217"/>
                  <a:pt x="765342" y="38739"/>
                  <a:pt x="758849" y="38739"/>
                </a:cubicBezTo>
                <a:cubicBezTo>
                  <a:pt x="752258" y="38739"/>
                  <a:pt x="746790" y="41205"/>
                  <a:pt x="742445" y="46136"/>
                </a:cubicBezTo>
                <a:cubicBezTo>
                  <a:pt x="738100" y="51067"/>
                  <a:pt x="735928" y="58512"/>
                  <a:pt x="735928" y="68471"/>
                </a:cubicBezTo>
                <a:close/>
                <a:moveTo>
                  <a:pt x="810014" y="107357"/>
                </a:moveTo>
                <a:lnTo>
                  <a:pt x="810014" y="29585"/>
                </a:lnTo>
                <a:lnTo>
                  <a:pt x="821877" y="29585"/>
                </a:lnTo>
                <a:lnTo>
                  <a:pt x="821877" y="40643"/>
                </a:lnTo>
                <a:cubicBezTo>
                  <a:pt x="827589" y="32100"/>
                  <a:pt x="835840" y="27828"/>
                  <a:pt x="846629" y="27828"/>
                </a:cubicBezTo>
                <a:cubicBezTo>
                  <a:pt x="851316" y="27828"/>
                  <a:pt x="855625" y="28670"/>
                  <a:pt x="859555" y="30354"/>
                </a:cubicBezTo>
                <a:cubicBezTo>
                  <a:pt x="863485" y="32039"/>
                  <a:pt x="866426" y="34248"/>
                  <a:pt x="868379" y="36982"/>
                </a:cubicBezTo>
                <a:cubicBezTo>
                  <a:pt x="870332" y="39716"/>
                  <a:pt x="871699" y="42962"/>
                  <a:pt x="872480" y="46722"/>
                </a:cubicBezTo>
                <a:cubicBezTo>
                  <a:pt x="872968" y="49163"/>
                  <a:pt x="873212" y="53434"/>
                  <a:pt x="873212" y="59537"/>
                </a:cubicBezTo>
                <a:lnTo>
                  <a:pt x="873212" y="107357"/>
                </a:lnTo>
                <a:lnTo>
                  <a:pt x="860031" y="107357"/>
                </a:lnTo>
                <a:lnTo>
                  <a:pt x="860031" y="60050"/>
                </a:lnTo>
                <a:cubicBezTo>
                  <a:pt x="860031" y="54679"/>
                  <a:pt x="859518" y="50664"/>
                  <a:pt x="858493" y="48003"/>
                </a:cubicBezTo>
                <a:cubicBezTo>
                  <a:pt x="857468" y="45342"/>
                  <a:pt x="855649" y="43219"/>
                  <a:pt x="853037" y="41632"/>
                </a:cubicBezTo>
                <a:cubicBezTo>
                  <a:pt x="850425" y="40045"/>
                  <a:pt x="847362" y="39252"/>
                  <a:pt x="843847" y="39252"/>
                </a:cubicBezTo>
                <a:cubicBezTo>
                  <a:pt x="838232" y="39252"/>
                  <a:pt x="833387" y="41034"/>
                  <a:pt x="829310" y="44598"/>
                </a:cubicBezTo>
                <a:cubicBezTo>
                  <a:pt x="825234" y="48162"/>
                  <a:pt x="823195" y="54923"/>
                  <a:pt x="823195" y="64883"/>
                </a:cubicBezTo>
                <a:lnTo>
                  <a:pt x="823195" y="107357"/>
                </a:lnTo>
                <a:lnTo>
                  <a:pt x="810014" y="107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QoS">
            <a:extLst xmlns:a="http://schemas.openxmlformats.org/drawingml/2006/main">
              <a:ext uri="{FF2B5EF4-FFF2-40B4-BE49-F238E27FC236}">
                <a16:creationId xmlns:a16="http://schemas.microsoft.com/office/drawing/2014/main" id="{C13FD49C-5159-4809-BE97-429823A9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879" y="764115"/>
            <a:ext cx="285734" cy="117609"/>
          </a:xfrm>
          <a:custGeom xmlns:a="http://schemas.openxmlformats.org/drawingml/2006/main">
            <a:pathLst>
              <a:path w="285734" h="117609">
                <a:moveTo>
                  <a:pt x="86486" y="97764"/>
                </a:moveTo>
                <a:cubicBezTo>
                  <a:pt x="93077" y="102304"/>
                  <a:pt x="99155" y="105624"/>
                  <a:pt x="104721" y="107723"/>
                </a:cubicBezTo>
                <a:lnTo>
                  <a:pt x="100547" y="117609"/>
                </a:lnTo>
                <a:cubicBezTo>
                  <a:pt x="92833" y="114827"/>
                  <a:pt x="85144" y="110433"/>
                  <a:pt x="77479" y="104428"/>
                </a:cubicBezTo>
                <a:cubicBezTo>
                  <a:pt x="69521" y="108870"/>
                  <a:pt x="60733" y="111092"/>
                  <a:pt x="51115" y="111092"/>
                </a:cubicBezTo>
                <a:cubicBezTo>
                  <a:pt x="41400" y="111092"/>
                  <a:pt x="32588" y="108748"/>
                  <a:pt x="24679" y="104062"/>
                </a:cubicBezTo>
                <a:cubicBezTo>
                  <a:pt x="16770" y="99375"/>
                  <a:pt x="10680" y="92784"/>
                  <a:pt x="6408" y="84289"/>
                </a:cubicBezTo>
                <a:cubicBezTo>
                  <a:pt x="2136" y="75794"/>
                  <a:pt x="0" y="66225"/>
                  <a:pt x="0" y="55583"/>
                </a:cubicBezTo>
                <a:cubicBezTo>
                  <a:pt x="0" y="44988"/>
                  <a:pt x="2148" y="35346"/>
                  <a:pt x="6444" y="26656"/>
                </a:cubicBezTo>
                <a:cubicBezTo>
                  <a:pt x="10741" y="17966"/>
                  <a:pt x="16855" y="11351"/>
                  <a:pt x="24789" y="6810"/>
                </a:cubicBezTo>
                <a:cubicBezTo>
                  <a:pt x="32722" y="2270"/>
                  <a:pt x="41595" y="0"/>
                  <a:pt x="51408" y="0"/>
                </a:cubicBezTo>
                <a:cubicBezTo>
                  <a:pt x="61319" y="0"/>
                  <a:pt x="70253" y="2356"/>
                  <a:pt x="78211" y="7067"/>
                </a:cubicBezTo>
                <a:cubicBezTo>
                  <a:pt x="86169" y="11778"/>
                  <a:pt x="92235" y="18369"/>
                  <a:pt x="96409" y="26839"/>
                </a:cubicBezTo>
                <a:cubicBezTo>
                  <a:pt x="100583" y="35310"/>
                  <a:pt x="102670" y="44866"/>
                  <a:pt x="102670" y="55509"/>
                </a:cubicBezTo>
                <a:cubicBezTo>
                  <a:pt x="102670" y="64346"/>
                  <a:pt x="101328" y="72291"/>
                  <a:pt x="98642" y="79346"/>
                </a:cubicBezTo>
                <a:cubicBezTo>
                  <a:pt x="95957" y="86401"/>
                  <a:pt x="91905" y="92540"/>
                  <a:pt x="86486" y="97764"/>
                </a:cubicBezTo>
                <a:moveTo>
                  <a:pt x="55216" y="79602"/>
                </a:moveTo>
                <a:cubicBezTo>
                  <a:pt x="63418" y="81897"/>
                  <a:pt x="70180" y="85314"/>
                  <a:pt x="75501" y="89855"/>
                </a:cubicBezTo>
                <a:cubicBezTo>
                  <a:pt x="83850" y="82239"/>
                  <a:pt x="88024" y="70790"/>
                  <a:pt x="88024" y="55509"/>
                </a:cubicBezTo>
                <a:cubicBezTo>
                  <a:pt x="88024" y="46819"/>
                  <a:pt x="86547" y="39228"/>
                  <a:pt x="83593" y="32734"/>
                </a:cubicBezTo>
                <a:cubicBezTo>
                  <a:pt x="80640" y="26241"/>
                  <a:pt x="76319" y="21200"/>
                  <a:pt x="70632" y="17612"/>
                </a:cubicBezTo>
                <a:cubicBezTo>
                  <a:pt x="64944" y="14024"/>
                  <a:pt x="58561" y="12230"/>
                  <a:pt x="51482" y="12230"/>
                </a:cubicBezTo>
                <a:cubicBezTo>
                  <a:pt x="40887" y="12230"/>
                  <a:pt x="32100" y="15855"/>
                  <a:pt x="25118" y="23104"/>
                </a:cubicBezTo>
                <a:cubicBezTo>
                  <a:pt x="18137" y="30354"/>
                  <a:pt x="14646" y="41180"/>
                  <a:pt x="14646" y="55583"/>
                </a:cubicBezTo>
                <a:cubicBezTo>
                  <a:pt x="14646" y="69545"/>
                  <a:pt x="18100" y="80261"/>
                  <a:pt x="25008" y="87731"/>
                </a:cubicBezTo>
                <a:cubicBezTo>
                  <a:pt x="31917" y="95201"/>
                  <a:pt x="40741" y="98935"/>
                  <a:pt x="51482" y="98935"/>
                </a:cubicBezTo>
                <a:cubicBezTo>
                  <a:pt x="56559" y="98935"/>
                  <a:pt x="61343" y="97983"/>
                  <a:pt x="65835" y="96079"/>
                </a:cubicBezTo>
                <a:cubicBezTo>
                  <a:pt x="61392" y="93199"/>
                  <a:pt x="56705" y="91148"/>
                  <a:pt x="51774" y="89928"/>
                </a:cubicBezTo>
                <a:lnTo>
                  <a:pt x="55216" y="79602"/>
                </a:lnTo>
                <a:close/>
                <a:moveTo>
                  <a:pt x="115698" y="70375"/>
                </a:moveTo>
                <a:cubicBezTo>
                  <a:pt x="115698" y="55973"/>
                  <a:pt x="119701" y="45306"/>
                  <a:pt x="127708" y="38373"/>
                </a:cubicBezTo>
                <a:cubicBezTo>
                  <a:pt x="134396" y="32612"/>
                  <a:pt x="142549" y="29732"/>
                  <a:pt x="152167" y="29732"/>
                </a:cubicBezTo>
                <a:cubicBezTo>
                  <a:pt x="162859" y="29732"/>
                  <a:pt x="171598" y="33235"/>
                  <a:pt x="178384" y="40241"/>
                </a:cubicBezTo>
                <a:cubicBezTo>
                  <a:pt x="185170" y="47246"/>
                  <a:pt x="188563" y="56925"/>
                  <a:pt x="188563" y="69277"/>
                </a:cubicBezTo>
                <a:cubicBezTo>
                  <a:pt x="188563" y="79285"/>
                  <a:pt x="187062" y="87157"/>
                  <a:pt x="184059" y="92894"/>
                </a:cubicBezTo>
                <a:cubicBezTo>
                  <a:pt x="181057" y="98630"/>
                  <a:pt x="176687" y="103085"/>
                  <a:pt x="170951" y="106259"/>
                </a:cubicBezTo>
                <a:cubicBezTo>
                  <a:pt x="165215" y="109432"/>
                  <a:pt x="158953" y="111019"/>
                  <a:pt x="152167" y="111019"/>
                </a:cubicBezTo>
                <a:cubicBezTo>
                  <a:pt x="141280" y="111019"/>
                  <a:pt x="132480" y="107528"/>
                  <a:pt x="125767" y="100546"/>
                </a:cubicBezTo>
                <a:cubicBezTo>
                  <a:pt x="119054" y="93565"/>
                  <a:pt x="115698" y="83508"/>
                  <a:pt x="115698" y="70375"/>
                </a:cubicBezTo>
                <a:moveTo>
                  <a:pt x="129246" y="70375"/>
                </a:moveTo>
                <a:cubicBezTo>
                  <a:pt x="129246" y="80335"/>
                  <a:pt x="131418" y="87792"/>
                  <a:pt x="135763" y="92747"/>
                </a:cubicBezTo>
                <a:cubicBezTo>
                  <a:pt x="140108" y="97703"/>
                  <a:pt x="145576" y="100180"/>
                  <a:pt x="152167" y="100180"/>
                </a:cubicBezTo>
                <a:cubicBezTo>
                  <a:pt x="158709" y="100180"/>
                  <a:pt x="164153" y="97690"/>
                  <a:pt x="168498" y="92711"/>
                </a:cubicBezTo>
                <a:cubicBezTo>
                  <a:pt x="172843" y="87731"/>
                  <a:pt x="175015" y="80139"/>
                  <a:pt x="175015" y="69936"/>
                </a:cubicBezTo>
                <a:cubicBezTo>
                  <a:pt x="175015" y="60318"/>
                  <a:pt x="172831" y="53032"/>
                  <a:pt x="168461" y="48076"/>
                </a:cubicBezTo>
                <a:cubicBezTo>
                  <a:pt x="164092" y="43121"/>
                  <a:pt x="158660" y="40643"/>
                  <a:pt x="152167" y="40643"/>
                </a:cubicBezTo>
                <a:cubicBezTo>
                  <a:pt x="145576" y="40643"/>
                  <a:pt x="140108" y="43109"/>
                  <a:pt x="135763" y="48040"/>
                </a:cubicBezTo>
                <a:cubicBezTo>
                  <a:pt x="131418" y="52971"/>
                  <a:pt x="129246" y="60416"/>
                  <a:pt x="129246" y="70375"/>
                </a:cubicBezTo>
                <a:close/>
                <a:moveTo>
                  <a:pt x="200273" y="74769"/>
                </a:moveTo>
                <a:lnTo>
                  <a:pt x="213674" y="73597"/>
                </a:lnTo>
                <a:cubicBezTo>
                  <a:pt x="214309" y="78968"/>
                  <a:pt x="215786" y="83374"/>
                  <a:pt x="218105" y="86816"/>
                </a:cubicBezTo>
                <a:cubicBezTo>
                  <a:pt x="220424" y="90258"/>
                  <a:pt x="224024" y="93040"/>
                  <a:pt x="228906" y="95164"/>
                </a:cubicBezTo>
                <a:cubicBezTo>
                  <a:pt x="233789" y="97288"/>
                  <a:pt x="239281" y="98350"/>
                  <a:pt x="245384" y="98350"/>
                </a:cubicBezTo>
                <a:cubicBezTo>
                  <a:pt x="250803" y="98350"/>
                  <a:pt x="255587" y="97544"/>
                  <a:pt x="259737" y="95933"/>
                </a:cubicBezTo>
                <a:cubicBezTo>
                  <a:pt x="263887" y="94322"/>
                  <a:pt x="266975" y="92113"/>
                  <a:pt x="269001" y="89306"/>
                </a:cubicBezTo>
                <a:cubicBezTo>
                  <a:pt x="271027" y="86498"/>
                  <a:pt x="272040" y="83435"/>
                  <a:pt x="272040" y="80115"/>
                </a:cubicBezTo>
                <a:cubicBezTo>
                  <a:pt x="272040" y="76746"/>
                  <a:pt x="271063" y="73805"/>
                  <a:pt x="269110" y="71291"/>
                </a:cubicBezTo>
                <a:cubicBezTo>
                  <a:pt x="267158" y="68776"/>
                  <a:pt x="263935" y="66665"/>
                  <a:pt x="259444" y="64956"/>
                </a:cubicBezTo>
                <a:cubicBezTo>
                  <a:pt x="256563" y="63833"/>
                  <a:pt x="250192" y="62088"/>
                  <a:pt x="240331" y="59720"/>
                </a:cubicBezTo>
                <a:cubicBezTo>
                  <a:pt x="230469" y="57352"/>
                  <a:pt x="223561" y="55119"/>
                  <a:pt x="219606" y="53019"/>
                </a:cubicBezTo>
                <a:cubicBezTo>
                  <a:pt x="214480" y="50334"/>
                  <a:pt x="210660" y="47002"/>
                  <a:pt x="208145" y="43023"/>
                </a:cubicBezTo>
                <a:cubicBezTo>
                  <a:pt x="205631" y="39044"/>
                  <a:pt x="204374" y="34590"/>
                  <a:pt x="204374" y="29659"/>
                </a:cubicBezTo>
                <a:cubicBezTo>
                  <a:pt x="204374" y="24240"/>
                  <a:pt x="205912" y="19174"/>
                  <a:pt x="208988" y="14463"/>
                </a:cubicBezTo>
                <a:cubicBezTo>
                  <a:pt x="212063" y="9752"/>
                  <a:pt x="216555" y="6176"/>
                  <a:pt x="222462" y="3735"/>
                </a:cubicBezTo>
                <a:cubicBezTo>
                  <a:pt x="228369" y="1294"/>
                  <a:pt x="234936" y="73"/>
                  <a:pt x="242161" y="73"/>
                </a:cubicBezTo>
                <a:cubicBezTo>
                  <a:pt x="250119" y="73"/>
                  <a:pt x="257137" y="1355"/>
                  <a:pt x="263215" y="3918"/>
                </a:cubicBezTo>
                <a:cubicBezTo>
                  <a:pt x="269294" y="6481"/>
                  <a:pt x="273968" y="10252"/>
                  <a:pt x="277239" y="15232"/>
                </a:cubicBezTo>
                <a:cubicBezTo>
                  <a:pt x="280510" y="20212"/>
                  <a:pt x="282268" y="25851"/>
                  <a:pt x="282512" y="32149"/>
                </a:cubicBezTo>
                <a:lnTo>
                  <a:pt x="268891" y="33174"/>
                </a:lnTo>
                <a:cubicBezTo>
                  <a:pt x="268158" y="26388"/>
                  <a:pt x="265681" y="21261"/>
                  <a:pt x="261458" y="17795"/>
                </a:cubicBezTo>
                <a:cubicBezTo>
                  <a:pt x="257235" y="14329"/>
                  <a:pt x="250998" y="12596"/>
                  <a:pt x="242747" y="12596"/>
                </a:cubicBezTo>
                <a:cubicBezTo>
                  <a:pt x="234155" y="12596"/>
                  <a:pt x="227893" y="14170"/>
                  <a:pt x="223963" y="17319"/>
                </a:cubicBezTo>
                <a:cubicBezTo>
                  <a:pt x="220033" y="20468"/>
                  <a:pt x="218068" y="24264"/>
                  <a:pt x="218068" y="28707"/>
                </a:cubicBezTo>
                <a:cubicBezTo>
                  <a:pt x="218068" y="32563"/>
                  <a:pt x="219460" y="35737"/>
                  <a:pt x="222242" y="38227"/>
                </a:cubicBezTo>
                <a:cubicBezTo>
                  <a:pt x="224976" y="40717"/>
                  <a:pt x="232116" y="43267"/>
                  <a:pt x="243663" y="45879"/>
                </a:cubicBezTo>
                <a:cubicBezTo>
                  <a:pt x="255209" y="48491"/>
                  <a:pt x="263130" y="50774"/>
                  <a:pt x="267426" y="52726"/>
                </a:cubicBezTo>
                <a:cubicBezTo>
                  <a:pt x="273675" y="55607"/>
                  <a:pt x="278289" y="59256"/>
                  <a:pt x="281267" y="63675"/>
                </a:cubicBezTo>
                <a:cubicBezTo>
                  <a:pt x="284245" y="68093"/>
                  <a:pt x="285734" y="73182"/>
                  <a:pt x="285734" y="78943"/>
                </a:cubicBezTo>
                <a:cubicBezTo>
                  <a:pt x="285734" y="84655"/>
                  <a:pt x="284098" y="90038"/>
                  <a:pt x="280827" y="95091"/>
                </a:cubicBezTo>
                <a:cubicBezTo>
                  <a:pt x="277556" y="100144"/>
                  <a:pt x="272857" y="104074"/>
                  <a:pt x="266730" y="106881"/>
                </a:cubicBezTo>
                <a:cubicBezTo>
                  <a:pt x="260603" y="109688"/>
                  <a:pt x="253707" y="111092"/>
                  <a:pt x="246043" y="111092"/>
                </a:cubicBezTo>
                <a:cubicBezTo>
                  <a:pt x="236327" y="111092"/>
                  <a:pt x="228186" y="109676"/>
                  <a:pt x="221620" y="106844"/>
                </a:cubicBezTo>
                <a:cubicBezTo>
                  <a:pt x="215054" y="104013"/>
                  <a:pt x="209903" y="99753"/>
                  <a:pt x="206168" y="94066"/>
                </a:cubicBezTo>
                <a:cubicBezTo>
                  <a:pt x="202433" y="88378"/>
                  <a:pt x="200468" y="81946"/>
                  <a:pt x="200273" y="747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H(Secrets)">
            <a:extLst xmlns:a="http://schemas.openxmlformats.org/drawingml/2006/main">
              <a:ext uri="{FF2B5EF4-FFF2-40B4-BE49-F238E27FC236}">
                <a16:creationId xmlns:a16="http://schemas.microsoft.com/office/drawing/2014/main" id="{B3DF4527-3D54-488B-90E7-F689EEDC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13" y="764188"/>
            <a:ext cx="698040" cy="140750"/>
          </a:xfrm>
          <a:custGeom xmlns:a="http://schemas.openxmlformats.org/drawingml/2006/main">
            <a:pathLst>
              <a:path w="698040" h="140750">
                <a:moveTo>
                  <a:pt x="0" y="109188"/>
                </a:moveTo>
                <a:lnTo>
                  <a:pt x="0" y="1831"/>
                </a:lnTo>
                <a:lnTo>
                  <a:pt x="14207" y="1831"/>
                </a:lnTo>
                <a:lnTo>
                  <a:pt x="14207" y="45916"/>
                </a:lnTo>
                <a:lnTo>
                  <a:pt x="70009" y="45916"/>
                </a:lnTo>
                <a:lnTo>
                  <a:pt x="70009" y="1831"/>
                </a:lnTo>
                <a:lnTo>
                  <a:pt x="84216" y="1831"/>
                </a:lnTo>
                <a:lnTo>
                  <a:pt x="84216" y="109188"/>
                </a:lnTo>
                <a:lnTo>
                  <a:pt x="70009" y="109188"/>
                </a:lnTo>
                <a:lnTo>
                  <a:pt x="70009" y="58585"/>
                </a:lnTo>
                <a:lnTo>
                  <a:pt x="14207" y="58585"/>
                </a:lnTo>
                <a:lnTo>
                  <a:pt x="14207" y="109188"/>
                </a:lnTo>
                <a:lnTo>
                  <a:pt x="0" y="109188"/>
                </a:lnTo>
                <a:close/>
                <a:moveTo>
                  <a:pt x="130857" y="140750"/>
                </a:moveTo>
                <a:cubicBezTo>
                  <a:pt x="123582" y="131572"/>
                  <a:pt x="117431" y="120832"/>
                  <a:pt x="112402" y="108529"/>
                </a:cubicBezTo>
                <a:cubicBezTo>
                  <a:pt x="107374" y="96226"/>
                  <a:pt x="104860" y="83484"/>
                  <a:pt x="104860" y="70302"/>
                </a:cubicBezTo>
                <a:cubicBezTo>
                  <a:pt x="104860" y="58683"/>
                  <a:pt x="106739" y="47551"/>
                  <a:pt x="110498" y="36909"/>
                </a:cubicBezTo>
                <a:cubicBezTo>
                  <a:pt x="114892" y="24557"/>
                  <a:pt x="121678" y="12254"/>
                  <a:pt x="130857" y="0"/>
                </a:cubicBezTo>
                <a:lnTo>
                  <a:pt x="140304" y="0"/>
                </a:lnTo>
                <a:cubicBezTo>
                  <a:pt x="134396" y="10155"/>
                  <a:pt x="130491" y="17405"/>
                  <a:pt x="128587" y="21750"/>
                </a:cubicBezTo>
                <a:cubicBezTo>
                  <a:pt x="125609" y="28487"/>
                  <a:pt x="123265" y="35517"/>
                  <a:pt x="121556" y="42840"/>
                </a:cubicBezTo>
                <a:cubicBezTo>
                  <a:pt x="119457" y="51970"/>
                  <a:pt x="118407" y="61148"/>
                  <a:pt x="118407" y="70375"/>
                </a:cubicBezTo>
                <a:cubicBezTo>
                  <a:pt x="118407" y="93858"/>
                  <a:pt x="125706" y="117316"/>
                  <a:pt x="140304" y="140750"/>
                </a:cubicBezTo>
                <a:lnTo>
                  <a:pt x="130857" y="140750"/>
                </a:lnTo>
                <a:close/>
                <a:moveTo>
                  <a:pt x="152504" y="74696"/>
                </a:moveTo>
                <a:lnTo>
                  <a:pt x="165905" y="73524"/>
                </a:lnTo>
                <a:cubicBezTo>
                  <a:pt x="166540" y="78894"/>
                  <a:pt x="168017" y="83301"/>
                  <a:pt x="170336" y="86742"/>
                </a:cubicBezTo>
                <a:cubicBezTo>
                  <a:pt x="172655" y="90184"/>
                  <a:pt x="176255" y="92967"/>
                  <a:pt x="181137" y="95091"/>
                </a:cubicBezTo>
                <a:cubicBezTo>
                  <a:pt x="186019" y="97214"/>
                  <a:pt x="191512" y="98276"/>
                  <a:pt x="197614" y="98276"/>
                </a:cubicBezTo>
                <a:cubicBezTo>
                  <a:pt x="203033" y="98276"/>
                  <a:pt x="207818" y="97471"/>
                  <a:pt x="211968" y="95860"/>
                </a:cubicBezTo>
                <a:cubicBezTo>
                  <a:pt x="216117" y="94249"/>
                  <a:pt x="219205" y="92039"/>
                  <a:pt x="221231" y="89232"/>
                </a:cubicBezTo>
                <a:cubicBezTo>
                  <a:pt x="223257" y="86425"/>
                  <a:pt x="224270" y="83362"/>
                  <a:pt x="224270" y="80042"/>
                </a:cubicBezTo>
                <a:cubicBezTo>
                  <a:pt x="224270" y="76673"/>
                  <a:pt x="223294" y="73732"/>
                  <a:pt x="221341" y="71217"/>
                </a:cubicBezTo>
                <a:cubicBezTo>
                  <a:pt x="219388" y="68703"/>
                  <a:pt x="216166" y="66592"/>
                  <a:pt x="211675" y="64883"/>
                </a:cubicBezTo>
                <a:cubicBezTo>
                  <a:pt x="208794" y="63760"/>
                  <a:pt x="202423" y="62015"/>
                  <a:pt x="192561" y="59647"/>
                </a:cubicBezTo>
                <a:cubicBezTo>
                  <a:pt x="182699" y="57279"/>
                  <a:pt x="175791" y="55045"/>
                  <a:pt x="171837" y="52946"/>
                </a:cubicBezTo>
                <a:cubicBezTo>
                  <a:pt x="166711" y="50261"/>
                  <a:pt x="162890" y="46929"/>
                  <a:pt x="160376" y="42950"/>
                </a:cubicBezTo>
                <a:cubicBezTo>
                  <a:pt x="157862" y="38971"/>
                  <a:pt x="156605" y="34516"/>
                  <a:pt x="156605" y="29585"/>
                </a:cubicBezTo>
                <a:cubicBezTo>
                  <a:pt x="156605" y="24166"/>
                  <a:pt x="158143" y="19101"/>
                  <a:pt x="161218" y="14390"/>
                </a:cubicBezTo>
                <a:cubicBezTo>
                  <a:pt x="164294" y="9679"/>
                  <a:pt x="168786" y="6103"/>
                  <a:pt x="174693" y="3662"/>
                </a:cubicBezTo>
                <a:cubicBezTo>
                  <a:pt x="180600" y="1221"/>
                  <a:pt x="187167" y="0"/>
                  <a:pt x="194392" y="0"/>
                </a:cubicBezTo>
                <a:cubicBezTo>
                  <a:pt x="202350" y="0"/>
                  <a:pt x="209368" y="1282"/>
                  <a:pt x="215446" y="3845"/>
                </a:cubicBezTo>
                <a:cubicBezTo>
                  <a:pt x="221524" y="6408"/>
                  <a:pt x="226199" y="10179"/>
                  <a:pt x="229470" y="15159"/>
                </a:cubicBezTo>
                <a:cubicBezTo>
                  <a:pt x="232741" y="20139"/>
                  <a:pt x="234498" y="25777"/>
                  <a:pt x="234742" y="32075"/>
                </a:cubicBezTo>
                <a:lnTo>
                  <a:pt x="221121" y="33101"/>
                </a:lnTo>
                <a:cubicBezTo>
                  <a:pt x="220389" y="26314"/>
                  <a:pt x="217911" y="21188"/>
                  <a:pt x="213688" y="17722"/>
                </a:cubicBezTo>
                <a:cubicBezTo>
                  <a:pt x="209465" y="14256"/>
                  <a:pt x="203229" y="12523"/>
                  <a:pt x="194978" y="12523"/>
                </a:cubicBezTo>
                <a:cubicBezTo>
                  <a:pt x="186385" y="12523"/>
                  <a:pt x="180124" y="14097"/>
                  <a:pt x="176194" y="17246"/>
                </a:cubicBezTo>
                <a:cubicBezTo>
                  <a:pt x="172264" y="20395"/>
                  <a:pt x="170299" y="24191"/>
                  <a:pt x="170299" y="28633"/>
                </a:cubicBezTo>
                <a:cubicBezTo>
                  <a:pt x="170299" y="32490"/>
                  <a:pt x="171690" y="35664"/>
                  <a:pt x="174473" y="38153"/>
                </a:cubicBezTo>
                <a:cubicBezTo>
                  <a:pt x="177207" y="40643"/>
                  <a:pt x="184347" y="43194"/>
                  <a:pt x="195893" y="45806"/>
                </a:cubicBezTo>
                <a:cubicBezTo>
                  <a:pt x="207439" y="48418"/>
                  <a:pt x="215361" y="50700"/>
                  <a:pt x="219657" y="52653"/>
                </a:cubicBezTo>
                <a:cubicBezTo>
                  <a:pt x="225906" y="55534"/>
                  <a:pt x="230519" y="59183"/>
                  <a:pt x="233498" y="63601"/>
                </a:cubicBezTo>
                <a:cubicBezTo>
                  <a:pt x="236476" y="68020"/>
                  <a:pt x="237965" y="73109"/>
                  <a:pt x="237965" y="78870"/>
                </a:cubicBezTo>
                <a:cubicBezTo>
                  <a:pt x="237965" y="84582"/>
                  <a:pt x="236329" y="89965"/>
                  <a:pt x="233058" y="95018"/>
                </a:cubicBezTo>
                <a:cubicBezTo>
                  <a:pt x="229787" y="100071"/>
                  <a:pt x="225088" y="104001"/>
                  <a:pt x="218961" y="106808"/>
                </a:cubicBezTo>
                <a:cubicBezTo>
                  <a:pt x="212834" y="109615"/>
                  <a:pt x="205938" y="111019"/>
                  <a:pt x="198273" y="111019"/>
                </a:cubicBezTo>
                <a:cubicBezTo>
                  <a:pt x="188558" y="111019"/>
                  <a:pt x="180417" y="109603"/>
                  <a:pt x="173851" y="106771"/>
                </a:cubicBezTo>
                <a:cubicBezTo>
                  <a:pt x="167284" y="103940"/>
                  <a:pt x="162134" y="99680"/>
                  <a:pt x="158399" y="93992"/>
                </a:cubicBezTo>
                <a:cubicBezTo>
                  <a:pt x="154664" y="88305"/>
                  <a:pt x="152699" y="81873"/>
                  <a:pt x="152504" y="74696"/>
                </a:cubicBezTo>
                <a:close/>
                <a:moveTo>
                  <a:pt x="308882" y="84143"/>
                </a:moveTo>
                <a:lnTo>
                  <a:pt x="322503" y="85827"/>
                </a:lnTo>
                <a:cubicBezTo>
                  <a:pt x="320355" y="93785"/>
                  <a:pt x="316376" y="99961"/>
                  <a:pt x="310566" y="104355"/>
                </a:cubicBezTo>
                <a:cubicBezTo>
                  <a:pt x="304757" y="108748"/>
                  <a:pt x="297336" y="110945"/>
                  <a:pt x="288304" y="110945"/>
                </a:cubicBezTo>
                <a:cubicBezTo>
                  <a:pt x="276929" y="110945"/>
                  <a:pt x="267909" y="107442"/>
                  <a:pt x="261245" y="100437"/>
                </a:cubicBezTo>
                <a:cubicBezTo>
                  <a:pt x="254581" y="93431"/>
                  <a:pt x="251249" y="83606"/>
                  <a:pt x="251249" y="70961"/>
                </a:cubicBezTo>
                <a:cubicBezTo>
                  <a:pt x="251249" y="57877"/>
                  <a:pt x="254618" y="47722"/>
                  <a:pt x="261355" y="40497"/>
                </a:cubicBezTo>
                <a:cubicBezTo>
                  <a:pt x="268092" y="33271"/>
                  <a:pt x="276831" y="29659"/>
                  <a:pt x="287572" y="29659"/>
                </a:cubicBezTo>
                <a:cubicBezTo>
                  <a:pt x="297970" y="29659"/>
                  <a:pt x="306465" y="33198"/>
                  <a:pt x="313056" y="40277"/>
                </a:cubicBezTo>
                <a:cubicBezTo>
                  <a:pt x="319647" y="47356"/>
                  <a:pt x="322942" y="57316"/>
                  <a:pt x="322942" y="70156"/>
                </a:cubicBezTo>
                <a:cubicBezTo>
                  <a:pt x="322942" y="70937"/>
                  <a:pt x="322918" y="72108"/>
                  <a:pt x="322869" y="73671"/>
                </a:cubicBezTo>
                <a:lnTo>
                  <a:pt x="264870" y="73671"/>
                </a:lnTo>
                <a:cubicBezTo>
                  <a:pt x="265358" y="82214"/>
                  <a:pt x="267775" y="88756"/>
                  <a:pt x="272120" y="93297"/>
                </a:cubicBezTo>
                <a:cubicBezTo>
                  <a:pt x="276465" y="97837"/>
                  <a:pt x="281884" y="100107"/>
                  <a:pt x="288377" y="100107"/>
                </a:cubicBezTo>
                <a:cubicBezTo>
                  <a:pt x="293210" y="100107"/>
                  <a:pt x="297336" y="98838"/>
                  <a:pt x="300753" y="96299"/>
                </a:cubicBezTo>
                <a:cubicBezTo>
                  <a:pt x="304171" y="93760"/>
                  <a:pt x="306880" y="89708"/>
                  <a:pt x="308882" y="84143"/>
                </a:cubicBezTo>
                <a:moveTo>
                  <a:pt x="265602" y="62832"/>
                </a:moveTo>
                <a:lnTo>
                  <a:pt x="309028" y="62832"/>
                </a:lnTo>
                <a:cubicBezTo>
                  <a:pt x="308442" y="56290"/>
                  <a:pt x="306783" y="51384"/>
                  <a:pt x="304049" y="48113"/>
                </a:cubicBezTo>
                <a:cubicBezTo>
                  <a:pt x="299850" y="43036"/>
                  <a:pt x="294407" y="40497"/>
                  <a:pt x="287718" y="40497"/>
                </a:cubicBezTo>
                <a:cubicBezTo>
                  <a:pt x="281664" y="40497"/>
                  <a:pt x="276575" y="42523"/>
                  <a:pt x="272449" y="46575"/>
                </a:cubicBezTo>
                <a:cubicBezTo>
                  <a:pt x="268324" y="50627"/>
                  <a:pt x="266042" y="56046"/>
                  <a:pt x="265602" y="62832"/>
                </a:cubicBezTo>
                <a:close/>
                <a:moveTo>
                  <a:pt x="389195" y="80701"/>
                </a:moveTo>
                <a:lnTo>
                  <a:pt x="402157" y="82385"/>
                </a:lnTo>
                <a:cubicBezTo>
                  <a:pt x="400741" y="91319"/>
                  <a:pt x="397116" y="98313"/>
                  <a:pt x="391282" y="103366"/>
                </a:cubicBezTo>
                <a:cubicBezTo>
                  <a:pt x="385448" y="108419"/>
                  <a:pt x="378283" y="110945"/>
                  <a:pt x="369788" y="110945"/>
                </a:cubicBezTo>
                <a:cubicBezTo>
                  <a:pt x="359145" y="110945"/>
                  <a:pt x="350590" y="107467"/>
                  <a:pt x="344121" y="100510"/>
                </a:cubicBezTo>
                <a:cubicBezTo>
                  <a:pt x="337652" y="93553"/>
                  <a:pt x="334418" y="83581"/>
                  <a:pt x="334418" y="70595"/>
                </a:cubicBezTo>
                <a:cubicBezTo>
                  <a:pt x="334418" y="62198"/>
                  <a:pt x="335809" y="54850"/>
                  <a:pt x="338592" y="48552"/>
                </a:cubicBezTo>
                <a:cubicBezTo>
                  <a:pt x="341375" y="42254"/>
                  <a:pt x="345610" y="37531"/>
                  <a:pt x="351298" y="34382"/>
                </a:cubicBezTo>
                <a:cubicBezTo>
                  <a:pt x="356985" y="31233"/>
                  <a:pt x="363173" y="29659"/>
                  <a:pt x="369862" y="29659"/>
                </a:cubicBezTo>
                <a:cubicBezTo>
                  <a:pt x="378308" y="29659"/>
                  <a:pt x="385216" y="31795"/>
                  <a:pt x="390586" y="36066"/>
                </a:cubicBezTo>
                <a:cubicBezTo>
                  <a:pt x="395956" y="40338"/>
                  <a:pt x="399398" y="46404"/>
                  <a:pt x="400912" y="54264"/>
                </a:cubicBezTo>
                <a:lnTo>
                  <a:pt x="388096" y="56242"/>
                </a:lnTo>
                <a:cubicBezTo>
                  <a:pt x="386876" y="51018"/>
                  <a:pt x="384715" y="47088"/>
                  <a:pt x="381615" y="44451"/>
                </a:cubicBezTo>
                <a:cubicBezTo>
                  <a:pt x="378515" y="41815"/>
                  <a:pt x="374768" y="40497"/>
                  <a:pt x="370374" y="40497"/>
                </a:cubicBezTo>
                <a:cubicBezTo>
                  <a:pt x="363735" y="40497"/>
                  <a:pt x="358340" y="42877"/>
                  <a:pt x="354190" y="47637"/>
                </a:cubicBezTo>
                <a:cubicBezTo>
                  <a:pt x="350040" y="52397"/>
                  <a:pt x="347965" y="59928"/>
                  <a:pt x="347965" y="70229"/>
                </a:cubicBezTo>
                <a:cubicBezTo>
                  <a:pt x="347965" y="80676"/>
                  <a:pt x="349967" y="88268"/>
                  <a:pt x="353970" y="93004"/>
                </a:cubicBezTo>
                <a:cubicBezTo>
                  <a:pt x="357974" y="97739"/>
                  <a:pt x="363198" y="100107"/>
                  <a:pt x="369642" y="100107"/>
                </a:cubicBezTo>
                <a:cubicBezTo>
                  <a:pt x="374817" y="100107"/>
                  <a:pt x="379138" y="98520"/>
                  <a:pt x="382604" y="95347"/>
                </a:cubicBezTo>
                <a:cubicBezTo>
                  <a:pt x="386070" y="92174"/>
                  <a:pt x="388267" y="87292"/>
                  <a:pt x="389195" y="80701"/>
                </a:cubicBezTo>
                <a:close/>
                <a:moveTo>
                  <a:pt x="413288" y="109188"/>
                </a:moveTo>
                <a:lnTo>
                  <a:pt x="413288" y="31416"/>
                </a:lnTo>
                <a:lnTo>
                  <a:pt x="425151" y="31416"/>
                </a:lnTo>
                <a:lnTo>
                  <a:pt x="425151" y="43206"/>
                </a:lnTo>
                <a:cubicBezTo>
                  <a:pt x="428178" y="37690"/>
                  <a:pt x="430973" y="34053"/>
                  <a:pt x="433536" y="32295"/>
                </a:cubicBezTo>
                <a:cubicBezTo>
                  <a:pt x="436099" y="30537"/>
                  <a:pt x="438919" y="29659"/>
                  <a:pt x="441994" y="29659"/>
                </a:cubicBezTo>
                <a:cubicBezTo>
                  <a:pt x="446437" y="29659"/>
                  <a:pt x="450953" y="31074"/>
                  <a:pt x="455542" y="33906"/>
                </a:cubicBezTo>
                <a:lnTo>
                  <a:pt x="451002" y="46136"/>
                </a:lnTo>
                <a:cubicBezTo>
                  <a:pt x="447780" y="44232"/>
                  <a:pt x="444558" y="43280"/>
                  <a:pt x="441335" y="43280"/>
                </a:cubicBezTo>
                <a:cubicBezTo>
                  <a:pt x="438455" y="43280"/>
                  <a:pt x="435867" y="44146"/>
                  <a:pt x="433573" y="45879"/>
                </a:cubicBezTo>
                <a:cubicBezTo>
                  <a:pt x="431278" y="47613"/>
                  <a:pt x="429643" y="50017"/>
                  <a:pt x="428666" y="53093"/>
                </a:cubicBezTo>
                <a:cubicBezTo>
                  <a:pt x="427202" y="57779"/>
                  <a:pt x="426469" y="62906"/>
                  <a:pt x="426469" y="68471"/>
                </a:cubicBezTo>
                <a:lnTo>
                  <a:pt x="426469" y="109188"/>
                </a:lnTo>
                <a:lnTo>
                  <a:pt x="413288" y="109188"/>
                </a:lnTo>
                <a:close/>
                <a:moveTo>
                  <a:pt x="516661" y="84143"/>
                </a:moveTo>
                <a:lnTo>
                  <a:pt x="530282" y="85827"/>
                </a:lnTo>
                <a:cubicBezTo>
                  <a:pt x="528134" y="93785"/>
                  <a:pt x="524155" y="99961"/>
                  <a:pt x="518345" y="104355"/>
                </a:cubicBezTo>
                <a:cubicBezTo>
                  <a:pt x="512536" y="108748"/>
                  <a:pt x="505115" y="110945"/>
                  <a:pt x="496083" y="110945"/>
                </a:cubicBezTo>
                <a:cubicBezTo>
                  <a:pt x="484708" y="110945"/>
                  <a:pt x="475688" y="107442"/>
                  <a:pt x="469024" y="100437"/>
                </a:cubicBezTo>
                <a:cubicBezTo>
                  <a:pt x="462360" y="93431"/>
                  <a:pt x="459028" y="83606"/>
                  <a:pt x="459028" y="70961"/>
                </a:cubicBezTo>
                <a:cubicBezTo>
                  <a:pt x="459028" y="57877"/>
                  <a:pt x="462397" y="47722"/>
                  <a:pt x="469134" y="40497"/>
                </a:cubicBezTo>
                <a:cubicBezTo>
                  <a:pt x="475871" y="33271"/>
                  <a:pt x="484610" y="29659"/>
                  <a:pt x="495351" y="29659"/>
                </a:cubicBezTo>
                <a:cubicBezTo>
                  <a:pt x="505750" y="29659"/>
                  <a:pt x="514244" y="33198"/>
                  <a:pt x="520835" y="40277"/>
                </a:cubicBezTo>
                <a:cubicBezTo>
                  <a:pt x="527426" y="47356"/>
                  <a:pt x="530721" y="57316"/>
                  <a:pt x="530721" y="70156"/>
                </a:cubicBezTo>
                <a:cubicBezTo>
                  <a:pt x="530721" y="70937"/>
                  <a:pt x="530697" y="72108"/>
                  <a:pt x="530648" y="73671"/>
                </a:cubicBezTo>
                <a:lnTo>
                  <a:pt x="472649" y="73671"/>
                </a:lnTo>
                <a:cubicBezTo>
                  <a:pt x="473137" y="82214"/>
                  <a:pt x="475554" y="88756"/>
                  <a:pt x="479899" y="93297"/>
                </a:cubicBezTo>
                <a:cubicBezTo>
                  <a:pt x="484244" y="97837"/>
                  <a:pt x="489663" y="100107"/>
                  <a:pt x="496156" y="100107"/>
                </a:cubicBezTo>
                <a:cubicBezTo>
                  <a:pt x="500990" y="100107"/>
                  <a:pt x="505115" y="98838"/>
                  <a:pt x="508532" y="96299"/>
                </a:cubicBezTo>
                <a:cubicBezTo>
                  <a:pt x="511950" y="93760"/>
                  <a:pt x="514659" y="89708"/>
                  <a:pt x="516661" y="84143"/>
                </a:cubicBezTo>
                <a:moveTo>
                  <a:pt x="473381" y="62832"/>
                </a:moveTo>
                <a:lnTo>
                  <a:pt x="516807" y="62832"/>
                </a:lnTo>
                <a:cubicBezTo>
                  <a:pt x="516222" y="56290"/>
                  <a:pt x="514562" y="51384"/>
                  <a:pt x="511828" y="48113"/>
                </a:cubicBezTo>
                <a:cubicBezTo>
                  <a:pt x="507629" y="43036"/>
                  <a:pt x="502186" y="40497"/>
                  <a:pt x="495497" y="40497"/>
                </a:cubicBezTo>
                <a:cubicBezTo>
                  <a:pt x="489443" y="40497"/>
                  <a:pt x="484354" y="42523"/>
                  <a:pt x="480228" y="46575"/>
                </a:cubicBezTo>
                <a:cubicBezTo>
                  <a:pt x="476103" y="50627"/>
                  <a:pt x="473821" y="56046"/>
                  <a:pt x="473381" y="62832"/>
                </a:cubicBezTo>
                <a:close/>
                <a:moveTo>
                  <a:pt x="575004" y="97398"/>
                </a:moveTo>
                <a:lnTo>
                  <a:pt x="576908" y="109041"/>
                </a:lnTo>
                <a:cubicBezTo>
                  <a:pt x="573198" y="109822"/>
                  <a:pt x="569878" y="110213"/>
                  <a:pt x="566949" y="110213"/>
                </a:cubicBezTo>
                <a:cubicBezTo>
                  <a:pt x="562164" y="110213"/>
                  <a:pt x="558454" y="109456"/>
                  <a:pt x="555818" y="107943"/>
                </a:cubicBezTo>
                <a:cubicBezTo>
                  <a:pt x="553181" y="106429"/>
                  <a:pt x="551326" y="104440"/>
                  <a:pt x="550252" y="101975"/>
                </a:cubicBezTo>
                <a:cubicBezTo>
                  <a:pt x="549178" y="99509"/>
                  <a:pt x="548641" y="94322"/>
                  <a:pt x="548641" y="86413"/>
                </a:cubicBezTo>
                <a:lnTo>
                  <a:pt x="548641" y="41669"/>
                </a:lnTo>
                <a:lnTo>
                  <a:pt x="538975" y="41669"/>
                </a:lnTo>
                <a:lnTo>
                  <a:pt x="538975" y="31416"/>
                </a:lnTo>
                <a:lnTo>
                  <a:pt x="548641" y="31416"/>
                </a:lnTo>
                <a:lnTo>
                  <a:pt x="548641" y="12156"/>
                </a:lnTo>
                <a:lnTo>
                  <a:pt x="561749" y="4247"/>
                </a:lnTo>
                <a:lnTo>
                  <a:pt x="561749" y="31416"/>
                </a:lnTo>
                <a:lnTo>
                  <a:pt x="575004" y="31416"/>
                </a:lnTo>
                <a:lnTo>
                  <a:pt x="575004" y="41669"/>
                </a:lnTo>
                <a:lnTo>
                  <a:pt x="561749" y="41669"/>
                </a:lnTo>
                <a:lnTo>
                  <a:pt x="561749" y="87145"/>
                </a:lnTo>
                <a:cubicBezTo>
                  <a:pt x="561749" y="90904"/>
                  <a:pt x="561981" y="93321"/>
                  <a:pt x="562445" y="94395"/>
                </a:cubicBezTo>
                <a:cubicBezTo>
                  <a:pt x="562909" y="95469"/>
                  <a:pt x="563666" y="96324"/>
                  <a:pt x="564715" y="96958"/>
                </a:cubicBezTo>
                <a:cubicBezTo>
                  <a:pt x="565765" y="97593"/>
                  <a:pt x="567266" y="97910"/>
                  <a:pt x="569219" y="97910"/>
                </a:cubicBezTo>
                <a:cubicBezTo>
                  <a:pt x="570684" y="97910"/>
                  <a:pt x="572612" y="97739"/>
                  <a:pt x="575004" y="97398"/>
                </a:cubicBezTo>
                <a:close/>
                <a:moveTo>
                  <a:pt x="583141" y="85973"/>
                </a:moveTo>
                <a:lnTo>
                  <a:pt x="596176" y="83923"/>
                </a:lnTo>
                <a:cubicBezTo>
                  <a:pt x="596908" y="89147"/>
                  <a:pt x="598946" y="93150"/>
                  <a:pt x="602291" y="95933"/>
                </a:cubicBezTo>
                <a:cubicBezTo>
                  <a:pt x="605635" y="98716"/>
                  <a:pt x="610309" y="100107"/>
                  <a:pt x="616314" y="100107"/>
                </a:cubicBezTo>
                <a:cubicBezTo>
                  <a:pt x="622368" y="100107"/>
                  <a:pt x="626860" y="98874"/>
                  <a:pt x="629789" y="96409"/>
                </a:cubicBezTo>
                <a:cubicBezTo>
                  <a:pt x="632718" y="93943"/>
                  <a:pt x="634183" y="91051"/>
                  <a:pt x="634183" y="87731"/>
                </a:cubicBezTo>
                <a:cubicBezTo>
                  <a:pt x="634183" y="84753"/>
                  <a:pt x="632889" y="82410"/>
                  <a:pt x="630301" y="80701"/>
                </a:cubicBezTo>
                <a:cubicBezTo>
                  <a:pt x="628495" y="79529"/>
                  <a:pt x="624004" y="78040"/>
                  <a:pt x="616827" y="76234"/>
                </a:cubicBezTo>
                <a:cubicBezTo>
                  <a:pt x="607160" y="73793"/>
                  <a:pt x="600460" y="71681"/>
                  <a:pt x="596725" y="69899"/>
                </a:cubicBezTo>
                <a:cubicBezTo>
                  <a:pt x="592990" y="68117"/>
                  <a:pt x="590159" y="65652"/>
                  <a:pt x="588230" y="62503"/>
                </a:cubicBezTo>
                <a:cubicBezTo>
                  <a:pt x="586302" y="59354"/>
                  <a:pt x="585337" y="55875"/>
                  <a:pt x="585337" y="52067"/>
                </a:cubicBezTo>
                <a:cubicBezTo>
                  <a:pt x="585337" y="48601"/>
                  <a:pt x="586131" y="45391"/>
                  <a:pt x="587717" y="42438"/>
                </a:cubicBezTo>
                <a:cubicBezTo>
                  <a:pt x="589304" y="39484"/>
                  <a:pt x="591464" y="37031"/>
                  <a:pt x="594198" y="35078"/>
                </a:cubicBezTo>
                <a:cubicBezTo>
                  <a:pt x="596249" y="33564"/>
                  <a:pt x="599044" y="32283"/>
                  <a:pt x="602583" y="31233"/>
                </a:cubicBezTo>
                <a:cubicBezTo>
                  <a:pt x="606123" y="30183"/>
                  <a:pt x="609919" y="29659"/>
                  <a:pt x="613971" y="29659"/>
                </a:cubicBezTo>
                <a:cubicBezTo>
                  <a:pt x="620073" y="29659"/>
                  <a:pt x="625432" y="30537"/>
                  <a:pt x="630045" y="32295"/>
                </a:cubicBezTo>
                <a:cubicBezTo>
                  <a:pt x="634659" y="34053"/>
                  <a:pt x="638064" y="36433"/>
                  <a:pt x="640261" y="39435"/>
                </a:cubicBezTo>
                <a:cubicBezTo>
                  <a:pt x="642458" y="42438"/>
                  <a:pt x="643971" y="46453"/>
                  <a:pt x="644801" y="51482"/>
                </a:cubicBezTo>
                <a:lnTo>
                  <a:pt x="631913" y="53239"/>
                </a:lnTo>
                <a:cubicBezTo>
                  <a:pt x="631327" y="49236"/>
                  <a:pt x="629630" y="46111"/>
                  <a:pt x="626823" y="43866"/>
                </a:cubicBezTo>
                <a:cubicBezTo>
                  <a:pt x="624016" y="41620"/>
                  <a:pt x="620049" y="40497"/>
                  <a:pt x="614923" y="40497"/>
                </a:cubicBezTo>
                <a:cubicBezTo>
                  <a:pt x="608869" y="40497"/>
                  <a:pt x="604548" y="41498"/>
                  <a:pt x="601961" y="43499"/>
                </a:cubicBezTo>
                <a:cubicBezTo>
                  <a:pt x="599373" y="45501"/>
                  <a:pt x="598080" y="47844"/>
                  <a:pt x="598080" y="50530"/>
                </a:cubicBezTo>
                <a:cubicBezTo>
                  <a:pt x="598080" y="52238"/>
                  <a:pt x="598617" y="53776"/>
                  <a:pt x="599691" y="55143"/>
                </a:cubicBezTo>
                <a:cubicBezTo>
                  <a:pt x="600765" y="56559"/>
                  <a:pt x="602449" y="57731"/>
                  <a:pt x="604744" y="58658"/>
                </a:cubicBezTo>
                <a:cubicBezTo>
                  <a:pt x="606062" y="59146"/>
                  <a:pt x="609943" y="60269"/>
                  <a:pt x="616388" y="62027"/>
                </a:cubicBezTo>
                <a:cubicBezTo>
                  <a:pt x="625712" y="64517"/>
                  <a:pt x="632218" y="66555"/>
                  <a:pt x="635904" y="68142"/>
                </a:cubicBezTo>
                <a:cubicBezTo>
                  <a:pt x="639590" y="69728"/>
                  <a:pt x="642482" y="72035"/>
                  <a:pt x="644582" y="75062"/>
                </a:cubicBezTo>
                <a:cubicBezTo>
                  <a:pt x="646681" y="78089"/>
                  <a:pt x="647730" y="81848"/>
                  <a:pt x="647730" y="86340"/>
                </a:cubicBezTo>
                <a:cubicBezTo>
                  <a:pt x="647730" y="90734"/>
                  <a:pt x="646449" y="94871"/>
                  <a:pt x="643886" y="98752"/>
                </a:cubicBezTo>
                <a:cubicBezTo>
                  <a:pt x="641323" y="102634"/>
                  <a:pt x="637625" y="105636"/>
                  <a:pt x="632791" y="107760"/>
                </a:cubicBezTo>
                <a:cubicBezTo>
                  <a:pt x="627958" y="109883"/>
                  <a:pt x="622490" y="110945"/>
                  <a:pt x="616388" y="110945"/>
                </a:cubicBezTo>
                <a:cubicBezTo>
                  <a:pt x="606282" y="110945"/>
                  <a:pt x="598580" y="108846"/>
                  <a:pt x="593283" y="104647"/>
                </a:cubicBezTo>
                <a:cubicBezTo>
                  <a:pt x="587986" y="100449"/>
                  <a:pt x="584605" y="94224"/>
                  <a:pt x="583141" y="85973"/>
                </a:cubicBezTo>
                <a:close/>
                <a:moveTo>
                  <a:pt x="672043" y="140750"/>
                </a:moveTo>
                <a:lnTo>
                  <a:pt x="662596" y="140750"/>
                </a:lnTo>
                <a:cubicBezTo>
                  <a:pt x="677194" y="117316"/>
                  <a:pt x="684493" y="93858"/>
                  <a:pt x="684493" y="70375"/>
                </a:cubicBezTo>
                <a:cubicBezTo>
                  <a:pt x="684493" y="61197"/>
                  <a:pt x="683443" y="52092"/>
                  <a:pt x="681344" y="43060"/>
                </a:cubicBezTo>
                <a:cubicBezTo>
                  <a:pt x="679684" y="35737"/>
                  <a:pt x="677365" y="28707"/>
                  <a:pt x="674387" y="21969"/>
                </a:cubicBezTo>
                <a:cubicBezTo>
                  <a:pt x="672483" y="17575"/>
                  <a:pt x="668553" y="10252"/>
                  <a:pt x="662596" y="0"/>
                </a:cubicBezTo>
                <a:lnTo>
                  <a:pt x="672043" y="0"/>
                </a:lnTo>
                <a:cubicBezTo>
                  <a:pt x="681222" y="12254"/>
                  <a:pt x="688008" y="24557"/>
                  <a:pt x="692402" y="36909"/>
                </a:cubicBezTo>
                <a:cubicBezTo>
                  <a:pt x="696161" y="47551"/>
                  <a:pt x="698040" y="58683"/>
                  <a:pt x="698040" y="70302"/>
                </a:cubicBezTo>
                <a:cubicBezTo>
                  <a:pt x="698040" y="83484"/>
                  <a:pt x="695514" y="96226"/>
                  <a:pt x="690461" y="108529"/>
                </a:cubicBezTo>
                <a:cubicBezTo>
                  <a:pt x="685408" y="120832"/>
                  <a:pt x="679269" y="131572"/>
                  <a:pt x="672043" y="14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Enc_(EphID)">
            <a:extLst xmlns:a="http://schemas.openxmlformats.org/drawingml/2006/main">
              <a:ext uri="{FF2B5EF4-FFF2-40B4-BE49-F238E27FC236}">
                <a16:creationId xmlns:a16="http://schemas.microsoft.com/office/drawing/2014/main" id="{5433D7F8-DF64-407D-9E75-D1D96DEF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064" y="1050509"/>
            <a:ext cx="838821" cy="140750"/>
          </a:xfrm>
          <a:custGeom xmlns:a="http://schemas.openxmlformats.org/drawingml/2006/main">
            <a:pathLst>
              <a:path w="838821" h="140750">
                <a:moveTo>
                  <a:pt x="0" y="109188"/>
                </a:moveTo>
                <a:lnTo>
                  <a:pt x="0" y="1831"/>
                </a:lnTo>
                <a:lnTo>
                  <a:pt x="77625" y="1831"/>
                </a:lnTo>
                <a:lnTo>
                  <a:pt x="77625" y="14500"/>
                </a:lnTo>
                <a:lnTo>
                  <a:pt x="14207" y="14500"/>
                </a:lnTo>
                <a:lnTo>
                  <a:pt x="14207" y="47381"/>
                </a:lnTo>
                <a:lnTo>
                  <a:pt x="73597" y="47381"/>
                </a:lnTo>
                <a:lnTo>
                  <a:pt x="73597" y="59976"/>
                </a:lnTo>
                <a:lnTo>
                  <a:pt x="14207" y="59976"/>
                </a:lnTo>
                <a:lnTo>
                  <a:pt x="14207" y="96519"/>
                </a:lnTo>
                <a:lnTo>
                  <a:pt x="80115" y="96519"/>
                </a:lnTo>
                <a:lnTo>
                  <a:pt x="80115" y="109188"/>
                </a:lnTo>
                <a:lnTo>
                  <a:pt x="0" y="109188"/>
                </a:lnTo>
                <a:close/>
                <a:moveTo>
                  <a:pt x="98013" y="109188"/>
                </a:moveTo>
                <a:lnTo>
                  <a:pt x="98013" y="31416"/>
                </a:lnTo>
                <a:lnTo>
                  <a:pt x="109876" y="31416"/>
                </a:lnTo>
                <a:lnTo>
                  <a:pt x="109876" y="42474"/>
                </a:lnTo>
                <a:cubicBezTo>
                  <a:pt x="115588" y="33930"/>
                  <a:pt x="123839" y="29659"/>
                  <a:pt x="134629" y="29659"/>
                </a:cubicBezTo>
                <a:cubicBezTo>
                  <a:pt x="139315" y="29659"/>
                  <a:pt x="143624" y="30501"/>
                  <a:pt x="147554" y="32185"/>
                </a:cubicBezTo>
                <a:cubicBezTo>
                  <a:pt x="151484" y="33869"/>
                  <a:pt x="154425" y="36079"/>
                  <a:pt x="156378" y="38813"/>
                </a:cubicBezTo>
                <a:cubicBezTo>
                  <a:pt x="158331" y="41547"/>
                  <a:pt x="159698" y="44793"/>
                  <a:pt x="160479" y="48552"/>
                </a:cubicBezTo>
                <a:cubicBezTo>
                  <a:pt x="160967" y="50993"/>
                  <a:pt x="161211" y="55265"/>
                  <a:pt x="161211" y="61368"/>
                </a:cubicBezTo>
                <a:lnTo>
                  <a:pt x="161211" y="109188"/>
                </a:lnTo>
                <a:lnTo>
                  <a:pt x="148030" y="109188"/>
                </a:lnTo>
                <a:lnTo>
                  <a:pt x="148030" y="61880"/>
                </a:lnTo>
                <a:cubicBezTo>
                  <a:pt x="148030" y="56510"/>
                  <a:pt x="147517" y="52495"/>
                  <a:pt x="146492" y="49834"/>
                </a:cubicBezTo>
                <a:cubicBezTo>
                  <a:pt x="145467" y="47173"/>
                  <a:pt x="143648" y="45049"/>
                  <a:pt x="141036" y="43463"/>
                </a:cubicBezTo>
                <a:cubicBezTo>
                  <a:pt x="138424" y="41876"/>
                  <a:pt x="135361" y="41083"/>
                  <a:pt x="131846" y="41083"/>
                </a:cubicBezTo>
                <a:cubicBezTo>
                  <a:pt x="126231" y="41083"/>
                  <a:pt x="121386" y="42865"/>
                  <a:pt x="117309" y="46429"/>
                </a:cubicBezTo>
                <a:cubicBezTo>
                  <a:pt x="113233" y="49993"/>
                  <a:pt x="111195" y="56754"/>
                  <a:pt x="111195" y="66714"/>
                </a:cubicBezTo>
                <a:lnTo>
                  <a:pt x="111195" y="109188"/>
                </a:lnTo>
                <a:lnTo>
                  <a:pt x="98013" y="109188"/>
                </a:lnTo>
                <a:close/>
                <a:moveTo>
                  <a:pt x="231565" y="80701"/>
                </a:moveTo>
                <a:lnTo>
                  <a:pt x="244527" y="82385"/>
                </a:lnTo>
                <a:cubicBezTo>
                  <a:pt x="243111" y="91319"/>
                  <a:pt x="239486" y="98313"/>
                  <a:pt x="233652" y="103366"/>
                </a:cubicBezTo>
                <a:cubicBezTo>
                  <a:pt x="227818" y="108419"/>
                  <a:pt x="220653" y="110945"/>
                  <a:pt x="212158" y="110945"/>
                </a:cubicBezTo>
                <a:cubicBezTo>
                  <a:pt x="201515" y="110945"/>
                  <a:pt x="192959" y="107467"/>
                  <a:pt x="186491" y="100510"/>
                </a:cubicBezTo>
                <a:cubicBezTo>
                  <a:pt x="180022" y="93553"/>
                  <a:pt x="176788" y="83581"/>
                  <a:pt x="176788" y="70595"/>
                </a:cubicBezTo>
                <a:cubicBezTo>
                  <a:pt x="176788" y="62198"/>
                  <a:pt x="178179" y="54850"/>
                  <a:pt x="180962" y="48552"/>
                </a:cubicBezTo>
                <a:cubicBezTo>
                  <a:pt x="183745" y="42254"/>
                  <a:pt x="187980" y="37531"/>
                  <a:pt x="193667" y="34382"/>
                </a:cubicBezTo>
                <a:cubicBezTo>
                  <a:pt x="199355" y="31233"/>
                  <a:pt x="205543" y="29659"/>
                  <a:pt x="212232" y="29659"/>
                </a:cubicBezTo>
                <a:cubicBezTo>
                  <a:pt x="220678" y="29659"/>
                  <a:pt x="227586" y="31795"/>
                  <a:pt x="232956" y="36066"/>
                </a:cubicBezTo>
                <a:cubicBezTo>
                  <a:pt x="238326" y="40338"/>
                  <a:pt x="241768" y="46404"/>
                  <a:pt x="243282" y="54264"/>
                </a:cubicBezTo>
                <a:lnTo>
                  <a:pt x="230466" y="56242"/>
                </a:lnTo>
                <a:cubicBezTo>
                  <a:pt x="229246" y="51018"/>
                  <a:pt x="227085" y="47088"/>
                  <a:pt x="223985" y="44451"/>
                </a:cubicBezTo>
                <a:cubicBezTo>
                  <a:pt x="220885" y="41815"/>
                  <a:pt x="217138" y="40497"/>
                  <a:pt x="212744" y="40497"/>
                </a:cubicBezTo>
                <a:cubicBezTo>
                  <a:pt x="206105" y="40497"/>
                  <a:pt x="200710" y="42877"/>
                  <a:pt x="196560" y="47637"/>
                </a:cubicBezTo>
                <a:cubicBezTo>
                  <a:pt x="192410" y="52397"/>
                  <a:pt x="190335" y="59928"/>
                  <a:pt x="190335" y="70229"/>
                </a:cubicBezTo>
                <a:cubicBezTo>
                  <a:pt x="190335" y="80676"/>
                  <a:pt x="192337" y="88268"/>
                  <a:pt x="196340" y="93004"/>
                </a:cubicBezTo>
                <a:cubicBezTo>
                  <a:pt x="200344" y="97739"/>
                  <a:pt x="205567" y="100107"/>
                  <a:pt x="212012" y="100107"/>
                </a:cubicBezTo>
                <a:cubicBezTo>
                  <a:pt x="217187" y="100107"/>
                  <a:pt x="221507" y="98520"/>
                  <a:pt x="224974" y="95347"/>
                </a:cubicBezTo>
                <a:cubicBezTo>
                  <a:pt x="228440" y="92174"/>
                  <a:pt x="230637" y="87292"/>
                  <a:pt x="231565" y="80701"/>
                </a:cubicBezTo>
                <a:close/>
                <a:moveTo>
                  <a:pt x="243648" y="138993"/>
                </a:moveTo>
                <a:lnTo>
                  <a:pt x="243648" y="129473"/>
                </a:lnTo>
                <a:lnTo>
                  <a:pt x="331013" y="129473"/>
                </a:lnTo>
                <a:lnTo>
                  <a:pt x="331013" y="138993"/>
                </a:lnTo>
                <a:lnTo>
                  <a:pt x="243648" y="138993"/>
                </a:lnTo>
                <a:close/>
                <a:moveTo>
                  <a:pt x="363798" y="140750"/>
                </a:moveTo>
                <a:cubicBezTo>
                  <a:pt x="356524" y="131572"/>
                  <a:pt x="350373" y="120832"/>
                  <a:pt x="345344" y="108529"/>
                </a:cubicBezTo>
                <a:cubicBezTo>
                  <a:pt x="340315" y="96226"/>
                  <a:pt x="337801" y="83484"/>
                  <a:pt x="337801" y="70302"/>
                </a:cubicBezTo>
                <a:cubicBezTo>
                  <a:pt x="337801" y="58683"/>
                  <a:pt x="339681" y="47551"/>
                  <a:pt x="343440" y="36909"/>
                </a:cubicBezTo>
                <a:cubicBezTo>
                  <a:pt x="347834" y="24557"/>
                  <a:pt x="354620" y="12254"/>
                  <a:pt x="363798" y="0"/>
                </a:cubicBezTo>
                <a:lnTo>
                  <a:pt x="373245" y="0"/>
                </a:lnTo>
                <a:cubicBezTo>
                  <a:pt x="367338" y="10155"/>
                  <a:pt x="363432" y="17405"/>
                  <a:pt x="361528" y="21750"/>
                </a:cubicBezTo>
                <a:cubicBezTo>
                  <a:pt x="358550" y="28487"/>
                  <a:pt x="356207" y="35517"/>
                  <a:pt x="354498" y="42840"/>
                </a:cubicBezTo>
                <a:cubicBezTo>
                  <a:pt x="352399" y="51970"/>
                  <a:pt x="351349" y="61148"/>
                  <a:pt x="351349" y="70375"/>
                </a:cubicBezTo>
                <a:cubicBezTo>
                  <a:pt x="351349" y="93858"/>
                  <a:pt x="358648" y="117316"/>
                  <a:pt x="373245" y="140750"/>
                </a:cubicBezTo>
                <a:lnTo>
                  <a:pt x="363798" y="140750"/>
                </a:lnTo>
                <a:close/>
                <a:moveTo>
                  <a:pt x="390572" y="109188"/>
                </a:moveTo>
                <a:lnTo>
                  <a:pt x="390572" y="1831"/>
                </a:lnTo>
                <a:lnTo>
                  <a:pt x="468197" y="1831"/>
                </a:lnTo>
                <a:lnTo>
                  <a:pt x="468197" y="14500"/>
                </a:lnTo>
                <a:lnTo>
                  <a:pt x="404779" y="14500"/>
                </a:lnTo>
                <a:lnTo>
                  <a:pt x="404779" y="47381"/>
                </a:lnTo>
                <a:lnTo>
                  <a:pt x="464169" y="47381"/>
                </a:lnTo>
                <a:lnTo>
                  <a:pt x="464169" y="59976"/>
                </a:lnTo>
                <a:lnTo>
                  <a:pt x="404779" y="59976"/>
                </a:lnTo>
                <a:lnTo>
                  <a:pt x="404779" y="96519"/>
                </a:lnTo>
                <a:lnTo>
                  <a:pt x="470687" y="96519"/>
                </a:lnTo>
                <a:lnTo>
                  <a:pt x="470687" y="109188"/>
                </a:lnTo>
                <a:lnTo>
                  <a:pt x="390572" y="109188"/>
                </a:lnTo>
                <a:close/>
                <a:moveTo>
                  <a:pt x="488585" y="138993"/>
                </a:moveTo>
                <a:lnTo>
                  <a:pt x="488585" y="31416"/>
                </a:lnTo>
                <a:lnTo>
                  <a:pt x="500595" y="31416"/>
                </a:lnTo>
                <a:lnTo>
                  <a:pt x="500595" y="41522"/>
                </a:lnTo>
                <a:cubicBezTo>
                  <a:pt x="503426" y="37568"/>
                  <a:pt x="506624" y="34602"/>
                  <a:pt x="510188" y="32625"/>
                </a:cubicBezTo>
                <a:cubicBezTo>
                  <a:pt x="513752" y="30647"/>
                  <a:pt x="518072" y="29659"/>
                  <a:pt x="523150" y="29659"/>
                </a:cubicBezTo>
                <a:cubicBezTo>
                  <a:pt x="529789" y="29659"/>
                  <a:pt x="535648" y="31367"/>
                  <a:pt x="540725" y="34785"/>
                </a:cubicBezTo>
                <a:cubicBezTo>
                  <a:pt x="545803" y="38202"/>
                  <a:pt x="549635" y="43023"/>
                  <a:pt x="552223" y="49248"/>
                </a:cubicBezTo>
                <a:cubicBezTo>
                  <a:pt x="554810" y="55473"/>
                  <a:pt x="556104" y="62295"/>
                  <a:pt x="556104" y="69716"/>
                </a:cubicBezTo>
                <a:cubicBezTo>
                  <a:pt x="556104" y="77674"/>
                  <a:pt x="554676" y="84838"/>
                  <a:pt x="551820" y="91210"/>
                </a:cubicBezTo>
                <a:cubicBezTo>
                  <a:pt x="548964" y="97581"/>
                  <a:pt x="544814" y="102463"/>
                  <a:pt x="539371" y="105856"/>
                </a:cubicBezTo>
                <a:cubicBezTo>
                  <a:pt x="533927" y="109249"/>
                  <a:pt x="528203" y="110945"/>
                  <a:pt x="522198" y="110945"/>
                </a:cubicBezTo>
                <a:cubicBezTo>
                  <a:pt x="517804" y="110945"/>
                  <a:pt x="513862" y="110018"/>
                  <a:pt x="510371" y="108163"/>
                </a:cubicBezTo>
                <a:cubicBezTo>
                  <a:pt x="506880" y="106307"/>
                  <a:pt x="504012" y="103964"/>
                  <a:pt x="501766" y="101132"/>
                </a:cubicBezTo>
                <a:lnTo>
                  <a:pt x="501766" y="138993"/>
                </a:lnTo>
                <a:lnTo>
                  <a:pt x="488585" y="138993"/>
                </a:lnTo>
                <a:moveTo>
                  <a:pt x="500521" y="70741"/>
                </a:moveTo>
                <a:cubicBezTo>
                  <a:pt x="500521" y="80750"/>
                  <a:pt x="502547" y="88146"/>
                  <a:pt x="506600" y="92930"/>
                </a:cubicBezTo>
                <a:cubicBezTo>
                  <a:pt x="510652" y="97715"/>
                  <a:pt x="515558" y="100107"/>
                  <a:pt x="521319" y="100107"/>
                </a:cubicBezTo>
                <a:cubicBezTo>
                  <a:pt x="527178" y="100107"/>
                  <a:pt x="532194" y="97629"/>
                  <a:pt x="536368" y="92674"/>
                </a:cubicBezTo>
                <a:cubicBezTo>
                  <a:pt x="540542" y="87719"/>
                  <a:pt x="542629" y="80042"/>
                  <a:pt x="542629" y="69643"/>
                </a:cubicBezTo>
                <a:cubicBezTo>
                  <a:pt x="542629" y="59732"/>
                  <a:pt x="540591" y="52312"/>
                  <a:pt x="536514" y="47381"/>
                </a:cubicBezTo>
                <a:cubicBezTo>
                  <a:pt x="532438" y="42450"/>
                  <a:pt x="527568" y="39984"/>
                  <a:pt x="521905" y="39984"/>
                </a:cubicBezTo>
                <a:cubicBezTo>
                  <a:pt x="516290" y="39984"/>
                  <a:pt x="511323" y="42608"/>
                  <a:pt x="507002" y="47857"/>
                </a:cubicBezTo>
                <a:cubicBezTo>
                  <a:pt x="502682" y="53105"/>
                  <a:pt x="500521" y="60733"/>
                  <a:pt x="500521" y="70741"/>
                </a:cubicBezTo>
                <a:close/>
                <a:moveTo>
                  <a:pt x="571387" y="109188"/>
                </a:moveTo>
                <a:lnTo>
                  <a:pt x="571387" y="1831"/>
                </a:lnTo>
                <a:lnTo>
                  <a:pt x="584569" y="1831"/>
                </a:lnTo>
                <a:lnTo>
                  <a:pt x="584569" y="40350"/>
                </a:lnTo>
                <a:cubicBezTo>
                  <a:pt x="590720" y="33223"/>
                  <a:pt x="598483" y="29659"/>
                  <a:pt x="607856" y="29659"/>
                </a:cubicBezTo>
                <a:cubicBezTo>
                  <a:pt x="613617" y="29659"/>
                  <a:pt x="618621" y="30794"/>
                  <a:pt x="622869" y="33064"/>
                </a:cubicBezTo>
                <a:cubicBezTo>
                  <a:pt x="627116" y="35334"/>
                  <a:pt x="630155" y="38471"/>
                  <a:pt x="631986" y="42474"/>
                </a:cubicBezTo>
                <a:cubicBezTo>
                  <a:pt x="633817" y="46477"/>
                  <a:pt x="634732" y="52287"/>
                  <a:pt x="634732" y="59903"/>
                </a:cubicBezTo>
                <a:lnTo>
                  <a:pt x="634732" y="109188"/>
                </a:lnTo>
                <a:lnTo>
                  <a:pt x="621551" y="109188"/>
                </a:lnTo>
                <a:lnTo>
                  <a:pt x="621551" y="59903"/>
                </a:lnTo>
                <a:cubicBezTo>
                  <a:pt x="621551" y="53312"/>
                  <a:pt x="620123" y="48516"/>
                  <a:pt x="617267" y="45513"/>
                </a:cubicBezTo>
                <a:cubicBezTo>
                  <a:pt x="614411" y="42511"/>
                  <a:pt x="610371" y="41010"/>
                  <a:pt x="605147" y="41010"/>
                </a:cubicBezTo>
                <a:cubicBezTo>
                  <a:pt x="601241" y="41010"/>
                  <a:pt x="597567" y="42023"/>
                  <a:pt x="594126" y="44049"/>
                </a:cubicBezTo>
                <a:cubicBezTo>
                  <a:pt x="590684" y="46075"/>
                  <a:pt x="588230" y="48821"/>
                  <a:pt x="586766" y="52287"/>
                </a:cubicBezTo>
                <a:cubicBezTo>
                  <a:pt x="585301" y="55753"/>
                  <a:pt x="584569" y="60538"/>
                  <a:pt x="584569" y="66640"/>
                </a:cubicBezTo>
                <a:lnTo>
                  <a:pt x="584569" y="109188"/>
                </a:lnTo>
                <a:lnTo>
                  <a:pt x="571387" y="109188"/>
                </a:lnTo>
                <a:close/>
                <a:moveTo>
                  <a:pt x="658291" y="109188"/>
                </a:moveTo>
                <a:lnTo>
                  <a:pt x="658291" y="1831"/>
                </a:lnTo>
                <a:lnTo>
                  <a:pt x="672498" y="1831"/>
                </a:lnTo>
                <a:lnTo>
                  <a:pt x="672498" y="109188"/>
                </a:lnTo>
                <a:lnTo>
                  <a:pt x="658291" y="109188"/>
                </a:lnTo>
                <a:close/>
                <a:moveTo>
                  <a:pt x="698063" y="109188"/>
                </a:moveTo>
                <a:lnTo>
                  <a:pt x="698063" y="1831"/>
                </a:lnTo>
                <a:lnTo>
                  <a:pt x="735045" y="1831"/>
                </a:lnTo>
                <a:cubicBezTo>
                  <a:pt x="743393" y="1831"/>
                  <a:pt x="749764" y="2343"/>
                  <a:pt x="754158" y="3369"/>
                </a:cubicBezTo>
                <a:cubicBezTo>
                  <a:pt x="760309" y="4784"/>
                  <a:pt x="765558" y="7348"/>
                  <a:pt x="769903" y="11058"/>
                </a:cubicBezTo>
                <a:cubicBezTo>
                  <a:pt x="775566" y="15842"/>
                  <a:pt x="779801" y="21957"/>
                  <a:pt x="782608" y="29402"/>
                </a:cubicBezTo>
                <a:cubicBezTo>
                  <a:pt x="785416" y="36848"/>
                  <a:pt x="786819" y="45355"/>
                  <a:pt x="786819" y="54923"/>
                </a:cubicBezTo>
                <a:cubicBezTo>
                  <a:pt x="786819" y="63077"/>
                  <a:pt x="785867" y="70302"/>
                  <a:pt x="783963" y="76600"/>
                </a:cubicBezTo>
                <a:cubicBezTo>
                  <a:pt x="782059" y="82898"/>
                  <a:pt x="779618" y="88109"/>
                  <a:pt x="776640" y="92235"/>
                </a:cubicBezTo>
                <a:cubicBezTo>
                  <a:pt x="773662" y="96360"/>
                  <a:pt x="770403" y="99607"/>
                  <a:pt x="766864" y="101975"/>
                </a:cubicBezTo>
                <a:cubicBezTo>
                  <a:pt x="763324" y="104342"/>
                  <a:pt x="759052" y="106136"/>
                  <a:pt x="754048" y="107357"/>
                </a:cubicBezTo>
                <a:cubicBezTo>
                  <a:pt x="749044" y="108578"/>
                  <a:pt x="743295" y="109188"/>
                  <a:pt x="736802" y="109188"/>
                </a:cubicBezTo>
                <a:lnTo>
                  <a:pt x="698063" y="109188"/>
                </a:lnTo>
                <a:moveTo>
                  <a:pt x="712270" y="96519"/>
                </a:moveTo>
                <a:lnTo>
                  <a:pt x="735191" y="96519"/>
                </a:lnTo>
                <a:cubicBezTo>
                  <a:pt x="742270" y="96519"/>
                  <a:pt x="747824" y="95860"/>
                  <a:pt x="751851" y="94542"/>
                </a:cubicBezTo>
                <a:cubicBezTo>
                  <a:pt x="755879" y="93223"/>
                  <a:pt x="759089" y="91368"/>
                  <a:pt x="761481" y="88976"/>
                </a:cubicBezTo>
                <a:cubicBezTo>
                  <a:pt x="764850" y="85607"/>
                  <a:pt x="767474" y="81079"/>
                  <a:pt x="769354" y="75392"/>
                </a:cubicBezTo>
                <a:cubicBezTo>
                  <a:pt x="771233" y="69704"/>
                  <a:pt x="772173" y="62808"/>
                  <a:pt x="772173" y="54704"/>
                </a:cubicBezTo>
                <a:cubicBezTo>
                  <a:pt x="772173" y="43475"/>
                  <a:pt x="770330" y="34846"/>
                  <a:pt x="766644" y="28816"/>
                </a:cubicBezTo>
                <a:cubicBezTo>
                  <a:pt x="762958" y="22787"/>
                  <a:pt x="758479" y="18747"/>
                  <a:pt x="753206" y="16697"/>
                </a:cubicBezTo>
                <a:cubicBezTo>
                  <a:pt x="749398" y="15232"/>
                  <a:pt x="743271" y="14500"/>
                  <a:pt x="734825" y="14500"/>
                </a:cubicBezTo>
                <a:lnTo>
                  <a:pt x="712270" y="14500"/>
                </a:lnTo>
                <a:lnTo>
                  <a:pt x="712270" y="96519"/>
                </a:lnTo>
                <a:close/>
                <a:moveTo>
                  <a:pt x="812824" y="140750"/>
                </a:moveTo>
                <a:lnTo>
                  <a:pt x="803377" y="140750"/>
                </a:lnTo>
                <a:cubicBezTo>
                  <a:pt x="817974" y="117316"/>
                  <a:pt x="825273" y="93858"/>
                  <a:pt x="825273" y="70375"/>
                </a:cubicBezTo>
                <a:cubicBezTo>
                  <a:pt x="825273" y="61197"/>
                  <a:pt x="824223" y="52092"/>
                  <a:pt x="822124" y="43060"/>
                </a:cubicBezTo>
                <a:cubicBezTo>
                  <a:pt x="820464" y="35737"/>
                  <a:pt x="818145" y="28707"/>
                  <a:pt x="815167" y="21969"/>
                </a:cubicBezTo>
                <a:cubicBezTo>
                  <a:pt x="813263" y="17575"/>
                  <a:pt x="809333" y="10252"/>
                  <a:pt x="803377" y="0"/>
                </a:cubicBezTo>
                <a:lnTo>
                  <a:pt x="812824" y="0"/>
                </a:lnTo>
                <a:cubicBezTo>
                  <a:pt x="822002" y="12254"/>
                  <a:pt x="828788" y="24557"/>
                  <a:pt x="833182" y="36909"/>
                </a:cubicBezTo>
                <a:cubicBezTo>
                  <a:pt x="836941" y="47551"/>
                  <a:pt x="838821" y="58683"/>
                  <a:pt x="838821" y="70302"/>
                </a:cubicBezTo>
                <a:cubicBezTo>
                  <a:pt x="838821" y="83484"/>
                  <a:pt x="836294" y="96226"/>
                  <a:pt x="831241" y="108529"/>
                </a:cubicBezTo>
                <a:cubicBezTo>
                  <a:pt x="826188" y="120832"/>
                  <a:pt x="820049" y="131572"/>
                  <a:pt x="812824" y="14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Usage">
            <a:extLst xmlns:a="http://schemas.openxmlformats.org/drawingml/2006/main">
              <a:ext uri="{FF2B5EF4-FFF2-40B4-BE49-F238E27FC236}">
                <a16:creationId xmlns:a16="http://schemas.microsoft.com/office/drawing/2014/main" id="{82815B0B-3C3F-4BA8-AFD6-AE50C2E3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610" y="1052340"/>
            <a:ext cx="413778" cy="138920"/>
          </a:xfrm>
          <a:custGeom xmlns:a="http://schemas.openxmlformats.org/drawingml/2006/main">
            <a:pathLst>
              <a:path w="413778" h="138920">
                <a:moveTo>
                  <a:pt x="70229" y="0"/>
                </a:moveTo>
                <a:lnTo>
                  <a:pt x="84436" y="0"/>
                </a:lnTo>
                <a:lnTo>
                  <a:pt x="84436" y="62027"/>
                </a:lnTo>
                <a:cubicBezTo>
                  <a:pt x="84436" y="72816"/>
                  <a:pt x="83215" y="81384"/>
                  <a:pt x="80774" y="87731"/>
                </a:cubicBezTo>
                <a:cubicBezTo>
                  <a:pt x="78333" y="94078"/>
                  <a:pt x="73927" y="99241"/>
                  <a:pt x="67556" y="103219"/>
                </a:cubicBezTo>
                <a:cubicBezTo>
                  <a:pt x="61185" y="107198"/>
                  <a:pt x="52824" y="109188"/>
                  <a:pt x="42474" y="109188"/>
                </a:cubicBezTo>
                <a:cubicBezTo>
                  <a:pt x="32417" y="109188"/>
                  <a:pt x="24191" y="107455"/>
                  <a:pt x="17795" y="103988"/>
                </a:cubicBezTo>
                <a:cubicBezTo>
                  <a:pt x="11400" y="100522"/>
                  <a:pt x="6835" y="95506"/>
                  <a:pt x="4101" y="88939"/>
                </a:cubicBezTo>
                <a:cubicBezTo>
                  <a:pt x="1367" y="82373"/>
                  <a:pt x="0" y="73402"/>
                  <a:pt x="0" y="62027"/>
                </a:cubicBezTo>
                <a:lnTo>
                  <a:pt x="0" y="0"/>
                </a:lnTo>
                <a:lnTo>
                  <a:pt x="14207" y="0"/>
                </a:lnTo>
                <a:lnTo>
                  <a:pt x="14207" y="61954"/>
                </a:lnTo>
                <a:cubicBezTo>
                  <a:pt x="14207" y="71278"/>
                  <a:pt x="15073" y="78150"/>
                  <a:pt x="16807" y="82568"/>
                </a:cubicBezTo>
                <a:cubicBezTo>
                  <a:pt x="18540" y="86987"/>
                  <a:pt x="21518" y="90392"/>
                  <a:pt x="25741" y="92784"/>
                </a:cubicBezTo>
                <a:cubicBezTo>
                  <a:pt x="29964" y="95176"/>
                  <a:pt x="35127" y="96372"/>
                  <a:pt x="41229" y="96372"/>
                </a:cubicBezTo>
                <a:cubicBezTo>
                  <a:pt x="51677" y="96372"/>
                  <a:pt x="59122" y="94005"/>
                  <a:pt x="63565" y="89269"/>
                </a:cubicBezTo>
                <a:cubicBezTo>
                  <a:pt x="68007" y="84533"/>
                  <a:pt x="70229" y="75428"/>
                  <a:pt x="70229" y="61954"/>
                </a:cubicBezTo>
                <a:lnTo>
                  <a:pt x="70229" y="0"/>
                </a:lnTo>
                <a:close/>
                <a:moveTo>
                  <a:pt x="100612" y="84143"/>
                </a:moveTo>
                <a:lnTo>
                  <a:pt x="113647" y="82092"/>
                </a:lnTo>
                <a:cubicBezTo>
                  <a:pt x="114380" y="87316"/>
                  <a:pt x="116418" y="91319"/>
                  <a:pt x="119762" y="94102"/>
                </a:cubicBezTo>
                <a:cubicBezTo>
                  <a:pt x="123106" y="96885"/>
                  <a:pt x="127781" y="98276"/>
                  <a:pt x="133786" y="98276"/>
                </a:cubicBezTo>
                <a:cubicBezTo>
                  <a:pt x="139840" y="98276"/>
                  <a:pt x="144331" y="97044"/>
                  <a:pt x="147261" y="94578"/>
                </a:cubicBezTo>
                <a:cubicBezTo>
                  <a:pt x="150190" y="92113"/>
                  <a:pt x="151654" y="89220"/>
                  <a:pt x="151654" y="85900"/>
                </a:cubicBezTo>
                <a:cubicBezTo>
                  <a:pt x="151654" y="82922"/>
                  <a:pt x="150361" y="80579"/>
                  <a:pt x="147773" y="78870"/>
                </a:cubicBezTo>
                <a:cubicBezTo>
                  <a:pt x="145967" y="77698"/>
                  <a:pt x="141475" y="76209"/>
                  <a:pt x="134299" y="74403"/>
                </a:cubicBezTo>
                <a:cubicBezTo>
                  <a:pt x="124632" y="71962"/>
                  <a:pt x="117931" y="69850"/>
                  <a:pt x="114197" y="68068"/>
                </a:cubicBezTo>
                <a:cubicBezTo>
                  <a:pt x="110462" y="66286"/>
                  <a:pt x="107630" y="63821"/>
                  <a:pt x="105702" y="60672"/>
                </a:cubicBezTo>
                <a:cubicBezTo>
                  <a:pt x="103773" y="57523"/>
                  <a:pt x="102809" y="54045"/>
                  <a:pt x="102809" y="50237"/>
                </a:cubicBezTo>
                <a:cubicBezTo>
                  <a:pt x="102809" y="46770"/>
                  <a:pt x="103603" y="43560"/>
                  <a:pt x="105189" y="40607"/>
                </a:cubicBezTo>
                <a:cubicBezTo>
                  <a:pt x="106776" y="37653"/>
                  <a:pt x="108936" y="35200"/>
                  <a:pt x="111670" y="33247"/>
                </a:cubicBezTo>
                <a:cubicBezTo>
                  <a:pt x="113721" y="31734"/>
                  <a:pt x="116516" y="30452"/>
                  <a:pt x="120055" y="29402"/>
                </a:cubicBezTo>
                <a:cubicBezTo>
                  <a:pt x="123595" y="28353"/>
                  <a:pt x="127390" y="27828"/>
                  <a:pt x="131443" y="27828"/>
                </a:cubicBezTo>
                <a:cubicBezTo>
                  <a:pt x="137545" y="27828"/>
                  <a:pt x="142903" y="28707"/>
                  <a:pt x="147517" y="30464"/>
                </a:cubicBezTo>
                <a:cubicBezTo>
                  <a:pt x="152130" y="32222"/>
                  <a:pt x="155536" y="34602"/>
                  <a:pt x="157733" y="37604"/>
                </a:cubicBezTo>
                <a:cubicBezTo>
                  <a:pt x="159930" y="40607"/>
                  <a:pt x="161443" y="44622"/>
                  <a:pt x="162273" y="49651"/>
                </a:cubicBezTo>
                <a:lnTo>
                  <a:pt x="149384" y="51408"/>
                </a:lnTo>
                <a:cubicBezTo>
                  <a:pt x="148798" y="47405"/>
                  <a:pt x="147102" y="44280"/>
                  <a:pt x="144295" y="42035"/>
                </a:cubicBezTo>
                <a:cubicBezTo>
                  <a:pt x="141487" y="39789"/>
                  <a:pt x="137521" y="38666"/>
                  <a:pt x="132395" y="38666"/>
                </a:cubicBezTo>
                <a:cubicBezTo>
                  <a:pt x="126341" y="38666"/>
                  <a:pt x="122020" y="39667"/>
                  <a:pt x="119433" y="41669"/>
                </a:cubicBezTo>
                <a:cubicBezTo>
                  <a:pt x="116845" y="43670"/>
                  <a:pt x="115551" y="46014"/>
                  <a:pt x="115551" y="48699"/>
                </a:cubicBezTo>
                <a:cubicBezTo>
                  <a:pt x="115551" y="50408"/>
                  <a:pt x="116088" y="51945"/>
                  <a:pt x="117163" y="53312"/>
                </a:cubicBezTo>
                <a:cubicBezTo>
                  <a:pt x="118237" y="54728"/>
                  <a:pt x="119921" y="55900"/>
                  <a:pt x="122215" y="56827"/>
                </a:cubicBezTo>
                <a:cubicBezTo>
                  <a:pt x="123534" y="57316"/>
                  <a:pt x="127415" y="58439"/>
                  <a:pt x="133859" y="60196"/>
                </a:cubicBezTo>
                <a:cubicBezTo>
                  <a:pt x="143184" y="62686"/>
                  <a:pt x="149689" y="64724"/>
                  <a:pt x="153375" y="66311"/>
                </a:cubicBezTo>
                <a:cubicBezTo>
                  <a:pt x="157061" y="67898"/>
                  <a:pt x="159954" y="70204"/>
                  <a:pt x="162053" y="73231"/>
                </a:cubicBezTo>
                <a:cubicBezTo>
                  <a:pt x="164153" y="76258"/>
                  <a:pt x="165202" y="80017"/>
                  <a:pt x="165202" y="84509"/>
                </a:cubicBezTo>
                <a:cubicBezTo>
                  <a:pt x="165202" y="88903"/>
                  <a:pt x="163921" y="93040"/>
                  <a:pt x="161358" y="96922"/>
                </a:cubicBezTo>
                <a:cubicBezTo>
                  <a:pt x="158794" y="100803"/>
                  <a:pt x="155096" y="103805"/>
                  <a:pt x="150263" y="105929"/>
                </a:cubicBezTo>
                <a:cubicBezTo>
                  <a:pt x="145430" y="108053"/>
                  <a:pt x="139962" y="109115"/>
                  <a:pt x="133859" y="109115"/>
                </a:cubicBezTo>
                <a:cubicBezTo>
                  <a:pt x="123753" y="109115"/>
                  <a:pt x="116052" y="107015"/>
                  <a:pt x="110755" y="102817"/>
                </a:cubicBezTo>
                <a:cubicBezTo>
                  <a:pt x="105458" y="98618"/>
                  <a:pt x="102077" y="92393"/>
                  <a:pt x="100612" y="84143"/>
                </a:cubicBezTo>
                <a:close/>
                <a:moveTo>
                  <a:pt x="231623" y="97764"/>
                </a:moveTo>
                <a:cubicBezTo>
                  <a:pt x="226741" y="101913"/>
                  <a:pt x="222042" y="104843"/>
                  <a:pt x="217526" y="106551"/>
                </a:cubicBezTo>
                <a:cubicBezTo>
                  <a:pt x="213010" y="108260"/>
                  <a:pt x="208165" y="109115"/>
                  <a:pt x="202990" y="109115"/>
                </a:cubicBezTo>
                <a:cubicBezTo>
                  <a:pt x="194446" y="109115"/>
                  <a:pt x="187880" y="107027"/>
                  <a:pt x="183291" y="102853"/>
                </a:cubicBezTo>
                <a:cubicBezTo>
                  <a:pt x="178701" y="98679"/>
                  <a:pt x="176407" y="93345"/>
                  <a:pt x="176407" y="86852"/>
                </a:cubicBezTo>
                <a:cubicBezTo>
                  <a:pt x="176407" y="83044"/>
                  <a:pt x="177273" y="79566"/>
                  <a:pt x="179007" y="76417"/>
                </a:cubicBezTo>
                <a:cubicBezTo>
                  <a:pt x="180740" y="73268"/>
                  <a:pt x="183010" y="70741"/>
                  <a:pt x="185817" y="68837"/>
                </a:cubicBezTo>
                <a:cubicBezTo>
                  <a:pt x="188624" y="66933"/>
                  <a:pt x="191785" y="65493"/>
                  <a:pt x="195301" y="64517"/>
                </a:cubicBezTo>
                <a:cubicBezTo>
                  <a:pt x="197888" y="63833"/>
                  <a:pt x="201794" y="63174"/>
                  <a:pt x="207018" y="62539"/>
                </a:cubicBezTo>
                <a:cubicBezTo>
                  <a:pt x="217660" y="61270"/>
                  <a:pt x="225496" y="59757"/>
                  <a:pt x="230525" y="57999"/>
                </a:cubicBezTo>
                <a:cubicBezTo>
                  <a:pt x="230574" y="56193"/>
                  <a:pt x="230598" y="55045"/>
                  <a:pt x="230598" y="54557"/>
                </a:cubicBezTo>
                <a:cubicBezTo>
                  <a:pt x="230598" y="49187"/>
                  <a:pt x="229353" y="45403"/>
                  <a:pt x="226863" y="43206"/>
                </a:cubicBezTo>
                <a:cubicBezTo>
                  <a:pt x="223495" y="40228"/>
                  <a:pt x="218490" y="38739"/>
                  <a:pt x="211851" y="38739"/>
                </a:cubicBezTo>
                <a:cubicBezTo>
                  <a:pt x="205651" y="38739"/>
                  <a:pt x="201074" y="39826"/>
                  <a:pt x="198120" y="41998"/>
                </a:cubicBezTo>
                <a:cubicBezTo>
                  <a:pt x="195166" y="44171"/>
                  <a:pt x="192982" y="48015"/>
                  <a:pt x="191566" y="53532"/>
                </a:cubicBezTo>
                <a:lnTo>
                  <a:pt x="178677" y="51774"/>
                </a:lnTo>
                <a:cubicBezTo>
                  <a:pt x="179849" y="46258"/>
                  <a:pt x="181777" y="41803"/>
                  <a:pt x="184462" y="38410"/>
                </a:cubicBezTo>
                <a:cubicBezTo>
                  <a:pt x="187147" y="35017"/>
                  <a:pt x="191029" y="32405"/>
                  <a:pt x="196106" y="30574"/>
                </a:cubicBezTo>
                <a:cubicBezTo>
                  <a:pt x="201183" y="28743"/>
                  <a:pt x="207066" y="27828"/>
                  <a:pt x="213755" y="27828"/>
                </a:cubicBezTo>
                <a:cubicBezTo>
                  <a:pt x="220394" y="27828"/>
                  <a:pt x="225789" y="28609"/>
                  <a:pt x="229939" y="30171"/>
                </a:cubicBezTo>
                <a:cubicBezTo>
                  <a:pt x="234089" y="31734"/>
                  <a:pt x="237140" y="33699"/>
                  <a:pt x="239093" y="36066"/>
                </a:cubicBezTo>
                <a:cubicBezTo>
                  <a:pt x="241046" y="38434"/>
                  <a:pt x="242413" y="41424"/>
                  <a:pt x="243194" y="45037"/>
                </a:cubicBezTo>
                <a:cubicBezTo>
                  <a:pt x="243633" y="47283"/>
                  <a:pt x="243853" y="51335"/>
                  <a:pt x="243853" y="57194"/>
                </a:cubicBezTo>
                <a:lnTo>
                  <a:pt x="243853" y="74769"/>
                </a:lnTo>
                <a:cubicBezTo>
                  <a:pt x="243853" y="87023"/>
                  <a:pt x="244134" y="94773"/>
                  <a:pt x="244695" y="98020"/>
                </a:cubicBezTo>
                <a:cubicBezTo>
                  <a:pt x="245256" y="101267"/>
                  <a:pt x="246367" y="104379"/>
                  <a:pt x="248027" y="107357"/>
                </a:cubicBezTo>
                <a:lnTo>
                  <a:pt x="234260" y="107357"/>
                </a:lnTo>
                <a:cubicBezTo>
                  <a:pt x="232893" y="104623"/>
                  <a:pt x="232014" y="101425"/>
                  <a:pt x="231623" y="97764"/>
                </a:cubicBezTo>
                <a:moveTo>
                  <a:pt x="230525" y="68325"/>
                </a:moveTo>
                <a:cubicBezTo>
                  <a:pt x="225740" y="70278"/>
                  <a:pt x="218564" y="71937"/>
                  <a:pt x="208995" y="73304"/>
                </a:cubicBezTo>
                <a:cubicBezTo>
                  <a:pt x="203576" y="74086"/>
                  <a:pt x="199743" y="74964"/>
                  <a:pt x="197497" y="75941"/>
                </a:cubicBezTo>
                <a:cubicBezTo>
                  <a:pt x="195252" y="76917"/>
                  <a:pt x="193519" y="78345"/>
                  <a:pt x="192298" y="80225"/>
                </a:cubicBezTo>
                <a:cubicBezTo>
                  <a:pt x="191078" y="82104"/>
                  <a:pt x="190467" y="84192"/>
                  <a:pt x="190467" y="86486"/>
                </a:cubicBezTo>
                <a:cubicBezTo>
                  <a:pt x="190467" y="90001"/>
                  <a:pt x="191798" y="92930"/>
                  <a:pt x="194458" y="95274"/>
                </a:cubicBezTo>
                <a:cubicBezTo>
                  <a:pt x="197119" y="97617"/>
                  <a:pt x="201013" y="98789"/>
                  <a:pt x="206139" y="98789"/>
                </a:cubicBezTo>
                <a:cubicBezTo>
                  <a:pt x="211216" y="98789"/>
                  <a:pt x="215732" y="97678"/>
                  <a:pt x="219687" y="95457"/>
                </a:cubicBezTo>
                <a:cubicBezTo>
                  <a:pt x="223641" y="93236"/>
                  <a:pt x="226546" y="90196"/>
                  <a:pt x="228401" y="86340"/>
                </a:cubicBezTo>
                <a:cubicBezTo>
                  <a:pt x="229817" y="83362"/>
                  <a:pt x="230525" y="78968"/>
                  <a:pt x="230525" y="73158"/>
                </a:cubicBezTo>
                <a:lnTo>
                  <a:pt x="230525" y="68325"/>
                </a:lnTo>
                <a:close/>
                <a:moveTo>
                  <a:pt x="261260" y="113801"/>
                </a:moveTo>
                <a:lnTo>
                  <a:pt x="274075" y="115705"/>
                </a:lnTo>
                <a:cubicBezTo>
                  <a:pt x="274612" y="119660"/>
                  <a:pt x="276101" y="122540"/>
                  <a:pt x="278542" y="124347"/>
                </a:cubicBezTo>
                <a:cubicBezTo>
                  <a:pt x="281813" y="126788"/>
                  <a:pt x="286280" y="128008"/>
                  <a:pt x="291944" y="128008"/>
                </a:cubicBezTo>
                <a:cubicBezTo>
                  <a:pt x="298046" y="128008"/>
                  <a:pt x="302757" y="126788"/>
                  <a:pt x="306077" y="124347"/>
                </a:cubicBezTo>
                <a:cubicBezTo>
                  <a:pt x="309397" y="121906"/>
                  <a:pt x="311643" y="118488"/>
                  <a:pt x="312814" y="114094"/>
                </a:cubicBezTo>
                <a:cubicBezTo>
                  <a:pt x="313498" y="111409"/>
                  <a:pt x="313815" y="105770"/>
                  <a:pt x="313766" y="97178"/>
                </a:cubicBezTo>
                <a:cubicBezTo>
                  <a:pt x="308006" y="103964"/>
                  <a:pt x="300829" y="107357"/>
                  <a:pt x="292237" y="107357"/>
                </a:cubicBezTo>
                <a:cubicBezTo>
                  <a:pt x="281545" y="107357"/>
                  <a:pt x="273270" y="103500"/>
                  <a:pt x="267411" y="95786"/>
                </a:cubicBezTo>
                <a:cubicBezTo>
                  <a:pt x="261553" y="88073"/>
                  <a:pt x="258623" y="78821"/>
                  <a:pt x="258623" y="68032"/>
                </a:cubicBezTo>
                <a:cubicBezTo>
                  <a:pt x="258623" y="60611"/>
                  <a:pt x="259966" y="53764"/>
                  <a:pt x="262651" y="47490"/>
                </a:cubicBezTo>
                <a:cubicBezTo>
                  <a:pt x="265336" y="41217"/>
                  <a:pt x="269230" y="36372"/>
                  <a:pt x="274331" y="32954"/>
                </a:cubicBezTo>
                <a:cubicBezTo>
                  <a:pt x="279433" y="29537"/>
                  <a:pt x="285426" y="27828"/>
                  <a:pt x="292310" y="27828"/>
                </a:cubicBezTo>
                <a:cubicBezTo>
                  <a:pt x="301488" y="27828"/>
                  <a:pt x="309055" y="31538"/>
                  <a:pt x="315011" y="38959"/>
                </a:cubicBezTo>
                <a:lnTo>
                  <a:pt x="315011" y="29585"/>
                </a:lnTo>
                <a:lnTo>
                  <a:pt x="327168" y="29585"/>
                </a:lnTo>
                <a:lnTo>
                  <a:pt x="327168" y="96812"/>
                </a:lnTo>
                <a:cubicBezTo>
                  <a:pt x="327168" y="108919"/>
                  <a:pt x="325935" y="117500"/>
                  <a:pt x="323470" y="122552"/>
                </a:cubicBezTo>
                <a:cubicBezTo>
                  <a:pt x="321004" y="127605"/>
                  <a:pt x="317099" y="131597"/>
                  <a:pt x="311753" y="134526"/>
                </a:cubicBezTo>
                <a:cubicBezTo>
                  <a:pt x="306407" y="137455"/>
                  <a:pt x="299828" y="138920"/>
                  <a:pt x="292017" y="138920"/>
                </a:cubicBezTo>
                <a:cubicBezTo>
                  <a:pt x="282741" y="138920"/>
                  <a:pt x="275247" y="136833"/>
                  <a:pt x="269535" y="132658"/>
                </a:cubicBezTo>
                <a:cubicBezTo>
                  <a:pt x="263823" y="128484"/>
                  <a:pt x="261064" y="122199"/>
                  <a:pt x="261260" y="113801"/>
                </a:cubicBezTo>
                <a:moveTo>
                  <a:pt x="272171" y="67080"/>
                </a:moveTo>
                <a:cubicBezTo>
                  <a:pt x="272171" y="77283"/>
                  <a:pt x="274197" y="84729"/>
                  <a:pt x="278249" y="89415"/>
                </a:cubicBezTo>
                <a:cubicBezTo>
                  <a:pt x="282301" y="94102"/>
                  <a:pt x="287379" y="96446"/>
                  <a:pt x="293481" y="96446"/>
                </a:cubicBezTo>
                <a:cubicBezTo>
                  <a:pt x="299535" y="96446"/>
                  <a:pt x="304613" y="94114"/>
                  <a:pt x="308714" y="89452"/>
                </a:cubicBezTo>
                <a:cubicBezTo>
                  <a:pt x="312814" y="84790"/>
                  <a:pt x="314865" y="77479"/>
                  <a:pt x="314865" y="67519"/>
                </a:cubicBezTo>
                <a:cubicBezTo>
                  <a:pt x="314865" y="57999"/>
                  <a:pt x="312753" y="50822"/>
                  <a:pt x="308530" y="45989"/>
                </a:cubicBezTo>
                <a:cubicBezTo>
                  <a:pt x="304307" y="41156"/>
                  <a:pt x="299218" y="38739"/>
                  <a:pt x="293262" y="38739"/>
                </a:cubicBezTo>
                <a:cubicBezTo>
                  <a:pt x="287403" y="38739"/>
                  <a:pt x="282424" y="41119"/>
                  <a:pt x="278323" y="45879"/>
                </a:cubicBezTo>
                <a:cubicBezTo>
                  <a:pt x="274222" y="50639"/>
                  <a:pt x="272171" y="57706"/>
                  <a:pt x="272171" y="67080"/>
                </a:cubicBezTo>
                <a:close/>
                <a:moveTo>
                  <a:pt x="399718" y="82312"/>
                </a:moveTo>
                <a:lnTo>
                  <a:pt x="413339" y="83996"/>
                </a:lnTo>
                <a:cubicBezTo>
                  <a:pt x="411191" y="91954"/>
                  <a:pt x="407212" y="98130"/>
                  <a:pt x="401402" y="102524"/>
                </a:cubicBezTo>
                <a:cubicBezTo>
                  <a:pt x="395593" y="106918"/>
                  <a:pt x="388172" y="109115"/>
                  <a:pt x="379140" y="109115"/>
                </a:cubicBezTo>
                <a:cubicBezTo>
                  <a:pt x="367765" y="109115"/>
                  <a:pt x="358745" y="105612"/>
                  <a:pt x="352081" y="98606"/>
                </a:cubicBezTo>
                <a:cubicBezTo>
                  <a:pt x="345417" y="91600"/>
                  <a:pt x="342085" y="81775"/>
                  <a:pt x="342085" y="69130"/>
                </a:cubicBezTo>
                <a:cubicBezTo>
                  <a:pt x="342085" y="56046"/>
                  <a:pt x="345454" y="45892"/>
                  <a:pt x="352191" y="38666"/>
                </a:cubicBezTo>
                <a:cubicBezTo>
                  <a:pt x="358928" y="31441"/>
                  <a:pt x="367667" y="27828"/>
                  <a:pt x="378408" y="27828"/>
                </a:cubicBezTo>
                <a:cubicBezTo>
                  <a:pt x="388807" y="27828"/>
                  <a:pt x="397301" y="31367"/>
                  <a:pt x="403892" y="38446"/>
                </a:cubicBezTo>
                <a:cubicBezTo>
                  <a:pt x="410483" y="45525"/>
                  <a:pt x="413778" y="55485"/>
                  <a:pt x="413778" y="68325"/>
                </a:cubicBezTo>
                <a:cubicBezTo>
                  <a:pt x="413778" y="69106"/>
                  <a:pt x="413754" y="70278"/>
                  <a:pt x="413705" y="71840"/>
                </a:cubicBezTo>
                <a:lnTo>
                  <a:pt x="355706" y="71840"/>
                </a:lnTo>
                <a:cubicBezTo>
                  <a:pt x="356194" y="80383"/>
                  <a:pt x="358611" y="86925"/>
                  <a:pt x="362956" y="91466"/>
                </a:cubicBezTo>
                <a:cubicBezTo>
                  <a:pt x="367301" y="96006"/>
                  <a:pt x="372720" y="98276"/>
                  <a:pt x="379213" y="98276"/>
                </a:cubicBezTo>
                <a:cubicBezTo>
                  <a:pt x="384047" y="98276"/>
                  <a:pt x="388172" y="97007"/>
                  <a:pt x="391589" y="94468"/>
                </a:cubicBezTo>
                <a:cubicBezTo>
                  <a:pt x="395007" y="91930"/>
                  <a:pt x="397716" y="87877"/>
                  <a:pt x="399718" y="82312"/>
                </a:cubicBezTo>
                <a:moveTo>
                  <a:pt x="356438" y="61002"/>
                </a:moveTo>
                <a:lnTo>
                  <a:pt x="399865" y="61002"/>
                </a:lnTo>
                <a:cubicBezTo>
                  <a:pt x="399279" y="54460"/>
                  <a:pt x="397619" y="49553"/>
                  <a:pt x="394885" y="46282"/>
                </a:cubicBezTo>
                <a:cubicBezTo>
                  <a:pt x="390686" y="41205"/>
                  <a:pt x="385243" y="38666"/>
                  <a:pt x="378554" y="38666"/>
                </a:cubicBezTo>
                <a:cubicBezTo>
                  <a:pt x="372500" y="38666"/>
                  <a:pt x="367411" y="40692"/>
                  <a:pt x="363286" y="44744"/>
                </a:cubicBezTo>
                <a:cubicBezTo>
                  <a:pt x="359160" y="48796"/>
                  <a:pt x="356878" y="54216"/>
                  <a:pt x="356438" y="6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Cell_ID">
            <a:extLst xmlns:a="http://schemas.openxmlformats.org/drawingml/2006/main">
              <a:ext uri="{FF2B5EF4-FFF2-40B4-BE49-F238E27FC236}">
                <a16:creationId xmlns:a16="http://schemas.microsoft.com/office/drawing/2014/main" id="{4AAE4F78-E184-4E63-9536-C588DD29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37" y="1050509"/>
            <a:ext cx="473980" cy="138993"/>
          </a:xfrm>
          <a:custGeom xmlns:a="http://schemas.openxmlformats.org/drawingml/2006/main">
            <a:pathLst>
              <a:path w="473980" h="138993">
                <a:moveTo>
                  <a:pt x="80701" y="71547"/>
                </a:moveTo>
                <a:lnTo>
                  <a:pt x="94908" y="75135"/>
                </a:lnTo>
                <a:cubicBezTo>
                  <a:pt x="91930" y="86803"/>
                  <a:pt x="86572" y="95701"/>
                  <a:pt x="78833" y="101828"/>
                </a:cubicBezTo>
                <a:cubicBezTo>
                  <a:pt x="71095" y="107955"/>
                  <a:pt x="61636" y="111019"/>
                  <a:pt x="50456" y="111019"/>
                </a:cubicBezTo>
                <a:cubicBezTo>
                  <a:pt x="38886" y="111019"/>
                  <a:pt x="29476" y="108663"/>
                  <a:pt x="22226" y="103952"/>
                </a:cubicBezTo>
                <a:cubicBezTo>
                  <a:pt x="14976" y="99241"/>
                  <a:pt x="9459" y="92418"/>
                  <a:pt x="5675" y="83484"/>
                </a:cubicBezTo>
                <a:cubicBezTo>
                  <a:pt x="1892" y="74549"/>
                  <a:pt x="0" y="64956"/>
                  <a:pt x="0" y="54704"/>
                </a:cubicBezTo>
                <a:cubicBezTo>
                  <a:pt x="0" y="43524"/>
                  <a:pt x="2136" y="33772"/>
                  <a:pt x="6408" y="25448"/>
                </a:cubicBezTo>
                <a:cubicBezTo>
                  <a:pt x="10680" y="17124"/>
                  <a:pt x="16758" y="10802"/>
                  <a:pt x="24642" y="6481"/>
                </a:cubicBezTo>
                <a:cubicBezTo>
                  <a:pt x="32527" y="2160"/>
                  <a:pt x="41205" y="0"/>
                  <a:pt x="50676" y="0"/>
                </a:cubicBezTo>
                <a:cubicBezTo>
                  <a:pt x="61417" y="0"/>
                  <a:pt x="70448" y="2734"/>
                  <a:pt x="77772" y="8202"/>
                </a:cubicBezTo>
                <a:cubicBezTo>
                  <a:pt x="85095" y="13670"/>
                  <a:pt x="90196" y="21359"/>
                  <a:pt x="93077" y="31270"/>
                </a:cubicBezTo>
                <a:lnTo>
                  <a:pt x="79090" y="34565"/>
                </a:lnTo>
                <a:cubicBezTo>
                  <a:pt x="76600" y="26754"/>
                  <a:pt x="72987" y="21066"/>
                  <a:pt x="68252" y="17502"/>
                </a:cubicBezTo>
                <a:cubicBezTo>
                  <a:pt x="63516" y="13938"/>
                  <a:pt x="57560" y="12156"/>
                  <a:pt x="50383" y="12156"/>
                </a:cubicBezTo>
                <a:cubicBezTo>
                  <a:pt x="42132" y="12156"/>
                  <a:pt x="35236" y="14134"/>
                  <a:pt x="29695" y="18088"/>
                </a:cubicBezTo>
                <a:cubicBezTo>
                  <a:pt x="24154" y="22043"/>
                  <a:pt x="20261" y="27352"/>
                  <a:pt x="18015" y="34016"/>
                </a:cubicBezTo>
                <a:cubicBezTo>
                  <a:pt x="15769" y="40680"/>
                  <a:pt x="14646" y="47551"/>
                  <a:pt x="14646" y="54631"/>
                </a:cubicBezTo>
                <a:cubicBezTo>
                  <a:pt x="14646" y="63760"/>
                  <a:pt x="15977" y="71730"/>
                  <a:pt x="18637" y="78541"/>
                </a:cubicBezTo>
                <a:cubicBezTo>
                  <a:pt x="21298" y="85351"/>
                  <a:pt x="25436" y="90441"/>
                  <a:pt x="31050" y="93809"/>
                </a:cubicBezTo>
                <a:cubicBezTo>
                  <a:pt x="36664" y="97178"/>
                  <a:pt x="42743" y="98862"/>
                  <a:pt x="49285" y="98862"/>
                </a:cubicBezTo>
                <a:cubicBezTo>
                  <a:pt x="57242" y="98862"/>
                  <a:pt x="63980" y="96568"/>
                  <a:pt x="69496" y="91978"/>
                </a:cubicBezTo>
                <a:cubicBezTo>
                  <a:pt x="75013" y="87389"/>
                  <a:pt x="78748" y="80579"/>
                  <a:pt x="80701" y="71547"/>
                </a:cubicBezTo>
                <a:close/>
                <a:moveTo>
                  <a:pt x="163445" y="84143"/>
                </a:moveTo>
                <a:lnTo>
                  <a:pt x="177066" y="85827"/>
                </a:lnTo>
                <a:cubicBezTo>
                  <a:pt x="174918" y="93785"/>
                  <a:pt x="170939" y="99961"/>
                  <a:pt x="165129" y="104355"/>
                </a:cubicBezTo>
                <a:cubicBezTo>
                  <a:pt x="159319" y="108748"/>
                  <a:pt x="151899" y="110945"/>
                  <a:pt x="142867" y="110945"/>
                </a:cubicBezTo>
                <a:cubicBezTo>
                  <a:pt x="131491" y="110945"/>
                  <a:pt x="122472" y="107442"/>
                  <a:pt x="115808" y="100437"/>
                </a:cubicBezTo>
                <a:cubicBezTo>
                  <a:pt x="109144" y="93431"/>
                  <a:pt x="105812" y="83606"/>
                  <a:pt x="105812" y="70961"/>
                </a:cubicBezTo>
                <a:cubicBezTo>
                  <a:pt x="105812" y="57877"/>
                  <a:pt x="109180" y="47722"/>
                  <a:pt x="115918" y="40497"/>
                </a:cubicBezTo>
                <a:cubicBezTo>
                  <a:pt x="122655" y="33271"/>
                  <a:pt x="131394" y="29659"/>
                  <a:pt x="142134" y="29659"/>
                </a:cubicBezTo>
                <a:cubicBezTo>
                  <a:pt x="152533" y="29659"/>
                  <a:pt x="161028" y="33198"/>
                  <a:pt x="167619" y="40277"/>
                </a:cubicBezTo>
                <a:cubicBezTo>
                  <a:pt x="174210" y="47356"/>
                  <a:pt x="177505" y="57316"/>
                  <a:pt x="177505" y="70156"/>
                </a:cubicBezTo>
                <a:cubicBezTo>
                  <a:pt x="177505" y="70937"/>
                  <a:pt x="177481" y="72108"/>
                  <a:pt x="177432" y="73671"/>
                </a:cubicBezTo>
                <a:lnTo>
                  <a:pt x="119433" y="73671"/>
                </a:lnTo>
                <a:cubicBezTo>
                  <a:pt x="119921" y="82214"/>
                  <a:pt x="122338" y="88756"/>
                  <a:pt x="126683" y="93297"/>
                </a:cubicBezTo>
                <a:cubicBezTo>
                  <a:pt x="131028" y="97837"/>
                  <a:pt x="136447" y="100107"/>
                  <a:pt x="142940" y="100107"/>
                </a:cubicBezTo>
                <a:cubicBezTo>
                  <a:pt x="147773" y="100107"/>
                  <a:pt x="151899" y="98838"/>
                  <a:pt x="155316" y="96299"/>
                </a:cubicBezTo>
                <a:cubicBezTo>
                  <a:pt x="158733" y="93760"/>
                  <a:pt x="161443" y="89708"/>
                  <a:pt x="163445" y="84143"/>
                </a:cubicBezTo>
                <a:moveTo>
                  <a:pt x="120165" y="62832"/>
                </a:moveTo>
                <a:lnTo>
                  <a:pt x="163591" y="62832"/>
                </a:lnTo>
                <a:cubicBezTo>
                  <a:pt x="163005" y="56290"/>
                  <a:pt x="161345" y="51384"/>
                  <a:pt x="158611" y="48113"/>
                </a:cubicBezTo>
                <a:cubicBezTo>
                  <a:pt x="154413" y="43036"/>
                  <a:pt x="148969" y="40497"/>
                  <a:pt x="142281" y="40497"/>
                </a:cubicBezTo>
                <a:cubicBezTo>
                  <a:pt x="136227" y="40497"/>
                  <a:pt x="131137" y="42523"/>
                  <a:pt x="127012" y="46575"/>
                </a:cubicBezTo>
                <a:cubicBezTo>
                  <a:pt x="122887" y="50627"/>
                  <a:pt x="120604" y="56046"/>
                  <a:pt x="120165" y="62832"/>
                </a:cubicBezTo>
                <a:close/>
                <a:moveTo>
                  <a:pt x="192655" y="109188"/>
                </a:moveTo>
                <a:lnTo>
                  <a:pt x="192655" y="1831"/>
                </a:lnTo>
                <a:lnTo>
                  <a:pt x="205837" y="1831"/>
                </a:lnTo>
                <a:lnTo>
                  <a:pt x="205837" y="109188"/>
                </a:lnTo>
                <a:lnTo>
                  <a:pt x="192655" y="109188"/>
                </a:lnTo>
                <a:close/>
                <a:moveTo>
                  <a:pt x="225455" y="109188"/>
                </a:moveTo>
                <a:lnTo>
                  <a:pt x="225455" y="1831"/>
                </a:lnTo>
                <a:lnTo>
                  <a:pt x="238637" y="1831"/>
                </a:lnTo>
                <a:lnTo>
                  <a:pt x="238637" y="109188"/>
                </a:lnTo>
                <a:lnTo>
                  <a:pt x="225455" y="109188"/>
                </a:lnTo>
                <a:close/>
                <a:moveTo>
                  <a:pt x="246392" y="138993"/>
                </a:moveTo>
                <a:lnTo>
                  <a:pt x="246392" y="129473"/>
                </a:lnTo>
                <a:lnTo>
                  <a:pt x="333757" y="129473"/>
                </a:lnTo>
                <a:lnTo>
                  <a:pt x="333757" y="138993"/>
                </a:lnTo>
                <a:lnTo>
                  <a:pt x="246392" y="138993"/>
                </a:lnTo>
                <a:close/>
                <a:moveTo>
                  <a:pt x="345392" y="109188"/>
                </a:moveTo>
                <a:lnTo>
                  <a:pt x="345392" y="1831"/>
                </a:lnTo>
                <a:lnTo>
                  <a:pt x="359599" y="1831"/>
                </a:lnTo>
                <a:lnTo>
                  <a:pt x="359599" y="109188"/>
                </a:lnTo>
                <a:lnTo>
                  <a:pt x="345392" y="109188"/>
                </a:lnTo>
                <a:close/>
                <a:moveTo>
                  <a:pt x="385224" y="109188"/>
                </a:moveTo>
                <a:lnTo>
                  <a:pt x="385224" y="1831"/>
                </a:lnTo>
                <a:lnTo>
                  <a:pt x="422206" y="1831"/>
                </a:lnTo>
                <a:cubicBezTo>
                  <a:pt x="430554" y="1831"/>
                  <a:pt x="436925" y="2343"/>
                  <a:pt x="441319" y="3369"/>
                </a:cubicBezTo>
                <a:cubicBezTo>
                  <a:pt x="447471" y="4784"/>
                  <a:pt x="452719" y="7348"/>
                  <a:pt x="457064" y="11058"/>
                </a:cubicBezTo>
                <a:cubicBezTo>
                  <a:pt x="462727" y="15842"/>
                  <a:pt x="466962" y="21957"/>
                  <a:pt x="469769" y="29402"/>
                </a:cubicBezTo>
                <a:cubicBezTo>
                  <a:pt x="472577" y="36848"/>
                  <a:pt x="473980" y="45355"/>
                  <a:pt x="473980" y="54923"/>
                </a:cubicBezTo>
                <a:cubicBezTo>
                  <a:pt x="473980" y="63077"/>
                  <a:pt x="473028" y="70302"/>
                  <a:pt x="471124" y="76600"/>
                </a:cubicBezTo>
                <a:cubicBezTo>
                  <a:pt x="469220" y="82898"/>
                  <a:pt x="466779" y="88109"/>
                  <a:pt x="463801" y="92235"/>
                </a:cubicBezTo>
                <a:cubicBezTo>
                  <a:pt x="460823" y="96360"/>
                  <a:pt x="457564" y="99607"/>
                  <a:pt x="454025" y="101975"/>
                </a:cubicBezTo>
                <a:cubicBezTo>
                  <a:pt x="450485" y="104342"/>
                  <a:pt x="446213" y="106136"/>
                  <a:pt x="441209" y="107357"/>
                </a:cubicBezTo>
                <a:cubicBezTo>
                  <a:pt x="436205" y="108578"/>
                  <a:pt x="430456" y="109188"/>
                  <a:pt x="423963" y="109188"/>
                </a:cubicBezTo>
                <a:lnTo>
                  <a:pt x="385224" y="109188"/>
                </a:lnTo>
                <a:moveTo>
                  <a:pt x="399431" y="96519"/>
                </a:moveTo>
                <a:lnTo>
                  <a:pt x="422352" y="96519"/>
                </a:lnTo>
                <a:cubicBezTo>
                  <a:pt x="429431" y="96519"/>
                  <a:pt x="434985" y="95860"/>
                  <a:pt x="439012" y="94542"/>
                </a:cubicBezTo>
                <a:cubicBezTo>
                  <a:pt x="443040" y="93223"/>
                  <a:pt x="446250" y="91368"/>
                  <a:pt x="448642" y="88976"/>
                </a:cubicBezTo>
                <a:cubicBezTo>
                  <a:pt x="452011" y="85607"/>
                  <a:pt x="454635" y="81079"/>
                  <a:pt x="456515" y="75392"/>
                </a:cubicBezTo>
                <a:cubicBezTo>
                  <a:pt x="458394" y="69704"/>
                  <a:pt x="459334" y="62808"/>
                  <a:pt x="459334" y="54704"/>
                </a:cubicBezTo>
                <a:cubicBezTo>
                  <a:pt x="459334" y="43475"/>
                  <a:pt x="457491" y="34846"/>
                  <a:pt x="453805" y="28816"/>
                </a:cubicBezTo>
                <a:cubicBezTo>
                  <a:pt x="450119" y="22787"/>
                  <a:pt x="445640" y="18747"/>
                  <a:pt x="440367" y="16697"/>
                </a:cubicBezTo>
                <a:cubicBezTo>
                  <a:pt x="436559" y="15232"/>
                  <a:pt x="430432" y="14500"/>
                  <a:pt x="421986" y="14500"/>
                </a:cubicBezTo>
                <a:lnTo>
                  <a:pt x="399431" y="14500"/>
                </a:lnTo>
                <a:lnTo>
                  <a:pt x="399431" y="965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1AF1C-2711-4B04-A334-C51C0E4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555" y="1838459"/>
            <a:ext cx="861689" cy="250872"/>
          </a:xfrm>
          <a:custGeom xmlns:a="http://schemas.openxmlformats.org/drawingml/2006/main">
            <a:pathLst>
              <a:path w="861689" h="250872">
                <a:moveTo>
                  <a:pt x="0" y="0"/>
                </a:moveTo>
                <a:lnTo>
                  <a:pt x="861689" y="0"/>
                </a:lnTo>
                <a:lnTo>
                  <a:pt x="861689" y="250872"/>
                </a:lnTo>
                <a:lnTo>
                  <a:pt x="0" y="250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2FF1A-EF10-4831-BC34-8D1C1D32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81" y="1593042"/>
            <a:ext cx="1764282" cy="250871"/>
          </a:xfrm>
          <a:custGeom xmlns:a="http://schemas.openxmlformats.org/drawingml/2006/main">
            <a:pathLst>
              <a:path w="1764282" h="250871">
                <a:moveTo>
                  <a:pt x="0" y="0"/>
                </a:moveTo>
                <a:lnTo>
                  <a:pt x="1764282" y="0"/>
                </a:lnTo>
                <a:lnTo>
                  <a:pt x="1764282" y="250871"/>
                </a:lnTo>
                <a:lnTo>
                  <a:pt x="0" y="2508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E92CD-A9DE-4BB2-8163-801AA78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620" y="1589736"/>
            <a:ext cx="10" cy="502911"/>
          </a:xfrm>
          <a:custGeom xmlns:a="http://schemas.openxmlformats.org/drawingml/2006/main">
            <a:pathLst>
              <a:path w="1" h="502911" fill="none">
                <a:moveTo>
                  <a:pt x="0" y="0"/>
                </a:moveTo>
                <a:lnTo>
                  <a:pt x="0" y="502911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F7490-D399-4712-A65C-435F7A60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7" y="1852667"/>
            <a:ext cx="1776743" cy="10"/>
          </a:xfrm>
          <a:custGeom xmlns:a="http://schemas.openxmlformats.org/drawingml/2006/main">
            <a:pathLst>
              <a:path w="1776743" h="1" fill="none">
                <a:moveTo>
                  <a:pt x="0" y="0"/>
                </a:moveTo>
                <a:lnTo>
                  <a:pt x="1776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E5FED-8D95-4C3D-B86D-CB0A94BA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46" y="1589736"/>
            <a:ext cx="10" cy="502911"/>
          </a:xfrm>
          <a:custGeom xmlns:a="http://schemas.openxmlformats.org/drawingml/2006/main">
            <a:pathLst>
              <a:path w="1" h="502911" fill="none">
                <a:moveTo>
                  <a:pt x="0" y="0"/>
                </a:moveTo>
                <a:lnTo>
                  <a:pt x="0" y="502911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2C51B-3A7D-454A-BCC3-B72A710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91" y="1589736"/>
            <a:ext cx="10" cy="502911"/>
          </a:xfrm>
          <a:custGeom xmlns:a="http://schemas.openxmlformats.org/drawingml/2006/main">
            <a:pathLst>
              <a:path w="1" h="502911" fill="none">
                <a:moveTo>
                  <a:pt x="0" y="0"/>
                </a:moveTo>
                <a:lnTo>
                  <a:pt x="0" y="502911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29B5F3-F72B-48E4-ABF1-C1EF5AC8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7" y="1595985"/>
            <a:ext cx="1776743" cy="10"/>
          </a:xfrm>
          <a:custGeom xmlns:a="http://schemas.openxmlformats.org/drawingml/2006/main">
            <a:pathLst>
              <a:path w="1776743" h="1" fill="none">
                <a:moveTo>
                  <a:pt x="0" y="0"/>
                </a:moveTo>
                <a:lnTo>
                  <a:pt x="1776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EC7A6-34E5-4596-AE5F-AE2B999D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97" y="2086398"/>
            <a:ext cx="1776743" cy="10"/>
          </a:xfrm>
          <a:custGeom xmlns:a="http://schemas.openxmlformats.org/drawingml/2006/main">
            <a:pathLst>
              <a:path w="1776743" h="1" fill="none">
                <a:moveTo>
                  <a:pt x="0" y="0"/>
                </a:moveTo>
                <a:lnTo>
                  <a:pt x="17767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20" name="Text QoS">
            <a:extLst xmlns:a="http://schemas.openxmlformats.org/drawingml/2006/main">
              <a:ext uri="{FF2B5EF4-FFF2-40B4-BE49-F238E27FC236}">
                <a16:creationId xmlns:a16="http://schemas.microsoft.com/office/drawing/2014/main" id="{B50C2DEA-92DD-4736-A5EE-5780C1DB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271" y="1653073"/>
            <a:ext cx="285734" cy="117609"/>
          </a:xfrm>
          <a:custGeom xmlns:a="http://schemas.openxmlformats.org/drawingml/2006/main">
            <a:pathLst>
              <a:path w="285734" h="117609">
                <a:moveTo>
                  <a:pt x="86486" y="97764"/>
                </a:moveTo>
                <a:cubicBezTo>
                  <a:pt x="93077" y="102304"/>
                  <a:pt x="99155" y="105624"/>
                  <a:pt x="104721" y="107723"/>
                </a:cubicBezTo>
                <a:lnTo>
                  <a:pt x="100547" y="117609"/>
                </a:lnTo>
                <a:cubicBezTo>
                  <a:pt x="92833" y="114827"/>
                  <a:pt x="85144" y="110433"/>
                  <a:pt x="77479" y="104428"/>
                </a:cubicBezTo>
                <a:cubicBezTo>
                  <a:pt x="69521" y="108870"/>
                  <a:pt x="60733" y="111092"/>
                  <a:pt x="51115" y="111092"/>
                </a:cubicBezTo>
                <a:cubicBezTo>
                  <a:pt x="41400" y="111092"/>
                  <a:pt x="32588" y="108748"/>
                  <a:pt x="24679" y="104062"/>
                </a:cubicBezTo>
                <a:cubicBezTo>
                  <a:pt x="16770" y="99375"/>
                  <a:pt x="10680" y="92784"/>
                  <a:pt x="6408" y="84289"/>
                </a:cubicBezTo>
                <a:cubicBezTo>
                  <a:pt x="2136" y="75794"/>
                  <a:pt x="0" y="66225"/>
                  <a:pt x="0" y="55583"/>
                </a:cubicBezTo>
                <a:cubicBezTo>
                  <a:pt x="0" y="44988"/>
                  <a:pt x="2148" y="35346"/>
                  <a:pt x="6444" y="26656"/>
                </a:cubicBezTo>
                <a:cubicBezTo>
                  <a:pt x="10741" y="17966"/>
                  <a:pt x="16855" y="11351"/>
                  <a:pt x="24789" y="6810"/>
                </a:cubicBezTo>
                <a:cubicBezTo>
                  <a:pt x="32722" y="2270"/>
                  <a:pt x="41595" y="0"/>
                  <a:pt x="51408" y="0"/>
                </a:cubicBezTo>
                <a:cubicBezTo>
                  <a:pt x="61319" y="0"/>
                  <a:pt x="70253" y="2356"/>
                  <a:pt x="78211" y="7067"/>
                </a:cubicBezTo>
                <a:cubicBezTo>
                  <a:pt x="86169" y="11778"/>
                  <a:pt x="92235" y="18369"/>
                  <a:pt x="96409" y="26839"/>
                </a:cubicBezTo>
                <a:cubicBezTo>
                  <a:pt x="100583" y="35310"/>
                  <a:pt x="102670" y="44866"/>
                  <a:pt x="102670" y="55509"/>
                </a:cubicBezTo>
                <a:cubicBezTo>
                  <a:pt x="102670" y="64346"/>
                  <a:pt x="101328" y="72291"/>
                  <a:pt x="98642" y="79346"/>
                </a:cubicBezTo>
                <a:cubicBezTo>
                  <a:pt x="95957" y="86401"/>
                  <a:pt x="91905" y="92540"/>
                  <a:pt x="86486" y="97764"/>
                </a:cubicBezTo>
                <a:moveTo>
                  <a:pt x="55216" y="79602"/>
                </a:moveTo>
                <a:cubicBezTo>
                  <a:pt x="63418" y="81897"/>
                  <a:pt x="70180" y="85314"/>
                  <a:pt x="75501" y="89855"/>
                </a:cubicBezTo>
                <a:cubicBezTo>
                  <a:pt x="83850" y="82239"/>
                  <a:pt x="88024" y="70790"/>
                  <a:pt x="88024" y="55509"/>
                </a:cubicBezTo>
                <a:cubicBezTo>
                  <a:pt x="88024" y="46819"/>
                  <a:pt x="86547" y="39228"/>
                  <a:pt x="83593" y="32734"/>
                </a:cubicBezTo>
                <a:cubicBezTo>
                  <a:pt x="80640" y="26241"/>
                  <a:pt x="76319" y="21200"/>
                  <a:pt x="70632" y="17612"/>
                </a:cubicBezTo>
                <a:cubicBezTo>
                  <a:pt x="64944" y="14024"/>
                  <a:pt x="58561" y="12230"/>
                  <a:pt x="51482" y="12230"/>
                </a:cubicBezTo>
                <a:cubicBezTo>
                  <a:pt x="40887" y="12230"/>
                  <a:pt x="32100" y="15855"/>
                  <a:pt x="25118" y="23104"/>
                </a:cubicBezTo>
                <a:cubicBezTo>
                  <a:pt x="18137" y="30354"/>
                  <a:pt x="14646" y="41180"/>
                  <a:pt x="14646" y="55583"/>
                </a:cubicBezTo>
                <a:cubicBezTo>
                  <a:pt x="14646" y="69545"/>
                  <a:pt x="18100" y="80261"/>
                  <a:pt x="25008" y="87731"/>
                </a:cubicBezTo>
                <a:cubicBezTo>
                  <a:pt x="31917" y="95201"/>
                  <a:pt x="40741" y="98935"/>
                  <a:pt x="51482" y="98935"/>
                </a:cubicBezTo>
                <a:cubicBezTo>
                  <a:pt x="56559" y="98935"/>
                  <a:pt x="61343" y="97983"/>
                  <a:pt x="65835" y="96079"/>
                </a:cubicBezTo>
                <a:cubicBezTo>
                  <a:pt x="61392" y="93199"/>
                  <a:pt x="56705" y="91148"/>
                  <a:pt x="51774" y="89928"/>
                </a:cubicBezTo>
                <a:lnTo>
                  <a:pt x="55216" y="79602"/>
                </a:lnTo>
                <a:close/>
                <a:moveTo>
                  <a:pt x="115698" y="70375"/>
                </a:moveTo>
                <a:cubicBezTo>
                  <a:pt x="115698" y="55973"/>
                  <a:pt x="119701" y="45306"/>
                  <a:pt x="127708" y="38373"/>
                </a:cubicBezTo>
                <a:cubicBezTo>
                  <a:pt x="134396" y="32612"/>
                  <a:pt x="142549" y="29732"/>
                  <a:pt x="152167" y="29732"/>
                </a:cubicBezTo>
                <a:cubicBezTo>
                  <a:pt x="162859" y="29732"/>
                  <a:pt x="171598" y="33235"/>
                  <a:pt x="178384" y="40241"/>
                </a:cubicBezTo>
                <a:cubicBezTo>
                  <a:pt x="185170" y="47246"/>
                  <a:pt x="188563" y="56925"/>
                  <a:pt x="188563" y="69277"/>
                </a:cubicBezTo>
                <a:cubicBezTo>
                  <a:pt x="188563" y="79285"/>
                  <a:pt x="187062" y="87157"/>
                  <a:pt x="184059" y="92894"/>
                </a:cubicBezTo>
                <a:cubicBezTo>
                  <a:pt x="181057" y="98630"/>
                  <a:pt x="176687" y="103085"/>
                  <a:pt x="170951" y="106259"/>
                </a:cubicBezTo>
                <a:cubicBezTo>
                  <a:pt x="165214" y="109432"/>
                  <a:pt x="158953" y="111019"/>
                  <a:pt x="152167" y="111019"/>
                </a:cubicBezTo>
                <a:cubicBezTo>
                  <a:pt x="141280" y="111019"/>
                  <a:pt x="132480" y="107528"/>
                  <a:pt x="125767" y="100546"/>
                </a:cubicBezTo>
                <a:cubicBezTo>
                  <a:pt x="119054" y="93565"/>
                  <a:pt x="115698" y="83508"/>
                  <a:pt x="115698" y="70375"/>
                </a:cubicBezTo>
                <a:moveTo>
                  <a:pt x="129246" y="70375"/>
                </a:moveTo>
                <a:cubicBezTo>
                  <a:pt x="129246" y="80335"/>
                  <a:pt x="131418" y="87792"/>
                  <a:pt x="135763" y="92747"/>
                </a:cubicBezTo>
                <a:cubicBezTo>
                  <a:pt x="140108" y="97703"/>
                  <a:pt x="145576" y="100180"/>
                  <a:pt x="152167" y="100180"/>
                </a:cubicBezTo>
                <a:cubicBezTo>
                  <a:pt x="158709" y="100180"/>
                  <a:pt x="164153" y="97690"/>
                  <a:pt x="168498" y="92711"/>
                </a:cubicBezTo>
                <a:cubicBezTo>
                  <a:pt x="172843" y="87731"/>
                  <a:pt x="175015" y="80139"/>
                  <a:pt x="175015" y="69936"/>
                </a:cubicBezTo>
                <a:cubicBezTo>
                  <a:pt x="175015" y="60318"/>
                  <a:pt x="172830" y="53032"/>
                  <a:pt x="168461" y="48076"/>
                </a:cubicBezTo>
                <a:cubicBezTo>
                  <a:pt x="164091" y="43121"/>
                  <a:pt x="158660" y="40643"/>
                  <a:pt x="152167" y="40643"/>
                </a:cubicBezTo>
                <a:cubicBezTo>
                  <a:pt x="145576" y="40643"/>
                  <a:pt x="140108" y="43109"/>
                  <a:pt x="135763" y="48040"/>
                </a:cubicBezTo>
                <a:cubicBezTo>
                  <a:pt x="131418" y="52971"/>
                  <a:pt x="129246" y="60416"/>
                  <a:pt x="129246" y="70375"/>
                </a:cubicBezTo>
                <a:close/>
                <a:moveTo>
                  <a:pt x="200273" y="74769"/>
                </a:moveTo>
                <a:lnTo>
                  <a:pt x="213674" y="73597"/>
                </a:lnTo>
                <a:cubicBezTo>
                  <a:pt x="214309" y="78968"/>
                  <a:pt x="215786" y="83374"/>
                  <a:pt x="218105" y="86816"/>
                </a:cubicBezTo>
                <a:cubicBezTo>
                  <a:pt x="220424" y="90258"/>
                  <a:pt x="224024" y="93040"/>
                  <a:pt x="228906" y="95164"/>
                </a:cubicBezTo>
                <a:cubicBezTo>
                  <a:pt x="233789" y="97288"/>
                  <a:pt x="239281" y="98350"/>
                  <a:pt x="245383" y="98350"/>
                </a:cubicBezTo>
                <a:cubicBezTo>
                  <a:pt x="250803" y="98350"/>
                  <a:pt x="255587" y="97544"/>
                  <a:pt x="259737" y="95933"/>
                </a:cubicBezTo>
                <a:cubicBezTo>
                  <a:pt x="263887" y="94322"/>
                  <a:pt x="266974" y="92113"/>
                  <a:pt x="269001" y="89306"/>
                </a:cubicBezTo>
                <a:cubicBezTo>
                  <a:pt x="271027" y="86498"/>
                  <a:pt x="272040" y="83435"/>
                  <a:pt x="272040" y="80115"/>
                </a:cubicBezTo>
                <a:cubicBezTo>
                  <a:pt x="272040" y="76746"/>
                  <a:pt x="271063" y="73805"/>
                  <a:pt x="269110" y="71291"/>
                </a:cubicBezTo>
                <a:cubicBezTo>
                  <a:pt x="267158" y="68776"/>
                  <a:pt x="263935" y="66665"/>
                  <a:pt x="259444" y="64956"/>
                </a:cubicBezTo>
                <a:cubicBezTo>
                  <a:pt x="256563" y="63833"/>
                  <a:pt x="250192" y="62088"/>
                  <a:pt x="240330" y="59720"/>
                </a:cubicBezTo>
                <a:cubicBezTo>
                  <a:pt x="230469" y="57352"/>
                  <a:pt x="223561" y="55119"/>
                  <a:pt x="219606" y="53019"/>
                </a:cubicBezTo>
                <a:cubicBezTo>
                  <a:pt x="214480" y="50334"/>
                  <a:pt x="210660" y="47002"/>
                  <a:pt x="208145" y="43023"/>
                </a:cubicBezTo>
                <a:cubicBezTo>
                  <a:pt x="205631" y="39044"/>
                  <a:pt x="204374" y="34590"/>
                  <a:pt x="204374" y="29659"/>
                </a:cubicBezTo>
                <a:cubicBezTo>
                  <a:pt x="204374" y="24240"/>
                  <a:pt x="205912" y="19174"/>
                  <a:pt x="208988" y="14463"/>
                </a:cubicBezTo>
                <a:cubicBezTo>
                  <a:pt x="212063" y="9752"/>
                  <a:pt x="216555" y="6176"/>
                  <a:pt x="222462" y="3735"/>
                </a:cubicBezTo>
                <a:cubicBezTo>
                  <a:pt x="228369" y="1294"/>
                  <a:pt x="234936" y="73"/>
                  <a:pt x="242161" y="73"/>
                </a:cubicBezTo>
                <a:cubicBezTo>
                  <a:pt x="250119" y="73"/>
                  <a:pt x="257137" y="1355"/>
                  <a:pt x="263215" y="3918"/>
                </a:cubicBezTo>
                <a:cubicBezTo>
                  <a:pt x="269293" y="6481"/>
                  <a:pt x="273968" y="10252"/>
                  <a:pt x="277239" y="15232"/>
                </a:cubicBezTo>
                <a:cubicBezTo>
                  <a:pt x="280510" y="20212"/>
                  <a:pt x="282268" y="25851"/>
                  <a:pt x="282512" y="32149"/>
                </a:cubicBezTo>
                <a:lnTo>
                  <a:pt x="268891" y="33174"/>
                </a:lnTo>
                <a:cubicBezTo>
                  <a:pt x="268158" y="26388"/>
                  <a:pt x="265681" y="21261"/>
                  <a:pt x="261458" y="17795"/>
                </a:cubicBezTo>
                <a:cubicBezTo>
                  <a:pt x="257235" y="14329"/>
                  <a:pt x="250998" y="12596"/>
                  <a:pt x="242747" y="12596"/>
                </a:cubicBezTo>
                <a:cubicBezTo>
                  <a:pt x="234155" y="12596"/>
                  <a:pt x="227893" y="14170"/>
                  <a:pt x="223963" y="17319"/>
                </a:cubicBezTo>
                <a:cubicBezTo>
                  <a:pt x="220033" y="20468"/>
                  <a:pt x="218068" y="24264"/>
                  <a:pt x="218068" y="28707"/>
                </a:cubicBezTo>
                <a:cubicBezTo>
                  <a:pt x="218068" y="32563"/>
                  <a:pt x="219460" y="35737"/>
                  <a:pt x="222242" y="38227"/>
                </a:cubicBezTo>
                <a:cubicBezTo>
                  <a:pt x="224976" y="40717"/>
                  <a:pt x="232116" y="43267"/>
                  <a:pt x="243663" y="45879"/>
                </a:cubicBezTo>
                <a:cubicBezTo>
                  <a:pt x="255209" y="48491"/>
                  <a:pt x="263130" y="50774"/>
                  <a:pt x="267426" y="52726"/>
                </a:cubicBezTo>
                <a:cubicBezTo>
                  <a:pt x="273675" y="55607"/>
                  <a:pt x="278289" y="59256"/>
                  <a:pt x="281267" y="63675"/>
                </a:cubicBezTo>
                <a:cubicBezTo>
                  <a:pt x="284245" y="68093"/>
                  <a:pt x="285734" y="73182"/>
                  <a:pt x="285734" y="78943"/>
                </a:cubicBezTo>
                <a:cubicBezTo>
                  <a:pt x="285734" y="84655"/>
                  <a:pt x="284098" y="90038"/>
                  <a:pt x="280827" y="95091"/>
                </a:cubicBezTo>
                <a:cubicBezTo>
                  <a:pt x="277556" y="100144"/>
                  <a:pt x="272857" y="104074"/>
                  <a:pt x="266730" y="106881"/>
                </a:cubicBezTo>
                <a:cubicBezTo>
                  <a:pt x="260603" y="109688"/>
                  <a:pt x="253707" y="111092"/>
                  <a:pt x="246043" y="111092"/>
                </a:cubicBezTo>
                <a:cubicBezTo>
                  <a:pt x="236327" y="111092"/>
                  <a:pt x="228186" y="109676"/>
                  <a:pt x="221620" y="106844"/>
                </a:cubicBezTo>
                <a:cubicBezTo>
                  <a:pt x="215054" y="104013"/>
                  <a:pt x="209903" y="99753"/>
                  <a:pt x="206168" y="94066"/>
                </a:cubicBezTo>
                <a:cubicBezTo>
                  <a:pt x="202433" y="88378"/>
                  <a:pt x="200468" y="81946"/>
                  <a:pt x="200273" y="747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H(Secrets)">
            <a:extLst xmlns:a="http://schemas.openxmlformats.org/drawingml/2006/main">
              <a:ext uri="{FF2B5EF4-FFF2-40B4-BE49-F238E27FC236}">
                <a16:creationId xmlns:a16="http://schemas.microsoft.com/office/drawing/2014/main" id="{18FC98EC-7164-4C68-8012-2D44675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933" y="1653147"/>
            <a:ext cx="698040" cy="140750"/>
          </a:xfrm>
          <a:custGeom xmlns:a="http://schemas.openxmlformats.org/drawingml/2006/main">
            <a:pathLst>
              <a:path w="698040" h="140750">
                <a:moveTo>
                  <a:pt x="0" y="109188"/>
                </a:moveTo>
                <a:lnTo>
                  <a:pt x="0" y="1831"/>
                </a:lnTo>
                <a:lnTo>
                  <a:pt x="14207" y="1831"/>
                </a:lnTo>
                <a:lnTo>
                  <a:pt x="14207" y="45916"/>
                </a:lnTo>
                <a:lnTo>
                  <a:pt x="70009" y="45916"/>
                </a:lnTo>
                <a:lnTo>
                  <a:pt x="70009" y="1831"/>
                </a:lnTo>
                <a:lnTo>
                  <a:pt x="84216" y="1831"/>
                </a:lnTo>
                <a:lnTo>
                  <a:pt x="84216" y="109188"/>
                </a:lnTo>
                <a:lnTo>
                  <a:pt x="70009" y="109188"/>
                </a:lnTo>
                <a:lnTo>
                  <a:pt x="70009" y="58585"/>
                </a:lnTo>
                <a:lnTo>
                  <a:pt x="14207" y="58585"/>
                </a:lnTo>
                <a:lnTo>
                  <a:pt x="14207" y="109188"/>
                </a:lnTo>
                <a:lnTo>
                  <a:pt x="0" y="109188"/>
                </a:lnTo>
                <a:close/>
                <a:moveTo>
                  <a:pt x="130857" y="140750"/>
                </a:moveTo>
                <a:cubicBezTo>
                  <a:pt x="123582" y="131572"/>
                  <a:pt x="117431" y="120832"/>
                  <a:pt x="112402" y="108529"/>
                </a:cubicBezTo>
                <a:cubicBezTo>
                  <a:pt x="107374" y="96226"/>
                  <a:pt x="104860" y="83484"/>
                  <a:pt x="104860" y="70302"/>
                </a:cubicBezTo>
                <a:cubicBezTo>
                  <a:pt x="104860" y="58683"/>
                  <a:pt x="106739" y="47551"/>
                  <a:pt x="110498" y="36909"/>
                </a:cubicBezTo>
                <a:cubicBezTo>
                  <a:pt x="114892" y="24557"/>
                  <a:pt x="121678" y="12254"/>
                  <a:pt x="130857" y="0"/>
                </a:cubicBezTo>
                <a:lnTo>
                  <a:pt x="140304" y="0"/>
                </a:lnTo>
                <a:cubicBezTo>
                  <a:pt x="134396" y="10155"/>
                  <a:pt x="130491" y="17405"/>
                  <a:pt x="128587" y="21750"/>
                </a:cubicBezTo>
                <a:cubicBezTo>
                  <a:pt x="125609" y="28487"/>
                  <a:pt x="123265" y="35517"/>
                  <a:pt x="121556" y="42840"/>
                </a:cubicBezTo>
                <a:cubicBezTo>
                  <a:pt x="119457" y="51970"/>
                  <a:pt x="118407" y="61148"/>
                  <a:pt x="118407" y="70375"/>
                </a:cubicBezTo>
                <a:cubicBezTo>
                  <a:pt x="118407" y="93858"/>
                  <a:pt x="125706" y="117316"/>
                  <a:pt x="140304" y="140750"/>
                </a:cubicBezTo>
                <a:lnTo>
                  <a:pt x="130857" y="140750"/>
                </a:lnTo>
                <a:close/>
                <a:moveTo>
                  <a:pt x="152504" y="74696"/>
                </a:moveTo>
                <a:lnTo>
                  <a:pt x="165905" y="73524"/>
                </a:lnTo>
                <a:cubicBezTo>
                  <a:pt x="166540" y="78894"/>
                  <a:pt x="168017" y="83301"/>
                  <a:pt x="170336" y="86742"/>
                </a:cubicBezTo>
                <a:cubicBezTo>
                  <a:pt x="172655" y="90184"/>
                  <a:pt x="176255" y="92967"/>
                  <a:pt x="181137" y="95091"/>
                </a:cubicBezTo>
                <a:cubicBezTo>
                  <a:pt x="186019" y="97214"/>
                  <a:pt x="191512" y="98276"/>
                  <a:pt x="197614" y="98276"/>
                </a:cubicBezTo>
                <a:cubicBezTo>
                  <a:pt x="203033" y="98276"/>
                  <a:pt x="207818" y="97471"/>
                  <a:pt x="211968" y="95860"/>
                </a:cubicBezTo>
                <a:cubicBezTo>
                  <a:pt x="216117" y="94249"/>
                  <a:pt x="219205" y="92039"/>
                  <a:pt x="221231" y="89232"/>
                </a:cubicBezTo>
                <a:cubicBezTo>
                  <a:pt x="223257" y="86425"/>
                  <a:pt x="224270" y="83362"/>
                  <a:pt x="224270" y="80042"/>
                </a:cubicBezTo>
                <a:cubicBezTo>
                  <a:pt x="224270" y="76673"/>
                  <a:pt x="223294" y="73732"/>
                  <a:pt x="221341" y="71217"/>
                </a:cubicBezTo>
                <a:cubicBezTo>
                  <a:pt x="219388" y="68703"/>
                  <a:pt x="216166" y="66592"/>
                  <a:pt x="211675" y="64883"/>
                </a:cubicBezTo>
                <a:cubicBezTo>
                  <a:pt x="208794" y="63760"/>
                  <a:pt x="202423" y="62015"/>
                  <a:pt x="192561" y="59647"/>
                </a:cubicBezTo>
                <a:cubicBezTo>
                  <a:pt x="182699" y="57279"/>
                  <a:pt x="175791" y="55045"/>
                  <a:pt x="171837" y="52946"/>
                </a:cubicBezTo>
                <a:cubicBezTo>
                  <a:pt x="166711" y="50261"/>
                  <a:pt x="162890" y="46929"/>
                  <a:pt x="160376" y="42950"/>
                </a:cubicBezTo>
                <a:cubicBezTo>
                  <a:pt x="157862" y="38971"/>
                  <a:pt x="156605" y="34516"/>
                  <a:pt x="156605" y="29585"/>
                </a:cubicBezTo>
                <a:cubicBezTo>
                  <a:pt x="156605" y="24166"/>
                  <a:pt x="158143" y="19101"/>
                  <a:pt x="161218" y="14390"/>
                </a:cubicBezTo>
                <a:cubicBezTo>
                  <a:pt x="164294" y="9679"/>
                  <a:pt x="168786" y="6103"/>
                  <a:pt x="174693" y="3662"/>
                </a:cubicBezTo>
                <a:cubicBezTo>
                  <a:pt x="180600" y="1221"/>
                  <a:pt x="187167" y="0"/>
                  <a:pt x="194392" y="0"/>
                </a:cubicBezTo>
                <a:cubicBezTo>
                  <a:pt x="202350" y="0"/>
                  <a:pt x="209368" y="1282"/>
                  <a:pt x="215446" y="3845"/>
                </a:cubicBezTo>
                <a:cubicBezTo>
                  <a:pt x="221524" y="6408"/>
                  <a:pt x="226199" y="10179"/>
                  <a:pt x="229470" y="15159"/>
                </a:cubicBezTo>
                <a:cubicBezTo>
                  <a:pt x="232741" y="20139"/>
                  <a:pt x="234498" y="25777"/>
                  <a:pt x="234742" y="32075"/>
                </a:cubicBezTo>
                <a:lnTo>
                  <a:pt x="221121" y="33101"/>
                </a:lnTo>
                <a:cubicBezTo>
                  <a:pt x="220389" y="26314"/>
                  <a:pt x="217911" y="21188"/>
                  <a:pt x="213688" y="17722"/>
                </a:cubicBezTo>
                <a:cubicBezTo>
                  <a:pt x="209465" y="14256"/>
                  <a:pt x="203229" y="12523"/>
                  <a:pt x="194978" y="12523"/>
                </a:cubicBezTo>
                <a:cubicBezTo>
                  <a:pt x="186385" y="12523"/>
                  <a:pt x="180124" y="14097"/>
                  <a:pt x="176194" y="17246"/>
                </a:cubicBezTo>
                <a:cubicBezTo>
                  <a:pt x="172264" y="20395"/>
                  <a:pt x="170299" y="24191"/>
                  <a:pt x="170299" y="28633"/>
                </a:cubicBezTo>
                <a:cubicBezTo>
                  <a:pt x="170299" y="32490"/>
                  <a:pt x="171690" y="35664"/>
                  <a:pt x="174473" y="38153"/>
                </a:cubicBezTo>
                <a:cubicBezTo>
                  <a:pt x="177207" y="40643"/>
                  <a:pt x="184347" y="43194"/>
                  <a:pt x="195893" y="45806"/>
                </a:cubicBezTo>
                <a:cubicBezTo>
                  <a:pt x="207439" y="48418"/>
                  <a:pt x="215361" y="50700"/>
                  <a:pt x="219657" y="52653"/>
                </a:cubicBezTo>
                <a:cubicBezTo>
                  <a:pt x="225906" y="55534"/>
                  <a:pt x="230519" y="59183"/>
                  <a:pt x="233498" y="63601"/>
                </a:cubicBezTo>
                <a:cubicBezTo>
                  <a:pt x="236476" y="68020"/>
                  <a:pt x="237965" y="73109"/>
                  <a:pt x="237965" y="78870"/>
                </a:cubicBezTo>
                <a:cubicBezTo>
                  <a:pt x="237965" y="84582"/>
                  <a:pt x="236329" y="89965"/>
                  <a:pt x="233058" y="95018"/>
                </a:cubicBezTo>
                <a:cubicBezTo>
                  <a:pt x="229787" y="100071"/>
                  <a:pt x="225088" y="104001"/>
                  <a:pt x="218961" y="106808"/>
                </a:cubicBezTo>
                <a:cubicBezTo>
                  <a:pt x="212834" y="109615"/>
                  <a:pt x="205938" y="111019"/>
                  <a:pt x="198273" y="111019"/>
                </a:cubicBezTo>
                <a:cubicBezTo>
                  <a:pt x="188558" y="111019"/>
                  <a:pt x="180417" y="109603"/>
                  <a:pt x="173851" y="106771"/>
                </a:cubicBezTo>
                <a:cubicBezTo>
                  <a:pt x="167284" y="103940"/>
                  <a:pt x="162134" y="99680"/>
                  <a:pt x="158399" y="93992"/>
                </a:cubicBezTo>
                <a:cubicBezTo>
                  <a:pt x="154664" y="88305"/>
                  <a:pt x="152699" y="81873"/>
                  <a:pt x="152504" y="74696"/>
                </a:cubicBezTo>
                <a:close/>
                <a:moveTo>
                  <a:pt x="308882" y="84143"/>
                </a:moveTo>
                <a:lnTo>
                  <a:pt x="322503" y="85827"/>
                </a:lnTo>
                <a:cubicBezTo>
                  <a:pt x="320355" y="93785"/>
                  <a:pt x="316376" y="99961"/>
                  <a:pt x="310566" y="104355"/>
                </a:cubicBezTo>
                <a:cubicBezTo>
                  <a:pt x="304757" y="108748"/>
                  <a:pt x="297336" y="110945"/>
                  <a:pt x="288304" y="110945"/>
                </a:cubicBezTo>
                <a:cubicBezTo>
                  <a:pt x="276929" y="110945"/>
                  <a:pt x="267909" y="107442"/>
                  <a:pt x="261245" y="100437"/>
                </a:cubicBezTo>
                <a:cubicBezTo>
                  <a:pt x="254581" y="93431"/>
                  <a:pt x="251249" y="83606"/>
                  <a:pt x="251249" y="70961"/>
                </a:cubicBezTo>
                <a:cubicBezTo>
                  <a:pt x="251249" y="57877"/>
                  <a:pt x="254618" y="47722"/>
                  <a:pt x="261355" y="40497"/>
                </a:cubicBezTo>
                <a:cubicBezTo>
                  <a:pt x="268092" y="33271"/>
                  <a:pt x="276831" y="29659"/>
                  <a:pt x="287572" y="29659"/>
                </a:cubicBezTo>
                <a:cubicBezTo>
                  <a:pt x="297970" y="29659"/>
                  <a:pt x="306465" y="33198"/>
                  <a:pt x="313056" y="40277"/>
                </a:cubicBezTo>
                <a:cubicBezTo>
                  <a:pt x="319647" y="47356"/>
                  <a:pt x="322942" y="57316"/>
                  <a:pt x="322942" y="70156"/>
                </a:cubicBezTo>
                <a:cubicBezTo>
                  <a:pt x="322942" y="70937"/>
                  <a:pt x="322918" y="72108"/>
                  <a:pt x="322869" y="73671"/>
                </a:cubicBezTo>
                <a:lnTo>
                  <a:pt x="264870" y="73671"/>
                </a:lnTo>
                <a:cubicBezTo>
                  <a:pt x="265358" y="82214"/>
                  <a:pt x="267775" y="88756"/>
                  <a:pt x="272120" y="93297"/>
                </a:cubicBezTo>
                <a:cubicBezTo>
                  <a:pt x="276465" y="97837"/>
                  <a:pt x="281884" y="100107"/>
                  <a:pt x="288377" y="100107"/>
                </a:cubicBezTo>
                <a:cubicBezTo>
                  <a:pt x="293210" y="100107"/>
                  <a:pt x="297336" y="98838"/>
                  <a:pt x="300753" y="96299"/>
                </a:cubicBezTo>
                <a:cubicBezTo>
                  <a:pt x="304171" y="93760"/>
                  <a:pt x="306880" y="89708"/>
                  <a:pt x="308882" y="84143"/>
                </a:cubicBezTo>
                <a:moveTo>
                  <a:pt x="265602" y="62832"/>
                </a:moveTo>
                <a:lnTo>
                  <a:pt x="309028" y="62832"/>
                </a:lnTo>
                <a:cubicBezTo>
                  <a:pt x="308443" y="56290"/>
                  <a:pt x="306783" y="51384"/>
                  <a:pt x="304049" y="48113"/>
                </a:cubicBezTo>
                <a:cubicBezTo>
                  <a:pt x="299850" y="43036"/>
                  <a:pt x="294407" y="40497"/>
                  <a:pt x="287718" y="40497"/>
                </a:cubicBezTo>
                <a:cubicBezTo>
                  <a:pt x="281664" y="40497"/>
                  <a:pt x="276575" y="42523"/>
                  <a:pt x="272449" y="46575"/>
                </a:cubicBezTo>
                <a:cubicBezTo>
                  <a:pt x="268324" y="50627"/>
                  <a:pt x="266042" y="56046"/>
                  <a:pt x="265602" y="62832"/>
                </a:cubicBezTo>
                <a:close/>
                <a:moveTo>
                  <a:pt x="389195" y="80701"/>
                </a:moveTo>
                <a:lnTo>
                  <a:pt x="402157" y="82385"/>
                </a:lnTo>
                <a:cubicBezTo>
                  <a:pt x="400741" y="91319"/>
                  <a:pt x="397116" y="98313"/>
                  <a:pt x="391282" y="103366"/>
                </a:cubicBezTo>
                <a:cubicBezTo>
                  <a:pt x="385448" y="108419"/>
                  <a:pt x="378283" y="110945"/>
                  <a:pt x="369788" y="110945"/>
                </a:cubicBezTo>
                <a:cubicBezTo>
                  <a:pt x="359145" y="110945"/>
                  <a:pt x="350590" y="107467"/>
                  <a:pt x="344121" y="100510"/>
                </a:cubicBezTo>
                <a:cubicBezTo>
                  <a:pt x="337652" y="93553"/>
                  <a:pt x="334418" y="83581"/>
                  <a:pt x="334418" y="70595"/>
                </a:cubicBezTo>
                <a:cubicBezTo>
                  <a:pt x="334418" y="62198"/>
                  <a:pt x="335809" y="54850"/>
                  <a:pt x="338592" y="48552"/>
                </a:cubicBezTo>
                <a:cubicBezTo>
                  <a:pt x="341375" y="42254"/>
                  <a:pt x="345610" y="37531"/>
                  <a:pt x="351298" y="34382"/>
                </a:cubicBezTo>
                <a:cubicBezTo>
                  <a:pt x="356985" y="31233"/>
                  <a:pt x="363173" y="29659"/>
                  <a:pt x="369862" y="29659"/>
                </a:cubicBezTo>
                <a:cubicBezTo>
                  <a:pt x="378308" y="29659"/>
                  <a:pt x="385216" y="31795"/>
                  <a:pt x="390586" y="36066"/>
                </a:cubicBezTo>
                <a:cubicBezTo>
                  <a:pt x="395956" y="40338"/>
                  <a:pt x="399398" y="46404"/>
                  <a:pt x="400912" y="54264"/>
                </a:cubicBezTo>
                <a:lnTo>
                  <a:pt x="388096" y="56242"/>
                </a:lnTo>
                <a:cubicBezTo>
                  <a:pt x="386876" y="51018"/>
                  <a:pt x="384715" y="47088"/>
                  <a:pt x="381615" y="44451"/>
                </a:cubicBezTo>
                <a:cubicBezTo>
                  <a:pt x="378515" y="41815"/>
                  <a:pt x="374768" y="40497"/>
                  <a:pt x="370374" y="40497"/>
                </a:cubicBezTo>
                <a:cubicBezTo>
                  <a:pt x="363735" y="40497"/>
                  <a:pt x="358340" y="42877"/>
                  <a:pt x="354190" y="47637"/>
                </a:cubicBezTo>
                <a:cubicBezTo>
                  <a:pt x="350040" y="52397"/>
                  <a:pt x="347965" y="59928"/>
                  <a:pt x="347965" y="70229"/>
                </a:cubicBezTo>
                <a:cubicBezTo>
                  <a:pt x="347965" y="80676"/>
                  <a:pt x="349967" y="88268"/>
                  <a:pt x="353970" y="93004"/>
                </a:cubicBezTo>
                <a:cubicBezTo>
                  <a:pt x="357974" y="97739"/>
                  <a:pt x="363198" y="100107"/>
                  <a:pt x="369642" y="100107"/>
                </a:cubicBezTo>
                <a:cubicBezTo>
                  <a:pt x="374817" y="100107"/>
                  <a:pt x="379138" y="98520"/>
                  <a:pt x="382604" y="95347"/>
                </a:cubicBezTo>
                <a:cubicBezTo>
                  <a:pt x="386070" y="92174"/>
                  <a:pt x="388267" y="87292"/>
                  <a:pt x="389195" y="80701"/>
                </a:cubicBezTo>
                <a:close/>
                <a:moveTo>
                  <a:pt x="413288" y="109188"/>
                </a:moveTo>
                <a:lnTo>
                  <a:pt x="413288" y="31416"/>
                </a:lnTo>
                <a:lnTo>
                  <a:pt x="425151" y="31416"/>
                </a:lnTo>
                <a:lnTo>
                  <a:pt x="425151" y="43206"/>
                </a:lnTo>
                <a:cubicBezTo>
                  <a:pt x="428178" y="37690"/>
                  <a:pt x="430973" y="34053"/>
                  <a:pt x="433536" y="32295"/>
                </a:cubicBezTo>
                <a:cubicBezTo>
                  <a:pt x="436099" y="30537"/>
                  <a:pt x="438919" y="29659"/>
                  <a:pt x="441994" y="29659"/>
                </a:cubicBezTo>
                <a:cubicBezTo>
                  <a:pt x="446437" y="29659"/>
                  <a:pt x="450953" y="31074"/>
                  <a:pt x="455542" y="33906"/>
                </a:cubicBezTo>
                <a:lnTo>
                  <a:pt x="451002" y="46136"/>
                </a:lnTo>
                <a:cubicBezTo>
                  <a:pt x="447780" y="44232"/>
                  <a:pt x="444558" y="43280"/>
                  <a:pt x="441335" y="43280"/>
                </a:cubicBezTo>
                <a:cubicBezTo>
                  <a:pt x="438455" y="43280"/>
                  <a:pt x="435867" y="44146"/>
                  <a:pt x="433573" y="45879"/>
                </a:cubicBezTo>
                <a:cubicBezTo>
                  <a:pt x="431278" y="47613"/>
                  <a:pt x="429643" y="50017"/>
                  <a:pt x="428666" y="53093"/>
                </a:cubicBezTo>
                <a:cubicBezTo>
                  <a:pt x="427202" y="57779"/>
                  <a:pt x="426469" y="62906"/>
                  <a:pt x="426469" y="68471"/>
                </a:cubicBezTo>
                <a:lnTo>
                  <a:pt x="426469" y="109188"/>
                </a:lnTo>
                <a:lnTo>
                  <a:pt x="413288" y="109188"/>
                </a:lnTo>
                <a:close/>
                <a:moveTo>
                  <a:pt x="516661" y="84143"/>
                </a:moveTo>
                <a:lnTo>
                  <a:pt x="530282" y="85827"/>
                </a:lnTo>
                <a:cubicBezTo>
                  <a:pt x="528134" y="93785"/>
                  <a:pt x="524155" y="99961"/>
                  <a:pt x="518345" y="104355"/>
                </a:cubicBezTo>
                <a:cubicBezTo>
                  <a:pt x="512536" y="108748"/>
                  <a:pt x="505115" y="110945"/>
                  <a:pt x="496083" y="110945"/>
                </a:cubicBezTo>
                <a:cubicBezTo>
                  <a:pt x="484708" y="110945"/>
                  <a:pt x="475688" y="107442"/>
                  <a:pt x="469024" y="100437"/>
                </a:cubicBezTo>
                <a:cubicBezTo>
                  <a:pt x="462360" y="93431"/>
                  <a:pt x="459028" y="83606"/>
                  <a:pt x="459028" y="70961"/>
                </a:cubicBezTo>
                <a:cubicBezTo>
                  <a:pt x="459028" y="57877"/>
                  <a:pt x="462397" y="47722"/>
                  <a:pt x="469134" y="40497"/>
                </a:cubicBezTo>
                <a:cubicBezTo>
                  <a:pt x="475871" y="33271"/>
                  <a:pt x="484610" y="29659"/>
                  <a:pt x="495351" y="29659"/>
                </a:cubicBezTo>
                <a:cubicBezTo>
                  <a:pt x="505749" y="29659"/>
                  <a:pt x="514244" y="33198"/>
                  <a:pt x="520835" y="40277"/>
                </a:cubicBezTo>
                <a:cubicBezTo>
                  <a:pt x="527426" y="47356"/>
                  <a:pt x="530721" y="57316"/>
                  <a:pt x="530721" y="70156"/>
                </a:cubicBezTo>
                <a:cubicBezTo>
                  <a:pt x="530721" y="70937"/>
                  <a:pt x="530697" y="72108"/>
                  <a:pt x="530648" y="73671"/>
                </a:cubicBezTo>
                <a:lnTo>
                  <a:pt x="472649" y="73671"/>
                </a:lnTo>
                <a:cubicBezTo>
                  <a:pt x="473137" y="82214"/>
                  <a:pt x="475554" y="88756"/>
                  <a:pt x="479899" y="93297"/>
                </a:cubicBezTo>
                <a:cubicBezTo>
                  <a:pt x="484244" y="97837"/>
                  <a:pt x="489663" y="100107"/>
                  <a:pt x="496156" y="100107"/>
                </a:cubicBezTo>
                <a:cubicBezTo>
                  <a:pt x="500989" y="100107"/>
                  <a:pt x="505115" y="98838"/>
                  <a:pt x="508532" y="96299"/>
                </a:cubicBezTo>
                <a:cubicBezTo>
                  <a:pt x="511950" y="93760"/>
                  <a:pt x="514659" y="89708"/>
                  <a:pt x="516661" y="84143"/>
                </a:cubicBezTo>
                <a:moveTo>
                  <a:pt x="473381" y="62832"/>
                </a:moveTo>
                <a:lnTo>
                  <a:pt x="516807" y="62832"/>
                </a:lnTo>
                <a:cubicBezTo>
                  <a:pt x="516221" y="56290"/>
                  <a:pt x="514562" y="51384"/>
                  <a:pt x="511828" y="48113"/>
                </a:cubicBezTo>
                <a:cubicBezTo>
                  <a:pt x="507629" y="43036"/>
                  <a:pt x="502186" y="40497"/>
                  <a:pt x="495497" y="40497"/>
                </a:cubicBezTo>
                <a:cubicBezTo>
                  <a:pt x="489443" y="40497"/>
                  <a:pt x="484354" y="42523"/>
                  <a:pt x="480228" y="46575"/>
                </a:cubicBezTo>
                <a:cubicBezTo>
                  <a:pt x="476103" y="50627"/>
                  <a:pt x="473821" y="56046"/>
                  <a:pt x="473381" y="62832"/>
                </a:cubicBezTo>
                <a:close/>
                <a:moveTo>
                  <a:pt x="575004" y="97398"/>
                </a:moveTo>
                <a:lnTo>
                  <a:pt x="576908" y="109041"/>
                </a:lnTo>
                <a:cubicBezTo>
                  <a:pt x="573198" y="109822"/>
                  <a:pt x="569878" y="110213"/>
                  <a:pt x="566949" y="110213"/>
                </a:cubicBezTo>
                <a:cubicBezTo>
                  <a:pt x="562164" y="110213"/>
                  <a:pt x="558454" y="109456"/>
                  <a:pt x="555818" y="107943"/>
                </a:cubicBezTo>
                <a:cubicBezTo>
                  <a:pt x="553181" y="106429"/>
                  <a:pt x="551326" y="104440"/>
                  <a:pt x="550252" y="101975"/>
                </a:cubicBezTo>
                <a:cubicBezTo>
                  <a:pt x="549178" y="99509"/>
                  <a:pt x="548641" y="94322"/>
                  <a:pt x="548641" y="86413"/>
                </a:cubicBezTo>
                <a:lnTo>
                  <a:pt x="548641" y="41669"/>
                </a:lnTo>
                <a:lnTo>
                  <a:pt x="538975" y="41669"/>
                </a:lnTo>
                <a:lnTo>
                  <a:pt x="538975" y="31416"/>
                </a:lnTo>
                <a:lnTo>
                  <a:pt x="548641" y="31416"/>
                </a:lnTo>
                <a:lnTo>
                  <a:pt x="548641" y="12156"/>
                </a:lnTo>
                <a:lnTo>
                  <a:pt x="561749" y="4247"/>
                </a:lnTo>
                <a:lnTo>
                  <a:pt x="561749" y="31416"/>
                </a:lnTo>
                <a:lnTo>
                  <a:pt x="575004" y="31416"/>
                </a:lnTo>
                <a:lnTo>
                  <a:pt x="575004" y="41669"/>
                </a:lnTo>
                <a:lnTo>
                  <a:pt x="561749" y="41669"/>
                </a:lnTo>
                <a:lnTo>
                  <a:pt x="561749" y="87145"/>
                </a:lnTo>
                <a:cubicBezTo>
                  <a:pt x="561749" y="90904"/>
                  <a:pt x="561981" y="93321"/>
                  <a:pt x="562445" y="94395"/>
                </a:cubicBezTo>
                <a:cubicBezTo>
                  <a:pt x="562909" y="95469"/>
                  <a:pt x="563666" y="96324"/>
                  <a:pt x="564715" y="96958"/>
                </a:cubicBezTo>
                <a:cubicBezTo>
                  <a:pt x="565765" y="97593"/>
                  <a:pt x="567266" y="97910"/>
                  <a:pt x="569219" y="97910"/>
                </a:cubicBezTo>
                <a:cubicBezTo>
                  <a:pt x="570684" y="97910"/>
                  <a:pt x="572612" y="97739"/>
                  <a:pt x="575004" y="97398"/>
                </a:cubicBezTo>
                <a:close/>
                <a:moveTo>
                  <a:pt x="583141" y="85973"/>
                </a:moveTo>
                <a:lnTo>
                  <a:pt x="596176" y="83923"/>
                </a:lnTo>
                <a:cubicBezTo>
                  <a:pt x="596908" y="89147"/>
                  <a:pt x="598946" y="93150"/>
                  <a:pt x="602291" y="95933"/>
                </a:cubicBezTo>
                <a:cubicBezTo>
                  <a:pt x="605635" y="98716"/>
                  <a:pt x="610309" y="100107"/>
                  <a:pt x="616314" y="100107"/>
                </a:cubicBezTo>
                <a:cubicBezTo>
                  <a:pt x="622368" y="100107"/>
                  <a:pt x="626860" y="98874"/>
                  <a:pt x="629789" y="96409"/>
                </a:cubicBezTo>
                <a:cubicBezTo>
                  <a:pt x="632718" y="93943"/>
                  <a:pt x="634183" y="91051"/>
                  <a:pt x="634183" y="87731"/>
                </a:cubicBezTo>
                <a:cubicBezTo>
                  <a:pt x="634183" y="84753"/>
                  <a:pt x="632889" y="82410"/>
                  <a:pt x="630301" y="80701"/>
                </a:cubicBezTo>
                <a:cubicBezTo>
                  <a:pt x="628495" y="79529"/>
                  <a:pt x="624004" y="78040"/>
                  <a:pt x="616827" y="76234"/>
                </a:cubicBezTo>
                <a:cubicBezTo>
                  <a:pt x="607160" y="73793"/>
                  <a:pt x="600460" y="71681"/>
                  <a:pt x="596725" y="69899"/>
                </a:cubicBezTo>
                <a:cubicBezTo>
                  <a:pt x="592990" y="68117"/>
                  <a:pt x="590159" y="65652"/>
                  <a:pt x="588230" y="62503"/>
                </a:cubicBezTo>
                <a:cubicBezTo>
                  <a:pt x="586302" y="59354"/>
                  <a:pt x="585337" y="55875"/>
                  <a:pt x="585337" y="52067"/>
                </a:cubicBezTo>
                <a:cubicBezTo>
                  <a:pt x="585337" y="48601"/>
                  <a:pt x="586131" y="45391"/>
                  <a:pt x="587717" y="42438"/>
                </a:cubicBezTo>
                <a:cubicBezTo>
                  <a:pt x="589304" y="39484"/>
                  <a:pt x="591464" y="37031"/>
                  <a:pt x="594198" y="35078"/>
                </a:cubicBezTo>
                <a:cubicBezTo>
                  <a:pt x="596249" y="33564"/>
                  <a:pt x="599044" y="32283"/>
                  <a:pt x="602583" y="31233"/>
                </a:cubicBezTo>
                <a:cubicBezTo>
                  <a:pt x="606123" y="30183"/>
                  <a:pt x="609919" y="29659"/>
                  <a:pt x="613971" y="29659"/>
                </a:cubicBezTo>
                <a:cubicBezTo>
                  <a:pt x="620073" y="29659"/>
                  <a:pt x="625432" y="30537"/>
                  <a:pt x="630045" y="32295"/>
                </a:cubicBezTo>
                <a:cubicBezTo>
                  <a:pt x="634659" y="34053"/>
                  <a:pt x="638064" y="36433"/>
                  <a:pt x="640261" y="39435"/>
                </a:cubicBezTo>
                <a:cubicBezTo>
                  <a:pt x="642458" y="42438"/>
                  <a:pt x="643971" y="46453"/>
                  <a:pt x="644801" y="51482"/>
                </a:cubicBezTo>
                <a:lnTo>
                  <a:pt x="631913" y="53239"/>
                </a:lnTo>
                <a:cubicBezTo>
                  <a:pt x="631327" y="49236"/>
                  <a:pt x="629630" y="46111"/>
                  <a:pt x="626823" y="43866"/>
                </a:cubicBezTo>
                <a:cubicBezTo>
                  <a:pt x="624016" y="41620"/>
                  <a:pt x="620049" y="40497"/>
                  <a:pt x="614923" y="40497"/>
                </a:cubicBezTo>
                <a:cubicBezTo>
                  <a:pt x="608869" y="40497"/>
                  <a:pt x="604548" y="41498"/>
                  <a:pt x="601961" y="43499"/>
                </a:cubicBezTo>
                <a:cubicBezTo>
                  <a:pt x="599373" y="45501"/>
                  <a:pt x="598080" y="47844"/>
                  <a:pt x="598080" y="50530"/>
                </a:cubicBezTo>
                <a:cubicBezTo>
                  <a:pt x="598080" y="52238"/>
                  <a:pt x="598617" y="53776"/>
                  <a:pt x="599691" y="55143"/>
                </a:cubicBezTo>
                <a:cubicBezTo>
                  <a:pt x="600765" y="56559"/>
                  <a:pt x="602449" y="57731"/>
                  <a:pt x="604744" y="58658"/>
                </a:cubicBezTo>
                <a:cubicBezTo>
                  <a:pt x="606062" y="59146"/>
                  <a:pt x="609943" y="60269"/>
                  <a:pt x="616388" y="62027"/>
                </a:cubicBezTo>
                <a:cubicBezTo>
                  <a:pt x="625712" y="64517"/>
                  <a:pt x="632218" y="66555"/>
                  <a:pt x="635904" y="68142"/>
                </a:cubicBezTo>
                <a:cubicBezTo>
                  <a:pt x="639590" y="69728"/>
                  <a:pt x="642482" y="72035"/>
                  <a:pt x="644582" y="75062"/>
                </a:cubicBezTo>
                <a:cubicBezTo>
                  <a:pt x="646681" y="78089"/>
                  <a:pt x="647730" y="81848"/>
                  <a:pt x="647730" y="86340"/>
                </a:cubicBezTo>
                <a:cubicBezTo>
                  <a:pt x="647730" y="90734"/>
                  <a:pt x="646449" y="94871"/>
                  <a:pt x="643886" y="98752"/>
                </a:cubicBezTo>
                <a:cubicBezTo>
                  <a:pt x="641323" y="102634"/>
                  <a:pt x="637625" y="105636"/>
                  <a:pt x="632791" y="107760"/>
                </a:cubicBezTo>
                <a:cubicBezTo>
                  <a:pt x="627958" y="109883"/>
                  <a:pt x="622490" y="110945"/>
                  <a:pt x="616388" y="110945"/>
                </a:cubicBezTo>
                <a:cubicBezTo>
                  <a:pt x="606282" y="110945"/>
                  <a:pt x="598580" y="108846"/>
                  <a:pt x="593283" y="104647"/>
                </a:cubicBezTo>
                <a:cubicBezTo>
                  <a:pt x="587986" y="100449"/>
                  <a:pt x="584605" y="94224"/>
                  <a:pt x="583141" y="85973"/>
                </a:cubicBezTo>
                <a:close/>
                <a:moveTo>
                  <a:pt x="672043" y="140750"/>
                </a:moveTo>
                <a:lnTo>
                  <a:pt x="662596" y="140750"/>
                </a:lnTo>
                <a:cubicBezTo>
                  <a:pt x="677194" y="117316"/>
                  <a:pt x="684493" y="93858"/>
                  <a:pt x="684493" y="70375"/>
                </a:cubicBezTo>
                <a:cubicBezTo>
                  <a:pt x="684493" y="61197"/>
                  <a:pt x="683443" y="52092"/>
                  <a:pt x="681344" y="43060"/>
                </a:cubicBezTo>
                <a:cubicBezTo>
                  <a:pt x="679684" y="35737"/>
                  <a:pt x="677365" y="28707"/>
                  <a:pt x="674387" y="21969"/>
                </a:cubicBezTo>
                <a:cubicBezTo>
                  <a:pt x="672483" y="17575"/>
                  <a:pt x="668553" y="10252"/>
                  <a:pt x="662596" y="0"/>
                </a:cubicBezTo>
                <a:lnTo>
                  <a:pt x="672043" y="0"/>
                </a:lnTo>
                <a:cubicBezTo>
                  <a:pt x="681222" y="12254"/>
                  <a:pt x="688008" y="24557"/>
                  <a:pt x="692402" y="36909"/>
                </a:cubicBezTo>
                <a:cubicBezTo>
                  <a:pt x="696161" y="47551"/>
                  <a:pt x="698040" y="58683"/>
                  <a:pt x="698040" y="70302"/>
                </a:cubicBezTo>
                <a:cubicBezTo>
                  <a:pt x="698040" y="83484"/>
                  <a:pt x="695514" y="96226"/>
                  <a:pt x="690461" y="108529"/>
                </a:cubicBezTo>
                <a:cubicBezTo>
                  <a:pt x="685408" y="120832"/>
                  <a:pt x="679269" y="131572"/>
                  <a:pt x="672043" y="14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Usage">
            <a:extLst xmlns:a="http://schemas.openxmlformats.org/drawingml/2006/main">
              <a:ext uri="{FF2B5EF4-FFF2-40B4-BE49-F238E27FC236}">
                <a16:creationId xmlns:a16="http://schemas.microsoft.com/office/drawing/2014/main" id="{4452E679-0A02-4F34-B1DD-3D6AA30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002" y="1911303"/>
            <a:ext cx="413778" cy="138920"/>
          </a:xfrm>
          <a:custGeom xmlns:a="http://schemas.openxmlformats.org/drawingml/2006/main">
            <a:pathLst>
              <a:path w="413778" h="138920">
                <a:moveTo>
                  <a:pt x="70229" y="0"/>
                </a:moveTo>
                <a:lnTo>
                  <a:pt x="84436" y="0"/>
                </a:lnTo>
                <a:lnTo>
                  <a:pt x="84436" y="62027"/>
                </a:lnTo>
                <a:cubicBezTo>
                  <a:pt x="84436" y="72816"/>
                  <a:pt x="83215" y="81384"/>
                  <a:pt x="80774" y="87731"/>
                </a:cubicBezTo>
                <a:cubicBezTo>
                  <a:pt x="78333" y="94078"/>
                  <a:pt x="73927" y="99241"/>
                  <a:pt x="67556" y="103219"/>
                </a:cubicBezTo>
                <a:cubicBezTo>
                  <a:pt x="61185" y="107198"/>
                  <a:pt x="52824" y="109188"/>
                  <a:pt x="42474" y="109188"/>
                </a:cubicBezTo>
                <a:cubicBezTo>
                  <a:pt x="32417" y="109188"/>
                  <a:pt x="24191" y="107455"/>
                  <a:pt x="17795" y="103988"/>
                </a:cubicBezTo>
                <a:cubicBezTo>
                  <a:pt x="11400" y="100522"/>
                  <a:pt x="6835" y="95506"/>
                  <a:pt x="4101" y="88939"/>
                </a:cubicBezTo>
                <a:cubicBezTo>
                  <a:pt x="1367" y="82373"/>
                  <a:pt x="0" y="73402"/>
                  <a:pt x="0" y="62027"/>
                </a:cubicBezTo>
                <a:lnTo>
                  <a:pt x="0" y="0"/>
                </a:lnTo>
                <a:lnTo>
                  <a:pt x="14207" y="0"/>
                </a:lnTo>
                <a:lnTo>
                  <a:pt x="14207" y="61954"/>
                </a:lnTo>
                <a:cubicBezTo>
                  <a:pt x="14207" y="71278"/>
                  <a:pt x="15073" y="78150"/>
                  <a:pt x="16807" y="82568"/>
                </a:cubicBezTo>
                <a:cubicBezTo>
                  <a:pt x="18540" y="86987"/>
                  <a:pt x="21518" y="90392"/>
                  <a:pt x="25741" y="92784"/>
                </a:cubicBezTo>
                <a:cubicBezTo>
                  <a:pt x="29964" y="95176"/>
                  <a:pt x="35127" y="96372"/>
                  <a:pt x="41229" y="96372"/>
                </a:cubicBezTo>
                <a:cubicBezTo>
                  <a:pt x="51677" y="96372"/>
                  <a:pt x="59122" y="94005"/>
                  <a:pt x="63565" y="89269"/>
                </a:cubicBezTo>
                <a:cubicBezTo>
                  <a:pt x="68007" y="84533"/>
                  <a:pt x="70229" y="75428"/>
                  <a:pt x="70229" y="61954"/>
                </a:cubicBezTo>
                <a:lnTo>
                  <a:pt x="70229" y="0"/>
                </a:lnTo>
                <a:close/>
                <a:moveTo>
                  <a:pt x="100612" y="84143"/>
                </a:moveTo>
                <a:lnTo>
                  <a:pt x="113647" y="82092"/>
                </a:lnTo>
                <a:cubicBezTo>
                  <a:pt x="114380" y="87316"/>
                  <a:pt x="116418" y="91319"/>
                  <a:pt x="119762" y="94102"/>
                </a:cubicBezTo>
                <a:cubicBezTo>
                  <a:pt x="123106" y="96885"/>
                  <a:pt x="127781" y="98276"/>
                  <a:pt x="133786" y="98276"/>
                </a:cubicBezTo>
                <a:cubicBezTo>
                  <a:pt x="139840" y="98276"/>
                  <a:pt x="144331" y="97044"/>
                  <a:pt x="147261" y="94578"/>
                </a:cubicBezTo>
                <a:cubicBezTo>
                  <a:pt x="150190" y="92113"/>
                  <a:pt x="151654" y="89220"/>
                  <a:pt x="151654" y="85900"/>
                </a:cubicBezTo>
                <a:cubicBezTo>
                  <a:pt x="151654" y="82922"/>
                  <a:pt x="150361" y="80579"/>
                  <a:pt x="147773" y="78870"/>
                </a:cubicBezTo>
                <a:cubicBezTo>
                  <a:pt x="145967" y="77698"/>
                  <a:pt x="141475" y="76209"/>
                  <a:pt x="134299" y="74403"/>
                </a:cubicBezTo>
                <a:cubicBezTo>
                  <a:pt x="124632" y="71962"/>
                  <a:pt x="117931" y="69850"/>
                  <a:pt x="114197" y="68068"/>
                </a:cubicBezTo>
                <a:cubicBezTo>
                  <a:pt x="110462" y="66286"/>
                  <a:pt x="107630" y="63821"/>
                  <a:pt x="105702" y="60672"/>
                </a:cubicBezTo>
                <a:cubicBezTo>
                  <a:pt x="103773" y="57523"/>
                  <a:pt x="102809" y="54045"/>
                  <a:pt x="102809" y="50237"/>
                </a:cubicBezTo>
                <a:cubicBezTo>
                  <a:pt x="102809" y="46770"/>
                  <a:pt x="103603" y="43560"/>
                  <a:pt x="105189" y="40607"/>
                </a:cubicBezTo>
                <a:cubicBezTo>
                  <a:pt x="106776" y="37653"/>
                  <a:pt x="108936" y="35200"/>
                  <a:pt x="111670" y="33247"/>
                </a:cubicBezTo>
                <a:cubicBezTo>
                  <a:pt x="113721" y="31734"/>
                  <a:pt x="116516" y="30452"/>
                  <a:pt x="120055" y="29402"/>
                </a:cubicBezTo>
                <a:cubicBezTo>
                  <a:pt x="123595" y="28353"/>
                  <a:pt x="127390" y="27828"/>
                  <a:pt x="131443" y="27828"/>
                </a:cubicBezTo>
                <a:cubicBezTo>
                  <a:pt x="137545" y="27828"/>
                  <a:pt x="142903" y="28707"/>
                  <a:pt x="147517" y="30464"/>
                </a:cubicBezTo>
                <a:cubicBezTo>
                  <a:pt x="152130" y="32222"/>
                  <a:pt x="155536" y="34602"/>
                  <a:pt x="157733" y="37604"/>
                </a:cubicBezTo>
                <a:cubicBezTo>
                  <a:pt x="159930" y="40607"/>
                  <a:pt x="161443" y="44622"/>
                  <a:pt x="162273" y="49651"/>
                </a:cubicBezTo>
                <a:lnTo>
                  <a:pt x="149384" y="51408"/>
                </a:lnTo>
                <a:cubicBezTo>
                  <a:pt x="148798" y="47405"/>
                  <a:pt x="147102" y="44280"/>
                  <a:pt x="144295" y="42035"/>
                </a:cubicBezTo>
                <a:cubicBezTo>
                  <a:pt x="141488" y="39789"/>
                  <a:pt x="137521" y="38666"/>
                  <a:pt x="132395" y="38666"/>
                </a:cubicBezTo>
                <a:cubicBezTo>
                  <a:pt x="126341" y="38666"/>
                  <a:pt x="122020" y="39667"/>
                  <a:pt x="119433" y="41669"/>
                </a:cubicBezTo>
                <a:cubicBezTo>
                  <a:pt x="116845" y="43670"/>
                  <a:pt x="115551" y="46014"/>
                  <a:pt x="115551" y="48699"/>
                </a:cubicBezTo>
                <a:cubicBezTo>
                  <a:pt x="115551" y="50408"/>
                  <a:pt x="116088" y="51945"/>
                  <a:pt x="117163" y="53312"/>
                </a:cubicBezTo>
                <a:cubicBezTo>
                  <a:pt x="118237" y="54728"/>
                  <a:pt x="119921" y="55900"/>
                  <a:pt x="122215" y="56827"/>
                </a:cubicBezTo>
                <a:cubicBezTo>
                  <a:pt x="123534" y="57316"/>
                  <a:pt x="127415" y="58439"/>
                  <a:pt x="133859" y="60196"/>
                </a:cubicBezTo>
                <a:cubicBezTo>
                  <a:pt x="143184" y="62686"/>
                  <a:pt x="149689" y="64724"/>
                  <a:pt x="153375" y="66311"/>
                </a:cubicBezTo>
                <a:cubicBezTo>
                  <a:pt x="157061" y="67898"/>
                  <a:pt x="159954" y="70204"/>
                  <a:pt x="162053" y="73231"/>
                </a:cubicBezTo>
                <a:cubicBezTo>
                  <a:pt x="164153" y="76258"/>
                  <a:pt x="165202" y="80017"/>
                  <a:pt x="165202" y="84509"/>
                </a:cubicBezTo>
                <a:cubicBezTo>
                  <a:pt x="165202" y="88903"/>
                  <a:pt x="163921" y="93040"/>
                  <a:pt x="161358" y="96922"/>
                </a:cubicBezTo>
                <a:cubicBezTo>
                  <a:pt x="158794" y="100803"/>
                  <a:pt x="155096" y="103805"/>
                  <a:pt x="150263" y="105929"/>
                </a:cubicBezTo>
                <a:cubicBezTo>
                  <a:pt x="145430" y="108053"/>
                  <a:pt x="139962" y="109115"/>
                  <a:pt x="133859" y="109115"/>
                </a:cubicBezTo>
                <a:cubicBezTo>
                  <a:pt x="123753" y="109115"/>
                  <a:pt x="116052" y="107015"/>
                  <a:pt x="110755" y="102817"/>
                </a:cubicBezTo>
                <a:cubicBezTo>
                  <a:pt x="105458" y="98618"/>
                  <a:pt x="102077" y="92393"/>
                  <a:pt x="100612" y="84143"/>
                </a:cubicBezTo>
                <a:close/>
                <a:moveTo>
                  <a:pt x="231623" y="97764"/>
                </a:moveTo>
                <a:cubicBezTo>
                  <a:pt x="226741" y="101913"/>
                  <a:pt x="222042" y="104843"/>
                  <a:pt x="217526" y="106551"/>
                </a:cubicBezTo>
                <a:cubicBezTo>
                  <a:pt x="213010" y="108260"/>
                  <a:pt x="208165" y="109115"/>
                  <a:pt x="202990" y="109115"/>
                </a:cubicBezTo>
                <a:cubicBezTo>
                  <a:pt x="194446" y="109115"/>
                  <a:pt x="187879" y="107027"/>
                  <a:pt x="183290" y="102853"/>
                </a:cubicBezTo>
                <a:cubicBezTo>
                  <a:pt x="178701" y="98679"/>
                  <a:pt x="176407" y="93345"/>
                  <a:pt x="176407" y="86852"/>
                </a:cubicBezTo>
                <a:cubicBezTo>
                  <a:pt x="176407" y="83044"/>
                  <a:pt x="177273" y="79566"/>
                  <a:pt x="179006" y="76417"/>
                </a:cubicBezTo>
                <a:cubicBezTo>
                  <a:pt x="180739" y="73268"/>
                  <a:pt x="183010" y="70741"/>
                  <a:pt x="185817" y="68837"/>
                </a:cubicBezTo>
                <a:cubicBezTo>
                  <a:pt x="188624" y="66933"/>
                  <a:pt x="191785" y="65493"/>
                  <a:pt x="195300" y="64517"/>
                </a:cubicBezTo>
                <a:cubicBezTo>
                  <a:pt x="197888" y="63833"/>
                  <a:pt x="201793" y="63174"/>
                  <a:pt x="207017" y="62539"/>
                </a:cubicBezTo>
                <a:cubicBezTo>
                  <a:pt x="217660" y="61270"/>
                  <a:pt x="225496" y="59757"/>
                  <a:pt x="230524" y="57999"/>
                </a:cubicBezTo>
                <a:cubicBezTo>
                  <a:pt x="230573" y="56193"/>
                  <a:pt x="230598" y="55045"/>
                  <a:pt x="230598" y="54557"/>
                </a:cubicBezTo>
                <a:cubicBezTo>
                  <a:pt x="230598" y="49187"/>
                  <a:pt x="229353" y="45403"/>
                  <a:pt x="226863" y="43206"/>
                </a:cubicBezTo>
                <a:cubicBezTo>
                  <a:pt x="223494" y="40228"/>
                  <a:pt x="218490" y="38739"/>
                  <a:pt x="211851" y="38739"/>
                </a:cubicBezTo>
                <a:cubicBezTo>
                  <a:pt x="205650" y="38739"/>
                  <a:pt x="201073" y="39826"/>
                  <a:pt x="198120" y="41998"/>
                </a:cubicBezTo>
                <a:cubicBezTo>
                  <a:pt x="195166" y="44171"/>
                  <a:pt x="192981" y="48015"/>
                  <a:pt x="191565" y="53532"/>
                </a:cubicBezTo>
                <a:lnTo>
                  <a:pt x="178677" y="51774"/>
                </a:lnTo>
                <a:cubicBezTo>
                  <a:pt x="179848" y="46258"/>
                  <a:pt x="181777" y="41803"/>
                  <a:pt x="184462" y="38410"/>
                </a:cubicBezTo>
                <a:cubicBezTo>
                  <a:pt x="187147" y="35017"/>
                  <a:pt x="191028" y="32405"/>
                  <a:pt x="196106" y="30574"/>
                </a:cubicBezTo>
                <a:cubicBezTo>
                  <a:pt x="201183" y="28743"/>
                  <a:pt x="207066" y="27828"/>
                  <a:pt x="213755" y="27828"/>
                </a:cubicBezTo>
                <a:cubicBezTo>
                  <a:pt x="220394" y="27828"/>
                  <a:pt x="225789" y="28609"/>
                  <a:pt x="229939" y="30171"/>
                </a:cubicBezTo>
                <a:cubicBezTo>
                  <a:pt x="234088" y="31734"/>
                  <a:pt x="237140" y="33699"/>
                  <a:pt x="239093" y="36066"/>
                </a:cubicBezTo>
                <a:cubicBezTo>
                  <a:pt x="241045" y="38434"/>
                  <a:pt x="242412" y="41424"/>
                  <a:pt x="243193" y="45037"/>
                </a:cubicBezTo>
                <a:cubicBezTo>
                  <a:pt x="243633" y="47283"/>
                  <a:pt x="243853" y="51335"/>
                  <a:pt x="243853" y="57194"/>
                </a:cubicBezTo>
                <a:lnTo>
                  <a:pt x="243853" y="74769"/>
                </a:lnTo>
                <a:cubicBezTo>
                  <a:pt x="243853" y="87023"/>
                  <a:pt x="244133" y="94773"/>
                  <a:pt x="244695" y="98020"/>
                </a:cubicBezTo>
                <a:cubicBezTo>
                  <a:pt x="245256" y="101267"/>
                  <a:pt x="246367" y="104379"/>
                  <a:pt x="248027" y="107357"/>
                </a:cubicBezTo>
                <a:lnTo>
                  <a:pt x="234259" y="107357"/>
                </a:lnTo>
                <a:cubicBezTo>
                  <a:pt x="232892" y="104623"/>
                  <a:pt x="232014" y="101425"/>
                  <a:pt x="231623" y="97764"/>
                </a:cubicBezTo>
                <a:moveTo>
                  <a:pt x="230524" y="68325"/>
                </a:moveTo>
                <a:cubicBezTo>
                  <a:pt x="225740" y="70278"/>
                  <a:pt x="218563" y="71937"/>
                  <a:pt x="208994" y="73304"/>
                </a:cubicBezTo>
                <a:cubicBezTo>
                  <a:pt x="203575" y="74086"/>
                  <a:pt x="199743" y="74964"/>
                  <a:pt x="197497" y="75941"/>
                </a:cubicBezTo>
                <a:cubicBezTo>
                  <a:pt x="195251" y="76917"/>
                  <a:pt x="193518" y="78345"/>
                  <a:pt x="192298" y="80225"/>
                </a:cubicBezTo>
                <a:cubicBezTo>
                  <a:pt x="191077" y="82104"/>
                  <a:pt x="190467" y="84192"/>
                  <a:pt x="190467" y="86486"/>
                </a:cubicBezTo>
                <a:cubicBezTo>
                  <a:pt x="190467" y="90001"/>
                  <a:pt x="191797" y="92930"/>
                  <a:pt x="194458" y="95274"/>
                </a:cubicBezTo>
                <a:cubicBezTo>
                  <a:pt x="197119" y="97617"/>
                  <a:pt x="201012" y="98789"/>
                  <a:pt x="206138" y="98789"/>
                </a:cubicBezTo>
                <a:cubicBezTo>
                  <a:pt x="211216" y="98789"/>
                  <a:pt x="215732" y="97678"/>
                  <a:pt x="219686" y="95457"/>
                </a:cubicBezTo>
                <a:cubicBezTo>
                  <a:pt x="223641" y="93236"/>
                  <a:pt x="226546" y="90196"/>
                  <a:pt x="228401" y="86340"/>
                </a:cubicBezTo>
                <a:cubicBezTo>
                  <a:pt x="229817" y="83362"/>
                  <a:pt x="230524" y="78968"/>
                  <a:pt x="230524" y="73158"/>
                </a:cubicBezTo>
                <a:lnTo>
                  <a:pt x="230524" y="68325"/>
                </a:lnTo>
                <a:close/>
                <a:moveTo>
                  <a:pt x="261260" y="113801"/>
                </a:moveTo>
                <a:lnTo>
                  <a:pt x="274075" y="115705"/>
                </a:lnTo>
                <a:cubicBezTo>
                  <a:pt x="274612" y="119660"/>
                  <a:pt x="276101" y="122540"/>
                  <a:pt x="278542" y="124347"/>
                </a:cubicBezTo>
                <a:cubicBezTo>
                  <a:pt x="281813" y="126788"/>
                  <a:pt x="286280" y="128008"/>
                  <a:pt x="291943" y="128008"/>
                </a:cubicBezTo>
                <a:cubicBezTo>
                  <a:pt x="298046" y="128008"/>
                  <a:pt x="302757" y="126788"/>
                  <a:pt x="306077" y="124347"/>
                </a:cubicBezTo>
                <a:cubicBezTo>
                  <a:pt x="309397" y="121906"/>
                  <a:pt x="311643" y="118488"/>
                  <a:pt x="312814" y="114094"/>
                </a:cubicBezTo>
                <a:cubicBezTo>
                  <a:pt x="313498" y="111409"/>
                  <a:pt x="313815" y="105770"/>
                  <a:pt x="313766" y="97178"/>
                </a:cubicBezTo>
                <a:cubicBezTo>
                  <a:pt x="308006" y="103964"/>
                  <a:pt x="300829" y="107357"/>
                  <a:pt x="292236" y="107357"/>
                </a:cubicBezTo>
                <a:cubicBezTo>
                  <a:pt x="281545" y="107357"/>
                  <a:pt x="273270" y="103500"/>
                  <a:pt x="267411" y="95786"/>
                </a:cubicBezTo>
                <a:cubicBezTo>
                  <a:pt x="261553" y="88073"/>
                  <a:pt x="258623" y="78821"/>
                  <a:pt x="258623" y="68032"/>
                </a:cubicBezTo>
                <a:cubicBezTo>
                  <a:pt x="258623" y="60611"/>
                  <a:pt x="259966" y="53764"/>
                  <a:pt x="262651" y="47490"/>
                </a:cubicBezTo>
                <a:cubicBezTo>
                  <a:pt x="265336" y="41217"/>
                  <a:pt x="269230" y="36372"/>
                  <a:pt x="274331" y="32954"/>
                </a:cubicBezTo>
                <a:cubicBezTo>
                  <a:pt x="279433" y="29537"/>
                  <a:pt x="285426" y="27828"/>
                  <a:pt x="292310" y="27828"/>
                </a:cubicBezTo>
                <a:cubicBezTo>
                  <a:pt x="301488" y="27828"/>
                  <a:pt x="309055" y="31538"/>
                  <a:pt x="315011" y="38959"/>
                </a:cubicBezTo>
                <a:lnTo>
                  <a:pt x="315011" y="29585"/>
                </a:lnTo>
                <a:lnTo>
                  <a:pt x="327168" y="29585"/>
                </a:lnTo>
                <a:lnTo>
                  <a:pt x="327168" y="96812"/>
                </a:lnTo>
                <a:cubicBezTo>
                  <a:pt x="327168" y="108919"/>
                  <a:pt x="325935" y="117500"/>
                  <a:pt x="323470" y="122552"/>
                </a:cubicBezTo>
                <a:cubicBezTo>
                  <a:pt x="321004" y="127605"/>
                  <a:pt x="317098" y="131597"/>
                  <a:pt x="311753" y="134526"/>
                </a:cubicBezTo>
                <a:cubicBezTo>
                  <a:pt x="306407" y="137455"/>
                  <a:pt x="299828" y="138920"/>
                  <a:pt x="292017" y="138920"/>
                </a:cubicBezTo>
                <a:cubicBezTo>
                  <a:pt x="282741" y="138920"/>
                  <a:pt x="275247" y="136833"/>
                  <a:pt x="269535" y="132658"/>
                </a:cubicBezTo>
                <a:cubicBezTo>
                  <a:pt x="263823" y="128484"/>
                  <a:pt x="261064" y="122199"/>
                  <a:pt x="261260" y="113801"/>
                </a:cubicBezTo>
                <a:moveTo>
                  <a:pt x="272171" y="67080"/>
                </a:moveTo>
                <a:cubicBezTo>
                  <a:pt x="272171" y="77283"/>
                  <a:pt x="274197" y="84729"/>
                  <a:pt x="278249" y="89415"/>
                </a:cubicBezTo>
                <a:cubicBezTo>
                  <a:pt x="282301" y="94102"/>
                  <a:pt x="287379" y="96446"/>
                  <a:pt x="293481" y="96446"/>
                </a:cubicBezTo>
                <a:cubicBezTo>
                  <a:pt x="299535" y="96446"/>
                  <a:pt x="304612" y="94114"/>
                  <a:pt x="308713" y="89452"/>
                </a:cubicBezTo>
                <a:cubicBezTo>
                  <a:pt x="312814" y="84790"/>
                  <a:pt x="314865" y="77479"/>
                  <a:pt x="314865" y="67519"/>
                </a:cubicBezTo>
                <a:cubicBezTo>
                  <a:pt x="314865" y="57999"/>
                  <a:pt x="312753" y="50822"/>
                  <a:pt x="308530" y="45989"/>
                </a:cubicBezTo>
                <a:cubicBezTo>
                  <a:pt x="304307" y="41156"/>
                  <a:pt x="299218" y="38739"/>
                  <a:pt x="293262" y="38739"/>
                </a:cubicBezTo>
                <a:cubicBezTo>
                  <a:pt x="287403" y="38739"/>
                  <a:pt x="282423" y="41119"/>
                  <a:pt x="278322" y="45879"/>
                </a:cubicBezTo>
                <a:cubicBezTo>
                  <a:pt x="274222" y="50639"/>
                  <a:pt x="272171" y="57706"/>
                  <a:pt x="272171" y="67080"/>
                </a:cubicBezTo>
                <a:close/>
                <a:moveTo>
                  <a:pt x="399718" y="82312"/>
                </a:moveTo>
                <a:lnTo>
                  <a:pt x="413339" y="83996"/>
                </a:lnTo>
                <a:cubicBezTo>
                  <a:pt x="411191" y="91954"/>
                  <a:pt x="407212" y="98130"/>
                  <a:pt x="401402" y="102524"/>
                </a:cubicBezTo>
                <a:cubicBezTo>
                  <a:pt x="395593" y="106918"/>
                  <a:pt x="388172" y="109115"/>
                  <a:pt x="379140" y="109115"/>
                </a:cubicBezTo>
                <a:cubicBezTo>
                  <a:pt x="367765" y="109115"/>
                  <a:pt x="358745" y="105612"/>
                  <a:pt x="352081" y="98606"/>
                </a:cubicBezTo>
                <a:cubicBezTo>
                  <a:pt x="345417" y="91600"/>
                  <a:pt x="342085" y="81775"/>
                  <a:pt x="342085" y="69130"/>
                </a:cubicBezTo>
                <a:cubicBezTo>
                  <a:pt x="342085" y="56046"/>
                  <a:pt x="345454" y="45892"/>
                  <a:pt x="352191" y="38666"/>
                </a:cubicBezTo>
                <a:cubicBezTo>
                  <a:pt x="358928" y="31441"/>
                  <a:pt x="367667" y="27828"/>
                  <a:pt x="378408" y="27828"/>
                </a:cubicBezTo>
                <a:cubicBezTo>
                  <a:pt x="388807" y="27828"/>
                  <a:pt x="397301" y="31367"/>
                  <a:pt x="403892" y="38446"/>
                </a:cubicBezTo>
                <a:cubicBezTo>
                  <a:pt x="410483" y="45525"/>
                  <a:pt x="413778" y="55485"/>
                  <a:pt x="413778" y="68325"/>
                </a:cubicBezTo>
                <a:cubicBezTo>
                  <a:pt x="413778" y="69106"/>
                  <a:pt x="413754" y="70278"/>
                  <a:pt x="413705" y="71840"/>
                </a:cubicBezTo>
                <a:lnTo>
                  <a:pt x="355706" y="71840"/>
                </a:lnTo>
                <a:cubicBezTo>
                  <a:pt x="356194" y="80383"/>
                  <a:pt x="358611" y="86925"/>
                  <a:pt x="362956" y="91466"/>
                </a:cubicBezTo>
                <a:cubicBezTo>
                  <a:pt x="367301" y="96006"/>
                  <a:pt x="372720" y="98276"/>
                  <a:pt x="379213" y="98276"/>
                </a:cubicBezTo>
                <a:cubicBezTo>
                  <a:pt x="384047" y="98276"/>
                  <a:pt x="388172" y="97007"/>
                  <a:pt x="391589" y="94468"/>
                </a:cubicBezTo>
                <a:cubicBezTo>
                  <a:pt x="395007" y="91930"/>
                  <a:pt x="397716" y="87877"/>
                  <a:pt x="399718" y="82312"/>
                </a:cubicBezTo>
                <a:moveTo>
                  <a:pt x="356438" y="61002"/>
                </a:moveTo>
                <a:lnTo>
                  <a:pt x="399865" y="61002"/>
                </a:lnTo>
                <a:cubicBezTo>
                  <a:pt x="399279" y="54460"/>
                  <a:pt x="397619" y="49553"/>
                  <a:pt x="394885" y="46282"/>
                </a:cubicBezTo>
                <a:cubicBezTo>
                  <a:pt x="390686" y="41205"/>
                  <a:pt x="385243" y="38666"/>
                  <a:pt x="378554" y="38666"/>
                </a:cubicBezTo>
                <a:cubicBezTo>
                  <a:pt x="372500" y="38666"/>
                  <a:pt x="367411" y="40692"/>
                  <a:pt x="363286" y="44744"/>
                </a:cubicBezTo>
                <a:cubicBezTo>
                  <a:pt x="359160" y="48796"/>
                  <a:pt x="356878" y="54216"/>
                  <a:pt x="356438" y="6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Batch_ID">
            <a:extLst xmlns:a="http://schemas.openxmlformats.org/drawingml/2006/main">
              <a:ext uri="{FF2B5EF4-FFF2-40B4-BE49-F238E27FC236}">
                <a16:creationId xmlns:a16="http://schemas.microsoft.com/office/drawing/2014/main" id="{9E7D0CEB-053E-405C-9D0B-6070F3A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00" y="1911303"/>
            <a:ext cx="597106" cy="137162"/>
          </a:xfrm>
          <a:custGeom xmlns:a="http://schemas.openxmlformats.org/drawingml/2006/main">
            <a:pathLst>
              <a:path w="597106" h="137162">
                <a:moveTo>
                  <a:pt x="0" y="107357"/>
                </a:moveTo>
                <a:lnTo>
                  <a:pt x="0" y="0"/>
                </a:lnTo>
                <a:lnTo>
                  <a:pt x="40277" y="0"/>
                </a:lnTo>
                <a:cubicBezTo>
                  <a:pt x="48479" y="0"/>
                  <a:pt x="55058" y="1086"/>
                  <a:pt x="60013" y="3259"/>
                </a:cubicBezTo>
                <a:cubicBezTo>
                  <a:pt x="64968" y="5431"/>
                  <a:pt x="68850" y="8776"/>
                  <a:pt x="71657" y="13291"/>
                </a:cubicBezTo>
                <a:cubicBezTo>
                  <a:pt x="74464" y="17807"/>
                  <a:pt x="75868" y="22531"/>
                  <a:pt x="75868" y="27462"/>
                </a:cubicBezTo>
                <a:cubicBezTo>
                  <a:pt x="75868" y="32051"/>
                  <a:pt x="74623" y="36372"/>
                  <a:pt x="72133" y="40424"/>
                </a:cubicBezTo>
                <a:cubicBezTo>
                  <a:pt x="69643" y="44476"/>
                  <a:pt x="65884" y="47747"/>
                  <a:pt x="60855" y="50237"/>
                </a:cubicBezTo>
                <a:cubicBezTo>
                  <a:pt x="67348" y="52141"/>
                  <a:pt x="72340" y="55387"/>
                  <a:pt x="75831" y="59976"/>
                </a:cubicBezTo>
                <a:cubicBezTo>
                  <a:pt x="79322" y="64566"/>
                  <a:pt x="81067" y="69985"/>
                  <a:pt x="81067" y="76234"/>
                </a:cubicBezTo>
                <a:cubicBezTo>
                  <a:pt x="81067" y="81262"/>
                  <a:pt x="80005" y="85937"/>
                  <a:pt x="77881" y="90258"/>
                </a:cubicBezTo>
                <a:cubicBezTo>
                  <a:pt x="75758" y="94578"/>
                  <a:pt x="73134" y="97910"/>
                  <a:pt x="70009" y="100254"/>
                </a:cubicBezTo>
                <a:cubicBezTo>
                  <a:pt x="66885" y="102597"/>
                  <a:pt x="62967" y="104367"/>
                  <a:pt x="58255" y="105563"/>
                </a:cubicBezTo>
                <a:cubicBezTo>
                  <a:pt x="53544" y="106759"/>
                  <a:pt x="47771" y="107357"/>
                  <a:pt x="40936" y="107357"/>
                </a:cubicBezTo>
                <a:lnTo>
                  <a:pt x="0" y="107357"/>
                </a:lnTo>
                <a:moveTo>
                  <a:pt x="14207" y="45110"/>
                </a:moveTo>
                <a:lnTo>
                  <a:pt x="37421" y="45110"/>
                </a:lnTo>
                <a:cubicBezTo>
                  <a:pt x="43719" y="45110"/>
                  <a:pt x="48235" y="44695"/>
                  <a:pt x="50969" y="43866"/>
                </a:cubicBezTo>
                <a:cubicBezTo>
                  <a:pt x="54582" y="42791"/>
                  <a:pt x="57303" y="41009"/>
                  <a:pt x="59134" y="38520"/>
                </a:cubicBezTo>
                <a:cubicBezTo>
                  <a:pt x="60965" y="36030"/>
                  <a:pt x="61880" y="32905"/>
                  <a:pt x="61880" y="29146"/>
                </a:cubicBezTo>
                <a:cubicBezTo>
                  <a:pt x="61880" y="25582"/>
                  <a:pt x="61026" y="22445"/>
                  <a:pt x="59317" y="19736"/>
                </a:cubicBezTo>
                <a:cubicBezTo>
                  <a:pt x="57609" y="17026"/>
                  <a:pt x="55168" y="15171"/>
                  <a:pt x="51994" y="14170"/>
                </a:cubicBezTo>
                <a:cubicBezTo>
                  <a:pt x="48821" y="13169"/>
                  <a:pt x="43377" y="12669"/>
                  <a:pt x="35664" y="12669"/>
                </a:cubicBezTo>
                <a:lnTo>
                  <a:pt x="14207" y="12669"/>
                </a:lnTo>
                <a:lnTo>
                  <a:pt x="14207" y="45110"/>
                </a:lnTo>
                <a:moveTo>
                  <a:pt x="14207" y="94688"/>
                </a:moveTo>
                <a:lnTo>
                  <a:pt x="40936" y="94688"/>
                </a:lnTo>
                <a:cubicBezTo>
                  <a:pt x="45525" y="94688"/>
                  <a:pt x="48748" y="94517"/>
                  <a:pt x="50603" y="94175"/>
                </a:cubicBezTo>
                <a:cubicBezTo>
                  <a:pt x="53874" y="93590"/>
                  <a:pt x="56608" y="92613"/>
                  <a:pt x="58805" y="91246"/>
                </a:cubicBezTo>
                <a:cubicBezTo>
                  <a:pt x="61002" y="89879"/>
                  <a:pt x="62808" y="87890"/>
                  <a:pt x="64224" y="85278"/>
                </a:cubicBezTo>
                <a:cubicBezTo>
                  <a:pt x="65640" y="82666"/>
                  <a:pt x="66348" y="79651"/>
                  <a:pt x="66348" y="76234"/>
                </a:cubicBezTo>
                <a:cubicBezTo>
                  <a:pt x="66348" y="72230"/>
                  <a:pt x="65322" y="68752"/>
                  <a:pt x="63272" y="65798"/>
                </a:cubicBezTo>
                <a:cubicBezTo>
                  <a:pt x="61221" y="62845"/>
                  <a:pt x="58378" y="60770"/>
                  <a:pt x="54740" y="59574"/>
                </a:cubicBezTo>
                <a:cubicBezTo>
                  <a:pt x="51103" y="58378"/>
                  <a:pt x="45867" y="57779"/>
                  <a:pt x="39032" y="57779"/>
                </a:cubicBezTo>
                <a:lnTo>
                  <a:pt x="14207" y="57779"/>
                </a:lnTo>
                <a:lnTo>
                  <a:pt x="14207" y="94688"/>
                </a:lnTo>
                <a:close/>
                <a:moveTo>
                  <a:pt x="149641" y="97764"/>
                </a:moveTo>
                <a:cubicBezTo>
                  <a:pt x="144759" y="101913"/>
                  <a:pt x="140060" y="104843"/>
                  <a:pt x="135544" y="106551"/>
                </a:cubicBezTo>
                <a:cubicBezTo>
                  <a:pt x="131028" y="108260"/>
                  <a:pt x="126182" y="109115"/>
                  <a:pt x="121007" y="109115"/>
                </a:cubicBezTo>
                <a:cubicBezTo>
                  <a:pt x="112464" y="109115"/>
                  <a:pt x="105897" y="107027"/>
                  <a:pt x="101308" y="102853"/>
                </a:cubicBezTo>
                <a:cubicBezTo>
                  <a:pt x="96719" y="98679"/>
                  <a:pt x="94425" y="93345"/>
                  <a:pt x="94425" y="86852"/>
                </a:cubicBezTo>
                <a:cubicBezTo>
                  <a:pt x="94425" y="83044"/>
                  <a:pt x="95291" y="79566"/>
                  <a:pt x="97024" y="76417"/>
                </a:cubicBezTo>
                <a:cubicBezTo>
                  <a:pt x="98757" y="73268"/>
                  <a:pt x="101028" y="70741"/>
                  <a:pt x="103835" y="68837"/>
                </a:cubicBezTo>
                <a:cubicBezTo>
                  <a:pt x="106642" y="66933"/>
                  <a:pt x="109803" y="65493"/>
                  <a:pt x="113318" y="64517"/>
                </a:cubicBezTo>
                <a:cubicBezTo>
                  <a:pt x="115906" y="63833"/>
                  <a:pt x="119811" y="63174"/>
                  <a:pt x="125035" y="62539"/>
                </a:cubicBezTo>
                <a:cubicBezTo>
                  <a:pt x="135678" y="61270"/>
                  <a:pt x="143514" y="59757"/>
                  <a:pt x="148542" y="57999"/>
                </a:cubicBezTo>
                <a:cubicBezTo>
                  <a:pt x="148591" y="56193"/>
                  <a:pt x="148616" y="55045"/>
                  <a:pt x="148616" y="54557"/>
                </a:cubicBezTo>
                <a:cubicBezTo>
                  <a:pt x="148616" y="49187"/>
                  <a:pt x="147371" y="45403"/>
                  <a:pt x="144881" y="43206"/>
                </a:cubicBezTo>
                <a:cubicBezTo>
                  <a:pt x="141512" y="40228"/>
                  <a:pt x="136508" y="38739"/>
                  <a:pt x="129868" y="38739"/>
                </a:cubicBezTo>
                <a:cubicBezTo>
                  <a:pt x="123668" y="38739"/>
                  <a:pt x="119091" y="39826"/>
                  <a:pt x="116138" y="41998"/>
                </a:cubicBezTo>
                <a:cubicBezTo>
                  <a:pt x="113184" y="44171"/>
                  <a:pt x="110999" y="48015"/>
                  <a:pt x="109583" y="53532"/>
                </a:cubicBezTo>
                <a:lnTo>
                  <a:pt x="96695" y="51774"/>
                </a:lnTo>
                <a:cubicBezTo>
                  <a:pt x="97866" y="46258"/>
                  <a:pt x="99795" y="41803"/>
                  <a:pt x="102480" y="38410"/>
                </a:cubicBezTo>
                <a:cubicBezTo>
                  <a:pt x="105165" y="35017"/>
                  <a:pt x="109046" y="32405"/>
                  <a:pt x="114124" y="30574"/>
                </a:cubicBezTo>
                <a:cubicBezTo>
                  <a:pt x="119201" y="28743"/>
                  <a:pt x="125084" y="27828"/>
                  <a:pt x="131772" y="27828"/>
                </a:cubicBezTo>
                <a:cubicBezTo>
                  <a:pt x="138412" y="27828"/>
                  <a:pt x="143807" y="28609"/>
                  <a:pt x="147957" y="30171"/>
                </a:cubicBezTo>
                <a:cubicBezTo>
                  <a:pt x="152106" y="31734"/>
                  <a:pt x="155158" y="33699"/>
                  <a:pt x="157110" y="36066"/>
                </a:cubicBezTo>
                <a:cubicBezTo>
                  <a:pt x="159063" y="38434"/>
                  <a:pt x="160430" y="41424"/>
                  <a:pt x="161211" y="45037"/>
                </a:cubicBezTo>
                <a:cubicBezTo>
                  <a:pt x="161651" y="47283"/>
                  <a:pt x="161870" y="51335"/>
                  <a:pt x="161870" y="57194"/>
                </a:cubicBezTo>
                <a:lnTo>
                  <a:pt x="161870" y="74769"/>
                </a:lnTo>
                <a:cubicBezTo>
                  <a:pt x="161870" y="87023"/>
                  <a:pt x="162151" y="94773"/>
                  <a:pt x="162713" y="98020"/>
                </a:cubicBezTo>
                <a:cubicBezTo>
                  <a:pt x="163274" y="101267"/>
                  <a:pt x="164385" y="104379"/>
                  <a:pt x="166045" y="107357"/>
                </a:cubicBezTo>
                <a:lnTo>
                  <a:pt x="152277" y="107357"/>
                </a:lnTo>
                <a:cubicBezTo>
                  <a:pt x="150910" y="104623"/>
                  <a:pt x="150031" y="101425"/>
                  <a:pt x="149641" y="97764"/>
                </a:cubicBezTo>
                <a:moveTo>
                  <a:pt x="148542" y="68325"/>
                </a:moveTo>
                <a:cubicBezTo>
                  <a:pt x="143758" y="70278"/>
                  <a:pt x="136581" y="71937"/>
                  <a:pt x="127012" y="73304"/>
                </a:cubicBezTo>
                <a:cubicBezTo>
                  <a:pt x="121593" y="74086"/>
                  <a:pt x="117761" y="74964"/>
                  <a:pt x="115515" y="75941"/>
                </a:cubicBezTo>
                <a:cubicBezTo>
                  <a:pt x="113269" y="76917"/>
                  <a:pt x="111536" y="78345"/>
                  <a:pt x="110316" y="80225"/>
                </a:cubicBezTo>
                <a:cubicBezTo>
                  <a:pt x="109095" y="82104"/>
                  <a:pt x="108485" y="84192"/>
                  <a:pt x="108485" y="86486"/>
                </a:cubicBezTo>
                <a:cubicBezTo>
                  <a:pt x="108485" y="90001"/>
                  <a:pt x="109815" y="92930"/>
                  <a:pt x="112476" y="95274"/>
                </a:cubicBezTo>
                <a:cubicBezTo>
                  <a:pt x="115137" y="97617"/>
                  <a:pt x="119030" y="98789"/>
                  <a:pt x="124156" y="98789"/>
                </a:cubicBezTo>
                <a:cubicBezTo>
                  <a:pt x="129234" y="98789"/>
                  <a:pt x="133750" y="97678"/>
                  <a:pt x="137704" y="95457"/>
                </a:cubicBezTo>
                <a:cubicBezTo>
                  <a:pt x="141659" y="93236"/>
                  <a:pt x="144564" y="90196"/>
                  <a:pt x="146419" y="86340"/>
                </a:cubicBezTo>
                <a:cubicBezTo>
                  <a:pt x="147835" y="83362"/>
                  <a:pt x="148542" y="78968"/>
                  <a:pt x="148542" y="73158"/>
                </a:cubicBezTo>
                <a:lnTo>
                  <a:pt x="148542" y="68325"/>
                </a:lnTo>
                <a:close/>
                <a:moveTo>
                  <a:pt x="210474" y="95567"/>
                </a:moveTo>
                <a:lnTo>
                  <a:pt x="212378" y="107211"/>
                </a:lnTo>
                <a:cubicBezTo>
                  <a:pt x="208668" y="107992"/>
                  <a:pt x="205348" y="108382"/>
                  <a:pt x="202419" y="108382"/>
                </a:cubicBezTo>
                <a:cubicBezTo>
                  <a:pt x="197634" y="108382"/>
                  <a:pt x="193924" y="107626"/>
                  <a:pt x="191288" y="106112"/>
                </a:cubicBezTo>
                <a:cubicBezTo>
                  <a:pt x="188651" y="104599"/>
                  <a:pt x="186796" y="102609"/>
                  <a:pt x="185722" y="100144"/>
                </a:cubicBezTo>
                <a:cubicBezTo>
                  <a:pt x="184648" y="97678"/>
                  <a:pt x="184111" y="92491"/>
                  <a:pt x="184111" y="84582"/>
                </a:cubicBezTo>
                <a:lnTo>
                  <a:pt x="184111" y="39838"/>
                </a:lnTo>
                <a:lnTo>
                  <a:pt x="174444" y="39838"/>
                </a:lnTo>
                <a:lnTo>
                  <a:pt x="174444" y="29585"/>
                </a:lnTo>
                <a:lnTo>
                  <a:pt x="184111" y="29585"/>
                </a:lnTo>
                <a:lnTo>
                  <a:pt x="184111" y="10326"/>
                </a:lnTo>
                <a:lnTo>
                  <a:pt x="197219" y="2417"/>
                </a:lnTo>
                <a:lnTo>
                  <a:pt x="197219" y="29585"/>
                </a:lnTo>
                <a:lnTo>
                  <a:pt x="210474" y="29585"/>
                </a:lnTo>
                <a:lnTo>
                  <a:pt x="210474" y="39838"/>
                </a:lnTo>
                <a:lnTo>
                  <a:pt x="197219" y="39838"/>
                </a:lnTo>
                <a:lnTo>
                  <a:pt x="197219" y="85314"/>
                </a:lnTo>
                <a:cubicBezTo>
                  <a:pt x="197219" y="89074"/>
                  <a:pt x="197451" y="91490"/>
                  <a:pt x="197915" y="92564"/>
                </a:cubicBezTo>
                <a:cubicBezTo>
                  <a:pt x="198379" y="93638"/>
                  <a:pt x="199135" y="94493"/>
                  <a:pt x="200185" y="95127"/>
                </a:cubicBezTo>
                <a:cubicBezTo>
                  <a:pt x="201235" y="95762"/>
                  <a:pt x="202736" y="96079"/>
                  <a:pt x="204689" y="96079"/>
                </a:cubicBezTo>
                <a:cubicBezTo>
                  <a:pt x="206153" y="96079"/>
                  <a:pt x="208082" y="95909"/>
                  <a:pt x="210474" y="95567"/>
                </a:cubicBezTo>
                <a:close/>
                <a:moveTo>
                  <a:pt x="274632" y="78870"/>
                </a:moveTo>
                <a:lnTo>
                  <a:pt x="287594" y="80554"/>
                </a:lnTo>
                <a:cubicBezTo>
                  <a:pt x="286178" y="89489"/>
                  <a:pt x="282553" y="96482"/>
                  <a:pt x="276719" y="101535"/>
                </a:cubicBezTo>
                <a:cubicBezTo>
                  <a:pt x="270885" y="106588"/>
                  <a:pt x="263721" y="109115"/>
                  <a:pt x="255226" y="109115"/>
                </a:cubicBezTo>
                <a:cubicBezTo>
                  <a:pt x="244583" y="109115"/>
                  <a:pt x="236027" y="105636"/>
                  <a:pt x="229558" y="98679"/>
                </a:cubicBezTo>
                <a:cubicBezTo>
                  <a:pt x="223090" y="91722"/>
                  <a:pt x="219855" y="81750"/>
                  <a:pt x="219855" y="68764"/>
                </a:cubicBezTo>
                <a:cubicBezTo>
                  <a:pt x="219855" y="60367"/>
                  <a:pt x="221247" y="53019"/>
                  <a:pt x="224029" y="46722"/>
                </a:cubicBezTo>
                <a:cubicBezTo>
                  <a:pt x="226812" y="40424"/>
                  <a:pt x="231047" y="35700"/>
                  <a:pt x="236735" y="32551"/>
                </a:cubicBezTo>
                <a:cubicBezTo>
                  <a:pt x="242423" y="29402"/>
                  <a:pt x="248611" y="27828"/>
                  <a:pt x="255299" y="27828"/>
                </a:cubicBezTo>
                <a:cubicBezTo>
                  <a:pt x="263745" y="27828"/>
                  <a:pt x="270653" y="29964"/>
                  <a:pt x="276024" y="34236"/>
                </a:cubicBezTo>
                <a:cubicBezTo>
                  <a:pt x="281394" y="38507"/>
                  <a:pt x="284836" y="44573"/>
                  <a:pt x="286349" y="52434"/>
                </a:cubicBezTo>
                <a:lnTo>
                  <a:pt x="273534" y="54411"/>
                </a:lnTo>
                <a:cubicBezTo>
                  <a:pt x="272313" y="49187"/>
                  <a:pt x="270153" y="45257"/>
                  <a:pt x="267053" y="42621"/>
                </a:cubicBezTo>
                <a:cubicBezTo>
                  <a:pt x="263953" y="39984"/>
                  <a:pt x="260206" y="38666"/>
                  <a:pt x="255812" y="38666"/>
                </a:cubicBezTo>
                <a:cubicBezTo>
                  <a:pt x="249172" y="38666"/>
                  <a:pt x="243777" y="41046"/>
                  <a:pt x="239628" y="45806"/>
                </a:cubicBezTo>
                <a:cubicBezTo>
                  <a:pt x="235478" y="50566"/>
                  <a:pt x="233403" y="58097"/>
                  <a:pt x="233403" y="68398"/>
                </a:cubicBezTo>
                <a:cubicBezTo>
                  <a:pt x="233403" y="78846"/>
                  <a:pt x="235405" y="86437"/>
                  <a:pt x="239408" y="91173"/>
                </a:cubicBezTo>
                <a:cubicBezTo>
                  <a:pt x="243411" y="95909"/>
                  <a:pt x="248635" y="98276"/>
                  <a:pt x="255079" y="98276"/>
                </a:cubicBezTo>
                <a:cubicBezTo>
                  <a:pt x="260254" y="98276"/>
                  <a:pt x="264575" y="96690"/>
                  <a:pt x="268041" y="93516"/>
                </a:cubicBezTo>
                <a:cubicBezTo>
                  <a:pt x="271508" y="90343"/>
                  <a:pt x="273705" y="85461"/>
                  <a:pt x="274632" y="78870"/>
                </a:cubicBezTo>
                <a:close/>
                <a:moveTo>
                  <a:pt x="298872" y="107357"/>
                </a:moveTo>
                <a:lnTo>
                  <a:pt x="298872" y="0"/>
                </a:lnTo>
                <a:lnTo>
                  <a:pt x="312053" y="0"/>
                </a:lnTo>
                <a:lnTo>
                  <a:pt x="312053" y="38520"/>
                </a:lnTo>
                <a:cubicBezTo>
                  <a:pt x="318205" y="31392"/>
                  <a:pt x="325967" y="27828"/>
                  <a:pt x="335341" y="27828"/>
                </a:cubicBezTo>
                <a:cubicBezTo>
                  <a:pt x="341102" y="27828"/>
                  <a:pt x="346106" y="28963"/>
                  <a:pt x="350353" y="31233"/>
                </a:cubicBezTo>
                <a:cubicBezTo>
                  <a:pt x="354601" y="33503"/>
                  <a:pt x="357640" y="36640"/>
                  <a:pt x="359471" y="40643"/>
                </a:cubicBezTo>
                <a:cubicBezTo>
                  <a:pt x="361301" y="44647"/>
                  <a:pt x="362217" y="50456"/>
                  <a:pt x="362217" y="58072"/>
                </a:cubicBezTo>
                <a:lnTo>
                  <a:pt x="362217" y="107357"/>
                </a:lnTo>
                <a:lnTo>
                  <a:pt x="349035" y="107357"/>
                </a:lnTo>
                <a:lnTo>
                  <a:pt x="349035" y="58072"/>
                </a:lnTo>
                <a:cubicBezTo>
                  <a:pt x="349035" y="51482"/>
                  <a:pt x="347607" y="46685"/>
                  <a:pt x="344751" y="43682"/>
                </a:cubicBezTo>
                <a:cubicBezTo>
                  <a:pt x="341895" y="40680"/>
                  <a:pt x="337855" y="39179"/>
                  <a:pt x="332631" y="39179"/>
                </a:cubicBezTo>
                <a:cubicBezTo>
                  <a:pt x="328726" y="39179"/>
                  <a:pt x="325052" y="40192"/>
                  <a:pt x="321610" y="42218"/>
                </a:cubicBezTo>
                <a:cubicBezTo>
                  <a:pt x="318168" y="44244"/>
                  <a:pt x="315715" y="46990"/>
                  <a:pt x="314250" y="50456"/>
                </a:cubicBezTo>
                <a:cubicBezTo>
                  <a:pt x="312786" y="53923"/>
                  <a:pt x="312053" y="58707"/>
                  <a:pt x="312053" y="64810"/>
                </a:cubicBezTo>
                <a:lnTo>
                  <a:pt x="312053" y="107357"/>
                </a:lnTo>
                <a:lnTo>
                  <a:pt x="298872" y="107357"/>
                </a:lnTo>
                <a:close/>
                <a:moveTo>
                  <a:pt x="369518" y="137162"/>
                </a:moveTo>
                <a:lnTo>
                  <a:pt x="369518" y="127642"/>
                </a:lnTo>
                <a:lnTo>
                  <a:pt x="456883" y="127642"/>
                </a:lnTo>
                <a:lnTo>
                  <a:pt x="456883" y="137162"/>
                </a:lnTo>
                <a:lnTo>
                  <a:pt x="369518" y="137162"/>
                </a:lnTo>
                <a:close/>
                <a:moveTo>
                  <a:pt x="468578" y="107357"/>
                </a:moveTo>
                <a:lnTo>
                  <a:pt x="468578" y="0"/>
                </a:lnTo>
                <a:lnTo>
                  <a:pt x="482785" y="0"/>
                </a:lnTo>
                <a:lnTo>
                  <a:pt x="482785" y="107357"/>
                </a:lnTo>
                <a:lnTo>
                  <a:pt x="468578" y="107357"/>
                </a:lnTo>
                <a:close/>
                <a:moveTo>
                  <a:pt x="508350" y="107357"/>
                </a:moveTo>
                <a:lnTo>
                  <a:pt x="508350" y="0"/>
                </a:lnTo>
                <a:lnTo>
                  <a:pt x="545332" y="0"/>
                </a:lnTo>
                <a:cubicBezTo>
                  <a:pt x="553680" y="0"/>
                  <a:pt x="560051" y="513"/>
                  <a:pt x="564445" y="1538"/>
                </a:cubicBezTo>
                <a:cubicBezTo>
                  <a:pt x="570597" y="2954"/>
                  <a:pt x="575845" y="5517"/>
                  <a:pt x="580190" y="9227"/>
                </a:cubicBezTo>
                <a:cubicBezTo>
                  <a:pt x="585853" y="14012"/>
                  <a:pt x="590088" y="20126"/>
                  <a:pt x="592896" y="27572"/>
                </a:cubicBezTo>
                <a:cubicBezTo>
                  <a:pt x="595703" y="35017"/>
                  <a:pt x="597106" y="43524"/>
                  <a:pt x="597106" y="53093"/>
                </a:cubicBezTo>
                <a:cubicBezTo>
                  <a:pt x="597106" y="61246"/>
                  <a:pt x="596154" y="68471"/>
                  <a:pt x="594250" y="74769"/>
                </a:cubicBezTo>
                <a:cubicBezTo>
                  <a:pt x="592346" y="81067"/>
                  <a:pt x="589905" y="86279"/>
                  <a:pt x="586927" y="90404"/>
                </a:cubicBezTo>
                <a:cubicBezTo>
                  <a:pt x="583949" y="94529"/>
                  <a:pt x="580690" y="97776"/>
                  <a:pt x="577151" y="100144"/>
                </a:cubicBezTo>
                <a:cubicBezTo>
                  <a:pt x="573611" y="102512"/>
                  <a:pt x="569340" y="104306"/>
                  <a:pt x="564335" y="105526"/>
                </a:cubicBezTo>
                <a:cubicBezTo>
                  <a:pt x="559331" y="106747"/>
                  <a:pt x="553583" y="107357"/>
                  <a:pt x="547089" y="107357"/>
                </a:cubicBezTo>
                <a:lnTo>
                  <a:pt x="508350" y="107357"/>
                </a:lnTo>
                <a:moveTo>
                  <a:pt x="522557" y="94688"/>
                </a:moveTo>
                <a:lnTo>
                  <a:pt x="545478" y="94688"/>
                </a:lnTo>
                <a:cubicBezTo>
                  <a:pt x="552557" y="94688"/>
                  <a:pt x="558111" y="94029"/>
                  <a:pt x="562138" y="92711"/>
                </a:cubicBezTo>
                <a:cubicBezTo>
                  <a:pt x="566166" y="91393"/>
                  <a:pt x="569376" y="89537"/>
                  <a:pt x="571768" y="87145"/>
                </a:cubicBezTo>
                <a:cubicBezTo>
                  <a:pt x="575137" y="83777"/>
                  <a:pt x="577761" y="79248"/>
                  <a:pt x="579641" y="73561"/>
                </a:cubicBezTo>
                <a:cubicBezTo>
                  <a:pt x="581520" y="67873"/>
                  <a:pt x="582460" y="60977"/>
                  <a:pt x="582460" y="52873"/>
                </a:cubicBezTo>
                <a:cubicBezTo>
                  <a:pt x="582460" y="41644"/>
                  <a:pt x="580617" y="33015"/>
                  <a:pt x="576931" y="26986"/>
                </a:cubicBezTo>
                <a:cubicBezTo>
                  <a:pt x="573245" y="20956"/>
                  <a:pt x="568766" y="16916"/>
                  <a:pt x="563493" y="14866"/>
                </a:cubicBezTo>
                <a:cubicBezTo>
                  <a:pt x="559685" y="13401"/>
                  <a:pt x="553558" y="12669"/>
                  <a:pt x="545112" y="12669"/>
                </a:cubicBezTo>
                <a:lnTo>
                  <a:pt x="522557" y="12669"/>
                </a:lnTo>
                <a:lnTo>
                  <a:pt x="522557" y="94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B07D8-FA94-4C8E-BFFB-BD127F35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304" y="1598495"/>
            <a:ext cx="2017881" cy="490836"/>
          </a:xfrm>
          <a:custGeom xmlns:a="http://schemas.openxmlformats.org/drawingml/2006/main">
            <a:pathLst>
              <a:path w="2017881" h="490836">
                <a:moveTo>
                  <a:pt x="0" y="0"/>
                </a:moveTo>
                <a:lnTo>
                  <a:pt x="2017881" y="0"/>
                </a:lnTo>
                <a:lnTo>
                  <a:pt x="2017881" y="490836"/>
                </a:lnTo>
                <a:lnTo>
                  <a:pt x="0" y="4908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E3191-85DA-459A-A11B-ED91BAB3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771" y="1582899"/>
            <a:ext cx="10" cy="511496"/>
          </a:xfrm>
          <a:custGeom xmlns:a="http://schemas.openxmlformats.org/drawingml/2006/main">
            <a:pathLst>
              <a:path w="1" h="511496" fill="none">
                <a:moveTo>
                  <a:pt x="0" y="0"/>
                </a:moveTo>
                <a:lnTo>
                  <a:pt x="0" y="511496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10BF3-BA9E-40B8-A40A-7072B61C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18" y="1838647"/>
            <a:ext cx="2029544" cy="10"/>
          </a:xfrm>
          <a:custGeom xmlns:a="http://schemas.openxmlformats.org/drawingml/2006/main">
            <a:pathLst>
              <a:path w="2029544" h="1" fill="none">
                <a:moveTo>
                  <a:pt x="0" y="0"/>
                </a:moveTo>
                <a:lnTo>
                  <a:pt x="20295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7FF1DE-392F-4B56-8C58-07254B5C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567" y="1582899"/>
            <a:ext cx="10" cy="511496"/>
          </a:xfrm>
          <a:custGeom xmlns:a="http://schemas.openxmlformats.org/drawingml/2006/main">
            <a:pathLst>
              <a:path w="1" h="511496" fill="none">
                <a:moveTo>
                  <a:pt x="0" y="0"/>
                </a:moveTo>
                <a:lnTo>
                  <a:pt x="0" y="511496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44B8F-7F92-4489-A940-080751AC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13" y="1582899"/>
            <a:ext cx="10" cy="511496"/>
          </a:xfrm>
          <a:custGeom xmlns:a="http://schemas.openxmlformats.org/drawingml/2006/main">
            <a:pathLst>
              <a:path w="1" h="511496" fill="none">
                <a:moveTo>
                  <a:pt x="0" y="0"/>
                </a:moveTo>
                <a:lnTo>
                  <a:pt x="0" y="511496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2A460-538F-42FA-A967-2AC6682D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18" y="1589148"/>
            <a:ext cx="2029544" cy="10"/>
          </a:xfrm>
          <a:custGeom xmlns:a="http://schemas.openxmlformats.org/drawingml/2006/main">
            <a:pathLst>
              <a:path w="2029544" h="1" fill="none">
                <a:moveTo>
                  <a:pt x="0" y="0"/>
                </a:moveTo>
                <a:lnTo>
                  <a:pt x="20295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D8A73-265E-44C0-BF1E-AEBFDDD4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18" y="2088146"/>
            <a:ext cx="2029544" cy="10"/>
          </a:xfrm>
          <a:custGeom xmlns:a="http://schemas.openxmlformats.org/drawingml/2006/main">
            <a:pathLst>
              <a:path w="2029544" h="1" fill="none">
                <a:moveTo>
                  <a:pt x="0" y="0"/>
                </a:moveTo>
                <a:lnTo>
                  <a:pt x="20295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000000"/>
            </a:solidFill>
            <a:round/>
          </a:ln>
        </p:spPr>
      </p:sp>
      <p:sp>
        <p:nvSpPr>
          <p:cNvPr id="131" name="Text ZKLPRegion">
            <a:extLst xmlns:a="http://schemas.openxmlformats.org/drawingml/2006/main">
              <a:ext uri="{FF2B5EF4-FFF2-40B4-BE49-F238E27FC236}">
                <a16:creationId xmlns:a16="http://schemas.microsoft.com/office/drawing/2014/main" id="{18EE3726-148D-4EB6-89C1-147E6EF7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071" y="1644070"/>
            <a:ext cx="873212" cy="138920"/>
          </a:xfrm>
          <a:custGeom xmlns:a="http://schemas.openxmlformats.org/drawingml/2006/main">
            <a:pathLst>
              <a:path w="873212" h="138920">
                <a:moveTo>
                  <a:pt x="0" y="107357"/>
                </a:moveTo>
                <a:lnTo>
                  <a:pt x="0" y="94175"/>
                </a:lnTo>
                <a:lnTo>
                  <a:pt x="54997" y="25411"/>
                </a:lnTo>
                <a:cubicBezTo>
                  <a:pt x="58902" y="20529"/>
                  <a:pt x="62613" y="16282"/>
                  <a:pt x="66128" y="12669"/>
                </a:cubicBezTo>
                <a:lnTo>
                  <a:pt x="6225" y="12669"/>
                </a:lnTo>
                <a:lnTo>
                  <a:pt x="6225" y="0"/>
                </a:lnTo>
                <a:lnTo>
                  <a:pt x="83117" y="0"/>
                </a:lnTo>
                <a:lnTo>
                  <a:pt x="83117" y="12669"/>
                </a:lnTo>
                <a:lnTo>
                  <a:pt x="22848" y="87145"/>
                </a:lnTo>
                <a:lnTo>
                  <a:pt x="16331" y="94688"/>
                </a:lnTo>
                <a:lnTo>
                  <a:pt x="84875" y="94688"/>
                </a:lnTo>
                <a:lnTo>
                  <a:pt x="84875" y="107357"/>
                </a:lnTo>
                <a:lnTo>
                  <a:pt x="0" y="107357"/>
                </a:lnTo>
                <a:close/>
                <a:moveTo>
                  <a:pt x="100158" y="107357"/>
                </a:moveTo>
                <a:lnTo>
                  <a:pt x="100158" y="0"/>
                </a:lnTo>
                <a:lnTo>
                  <a:pt x="114365" y="0"/>
                </a:lnTo>
                <a:lnTo>
                  <a:pt x="114365" y="53239"/>
                </a:lnTo>
                <a:lnTo>
                  <a:pt x="167678" y="0"/>
                </a:lnTo>
                <a:lnTo>
                  <a:pt x="186937" y="0"/>
                </a:lnTo>
                <a:lnTo>
                  <a:pt x="141900" y="43499"/>
                </a:lnTo>
                <a:lnTo>
                  <a:pt x="188915" y="107357"/>
                </a:lnTo>
                <a:lnTo>
                  <a:pt x="170167" y="107357"/>
                </a:lnTo>
                <a:lnTo>
                  <a:pt x="131941" y="53019"/>
                </a:lnTo>
                <a:lnTo>
                  <a:pt x="114365" y="70156"/>
                </a:lnTo>
                <a:lnTo>
                  <a:pt x="114365" y="107357"/>
                </a:lnTo>
                <a:lnTo>
                  <a:pt x="100158" y="107357"/>
                </a:lnTo>
                <a:close/>
                <a:moveTo>
                  <a:pt x="200134" y="107357"/>
                </a:moveTo>
                <a:lnTo>
                  <a:pt x="200134" y="0"/>
                </a:lnTo>
                <a:lnTo>
                  <a:pt x="214341" y="0"/>
                </a:lnTo>
                <a:lnTo>
                  <a:pt x="214341" y="94688"/>
                </a:lnTo>
                <a:lnTo>
                  <a:pt x="267213" y="94688"/>
                </a:lnTo>
                <a:lnTo>
                  <a:pt x="267213" y="107357"/>
                </a:lnTo>
                <a:lnTo>
                  <a:pt x="200134" y="107357"/>
                </a:lnTo>
                <a:close/>
                <a:moveTo>
                  <a:pt x="283447" y="107357"/>
                </a:moveTo>
                <a:lnTo>
                  <a:pt x="283447" y="0"/>
                </a:lnTo>
                <a:lnTo>
                  <a:pt x="323944" y="0"/>
                </a:lnTo>
                <a:cubicBezTo>
                  <a:pt x="331072" y="0"/>
                  <a:pt x="336515" y="342"/>
                  <a:pt x="340274" y="1025"/>
                </a:cubicBezTo>
                <a:cubicBezTo>
                  <a:pt x="345547" y="1904"/>
                  <a:pt x="349965" y="3576"/>
                  <a:pt x="353529" y="6042"/>
                </a:cubicBezTo>
                <a:cubicBezTo>
                  <a:pt x="357093" y="8507"/>
                  <a:pt x="359961" y="11961"/>
                  <a:pt x="362134" y="16404"/>
                </a:cubicBezTo>
                <a:cubicBezTo>
                  <a:pt x="364306" y="20846"/>
                  <a:pt x="365393" y="25729"/>
                  <a:pt x="365393" y="31050"/>
                </a:cubicBezTo>
                <a:cubicBezTo>
                  <a:pt x="365393" y="40180"/>
                  <a:pt x="362488" y="47905"/>
                  <a:pt x="356678" y="54228"/>
                </a:cubicBezTo>
                <a:cubicBezTo>
                  <a:pt x="350869" y="60550"/>
                  <a:pt x="340372" y="63711"/>
                  <a:pt x="325189" y="63711"/>
                </a:cubicBezTo>
                <a:lnTo>
                  <a:pt x="297654" y="63711"/>
                </a:lnTo>
                <a:lnTo>
                  <a:pt x="297654" y="107357"/>
                </a:lnTo>
                <a:lnTo>
                  <a:pt x="283447" y="107357"/>
                </a:lnTo>
                <a:moveTo>
                  <a:pt x="297654" y="51042"/>
                </a:moveTo>
                <a:lnTo>
                  <a:pt x="325408" y="51042"/>
                </a:lnTo>
                <a:cubicBezTo>
                  <a:pt x="334587" y="51042"/>
                  <a:pt x="341104" y="49333"/>
                  <a:pt x="344961" y="45916"/>
                </a:cubicBezTo>
                <a:cubicBezTo>
                  <a:pt x="348818" y="42499"/>
                  <a:pt x="350746" y="37690"/>
                  <a:pt x="350746" y="31489"/>
                </a:cubicBezTo>
                <a:cubicBezTo>
                  <a:pt x="350746" y="26998"/>
                  <a:pt x="349611" y="23153"/>
                  <a:pt x="347341" y="19956"/>
                </a:cubicBezTo>
                <a:cubicBezTo>
                  <a:pt x="345071" y="16758"/>
                  <a:pt x="342081" y="14646"/>
                  <a:pt x="338370" y="13621"/>
                </a:cubicBezTo>
                <a:cubicBezTo>
                  <a:pt x="335978" y="12986"/>
                  <a:pt x="331560" y="12669"/>
                  <a:pt x="325116" y="12669"/>
                </a:cubicBezTo>
                <a:lnTo>
                  <a:pt x="297654" y="12669"/>
                </a:lnTo>
                <a:lnTo>
                  <a:pt x="297654" y="51042"/>
                </a:lnTo>
                <a:close/>
                <a:moveTo>
                  <a:pt x="423176" y="107357"/>
                </a:moveTo>
                <a:lnTo>
                  <a:pt x="423176" y="0"/>
                </a:lnTo>
                <a:lnTo>
                  <a:pt x="470776" y="0"/>
                </a:lnTo>
                <a:cubicBezTo>
                  <a:pt x="480345" y="0"/>
                  <a:pt x="487619" y="964"/>
                  <a:pt x="492599" y="2893"/>
                </a:cubicBezTo>
                <a:cubicBezTo>
                  <a:pt x="497579" y="4821"/>
                  <a:pt x="501558" y="8226"/>
                  <a:pt x="504536" y="13108"/>
                </a:cubicBezTo>
                <a:cubicBezTo>
                  <a:pt x="507514" y="17990"/>
                  <a:pt x="509003" y="23385"/>
                  <a:pt x="509003" y="29292"/>
                </a:cubicBezTo>
                <a:cubicBezTo>
                  <a:pt x="509003" y="36909"/>
                  <a:pt x="506537" y="43328"/>
                  <a:pt x="501606" y="48552"/>
                </a:cubicBezTo>
                <a:cubicBezTo>
                  <a:pt x="496676" y="53776"/>
                  <a:pt x="489060" y="57096"/>
                  <a:pt x="478758" y="58512"/>
                </a:cubicBezTo>
                <a:cubicBezTo>
                  <a:pt x="482518" y="60318"/>
                  <a:pt x="485374" y="62100"/>
                  <a:pt x="487326" y="63858"/>
                </a:cubicBezTo>
                <a:cubicBezTo>
                  <a:pt x="491476" y="67666"/>
                  <a:pt x="495406" y="72426"/>
                  <a:pt x="499117" y="78138"/>
                </a:cubicBezTo>
                <a:lnTo>
                  <a:pt x="517791" y="107357"/>
                </a:lnTo>
                <a:lnTo>
                  <a:pt x="499922" y="107357"/>
                </a:lnTo>
                <a:lnTo>
                  <a:pt x="485715" y="85021"/>
                </a:lnTo>
                <a:cubicBezTo>
                  <a:pt x="481566" y="78577"/>
                  <a:pt x="478148" y="73646"/>
                  <a:pt x="475463" y="70229"/>
                </a:cubicBezTo>
                <a:cubicBezTo>
                  <a:pt x="472778" y="66811"/>
                  <a:pt x="470373" y="64419"/>
                  <a:pt x="468250" y="63052"/>
                </a:cubicBezTo>
                <a:cubicBezTo>
                  <a:pt x="466126" y="61685"/>
                  <a:pt x="463966" y="60733"/>
                  <a:pt x="461769" y="60196"/>
                </a:cubicBezTo>
                <a:cubicBezTo>
                  <a:pt x="460158" y="59854"/>
                  <a:pt x="457521" y="59683"/>
                  <a:pt x="453860" y="59683"/>
                </a:cubicBezTo>
                <a:lnTo>
                  <a:pt x="437383" y="59683"/>
                </a:lnTo>
                <a:lnTo>
                  <a:pt x="437383" y="107357"/>
                </a:lnTo>
                <a:lnTo>
                  <a:pt x="423176" y="107357"/>
                </a:lnTo>
                <a:moveTo>
                  <a:pt x="437383" y="47381"/>
                </a:moveTo>
                <a:lnTo>
                  <a:pt x="467920" y="47381"/>
                </a:lnTo>
                <a:cubicBezTo>
                  <a:pt x="474413" y="47381"/>
                  <a:pt x="479491" y="46709"/>
                  <a:pt x="483152" y="45367"/>
                </a:cubicBezTo>
                <a:cubicBezTo>
                  <a:pt x="486814" y="44024"/>
                  <a:pt x="489597" y="41876"/>
                  <a:pt x="491501" y="38922"/>
                </a:cubicBezTo>
                <a:cubicBezTo>
                  <a:pt x="493405" y="35969"/>
                  <a:pt x="494357" y="32759"/>
                  <a:pt x="494357" y="29292"/>
                </a:cubicBezTo>
                <a:cubicBezTo>
                  <a:pt x="494357" y="24215"/>
                  <a:pt x="492514" y="20041"/>
                  <a:pt x="488828" y="16770"/>
                </a:cubicBezTo>
                <a:cubicBezTo>
                  <a:pt x="485142" y="13499"/>
                  <a:pt x="479320" y="11863"/>
                  <a:pt x="471362" y="11863"/>
                </a:cubicBezTo>
                <a:lnTo>
                  <a:pt x="437383" y="11863"/>
                </a:lnTo>
                <a:lnTo>
                  <a:pt x="437383" y="47381"/>
                </a:lnTo>
                <a:close/>
                <a:moveTo>
                  <a:pt x="582285" y="82312"/>
                </a:moveTo>
                <a:lnTo>
                  <a:pt x="595906" y="83996"/>
                </a:lnTo>
                <a:cubicBezTo>
                  <a:pt x="593758" y="91954"/>
                  <a:pt x="589779" y="98130"/>
                  <a:pt x="583969" y="102524"/>
                </a:cubicBezTo>
                <a:cubicBezTo>
                  <a:pt x="578160" y="106918"/>
                  <a:pt x="570739" y="109115"/>
                  <a:pt x="561707" y="109115"/>
                </a:cubicBezTo>
                <a:cubicBezTo>
                  <a:pt x="550332" y="109115"/>
                  <a:pt x="541312" y="105612"/>
                  <a:pt x="534648" y="98606"/>
                </a:cubicBezTo>
                <a:cubicBezTo>
                  <a:pt x="527984" y="91600"/>
                  <a:pt x="524652" y="81775"/>
                  <a:pt x="524652" y="69130"/>
                </a:cubicBezTo>
                <a:cubicBezTo>
                  <a:pt x="524652" y="56046"/>
                  <a:pt x="528021" y="45892"/>
                  <a:pt x="534758" y="38666"/>
                </a:cubicBezTo>
                <a:cubicBezTo>
                  <a:pt x="541495" y="31441"/>
                  <a:pt x="550234" y="27828"/>
                  <a:pt x="560975" y="27828"/>
                </a:cubicBezTo>
                <a:cubicBezTo>
                  <a:pt x="571373" y="27828"/>
                  <a:pt x="579868" y="31367"/>
                  <a:pt x="586459" y="38446"/>
                </a:cubicBezTo>
                <a:cubicBezTo>
                  <a:pt x="593050" y="45525"/>
                  <a:pt x="596345" y="55485"/>
                  <a:pt x="596345" y="68325"/>
                </a:cubicBezTo>
                <a:cubicBezTo>
                  <a:pt x="596345" y="69106"/>
                  <a:pt x="596321" y="70278"/>
                  <a:pt x="596272" y="71840"/>
                </a:cubicBezTo>
                <a:lnTo>
                  <a:pt x="538273" y="71840"/>
                </a:lnTo>
                <a:cubicBezTo>
                  <a:pt x="538761" y="80383"/>
                  <a:pt x="541178" y="86925"/>
                  <a:pt x="545523" y="91466"/>
                </a:cubicBezTo>
                <a:cubicBezTo>
                  <a:pt x="549868" y="96006"/>
                  <a:pt x="555287" y="98276"/>
                  <a:pt x="561780" y="98276"/>
                </a:cubicBezTo>
                <a:cubicBezTo>
                  <a:pt x="566613" y="98276"/>
                  <a:pt x="570739" y="97007"/>
                  <a:pt x="574156" y="94468"/>
                </a:cubicBezTo>
                <a:cubicBezTo>
                  <a:pt x="577574" y="91930"/>
                  <a:pt x="580283" y="87877"/>
                  <a:pt x="582285" y="82312"/>
                </a:cubicBezTo>
                <a:moveTo>
                  <a:pt x="539005" y="61002"/>
                </a:moveTo>
                <a:lnTo>
                  <a:pt x="582431" y="61002"/>
                </a:lnTo>
                <a:cubicBezTo>
                  <a:pt x="581846" y="54460"/>
                  <a:pt x="580186" y="49553"/>
                  <a:pt x="577452" y="46282"/>
                </a:cubicBezTo>
                <a:cubicBezTo>
                  <a:pt x="573253" y="41205"/>
                  <a:pt x="567810" y="38666"/>
                  <a:pt x="561121" y="38666"/>
                </a:cubicBezTo>
                <a:cubicBezTo>
                  <a:pt x="555067" y="38666"/>
                  <a:pt x="549978" y="40692"/>
                  <a:pt x="545852" y="44744"/>
                </a:cubicBezTo>
                <a:cubicBezTo>
                  <a:pt x="541727" y="48796"/>
                  <a:pt x="539445" y="54216"/>
                  <a:pt x="539005" y="61002"/>
                </a:cubicBezTo>
                <a:close/>
                <a:moveTo>
                  <a:pt x="609357" y="113801"/>
                </a:moveTo>
                <a:lnTo>
                  <a:pt x="622172" y="115705"/>
                </a:lnTo>
                <a:cubicBezTo>
                  <a:pt x="622709" y="119660"/>
                  <a:pt x="624198" y="122540"/>
                  <a:pt x="626639" y="124347"/>
                </a:cubicBezTo>
                <a:cubicBezTo>
                  <a:pt x="629910" y="126788"/>
                  <a:pt x="634377" y="128008"/>
                  <a:pt x="640041" y="128008"/>
                </a:cubicBezTo>
                <a:cubicBezTo>
                  <a:pt x="646143" y="128008"/>
                  <a:pt x="650854" y="126788"/>
                  <a:pt x="654174" y="124347"/>
                </a:cubicBezTo>
                <a:cubicBezTo>
                  <a:pt x="657494" y="121906"/>
                  <a:pt x="659740" y="118488"/>
                  <a:pt x="660912" y="114094"/>
                </a:cubicBezTo>
                <a:cubicBezTo>
                  <a:pt x="661595" y="111409"/>
                  <a:pt x="661912" y="105770"/>
                  <a:pt x="661864" y="97178"/>
                </a:cubicBezTo>
                <a:cubicBezTo>
                  <a:pt x="656103" y="103964"/>
                  <a:pt x="648926" y="107357"/>
                  <a:pt x="640334" y="107357"/>
                </a:cubicBezTo>
                <a:cubicBezTo>
                  <a:pt x="629642" y="107357"/>
                  <a:pt x="621367" y="103500"/>
                  <a:pt x="615508" y="95786"/>
                </a:cubicBezTo>
                <a:cubicBezTo>
                  <a:pt x="609650" y="88073"/>
                  <a:pt x="606720" y="78821"/>
                  <a:pt x="606720" y="68032"/>
                </a:cubicBezTo>
                <a:cubicBezTo>
                  <a:pt x="606720" y="60611"/>
                  <a:pt x="608063" y="53764"/>
                  <a:pt x="610748" y="47490"/>
                </a:cubicBezTo>
                <a:cubicBezTo>
                  <a:pt x="613433" y="41217"/>
                  <a:pt x="617327" y="36372"/>
                  <a:pt x="622428" y="32954"/>
                </a:cubicBezTo>
                <a:cubicBezTo>
                  <a:pt x="627530" y="29537"/>
                  <a:pt x="633523" y="27828"/>
                  <a:pt x="640407" y="27828"/>
                </a:cubicBezTo>
                <a:cubicBezTo>
                  <a:pt x="649585" y="27828"/>
                  <a:pt x="657152" y="31538"/>
                  <a:pt x="663108" y="38959"/>
                </a:cubicBezTo>
                <a:lnTo>
                  <a:pt x="663108" y="29585"/>
                </a:lnTo>
                <a:lnTo>
                  <a:pt x="675265" y="29585"/>
                </a:lnTo>
                <a:lnTo>
                  <a:pt x="675265" y="96812"/>
                </a:lnTo>
                <a:cubicBezTo>
                  <a:pt x="675265" y="108919"/>
                  <a:pt x="674032" y="117500"/>
                  <a:pt x="671567" y="122552"/>
                </a:cubicBezTo>
                <a:cubicBezTo>
                  <a:pt x="669101" y="127605"/>
                  <a:pt x="665196" y="131597"/>
                  <a:pt x="659850" y="134526"/>
                </a:cubicBezTo>
                <a:cubicBezTo>
                  <a:pt x="654504" y="137455"/>
                  <a:pt x="647925" y="138920"/>
                  <a:pt x="640114" y="138920"/>
                </a:cubicBezTo>
                <a:cubicBezTo>
                  <a:pt x="630838" y="138920"/>
                  <a:pt x="623344" y="136833"/>
                  <a:pt x="617632" y="132658"/>
                </a:cubicBezTo>
                <a:cubicBezTo>
                  <a:pt x="611920" y="128484"/>
                  <a:pt x="609161" y="122199"/>
                  <a:pt x="609357" y="113801"/>
                </a:cubicBezTo>
                <a:moveTo>
                  <a:pt x="620268" y="67080"/>
                </a:moveTo>
                <a:cubicBezTo>
                  <a:pt x="620268" y="77283"/>
                  <a:pt x="622294" y="84729"/>
                  <a:pt x="626346" y="89415"/>
                </a:cubicBezTo>
                <a:cubicBezTo>
                  <a:pt x="630398" y="94102"/>
                  <a:pt x="635476" y="96446"/>
                  <a:pt x="641578" y="96446"/>
                </a:cubicBezTo>
                <a:cubicBezTo>
                  <a:pt x="647632" y="96446"/>
                  <a:pt x="652710" y="94114"/>
                  <a:pt x="656811" y="89452"/>
                </a:cubicBezTo>
                <a:cubicBezTo>
                  <a:pt x="660912" y="84790"/>
                  <a:pt x="662962" y="77479"/>
                  <a:pt x="662962" y="67519"/>
                </a:cubicBezTo>
                <a:cubicBezTo>
                  <a:pt x="662962" y="57999"/>
                  <a:pt x="660850" y="50822"/>
                  <a:pt x="656627" y="45989"/>
                </a:cubicBezTo>
                <a:cubicBezTo>
                  <a:pt x="652404" y="41156"/>
                  <a:pt x="647315" y="38739"/>
                  <a:pt x="641359" y="38739"/>
                </a:cubicBezTo>
                <a:cubicBezTo>
                  <a:pt x="635500" y="38739"/>
                  <a:pt x="630521" y="41119"/>
                  <a:pt x="626420" y="45879"/>
                </a:cubicBezTo>
                <a:cubicBezTo>
                  <a:pt x="622319" y="50639"/>
                  <a:pt x="620268" y="57706"/>
                  <a:pt x="620268" y="67080"/>
                </a:cubicBezTo>
                <a:close/>
                <a:moveTo>
                  <a:pt x="694574" y="15159"/>
                </a:moveTo>
                <a:lnTo>
                  <a:pt x="694574" y="0"/>
                </a:lnTo>
                <a:lnTo>
                  <a:pt x="707756" y="0"/>
                </a:lnTo>
                <a:lnTo>
                  <a:pt x="707756" y="15159"/>
                </a:lnTo>
                <a:lnTo>
                  <a:pt x="694574" y="15159"/>
                </a:lnTo>
                <a:moveTo>
                  <a:pt x="694574" y="107357"/>
                </a:moveTo>
                <a:lnTo>
                  <a:pt x="694574" y="29585"/>
                </a:lnTo>
                <a:lnTo>
                  <a:pt x="707756" y="29585"/>
                </a:lnTo>
                <a:lnTo>
                  <a:pt x="707756" y="107357"/>
                </a:lnTo>
                <a:lnTo>
                  <a:pt x="694574" y="107357"/>
                </a:lnTo>
                <a:close/>
                <a:moveTo>
                  <a:pt x="722380" y="68471"/>
                </a:moveTo>
                <a:cubicBezTo>
                  <a:pt x="722380" y="54069"/>
                  <a:pt x="726383" y="43402"/>
                  <a:pt x="734389" y="36469"/>
                </a:cubicBezTo>
                <a:cubicBezTo>
                  <a:pt x="741078" y="30708"/>
                  <a:pt x="749231" y="27828"/>
                  <a:pt x="758849" y="27828"/>
                </a:cubicBezTo>
                <a:cubicBezTo>
                  <a:pt x="769540" y="27828"/>
                  <a:pt x="778279" y="31331"/>
                  <a:pt x="785066" y="38337"/>
                </a:cubicBezTo>
                <a:cubicBezTo>
                  <a:pt x="791852" y="45342"/>
                  <a:pt x="795245" y="55021"/>
                  <a:pt x="795245" y="67373"/>
                </a:cubicBezTo>
                <a:cubicBezTo>
                  <a:pt x="795245" y="77381"/>
                  <a:pt x="793743" y="85253"/>
                  <a:pt x="790741" y="90990"/>
                </a:cubicBezTo>
                <a:cubicBezTo>
                  <a:pt x="787738" y="96726"/>
                  <a:pt x="783369" y="101181"/>
                  <a:pt x="777633" y="104355"/>
                </a:cubicBezTo>
                <a:cubicBezTo>
                  <a:pt x="771896" y="107528"/>
                  <a:pt x="765635" y="109115"/>
                  <a:pt x="758849" y="109115"/>
                </a:cubicBezTo>
                <a:cubicBezTo>
                  <a:pt x="747962" y="109115"/>
                  <a:pt x="739162" y="105624"/>
                  <a:pt x="732449" y="98642"/>
                </a:cubicBezTo>
                <a:cubicBezTo>
                  <a:pt x="725736" y="91661"/>
                  <a:pt x="722380" y="81604"/>
                  <a:pt x="722380" y="68471"/>
                </a:cubicBezTo>
                <a:moveTo>
                  <a:pt x="735927" y="68471"/>
                </a:moveTo>
                <a:cubicBezTo>
                  <a:pt x="735927" y="78431"/>
                  <a:pt x="738100" y="85888"/>
                  <a:pt x="742445" y="90843"/>
                </a:cubicBezTo>
                <a:cubicBezTo>
                  <a:pt x="746790" y="95799"/>
                  <a:pt x="752258" y="98276"/>
                  <a:pt x="758849" y="98276"/>
                </a:cubicBezTo>
                <a:cubicBezTo>
                  <a:pt x="765391" y="98276"/>
                  <a:pt x="770834" y="95786"/>
                  <a:pt x="775179" y="90807"/>
                </a:cubicBezTo>
                <a:cubicBezTo>
                  <a:pt x="779524" y="85827"/>
                  <a:pt x="781697" y="78235"/>
                  <a:pt x="781697" y="68032"/>
                </a:cubicBezTo>
                <a:cubicBezTo>
                  <a:pt x="781697" y="58414"/>
                  <a:pt x="779512" y="51128"/>
                  <a:pt x="775143" y="46172"/>
                </a:cubicBezTo>
                <a:cubicBezTo>
                  <a:pt x="770773" y="41217"/>
                  <a:pt x="765342" y="38739"/>
                  <a:pt x="758849" y="38739"/>
                </a:cubicBezTo>
                <a:cubicBezTo>
                  <a:pt x="752258" y="38739"/>
                  <a:pt x="746790" y="41205"/>
                  <a:pt x="742445" y="46136"/>
                </a:cubicBezTo>
                <a:cubicBezTo>
                  <a:pt x="738100" y="51067"/>
                  <a:pt x="735927" y="58512"/>
                  <a:pt x="735927" y="68471"/>
                </a:cubicBezTo>
                <a:close/>
                <a:moveTo>
                  <a:pt x="810014" y="107357"/>
                </a:moveTo>
                <a:lnTo>
                  <a:pt x="810014" y="29585"/>
                </a:lnTo>
                <a:lnTo>
                  <a:pt x="821877" y="29585"/>
                </a:lnTo>
                <a:lnTo>
                  <a:pt x="821877" y="40643"/>
                </a:lnTo>
                <a:cubicBezTo>
                  <a:pt x="827589" y="32100"/>
                  <a:pt x="835840" y="27828"/>
                  <a:pt x="846629" y="27828"/>
                </a:cubicBezTo>
                <a:cubicBezTo>
                  <a:pt x="851316" y="27828"/>
                  <a:pt x="855625" y="28670"/>
                  <a:pt x="859555" y="30354"/>
                </a:cubicBezTo>
                <a:cubicBezTo>
                  <a:pt x="863485" y="32039"/>
                  <a:pt x="866426" y="34248"/>
                  <a:pt x="868379" y="36982"/>
                </a:cubicBezTo>
                <a:cubicBezTo>
                  <a:pt x="870332" y="39716"/>
                  <a:pt x="871699" y="42962"/>
                  <a:pt x="872480" y="46722"/>
                </a:cubicBezTo>
                <a:cubicBezTo>
                  <a:pt x="872968" y="49163"/>
                  <a:pt x="873212" y="53434"/>
                  <a:pt x="873212" y="59537"/>
                </a:cubicBezTo>
                <a:lnTo>
                  <a:pt x="873212" y="107357"/>
                </a:lnTo>
                <a:lnTo>
                  <a:pt x="860031" y="107357"/>
                </a:lnTo>
                <a:lnTo>
                  <a:pt x="860031" y="60050"/>
                </a:lnTo>
                <a:cubicBezTo>
                  <a:pt x="860031" y="54679"/>
                  <a:pt x="859518" y="50664"/>
                  <a:pt x="858493" y="48003"/>
                </a:cubicBezTo>
                <a:cubicBezTo>
                  <a:pt x="857468" y="45342"/>
                  <a:pt x="855649" y="43219"/>
                  <a:pt x="853037" y="41632"/>
                </a:cubicBezTo>
                <a:cubicBezTo>
                  <a:pt x="850425" y="40045"/>
                  <a:pt x="847362" y="39252"/>
                  <a:pt x="843847" y="39252"/>
                </a:cubicBezTo>
                <a:cubicBezTo>
                  <a:pt x="838232" y="39252"/>
                  <a:pt x="833387" y="41034"/>
                  <a:pt x="829310" y="44598"/>
                </a:cubicBezTo>
                <a:cubicBezTo>
                  <a:pt x="825234" y="48162"/>
                  <a:pt x="823195" y="54923"/>
                  <a:pt x="823195" y="64883"/>
                </a:cubicBezTo>
                <a:lnTo>
                  <a:pt x="823195" y="107357"/>
                </a:lnTo>
                <a:lnTo>
                  <a:pt x="810014" y="1073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QoS">
            <a:extLst xmlns:a="http://schemas.openxmlformats.org/drawingml/2006/main">
              <a:ext uri="{FF2B5EF4-FFF2-40B4-BE49-F238E27FC236}">
                <a16:creationId xmlns:a16="http://schemas.microsoft.com/office/drawing/2014/main" id="{E663F802-D3D9-4459-BBBF-4F0B4D95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34" y="1642166"/>
            <a:ext cx="285734" cy="117609"/>
          </a:xfrm>
          <a:custGeom xmlns:a="http://schemas.openxmlformats.org/drawingml/2006/main">
            <a:pathLst>
              <a:path w="285734" h="117609">
                <a:moveTo>
                  <a:pt x="86486" y="97764"/>
                </a:moveTo>
                <a:cubicBezTo>
                  <a:pt x="93077" y="102304"/>
                  <a:pt x="99155" y="105624"/>
                  <a:pt x="104721" y="107723"/>
                </a:cubicBezTo>
                <a:lnTo>
                  <a:pt x="100547" y="117609"/>
                </a:lnTo>
                <a:cubicBezTo>
                  <a:pt x="92833" y="114827"/>
                  <a:pt x="85144" y="110433"/>
                  <a:pt x="77479" y="104428"/>
                </a:cubicBezTo>
                <a:cubicBezTo>
                  <a:pt x="69521" y="108870"/>
                  <a:pt x="60733" y="111092"/>
                  <a:pt x="51115" y="111092"/>
                </a:cubicBezTo>
                <a:cubicBezTo>
                  <a:pt x="41400" y="111092"/>
                  <a:pt x="32588" y="108748"/>
                  <a:pt x="24679" y="104062"/>
                </a:cubicBezTo>
                <a:cubicBezTo>
                  <a:pt x="16770" y="99375"/>
                  <a:pt x="10680" y="92784"/>
                  <a:pt x="6408" y="84289"/>
                </a:cubicBezTo>
                <a:cubicBezTo>
                  <a:pt x="2136" y="75794"/>
                  <a:pt x="0" y="66225"/>
                  <a:pt x="0" y="55583"/>
                </a:cubicBezTo>
                <a:cubicBezTo>
                  <a:pt x="0" y="44988"/>
                  <a:pt x="2148" y="35346"/>
                  <a:pt x="6444" y="26656"/>
                </a:cubicBezTo>
                <a:cubicBezTo>
                  <a:pt x="10741" y="17966"/>
                  <a:pt x="16855" y="11351"/>
                  <a:pt x="24789" y="6810"/>
                </a:cubicBezTo>
                <a:cubicBezTo>
                  <a:pt x="32722" y="2270"/>
                  <a:pt x="41595" y="0"/>
                  <a:pt x="51408" y="0"/>
                </a:cubicBezTo>
                <a:cubicBezTo>
                  <a:pt x="61319" y="0"/>
                  <a:pt x="70253" y="2356"/>
                  <a:pt x="78211" y="7067"/>
                </a:cubicBezTo>
                <a:cubicBezTo>
                  <a:pt x="86169" y="11778"/>
                  <a:pt x="92235" y="18369"/>
                  <a:pt x="96409" y="26839"/>
                </a:cubicBezTo>
                <a:cubicBezTo>
                  <a:pt x="100583" y="35310"/>
                  <a:pt x="102670" y="44866"/>
                  <a:pt x="102670" y="55509"/>
                </a:cubicBezTo>
                <a:cubicBezTo>
                  <a:pt x="102670" y="64346"/>
                  <a:pt x="101328" y="72291"/>
                  <a:pt x="98642" y="79346"/>
                </a:cubicBezTo>
                <a:cubicBezTo>
                  <a:pt x="95957" y="86401"/>
                  <a:pt x="91905" y="92540"/>
                  <a:pt x="86486" y="97764"/>
                </a:cubicBezTo>
                <a:moveTo>
                  <a:pt x="55216" y="79602"/>
                </a:moveTo>
                <a:cubicBezTo>
                  <a:pt x="63418" y="81897"/>
                  <a:pt x="70180" y="85314"/>
                  <a:pt x="75501" y="89855"/>
                </a:cubicBezTo>
                <a:cubicBezTo>
                  <a:pt x="83850" y="82239"/>
                  <a:pt x="88024" y="70790"/>
                  <a:pt x="88024" y="55509"/>
                </a:cubicBezTo>
                <a:cubicBezTo>
                  <a:pt x="88024" y="46819"/>
                  <a:pt x="86547" y="39228"/>
                  <a:pt x="83593" y="32734"/>
                </a:cubicBezTo>
                <a:cubicBezTo>
                  <a:pt x="80640" y="26241"/>
                  <a:pt x="76319" y="21200"/>
                  <a:pt x="70632" y="17612"/>
                </a:cubicBezTo>
                <a:cubicBezTo>
                  <a:pt x="64944" y="14024"/>
                  <a:pt x="58561" y="12230"/>
                  <a:pt x="51482" y="12230"/>
                </a:cubicBezTo>
                <a:cubicBezTo>
                  <a:pt x="40887" y="12230"/>
                  <a:pt x="32100" y="15855"/>
                  <a:pt x="25118" y="23104"/>
                </a:cubicBezTo>
                <a:cubicBezTo>
                  <a:pt x="18137" y="30354"/>
                  <a:pt x="14646" y="41180"/>
                  <a:pt x="14646" y="55583"/>
                </a:cubicBezTo>
                <a:cubicBezTo>
                  <a:pt x="14646" y="69545"/>
                  <a:pt x="18100" y="80261"/>
                  <a:pt x="25008" y="87731"/>
                </a:cubicBezTo>
                <a:cubicBezTo>
                  <a:pt x="31917" y="95201"/>
                  <a:pt x="40741" y="98935"/>
                  <a:pt x="51482" y="98935"/>
                </a:cubicBezTo>
                <a:cubicBezTo>
                  <a:pt x="56559" y="98935"/>
                  <a:pt x="61343" y="97983"/>
                  <a:pt x="65835" y="96079"/>
                </a:cubicBezTo>
                <a:cubicBezTo>
                  <a:pt x="61392" y="93199"/>
                  <a:pt x="56705" y="91148"/>
                  <a:pt x="51774" y="89928"/>
                </a:cubicBezTo>
                <a:lnTo>
                  <a:pt x="55216" y="79602"/>
                </a:lnTo>
                <a:close/>
                <a:moveTo>
                  <a:pt x="115698" y="70375"/>
                </a:moveTo>
                <a:cubicBezTo>
                  <a:pt x="115698" y="55973"/>
                  <a:pt x="119701" y="45306"/>
                  <a:pt x="127708" y="38373"/>
                </a:cubicBezTo>
                <a:cubicBezTo>
                  <a:pt x="134396" y="32612"/>
                  <a:pt x="142549" y="29732"/>
                  <a:pt x="152167" y="29732"/>
                </a:cubicBezTo>
                <a:cubicBezTo>
                  <a:pt x="162859" y="29732"/>
                  <a:pt x="171598" y="33235"/>
                  <a:pt x="178384" y="40241"/>
                </a:cubicBezTo>
                <a:cubicBezTo>
                  <a:pt x="185170" y="47246"/>
                  <a:pt x="188563" y="56925"/>
                  <a:pt x="188563" y="69277"/>
                </a:cubicBezTo>
                <a:cubicBezTo>
                  <a:pt x="188563" y="79285"/>
                  <a:pt x="187062" y="87157"/>
                  <a:pt x="184059" y="92894"/>
                </a:cubicBezTo>
                <a:cubicBezTo>
                  <a:pt x="181057" y="98630"/>
                  <a:pt x="176687" y="103085"/>
                  <a:pt x="170951" y="106259"/>
                </a:cubicBezTo>
                <a:cubicBezTo>
                  <a:pt x="165214" y="109432"/>
                  <a:pt x="158953" y="111019"/>
                  <a:pt x="152167" y="111019"/>
                </a:cubicBezTo>
                <a:cubicBezTo>
                  <a:pt x="141280" y="111019"/>
                  <a:pt x="132480" y="107528"/>
                  <a:pt x="125767" y="100546"/>
                </a:cubicBezTo>
                <a:cubicBezTo>
                  <a:pt x="119054" y="93565"/>
                  <a:pt x="115698" y="83508"/>
                  <a:pt x="115698" y="70375"/>
                </a:cubicBezTo>
                <a:moveTo>
                  <a:pt x="129246" y="70375"/>
                </a:moveTo>
                <a:cubicBezTo>
                  <a:pt x="129246" y="80335"/>
                  <a:pt x="131418" y="87792"/>
                  <a:pt x="135763" y="92747"/>
                </a:cubicBezTo>
                <a:cubicBezTo>
                  <a:pt x="140108" y="97703"/>
                  <a:pt x="145576" y="100180"/>
                  <a:pt x="152167" y="100180"/>
                </a:cubicBezTo>
                <a:cubicBezTo>
                  <a:pt x="158709" y="100180"/>
                  <a:pt x="164153" y="97690"/>
                  <a:pt x="168498" y="92711"/>
                </a:cubicBezTo>
                <a:cubicBezTo>
                  <a:pt x="172843" y="87731"/>
                  <a:pt x="175015" y="80139"/>
                  <a:pt x="175015" y="69936"/>
                </a:cubicBezTo>
                <a:cubicBezTo>
                  <a:pt x="175015" y="60318"/>
                  <a:pt x="172831" y="53032"/>
                  <a:pt x="168461" y="48076"/>
                </a:cubicBezTo>
                <a:cubicBezTo>
                  <a:pt x="164092" y="43121"/>
                  <a:pt x="158660" y="40643"/>
                  <a:pt x="152167" y="40643"/>
                </a:cubicBezTo>
                <a:cubicBezTo>
                  <a:pt x="145576" y="40643"/>
                  <a:pt x="140108" y="43109"/>
                  <a:pt x="135763" y="48040"/>
                </a:cubicBezTo>
                <a:cubicBezTo>
                  <a:pt x="131418" y="52971"/>
                  <a:pt x="129246" y="60416"/>
                  <a:pt x="129246" y="70375"/>
                </a:cubicBezTo>
                <a:close/>
                <a:moveTo>
                  <a:pt x="200273" y="74769"/>
                </a:moveTo>
                <a:lnTo>
                  <a:pt x="213674" y="73597"/>
                </a:lnTo>
                <a:cubicBezTo>
                  <a:pt x="214309" y="78968"/>
                  <a:pt x="215786" y="83374"/>
                  <a:pt x="218105" y="86816"/>
                </a:cubicBezTo>
                <a:cubicBezTo>
                  <a:pt x="220424" y="90258"/>
                  <a:pt x="224024" y="93040"/>
                  <a:pt x="228906" y="95164"/>
                </a:cubicBezTo>
                <a:cubicBezTo>
                  <a:pt x="233789" y="97288"/>
                  <a:pt x="239281" y="98350"/>
                  <a:pt x="245384" y="98350"/>
                </a:cubicBezTo>
                <a:cubicBezTo>
                  <a:pt x="250803" y="98350"/>
                  <a:pt x="255587" y="97544"/>
                  <a:pt x="259737" y="95933"/>
                </a:cubicBezTo>
                <a:cubicBezTo>
                  <a:pt x="263887" y="94322"/>
                  <a:pt x="266975" y="92113"/>
                  <a:pt x="269001" y="89306"/>
                </a:cubicBezTo>
                <a:cubicBezTo>
                  <a:pt x="271027" y="86498"/>
                  <a:pt x="272040" y="83435"/>
                  <a:pt x="272040" y="80115"/>
                </a:cubicBezTo>
                <a:cubicBezTo>
                  <a:pt x="272040" y="76746"/>
                  <a:pt x="271063" y="73805"/>
                  <a:pt x="269110" y="71291"/>
                </a:cubicBezTo>
                <a:cubicBezTo>
                  <a:pt x="267158" y="68776"/>
                  <a:pt x="263935" y="66665"/>
                  <a:pt x="259444" y="64956"/>
                </a:cubicBezTo>
                <a:cubicBezTo>
                  <a:pt x="256563" y="63833"/>
                  <a:pt x="250192" y="62088"/>
                  <a:pt x="240331" y="59720"/>
                </a:cubicBezTo>
                <a:cubicBezTo>
                  <a:pt x="230469" y="57352"/>
                  <a:pt x="223561" y="55119"/>
                  <a:pt x="219606" y="53019"/>
                </a:cubicBezTo>
                <a:cubicBezTo>
                  <a:pt x="214480" y="50334"/>
                  <a:pt x="210660" y="47002"/>
                  <a:pt x="208145" y="43023"/>
                </a:cubicBezTo>
                <a:cubicBezTo>
                  <a:pt x="205631" y="39044"/>
                  <a:pt x="204374" y="34590"/>
                  <a:pt x="204374" y="29659"/>
                </a:cubicBezTo>
                <a:cubicBezTo>
                  <a:pt x="204374" y="24240"/>
                  <a:pt x="205912" y="19174"/>
                  <a:pt x="208988" y="14463"/>
                </a:cubicBezTo>
                <a:cubicBezTo>
                  <a:pt x="212063" y="9752"/>
                  <a:pt x="216555" y="6176"/>
                  <a:pt x="222462" y="3735"/>
                </a:cubicBezTo>
                <a:cubicBezTo>
                  <a:pt x="228369" y="1294"/>
                  <a:pt x="234936" y="73"/>
                  <a:pt x="242161" y="73"/>
                </a:cubicBezTo>
                <a:cubicBezTo>
                  <a:pt x="250119" y="73"/>
                  <a:pt x="257137" y="1355"/>
                  <a:pt x="263215" y="3918"/>
                </a:cubicBezTo>
                <a:cubicBezTo>
                  <a:pt x="269294" y="6481"/>
                  <a:pt x="273968" y="10252"/>
                  <a:pt x="277239" y="15232"/>
                </a:cubicBezTo>
                <a:cubicBezTo>
                  <a:pt x="280510" y="20212"/>
                  <a:pt x="282268" y="25851"/>
                  <a:pt x="282512" y="32149"/>
                </a:cubicBezTo>
                <a:lnTo>
                  <a:pt x="268891" y="33174"/>
                </a:lnTo>
                <a:cubicBezTo>
                  <a:pt x="268158" y="26388"/>
                  <a:pt x="265681" y="21261"/>
                  <a:pt x="261458" y="17795"/>
                </a:cubicBezTo>
                <a:cubicBezTo>
                  <a:pt x="257235" y="14329"/>
                  <a:pt x="250998" y="12596"/>
                  <a:pt x="242747" y="12596"/>
                </a:cubicBezTo>
                <a:cubicBezTo>
                  <a:pt x="234155" y="12596"/>
                  <a:pt x="227893" y="14170"/>
                  <a:pt x="223963" y="17319"/>
                </a:cubicBezTo>
                <a:cubicBezTo>
                  <a:pt x="220033" y="20468"/>
                  <a:pt x="218068" y="24264"/>
                  <a:pt x="218068" y="28707"/>
                </a:cubicBezTo>
                <a:cubicBezTo>
                  <a:pt x="218068" y="32563"/>
                  <a:pt x="219460" y="35737"/>
                  <a:pt x="222242" y="38227"/>
                </a:cubicBezTo>
                <a:cubicBezTo>
                  <a:pt x="224976" y="40717"/>
                  <a:pt x="232116" y="43267"/>
                  <a:pt x="243663" y="45879"/>
                </a:cubicBezTo>
                <a:cubicBezTo>
                  <a:pt x="255209" y="48491"/>
                  <a:pt x="263130" y="50774"/>
                  <a:pt x="267426" y="52726"/>
                </a:cubicBezTo>
                <a:cubicBezTo>
                  <a:pt x="273675" y="55607"/>
                  <a:pt x="278289" y="59256"/>
                  <a:pt x="281267" y="63675"/>
                </a:cubicBezTo>
                <a:cubicBezTo>
                  <a:pt x="284245" y="68093"/>
                  <a:pt x="285734" y="73182"/>
                  <a:pt x="285734" y="78943"/>
                </a:cubicBezTo>
                <a:cubicBezTo>
                  <a:pt x="285734" y="84655"/>
                  <a:pt x="284098" y="90038"/>
                  <a:pt x="280827" y="95091"/>
                </a:cubicBezTo>
                <a:cubicBezTo>
                  <a:pt x="277556" y="100144"/>
                  <a:pt x="272857" y="104074"/>
                  <a:pt x="266730" y="106881"/>
                </a:cubicBezTo>
                <a:cubicBezTo>
                  <a:pt x="260603" y="109688"/>
                  <a:pt x="253707" y="111092"/>
                  <a:pt x="246043" y="111092"/>
                </a:cubicBezTo>
                <a:cubicBezTo>
                  <a:pt x="236327" y="111092"/>
                  <a:pt x="228186" y="109676"/>
                  <a:pt x="221620" y="106844"/>
                </a:cubicBezTo>
                <a:cubicBezTo>
                  <a:pt x="215054" y="104013"/>
                  <a:pt x="209903" y="99753"/>
                  <a:pt x="206168" y="94066"/>
                </a:cubicBezTo>
                <a:cubicBezTo>
                  <a:pt x="202433" y="88378"/>
                  <a:pt x="200468" y="81946"/>
                  <a:pt x="200273" y="747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Enc_(EphID)">
            <a:extLst xmlns:a="http://schemas.openxmlformats.org/drawingml/2006/main">
              <a:ext uri="{FF2B5EF4-FFF2-40B4-BE49-F238E27FC236}">
                <a16:creationId xmlns:a16="http://schemas.microsoft.com/office/drawing/2014/main" id="{9DDED536-20F8-4B5A-AF83-AFAED2E6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8994" y="1890384"/>
            <a:ext cx="838821" cy="140750"/>
          </a:xfrm>
          <a:custGeom xmlns:a="http://schemas.openxmlformats.org/drawingml/2006/main">
            <a:pathLst>
              <a:path w="838821" h="140750">
                <a:moveTo>
                  <a:pt x="0" y="109188"/>
                </a:moveTo>
                <a:lnTo>
                  <a:pt x="0" y="1831"/>
                </a:lnTo>
                <a:lnTo>
                  <a:pt x="77625" y="1831"/>
                </a:lnTo>
                <a:lnTo>
                  <a:pt x="77625" y="14500"/>
                </a:lnTo>
                <a:lnTo>
                  <a:pt x="14207" y="14500"/>
                </a:lnTo>
                <a:lnTo>
                  <a:pt x="14207" y="47381"/>
                </a:lnTo>
                <a:lnTo>
                  <a:pt x="73597" y="47381"/>
                </a:lnTo>
                <a:lnTo>
                  <a:pt x="73597" y="59976"/>
                </a:lnTo>
                <a:lnTo>
                  <a:pt x="14207" y="59976"/>
                </a:lnTo>
                <a:lnTo>
                  <a:pt x="14207" y="96519"/>
                </a:lnTo>
                <a:lnTo>
                  <a:pt x="80115" y="96519"/>
                </a:lnTo>
                <a:lnTo>
                  <a:pt x="80115" y="109188"/>
                </a:lnTo>
                <a:lnTo>
                  <a:pt x="0" y="109188"/>
                </a:lnTo>
                <a:close/>
                <a:moveTo>
                  <a:pt x="98013" y="109188"/>
                </a:moveTo>
                <a:lnTo>
                  <a:pt x="98013" y="31416"/>
                </a:lnTo>
                <a:lnTo>
                  <a:pt x="109876" y="31416"/>
                </a:lnTo>
                <a:lnTo>
                  <a:pt x="109876" y="42474"/>
                </a:lnTo>
                <a:cubicBezTo>
                  <a:pt x="115588" y="33930"/>
                  <a:pt x="123839" y="29659"/>
                  <a:pt x="134629" y="29659"/>
                </a:cubicBezTo>
                <a:cubicBezTo>
                  <a:pt x="139315" y="29659"/>
                  <a:pt x="143624" y="30501"/>
                  <a:pt x="147554" y="32185"/>
                </a:cubicBezTo>
                <a:cubicBezTo>
                  <a:pt x="151484" y="33869"/>
                  <a:pt x="154425" y="36079"/>
                  <a:pt x="156378" y="38813"/>
                </a:cubicBezTo>
                <a:cubicBezTo>
                  <a:pt x="158331" y="41547"/>
                  <a:pt x="159698" y="44793"/>
                  <a:pt x="160479" y="48552"/>
                </a:cubicBezTo>
                <a:cubicBezTo>
                  <a:pt x="160967" y="50993"/>
                  <a:pt x="161212" y="55265"/>
                  <a:pt x="161212" y="61368"/>
                </a:cubicBezTo>
                <a:lnTo>
                  <a:pt x="161212" y="109188"/>
                </a:lnTo>
                <a:lnTo>
                  <a:pt x="148030" y="109188"/>
                </a:lnTo>
                <a:lnTo>
                  <a:pt x="148030" y="61880"/>
                </a:lnTo>
                <a:cubicBezTo>
                  <a:pt x="148030" y="56510"/>
                  <a:pt x="147517" y="52495"/>
                  <a:pt x="146492" y="49834"/>
                </a:cubicBezTo>
                <a:cubicBezTo>
                  <a:pt x="145467" y="47173"/>
                  <a:pt x="143648" y="45049"/>
                  <a:pt x="141036" y="43463"/>
                </a:cubicBezTo>
                <a:cubicBezTo>
                  <a:pt x="138424" y="41876"/>
                  <a:pt x="135361" y="41083"/>
                  <a:pt x="131846" y="41083"/>
                </a:cubicBezTo>
                <a:cubicBezTo>
                  <a:pt x="126231" y="41083"/>
                  <a:pt x="121386" y="42865"/>
                  <a:pt x="117309" y="46429"/>
                </a:cubicBezTo>
                <a:cubicBezTo>
                  <a:pt x="113233" y="49993"/>
                  <a:pt x="111195" y="56754"/>
                  <a:pt x="111195" y="66714"/>
                </a:cubicBezTo>
                <a:lnTo>
                  <a:pt x="111195" y="109188"/>
                </a:lnTo>
                <a:lnTo>
                  <a:pt x="98013" y="109188"/>
                </a:lnTo>
                <a:close/>
                <a:moveTo>
                  <a:pt x="231565" y="80701"/>
                </a:moveTo>
                <a:lnTo>
                  <a:pt x="244527" y="82385"/>
                </a:lnTo>
                <a:cubicBezTo>
                  <a:pt x="243111" y="91319"/>
                  <a:pt x="239486" y="98313"/>
                  <a:pt x="233652" y="103366"/>
                </a:cubicBezTo>
                <a:cubicBezTo>
                  <a:pt x="227818" y="108419"/>
                  <a:pt x="220653" y="110945"/>
                  <a:pt x="212159" y="110945"/>
                </a:cubicBezTo>
                <a:cubicBezTo>
                  <a:pt x="201516" y="110945"/>
                  <a:pt x="192960" y="107467"/>
                  <a:pt x="186491" y="100510"/>
                </a:cubicBezTo>
                <a:cubicBezTo>
                  <a:pt x="180022" y="93553"/>
                  <a:pt x="176788" y="83581"/>
                  <a:pt x="176788" y="70595"/>
                </a:cubicBezTo>
                <a:cubicBezTo>
                  <a:pt x="176788" y="62198"/>
                  <a:pt x="178179" y="54850"/>
                  <a:pt x="180962" y="48552"/>
                </a:cubicBezTo>
                <a:cubicBezTo>
                  <a:pt x="183745" y="42254"/>
                  <a:pt x="187980" y="37531"/>
                  <a:pt x="193668" y="34382"/>
                </a:cubicBezTo>
                <a:cubicBezTo>
                  <a:pt x="199355" y="31233"/>
                  <a:pt x="205543" y="29659"/>
                  <a:pt x="212232" y="29659"/>
                </a:cubicBezTo>
                <a:cubicBezTo>
                  <a:pt x="220678" y="29659"/>
                  <a:pt x="227586" y="31795"/>
                  <a:pt x="232956" y="36066"/>
                </a:cubicBezTo>
                <a:cubicBezTo>
                  <a:pt x="238327" y="40338"/>
                  <a:pt x="241768" y="46404"/>
                  <a:pt x="243282" y="54264"/>
                </a:cubicBezTo>
                <a:lnTo>
                  <a:pt x="230466" y="56242"/>
                </a:lnTo>
                <a:cubicBezTo>
                  <a:pt x="229246" y="51018"/>
                  <a:pt x="227086" y="47088"/>
                  <a:pt x="223985" y="44451"/>
                </a:cubicBezTo>
                <a:cubicBezTo>
                  <a:pt x="220885" y="41815"/>
                  <a:pt x="217138" y="40497"/>
                  <a:pt x="212744" y="40497"/>
                </a:cubicBezTo>
                <a:cubicBezTo>
                  <a:pt x="206105" y="40497"/>
                  <a:pt x="200710" y="42877"/>
                  <a:pt x="196560" y="47637"/>
                </a:cubicBezTo>
                <a:cubicBezTo>
                  <a:pt x="192411" y="52397"/>
                  <a:pt x="190336" y="59928"/>
                  <a:pt x="190336" y="70229"/>
                </a:cubicBezTo>
                <a:cubicBezTo>
                  <a:pt x="190336" y="80676"/>
                  <a:pt x="192337" y="88268"/>
                  <a:pt x="196341" y="93004"/>
                </a:cubicBezTo>
                <a:cubicBezTo>
                  <a:pt x="200344" y="97739"/>
                  <a:pt x="205568" y="100107"/>
                  <a:pt x="212012" y="100107"/>
                </a:cubicBezTo>
                <a:cubicBezTo>
                  <a:pt x="217187" y="100107"/>
                  <a:pt x="221508" y="98520"/>
                  <a:pt x="224974" y="95347"/>
                </a:cubicBezTo>
                <a:cubicBezTo>
                  <a:pt x="228440" y="92174"/>
                  <a:pt x="230637" y="87292"/>
                  <a:pt x="231565" y="80701"/>
                </a:cubicBezTo>
                <a:close/>
                <a:moveTo>
                  <a:pt x="243648" y="138993"/>
                </a:moveTo>
                <a:lnTo>
                  <a:pt x="243648" y="129473"/>
                </a:lnTo>
                <a:lnTo>
                  <a:pt x="331013" y="129473"/>
                </a:lnTo>
                <a:lnTo>
                  <a:pt x="331013" y="138993"/>
                </a:lnTo>
                <a:lnTo>
                  <a:pt x="243648" y="138993"/>
                </a:lnTo>
                <a:close/>
                <a:moveTo>
                  <a:pt x="363799" y="140750"/>
                </a:moveTo>
                <a:cubicBezTo>
                  <a:pt x="356524" y="131572"/>
                  <a:pt x="350373" y="120832"/>
                  <a:pt x="345344" y="108529"/>
                </a:cubicBezTo>
                <a:cubicBezTo>
                  <a:pt x="340316" y="96226"/>
                  <a:pt x="337801" y="83484"/>
                  <a:pt x="337801" y="70302"/>
                </a:cubicBezTo>
                <a:cubicBezTo>
                  <a:pt x="337801" y="58683"/>
                  <a:pt x="339681" y="47551"/>
                  <a:pt x="343440" y="36909"/>
                </a:cubicBezTo>
                <a:cubicBezTo>
                  <a:pt x="347834" y="24557"/>
                  <a:pt x="354620" y="12254"/>
                  <a:pt x="363799" y="0"/>
                </a:cubicBezTo>
                <a:lnTo>
                  <a:pt x="373245" y="0"/>
                </a:lnTo>
                <a:cubicBezTo>
                  <a:pt x="367338" y="10155"/>
                  <a:pt x="363432" y="17405"/>
                  <a:pt x="361528" y="21750"/>
                </a:cubicBezTo>
                <a:cubicBezTo>
                  <a:pt x="358550" y="28487"/>
                  <a:pt x="356207" y="35517"/>
                  <a:pt x="354498" y="42840"/>
                </a:cubicBezTo>
                <a:cubicBezTo>
                  <a:pt x="352399" y="51970"/>
                  <a:pt x="351349" y="61148"/>
                  <a:pt x="351349" y="70375"/>
                </a:cubicBezTo>
                <a:cubicBezTo>
                  <a:pt x="351349" y="93858"/>
                  <a:pt x="358648" y="117316"/>
                  <a:pt x="373245" y="140750"/>
                </a:cubicBezTo>
                <a:lnTo>
                  <a:pt x="363799" y="140750"/>
                </a:lnTo>
                <a:close/>
                <a:moveTo>
                  <a:pt x="390572" y="109188"/>
                </a:moveTo>
                <a:lnTo>
                  <a:pt x="390572" y="1831"/>
                </a:lnTo>
                <a:lnTo>
                  <a:pt x="468197" y="1831"/>
                </a:lnTo>
                <a:lnTo>
                  <a:pt x="468197" y="14500"/>
                </a:lnTo>
                <a:lnTo>
                  <a:pt x="404779" y="14500"/>
                </a:lnTo>
                <a:lnTo>
                  <a:pt x="404779" y="47381"/>
                </a:lnTo>
                <a:lnTo>
                  <a:pt x="464169" y="47381"/>
                </a:lnTo>
                <a:lnTo>
                  <a:pt x="464169" y="59976"/>
                </a:lnTo>
                <a:lnTo>
                  <a:pt x="404779" y="59976"/>
                </a:lnTo>
                <a:lnTo>
                  <a:pt x="404779" y="96519"/>
                </a:lnTo>
                <a:lnTo>
                  <a:pt x="470687" y="96519"/>
                </a:lnTo>
                <a:lnTo>
                  <a:pt x="470687" y="109188"/>
                </a:lnTo>
                <a:lnTo>
                  <a:pt x="390572" y="109188"/>
                </a:lnTo>
                <a:close/>
                <a:moveTo>
                  <a:pt x="488585" y="138993"/>
                </a:moveTo>
                <a:lnTo>
                  <a:pt x="488585" y="31416"/>
                </a:lnTo>
                <a:lnTo>
                  <a:pt x="500595" y="31416"/>
                </a:lnTo>
                <a:lnTo>
                  <a:pt x="500595" y="41522"/>
                </a:lnTo>
                <a:cubicBezTo>
                  <a:pt x="503426" y="37568"/>
                  <a:pt x="506624" y="34602"/>
                  <a:pt x="510188" y="32625"/>
                </a:cubicBezTo>
                <a:cubicBezTo>
                  <a:pt x="513752" y="30647"/>
                  <a:pt x="518072" y="29659"/>
                  <a:pt x="523150" y="29659"/>
                </a:cubicBezTo>
                <a:cubicBezTo>
                  <a:pt x="529789" y="29659"/>
                  <a:pt x="535648" y="31367"/>
                  <a:pt x="540725" y="34785"/>
                </a:cubicBezTo>
                <a:cubicBezTo>
                  <a:pt x="545803" y="38202"/>
                  <a:pt x="549635" y="43023"/>
                  <a:pt x="552223" y="49248"/>
                </a:cubicBezTo>
                <a:cubicBezTo>
                  <a:pt x="554810" y="55473"/>
                  <a:pt x="556104" y="62295"/>
                  <a:pt x="556104" y="69716"/>
                </a:cubicBezTo>
                <a:cubicBezTo>
                  <a:pt x="556104" y="77674"/>
                  <a:pt x="554676" y="84838"/>
                  <a:pt x="551820" y="91210"/>
                </a:cubicBezTo>
                <a:cubicBezTo>
                  <a:pt x="548964" y="97581"/>
                  <a:pt x="544814" y="102463"/>
                  <a:pt x="539370" y="105856"/>
                </a:cubicBezTo>
                <a:cubicBezTo>
                  <a:pt x="533927" y="109249"/>
                  <a:pt x="528203" y="110945"/>
                  <a:pt x="522198" y="110945"/>
                </a:cubicBezTo>
                <a:cubicBezTo>
                  <a:pt x="517804" y="110945"/>
                  <a:pt x="513862" y="110018"/>
                  <a:pt x="510371" y="108163"/>
                </a:cubicBezTo>
                <a:cubicBezTo>
                  <a:pt x="506880" y="106307"/>
                  <a:pt x="504012" y="103964"/>
                  <a:pt x="501766" y="101132"/>
                </a:cubicBezTo>
                <a:lnTo>
                  <a:pt x="501766" y="138993"/>
                </a:lnTo>
                <a:lnTo>
                  <a:pt x="488585" y="138993"/>
                </a:lnTo>
                <a:moveTo>
                  <a:pt x="500521" y="70741"/>
                </a:moveTo>
                <a:cubicBezTo>
                  <a:pt x="500521" y="80750"/>
                  <a:pt x="502547" y="88146"/>
                  <a:pt x="506599" y="92930"/>
                </a:cubicBezTo>
                <a:cubicBezTo>
                  <a:pt x="510652" y="97715"/>
                  <a:pt x="515558" y="100107"/>
                  <a:pt x="521319" y="100107"/>
                </a:cubicBezTo>
                <a:cubicBezTo>
                  <a:pt x="527177" y="100107"/>
                  <a:pt x="532194" y="97629"/>
                  <a:pt x="536368" y="92674"/>
                </a:cubicBezTo>
                <a:cubicBezTo>
                  <a:pt x="540542" y="87719"/>
                  <a:pt x="542629" y="80042"/>
                  <a:pt x="542629" y="69643"/>
                </a:cubicBezTo>
                <a:cubicBezTo>
                  <a:pt x="542629" y="59732"/>
                  <a:pt x="540591" y="52312"/>
                  <a:pt x="536514" y="47381"/>
                </a:cubicBezTo>
                <a:cubicBezTo>
                  <a:pt x="532438" y="42450"/>
                  <a:pt x="527568" y="39984"/>
                  <a:pt x="521905" y="39984"/>
                </a:cubicBezTo>
                <a:cubicBezTo>
                  <a:pt x="516290" y="39984"/>
                  <a:pt x="511323" y="42608"/>
                  <a:pt x="507002" y="47857"/>
                </a:cubicBezTo>
                <a:cubicBezTo>
                  <a:pt x="502682" y="53105"/>
                  <a:pt x="500521" y="60733"/>
                  <a:pt x="500521" y="70741"/>
                </a:cubicBezTo>
                <a:close/>
                <a:moveTo>
                  <a:pt x="571387" y="109188"/>
                </a:moveTo>
                <a:lnTo>
                  <a:pt x="571387" y="1831"/>
                </a:lnTo>
                <a:lnTo>
                  <a:pt x="584569" y="1831"/>
                </a:lnTo>
                <a:lnTo>
                  <a:pt x="584569" y="40350"/>
                </a:lnTo>
                <a:cubicBezTo>
                  <a:pt x="590720" y="33223"/>
                  <a:pt x="598483" y="29659"/>
                  <a:pt x="607856" y="29659"/>
                </a:cubicBezTo>
                <a:cubicBezTo>
                  <a:pt x="613617" y="29659"/>
                  <a:pt x="618621" y="30794"/>
                  <a:pt x="622869" y="33064"/>
                </a:cubicBezTo>
                <a:cubicBezTo>
                  <a:pt x="627116" y="35334"/>
                  <a:pt x="630155" y="38471"/>
                  <a:pt x="631986" y="42474"/>
                </a:cubicBezTo>
                <a:cubicBezTo>
                  <a:pt x="633817" y="46477"/>
                  <a:pt x="634732" y="52287"/>
                  <a:pt x="634732" y="59903"/>
                </a:cubicBezTo>
                <a:lnTo>
                  <a:pt x="634732" y="109188"/>
                </a:lnTo>
                <a:lnTo>
                  <a:pt x="621551" y="109188"/>
                </a:lnTo>
                <a:lnTo>
                  <a:pt x="621551" y="59903"/>
                </a:lnTo>
                <a:cubicBezTo>
                  <a:pt x="621551" y="53312"/>
                  <a:pt x="620123" y="48516"/>
                  <a:pt x="617267" y="45513"/>
                </a:cubicBezTo>
                <a:cubicBezTo>
                  <a:pt x="614411" y="42511"/>
                  <a:pt x="610371" y="41010"/>
                  <a:pt x="605147" y="41010"/>
                </a:cubicBezTo>
                <a:cubicBezTo>
                  <a:pt x="601241" y="41010"/>
                  <a:pt x="597567" y="42023"/>
                  <a:pt x="594126" y="44049"/>
                </a:cubicBezTo>
                <a:cubicBezTo>
                  <a:pt x="590684" y="46075"/>
                  <a:pt x="588230" y="48821"/>
                  <a:pt x="586766" y="52287"/>
                </a:cubicBezTo>
                <a:cubicBezTo>
                  <a:pt x="585301" y="55753"/>
                  <a:pt x="584569" y="60538"/>
                  <a:pt x="584569" y="66640"/>
                </a:cubicBezTo>
                <a:lnTo>
                  <a:pt x="584569" y="109188"/>
                </a:lnTo>
                <a:lnTo>
                  <a:pt x="571387" y="109188"/>
                </a:lnTo>
                <a:close/>
                <a:moveTo>
                  <a:pt x="658291" y="109188"/>
                </a:moveTo>
                <a:lnTo>
                  <a:pt x="658291" y="1831"/>
                </a:lnTo>
                <a:lnTo>
                  <a:pt x="672498" y="1831"/>
                </a:lnTo>
                <a:lnTo>
                  <a:pt x="672498" y="109188"/>
                </a:lnTo>
                <a:lnTo>
                  <a:pt x="658291" y="109188"/>
                </a:lnTo>
                <a:close/>
                <a:moveTo>
                  <a:pt x="698063" y="109188"/>
                </a:moveTo>
                <a:lnTo>
                  <a:pt x="698063" y="1831"/>
                </a:lnTo>
                <a:lnTo>
                  <a:pt x="735045" y="1831"/>
                </a:lnTo>
                <a:cubicBezTo>
                  <a:pt x="743393" y="1831"/>
                  <a:pt x="749764" y="2343"/>
                  <a:pt x="754158" y="3369"/>
                </a:cubicBezTo>
                <a:cubicBezTo>
                  <a:pt x="760309" y="4784"/>
                  <a:pt x="765558" y="7348"/>
                  <a:pt x="769903" y="11058"/>
                </a:cubicBezTo>
                <a:cubicBezTo>
                  <a:pt x="775566" y="15842"/>
                  <a:pt x="779801" y="21957"/>
                  <a:pt x="782608" y="29402"/>
                </a:cubicBezTo>
                <a:cubicBezTo>
                  <a:pt x="785416" y="36848"/>
                  <a:pt x="786819" y="45355"/>
                  <a:pt x="786819" y="54923"/>
                </a:cubicBezTo>
                <a:cubicBezTo>
                  <a:pt x="786819" y="63077"/>
                  <a:pt x="785867" y="70302"/>
                  <a:pt x="783963" y="76600"/>
                </a:cubicBezTo>
                <a:cubicBezTo>
                  <a:pt x="782059" y="82898"/>
                  <a:pt x="779618" y="88109"/>
                  <a:pt x="776640" y="92235"/>
                </a:cubicBezTo>
                <a:cubicBezTo>
                  <a:pt x="773662" y="96360"/>
                  <a:pt x="770403" y="99607"/>
                  <a:pt x="766864" y="101975"/>
                </a:cubicBezTo>
                <a:cubicBezTo>
                  <a:pt x="763324" y="104342"/>
                  <a:pt x="759052" y="106136"/>
                  <a:pt x="754048" y="107357"/>
                </a:cubicBezTo>
                <a:cubicBezTo>
                  <a:pt x="749044" y="108578"/>
                  <a:pt x="743295" y="109188"/>
                  <a:pt x="736802" y="109188"/>
                </a:cubicBezTo>
                <a:lnTo>
                  <a:pt x="698063" y="109188"/>
                </a:lnTo>
                <a:moveTo>
                  <a:pt x="712270" y="96519"/>
                </a:moveTo>
                <a:lnTo>
                  <a:pt x="735191" y="96519"/>
                </a:lnTo>
                <a:cubicBezTo>
                  <a:pt x="742270" y="96519"/>
                  <a:pt x="747824" y="95860"/>
                  <a:pt x="751851" y="94542"/>
                </a:cubicBezTo>
                <a:cubicBezTo>
                  <a:pt x="755879" y="93223"/>
                  <a:pt x="759089" y="91368"/>
                  <a:pt x="761481" y="88976"/>
                </a:cubicBezTo>
                <a:cubicBezTo>
                  <a:pt x="764850" y="85607"/>
                  <a:pt x="767474" y="81079"/>
                  <a:pt x="769354" y="75392"/>
                </a:cubicBezTo>
                <a:cubicBezTo>
                  <a:pt x="771233" y="69704"/>
                  <a:pt x="772173" y="62808"/>
                  <a:pt x="772173" y="54704"/>
                </a:cubicBezTo>
                <a:cubicBezTo>
                  <a:pt x="772173" y="43475"/>
                  <a:pt x="770330" y="34846"/>
                  <a:pt x="766644" y="28816"/>
                </a:cubicBezTo>
                <a:cubicBezTo>
                  <a:pt x="762958" y="22787"/>
                  <a:pt x="758479" y="18747"/>
                  <a:pt x="753206" y="16697"/>
                </a:cubicBezTo>
                <a:cubicBezTo>
                  <a:pt x="749398" y="15232"/>
                  <a:pt x="743271" y="14500"/>
                  <a:pt x="734825" y="14500"/>
                </a:cubicBezTo>
                <a:lnTo>
                  <a:pt x="712270" y="14500"/>
                </a:lnTo>
                <a:lnTo>
                  <a:pt x="712270" y="96519"/>
                </a:lnTo>
                <a:close/>
                <a:moveTo>
                  <a:pt x="812824" y="140750"/>
                </a:moveTo>
                <a:lnTo>
                  <a:pt x="803377" y="140750"/>
                </a:lnTo>
                <a:cubicBezTo>
                  <a:pt x="817975" y="117316"/>
                  <a:pt x="825273" y="93858"/>
                  <a:pt x="825273" y="70375"/>
                </a:cubicBezTo>
                <a:cubicBezTo>
                  <a:pt x="825273" y="61197"/>
                  <a:pt x="824224" y="52092"/>
                  <a:pt x="822124" y="43060"/>
                </a:cubicBezTo>
                <a:cubicBezTo>
                  <a:pt x="820464" y="35737"/>
                  <a:pt x="818145" y="28707"/>
                  <a:pt x="815167" y="21969"/>
                </a:cubicBezTo>
                <a:cubicBezTo>
                  <a:pt x="813263" y="17575"/>
                  <a:pt x="809333" y="10252"/>
                  <a:pt x="803377" y="0"/>
                </a:cubicBezTo>
                <a:lnTo>
                  <a:pt x="812824" y="0"/>
                </a:lnTo>
                <a:cubicBezTo>
                  <a:pt x="822002" y="12254"/>
                  <a:pt x="828788" y="24557"/>
                  <a:pt x="833182" y="36909"/>
                </a:cubicBezTo>
                <a:cubicBezTo>
                  <a:pt x="836941" y="47551"/>
                  <a:pt x="838821" y="58683"/>
                  <a:pt x="838821" y="70302"/>
                </a:cubicBezTo>
                <a:cubicBezTo>
                  <a:pt x="838821" y="83484"/>
                  <a:pt x="836295" y="96226"/>
                  <a:pt x="831242" y="108529"/>
                </a:cubicBezTo>
                <a:cubicBezTo>
                  <a:pt x="826189" y="120832"/>
                  <a:pt x="820049" y="131572"/>
                  <a:pt x="812824" y="14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Usage">
            <a:extLst xmlns:a="http://schemas.openxmlformats.org/drawingml/2006/main">
              <a:ext uri="{FF2B5EF4-FFF2-40B4-BE49-F238E27FC236}">
                <a16:creationId xmlns:a16="http://schemas.microsoft.com/office/drawing/2014/main" id="{7820DFA3-EB74-4B1A-A32B-41A97046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865" y="1892215"/>
            <a:ext cx="413778" cy="138920"/>
          </a:xfrm>
          <a:custGeom xmlns:a="http://schemas.openxmlformats.org/drawingml/2006/main">
            <a:pathLst>
              <a:path w="413778" h="138920">
                <a:moveTo>
                  <a:pt x="70229" y="0"/>
                </a:moveTo>
                <a:lnTo>
                  <a:pt x="84436" y="0"/>
                </a:lnTo>
                <a:lnTo>
                  <a:pt x="84436" y="62027"/>
                </a:lnTo>
                <a:cubicBezTo>
                  <a:pt x="84436" y="72816"/>
                  <a:pt x="83215" y="81384"/>
                  <a:pt x="80774" y="87731"/>
                </a:cubicBezTo>
                <a:cubicBezTo>
                  <a:pt x="78333" y="94078"/>
                  <a:pt x="73927" y="99241"/>
                  <a:pt x="67556" y="103219"/>
                </a:cubicBezTo>
                <a:cubicBezTo>
                  <a:pt x="61185" y="107198"/>
                  <a:pt x="52824" y="109188"/>
                  <a:pt x="42474" y="109188"/>
                </a:cubicBezTo>
                <a:cubicBezTo>
                  <a:pt x="32417" y="109188"/>
                  <a:pt x="24191" y="107455"/>
                  <a:pt x="17795" y="103988"/>
                </a:cubicBezTo>
                <a:cubicBezTo>
                  <a:pt x="11400" y="100522"/>
                  <a:pt x="6835" y="95506"/>
                  <a:pt x="4101" y="88939"/>
                </a:cubicBezTo>
                <a:cubicBezTo>
                  <a:pt x="1367" y="82373"/>
                  <a:pt x="0" y="73402"/>
                  <a:pt x="0" y="62027"/>
                </a:cubicBezTo>
                <a:lnTo>
                  <a:pt x="0" y="0"/>
                </a:lnTo>
                <a:lnTo>
                  <a:pt x="14207" y="0"/>
                </a:lnTo>
                <a:lnTo>
                  <a:pt x="14207" y="61954"/>
                </a:lnTo>
                <a:cubicBezTo>
                  <a:pt x="14207" y="71278"/>
                  <a:pt x="15073" y="78150"/>
                  <a:pt x="16807" y="82568"/>
                </a:cubicBezTo>
                <a:cubicBezTo>
                  <a:pt x="18540" y="86987"/>
                  <a:pt x="21518" y="90392"/>
                  <a:pt x="25741" y="92784"/>
                </a:cubicBezTo>
                <a:cubicBezTo>
                  <a:pt x="29964" y="95176"/>
                  <a:pt x="35127" y="96372"/>
                  <a:pt x="41229" y="96372"/>
                </a:cubicBezTo>
                <a:cubicBezTo>
                  <a:pt x="51677" y="96372"/>
                  <a:pt x="59122" y="94005"/>
                  <a:pt x="63565" y="89269"/>
                </a:cubicBezTo>
                <a:cubicBezTo>
                  <a:pt x="68007" y="84533"/>
                  <a:pt x="70229" y="75428"/>
                  <a:pt x="70229" y="61954"/>
                </a:cubicBezTo>
                <a:lnTo>
                  <a:pt x="70229" y="0"/>
                </a:lnTo>
                <a:close/>
                <a:moveTo>
                  <a:pt x="100612" y="84143"/>
                </a:moveTo>
                <a:lnTo>
                  <a:pt x="113647" y="82092"/>
                </a:lnTo>
                <a:cubicBezTo>
                  <a:pt x="114380" y="87316"/>
                  <a:pt x="116418" y="91319"/>
                  <a:pt x="119762" y="94102"/>
                </a:cubicBezTo>
                <a:cubicBezTo>
                  <a:pt x="123106" y="96885"/>
                  <a:pt x="127781" y="98276"/>
                  <a:pt x="133786" y="98276"/>
                </a:cubicBezTo>
                <a:cubicBezTo>
                  <a:pt x="139840" y="98276"/>
                  <a:pt x="144331" y="97044"/>
                  <a:pt x="147261" y="94578"/>
                </a:cubicBezTo>
                <a:cubicBezTo>
                  <a:pt x="150190" y="92113"/>
                  <a:pt x="151654" y="89220"/>
                  <a:pt x="151654" y="85900"/>
                </a:cubicBezTo>
                <a:cubicBezTo>
                  <a:pt x="151654" y="82922"/>
                  <a:pt x="150361" y="80579"/>
                  <a:pt x="147773" y="78870"/>
                </a:cubicBezTo>
                <a:cubicBezTo>
                  <a:pt x="145967" y="77698"/>
                  <a:pt x="141475" y="76209"/>
                  <a:pt x="134299" y="74403"/>
                </a:cubicBezTo>
                <a:cubicBezTo>
                  <a:pt x="124632" y="71962"/>
                  <a:pt x="117931" y="69850"/>
                  <a:pt x="114197" y="68068"/>
                </a:cubicBezTo>
                <a:cubicBezTo>
                  <a:pt x="110462" y="66286"/>
                  <a:pt x="107630" y="63821"/>
                  <a:pt x="105702" y="60672"/>
                </a:cubicBezTo>
                <a:cubicBezTo>
                  <a:pt x="103773" y="57523"/>
                  <a:pt x="102809" y="54045"/>
                  <a:pt x="102809" y="50237"/>
                </a:cubicBezTo>
                <a:cubicBezTo>
                  <a:pt x="102809" y="46770"/>
                  <a:pt x="103603" y="43560"/>
                  <a:pt x="105189" y="40607"/>
                </a:cubicBezTo>
                <a:cubicBezTo>
                  <a:pt x="106776" y="37653"/>
                  <a:pt x="108936" y="35200"/>
                  <a:pt x="111670" y="33247"/>
                </a:cubicBezTo>
                <a:cubicBezTo>
                  <a:pt x="113721" y="31734"/>
                  <a:pt x="116516" y="30452"/>
                  <a:pt x="120055" y="29402"/>
                </a:cubicBezTo>
                <a:cubicBezTo>
                  <a:pt x="123595" y="28353"/>
                  <a:pt x="127390" y="27828"/>
                  <a:pt x="131443" y="27828"/>
                </a:cubicBezTo>
                <a:cubicBezTo>
                  <a:pt x="137545" y="27828"/>
                  <a:pt x="142903" y="28707"/>
                  <a:pt x="147517" y="30464"/>
                </a:cubicBezTo>
                <a:cubicBezTo>
                  <a:pt x="152130" y="32222"/>
                  <a:pt x="155536" y="34602"/>
                  <a:pt x="157733" y="37604"/>
                </a:cubicBezTo>
                <a:cubicBezTo>
                  <a:pt x="159930" y="40607"/>
                  <a:pt x="161443" y="44622"/>
                  <a:pt x="162273" y="49651"/>
                </a:cubicBezTo>
                <a:lnTo>
                  <a:pt x="149384" y="51408"/>
                </a:lnTo>
                <a:cubicBezTo>
                  <a:pt x="148798" y="47405"/>
                  <a:pt x="147102" y="44280"/>
                  <a:pt x="144295" y="42035"/>
                </a:cubicBezTo>
                <a:cubicBezTo>
                  <a:pt x="141487" y="39789"/>
                  <a:pt x="137521" y="38666"/>
                  <a:pt x="132395" y="38666"/>
                </a:cubicBezTo>
                <a:cubicBezTo>
                  <a:pt x="126341" y="38666"/>
                  <a:pt x="122020" y="39667"/>
                  <a:pt x="119433" y="41669"/>
                </a:cubicBezTo>
                <a:cubicBezTo>
                  <a:pt x="116845" y="43670"/>
                  <a:pt x="115551" y="46014"/>
                  <a:pt x="115551" y="48699"/>
                </a:cubicBezTo>
                <a:cubicBezTo>
                  <a:pt x="115551" y="50408"/>
                  <a:pt x="116088" y="51945"/>
                  <a:pt x="117163" y="53312"/>
                </a:cubicBezTo>
                <a:cubicBezTo>
                  <a:pt x="118237" y="54728"/>
                  <a:pt x="119921" y="55900"/>
                  <a:pt x="122215" y="56827"/>
                </a:cubicBezTo>
                <a:cubicBezTo>
                  <a:pt x="123534" y="57316"/>
                  <a:pt x="127415" y="58439"/>
                  <a:pt x="133859" y="60196"/>
                </a:cubicBezTo>
                <a:cubicBezTo>
                  <a:pt x="143184" y="62686"/>
                  <a:pt x="149689" y="64724"/>
                  <a:pt x="153375" y="66311"/>
                </a:cubicBezTo>
                <a:cubicBezTo>
                  <a:pt x="157061" y="67898"/>
                  <a:pt x="159954" y="70204"/>
                  <a:pt x="162053" y="73231"/>
                </a:cubicBezTo>
                <a:cubicBezTo>
                  <a:pt x="164153" y="76258"/>
                  <a:pt x="165202" y="80017"/>
                  <a:pt x="165202" y="84509"/>
                </a:cubicBezTo>
                <a:cubicBezTo>
                  <a:pt x="165202" y="88903"/>
                  <a:pt x="163921" y="93040"/>
                  <a:pt x="161358" y="96922"/>
                </a:cubicBezTo>
                <a:cubicBezTo>
                  <a:pt x="158794" y="100803"/>
                  <a:pt x="155096" y="103805"/>
                  <a:pt x="150263" y="105929"/>
                </a:cubicBezTo>
                <a:cubicBezTo>
                  <a:pt x="145430" y="108053"/>
                  <a:pt x="139962" y="109115"/>
                  <a:pt x="133859" y="109115"/>
                </a:cubicBezTo>
                <a:cubicBezTo>
                  <a:pt x="123753" y="109115"/>
                  <a:pt x="116052" y="107015"/>
                  <a:pt x="110755" y="102817"/>
                </a:cubicBezTo>
                <a:cubicBezTo>
                  <a:pt x="105458" y="98618"/>
                  <a:pt x="102077" y="92393"/>
                  <a:pt x="100612" y="84143"/>
                </a:cubicBezTo>
                <a:close/>
                <a:moveTo>
                  <a:pt x="231623" y="97764"/>
                </a:moveTo>
                <a:cubicBezTo>
                  <a:pt x="226741" y="101913"/>
                  <a:pt x="222042" y="104843"/>
                  <a:pt x="217526" y="106551"/>
                </a:cubicBezTo>
                <a:cubicBezTo>
                  <a:pt x="213010" y="108260"/>
                  <a:pt x="208165" y="109115"/>
                  <a:pt x="202990" y="109115"/>
                </a:cubicBezTo>
                <a:cubicBezTo>
                  <a:pt x="194446" y="109115"/>
                  <a:pt x="187880" y="107027"/>
                  <a:pt x="183291" y="102853"/>
                </a:cubicBezTo>
                <a:cubicBezTo>
                  <a:pt x="178701" y="98679"/>
                  <a:pt x="176407" y="93345"/>
                  <a:pt x="176407" y="86852"/>
                </a:cubicBezTo>
                <a:cubicBezTo>
                  <a:pt x="176407" y="83044"/>
                  <a:pt x="177273" y="79566"/>
                  <a:pt x="179007" y="76417"/>
                </a:cubicBezTo>
                <a:cubicBezTo>
                  <a:pt x="180740" y="73268"/>
                  <a:pt x="183010" y="70741"/>
                  <a:pt x="185817" y="68837"/>
                </a:cubicBezTo>
                <a:cubicBezTo>
                  <a:pt x="188624" y="66933"/>
                  <a:pt x="191785" y="65493"/>
                  <a:pt x="195300" y="64517"/>
                </a:cubicBezTo>
                <a:cubicBezTo>
                  <a:pt x="197888" y="63833"/>
                  <a:pt x="201794" y="63174"/>
                  <a:pt x="207017" y="62539"/>
                </a:cubicBezTo>
                <a:cubicBezTo>
                  <a:pt x="217660" y="61270"/>
                  <a:pt x="225496" y="59757"/>
                  <a:pt x="230525" y="57999"/>
                </a:cubicBezTo>
                <a:cubicBezTo>
                  <a:pt x="230574" y="56193"/>
                  <a:pt x="230598" y="55045"/>
                  <a:pt x="230598" y="54557"/>
                </a:cubicBezTo>
                <a:cubicBezTo>
                  <a:pt x="230598" y="49187"/>
                  <a:pt x="229353" y="45403"/>
                  <a:pt x="226863" y="43206"/>
                </a:cubicBezTo>
                <a:cubicBezTo>
                  <a:pt x="223495" y="40228"/>
                  <a:pt x="218490" y="38739"/>
                  <a:pt x="211851" y="38739"/>
                </a:cubicBezTo>
                <a:cubicBezTo>
                  <a:pt x="205650" y="38739"/>
                  <a:pt x="201074" y="39826"/>
                  <a:pt x="198120" y="41998"/>
                </a:cubicBezTo>
                <a:cubicBezTo>
                  <a:pt x="195166" y="44171"/>
                  <a:pt x="192981" y="48015"/>
                  <a:pt x="191566" y="53532"/>
                </a:cubicBezTo>
                <a:lnTo>
                  <a:pt x="178677" y="51774"/>
                </a:lnTo>
                <a:cubicBezTo>
                  <a:pt x="179849" y="46258"/>
                  <a:pt x="181777" y="41803"/>
                  <a:pt x="184462" y="38410"/>
                </a:cubicBezTo>
                <a:cubicBezTo>
                  <a:pt x="187147" y="35017"/>
                  <a:pt x="191029" y="32405"/>
                  <a:pt x="196106" y="30574"/>
                </a:cubicBezTo>
                <a:cubicBezTo>
                  <a:pt x="201183" y="28743"/>
                  <a:pt x="207066" y="27828"/>
                  <a:pt x="213755" y="27828"/>
                </a:cubicBezTo>
                <a:cubicBezTo>
                  <a:pt x="220394" y="27828"/>
                  <a:pt x="225789" y="28609"/>
                  <a:pt x="229939" y="30171"/>
                </a:cubicBezTo>
                <a:cubicBezTo>
                  <a:pt x="234089" y="31734"/>
                  <a:pt x="237140" y="33699"/>
                  <a:pt x="239093" y="36066"/>
                </a:cubicBezTo>
                <a:cubicBezTo>
                  <a:pt x="241046" y="38434"/>
                  <a:pt x="242413" y="41424"/>
                  <a:pt x="243194" y="45037"/>
                </a:cubicBezTo>
                <a:cubicBezTo>
                  <a:pt x="243633" y="47283"/>
                  <a:pt x="243853" y="51335"/>
                  <a:pt x="243853" y="57194"/>
                </a:cubicBezTo>
                <a:lnTo>
                  <a:pt x="243853" y="74769"/>
                </a:lnTo>
                <a:cubicBezTo>
                  <a:pt x="243853" y="87023"/>
                  <a:pt x="244134" y="94773"/>
                  <a:pt x="244695" y="98020"/>
                </a:cubicBezTo>
                <a:cubicBezTo>
                  <a:pt x="245256" y="101267"/>
                  <a:pt x="246367" y="104379"/>
                  <a:pt x="248027" y="107357"/>
                </a:cubicBezTo>
                <a:lnTo>
                  <a:pt x="234259" y="107357"/>
                </a:lnTo>
                <a:cubicBezTo>
                  <a:pt x="232893" y="104623"/>
                  <a:pt x="232014" y="101425"/>
                  <a:pt x="231623" y="97764"/>
                </a:cubicBezTo>
                <a:moveTo>
                  <a:pt x="230525" y="68325"/>
                </a:moveTo>
                <a:cubicBezTo>
                  <a:pt x="225740" y="70278"/>
                  <a:pt x="218564" y="71937"/>
                  <a:pt x="208995" y="73304"/>
                </a:cubicBezTo>
                <a:cubicBezTo>
                  <a:pt x="203576" y="74086"/>
                  <a:pt x="199743" y="74964"/>
                  <a:pt x="197497" y="75941"/>
                </a:cubicBezTo>
                <a:cubicBezTo>
                  <a:pt x="195252" y="76917"/>
                  <a:pt x="193519" y="78345"/>
                  <a:pt x="192298" y="80225"/>
                </a:cubicBezTo>
                <a:cubicBezTo>
                  <a:pt x="191077" y="82104"/>
                  <a:pt x="190467" y="84192"/>
                  <a:pt x="190467" y="86486"/>
                </a:cubicBezTo>
                <a:cubicBezTo>
                  <a:pt x="190467" y="90001"/>
                  <a:pt x="191798" y="92930"/>
                  <a:pt x="194458" y="95274"/>
                </a:cubicBezTo>
                <a:cubicBezTo>
                  <a:pt x="197119" y="97617"/>
                  <a:pt x="201013" y="98789"/>
                  <a:pt x="206139" y="98789"/>
                </a:cubicBezTo>
                <a:cubicBezTo>
                  <a:pt x="211216" y="98789"/>
                  <a:pt x="215732" y="97678"/>
                  <a:pt x="219686" y="95457"/>
                </a:cubicBezTo>
                <a:cubicBezTo>
                  <a:pt x="223641" y="93236"/>
                  <a:pt x="226546" y="90196"/>
                  <a:pt x="228401" y="86340"/>
                </a:cubicBezTo>
                <a:cubicBezTo>
                  <a:pt x="229817" y="83362"/>
                  <a:pt x="230525" y="78968"/>
                  <a:pt x="230525" y="73158"/>
                </a:cubicBezTo>
                <a:lnTo>
                  <a:pt x="230525" y="68325"/>
                </a:lnTo>
                <a:close/>
                <a:moveTo>
                  <a:pt x="261260" y="113801"/>
                </a:moveTo>
                <a:lnTo>
                  <a:pt x="274075" y="115705"/>
                </a:lnTo>
                <a:cubicBezTo>
                  <a:pt x="274612" y="119660"/>
                  <a:pt x="276101" y="122540"/>
                  <a:pt x="278542" y="124347"/>
                </a:cubicBezTo>
                <a:cubicBezTo>
                  <a:pt x="281813" y="126788"/>
                  <a:pt x="286280" y="128008"/>
                  <a:pt x="291944" y="128008"/>
                </a:cubicBezTo>
                <a:cubicBezTo>
                  <a:pt x="298046" y="128008"/>
                  <a:pt x="302757" y="126788"/>
                  <a:pt x="306077" y="124347"/>
                </a:cubicBezTo>
                <a:cubicBezTo>
                  <a:pt x="309397" y="121906"/>
                  <a:pt x="311643" y="118488"/>
                  <a:pt x="312814" y="114094"/>
                </a:cubicBezTo>
                <a:cubicBezTo>
                  <a:pt x="313498" y="111409"/>
                  <a:pt x="313815" y="105770"/>
                  <a:pt x="313766" y="97178"/>
                </a:cubicBezTo>
                <a:cubicBezTo>
                  <a:pt x="308006" y="103964"/>
                  <a:pt x="300829" y="107357"/>
                  <a:pt x="292237" y="107357"/>
                </a:cubicBezTo>
                <a:cubicBezTo>
                  <a:pt x="281545" y="107357"/>
                  <a:pt x="273270" y="103500"/>
                  <a:pt x="267411" y="95786"/>
                </a:cubicBezTo>
                <a:cubicBezTo>
                  <a:pt x="261553" y="88073"/>
                  <a:pt x="258623" y="78821"/>
                  <a:pt x="258623" y="68032"/>
                </a:cubicBezTo>
                <a:cubicBezTo>
                  <a:pt x="258623" y="60611"/>
                  <a:pt x="259966" y="53764"/>
                  <a:pt x="262651" y="47490"/>
                </a:cubicBezTo>
                <a:cubicBezTo>
                  <a:pt x="265336" y="41217"/>
                  <a:pt x="269230" y="36372"/>
                  <a:pt x="274331" y="32954"/>
                </a:cubicBezTo>
                <a:cubicBezTo>
                  <a:pt x="279433" y="29537"/>
                  <a:pt x="285426" y="27828"/>
                  <a:pt x="292310" y="27828"/>
                </a:cubicBezTo>
                <a:cubicBezTo>
                  <a:pt x="301488" y="27828"/>
                  <a:pt x="309055" y="31538"/>
                  <a:pt x="315011" y="38959"/>
                </a:cubicBezTo>
                <a:lnTo>
                  <a:pt x="315011" y="29585"/>
                </a:lnTo>
                <a:lnTo>
                  <a:pt x="327168" y="29585"/>
                </a:lnTo>
                <a:lnTo>
                  <a:pt x="327168" y="96812"/>
                </a:lnTo>
                <a:cubicBezTo>
                  <a:pt x="327168" y="108919"/>
                  <a:pt x="325935" y="117500"/>
                  <a:pt x="323470" y="122552"/>
                </a:cubicBezTo>
                <a:cubicBezTo>
                  <a:pt x="321004" y="127605"/>
                  <a:pt x="317099" y="131597"/>
                  <a:pt x="311753" y="134526"/>
                </a:cubicBezTo>
                <a:cubicBezTo>
                  <a:pt x="306407" y="137455"/>
                  <a:pt x="299828" y="138920"/>
                  <a:pt x="292017" y="138920"/>
                </a:cubicBezTo>
                <a:cubicBezTo>
                  <a:pt x="282741" y="138920"/>
                  <a:pt x="275247" y="136833"/>
                  <a:pt x="269535" y="132658"/>
                </a:cubicBezTo>
                <a:cubicBezTo>
                  <a:pt x="263823" y="128484"/>
                  <a:pt x="261064" y="122199"/>
                  <a:pt x="261260" y="113801"/>
                </a:cubicBezTo>
                <a:moveTo>
                  <a:pt x="272171" y="67080"/>
                </a:moveTo>
                <a:cubicBezTo>
                  <a:pt x="272171" y="77283"/>
                  <a:pt x="274197" y="84729"/>
                  <a:pt x="278249" y="89415"/>
                </a:cubicBezTo>
                <a:cubicBezTo>
                  <a:pt x="282301" y="94102"/>
                  <a:pt x="287379" y="96446"/>
                  <a:pt x="293481" y="96446"/>
                </a:cubicBezTo>
                <a:cubicBezTo>
                  <a:pt x="299535" y="96446"/>
                  <a:pt x="304613" y="94114"/>
                  <a:pt x="308714" y="89452"/>
                </a:cubicBezTo>
                <a:cubicBezTo>
                  <a:pt x="312814" y="84790"/>
                  <a:pt x="314865" y="77479"/>
                  <a:pt x="314865" y="67519"/>
                </a:cubicBezTo>
                <a:cubicBezTo>
                  <a:pt x="314865" y="57999"/>
                  <a:pt x="312753" y="50822"/>
                  <a:pt x="308530" y="45989"/>
                </a:cubicBezTo>
                <a:cubicBezTo>
                  <a:pt x="304307" y="41156"/>
                  <a:pt x="299218" y="38739"/>
                  <a:pt x="293262" y="38739"/>
                </a:cubicBezTo>
                <a:cubicBezTo>
                  <a:pt x="287403" y="38739"/>
                  <a:pt x="282424" y="41119"/>
                  <a:pt x="278323" y="45879"/>
                </a:cubicBezTo>
                <a:cubicBezTo>
                  <a:pt x="274222" y="50639"/>
                  <a:pt x="272171" y="57706"/>
                  <a:pt x="272171" y="67080"/>
                </a:cubicBezTo>
                <a:close/>
                <a:moveTo>
                  <a:pt x="399718" y="82312"/>
                </a:moveTo>
                <a:lnTo>
                  <a:pt x="413339" y="83996"/>
                </a:lnTo>
                <a:cubicBezTo>
                  <a:pt x="411191" y="91954"/>
                  <a:pt x="407212" y="98130"/>
                  <a:pt x="401402" y="102524"/>
                </a:cubicBezTo>
                <a:cubicBezTo>
                  <a:pt x="395593" y="106918"/>
                  <a:pt x="388172" y="109115"/>
                  <a:pt x="379140" y="109115"/>
                </a:cubicBezTo>
                <a:cubicBezTo>
                  <a:pt x="367765" y="109115"/>
                  <a:pt x="358745" y="105612"/>
                  <a:pt x="352081" y="98606"/>
                </a:cubicBezTo>
                <a:cubicBezTo>
                  <a:pt x="345417" y="91600"/>
                  <a:pt x="342085" y="81775"/>
                  <a:pt x="342085" y="69130"/>
                </a:cubicBezTo>
                <a:cubicBezTo>
                  <a:pt x="342085" y="56046"/>
                  <a:pt x="345454" y="45892"/>
                  <a:pt x="352191" y="38666"/>
                </a:cubicBezTo>
                <a:cubicBezTo>
                  <a:pt x="358928" y="31441"/>
                  <a:pt x="367667" y="27828"/>
                  <a:pt x="378408" y="27828"/>
                </a:cubicBezTo>
                <a:cubicBezTo>
                  <a:pt x="388807" y="27828"/>
                  <a:pt x="397301" y="31367"/>
                  <a:pt x="403892" y="38446"/>
                </a:cubicBezTo>
                <a:cubicBezTo>
                  <a:pt x="410483" y="45525"/>
                  <a:pt x="413778" y="55485"/>
                  <a:pt x="413778" y="68325"/>
                </a:cubicBezTo>
                <a:cubicBezTo>
                  <a:pt x="413778" y="69106"/>
                  <a:pt x="413754" y="70278"/>
                  <a:pt x="413705" y="71840"/>
                </a:cubicBezTo>
                <a:lnTo>
                  <a:pt x="355706" y="71840"/>
                </a:lnTo>
                <a:cubicBezTo>
                  <a:pt x="356194" y="80383"/>
                  <a:pt x="358611" y="86925"/>
                  <a:pt x="362956" y="91466"/>
                </a:cubicBezTo>
                <a:cubicBezTo>
                  <a:pt x="367301" y="96006"/>
                  <a:pt x="372720" y="98276"/>
                  <a:pt x="379213" y="98276"/>
                </a:cubicBezTo>
                <a:cubicBezTo>
                  <a:pt x="384047" y="98276"/>
                  <a:pt x="388172" y="97007"/>
                  <a:pt x="391589" y="94468"/>
                </a:cubicBezTo>
                <a:cubicBezTo>
                  <a:pt x="395007" y="91930"/>
                  <a:pt x="397716" y="87877"/>
                  <a:pt x="399718" y="82312"/>
                </a:cubicBezTo>
                <a:moveTo>
                  <a:pt x="356438" y="61002"/>
                </a:moveTo>
                <a:lnTo>
                  <a:pt x="399865" y="61002"/>
                </a:lnTo>
                <a:cubicBezTo>
                  <a:pt x="399279" y="54460"/>
                  <a:pt x="397619" y="49553"/>
                  <a:pt x="394885" y="46282"/>
                </a:cubicBezTo>
                <a:cubicBezTo>
                  <a:pt x="390686" y="41205"/>
                  <a:pt x="385243" y="38666"/>
                  <a:pt x="378554" y="38666"/>
                </a:cubicBezTo>
                <a:cubicBezTo>
                  <a:pt x="372500" y="38666"/>
                  <a:pt x="367411" y="40692"/>
                  <a:pt x="363286" y="44744"/>
                </a:cubicBezTo>
                <a:cubicBezTo>
                  <a:pt x="359160" y="48796"/>
                  <a:pt x="356878" y="54216"/>
                  <a:pt x="356438" y="610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BB585-5629-400F-8A39-FF1201EF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527" y="1269112"/>
            <a:ext cx="109734" cy="305915"/>
          </a:xfrm>
          <a:custGeom xmlns:a="http://schemas.openxmlformats.org/drawingml/2006/main">
            <a:pathLst>
              <a:path w="109734" h="305915">
                <a:moveTo>
                  <a:pt x="30440" y="0"/>
                </a:moveTo>
                <a:lnTo>
                  <a:pt x="0" y="7045"/>
                </a:lnTo>
                <a:lnTo>
                  <a:pt x="48852" y="218115"/>
                </a:lnTo>
                <a:lnTo>
                  <a:pt x="18411" y="225161"/>
                </a:lnTo>
                <a:lnTo>
                  <a:pt x="85209" y="305915"/>
                </a:lnTo>
                <a:lnTo>
                  <a:pt x="109734" y="204024"/>
                </a:lnTo>
                <a:lnTo>
                  <a:pt x="79292" y="211070"/>
                </a:lnTo>
                <a:lnTo>
                  <a:pt x="30440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A69CF-872A-49B2-9B39-70335FE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9" y="124624"/>
            <a:ext cx="474474" cy="204514"/>
          </a:xfrm>
          <a:custGeom xmlns:a="http://schemas.openxmlformats.org/drawingml/2006/main">
            <a:pathLst>
              <a:path w="474474" h="204514">
                <a:moveTo>
                  <a:pt x="0" y="34086"/>
                </a:moveTo>
                <a:cubicBezTo>
                  <a:pt x="0" y="15261"/>
                  <a:pt x="15261" y="0"/>
                  <a:pt x="34086" y="0"/>
                </a:cubicBezTo>
                <a:lnTo>
                  <a:pt x="440388" y="0"/>
                </a:lnTo>
                <a:cubicBezTo>
                  <a:pt x="459213" y="0"/>
                  <a:pt x="474474" y="15261"/>
                  <a:pt x="474474" y="34086"/>
                </a:cubicBezTo>
                <a:lnTo>
                  <a:pt x="474474" y="170428"/>
                </a:lnTo>
                <a:cubicBezTo>
                  <a:pt x="474474" y="189253"/>
                  <a:pt x="459213" y="204514"/>
                  <a:pt x="440388" y="204514"/>
                </a:cubicBezTo>
                <a:lnTo>
                  <a:pt x="34086" y="204514"/>
                </a:lnTo>
                <a:cubicBezTo>
                  <a:pt x="15261" y="204514"/>
                  <a:pt x="0" y="189253"/>
                  <a:pt x="0" y="170428"/>
                </a:cubicBezTo>
                <a:lnTo>
                  <a:pt x="0" y="34086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7E02D-D0FF-42AB-AFFD-4649B1BF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9" y="124624"/>
            <a:ext cx="474474" cy="204515"/>
          </a:xfrm>
          <a:custGeom xmlns:a="http://schemas.openxmlformats.org/drawingml/2006/main">
            <a:pathLst>
              <a:path w="474474" h="204515" fill="none">
                <a:moveTo>
                  <a:pt x="0" y="34087"/>
                </a:moveTo>
                <a:cubicBezTo>
                  <a:pt x="0" y="15261"/>
                  <a:pt x="15261" y="0"/>
                  <a:pt x="34087" y="0"/>
                </a:cubicBezTo>
                <a:lnTo>
                  <a:pt x="440388" y="0"/>
                </a:lnTo>
                <a:cubicBezTo>
                  <a:pt x="459213" y="0"/>
                  <a:pt x="474474" y="15261"/>
                  <a:pt x="474474" y="34087"/>
                </a:cubicBezTo>
                <a:lnTo>
                  <a:pt x="474474" y="170428"/>
                </a:lnTo>
                <a:cubicBezTo>
                  <a:pt x="474474" y="189254"/>
                  <a:pt x="459213" y="204515"/>
                  <a:pt x="440388" y="204515"/>
                </a:cubicBezTo>
                <a:lnTo>
                  <a:pt x="34087" y="204515"/>
                </a:lnTo>
                <a:cubicBezTo>
                  <a:pt x="15261" y="204515"/>
                  <a:pt x="0" y="189254"/>
                  <a:pt x="0" y="170428"/>
                </a:cubicBezTo>
                <a:lnTo>
                  <a:pt x="0" y="340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498" cap="flat">
            <a:solidFill>
              <a:srgbClr val="172C51"/>
            </a:solidFill>
            <a:miter/>
          </a:ln>
        </p:spPr>
      </p:sp>
      <p:sp>
        <p:nvSpPr>
          <p:cNvPr id="138" name="Text SNO">
            <a:extLst xmlns:a="http://schemas.openxmlformats.org/drawingml/2006/main">
              <a:ext uri="{FF2B5EF4-FFF2-40B4-BE49-F238E27FC236}">
                <a16:creationId xmlns:a16="http://schemas.microsoft.com/office/drawing/2014/main" id="{067622CA-8FF9-4767-B256-2797D075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99" y="189082"/>
            <a:ext cx="274666" cy="96953"/>
          </a:xfrm>
          <a:custGeom xmlns:a="http://schemas.openxmlformats.org/drawingml/2006/main">
            <a:pathLst>
              <a:path w="274666" h="96953">
                <a:moveTo>
                  <a:pt x="0" y="64806"/>
                </a:moveTo>
                <a:lnTo>
                  <a:pt x="18406" y="63016"/>
                </a:lnTo>
                <a:cubicBezTo>
                  <a:pt x="19514" y="69194"/>
                  <a:pt x="21762" y="73732"/>
                  <a:pt x="25149" y="76629"/>
                </a:cubicBezTo>
                <a:cubicBezTo>
                  <a:pt x="28536" y="79526"/>
                  <a:pt x="33106" y="80975"/>
                  <a:pt x="38858" y="80975"/>
                </a:cubicBezTo>
                <a:cubicBezTo>
                  <a:pt x="44951" y="80975"/>
                  <a:pt x="49542" y="79686"/>
                  <a:pt x="52631" y="77109"/>
                </a:cubicBezTo>
                <a:cubicBezTo>
                  <a:pt x="55720" y="74531"/>
                  <a:pt x="57264" y="71516"/>
                  <a:pt x="57264" y="68065"/>
                </a:cubicBezTo>
                <a:cubicBezTo>
                  <a:pt x="57264" y="65850"/>
                  <a:pt x="56614" y="63964"/>
                  <a:pt x="55315" y="62409"/>
                </a:cubicBezTo>
                <a:cubicBezTo>
                  <a:pt x="54015" y="60854"/>
                  <a:pt x="51747" y="59501"/>
                  <a:pt x="48508" y="58351"/>
                </a:cubicBezTo>
                <a:cubicBezTo>
                  <a:pt x="46293" y="57584"/>
                  <a:pt x="41244" y="56220"/>
                  <a:pt x="33361" y="54260"/>
                </a:cubicBezTo>
                <a:cubicBezTo>
                  <a:pt x="23221" y="51747"/>
                  <a:pt x="16106" y="48658"/>
                  <a:pt x="12015" y="44993"/>
                </a:cubicBezTo>
                <a:cubicBezTo>
                  <a:pt x="6263" y="39838"/>
                  <a:pt x="3387" y="33553"/>
                  <a:pt x="3387" y="26140"/>
                </a:cubicBezTo>
                <a:cubicBezTo>
                  <a:pt x="3387" y="21368"/>
                  <a:pt x="4740" y="16904"/>
                  <a:pt x="7446" y="12750"/>
                </a:cubicBezTo>
                <a:cubicBezTo>
                  <a:pt x="10151" y="8596"/>
                  <a:pt x="14050" y="5432"/>
                  <a:pt x="19141" y="3259"/>
                </a:cubicBezTo>
                <a:cubicBezTo>
                  <a:pt x="24233" y="1086"/>
                  <a:pt x="30379" y="0"/>
                  <a:pt x="37580" y="0"/>
                </a:cubicBezTo>
                <a:cubicBezTo>
                  <a:pt x="49339" y="0"/>
                  <a:pt x="58191" y="2578"/>
                  <a:pt x="64135" y="7733"/>
                </a:cubicBezTo>
                <a:cubicBezTo>
                  <a:pt x="70078" y="12889"/>
                  <a:pt x="73199" y="19770"/>
                  <a:pt x="73498" y="28376"/>
                </a:cubicBezTo>
                <a:lnTo>
                  <a:pt x="54580" y="29207"/>
                </a:lnTo>
                <a:cubicBezTo>
                  <a:pt x="53770" y="24393"/>
                  <a:pt x="52034" y="20931"/>
                  <a:pt x="49371" y="18822"/>
                </a:cubicBezTo>
                <a:cubicBezTo>
                  <a:pt x="46708" y="16713"/>
                  <a:pt x="42714" y="15658"/>
                  <a:pt x="37388" y="15658"/>
                </a:cubicBezTo>
                <a:cubicBezTo>
                  <a:pt x="31892" y="15658"/>
                  <a:pt x="27588" y="16787"/>
                  <a:pt x="24478" y="19045"/>
                </a:cubicBezTo>
                <a:cubicBezTo>
                  <a:pt x="22475" y="20494"/>
                  <a:pt x="21474" y="22433"/>
                  <a:pt x="21474" y="24861"/>
                </a:cubicBezTo>
                <a:cubicBezTo>
                  <a:pt x="21474" y="27077"/>
                  <a:pt x="22411" y="28973"/>
                  <a:pt x="24286" y="30549"/>
                </a:cubicBezTo>
                <a:cubicBezTo>
                  <a:pt x="26672" y="32552"/>
                  <a:pt x="32467" y="34640"/>
                  <a:pt x="41670" y="36813"/>
                </a:cubicBezTo>
                <a:cubicBezTo>
                  <a:pt x="50873" y="38986"/>
                  <a:pt x="57680" y="41233"/>
                  <a:pt x="62089" y="43555"/>
                </a:cubicBezTo>
                <a:cubicBezTo>
                  <a:pt x="66499" y="45877"/>
                  <a:pt x="69950" y="49052"/>
                  <a:pt x="72443" y="53078"/>
                </a:cubicBezTo>
                <a:cubicBezTo>
                  <a:pt x="74936" y="57104"/>
                  <a:pt x="76182" y="62079"/>
                  <a:pt x="76182" y="68001"/>
                </a:cubicBezTo>
                <a:cubicBezTo>
                  <a:pt x="76182" y="73370"/>
                  <a:pt x="74691" y="78397"/>
                  <a:pt x="71708" y="83084"/>
                </a:cubicBezTo>
                <a:cubicBezTo>
                  <a:pt x="68726" y="87771"/>
                  <a:pt x="64507" y="91254"/>
                  <a:pt x="59054" y="93534"/>
                </a:cubicBezTo>
                <a:cubicBezTo>
                  <a:pt x="53600" y="95813"/>
                  <a:pt x="46804" y="96953"/>
                  <a:pt x="38666" y="96953"/>
                </a:cubicBezTo>
                <a:cubicBezTo>
                  <a:pt x="26821" y="96953"/>
                  <a:pt x="17725" y="94215"/>
                  <a:pt x="11376" y="88740"/>
                </a:cubicBezTo>
                <a:cubicBezTo>
                  <a:pt x="5028" y="83265"/>
                  <a:pt x="1236" y="75287"/>
                  <a:pt x="0" y="64806"/>
                </a:cubicBezTo>
                <a:close/>
                <a:moveTo>
                  <a:pt x="92472" y="95291"/>
                </a:moveTo>
                <a:lnTo>
                  <a:pt x="92472" y="1598"/>
                </a:lnTo>
                <a:lnTo>
                  <a:pt x="110878" y="1598"/>
                </a:lnTo>
                <a:lnTo>
                  <a:pt x="149225" y="64167"/>
                </a:lnTo>
                <a:lnTo>
                  <a:pt x="149225" y="1598"/>
                </a:lnTo>
                <a:lnTo>
                  <a:pt x="166800" y="1598"/>
                </a:lnTo>
                <a:lnTo>
                  <a:pt x="166800" y="95291"/>
                </a:lnTo>
                <a:lnTo>
                  <a:pt x="147818" y="95291"/>
                </a:lnTo>
                <a:lnTo>
                  <a:pt x="110047" y="34192"/>
                </a:lnTo>
                <a:lnTo>
                  <a:pt x="110047" y="95291"/>
                </a:lnTo>
                <a:lnTo>
                  <a:pt x="92472" y="95291"/>
                </a:lnTo>
                <a:close/>
                <a:moveTo>
                  <a:pt x="183785" y="49020"/>
                </a:moveTo>
                <a:cubicBezTo>
                  <a:pt x="183785" y="39476"/>
                  <a:pt x="185213" y="31465"/>
                  <a:pt x="188067" y="24989"/>
                </a:cubicBezTo>
                <a:cubicBezTo>
                  <a:pt x="190198" y="20217"/>
                  <a:pt x="193106" y="15935"/>
                  <a:pt x="196791" y="12143"/>
                </a:cubicBezTo>
                <a:cubicBezTo>
                  <a:pt x="200477" y="8351"/>
                  <a:pt x="204514" y="5539"/>
                  <a:pt x="208902" y="3707"/>
                </a:cubicBezTo>
                <a:cubicBezTo>
                  <a:pt x="214739" y="1236"/>
                  <a:pt x="221471" y="0"/>
                  <a:pt x="229098" y="0"/>
                </a:cubicBezTo>
                <a:cubicBezTo>
                  <a:pt x="242903" y="0"/>
                  <a:pt x="253949" y="4282"/>
                  <a:pt x="262236" y="12846"/>
                </a:cubicBezTo>
                <a:cubicBezTo>
                  <a:pt x="270523" y="21410"/>
                  <a:pt x="274666" y="33319"/>
                  <a:pt x="274666" y="48572"/>
                </a:cubicBezTo>
                <a:cubicBezTo>
                  <a:pt x="274666" y="63698"/>
                  <a:pt x="270555" y="75532"/>
                  <a:pt x="262332" y="84075"/>
                </a:cubicBezTo>
                <a:cubicBezTo>
                  <a:pt x="254108" y="92618"/>
                  <a:pt x="243116" y="96889"/>
                  <a:pt x="229354" y="96889"/>
                </a:cubicBezTo>
                <a:cubicBezTo>
                  <a:pt x="215421" y="96889"/>
                  <a:pt x="204343" y="92639"/>
                  <a:pt x="196120" y="84139"/>
                </a:cubicBezTo>
                <a:cubicBezTo>
                  <a:pt x="187897" y="75639"/>
                  <a:pt x="183785" y="63932"/>
                  <a:pt x="183785" y="49020"/>
                </a:cubicBezTo>
                <a:moveTo>
                  <a:pt x="203278" y="48381"/>
                </a:moveTo>
                <a:cubicBezTo>
                  <a:pt x="203278" y="58990"/>
                  <a:pt x="205728" y="67032"/>
                  <a:pt x="210628" y="72507"/>
                </a:cubicBezTo>
                <a:cubicBezTo>
                  <a:pt x="215528" y="77982"/>
                  <a:pt x="221748" y="80719"/>
                  <a:pt x="229290" y="80719"/>
                </a:cubicBezTo>
                <a:cubicBezTo>
                  <a:pt x="236831" y="80719"/>
                  <a:pt x="243020" y="78003"/>
                  <a:pt x="247856" y="72571"/>
                </a:cubicBezTo>
                <a:cubicBezTo>
                  <a:pt x="252692" y="67138"/>
                  <a:pt x="255110" y="58990"/>
                  <a:pt x="255110" y="48125"/>
                </a:cubicBezTo>
                <a:cubicBezTo>
                  <a:pt x="255110" y="37388"/>
                  <a:pt x="252756" y="29378"/>
                  <a:pt x="248048" y="24094"/>
                </a:cubicBezTo>
                <a:cubicBezTo>
                  <a:pt x="243339" y="18811"/>
                  <a:pt x="237087" y="16169"/>
                  <a:pt x="229290" y="16169"/>
                </a:cubicBezTo>
                <a:cubicBezTo>
                  <a:pt x="221493" y="16169"/>
                  <a:pt x="215208" y="18843"/>
                  <a:pt x="210436" y="24190"/>
                </a:cubicBezTo>
                <a:cubicBezTo>
                  <a:pt x="205664" y="29537"/>
                  <a:pt x="203278" y="37601"/>
                  <a:pt x="203278" y="483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SMTs(§">
            <a:extLst xmlns:a="http://schemas.openxmlformats.org/drawingml/2006/main">
              <a:ext uri="{FF2B5EF4-FFF2-40B4-BE49-F238E27FC236}">
                <a16:creationId xmlns:a16="http://schemas.microsoft.com/office/drawing/2014/main" id="{3F4EF0B2-5154-4737-989B-18F8E38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78" y="169732"/>
            <a:ext cx="536354" cy="140750"/>
          </a:xfrm>
          <a:custGeom xmlns:a="http://schemas.openxmlformats.org/drawingml/2006/main">
            <a:pathLst>
              <a:path w="536354" h="140750">
                <a:moveTo>
                  <a:pt x="0" y="74256"/>
                </a:moveTo>
                <a:lnTo>
                  <a:pt x="21091" y="72206"/>
                </a:lnTo>
                <a:cubicBezTo>
                  <a:pt x="22360" y="79285"/>
                  <a:pt x="24935" y="84484"/>
                  <a:pt x="28816" y="87804"/>
                </a:cubicBezTo>
                <a:cubicBezTo>
                  <a:pt x="32698" y="91124"/>
                  <a:pt x="37934" y="92784"/>
                  <a:pt x="44525" y="92784"/>
                </a:cubicBezTo>
                <a:cubicBezTo>
                  <a:pt x="51506" y="92784"/>
                  <a:pt x="56766" y="91307"/>
                  <a:pt x="60306" y="88354"/>
                </a:cubicBezTo>
                <a:cubicBezTo>
                  <a:pt x="63845" y="85400"/>
                  <a:pt x="65615" y="81946"/>
                  <a:pt x="65615" y="77991"/>
                </a:cubicBezTo>
                <a:cubicBezTo>
                  <a:pt x="65615" y="75453"/>
                  <a:pt x="64871" y="73292"/>
                  <a:pt x="63382" y="71510"/>
                </a:cubicBezTo>
                <a:cubicBezTo>
                  <a:pt x="61893" y="69728"/>
                  <a:pt x="59293" y="68178"/>
                  <a:pt x="55583" y="66860"/>
                </a:cubicBezTo>
                <a:cubicBezTo>
                  <a:pt x="53044" y="65981"/>
                  <a:pt x="47259" y="64419"/>
                  <a:pt x="38227" y="62173"/>
                </a:cubicBezTo>
                <a:cubicBezTo>
                  <a:pt x="26607" y="59293"/>
                  <a:pt x="18454" y="55753"/>
                  <a:pt x="13767" y="51555"/>
                </a:cubicBezTo>
                <a:cubicBezTo>
                  <a:pt x="7177" y="45647"/>
                  <a:pt x="3881" y="38446"/>
                  <a:pt x="3881" y="29952"/>
                </a:cubicBezTo>
                <a:cubicBezTo>
                  <a:pt x="3881" y="24484"/>
                  <a:pt x="5431" y="19370"/>
                  <a:pt x="8531" y="14610"/>
                </a:cubicBezTo>
                <a:cubicBezTo>
                  <a:pt x="11632" y="9850"/>
                  <a:pt x="16099" y="6225"/>
                  <a:pt x="21933" y="3735"/>
                </a:cubicBezTo>
                <a:cubicBezTo>
                  <a:pt x="27767" y="1245"/>
                  <a:pt x="34809" y="0"/>
                  <a:pt x="43060" y="0"/>
                </a:cubicBezTo>
                <a:cubicBezTo>
                  <a:pt x="56535" y="0"/>
                  <a:pt x="66677" y="2954"/>
                  <a:pt x="73488" y="8861"/>
                </a:cubicBezTo>
                <a:cubicBezTo>
                  <a:pt x="80298" y="14768"/>
                  <a:pt x="83874" y="22653"/>
                  <a:pt x="84216" y="32515"/>
                </a:cubicBezTo>
                <a:lnTo>
                  <a:pt x="62539" y="33467"/>
                </a:lnTo>
                <a:cubicBezTo>
                  <a:pt x="61612" y="27950"/>
                  <a:pt x="59622" y="23983"/>
                  <a:pt x="56571" y="21567"/>
                </a:cubicBezTo>
                <a:cubicBezTo>
                  <a:pt x="53520" y="19150"/>
                  <a:pt x="48943" y="17942"/>
                  <a:pt x="42840" y="17942"/>
                </a:cubicBezTo>
                <a:cubicBezTo>
                  <a:pt x="36542" y="17942"/>
                  <a:pt x="31611" y="19235"/>
                  <a:pt x="28048" y="21823"/>
                </a:cubicBezTo>
                <a:cubicBezTo>
                  <a:pt x="25753" y="23483"/>
                  <a:pt x="24606" y="25704"/>
                  <a:pt x="24606" y="28487"/>
                </a:cubicBezTo>
                <a:cubicBezTo>
                  <a:pt x="24606" y="31026"/>
                  <a:pt x="25680" y="33198"/>
                  <a:pt x="27828" y="35005"/>
                </a:cubicBezTo>
                <a:cubicBezTo>
                  <a:pt x="30562" y="37299"/>
                  <a:pt x="37201" y="39691"/>
                  <a:pt x="47747" y="42181"/>
                </a:cubicBezTo>
                <a:cubicBezTo>
                  <a:pt x="58292" y="44671"/>
                  <a:pt x="66091" y="47246"/>
                  <a:pt x="71144" y="49907"/>
                </a:cubicBezTo>
                <a:cubicBezTo>
                  <a:pt x="76197" y="52568"/>
                  <a:pt x="80152" y="56205"/>
                  <a:pt x="83008" y="60819"/>
                </a:cubicBezTo>
                <a:cubicBezTo>
                  <a:pt x="85864" y="65432"/>
                  <a:pt x="87292" y="71132"/>
                  <a:pt x="87292" y="77918"/>
                </a:cubicBezTo>
                <a:cubicBezTo>
                  <a:pt x="87292" y="84069"/>
                  <a:pt x="85583" y="89830"/>
                  <a:pt x="82165" y="95201"/>
                </a:cubicBezTo>
                <a:cubicBezTo>
                  <a:pt x="78748" y="100571"/>
                  <a:pt x="73915" y="104562"/>
                  <a:pt x="67666" y="107174"/>
                </a:cubicBezTo>
                <a:cubicBezTo>
                  <a:pt x="61417" y="109786"/>
                  <a:pt x="53630" y="111092"/>
                  <a:pt x="44305" y="111092"/>
                </a:cubicBezTo>
                <a:cubicBezTo>
                  <a:pt x="30733" y="111092"/>
                  <a:pt x="20309" y="107955"/>
                  <a:pt x="13035" y="101682"/>
                </a:cubicBezTo>
                <a:cubicBezTo>
                  <a:pt x="5761" y="95408"/>
                  <a:pt x="1416" y="86266"/>
                  <a:pt x="0" y="74256"/>
                </a:cubicBezTo>
                <a:close/>
                <a:moveTo>
                  <a:pt x="105189" y="109188"/>
                </a:moveTo>
                <a:lnTo>
                  <a:pt x="105189" y="1831"/>
                </a:lnTo>
                <a:lnTo>
                  <a:pt x="137631" y="1831"/>
                </a:lnTo>
                <a:lnTo>
                  <a:pt x="157110" y="75062"/>
                </a:lnTo>
                <a:lnTo>
                  <a:pt x="176370" y="1831"/>
                </a:lnTo>
                <a:lnTo>
                  <a:pt x="208885" y="1831"/>
                </a:lnTo>
                <a:lnTo>
                  <a:pt x="208885" y="109188"/>
                </a:lnTo>
                <a:lnTo>
                  <a:pt x="188746" y="109188"/>
                </a:lnTo>
                <a:lnTo>
                  <a:pt x="188746" y="24679"/>
                </a:lnTo>
                <a:lnTo>
                  <a:pt x="167436" y="109188"/>
                </a:lnTo>
                <a:lnTo>
                  <a:pt x="146565" y="109188"/>
                </a:lnTo>
                <a:lnTo>
                  <a:pt x="125328" y="24679"/>
                </a:lnTo>
                <a:lnTo>
                  <a:pt x="125328" y="109188"/>
                </a:lnTo>
                <a:lnTo>
                  <a:pt x="105189" y="109188"/>
                </a:lnTo>
                <a:close/>
                <a:moveTo>
                  <a:pt x="254685" y="109188"/>
                </a:moveTo>
                <a:lnTo>
                  <a:pt x="254685" y="19992"/>
                </a:lnTo>
                <a:lnTo>
                  <a:pt x="222830" y="19992"/>
                </a:lnTo>
                <a:lnTo>
                  <a:pt x="222830" y="1831"/>
                </a:lnTo>
                <a:lnTo>
                  <a:pt x="308144" y="1831"/>
                </a:lnTo>
                <a:lnTo>
                  <a:pt x="308144" y="19992"/>
                </a:lnTo>
                <a:lnTo>
                  <a:pt x="276362" y="19992"/>
                </a:lnTo>
                <a:lnTo>
                  <a:pt x="276362" y="109188"/>
                </a:lnTo>
                <a:lnTo>
                  <a:pt x="254685" y="109188"/>
                </a:lnTo>
                <a:close/>
                <a:moveTo>
                  <a:pt x="304215" y="86999"/>
                </a:moveTo>
                <a:lnTo>
                  <a:pt x="324866" y="83850"/>
                </a:lnTo>
                <a:cubicBezTo>
                  <a:pt x="325745" y="87853"/>
                  <a:pt x="327527" y="90892"/>
                  <a:pt x="330212" y="92967"/>
                </a:cubicBezTo>
                <a:cubicBezTo>
                  <a:pt x="332897" y="95042"/>
                  <a:pt x="336657" y="96079"/>
                  <a:pt x="341490" y="96079"/>
                </a:cubicBezTo>
                <a:cubicBezTo>
                  <a:pt x="346811" y="96079"/>
                  <a:pt x="350815" y="95103"/>
                  <a:pt x="353500" y="93150"/>
                </a:cubicBezTo>
                <a:cubicBezTo>
                  <a:pt x="355306" y="91783"/>
                  <a:pt x="356209" y="89952"/>
                  <a:pt x="356209" y="87658"/>
                </a:cubicBezTo>
                <a:cubicBezTo>
                  <a:pt x="356209" y="86096"/>
                  <a:pt x="355721" y="84802"/>
                  <a:pt x="354745" y="83777"/>
                </a:cubicBezTo>
                <a:cubicBezTo>
                  <a:pt x="353720" y="82800"/>
                  <a:pt x="351425" y="81897"/>
                  <a:pt x="347861" y="81067"/>
                </a:cubicBezTo>
                <a:cubicBezTo>
                  <a:pt x="331262" y="77405"/>
                  <a:pt x="320741" y="74061"/>
                  <a:pt x="316298" y="71034"/>
                </a:cubicBezTo>
                <a:cubicBezTo>
                  <a:pt x="310147" y="66836"/>
                  <a:pt x="307071" y="61002"/>
                  <a:pt x="307071" y="53532"/>
                </a:cubicBezTo>
                <a:cubicBezTo>
                  <a:pt x="307071" y="46795"/>
                  <a:pt x="309732" y="41132"/>
                  <a:pt x="315053" y="36542"/>
                </a:cubicBezTo>
                <a:cubicBezTo>
                  <a:pt x="320375" y="31953"/>
                  <a:pt x="328626" y="29659"/>
                  <a:pt x="339806" y="29659"/>
                </a:cubicBezTo>
                <a:cubicBezTo>
                  <a:pt x="350449" y="29659"/>
                  <a:pt x="358358" y="31392"/>
                  <a:pt x="363533" y="34858"/>
                </a:cubicBezTo>
                <a:cubicBezTo>
                  <a:pt x="368708" y="38324"/>
                  <a:pt x="372271" y="43451"/>
                  <a:pt x="374224" y="50237"/>
                </a:cubicBezTo>
                <a:lnTo>
                  <a:pt x="354818" y="53825"/>
                </a:lnTo>
                <a:cubicBezTo>
                  <a:pt x="353988" y="50798"/>
                  <a:pt x="352414" y="48479"/>
                  <a:pt x="350095" y="46868"/>
                </a:cubicBezTo>
                <a:cubicBezTo>
                  <a:pt x="347776" y="45257"/>
                  <a:pt x="344468" y="44451"/>
                  <a:pt x="340172" y="44451"/>
                </a:cubicBezTo>
                <a:cubicBezTo>
                  <a:pt x="334753" y="44451"/>
                  <a:pt x="330871" y="45208"/>
                  <a:pt x="328528" y="46722"/>
                </a:cubicBezTo>
                <a:cubicBezTo>
                  <a:pt x="326966" y="47796"/>
                  <a:pt x="326185" y="49187"/>
                  <a:pt x="326185" y="50896"/>
                </a:cubicBezTo>
                <a:cubicBezTo>
                  <a:pt x="326185" y="52360"/>
                  <a:pt x="326868" y="53605"/>
                  <a:pt x="328235" y="54631"/>
                </a:cubicBezTo>
                <a:cubicBezTo>
                  <a:pt x="330090" y="55997"/>
                  <a:pt x="336498" y="57926"/>
                  <a:pt x="347458" y="60416"/>
                </a:cubicBezTo>
                <a:cubicBezTo>
                  <a:pt x="358419" y="62906"/>
                  <a:pt x="366071" y="65957"/>
                  <a:pt x="370416" y="69570"/>
                </a:cubicBezTo>
                <a:cubicBezTo>
                  <a:pt x="374713" y="73231"/>
                  <a:pt x="376861" y="78333"/>
                  <a:pt x="376861" y="84875"/>
                </a:cubicBezTo>
                <a:cubicBezTo>
                  <a:pt x="376861" y="92003"/>
                  <a:pt x="373883" y="98130"/>
                  <a:pt x="367926" y="103256"/>
                </a:cubicBezTo>
                <a:cubicBezTo>
                  <a:pt x="361970" y="108382"/>
                  <a:pt x="353158" y="110945"/>
                  <a:pt x="341490" y="110945"/>
                </a:cubicBezTo>
                <a:cubicBezTo>
                  <a:pt x="330896" y="110945"/>
                  <a:pt x="322511" y="108797"/>
                  <a:pt x="316335" y="104501"/>
                </a:cubicBezTo>
                <a:cubicBezTo>
                  <a:pt x="310159" y="100205"/>
                  <a:pt x="306119" y="94371"/>
                  <a:pt x="304215" y="86999"/>
                </a:cubicBezTo>
                <a:close/>
                <a:moveTo>
                  <a:pt x="460657" y="140750"/>
                </a:moveTo>
                <a:cubicBezTo>
                  <a:pt x="453382" y="131572"/>
                  <a:pt x="447231" y="120832"/>
                  <a:pt x="442203" y="108529"/>
                </a:cubicBezTo>
                <a:cubicBezTo>
                  <a:pt x="437174" y="96226"/>
                  <a:pt x="434660" y="83484"/>
                  <a:pt x="434660" y="70302"/>
                </a:cubicBezTo>
                <a:cubicBezTo>
                  <a:pt x="434660" y="58683"/>
                  <a:pt x="436539" y="47551"/>
                  <a:pt x="440298" y="36909"/>
                </a:cubicBezTo>
                <a:cubicBezTo>
                  <a:pt x="444692" y="24557"/>
                  <a:pt x="451478" y="12254"/>
                  <a:pt x="460657" y="0"/>
                </a:cubicBezTo>
                <a:lnTo>
                  <a:pt x="470104" y="0"/>
                </a:lnTo>
                <a:cubicBezTo>
                  <a:pt x="464196" y="10155"/>
                  <a:pt x="460291" y="17405"/>
                  <a:pt x="458387" y="21750"/>
                </a:cubicBezTo>
                <a:cubicBezTo>
                  <a:pt x="455409" y="28487"/>
                  <a:pt x="453065" y="35517"/>
                  <a:pt x="451356" y="42840"/>
                </a:cubicBezTo>
                <a:cubicBezTo>
                  <a:pt x="449257" y="51970"/>
                  <a:pt x="448207" y="61148"/>
                  <a:pt x="448207" y="70375"/>
                </a:cubicBezTo>
                <a:cubicBezTo>
                  <a:pt x="448207" y="93858"/>
                  <a:pt x="455506" y="117316"/>
                  <a:pt x="470104" y="140750"/>
                </a:cubicBezTo>
                <a:lnTo>
                  <a:pt x="460657" y="140750"/>
                </a:lnTo>
                <a:close/>
                <a:moveTo>
                  <a:pt x="536061" y="107563"/>
                </a:moveTo>
                <a:cubicBezTo>
                  <a:pt x="536061" y="114598"/>
                  <a:pt x="533726" y="120093"/>
                  <a:pt x="529058" y="124049"/>
                </a:cubicBezTo>
                <a:cubicBezTo>
                  <a:pt x="524389" y="128007"/>
                  <a:pt x="517899" y="129985"/>
                  <a:pt x="509588" y="129985"/>
                </a:cubicBezTo>
                <a:cubicBezTo>
                  <a:pt x="501082" y="129985"/>
                  <a:pt x="494642" y="128422"/>
                  <a:pt x="490266" y="125294"/>
                </a:cubicBezTo>
                <a:cubicBezTo>
                  <a:pt x="485890" y="122168"/>
                  <a:pt x="482994" y="117308"/>
                  <a:pt x="481577" y="110714"/>
                </a:cubicBezTo>
                <a:lnTo>
                  <a:pt x="489998" y="108881"/>
                </a:lnTo>
                <a:cubicBezTo>
                  <a:pt x="491072" y="113817"/>
                  <a:pt x="493111" y="117420"/>
                  <a:pt x="496113" y="119692"/>
                </a:cubicBezTo>
                <a:cubicBezTo>
                  <a:pt x="499115" y="121965"/>
                  <a:pt x="503595" y="123102"/>
                  <a:pt x="509551" y="123102"/>
                </a:cubicBezTo>
                <a:cubicBezTo>
                  <a:pt x="515068" y="123102"/>
                  <a:pt x="519425" y="121832"/>
                  <a:pt x="522623" y="119291"/>
                </a:cubicBezTo>
                <a:cubicBezTo>
                  <a:pt x="525820" y="116751"/>
                  <a:pt x="527419" y="113087"/>
                  <a:pt x="527419" y="108298"/>
                </a:cubicBezTo>
                <a:cubicBezTo>
                  <a:pt x="527419" y="105562"/>
                  <a:pt x="526846" y="103242"/>
                  <a:pt x="525701" y="101336"/>
                </a:cubicBezTo>
                <a:cubicBezTo>
                  <a:pt x="524556" y="99430"/>
                  <a:pt x="522790" y="97758"/>
                  <a:pt x="520401" y="96317"/>
                </a:cubicBezTo>
                <a:cubicBezTo>
                  <a:pt x="518013" y="94876"/>
                  <a:pt x="513286" y="92982"/>
                  <a:pt x="506219" y="90637"/>
                </a:cubicBezTo>
                <a:cubicBezTo>
                  <a:pt x="498128" y="88048"/>
                  <a:pt x="492438" y="84910"/>
                  <a:pt x="489147" y="81223"/>
                </a:cubicBezTo>
                <a:cubicBezTo>
                  <a:pt x="485858" y="77534"/>
                  <a:pt x="484213" y="73002"/>
                  <a:pt x="484213" y="67629"/>
                </a:cubicBezTo>
                <a:cubicBezTo>
                  <a:pt x="484213" y="63086"/>
                  <a:pt x="485446" y="58982"/>
                  <a:pt x="487911" y="55319"/>
                </a:cubicBezTo>
                <a:cubicBezTo>
                  <a:pt x="490377" y="51655"/>
                  <a:pt x="493782" y="49138"/>
                  <a:pt x="498127" y="47770"/>
                </a:cubicBezTo>
                <a:cubicBezTo>
                  <a:pt x="494247" y="46352"/>
                  <a:pt x="491178" y="44020"/>
                  <a:pt x="488918" y="40771"/>
                </a:cubicBezTo>
                <a:cubicBezTo>
                  <a:pt x="486660" y="37523"/>
                  <a:pt x="485531" y="33750"/>
                  <a:pt x="485531" y="29450"/>
                </a:cubicBezTo>
                <a:cubicBezTo>
                  <a:pt x="485531" y="22905"/>
                  <a:pt x="487609" y="17789"/>
                  <a:pt x="491765" y="14102"/>
                </a:cubicBezTo>
                <a:cubicBezTo>
                  <a:pt x="495921" y="10413"/>
                  <a:pt x="502033" y="8568"/>
                  <a:pt x="510100" y="8568"/>
                </a:cubicBezTo>
                <a:cubicBezTo>
                  <a:pt x="517092" y="8568"/>
                  <a:pt x="522678" y="10168"/>
                  <a:pt x="526859" y="13367"/>
                </a:cubicBezTo>
                <a:cubicBezTo>
                  <a:pt x="531039" y="16566"/>
                  <a:pt x="533618" y="21146"/>
                  <a:pt x="534596" y="27107"/>
                </a:cubicBezTo>
                <a:lnTo>
                  <a:pt x="525808" y="28498"/>
                </a:lnTo>
                <a:cubicBezTo>
                  <a:pt x="525222" y="24300"/>
                  <a:pt x="523611" y="21091"/>
                  <a:pt x="520975" y="18871"/>
                </a:cubicBezTo>
                <a:cubicBezTo>
                  <a:pt x="518339" y="16649"/>
                  <a:pt x="514726" y="15539"/>
                  <a:pt x="510137" y="15539"/>
                </a:cubicBezTo>
                <a:cubicBezTo>
                  <a:pt x="504815" y="15539"/>
                  <a:pt x="500824" y="16723"/>
                  <a:pt x="498163" y="19093"/>
                </a:cubicBezTo>
                <a:cubicBezTo>
                  <a:pt x="495503" y="21461"/>
                  <a:pt x="494172" y="24597"/>
                  <a:pt x="494172" y="28503"/>
                </a:cubicBezTo>
                <a:cubicBezTo>
                  <a:pt x="494172" y="31141"/>
                  <a:pt x="494758" y="33375"/>
                  <a:pt x="495930" y="35206"/>
                </a:cubicBezTo>
                <a:cubicBezTo>
                  <a:pt x="497102" y="37037"/>
                  <a:pt x="498786" y="38624"/>
                  <a:pt x="500983" y="39968"/>
                </a:cubicBezTo>
                <a:cubicBezTo>
                  <a:pt x="503180" y="41311"/>
                  <a:pt x="507085" y="42812"/>
                  <a:pt x="512700" y="44472"/>
                </a:cubicBezTo>
                <a:cubicBezTo>
                  <a:pt x="518607" y="46182"/>
                  <a:pt x="523135" y="48039"/>
                  <a:pt x="526284" y="50042"/>
                </a:cubicBezTo>
                <a:cubicBezTo>
                  <a:pt x="529433" y="52044"/>
                  <a:pt x="531899" y="54474"/>
                  <a:pt x="533681" y="57333"/>
                </a:cubicBezTo>
                <a:cubicBezTo>
                  <a:pt x="535463" y="60191"/>
                  <a:pt x="536354" y="63573"/>
                  <a:pt x="536354" y="67480"/>
                </a:cubicBezTo>
                <a:cubicBezTo>
                  <a:pt x="536354" y="72463"/>
                  <a:pt x="535132" y="76799"/>
                  <a:pt x="532687" y="80488"/>
                </a:cubicBezTo>
                <a:cubicBezTo>
                  <a:pt x="530243" y="84177"/>
                  <a:pt x="527072" y="86534"/>
                  <a:pt x="523172" y="87559"/>
                </a:cubicBezTo>
                <a:cubicBezTo>
                  <a:pt x="527665" y="89709"/>
                  <a:pt x="530936" y="92408"/>
                  <a:pt x="532985" y="95656"/>
                </a:cubicBezTo>
                <a:cubicBezTo>
                  <a:pt x="535035" y="98904"/>
                  <a:pt x="536061" y="102873"/>
                  <a:pt x="536061" y="107563"/>
                </a:cubicBezTo>
                <a:moveTo>
                  <a:pt x="527712" y="68508"/>
                </a:moveTo>
                <a:cubicBezTo>
                  <a:pt x="527712" y="64160"/>
                  <a:pt x="526193" y="60606"/>
                  <a:pt x="523154" y="57846"/>
                </a:cubicBezTo>
                <a:cubicBezTo>
                  <a:pt x="520116" y="55086"/>
                  <a:pt x="515048" y="52875"/>
                  <a:pt x="507949" y="51214"/>
                </a:cubicBezTo>
                <a:cubicBezTo>
                  <a:pt x="503331" y="51409"/>
                  <a:pt x="499660" y="52973"/>
                  <a:pt x="496937" y="55905"/>
                </a:cubicBezTo>
                <a:cubicBezTo>
                  <a:pt x="494215" y="58836"/>
                  <a:pt x="492854" y="62572"/>
                  <a:pt x="492854" y="67114"/>
                </a:cubicBezTo>
                <a:cubicBezTo>
                  <a:pt x="492854" y="71316"/>
                  <a:pt x="494276" y="74772"/>
                  <a:pt x="497120" y="77483"/>
                </a:cubicBezTo>
                <a:cubicBezTo>
                  <a:pt x="499964" y="80194"/>
                  <a:pt x="504619" y="82332"/>
                  <a:pt x="511086" y="83896"/>
                </a:cubicBezTo>
                <a:cubicBezTo>
                  <a:pt x="516239" y="83798"/>
                  <a:pt x="520298" y="82357"/>
                  <a:pt x="523263" y="79573"/>
                </a:cubicBezTo>
                <a:cubicBezTo>
                  <a:pt x="526229" y="76788"/>
                  <a:pt x="527712" y="73100"/>
                  <a:pt x="527712" y="685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4.4">
            <a:extLst xmlns:a="http://schemas.openxmlformats.org/drawingml/2006/main">
              <a:ext uri="{FF2B5EF4-FFF2-40B4-BE49-F238E27FC236}">
                <a16:creationId xmlns:a16="http://schemas.microsoft.com/office/drawing/2014/main" id="{8C5EC826-DF5F-4AFD-BB66-355B3CB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32" y="171563"/>
            <a:ext cx="199218" cy="107357"/>
          </a:xfrm>
          <a:custGeom xmlns:a="http://schemas.openxmlformats.org/drawingml/2006/main">
            <a:pathLst>
              <a:path w="199218" h="107357">
                <a:moveTo>
                  <a:pt x="46575" y="107357"/>
                </a:moveTo>
                <a:lnTo>
                  <a:pt x="46575" y="81653"/>
                </a:lnTo>
                <a:lnTo>
                  <a:pt x="0" y="81653"/>
                </a:lnTo>
                <a:lnTo>
                  <a:pt x="0" y="69570"/>
                </a:lnTo>
                <a:lnTo>
                  <a:pt x="48992" y="0"/>
                </a:lnTo>
                <a:lnTo>
                  <a:pt x="59757" y="0"/>
                </a:lnTo>
                <a:lnTo>
                  <a:pt x="59757" y="69570"/>
                </a:lnTo>
                <a:lnTo>
                  <a:pt x="74256" y="69570"/>
                </a:lnTo>
                <a:lnTo>
                  <a:pt x="74256" y="81653"/>
                </a:lnTo>
                <a:lnTo>
                  <a:pt x="59757" y="81653"/>
                </a:lnTo>
                <a:lnTo>
                  <a:pt x="59757" y="107357"/>
                </a:lnTo>
                <a:lnTo>
                  <a:pt x="46575" y="107357"/>
                </a:lnTo>
                <a:moveTo>
                  <a:pt x="46575" y="69570"/>
                </a:moveTo>
                <a:lnTo>
                  <a:pt x="46575" y="21164"/>
                </a:lnTo>
                <a:lnTo>
                  <a:pt x="12962" y="69570"/>
                </a:lnTo>
                <a:lnTo>
                  <a:pt x="46575" y="69570"/>
                </a:lnTo>
                <a:close/>
                <a:moveTo>
                  <a:pt x="94520" y="107357"/>
                </a:moveTo>
                <a:lnTo>
                  <a:pt x="94520" y="92345"/>
                </a:lnTo>
                <a:lnTo>
                  <a:pt x="109532" y="92345"/>
                </a:lnTo>
                <a:lnTo>
                  <a:pt x="109532" y="107357"/>
                </a:lnTo>
                <a:lnTo>
                  <a:pt x="94520" y="107357"/>
                </a:lnTo>
                <a:close/>
                <a:moveTo>
                  <a:pt x="171536" y="107357"/>
                </a:moveTo>
                <a:lnTo>
                  <a:pt x="171536" y="81653"/>
                </a:lnTo>
                <a:lnTo>
                  <a:pt x="124961" y="81653"/>
                </a:lnTo>
                <a:lnTo>
                  <a:pt x="124961" y="69570"/>
                </a:lnTo>
                <a:lnTo>
                  <a:pt x="173953" y="0"/>
                </a:lnTo>
                <a:lnTo>
                  <a:pt x="184718" y="0"/>
                </a:lnTo>
                <a:lnTo>
                  <a:pt x="184718" y="69570"/>
                </a:lnTo>
                <a:lnTo>
                  <a:pt x="199218" y="69570"/>
                </a:lnTo>
                <a:lnTo>
                  <a:pt x="199218" y="81653"/>
                </a:lnTo>
                <a:lnTo>
                  <a:pt x="184718" y="81653"/>
                </a:lnTo>
                <a:lnTo>
                  <a:pt x="184718" y="107357"/>
                </a:lnTo>
                <a:lnTo>
                  <a:pt x="171536" y="107357"/>
                </a:lnTo>
                <a:moveTo>
                  <a:pt x="171536" y="69570"/>
                </a:moveTo>
                <a:lnTo>
                  <a:pt x="171536" y="21164"/>
                </a:lnTo>
                <a:lnTo>
                  <a:pt x="137923" y="69570"/>
                </a:lnTo>
                <a:lnTo>
                  <a:pt x="171536" y="6957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)">
            <a:extLst xmlns:a="http://schemas.openxmlformats.org/drawingml/2006/main">
              <a:ext uri="{FF2B5EF4-FFF2-40B4-BE49-F238E27FC236}">
                <a16:creationId xmlns:a16="http://schemas.microsoft.com/office/drawing/2014/main" id="{5054C7D9-E6AC-4F73-ACAE-6B85D3CA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190" y="169732"/>
            <a:ext cx="35444" cy="140750"/>
          </a:xfrm>
          <a:custGeom xmlns:a="http://schemas.openxmlformats.org/drawingml/2006/main">
            <a:pathLst>
              <a:path w="35444" h="140750">
                <a:moveTo>
                  <a:pt x="9447" y="140750"/>
                </a:moveTo>
                <a:lnTo>
                  <a:pt x="0" y="140750"/>
                </a:lnTo>
                <a:cubicBezTo>
                  <a:pt x="14597" y="117316"/>
                  <a:pt x="21896" y="93858"/>
                  <a:pt x="21896" y="70375"/>
                </a:cubicBezTo>
                <a:cubicBezTo>
                  <a:pt x="21896" y="61197"/>
                  <a:pt x="20846" y="52092"/>
                  <a:pt x="18747" y="43060"/>
                </a:cubicBezTo>
                <a:cubicBezTo>
                  <a:pt x="17087" y="35737"/>
                  <a:pt x="14768" y="28707"/>
                  <a:pt x="11790" y="21969"/>
                </a:cubicBezTo>
                <a:cubicBezTo>
                  <a:pt x="9886" y="17575"/>
                  <a:pt x="5956" y="10252"/>
                  <a:pt x="0" y="0"/>
                </a:cubicBezTo>
                <a:lnTo>
                  <a:pt x="9447" y="0"/>
                </a:lnTo>
                <a:cubicBezTo>
                  <a:pt x="18625" y="12254"/>
                  <a:pt x="25411" y="24557"/>
                  <a:pt x="29805" y="36909"/>
                </a:cubicBezTo>
                <a:cubicBezTo>
                  <a:pt x="33564" y="47551"/>
                  <a:pt x="35444" y="58683"/>
                  <a:pt x="35444" y="70302"/>
                </a:cubicBezTo>
                <a:cubicBezTo>
                  <a:pt x="35444" y="83484"/>
                  <a:pt x="32917" y="96226"/>
                  <a:pt x="27864" y="108529"/>
                </a:cubicBezTo>
                <a:cubicBezTo>
                  <a:pt x="22812" y="120832"/>
                  <a:pt x="16672" y="131572"/>
                  <a:pt x="9447" y="140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FD0D4-4F7D-4602-83D9-388377B7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267" y="1682347"/>
            <a:ext cx="199970" cy="74989"/>
          </a:xfrm>
          <a:custGeom xmlns:a="http://schemas.openxmlformats.org/drawingml/2006/main">
            <a:pathLst>
              <a:path w="199970" h="74989">
                <a:moveTo>
                  <a:pt x="124983" y="74989"/>
                </a:moveTo>
                <a:lnTo>
                  <a:pt x="199970" y="37494"/>
                </a:lnTo>
                <a:lnTo>
                  <a:pt x="124981" y="0"/>
                </a:lnTo>
                <a:lnTo>
                  <a:pt x="124982" y="31245"/>
                </a:lnTo>
                <a:lnTo>
                  <a:pt x="87487" y="31245"/>
                </a:lnTo>
                <a:lnTo>
                  <a:pt x="87487" y="43744"/>
                </a:lnTo>
                <a:lnTo>
                  <a:pt x="124982" y="43743"/>
                </a:lnTo>
                <a:lnTo>
                  <a:pt x="124983" y="74989"/>
                </a:lnTo>
                <a:close/>
                <a:moveTo>
                  <a:pt x="0" y="43744"/>
                </a:moveTo>
                <a:lnTo>
                  <a:pt x="49993" y="43744"/>
                </a:lnTo>
                <a:lnTo>
                  <a:pt x="49993" y="31246"/>
                </a:lnTo>
                <a:lnTo>
                  <a:pt x="0" y="31246"/>
                </a:lnTo>
                <a:lnTo>
                  <a:pt x="0" y="43744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24056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2026-09-08T03:06:52.7350000Z</dcterms:created>
  <dcterms:modified xsi:type="dcterms:W3CDTF">2026-09-08T03:06:52.7350000Z</dcterms:modified>
</coreProperties>
</file>